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vml" ContentType="application/vnd.openxmlformats-officedocument.vmlDrawi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1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54.xml" ContentType="application/inkml+xml"/>
  <Override PartName="/ppt/ink/ink12.xml" ContentType="application/inkml+xml"/>
  <Override PartName="/ppt/ink/ink13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6" r:id="rId2"/>
    <p:sldId id="295" r:id="rId3"/>
    <p:sldId id="296" r:id="rId4"/>
    <p:sldId id="297" r:id="rId5"/>
    <p:sldId id="291" r:id="rId6"/>
    <p:sldId id="298" r:id="rId7"/>
    <p:sldId id="290" r:id="rId8"/>
    <p:sldId id="299" r:id="rId9"/>
    <p:sldId id="300" r:id="rId10"/>
    <p:sldId id="310" r:id="rId11"/>
    <p:sldId id="302" r:id="rId12"/>
    <p:sldId id="311" r:id="rId13"/>
    <p:sldId id="307" r:id="rId14"/>
    <p:sldId id="258" r:id="rId15"/>
    <p:sldId id="260" r:id="rId16"/>
    <p:sldId id="261" r:id="rId17"/>
    <p:sldId id="304" r:id="rId18"/>
    <p:sldId id="303" r:id="rId19"/>
    <p:sldId id="305" r:id="rId20"/>
    <p:sldId id="306" r:id="rId21"/>
    <p:sldId id="313" r:id="rId22"/>
    <p:sldId id="262" r:id="rId23"/>
    <p:sldId id="312" r:id="rId24"/>
    <p:sldId id="308" r:id="rId25"/>
    <p:sldId id="309" r:id="rId26"/>
    <p:sldId id="31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2T10:30:19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25347 16251 4 0,'0'0'43'0,"0"0"6"0,0 0-5 16,-4-14-7-16,4 14-1 0,0 0-7 0,-7-8 0 15,7 8 1-15,-10-5-16 0,10 5 6 0,-12-3-4 16,12 3-1-16,-12-1-1 0,5 0-8 0,-1-2 1 16,8 3-4-16,-14-1 2 0,1 1-4 0,6-3 5 15,-2 2 3-15,-3-2-5 0,4 2 8 0,8 1 0 16,-19-4-1-16,12 3 4 0,7 1 4 0,-17-4-6 16,9 4 5-16,8 0-7 0,-12-3-2 0,7 2 3 15,5 1 3-15,-11-4-1 0,11 4 0 0,0 0 4 16,-10 0-10-16,10 0 3 0,0 0-1 0,0 0 0 15,-8-1-3-15,8 1-1 0,0 0-5 0,0 0 4 16,0 0 2-16,0 0-2 0,-9-1 6 0,9 1 0 16,0 0-5-16,0 0 3 0,0 0 1 0,0 0-4 15,0 0 2-15,0 0 3 0,0 0-9 0,0 0 5 16,0 0 8-16,0 0-6 0,0 0-9 0,0 0 13 16,0 0-8-16,0 0-10 0,36 5 17 0,-36-5-4 15,19 1 0-15,-7-1-1 0,1 1 11 0,6-1-8 16,-1 0 9-16,2 0-4 0,2 1 3 0,8-3-4 15,-1 3-3-15,-9-3 5 0,11 2 3 0,-4-3 0 16,1 3 13-16,-6-1-21 0,8 0 1 0,3-1 21 16,-2-1-19-16,0 3 6 0,-1-2 2 0,4 1-5 15,-1-2-4-15,1 3 5 0,-1 0 7 0,-1 0-8 16,2 0-6-16,-1-2 1 0,-1 3-5 0,4 0 2 16,-2-1-4-16,1 2 6 0,-1-4-4 0,4 5 8 15,3-3 1-15,-3 0-1 0,11 1 1 0,-10-3-13 16,1 3-5-16,12-4 9 0,-1 5 5 0,3-4 0 15,-16 2 1-15,14 0 6 0,0 2 0 16,-12-4 2-16,12 2-6 0,1 0-5 0,-12 0 4 0,8 0 0 16,-10 0-3-16,12 2 5 0,-10-4-4 0,10 2 3 15,1 0 2-15,-16 0-4 0,18 2 1 0,-16-4-1 16,14 4 1-16,-1-4-2 0,1 1 4 0,4 2-8 16,-4-2 0-16,-3 1 6 0,-9-1-1 0,12 2-7 15,2-2 1-15,-7-1 1 0,-6 0 1 0,-5 1 2 16,4-2-4-16,1 3 3 0,-5-1-5 15,2 1 1-15,0-1 1 0,0 1-2 0,3 0 6 0,-5-2-4 16,-2 2 2-16,1 3-3 0,3-3-4 0,-2 3 4 16,0-2-1-16,-2 1 2 0,-1-1-8 0,2 1 7 15,-3-1 3-15,0 0-3 0,0 2 0 0,-5 0-1 16,-5 0 1-16,5-1-1 0,-5 0 2 0,-1 1-5 16,-4-3 12-16,1 2-6 0,-4-2-4 0,2 1 1 15,-2-1 3-15,-1 1-4 0,-2-2 3 0,0 2-5 16,0-1 5-16,-1 1-2 0,-1-1 1 0,2-2-3 15,-11 2 3-15,12 2 1 0,-12-2 1 0,8 0-2 16,-8 0 1-16,0 0 4 0,9 0-3 0,-9 0 2 16,0 0-10-16,0 0 5 0,10 1 3 0,-10-1 3 15,0 0 6-15,0 0-4 0,0 0 4 16,0 0-2-16,0 0 5 0,6 3-1 0,-6-3-7 0,0 0 5 16,0 0-6-16,0 0 0 0,0 0-2 0,0 0 2 15,0 0-1-15,0 0-6 0,0 0 5 0,0 0-4 16,0 0 0-16,0 0-1 0,0 0 1 0,0 0-2 15,0 0 1-15,0 0 0 0,0 0-1 0,0 0-4 16,0 0 2-16,0 0 2 0,0 0 1 0,0 0-4 16,0 0 0-16,0 0 4 0,0 0-5 0,0 0 3 15,0 0-3-15,0 0 2 0,0 0-1 0,0 0-2 16,0 0 1-16,0 0 3 0,0 0-1 16,0 0-2-16,0 0 3 0,0 0-10 0,0 0 9 0,0 0-3 15,0 0 6-15,0 0-2 0,0 0-1 0,0 0 2 16,0 0-3-16,0 0 0 0,0 0 5 0,0 0-10 15,0 0 8-15,0 0 1 0,0 0 2 0,0 0-5 16,0 0 2-16,0 0-6 0,0 0 5 0,0 0 1 16,0 0-2-16,0 0-2 0,0 0 5 0,0 0-4 15,0 0 5-15,0 0 3 0,0 0-3 0,0 0 3 16,4 5-3-16,-4-5 3 0,0 0-2 0,0 0-1 16,0 0-1-16,0 0 7 0,0 0-6 0,0 0-2 15,0 0 3-15,0 0-4 0,0 0 2 0,0 0-2 16,0 0-2-16,0 0 2 0,0 0 1 0,0 0-1 15,0 0-3-15,0 0 0 0,0 0 2 0,0 0 3 16,0 0-6-16,0 0 1 0,0 0 3 0,0 0-3 16,0 0 4-16,0 0-4 0,0 0 0 0,0 0 3 15,0 0 0-15,0 0-2 0,0 0 4 0,0 0-4 16,0 0-4-16,0 0 2 0,0 0 0 0,0 0-10 16,0 0-5-16,0 0-5 0,0 0-22 0,0 0-10 15,0 0-14-15,0 0-5 0,0 0-34 0,0 0-12 16,0 0-16-16,-13 15-34 0,6-7-97 0,-5-4-288 15,-5-3 128-15</inkml:trace>
  <inkml:trace contextRef="#ctx0" brushRef="#br0" timeOffset="4965.18">15748 17241 40 0,'-6'-4'58'0,"6"4"-7"0,-7-7-2 16,7 7-1-16,-6-5 15 0,6 5-12 0,-9-6-2 16,9 6 2-16,-8-7-13 0,8 7 4 0,-7-6 3 15,7 6 3-15,-8-5 0 0,8 5-9 0,-8-4 4 16,8 4-4-16,-6-5-1 0,6 5 2 0,0 0-9 15,-5-3 1-15,5 3-9 0,0 0 5 0,0 0-3 16,-5-5-14-16,5 5 3 0,0 0 5 0,0 0-4 16,0 0 1-16,0 0-8 0,0 0 3 0,0 0-9 15,0 0 1-15,0 0 7 0,0 0 2 0,0 0-6 16,0 0-1-16,25 1 4 0,-8 1-4 0,-6 0 5 16,6-1-3-16,3-1-1 0,2 3-1 0,4-2-10 15,7 2 8-15,-5-3-1 0,3 2-2 0,-1 1 1 16,4 1 6-16,5-1-6 0,-2-3 4 0,0 4 4 15,2-2-5-15,12 4 14 0,0-5-12 0,3 2-3 16,-1-1-6-16,2 0 6 0,0 0 3 0,0 0 5 16,-1-5-6-16,1 7 14 0,0-3-4 15,0 1-5-15,3-1 8 0,5-1-4 0,2 1-1 16,-2-2 1-16,3 0-1 0,28 2-2 0,-5 0 1 0,-31 1 5 16,3 1-4-16,0 1-4 0,4-1-1 15,1 0 1-15,24 1 6 0,-26 2-7 0,-1-3 2 0,29 4-4 16,-26-4 3-16,0 3-4 0,27 0 2 15,-29-1-3-15,28 1 5 0,-31-1-4 0,34-2 1 16,-6 5-1-16,-27-5 1 0,3 0-1 0,32 1 1 16,-1 0 2-16,-7 0-1 0,-24 0-10 0,28-3 9 15,1 3-1-15,-32 0-4 0,32 0 10 0,-36-1-6 16,9 1 7-16,-1 3 1 0,28-2-1 0,-33 2 7 0,4-3-5 16,2 4-5-16,-2-3 8 0,27 3 3 15,-31-2-1-15,3 1 0 0,1-3 2 0,-1-1-2 16,27-3 0-16,-35 0-3 0,3 2 4 0,0-2 4 15,-2-2-4-15,2 2-2 0,-4-5-5 0,-5 3 2 16,-11 0 1-16,-1 0 1 0,-3-2-9 0,0 5 8 16,-4-3-5-16,-2 1-1 0,-7 1-5 0,-2-3 2 15,-1 2 3-15,-5 1-10 0,-1 0-14 0,-1-2-21 16,-12 2-4-16,0 0-27 0,25 2-20 16,-16-2-23-16,-9 0-17 0,10 2-28 0,-10-2-83 0,0 0-257 15,0 0 114-15</inkml:trace>
  <inkml:trace contextRef="#ctx0" brushRef="#br0" timeOffset="43116.3">12641 6863 7 0,'0'0'26'0,"0"0"-1"0,0 0-3 0,0 0 5 16,0 0-6-16,0 0 5 0,0 0-14 0,0 0 6 16,0 0-5-16,0 0-2 0,0 0-1 0,0 0 5 0,0 0-11 15,0 0 1-15,0 0 3 0,0 0-2 0,0 0-1 16,0 0-2-16,0 0 6 0,0 0-3 0,0 0-1 16,0 0-3-16,0 0 2 0,0 0-5 0,0 0-5 15,0 0-3-15,0 0-4 0,0 0-8 0,0 0 0 16,0 0-16-16,0 0-40 0,0 0 19 0</inkml:trace>
  <inkml:trace contextRef="#ctx0" brushRef="#br0" timeOffset="44320.06">16682 7267 8 0,'0'0'42'0,"0"0"-5"0,0 0 0 0,0 0-6 15,0 0 2-15,0 0-7 0,0 0-1 0,0 0-3 16,0 0-2-16,0 0-3 0,0 0 3 0,0 0-9 0,0 0 2 16,0 0-1-16,0 0-4 0,0 0 0 0,0 0 7 15,0 0-3-15,0 0-4 0,0 0-18 16,0 0 19-16,0 0 0 0,0 0-4 0,0 0-7 15,0 0 2-15,0 0 8 0,0 0-10 0,0 0 4 0,0 0-2 16,0 0-2-16,0 0 2 0,0 0-11 0,0 0 5 16,0 0-3-16,0 0 1 0,0 0-3 0,0 0-8 15,0 0-7-15,0 0-2 0,0 0-23 0,0 0-55 16,0 0 24-16</inkml:trace>
  <inkml:trace contextRef="#ctx0" brushRef="#br0" timeOffset="44943.05">12402 6931 4 0,'0'0'38'0,"0"0"-5"15,0 0-13-15,0 0-14 0,0 0-12 16,0 0-11-16,0 0-16 0,0 0 8 0</inkml:trace>
  <inkml:trace contextRef="#ctx0" brushRef="#br0" timeOffset="45646.95">16070 6993 50 0,'0'0'61'16,"0"0"-9"-16,0 0-4 0,0 0-6 0,0 0-3 15,0 0-5-15,0 0-2 0,0 0-1 0,0 0-1 16,0 0 2-16,0 0-5 0,0 0 4 0,0 0-5 16,0 0 1-16,0 0-5 0,0 0 0 0,0 0-3 15,0 0-5-15,0 0 3 0,0 0-2 0,0 0-3 16,0 0 2-16,0 0-6 0,0 0-5 0,0 0-15 15,0 0-12-15,0 0-2 0,0 0-15 0,0 0-18 16,0 0-32-16,0 0-100 0,0 0 45 0</inkml:trace>
  <inkml:trace contextRef="#ctx0" brushRef="#br0" timeOffset="46267.45">12475 6851 19 0,'0'0'46'15,"0"0"-1"-15,0 0-4 0,0 0-6 0,0 0 0 16,0 0-9-16,0 0-2 0,0 0-3 0,0 0-7 15,0 0-15-15,0 0-11 0,0 0-12 0,0 0-22 16,0 0-48-16,8-1 22 0</inkml:trace>
  <inkml:trace contextRef="#ctx0" brushRef="#br0" timeOffset="73773.39">1026 3352 82 0,'0'0'140'0,"0"0"-4"0,0 0-7 15,1-3 0-15,-1 3-5 0,0 0-11 0,0 0-10 16,0 0-4-16,0 0-3 0,0 0-10 16,0 0-5-16,0 0-3 0,0 0-6 0,0 0-10 15,0 0-8-15,0 0-2 0,0 0-2 0,0 0-9 16,0 0-2-16,0 0-1 0,0 0-7 0,0 0-3 15,0 0-5-15,-27-2 0 0,27 2-1 0,0 0-2 16,-16 2-8-16,16-2 0 0,-18 0-2 0,18 0-2 16,-17 2 3-16,17-2 4 0,-12 0-4 0,12 0 3 15,-11 1-3-15,11-1 0 0,0 0 0 0,0 0-7 16,0 0-1-16,-13 0 0 0,13 0-8 0,0 0 3 16,0 0-1-16,0 0 4 0,0 0 4 0,0 0 4 15,42 9 2-15,-13-11-6 0,3-2-4 0,3 2-7 16,1 0-14-16,4-3-16 0,-2 2-14 0,-1-2-16 15,-1 1-24-15,0 0-26 0,-3 1-2 0,-4 0-21 16,-10 0-106-16,-1 3-266 0,-18 0 119 0</inkml:trace>
  <inkml:trace contextRef="#ctx0" brushRef="#br0" timeOffset="74318.14">1131 3315 55 0,'0'0'116'0,"0"0"-7"0,0 0 16 0,0 0-4 0,0 0-8 15,6 27-3-15,-6-14-9 0,2 2 7 0,0 2-11 16,-1 9-11-16,0-7 1 0,0 6-4 0,-1 0-5 15,-1-1-6-15,2 4-2 0,-3-9 1 0,2 6-10 16,0-7 0-16,0 3-5 0,-1-4 2 0,1 2-14 16,-2-4-3-16,4 2-3 0,-4 0-2 15,2-1-5-15,0-16-2 0,-2 23-6 0,2-12 2 16,0-11-8-16,2 21 4 0,-2-11-8 0,0-10 4 16,2 15-4-16,-2-15 2 0,1 13-2 0,-1-13 1 15,0 0-3-15,2 16-2 0,-2-16-5 0,0 0-1 16,0 0 3-16,0 0-1 0,0 11 0 0,0-11-4 15,0 0-7-15,0 0 0 0,0 0-4 0,0 0-6 0,-17 3-4 16,17-3 0-16,0 0-4 0,0 0 4 16,-27-7-9-16,27 7 8 0,-19-6 1 0,8 3 4 15,11 3-1-15,-19-8 7 0,11 5 0 0,8 3-3 16,0 0 3-16,-17-2 3 0,17 2 1 0,0 0-3 16,-16-5 1-16,16 5 2 0,0 0-1 0,-7-6-1 15,7 6-2-15,0 0 2 0,0 0 0 0,0 0 1 16,0 0 2-16,0 0 0 0,0 0 11 0,0 0 6 15,0 0 1-15,0 0 1 0,0 0 8 0,0 0-1 16,0 0 4-16,0 0-6 0,44 8-2 0,-44-8-10 16,34-7-1-16,-14 5-4 0,-2 0-17 0,5-1-20 15,-3 1-23-15,0 0-27 0,0-2-29 16,1 2-23-16,-2 2-135 0,-1 0-295 0,-6-2 131 0</inkml:trace>
  <inkml:trace contextRef="#ctx0" brushRef="#br0" timeOffset="74687.2">1481 3636 117 0,'0'0'226'15,"0"0"-9"-15,0 0-16 0,0 0-11 0,0 0-22 16,0 0-12-16,0 0-24 0,0 0-10 0,0 0-14 15,0 0-10-15,0 0-17 0,0 0-4 0,0 0-5 16,0 0 6-16,0 0-7 0,0 0 2 0,0 0-12 16,0 0-3-16,-9 44-7 0,5-32 19 0,1 3 0 15,-2-2-2-15,1 2-7 0,1 2-3 0,0 1 4 16,-2-1-15-16,2-6-5 0,-1 5 0 16,2-2-1-16,2-14-12 0,-2 22 0 0,4-10-5 0,-2-12 1 15,1 20-6-15,2-11 1 0,-3-9 2 0,0 18-8 16,2-8 3-16,-2-10 4 0,5 14-8 15,-5-14 4-15,11 13-4 0,-5-9 1 0,-6-4-3 16,15 10 1-16,-6-7-3 0,2 0-12 0,-11-3-17 16,24 3-22-16,-12-3-29 0,-12 0-22 0,24-1-42 15,-24 1-36-15,24-5-29 0,-14-2-26 0,-1 2-152 16,0-2-409-16,-9 7 181 0</inkml:trace>
  <inkml:trace contextRef="#ctx0" brushRef="#br0" timeOffset="74900.3">1577 3798 45 0,'-7'-5'230'0,"7"5"-7"16,0 0-6-16,0 0-15 0,0 0-16 0,0 0-20 16,0 0-17-16,0 0-15 0,0 0-10 0,0 0-8 15,0 0-15-15,0 0-10 0,0 0-9 0,30-11-11 16,-30 11-22-16,21-4-27 0,-9 1-31 0,-12 3-38 15,19-6-35-15,-6 3-31 0,-3 0-40 16,-10 3-21-16,17-7-98 0,-17 7-295 0,11-7 131 0</inkml:trace>
  <inkml:trace contextRef="#ctx0" brushRef="#br0" timeOffset="75065.67">1514 3627 52 0,'0'0'195'16,"0"0"-10"-16,0 0-15 0,0 0-18 0,0 0-19 16,0 0-7-16,0 0-11 0,0 0-19 0,32-20-30 15,-12 15-39-15,1 1-46 0,5-2-55 0,-4 3-130 16,0 2-221-16,6-4 97 0</inkml:trace>
  <inkml:trace contextRef="#ctx0" brushRef="#br0" timeOffset="75282.64">2039 3609 199 0,'0'0'302'16,"0"0"-9"-16,0 0-20 0,0 0-21 0,0 0-28 15,14 4-14-15,-14-4-26 0,0 0-17 0,0 0-16 16,0 0-19-16,20-7-16 0,-20 7-23 0,21-8-30 15,-11 5-33-15,3-1-37 0,-13 4-45 0,21-2-37 16,-21 2-44-16,21-1-37 0,-21 1-25 0,17 1-146 16,-17-1-369-16,0 0 164 0</inkml:trace>
  <inkml:trace contextRef="#ctx0" brushRef="#br0" timeOffset="75468.09">2061 3723 154 0,'0'0'203'0,"0"0"-2"0,-10 7-2 0,10-7-15 16,0 0-12-16,0 0-15 0,0 0-15 0,0 0-18 15,0 0-7-15,0 0-13 0,0 0-7 0,0 0-11 16,0 0-24-16,37-2-29 0,-20 1-33 0,-17 1-45 16,40-6-42-16,-19 6-60 0,-1 0-146 0,-6-3-318 15,-14 3 142-15</inkml:trace>
  <inkml:trace contextRef="#ctx0" brushRef="#br0" timeOffset="76830.23">2686 3591 81 0,'-17'-13'96'15,"17"13"-12"-15,-9-3-6 0,9 3-4 0,-9-1-2 16,9 1 0-16,-13-2 4 0,13 2 0 0,-13-1-1 16,5 1-8-16,8 0 7 0,-12-2-3 0,5 0 2 15,7 2 1-15,0 0-1 0,-12 0 0 0,12 0-2 16,0 0-2-16,0 0-3 0,-11 0-4 0,11 0-6 15,0 0-5-15,0 0-6 0,0 0-5 0,0 0-5 16,0 0-6-16,0 0-7 0,0 0 4 0,0 0 5 16,0 0-6-16,0 0-5 0,32-1 1 0,-16 0-1 15,6 0-8-15,6-3-10 0,-7 3-21 0,0-3-23 16,7 2-28-16,-1-1-35 0,-5 1-30 0,-2 1-136 16,-2 1-292-16,-5-1 129 0</inkml:trace>
  <inkml:trace contextRef="#ctx0" brushRef="#br0" timeOffset="77311.87">2757 3536 112 0,'-8'1'147'0,"8"-1"-12"0,0 0-14 0,0 0-14 15,0 0-14-15,0 0-18 0,0 0-2 0,0 0-6 16,1 16-1-16,-1-6-3 0,-1-1 0 0,1 4-4 16,-2 5 4-16,2 2-5 0,-1 4 0 0,-2 1-2 15,2-6 4-15,-1 6-11 0,4 1-3 0,-3-2 3 16,0-5-11-16,1 0-7 0,0-2 4 0,0 2-3 16,0-2-1-16,1 0-2 0,-1-2-4 0,1 2-3 0,0-6-4 15,-1-1 3-15,2 0-2 0,-2-1-3 16,1 0 1-16,0-1-5 0,1-2 7 0,-2-6-8 15,0 13 0-15,0-13 1 0,0 6-1 0,0-6-2 16,1 7 5-16,-1-7-6 0,0 0 3 0,0 0 0 16,-9 7-2-16,9-7 2 0,-10 0-5 0,1 0 2 15,9 0-7-15,-18-1 8 0,6 1-8 16,-1-2 5-16,3 1-2 0,-1 2-2 0,1-3 0 0,0 1 1 16,10 1-4-16,-13-1-1 0,13 1 0 0,-11-2 2 15,11 2 1-15,-7-1-3 0,7 1 2 0,0 0 5 16,0 0-6-16,0 0 1 0,0 0-1 0,0 0-4 15,0 0 4-15,0 0 1 0,0 0 3 0,28-1-3 16,-12-3 3-16,6 2-4 0,-4-1 2 0,4 1-9 16,6 1-15-16,-7-1-21 0,6-1-23 0,-1 1-33 15,-4 0-30-15,-2-2-24 0,-1 4-116 16,-2-3-292-16,-4 3 130 0</inkml:trace>
  <inkml:trace contextRef="#ctx0" brushRef="#br0" timeOffset="77572.45">3048 3852 10 0,'0'0'208'0,"1"-11"2"0,-1 11-1 15,0 0-12-15,0 0-15 0,0-11-16 0,0 11-20 16,0 0-16-16,0 0-17 0,0 0-9 0,0 0-12 16,0 0-1-16,0 0-10 0,0 0-4 0,0 0-6 15,1 39-2-15,-1-26-3 0,-1 3-6 0,0 0 10 16,1 0-3-16,-2 3-4 0,0-2-2 0,0-1-11 15,1 0-3-15,0-4-7 0,-1 1 0 0,1-1-4 0,1-2-2 16,-1 2-6-16,2-1 0 0,-2 0-1 16,1 1-5-16,2-2-17 0,-2 1-19 0,0 0-29 15,0-11-24-15,0 19-30 0,2-11-32 0,-2-8-33 16,0 13-29-16,0-13-176 0,0 11-396 0,0-11 175 16</inkml:trace>
  <inkml:trace contextRef="#ctx0" brushRef="#br0" timeOffset="77841.78">3021 3760 76 0,'9'-4'166'0,"2"-1"-4"0,-1 3-15 15,2-1-11-15,1 0-12 0,-13 3-17 0,23 0-15 16,-13 2-2-16,0 2-9 0,2-1-15 15,-2 2-1-15,-10-5-7 0,14 9-5 0,-9 0-1 16,-5-9-2-16,5 17-10 0,-4-8 3 0,-3 2-7 16,2-11-4-16,-9 21 1 0,3-11-8 0,-1 0 1 15,-2 1-1-15,-1-2-2 0,4-1-4 0,-3 0-7 0,1 1-21 16,0-2-19-16,2-1-33 0,2 0-25 16,4-6-29-16,-8 10-23 0,6-3-96 0,2-7-253 0,-7 9 112 15</inkml:trace>
  <inkml:trace contextRef="#ctx0" brushRef="#br0" timeOffset="78314.2">3442 3820 168 0,'0'0'220'0,"-11"-6"-12"15,11 6-13-15,-10-2-17 0,10 2-15 0,0 0-17 16,-23 5-16-16,16-1-13 0,0 4-12 0,-4-1-2 16,0 0-19-16,5 3-1 0,-2 0-12 0,0 1-8 15,4-1-6-15,1 1-6 0,0 1-6 16,2 0 1-16,-1-1-10 0,1 0 0 0,1-11-4 16,4 20-1-16,-3-13-4 0,4 2-1 0,2-4-3 0,-2 1-3 15,4-2-3-15,0 1 2 0,1 0-2 0,0-3-1 16,2 1-3-16,-1-3 0 0,-11 0-2 0,17 0 3 15,-17 0-2-15,14-1 2 0,-14 1-3 16,9-2 4-16,-9 2-7 0,0 0 2 0,9-6 5 16,-9 6-4-16,0 0 4 0,0 0-4 0,0 0-3 15,0 0 1-15,0 0-3 0,0 0-1 0,-28-11 3 16,28 11-2-16,-20 2-2 0,7 1 3 0,1 1-2 16,-2 2-2-16,2-1 1 0,-1 2 2 0,-2 0-2 0,0 4-3 15,0 2 4-15,2-2 4 0,0 1 5 0,4-2 0 16,0 3-4-16,0 0 2 0,4-3 0 15,-1 1 3-15,2-2-5 0,4-9 2 0,-1 19-1 16,1-19 0-16,2 14 1 0,2-7 0 0,-4-7 0 16,18 11-7-16,-8-7-21 0,9 2-23 0,-2-5-45 15,11 1-47-15,-6-4-51 0,6-1-41 0,-8 1-158 16,2-1-412-16,5-6 182 0</inkml:trace>
  <inkml:trace contextRef="#ctx0" brushRef="#br0" timeOffset="78668.39">3862 3778 138 0,'0'0'205'0,"0"0"-15"15,0 0-13-15,0 0-7 0,0 0-17 0,0 0-12 0,-3-12-15 16,3 12-9-16,0 0-6 0,0 0-7 0,-8-3-3 16,8 3 2-16,0 0-2 0,-9-3-3 0,9 3-4 15,0 0-2-15,0 0-2 0,-10-1-7 0,10 1-5 16,0 0-6-16,0 0-8 0,0 0-4 16,0 0-6-16,0 0-3 0,0 0-11 0,0 0-1 15,0 0-7-15,0 0-1 0,0 0-1 0,0 0 1 16,27-4 1-16,-10 2-11 0,1 0-1 0,9 3 0 0,-5-3-4 15,-1-1 1-15,8-2-5 0,-8 4-26 0,-1 1-17 16,-1 1-30-16,-6 0-37 0,0-2-40 0,1 1-41 16,-2 1-39-16,-12-1-179 0,15 3-428 15,-15-3 190-15</inkml:trace>
  <inkml:trace contextRef="#ctx0" brushRef="#br0" timeOffset="78916.23">4024 3617 76 0,'0'0'265'0,"-3"-8"-4"0,3 8-10 0,-3-4-20 16,3 4-19-16,0 0-27 0,0 0-21 0,0 0-20 16,0 0-16-16,0 0-11 0,0 0-7 0,-9 12-10 15,6 1-8-15,0 3 4 0,0 3-8 0,0-2-4 16,-2 8-10-16,0-5-6 0,2 6-8 0,-4-1-3 15,4 2-8-15,2-2 0 0,0-5-7 0,1-1-18 16,-2 4-35-16,1-2-33 0,-2-1-47 0,1 0-50 16,2-1-64-16,-4-2-218 0,0 0-457 0,-1-2 202 15</inkml:trace>
  <inkml:trace contextRef="#ctx0" brushRef="#br0" timeOffset="79449.69">4405 3575 108 0,'0'0'260'15,"-8"-3"-18"-15,8 3-16 0,0 0-16 0,0 0-15 16,0 0-20-16,0 0-18 0,0 0-10 0,0 0-15 15,0 0-14-15,0 0-10 0,0 0-12 0,14-8-12 16,0 6-10-16,4 0-3 0,4-2-7 0,6 0-11 16,-6 2-1-16,0-2-18 0,-1 3-19 0,-1-1-33 15,-1 1-26-15,-2 0-25 0,-4-1-39 0,2 2-39 16,-4-1-32-16,-4 1-24 0,-7 0-107 0,12 0-334 16,-12 0 148-16</inkml:trace>
  <inkml:trace contextRef="#ctx0" brushRef="#br0" timeOffset="79950.23">4585 3517 186 0,'0'0'208'0,"-5"-3"-9"0,5 3-7 0,0 0-12 16,0 0-9-16,0 0-17 0,0 0-11 16,0 0-17-16,0 0-11 0,0 0-14 0,0 0-12 0,0 0-12 15,0 0-6-15,0 0-10 0,-5 13-4 0,2-4 0 16,3 2 2-16,3 1-5 0,-6 4-3 0,2 4 0 15,2 4 7-15,-2-5-1 0,2 6-1 0,-2-6-6 16,0 0-4-16,-1 4-2 0,2 4-4 0,0-3 0 16,-1-4-2-16,1-4-6 0,0 1-1 15,-1 0-5-15,1 0 0 0,0-4 1 0,0 3-4 16,-1-4-4-16,1-1-1 0,1 0 1 0,-1-2-5 0,1 1 0 16,-1-3 2-16,0-7-3 0,0 14-3 0,0-9 0 15,0-5-2-15,-1 12 3 0,1-12-3 16,0 9 3-16,0-9-3 0,0 0-5 0,1 10 0 15,-1-10 1-15,0 0-2 0,0 0-10 0,0 0-13 0,0 0-12 16,-9 1 2-16,9-1 3 0,0 0-5 16,-16-7-2-16,9 1 1 0,1 2 5 0,1 1-1 0,-6-1 2 15,1-1 3-15,0 0 0 0,1 2 4 0,0 1-2 16,3-1 2-16,-3-2 2 0,1 3 3 16,-1 2 0-16,9 0 3 0,-14-2-2 0,14 2 4 15,-13-1-3-15,13 1 3 0,-9 0 3 0,9 0-4 16,-9 1 5-16,9-1 0 0,0 0-4 0,-4 5 6 15,4-5-3-15,0 0 2 0,0 0 4 0,0 0-8 16,0 0 12-16,16 10-3 0,-6-8 1 0,3-1 4 0,-2 0-1 16,3 1-15-16,4-2-21 0,0 1-17 15,1-2-26-15,1 1-15 0,0 0-32 0,-1-2-19 16,2 0-11-16,-2 0-18 0,-6 2-117 0,-1-1-312 16,-1-1 138-16</inkml:trace>
  <inkml:trace contextRef="#ctx0" brushRef="#br0" timeOffset="80373.5">4711 3907 122 0,'2'-9'146'0,"-2"9"2"0,5-7-3 0,-5 7 4 16,0 0-1-16,0 0-13 0,5-9-6 0,-5 9-12 15,0 0-16-15,0 0-7 0,0 0-6 0,0 0-9 16,0 0-4-16,15 7 3 0,-12 2-2 0,-1-1-6 16,0-3-3-16,2 7-4 0,-2-2 8 15,-3 1-1-15,2 5 1 0,-2-3 7 0,0-3-2 0,2 6-10 16,-4-5-6-16,2 0-1 0,0-2-8 0,-1-2-6 15,0-2-2-15,2-5-5 0,-3 11 2 0,3-11 12 16,-1 7 6-16,1-7 7 0,0 0 7 0,-1 8 5 16,1-8 5-16,0 0 9 0,0 0-1 0,0 0-6 15,0 0-8-15,0 0-6 0,0 0-6 0,0 0-4 16,0 0-10-16,0 0-3 0,-17-25-8 0,17 16-6 16,0 9 0-16,3-23-12 0,-1 8 5 0,6-3-16 15,-2 0-2-15,2 0-13 0,1 1 9 16,6-5 3-16,-7 6-6 0,6-6-3 0,-4 7 8 0,1 1-7 15,0 5 0-15,-3-1-6 0,1 4 4 0,2 1-4 16,-1 1 0-16,1 2-6 0,1 0 2 16,-12 2 0-16,18 2 2 0,-8 4 1 0,-1 2-2 0,-1 1 0 15,0 2 3-15,1 3-4 0,0 1 1 0,-4-4 6 16,1 6-3-16,-1-1 4 0,-1 1 0 16,-1-2 2-16,-2-3 0 0,0 0-5 0,-1 0-7 15,3-2 0-15,-2 2-32 0,-1-12-38 0,0 19-45 0,1-11-42 16,-1-8-51-16,3 14-57 0,-3-14-209 0,0 0-525 15,2 13 233-15</inkml:trace>
  <inkml:trace contextRef="#ctx0" brushRef="#br0" timeOffset="81016.03">5371 3776 143 0,'0'0'238'0,"0"0"-12"0,0 0-8 15,-9-10-20-15,9 10-6 0,-9-6-8 0,9 6-11 16,-9-1-5-16,9 1-15 0,-17 1-14 0,17-1-15 16,-20 6-14-16,9-1-8 0,0 0-11 0,1 1-4 15,-1 3-10-15,3 1-9 0,0 0-5 0,1 0-7 16,-1 0-3-16,3 1-7 0,1 0-5 0,3 1-2 16,1-2-6-16,1 0-1 0,1 0-12 0,4 0 6 15,-3-2-1-15,5 0 2 0,1-2-7 0,0 0 3 16,1 0-1-16,2 1-4 0,-1-4-1 0,1 1-1 15,-1-1-1-15,-1 0 0 0,0 1-3 0,-2-4 0 16,-1 3 7-16,-7-3-9 0,13 0 3 16,-13 0 1-16,10 0-2 0,-10 0-7 0,0 0 9 0,9-3-3 15,-9 3-3-15,4-4-1 0,-4 4 6 0,0 0-1 16,0 0-1-16,0 0-2 0,0 0 0 0,-16-13-4 16,16 13 0-16,-14-2 1 0,5 2 0 0,-2 2-2 15,-1-2 2-15,1 5-2 0,-3 0 7 0,-2 2 9 16,1 3-9-16,6-1 1 0,-6-2 14 0,2 5 4 15,-4-2-6-15,10 0-2 0,-1-1 11 16,1 1-8-16,1 0-5 0,2 0 4 0,1 0-2 0,1-1-4 16,1 1 3-16,2-1 1 0,2 0-3 15,-1-1-3-15,6 1 12 0,0 0-15 0,2-4 0 16,1 2 6-16,6 0-1 0,2-4-3 0,2-1-3 0,8 3-19 16,-2-2 24-16,-5-3-13 0,1 1-9 0,-3-3-10 15,1 0-13-15,-2 2-13 0,-5 0-15 16,-3-5-20-16,3 4-17 0,-3-2-24 0,0 0-25 15,-3 0-46-15,1-2-50 0,-4 0-60 0,-5 5-158 16,4-9-494-16,-4 9 218 0</inkml:trace>
  <inkml:trace contextRef="#ctx0" brushRef="#br0" timeOffset="84765.95">692 4528 79 0,'0'0'200'0,"0"0"-9"0,0 0 1 0,0 0-7 16,0 0-8-16,-38-20-9 0,38 20-12 0,0 0-7 15,0 0-14-15,0 0-14 0,0 0-11 0,0 0-11 16,0 0-12-16,0 0-11 0,0 0-5 0,0 0-11 0,0 0-5 16,0 0-7-16,0 0-5 0,0 0-1 0,0 0-4 15,0 0-6-15,0 0-10 0,69-10-19 16,-48 8-17-16,6 1-28 0,-5-2-28 0,-4 3-27 0,1-1-23 15,-1-1-27-15,-1 2-30 0,-3 0-135 16,-3 2-338-16,-11-2 149 0</inkml:trace>
  <inkml:trace contextRef="#ctx0" brushRef="#br0" timeOffset="85229.47">815 4492 15 0,'0'0'141'16,"0"0"-14"-16,0 0-16 0,0 0-10 0,0 0 4 16,0 0 1-16,0 0-1 0,0 0-5 0,-21 47-3 15,21-47-3-15,0 36-5 0,0-36-6 0,-2 50-6 16,-1-24 5-16,3-26-5 0,0 40-5 0,0-40-7 16,0 43 4-16,0-43-9 0,-2 38-3 0,2-38-5 15,0 34-6-15,0-34-1 0,0 0-8 0,2 45-3 16,-2-45 0-16,0 0-7 0,1 34 0 0,-1-34 0 15,0 0-6-15,0 0 0 0,3 33-5 0,-3-33 3 16,0 0-6-16,0 0 4 0,0 0-1 0,0 0 2 16,0 0-4-16,0 0-1 0,1 33-4 0,-1-33 3 15,0 0 1-15,0 0-1 0,0 0-2 0,0 0 0 16,0 0-2-16,0 0 4 0,0 0-7 16,0 0-2-16,0 0-1 0,0 0-1 0,0 0 0 15,0 0-1-15,0 0-5 0,0 0 3 0,0 0 5 0,0 0-3 16,0 0-6-16,0 0 6 0,0 0-1 0,0 0-1 15,0 0 0-15,-81-36 4 0,81 36-2 0,0 0-3 16,0 0-2-16,0 0 4 0,0 0-1 16,0 0-1-16,0 0-2 0,0 0 1 0,0 0-5 15,0 0 5-15,0 0 2 0,0 0-1 0,0 0 1 16,0 0 1-16,0 0 2 0,0 0-5 0,0 0-26 16,60 1-9-16,-41-3-19 0,-2-1-36 0,3 1-35 15,-1 1-23-15,-2-2-30 0,-3 2-99 0,-5 1-305 16,4-2 136-16</inkml:trace>
  <inkml:trace contextRef="#ctx0" brushRef="#br0" timeOffset="85499.52">1010 4789 107 0,'0'0'207'0,"0"0"-16"15,0 0-17-15,-1-7-14 0,1 7-22 0,0 0-19 16,0 0-10-16,0 0-1 0,0 0-7 0,0 0 2 15,-4 28-4-15,2-11-12 0,-1-1-2 0,1 1-7 16,-1 0 0-16,1-1-10 0,0 2-1 0,0 1 1 16,-1-2-2-16,1 0-6 0,0 0-8 0,0-2-5 15,0-1-5-15,0-3-2 0,2 1-3 0,0-2-3 16,-1 2-1-16,-1-2-4 0,4-1-3 16,-4 0-10-16,2-1-13 0,-1 1-17 0,1-9-20 0,0 13-19 15,0-13-21-15,0 0-15 0,-1 14-33 16,1-14-21-16,0 0-23 0,0 0-25 0,-3 9-100 15,3-9-316-15,0 0 140 0</inkml:trace>
  <inkml:trace contextRef="#ctx0" brushRef="#br0" timeOffset="85760.23">986 4734 63 0,'0'0'163'15,"7"-9"-9"-15,-1 5-10 0,0 1-12 0,-6 3-12 16,17-3-12-16,-8 3-12 0,1 0-4 0,0 4-17 16,-1 0 3-16,1 0-10 0,-2 3-7 0,-1-1-8 15,3 2 0-15,-8 0-4 0,5 2-6 0,-6 1 1 16,-1-2-2-16,-3 3-7 0,1-1-2 0,-3 0-2 16,-3-1-6-16,0 2-1 0,1-4-4 15,0 1 0-15,-2 0 0 0,2-2-9 0,-1 0-16 0,3-1-7 16,-4-1-18-16,9-5-21 0,-9 11-30 0,7-7-29 15,-2-1-32-15,4-3-96 0,0 0-257 0,-9 9 113 16</inkml:trace>
  <inkml:trace contextRef="#ctx0" brushRef="#br0" timeOffset="86229.39">1320 4805 74 0,'0'0'207'0,"-13"-7"-10"16,13 7-7-16,-10-2-11 0,10 2-12 0,-14 3-16 15,3 0-18-15,0 1-8 0,2 1-9 0,1 2-14 16,-2 0-12-16,3 2-10 0,1-1-6 0,-4 1-16 16,6 3 4-16,2-3-6 0,-1 1-3 0,1 0-9 15,2 0-6-15,0-1-1 0,2 0-3 0,2-2-2 16,1 1-2-16,3-2-3 0,-2-2-2 0,2 1-2 15,2-2-1-15,1 1-2 0,-2-2-1 0,2 0-1 16,-2-2 0-16,-2 0-3 0,-7 0 3 0,13 0-4 16,-5 0-1-16,-8 0 6 0,9 0 2 0,-9 0 1 15,0 0 6-15,8-4-3 0,-8 4 4 0,0 0-3 16,0 0-2-16,2-5 3 0,-2 5-3 0,0 0-6 16,0 0 0-16,0 0-3 0,-23 0-3 0,11 1-1 15,1 3-2-15,-3 0 1 0,-2 4-1 0,-2-2-3 16,2 2 5-16,-2 1-5 0,3-1 5 0,1 1-3 15,3-1-2-15,1 0 0 0,2 0 7 0,1 1 2 16,0-1 5-16,-2 1-4 0,5-1 1 0,1-2 3 16,2 0-9-16,1-6-2 0,-3 13 6 15,3-6-2-15,0-7 0 0,5 11 6 0,-1-6-6 16,5-1 4-16,-4 0-6 0,8-2-5 0,6 0-25 0,-2-2-27 16,1 1-38-16,2 0-37 0,-2-3-49 15,1 0-44-15,0-2-39 0,-1 1-128 0,1 0-412 16,-2-3 182-16</inkml:trace>
  <inkml:trace contextRef="#ctx0" brushRef="#br0" timeOffset="86529.5">1577 4896 4 0,'0'0'238'16,"0"0"-10"-16,0 0-17 0,0 0-8 0,0-13-23 15,0 13-6-15,0 0-8 0,16-3-9 0,-16 3-7 16,17-1-3-16,-6-3-4 0,0 4-18 0,1-1-7 16,0 0-8-16,-1 0-5 0,1-1-8 0,1 0-2 15,-13 2-7-15,20-2-3 0,-20 2-6 0,13 0 0 16,-13 0-6-16,13-3-1 0,-13 3 2 0,0 0-4 16,12 0-1-16,-12 0-3 0,0 0-2 0,0 0-4 15,0 0 0-15,0 0-9 0,12-2-4 16,-12 2-2-16,0 0-6 0,0 0-2 0,0 0-6 15,0 0-8-15,0 0-23 0,0 0-26 0,0 0-44 16,0 0-51-16,0 0-65 0,0 0-66 0,0 0-283 0,0 0-579 16,0 0 255-16</inkml:trace>
  <inkml:trace contextRef="#ctx0" brushRef="#br0" timeOffset="87271.78">2155 4731 253 0,'0'0'256'0,"0"0"-8"0,0-10 17 16,0 10-18-16,0 0-10 0,0 0-17 15,2-10-21-15,-2 10-21 0,0 0-20 0,0 0-16 16,0 0-19-16,0 0-19 0,0 0-9 0,0 0-3 16,0 0-19-16,0 0-3 0,6 37-9 0,-6-18-2 15,3 2-11-15,-3 4 0 0,1 1-3 0,-2-2-9 16,0 2 0-16,-2-5-4 0,3-3-2 0,-1 0-3 15,-2 0-2-15,3-1-13 0,0-3 7 0,0-3 0 16,-1 1-4-16,-1-1-1 0,2 1-3 0,-1-5 3 16,1-7 0-16,1 13-6 0,-1-8 4 0,0-5-1 15,0 8-1-15,0-8 2 0,-2 9-1 0,2-9 3 16,0 0-1-16,0 0 1 0,0 0 13 0,1 8 10 16,-1-8 2-16,0 0 1 0,0 0-8 0,0 0-5 15,0 0 0-15,0 0 0 0,0 0 0 0,-2-28-8 16,4 16-1-16,-1 1-7 0,2-1-1 0,2 1-1 15,0-4-3-15,3-2-3 0,-2 1-3 0,5 1 6 16,-4 1-7-16,2 1-6 0,0 4 4 0,-1 0-4 16,2 2 1-16,-1 0 2 0,-3-1-1 0,2 4-1 15,1 3-5-15,1 1-4 0,-10 0 13 0,21 3-7 16,-10 1 0-16,-2 2-2 0,0 1 1 0,0 1 1 16,-1 2 3-16,-2-3 0 0,2 4 3 0,-1-2-2 15,0 1-1-15,-3 2 3 0,1-3 3 0,-3 2-7 16,2 0-25-16,0-1-30 0,-3-2-20 0,-1 2-33 15,0-10-33-15,4 14-34 0,-4-14-45 0,3 11-46 16,-3-11-182-16,-2 12-490 0,2-12 216 0</inkml:trace>
  <inkml:trace contextRef="#ctx0" brushRef="#br0" timeOffset="87626.24">2502 4906 81 0,'0'0'183'0,"0"0"-7"0,0 0-1 16,0 0-2-16,0 0-14 0,0 0-11 0,-9 29-10 15,6-18-14-15,1-1-14 0,0 0-8 0,1 0-3 16,2 1-2-16,-1-2-9 0,-1-1-10 0,1-8-7 16,4 13-4-16,0-7-12 0,1 2-1 0,0-2-3 0,0-1-4 15,3 0 4-15,1-1 5 0,0-2 0 16,2 0-3-16,-2 0-1 0,-1-2 5 0,1 0-3 15,-9 0 2-15,16-4 3 0,-7 1-6 0,2 0 7 16,-5-1 3-16,-1-1-2 0,2-2-4 0,-1-1-4 16,-1-1-3-16,-1-1-4 0,-3 1-8 0,-1-3-4 15,0 2-3-15,-3-2-2 0,1 2-12 0,-3-1 4 16,0 2 0-16,-2-1-4 0,2 3-3 0,0 1-4 16,1 0-7-16,-2 3-8 0,6 3-24 0,-13-7-16 15,5 6-18-15,-2-1-18 0,-2 6-22 0,0 0-27 16,1 1-39-16,-2 1-34 0,4 1-46 0,0-1-147 15,0 1-428-15,4-2 190 0</inkml:trace>
  <inkml:trace contextRef="#ctx0" brushRef="#br0" timeOffset="87873.87">2728 4746 171 0,'3'-8'282'16,"-3"8"-29"-16,0 0-22 0,0 0-27 0,2-4-22 16,-2 4-20-16,0 0-6 0,0 0-7 0,4 19-2 15,-4-6 5-15,0 6-5 0,-3 1-9 0,3 5-13 16,-2 0-12-16,2 0-11 0,-3-6-12 0,3 6-5 16,-2-6-8-16,4 6-9 0,-3-6-5 0,0-2-29 15,2 0-39-15,-1-1-35 0,0 0-42 0,0 0-39 16,1-6-59-16,-1 0-43 0,0 2-191 0,0-12-448 15,2 16 199-15</inkml:trace>
  <inkml:trace contextRef="#ctx0" brushRef="#br0" timeOffset="88179.79">2802 5121 28 0,'7'-3'219'0,"-7"3"-1"0,10-7-3 15,-6 5-11-15,2 0-10 0,0-2-10 0,-6 4-10 16,13-5-12-16,-4-1-8 0,1 0-3 15,-1-1-9-15,4 0-11 0,-1 1-2 0,-1-1-4 16,1-2-7-16,-3 2-10 0,2-2 1 0,-3 0-5 16,5-2-10-16,-5 2-9 0,-1-1-3 0,-2-3-13 15,0-3-2-15,-1 1-11 0,0 1 4 0,-3 1-7 0,0 2 2 16,-1 0-15-16,0 2 22 0,-2-1-2 16,2 10-4-16,-3-13-12 0,2 7-7 0,1 6 10 15,-5-7-18-15,5 7-7 0,-9 0-7 0,9 0 5 16,-18 12-3-16,8-3 0 0,-4 4 0 0,5 1-20 15,-2 2 16-15,1 1-7 0,3-2 5 0,3 1 1 16,1 0-4-16,2-3-16 0,2-1-25 0,2-1-21 16,4 1-28-16,1-3-43 0,5 0-53 0,2 0-66 15,3-3-63-15,0 0-192 0,1-3-539 0,11-1 239 16</inkml:trace>
  <inkml:trace contextRef="#ctx0" brushRef="#br0" timeOffset="89077.54">3481 4897 90 0,'-4'-5'293'0,"4"5"-9"0,-9-10-17 0,3 7-17 0,-1-2-18 16,0 0-18-16,0 2-20 0,-2 1-17 0,-1 1-16 15,10 1-20-15,-20 3-14 0,11 0-14 0,-2 2-11 16,2 1-5-16,-2 2-17 0,-2 3-7 0,2 1-11 16,0 2-2-16,5 0-4 0,-2 0-8 15,2 1-7-15,2-4 9 0,2 2-12 0,0-3-5 16,1 2-3-16,2-3-2 0,5 2-10 0,-1-3 6 0,2 1-6 15,0 0 2-15,0-4-1 0,5 0-5 16,-3-1 4-16,1 0-5 0,1-3 1 0,0 1-3 16,-1-4-2-16,1 0 1 0,1-2 0 0,-1-2-4 15,0 0-2-15,-1-2 6 0,-1 2-4 0,0-3 0 0,-2 0 2 16,-1-6-10-16,-1-1 6 0,0 0-4 0,-3-2 3 16,2 0 0-16,-1-7-3 0,-2 6 0 0,1-9 3 15,-3 9-3-15,2-2 2 0,-2-4 0 16,1 0 1-16,0 6-2 0,-1 0-2 0,1 1 7 15,-1 1 17-15,-1 1 5 0,2 4 7 0,-1 5-9 16,1-3 14-16,0 10-4 0,-2-10 0 0,2 10-1 0,-2-10-5 16,2 10-3-16,-1-7-9 0,1 7-11 0,0 0-2 15,0 0 2-15,0 0-5 0,0 0 0 0,0 0-3 16,-2 31 4-16,0-12 0 0,1 6 5 0,0 3-3 16,-2 0-2-16,2 0-3 0,1-1 2 15,0-1 3-15,-1 0-3 0,2-6 0 0,0-2 2 16,0 1-3-16,2-3 1 0,1 0 2 0,0-1 0 0,1-4-3 15,1-1 0-15,0-1 2 0,2-1 4 16,2 0 2-16,1-2-2 0,-1-2-3 0,2 0 6 16,0 0-5-16,0-3 1 0,0 0 6 0,0-1-7 15,-1-1 3-15,1-3-5 0,-1-1 2 0,-1 1 4 16,0-5-6-16,0 2 0 0,-1-1-4 0,-2-2 1 16,0-1 2-16,-2 0-6 0,0-5 1 0,0 6 6 0,-2-3-1 15,-1 2-5-15,-1 2 3 0,-1-1-2 0,0 3-18 16,0 7 16-16,2-12 1 0,-2 12 2 15,0-7-8-15,0 7-16 0,0 0 18 0,0 0-2 16,0 0-1-16,0 0 1 0,0 0 2 0,0 0 0 16,0 0-3-16,-12 20 5 0,10-9-4 0,2-1 0 15,0 0-31-15,1 0-11 0,0 1-29 0,-1-1-30 0,4 2-40 16,-1-3-48-16,2 1-64 0,-1-1-250 16,-4-9-554-16,7 10 246 0</inkml:trace>
  <inkml:trace contextRef="#ctx0" brushRef="#br0" timeOffset="89253.24">3637 4683 61 0,'0'0'47'0,"0"0"-43"0,0 0-23 15,0 0-20-15,0 0 8 0</inkml:trace>
  <inkml:trace contextRef="#ctx0" brushRef="#br0" timeOffset="89538.36">3947 4657 95 0,'2'-5'264'16,"-2"5"-10"-16,2-7-6 0,-2 7-12 0,0 0-13 15,-1-11-9-15,1 11-17 0,0 0-21 0,0 0-18 16,0 0-21-16,0 0-10 0,0 0-17 0,0 0-8 16,0 0-8-16,-9 23-12 0,5-5-9 0,-1 2 4 15,-1 6-2-15,1 3 9 0,1-2-5 0,-2 4-5 16,1-1-5-16,1 0 0 0,2 1-5 0,-3-3-5 16,2-3-5-16,1 2-2 0,2-2-6 0,-1 2-6 15,-1-10-1-15,0 1-6 0,3 1 4 0,-2-1 3 16,3 0-17-16,-2-2-2 0,2 0-26 0,-2-5-14 15,0 0-20-15,1 0-21 0,0-1-25 0,-1-10-24 16,1 14-26-16,-1-14-34 0,2 10-42 0,-2-10-37 16,0 0-210-16,-5 8-496 0,5-8 220 0</inkml:trace>
  <inkml:trace contextRef="#ctx0" brushRef="#br0" timeOffset="89698.89">3786 4971 118 0,'8'-5'157'0,"2"0"-16"15,0 1-20-15,7-2 4 0,-3 2-44 0,4-2-28 16,2 0-45-16,1 2-36 0,-1-3-102 0,-2 1-140 16,1 1 63-16</inkml:trace>
  <inkml:trace contextRef="#ctx0" brushRef="#br0" timeOffset="89970.17">4180 4631 176 0,'0'0'240'16,"-8"-11"-5"-16,8 11-14 0,-1-9-12 0,1 9-21 16,0 0-21-16,0 0-15 0,0 0-16 0,0 0-13 15,0 0-8-15,0 0 3 0,-17 29-1 0,12-10-5 16,-1 7-8-16,-3 3 0 0,2 0-2 0,1 0-7 15,3 2-1-15,1-2-3 0,-1 2-9 0,3-5-17 16,-3 1 9-16,0-1-7 0,2-7-5 0,1 1-3 16,-1-3-6-16,2-1-5 0,-1 1-5 0,-3-3-15 15,5-4 9-15,-1 2-6 0,-1-2-24 0,1 1-25 16,-1-11-19-16,0 17-31 0,0-8-31 0,0-9-23 16,0 0-45-16,1 15-41 0,-1-15-41 0,4 8-183 15,-4-8-467-15,0 0 208 0</inkml:trace>
  <inkml:trace contextRef="#ctx0" brushRef="#br0" timeOffset="90830.25">4030 4946 149 0,'4'-9'202'0,"-4"9"-19"0,8-9-11 0,-2 2-17 15,6 2-11-15,-1 0-17 0,7-2-10 0,3-1-12 16,-1 1-11-16,7 0-9 0,0 0-9 0,-1 1-7 15,1 0-8-15,-1-1-6 0,-6 4-10 16,1 0-5-16,-4-1-5 0,-2 2-4 0,-4-1-3 16,-4-1 0-16,2 3-5 0,-3-1 5 0,-6 2 10 15,12-4-1-15,-9 1 5 0,-3 3-3 0,8-4 1 0,-8 4 2 16,2-5-1-16,-2 5 1 0,0 0-1 0,0 0 0 16,0 0-4-16,0 0-2 0,0 0-3 15,0 0-6-15,0 0-4 0,0 0-3 0,0 0 7 16,0 0-2-16,-17 14 5 0,14-5 2 0,2 3-2 15,-2-2 4-15,2 4 1 0,-2-3 0 0,2 2-5 16,1-3-1-16,1 2-3 0,2-1 2 0,1 1-3 0,0-2-5 16,2 0 0-16,-1-2-4 0,3 0 1 0,-2-2 0 15,2 1 1-15,-2-3-3 0,3 2 0 0,-1-4-1 16,2 1 2-16,-1-2-5 0,1-1-1 0,-1 0-4 16,3 0-2-16,-12 0 1 0,16-6 0 15,-8 3-5-15,2-4 0 0,-2 0-3 0,0 1 4 16,-2-3-1-16,0-3-2 0,-1 3 2 0,-1-3 0 0,0 0-3 15,4-2 3-15,-6-1-1 0,1 1-2 0,2-1 3 16,-4 5 2-16,-1-1-3 0,0-1 3 16,0 2 0-16,0 3 12 0,0 7 9 0,-1-13 4 15,1 13 1-15,1-8-4 0,-1 8-8 0,0 0-3 16,0 0-2-16,0 0 1 0,0 0-6 0,0 0-4 16,0 0 7-16,0 0-3 0,5 26-1 0,-5-17 3 0,3 3-4 15,-2 1-1-15,1-2 2 0,1 1-4 16,1-2 4-16,-1 0 1 0,1 1 4 0,3-3 4 15,-2 2-4-15,-1-4 2 0,3-1 11 0,-3 0 9 16,6 0-5-16,-3-1 5 0,2-3 0 0,4 2 0 16,-1-3-4-16,-1 0-4 0,2-3 3 0,-3 2-3 15,2-4-15-15,-1-3 13 0,3 0 4 0,0-3-6 16,-1 2 0-16,0-4 0 0,-6 3-6 0,2-3-1 16,-2-3 2-16,-3-1-6 0,3 2 0 0,-3-1-5 15,-1 1-4-15,0-1 7 0,0 1 0 0,-2 3 5 16,1 3-9-16,-2 9 5 0,0-15-2 0,0 15-3 15,0-12-4-15,0 12 2 0,0 0-1 0,1-10-7 16,-1 10 2-16,0 0-5 0,0 0 3 0,0 0 2 16,0 0-3-16,0 0 2 0,-18 20 2 0,13-11-2 15,1 2 1-15,0-1-1 0,2 2 0 0,2 4-4 16,-2-4 0-16,1 4-2 0,1-5-1 0,3 0-1 16,-1 1 1-16,1 0 11 0,-2-2-9 0,5 2 0 15,-1-2 0-15,-1-3 0 0,4 4 5 0,-3-3-3 16,0 2 1-16,0-2 2 0,0 0 1 0,-1-2 6 15,-1 0-6-15,-2 1 2 0,-1-7 1 0,7 9-2 16,-6-5 3-16,-1-4 6 0,0 9-7 0,0-9 0 16,0 0-1-16,-5 14-3 0,2-11-10 0,3-3-15 15,-10 7-20-15,4-2-17 0,-1-1-21 0,7-4-24 16,-15 4-33-16,5 0-46 0,10-4-52 0,-12 2-196 16,12-2-478-16,0 0 211 0</inkml:trace>
  <inkml:trace contextRef="#ctx0" brushRef="#br0" timeOffset="91058.14">5031 4710 222 0,'8'-8'227'0,"-8"8"-23"0,0 0 5 0,0 0-8 15,0 0-7-15,0 0 0 0,1 22-2 0,-1-12-14 16,-1 3-14-16,-1-1-18 0,-1 3-12 0,1 0-9 0,1-2-18 15,-1 3-5-15,0-3-10 0,1-2-7 0,1 4-13 16,0-3-4-16,1-1-9 0,-3 0-15 0,2-1-27 16,0-10-25-16,0 19-39 0,1-11-46 0,-1-8-67 15,0 12-57-15,0-12-202 0,-3 11-453 0,3-11 201 16</inkml:trace>
  <inkml:trace contextRef="#ctx0" brushRef="#br0" timeOffset="91234.58">5077 4566 146 0,'0'0'124'15,"-20"11"-43"-15,16-6-47 0,1 2-70 0,-2 5-23 0,0-2-63 16,2 0 29-16</inkml:trace>
  <inkml:trace contextRef="#ctx0" brushRef="#br0" timeOffset="91854.2">5188 4767 29 0,'0'0'226'16,"5"5"-6"-16,-5-5-6 0,0 0-12 0,-9 13-11 15,9-13-18-15,-5 14-13 0,1-7-17 0,2 1-12 16,-1 1-13-16,1 2-12 0,0-1-9 0,1 1-11 16,0 0-6-16,1-2-5 0,1-1-9 0,0 0-6 15,2 0-4-15,2-2-8 0,0 3 1 0,0-5-8 16,3 3-2-16,-3-1-5 0,2-3-1 0,0 1-5 16,0-1 1-16,-1-1-7 0,-6-2 1 0,13 0-1 15,-13 0-9-15,11-2-1 0,-11 2-3 0,12-7-4 16,-7 3-3-16,0-2 1 0,-2 0-2 0,0-4 1 15,0 1 1-15,-2-2-1 0,2 2 1 0,-2-4-1 16,-1 3-3-16,0 0-1 0,0-2 2 0,0-2-2 16,1 4 1-16,-1 1 1 0,2-1 8 0,-4 1 3 15,2 9 2-15,3-12 4 0,-2 7-7 0,-1 5-2 16,5-10-5-16,-1 8 0 0,-4 2-3 0,13 2 2 16,-3 0-1-16,-1 5-1 0,1-1 0 0,0 3-1 15,-2 1 2-15,4 3-2 0,-5-2 2 0,2 3-2 16,-2-2 2-16,0 2-4 0,-3-3 3 0,2-1 0 15,0-1 5-15,-4 0-1 0,1-2 12 0,-1-1 7 16,-2-6 15-16,3 9 13 0,-3-9 11 0,1 6 10 16,-1-6 11-16,0 0-9 0,0 0-5 0,0 0-3 15,0 0 2-15,0 0-12 0,0 0-8 0,0 0-3 16,0 0-6-16,-6-28 5 0,7 18-7 0,2-3-6 16,1 1 1-16,2-2-6 0,3-2 0 0,1 2-5 15,-1-1-1-15,4 0-1 0,-2 2-1 0,2 0-7 16,0 6 4-16,1-2-3 0,2 1 2 0,-3 4-6 15,0 3 4-15,0 1 3 0,1 0-10 0,-1 1 1 16,-2 1-6-16,2 3 6 0,-1 1-9 0,-1 2 5 16,-3-1 2-16,-1 3-3 0,1-2 9 0,-3 2-15 15,0 0 1-15,0 0 10 0,-2-1-6 0,1 1 3 16,0-2 1-16,-3 2 4 0,-1-1-5 0,0 0-19 16,0-3-39-16,-3 5-55 0,-1-1-59 0,1 0-88 15,-4-1-97-15,1 0-178 0,-1-1-576 0,0 0 255 16</inkml:trace>
  <inkml:trace contextRef="#ctx0" brushRef="#br0" timeOffset="96735.64">6088 4678 26 0,'-5'-10'182'0,"5"10"-8"0,-8-4-12 0,8 4-6 16,-9-4-12-16,3 3-16 0,6 1-6 0,-15 1-11 16,15-1-11-16,-17 6-9 0,5-2-9 0,-2 3-6 15,5 1-6-15,-2 0-5 0,2 1-6 0,-1 3-3 16,-2 2-5-16,1 0-6 0,4 0-2 0,-2 0-6 15,3 0 1-15,3 0-7 0,2-3 1 0,0 0-7 16,2 5-3-16,2-5-3 0,1 1 0 0,-1-1 0 16,5-1-3-16,0-1-1 0,1-1 0 0,6 0 0 15,0-2-2-15,3-2 1 0,-2-1-9 0,3 0-3 16,-6-3-6-16,0 0 1 0,0 0 3 0,1-3-4 16,-2 1 2-16,-2-1 1 0,1-2 3 0,1-1-4 15,-2 0 1-15,3-2 2 0,-3 0-1 0,1-2 11 16,-1 3 14-16,-4-3 0 0,1 0 7 0,-2-2-1 15,4-1-1-15,-3-3 3 0,0 2-3 0,-2 1 4 16,0 2 0-16,-1-2 8 0,0 2 5 0,0-1 4 16,-2 2 5-16,0 3 4 0,1 0 4 0,-2 7-6 15,1-9-6-15,-1 9-7 0,1-8-9 0,-1 8-7 16,3-6-3-16,-3 6-9 0,0 0 1 0,0 0-4 16,0 0-1-16,0 0-4 0,-1 28 1 0,1-13-1 15,0-3-1-15,1 3 3 0,0 3-5 0,2-2 3 16,1-1 1-16,0 2-1 0,-1-7 0 0,5 6-4 15,-2-6 1-15,2 0-2 0,0-1 1 0,2-2 1 16,-1-1 2-16,0 0-1 0,2-1-1 0,-2-2 0 16,3-1 6-16,-2-1-10 0,0-1 8 0,0 0-7 15,1 0 1-15,-11 0-1 0,12-5 3 0,-4-1-4 16,1 0 1-16,-4 1 3 0,0-1-2 0,-2-2-3 16,-1 1 2-16,2-5-3 0,0 2 1 0,-3 0 1 15,1-3 4-15,1-2-4 0,-1 2 1 0,-1 1 0 16,0 1-4-16,-1-2 4 0,1-3-3 0,-1 6-1 15,0 3 1-15,0 7 7 0,0-13 2 0,2 7-1 16,-2 6 0-16,1-10-1 0,-1 10-7 0,0 0-1 16,1-9-1-16,-1 9-6 0,0 0 1 0,0 0 0 15,0 0 1-15,0 0 0 0,5 25 4 0,-2-15-2 16,0 4 9-16,-2-2-7 0,2 1 1 0,-2-1-1 16,3 4 0-16,-1-5 7 0,0 2-8 0,-1-4-1 15,1 2 0-15,1-2 1 0,0 0 6 0,1-1-1 16,0 1 3-16,1-3-4 0,-1-2 6 0,4 0 2 15,-1 2 9-15,1-4-15 0,0 1 3 0,1-3-2 16,2 0 3-16,-1 0-4 0,1-3 8 0,0 0-3 16,-3-1-1-16,2-2-2 0,0 1-2 0,-3-2 0 15,1 1-4-15,0-1-2 0,-4-3-5 0,0 1-4 16,-1-3-4-16,1 0-4 0,-5-1-5 0,1-2-8 16,-2-2 4-16,-2 2 3 0,2 3 1 0,-3 0 3 15,-1 0-1-15,1 2 0 0,-3 0 3 0,-1 1 3 16,3 3 5-16,-2-1-5 0,2 1 6 0,-2 4-2 15,7 2-1-15,-11-6-1 0,8 3 4 0,3 3-2 16,-7-4-1-16,7 4 1 0,0 0 1 0,0 0 3 16,0 0 1-16,0 0 0 0,0 0 4 0,0 0-2 15,0 0 2-15,19 10 8 0,-5-7-6 0,-1-3 0 16,6 0 3-16,2-3-5 0,-3 1 3 0,1 2 2 16,-6-3 2-16,4 1-4 0,-5 2 3 0,0 0-1 15,-2 0 1-15,-3 0-4 0,-7 0 2 0,12 0-5 16,-12 0 3-16,10 0 4 0,-10 0-8 0,0 0 0 15,12 1 1-15,-10 3 1 0,-2-4-2 0,4 9 2 16,-1-2 15-16,0 2-5 0,-1 1 9 0,-1 1 6 16,-1 3-1-16,-1-3-3 0,-1 2-3 0,2-2 0 15,0-1 0-15,0 1-1 0,2 1-2 0,-1-1-1 16,0 0-2-16,0-2 2 0,2 1-3 0,1-1 2 16,1-1-2-16,0-2-1 0,-1-1 5 0,4 1-1 15,-1 0 0-15,1-2-5 0,1-3 7 0,0 1-4 16,-3 0-1-16,2-1-2 0,5-1 5 0,-4 1 0 15,1-2-4-15,-2 0 0 0,3-3 0 0,-2 1-1 0,0-1-1 16,0 0-2-16,-1-3-4 0,-1-1-11 16,-2 0 3-16,-1-2-4 0,2 1-1 0,-2-1-3 15,-1-3-1-15,-2 0-3 0,1-2 7 0,-4 3-2 16,1-5 2-16,-3 5 1 0,1 2 1 0,-3-1 1 16,1-2-1-16,1 4 1 0,-2 1 1 0,1 0 3 15,0 3 1-15,1 0-2 0,-3 0 1 0,7 5 3 16,-6-8 0-16,6 8-1 0,-5-6-2 0,5 6-4 15,-3-6 4-15,3 6-6 0,0 0 5 0,0 0 1 16,0 0 1-16,0 0 0 0,0 0 1 0,28 6-2 16,-15-5 3-16,1 1 1 0,0 1 2 0,0-2-1 15,-1 0 0-15,0 0 0 0,1 1 0 0,-4 1 3 16,2-1 2-16,-5 2-5 0,2 0-4 0,-1 2 1 16,1 1-4-16,-4-1 7 0,-1 1 0 0,1 1 3 15,-2 1 3-15,1 2-4 0,-2-2 0 0,-1 2 1 16,1 0 1-16,0 0-4 0,-2 1 3 0,3-2 0 15,-2 1 1-15,1-2 2 0,2 1-1 0,0 0 0 16,-1-4 4-16,1 2-2 0,-1-4-2 0,4 2-1 16,-2-1 2-16,0-1 4 0,1 0-1 0,0-1 5 15,1-1-2-15,2-1 2 0,-9-1 3 0,18-1 4 16,-8-3 0-16,2 0-3 0,-2 0 2 0,0-1 6 16,-2-1-4-16,2 1 3 0,-1-5-3 0,-1 1-4 15,-2 1-1-15,-1-3 0 0,0 0 3 0,2-1-4 16,-4-1-3-16,1 2-1 0,-1-4 1 0,-3 2 0 15,1 0-4-15,-1 3 1 0,-1-2-4 0,0 2 0 16,-1 2 2-16,2 8-1 0,-2-11-2 0,-1 6-3 16,3 5-2-16,-6-5-4 0,6 5 2 0,0 0 3 15,-17 11 4-15,11-5-8 0,-3 3 3 0,1 2 1 16,1-1 1-16,1 5-3 0,0-3 4 0,1-2 2 16,2 0-11-16,1 2-26 0,1-1-34 0,2-1-42 15,1 1-42-15,5-1-37 0,-3-2-46 0,1 1-167 16,1-4-436-16,3 2 192 0</inkml:trace>
  <inkml:trace contextRef="#ctx0" brushRef="#br0" timeOffset="97154.23">7636 4698 197 0,'-2'-10'258'0,"2"10"-32"16,0 0-21-16,0 0-27 0,0 0-16 0,0 0-11 15,0 0-13-15,0 0-12 0,0 0-10 0,5 30-10 16,-5-19-4-16,2 0-9 0,-2 0-6 0,2 3-10 16,0-4-7-16,-2 1-7 0,0-1-4 0,1 0-5 15,-1-10-4-15,0 13-3 0,1-8-2 0,-1-5-1 16,0 10 19-16,0-10-1 0,0 0 16 0,0 0 7 16,0 7 2-16,0-7-9 0,0 0-3 15,0 0-6-15,0 0-7 0,0 0-8 0,0 0-7 0,0 0-1 16,-6-26-8-16,6 19-5 0,0 7 0 0,4-23-6 15,1 8-6-15,2 1 2 0,1 0-9 0,1-1 3 16,4 0-3-16,-3 1-4 0,0 4-4 16,4-2 3-16,-5 5-3 0,-1-1-4 0,1 4 1 0,-2 3-6 15,0-3 3-15,-7 4 0 0,14 1-4 0,-4 3 1 16,-2-1 0-16,0 3-6 0,0 2 5 0,0 0-4 16,0 2 6-16,-3 0 2 0,1 2-6 0,1-1 3 15,-4 1 0-15,1-2 1 0,0 0 2 0,1 2 1 16,-1-2 1-16,-1 0-4 0,2 0-28 15,-2-1-22-15,0-3-35 0,0 0-35 0,-1 1-43 16,1-3-33-16,-3-4-40 0,6 7-22 0,-6-7-160 0,5 3-454 16,-5-3 202-16</inkml:trace>
  <inkml:trace contextRef="#ctx0" brushRef="#br0" timeOffset="97420.1">8062 4503 99 0,'3'-12'225'0,"-2"4"10"0,2-2 2 0,-2 3-6 0,-1 7-18 16,3-10-17-16,-3 10-19 0,1-6-24 0,-1 6-13 16,0 0-18-16,0 0 1 0,0 0-13 0,0 0 11 15,1 23 8-15,-1-7-9 0,0 1-9 0,0 2-6 16,0 9-1-16,-1-9 0 0,-2 6-11 16,2-6 3-16,0 6-11 0,1-6-2 0,-1 2-11 0,1-6-2 15,1 3-6-15,0-1-6 0,0-5-6 0,1 0-4 16,0-1 5-16,2 1-15 0,2-4-8 0,-1 1 2 15,1-1-3-15,-3-1-17 0,5 1-17 0,1-3-17 16,-3-1-26-16,1-1-31 0,1-1-39 0,3-2-49 16,-11 0-42-16,17-2-39 0,-11 0-265 15,-6 2-555-15,13-7 246 0</inkml:trace>
  <inkml:trace contextRef="#ctx0" brushRef="#br0" timeOffset="97583.1">7979 4591 124 0,'-3'-3'244'0,"3"3"-13"16,-8-5-13-16,8 5-16 0,0 0-23 0,0 0-18 0,0 0-17 15,13-9-9-15,-1 5-25 0,5 0-29 0,2 1-44 16,0-3-61-16,11 0-53 0,-1 1-59 16,-2-2-136-16,-5 5-294 0,-3-3 130 0</inkml:trace>
  <inkml:trace contextRef="#ctx0" brushRef="#br0" timeOffset="107915.79">639 5976 93 0,'0'0'119'0,"0"0"-11"0,0 0-8 16,0 0-3-16,0 0-8 0,0 0-14 0,0 0-5 16,0 0-3-16,0 0-22 0,0 0 4 0,0 0 1 15,0 0-8-15,0 0-3 0,0 0-3 0,0 0-8 16,0 0 6-16,0 0-10 0,0 0-3 0,0 0 1 15,0 0-5-15,94-22 0 0,-67 18-4 0,0-1-18 16,1 0-21-16,-7-1-14 0,8 3-4 0,-6 0-29 16,-4 0-21-16,0-1-69 0,0 2-175 0,-6 0 78 15</inkml:trace>
  <inkml:trace contextRef="#ctx0" brushRef="#br0" timeOffset="108400.78">798 5945 16 0,'0'0'179'16,"0"0"-16"-16,0 0-12 0,0 0-21 0,0 0-11 16,0 0-17-16,0 0-11 0,0 0-7 0,0 0-2 15,0 0-2-15,0 0-5 0,-14 47 1 0,14-47-1 16,3 37-9-16,-3-37-4 0,3 46-6 0,-3-46-2 0,0 40 0 15,0-40-9-15,3 52 2 0,-3-52-7 0,3 39-1 16,-3-39-6-16,-2 35 1 0,2-35-7 16,2 33-1-16,-2-33-4 0,2 26-4 0,-2-26-1 15,0 0 5-15,0 0-7 0,-2 41 0 0,2-41 2 16,0 0-3-16,0 0-1 0,0 0-2 0,0 0 1 16,0 34-4-16,0-34 0 0,0 0 1 0,0 0-1 15,0 0 0-15,0 0-11 0,0 0-4 0,0 0-4 0,0 0-4 16,-27 20-2-16,27-20-1 0,0 0 0 15,0 0-1-15,0 0-1 0,-42 0 4 0,42 0 0 16,0 0 5-16,0 0 0 0,0 0 0 0,0 0-1 16,-42-3-1-16,42 3 4 0,0 0 4 0,0 0 1 15,0 0 0-15,0 0 1 0,0 0 1 0,0 0-3 16,0 0 1-16,0 0 0 0,0 0-1 0,0 0 3 16,0 0 1-16,0 0 11 0,0 0 3 0,0 0-1 15,0 0 0-15,0 0 2 0,0 0-3 0,0 0 1 16,0 0-4-16,63-10-4 0,-42 6-19 0,0-1-24 15,6-2-18-15,-6 4-23 0,6-5-36 0,-6 3-23 16,-4 0-18-16,2 2-85 0,-7-2-262 0,0-1 116 16</inkml:trace>
  <inkml:trace contextRef="#ctx0" brushRef="#br0" timeOffset="108811.77">1031 6253 24 0,'0'0'131'0,"0"0"-6"0,7 14 0 16,-5-9 4-16,-1 2 5 0,1 3 3 0,0 1 0 16,-2 0-14-16,0 0-9 0,0 1-12 0,2-3-6 15,-2 1-7-15,0 0-6 0,-2-1-3 0,2-2 0 16,0-7-6-16,0 13-4 0,0-13-3 16,-2 10 1-16,2-10 13 0,-2 8 4 0,2-8 9 0,0 0 10 15,0 11 5-15,0-11-6 0,0 0-5 0,0 0-11 16,0 0-8-16,0 0-4 0,0 0-7 0,0 0 2 15,0 0-3-15,-18-15-11 0,18 15-2 16,-1-11-9-16,1 1-4 0,0 10-4 0,4-18-5 16,-3 8 0-16,6-1-3 0,-1-3-5 0,-1 3-4 0,1 1-1 15,-1 0-5-15,4 0-3 0,-2 1 0 0,2 0-10 16,1 1 4-16,0 2 1 0,-1 0-4 0,0 3-3 16,2 0-3-16,-4 3 4 0,2-1-1 15,-9 1-2-15,18 2 6 0,-11 1-7 0,2 1 0 16,0 2 6-16,-2 0-4 0,-1 1-4 0,1 1 4 15,1-1 0-15,-2 4-3 0,0-1 1 0,-1 0 8 16,-1 1-5-16,-2 0 0 0,2-2-3 0,0 3-24 16,-4-2-16-16,0 1-24 0,2-2-27 0,-2 0-31 15,0 2-30-15,0-5-40 0,2 2-46 0,-2-8-185 0,0 0-461 16,-4 18 204-16</inkml:trace>
  <inkml:trace contextRef="#ctx0" brushRef="#br0" timeOffset="109186.24">1398 6399 109 0,'7'-4'218'0,"2"0"-13"0,-5-3-11 0,1 3-8 16,0-2-14-16,3 0-15 0,-1-1-10 0,0 0-10 15,1-1-10-15,1-1-5 0,-2 1-8 0,0 0-9 16,-1-2-9-16,-1 4 5 0,2-3-5 0,-1 1-6 15,-6 8-11-15,5-18-9 0,-5 11-4 0,0 7-8 16,0-13-5-16,0 13-3 0,0-12-2 16,0 12-5-16,-4-11-9 0,4 11-3 0,-11-6-5 0,6 4-1 15,5 2-9-15,-14 2 2 0,14-2-8 0,-18 7 1 16,7-1-4-16,2 3 1 0,-3 2-2 0,3 4 0 16,-3 0-1-16,2 0 3 0,0 0 2 0,2-1 1 15,2 2 4-15,1-4-1 0,2 0 2 0,3 5 16 16,1-3-6-16,1-4-4 0,4 2 2 0,-1-2 0 15,0 1-6-15,2-3 1 0,2-1 4 0,2 0 1 16,5-1-3-16,-3-2-4 0,4 0-17 0,4-3-24 16,-2 1-31-16,9-2-34 0,-9-2-36 0,1 2-47 15,0-3-43-15,0 0-41 0,-2 0-150 0,-5-1-439 16,3-3 193-16</inkml:trace>
  <inkml:trace contextRef="#ctx0" brushRef="#br0" timeOffset="109473.95">1781 6282 34 0,'5'-1'217'0,"-5"1"-1"0,0 0-9 0,9-3-8 16,-9 3-10-16,12-1-11 0,0 0-11 0,-5 1-12 15,-7 0-14-15,19-3-10 0,-9 0-6 0,0 3-7 16,1 3-4-16,-2-3-10 0,3-1-5 0,-12 1-10 15,14 0-2-15,-8-2-2 0,-6 2-2 0,12 0-3 16,-12 0 7-16,8-1-4 0,-8 1-5 0,0 0 9 16,0 0-13-16,0 0 1 0,13-2-6 0,-13 2-9 15,0 0-5-15,0 0-4 0,0 0-5 0,0 0-8 16,0 0-10-16,9 0-9 0,-9 0-27 0,0 0-41 16,0 0-47-16,0 0-55 0,0 0-71 0,0 0-58 15,0 0-197-15,0 0-517 0,0 0 228 0</inkml:trace>
  <inkml:trace contextRef="#ctx0" brushRef="#br0" timeOffset="135242.26">16631 7682 2 0,'0'0'9'16,"0"0"-4"-16,0 0 3 0,0 0-3 0,0 0 4 15,0 0-2-15,0 0-2 0,0 0-2 0,0 0 3 16,0 0 1-16,0 0-2 0,0 0-3 0,0 0 0 16,0 0 0-16,0 0 4 0,0 0-10 0,0 0 12 15,0 0-7-15,0 0 3 0,0 0-4 0,0 0-1 16,0 0 1-16,0 0 7 0,0 0-4 0,0 0 0 16,0 0-1-16,0 0-1 0,0 0 1 0,0 0 6 15,0 0 1-15,0 0-1 0,0 0 6 0,0 0 6 16,0 0 0-16,0 0 2 0,0 0 3 0,0 0-6 15,0 0-3-15,0 0 6 0,0 0 4 0,0 0-4 16,0 0 9-16,0 0-11 0,0 0 5 0,0 0-2 16,0 0 3-16,0 0-7 0,0 0-1 0,0 0-1 0,0 0 10 15,0 0-5-15,0 0 6 0,0 0-6 0,0 0-1 16,0 0-1-16,0 0 3 0,0 0-6 16,0 0 4-16,0 0-7 0,0 0 6 0,0 0-5 0,0 0 2 15,0 0-1-15,0 0-11 0,0 0 2 0,0 0 3 16,0 0-2-16,0 0 6 0,0 0-7 0,0 0 2 15,0 0-5-15,0 0 1 0,0 0-11 0,0 0 11 16,0 0-3-16,0 0 2 0,0 0-3 0,0 0 3 16,0 0-5-16,0 0 2 0,0 0-1 0,0 0 6 15,0 0-2-15,0 0-10 0,0 0-4 0,0 0 1 16,0 0 4-16,0 0-4 0,0 0-7 0,0 0-3 16,0 0 4-16,0 0-10 0,0 0-6 15,0 0 0-15,0 0-3 0,0 0-8 0,0 0-9 0,0 0 0 16,0 0-39-16,0 0-97 0,0 0 44 0</inkml:trace>
  <inkml:trace contextRef="#ctx0" brushRef="#br0" timeOffset="143545.1">16302 7591 57 0,'0'0'49'0,"0"0"2"0,0 0-11 0,0 0-7 16,0 0-7-16,0 0-9 0,0 0-7 0,0 0-18 16,0 0 0-16,0 0-13 0,0 0-20 0,0 0-45 15,0 0 19-15</inkml:trace>
  <inkml:trace contextRef="#ctx0" brushRef="#br0" timeOffset="161142.07">2374 6288 141 0,'9'-6'130'0,"0"-2"-7"0,-1 1-2 16,1-1 0-16,-1-1-3 0,0 1-3 16,0-2-5-16,2-3-5 0,1 1-8 0,-4 2-1 0,1 1-6 15,-2 0-4-15,2 0-3 0,-3-1-11 0,1 1 9 16,-2-1-11-16,0 1 1 0,0 1-7 16,-2-1-11-16,-2-1-6 0,4 0-9 0,-3 4 2 15,-1-4-6-15,0 10 2 0,-2-12-8 0,2 12 0 16,-5-10-4-16,5 10-4 0,-4-7-3 0,4 7-4 0,-9-5-4 15,2 3 1-15,7 2-5 0,-15-1-1 0,5 3-1 16,0 0-3-16,-3 3 3 0,1 0-7 0,-4 6 0 16,3 0 7-16,0 0-4 0,3 2 4 0,2 0-5 15,2 0 1-15,0 0 1 0,-2 0 0 0,4 6-1 16,-1-4-4-16,5 1 5 0,0-3-5 0,1 1 2 16,1-3-1-16,4 4 1 0,0 1-1 0,4-3 4 15,2 0-1-15,3-2-2 0,-1-3-12 0,-1-4-9 16,8 2-17-16,0-3-16 0,1-3-29 0,9 0-27 15,-3-4-9-15,3-1-21 0,-1-2-21 0,0-2-87 16,-3 2-273-16,-3-6 121 0</inkml:trace>
  <inkml:trace contextRef="#ctx0" brushRef="#br0" timeOffset="161355.91">2801 5904 24 0,'0'0'176'15,"0"0"-20"-15,0-13-14 0,0 13-17 0,0 0-14 16,0 0-12-16,0 0-12 0,0 0 1 0,0 0-14 16,0 0-1-16,2 32-6 0,-2-15-3 0,0 3-6 15,0 6-6-15,-1 5-5 0,1-4-3 0,-1 3 0 16,1-2-3-16,0 1-16 0,-1-3-21 16,1 3-17-16,0-5-18 0,0-5-32 0,2-2-11 0,1 1-21 15,-1-3-25-15,0-3-82 0,-1-1-217 16,0-3 97-16</inkml:trace>
  <inkml:trace contextRef="#ctx0" brushRef="#br0" timeOffset="161639.72">2925 6207 108 0,'10'-10'149'0,"1"-2"-5"0,-1 2-4 0,1-4-6 15,-1 2-4-15,0 1-4 0,0-2-10 16,1 1-6-16,-3 1-6 0,-2 0-1 0,0 2-10 15,-2-3 4-15,2 5-9 0,-3-3 0 0,0 3-3 16,-2 0-9-16,-1 7-9 0,0-12-7 0,0 12-10 0,-3-7-4 16,3 7-4-16,-6-9-8 0,6 9-2 15,-11-3-4-15,11 3-4 0,-13 3-6 0,3 3 2 0,-1-1-8 16,2 2 0-16,-3 6-3 0,1 1-1 16,5-3 1-16,-1 0-3 0,4 3 0 0,-2-2-2 15,3 0-15-15,1 3-18 0,2-2-8 0,2-1-22 16,2 0-9-16,3-4-7 0,2 4-25 0,1-5-18 0,1 0-14 15,1-2-8-15,5-1-10 0,-2 0-94 0,5-1-263 16,-4-4 117-16</inkml:trace>
  <inkml:trace contextRef="#ctx0" brushRef="#br0" timeOffset="161856.04">3284 5974 47 0,'0'0'183'0,"-8"-9"-12"0,5 5-21 15,3 4-12-15,-11-4-11 0,3 4-19 0,8 0 1 16,-16 7-9-16,7-1-9 0,-1 3 1 0,1 1-11 16,0 3-7-16,0 0-7 0,1 1-5 0,5 2-4 15,-1-4-8-15,1 4-4 0,2 0-6 0,1-3-7 0,4-1 2 16,2 3-3-16,-2-4-8 0,3 0-26 0,2-2-22 16,4 3-11-16,3-5-14 0,-4 0-49 15,5-1-15-15,-4-3-17 0,5 1-115 0,-4-1-265 16,0-3 118-16</inkml:trace>
  <inkml:trace contextRef="#ctx0" brushRef="#br0" timeOffset="162078.06">3445 5869 72 0,'-1'-12'211'0,"-2"2"-3"0,2 1 0 15,0 3 0-15,1 6-19 0,-3-13-16 0,3 13-20 16,-1-5-25-16,1 5-13 0,0 0-10 0,0 0-14 15,0 0-7-15,0 0-8 0,4 40-6 0,-4-20-7 16,2 3-7-16,-1 4-2 0,1-1-6 0,-1 0-7 16,2-2-3-16,-1 1 0 0,1 3-7 0,-1-4-11 15,1 1-26-15,-2-6-19 0,0 0-9 0,2-2-32 16,-3 2-31-16,1-3-43 0,2-3-25 0,-6-3-160 16,2 2-352-16,1-12 157 0</inkml:trace>
  <inkml:trace contextRef="#ctx0" brushRef="#br0" timeOffset="162878.76">3457 6031 12 0,'0'0'150'0,"7"-6"-3"0,-7 6-4 16,12-1 10-16,-6 1-20 0,-6 0-5 0,18 10-1 15,-9-1-7-15,1-3-6 0,0 0-19 0,-1 2-4 16,-1 1-10-16,1-1-6 0,0 1-4 0,-1 1-9 15,-3-3-7-15,1 3-4 0,-2-2-4 0,1 0-5 16,-1-2-4-16,-4-6-5 0,4 7 3 0,-3-2-2 16,-1-5-3-16,0 0 2 0,6 6 4 0,-6-6 7 15,0 0-1-15,0 0-3 0,0 0-2 0,0 0-5 16,0 0-5-16,0 0-6 0,0 0-5 0,0 0-4 16,-2-24-4-16,2 24-6 0,2-16-2 0,4 5-4 15,-3-1-5-15,6-3-7 0,-4 4-1 0,6-6 2 16,0 4 5-16,-2 0-7 0,-1 3 7 0,2-2-3 15,0 5-8-15,-4 0 9 0,0 2 0 0,-2 0-1 16,1 3 0-16,-5 2 2 0,8-2-6 0,-8 2 5 16,0 0 4-16,7 12 0 0,-6-6-3 0,-1 2 2 15,-2 2 2-15,2 2 2 0,-2 4-2 0,0-5 2 16,-1 3 4-16,2-4 2 0,-2 2-3 16,2-1 0-16,2-1 1 0,-2-1-1 0,1 4-1 0,1-7 6 15,1 0-3-15,3 4-2 0,-3-6 6 0,2 1-2 16,-4-5-6-16,7 7 3 0,-7-7-1 0,7 4-1 15,-7-4 1-15,8 3 3 0,-8-3 4 16,0 0-4-16,11-13 2 0,-7 9-1 0,-1-2 0 0,-1-4-4 16,0-1 0-16,-1 0 1 0,0 1-3 0,2 1 7 15,-2-4-8-15,-1 0 6 0,0-3 1 0,0 5 2 16,0-1-5-16,1-1 6 0,-2 1-11 0,1 0 6 16,1 1 1-16,-1 4 0 0,0 7-1 0,3-12-4 15,1 8 1-15,-4 4-3 0,7-6 4 0,0 4-5 16,-7 2 6-16,18 4-3 0,-8 0 2 0,1 3-5 15,0 0 2-15,1 4 4 0,-2-2-6 0,2 2 4 16,-4 0 1-16,3 1 2 0,-1 3-2 0,-2-5-1 16,1 1 4-16,-3-3-7 0,-2-1 5 0,1 0 1 15,-1 0-1-15,0-1 4 0,-4-6 2 16,5 9 10-16,-1-5 16 0,-4-4 8 0,0 0-4 16,0 0-5-16,0 0 0 0,0 0-6 0,0 0-5 0,0 0 2 15,0 0-2-15,-9-26 0 0,9 15-6 0,0 0 5 16,0-1-3-16,4-5-3 0,1-1-5 0,-1 0-5 15,4 2-1-15,1 0-2 0,-1 1 0 0,4 1 1 16,-6 4 3-16,5 2-2 0,-1-1-3 0,-1 5 1 16,1-2 0-16,0 4-2 0,2-1-1 0,2 4 3 15,-4 1-3-15,0 0 3 0,3 4-3 0,-3-2 2 16,-1 3 0-16,3 1 0 0,-3 1-3 0,-4 1 8 16,2 1-2-16,0 0-1 0,-2 0 5 0,-1 0-3 15,-2 0-9-15,0 0-22 0,-2 0-28 0,0 2-41 16,-3 3-47-16,-1-6-40 0,0 5-155 0,2-5-367 15,-3 1 164-15</inkml:trace>
  <inkml:trace contextRef="#ctx0" brushRef="#br0" timeOffset="164926.7">4695 5768 216 0,'-8'-7'203'0,"-1"2"-9"0,0-1-11 16,0 3-29-16,3 1-23 0,6 2-14 0,-17 0-9 15,6 5-9-15,2 2-15 0,-1 8-4 0,-2 0-12 16,-1 8-2-16,2 2-8 0,5 1-2 0,3 0-7 15,2 0-7-15,1-7-1 0,2 0-5 0,5 0-2 16,1-3-2-16,0-1 1 0,8 6-6 0,-2-9 1 16,-1-3-6-16,2 1 1 0,0-2 0 0,3-3-4 15,-1-3 3-15,0 0-7 0,1-2 2 0,0 0-3 16,-4-2-1-16,4-3-2 0,-1-2-4 0,-2 0-1 16,2-3-1-16,-4 0 1 0,-2 1-3 0,1-2-2 15,-1-2-1-15,-1-1 0 0,-2-1-3 0,-2-2 4 16,1 1 1-16,-2 1-1 0,0-2-2 0,-3 2 4 15,0-1-1-15,-1 1-6 0,2 2 8 0,-3 1 0 16,0 2 10-16,2 2-7 0,-1 1-4 0,-1 7 2 16,2-10-2-16,-2 10-1 0,1-7-5 0,-1 7-1 15,0 0 4-15,0 0-2 0,0 0 0 0,0 0-1 16,8 26 4-16,-6-14-1 0,0 1-2 0,0-1 1 16,2 4 3-16,1 1-2 0,-1-3-2 0,2 1 1 15,-2-4 5-15,1 0-4 0,3 0 4 0,-4-3-2 16,2 0 3-16,-1-2-7 0,-1-1 6 0,0 0-3 15,2 0 5-15,-1-1-1 0,-5-4-2 0,12 4 4 16,-6-4 3-16,-6 0-3 0,16-3 0 0,-9 2-1 16,0-3-3-16,2-1 3 0,-2-2-1 0,1 0-6 15,-2-3 5-15,3-4-2 0,-5 2 2 0,0 0-2 16,0 0 2-16,0-4 6 0,-2 1-7 0,-2-2-1 16,0 7 0-16,0-2 1 0,0 2 4 0,-1 3 8 15,1 7 1-15,-1-12 1 0,1 12-1 0,-2-9-7 16,2 9-1-16,0 0-4 0,0 0-2 0,0 0-4 15,0 0 1-15,0 0-1 0,0 0 2 0,0 0 0 16,3 27 3-16,0-14-2 0,-3 2 1 0,1-3-4 16,1 3 1-16,3-2 4 0,-1-1-4 0,3 1 3 15,-4-2 2-15,4-1-2 0,1 0 2 0,2-1-1 16,-3-1 4-16,2-3-3 0,3-2 7 0,-2 1-3 16,3-3 5-16,1 0-1 0,-1-1-4 0,2-1 1 15,-2-1 1-15,0-1 0 0,-1-1 1 0,0-2-2 16,1-2-1-16,-3 0-4 0,1-1 5 0,-3 0-4 15,0-1 0-15,-4 0-2 0,-1-3 4 0,0-2-3 16,-4 0-4-16,-1 1-3 0,0 2-2 0,-3-5-1 16,0 7 3-16,-3-7-4 0,-1 6 0 0,4 1-2 15,-4 2 0-15,2-2 2 0,-1 3 3 0,3 1-2 16,-3 1 5-16,4 0-4 0,-1 0 1 0,5 5-1 16,-4-5-1-16,4 5-6 0,0 0 4 0,0 0-1 15,0 0 4-15,0 0-2 0,0 0 2 0,19-4 0 16,-6 4 4-16,0 2-3 0,5 1 0 0,-2 0 2 15,2 0 3-15,-1 0 0 0,-5 1-5 0,0 0-3 16,0 0 4-16,-2 1-5 0,-1 1 3 0,0 3-1 0,-2-3 4 16,1 2-3-16,-2 1-1 0,1 1 2 15,-2-1 4-15,1 1-4 0,-2 0 3 0,-1 0-2 16,2 3 3-16,-3-3-2 0,2 3 4 0,0-4-5 16,0 1 5-16,0-1-1 0,-1-1 0 0,3-1-2 15,-1 1 2-15,-1-1 0 0,1 1 4 0,4-2 2 0,-2-2-4 16,0 1 1-16,-1-3 6 0,3 1-5 15,1-3-2-15,-1 1 4 0,3-2-2 0,-2-2-1 16,0 0 5-16,0-1-2 0,1 0 6 0,-2-4 0 16,5-2-2-16,-7 3-1 0,5-5 4 0,-1-1-3 15,-2-1-5-15,-2 0 1 0,-1-2 2 0,0-1-3 0,-2 0 1 16,0 4-1-16,-1-3-3 0,-1 0 4 16,-2-1-5-16,-1 3 1 0,-2 3-3 0,3-1 2 15,-2 2-1-15,-1 1-1 0,3 9 0 0,-2-11 1 16,-2 8 0-16,4 3-3 0,-4-9 2 0,4 9-3 15,0 0-2-15,-6-4-1 0,6 4 3 0,0 0-6 16,0 0 4-16,-13 11 2 0,8-7-2 0,-2 1-1 0,4 1 1 16,3-6-4-16,-6 10 1 0,5-5-1 15,-3 1 4-15,4-6-4 0,-2 9 0 0,2-9 0 16,-4 8 0-16,4-8 0 0,0 7 4 0,0-7 1 16,0 0 1-16,0 0 0 0,-1 9 6 0,1-9-2 15,0 0 4-15,0 0 2 0,0 0 8 0,0 0-1 16,0 0-3-16,0 0 2 0,0 0-3 0,0 0-1 15,0 0 4-15,0 0-10 0,0 0 3 0,0 0-1 16,0 0-2-16,0 0-5 0,10-21 1 0,-10 21-1 16,5-4-1-16,-5 4 1 0,9-3-2 0,-9 3-1 15,9-1 4-15,-9 1-1 0,10 0-4 0,-10 0 3 0,0 0 1 16,13 1 2-16,-13-1-2 0,9 3-4 16,-9-3-3-16,6 3 4 0,-6-3 0 0,5 3-1 15,-5-3 3-15,7 5-2 0,-2-2 1 0,-5-3-2 16,4 4 4-16,-4-4-1 0,3 5 3 0,-3-5-4 15,0 0 9-15,4 6-9 0,-4-6-1 0,3 6-1 16,-3-6 7-16,0 0-5 0,0 0 1 0,0 11 0 16,2-7 3-16,-2-4-3 0,2 8 2 0,-2-8 0 15,4 10 1-15,-4-5-3 0,0-5 1 0,2 9 0 16,1-3 1-16,-3-6-1 0,2 11 5 0,1-6 0 16,-3-5-2-16,3 9-1 0,-1-4-1 0,-2-5 2 15,5 7-4-15,-5-7 5 0,4 7-2 0,0-3 4 16,-4-4-2-16,6 3 1 0,-6-3 3 0,11 2-3 15,-11-2 4-15,16-2-6 0,-5 1 2 0,2-2 2 16,-4-1 1-16,3 1-1 0,-1-2-2 0,-2 3 2 16,4-5 0-16,-6 3 0 0,3-3-1 0,-5 1 0 0,2-1-1 15,-2-1-2-15,0 0 4 0,-1 1-3 0,-1-3-2 16,-2 0 2-16,-1-1-1 0,0 0 0 0,-1 0-2 16,0 1 2-16,-1 0-3 0,0 2 0 15,0 0-1-15,0 1 2 0,-1-1 6 0,3 8-3 16,-2-9-1-16,2 9 0 0,-3-9 0 0,3 9-2 0,-4-6 0 15,4 6-4-15,0 0-5 0,0 0-4 16,0 0-6-16,0 0 2 0,0 0 3 0,0 0 1 0,0 0 1 16,0 0-2-16,0 0 1 0,22 15 1 15,-14-8 6-15,-2 3-5 0,-1-1 1 0,0 1 5 16,1-1-2-16,-3 2 7 0,4-2-5 0,-2 3 1 0,-1-3 3 16,0 2-1-16,-2-1 3 0,2 0-3 0,1-3 1 15,-2 1-1-15,2-1 2 0,-2 1 1 0,3 0-1 16,-1-3 1-16,-3 2 2 0,3-4-4 15,2 1 5-15,-1-1 0 0,1-1 3 0,-1 1 4 16,-6-3 8-16,15 0-1 0,-6 0 4 0,-9 0-6 0,17-5 9 16,-6 2-1-16,-2-3-7 0,0-2 1 0,1 1-3 15,-1-1-2-15,-2-1 1 0,2 0 0 0,-3-1 0 16,-1 0-2-16,-1-1-3 0,-3 0-3 16,2-1 5-16,-3 1 0 0,1 1 5 0,-1 1-4 15,0 2 6-15,0 7-5 0,-2-12-1 0,2 12-2 0,-3-10-2 16,3 10-1-16,-4-4-3 0,4 4 0 0,0 0-1 15,0 0-1-15,-23 11 2 0,16-1-1 16,-1-2-16-16,0 2-18 0,3 1-21 0,-1 2-31 16,2-1-30-16,3-1-36 0,1 0-33 0,1-1-30 15,0 0-123-15,3-1-364 0,-1-2 161 0</inkml:trace>
  <inkml:trace contextRef="#ctx0" brushRef="#br0" timeOffset="165163.84">6331 5811 14 0,'3'-7'244'0,"0"2"-14"16,-3 5-9-16,4-10-3 0,-1 3-14 0,-3 7-12 0,5-12-12 15,-3 5-11-15,2 3-11 0,0-4-15 16,1 3-10-16,-1-4-17 0,0 0-9 0,1 3-15 16,0-2-6-16,-1 2-12 0,1 1-11 0,-5 5-5 15,7-8-7-15,-4 4-14 0,-3 4-6 16,8-2-11-16,-8 2-6 0,0 0 1 0,11 7-4 0,-6-2-1 0,-1 0-10 15,0 0-16-15,-1 4-8 0,0 2-17 0,1 0-24 16,-2 0-31-16,-1 0-46 0,1 0-27 16,0 0-42-16,-2 0-144 0,0-2-384 0,0-9 170 15</inkml:trace>
  <inkml:trace contextRef="#ctx0" brushRef="#br0" timeOffset="165407.22">6612 5463 226 0,'-1'-8'242'15,"1"0"-4"-15,0 8-19 0,2-10-27 0,-2 10-21 0,0-9-23 16,0 9-12-16,0 0-16 0,0 0-5 0,8 22-11 16,-7-6-9-16,0 11-7 0,2 1-8 15,0-2-8-15,-2 1-5 0,0 1-4 0,3-1-7 16,-4-3-5-16,1 2-3 0,3 0-6 0,-5-10-22 15,-2 1-17-15,8-2-30 0,-5-2-34 0,1-2-41 16,1-2-39-16,-2-9-29 0,1 13-21 0,-1-13-127 16,0 0-344-16,-9 9 153 0</inkml:trace>
  <inkml:trace contextRef="#ctx0" brushRef="#br0" timeOffset="165562.59">6499 5650 119 0,'0'0'171'0,"9"-4"-5"16,0 0-11-16,-2 2-17 0,4-2-12 0,3-1-12 16,4 1-14-16,1 0-7 0,2 0-14 0,-2 2-37 15,0-1-47-15,-2 0-46 0,-3 2-34 0,-3 2-109 0,-3 0-210 16,-8-1 93-16</inkml:trace>
  <inkml:trace contextRef="#ctx0" brushRef="#br0" timeOffset="166411.14">0 7603 2092 0,'0'0'-167'0,"36"35"-10"0,-36-35-115 16,34 13-315-16,-34-13 139 0</inkml:trace>
  <inkml:trace contextRef="#ctx0" brushRef="#br0" timeOffset="166725.81">419 7025 32 0,'0'0'185'0,"0"0"-15"15,-14-51-5-15,14 51-18 0,0 0-7 0,0 0-9 16,-15-25-6-16,15 25-13 0,0 0-6 0,0 0-6 16,0 0-18-16,0 0-8 0,0 0-5 0,-19-17-10 15,19 17-6-15,0 0-7 0,0 0-6 0,0 0-4 16,0 0-8-16,0 0 6 0,0 0-6 0,0 0-5 15,-20 84-5-15,17-60 6 0,3-24-12 0,-2 46 4 16,2-46-5-16,0 37 3 0,0-37 0 0,0 36 0 16,0-36-5-16,5 33 4 0,-5-33-1 0,5 33-3 15,-5-33-1-15,0 0 3 0,6 36-3 0,-6-36 1 16,0 0-11-16,5 34-25 0,-5-34-20 0,0 0-37 16,0 0-13-16,4 30-35 0,-4-30-13 0,0 0-11 15,0 0-94-15,0 0-271 0,0 0 121 0</inkml:trace>
  <inkml:trace contextRef="#ctx0" brushRef="#br0" timeOffset="167227.97">350 7096 146 0,'0'0'156'0,"0"0"-2"0,0 0-12 0,0 0 2 16,0 0-14-16,0 0-11 0,0 0-14 0,0 0-16 0,0 0-7 16,0 0-12-16,0 0-11 0,0 0-3 15,0 0-6-15,0 0-2 0,0 0 0 0,0 0 1 16,-2 68 13-16,2-68-6 0,0 50-3 0,-2-21 1 15,2-29-6-15,2 54 2 0,0-28-8 0,-2-26-1 16,1 47-2-16,-1-47-3 0,0 44-5 0,0-44-3 16,5 32-5-16,-5-32 2 0,6 33 2 0,-6-33-9 15,0 0 2-15,3 39-3 0,-3-39 2 0,0 0-2 16,4 33-2-16,-4-33-28 0,0 0-16 0,4 32-16 16,-4-32-27-16,0 0-28 0,0 0-33 0,0 0-15 15,-4 37-19-15,4-37-111 0,0 0-299 0,0 0 133 16</inkml:trace>
  <inkml:trace contextRef="#ctx0" brushRef="#br0" timeOffset="168163.53">319 7261 123 0,'0'0'141'0,"0"0"-8"0,0 0-15 16,39-22-2-16,-39 22-11 0,0 0-14 0,0 0-6 0,57 11-6 15,-57-11-12-15,33 18-2 0,-33-18-9 0,31 25-6 16,-18-12-1-16,-13-13-2 0,23 30-1 16,-23-30-8-16,18 29 0 0,-18-29-5 0,9 26-10 15,-9-26 5-15,0 0-5 0,4 33-4 0,-4-33 4 16,0 0-6-16,0 0 2 0,0 0-4 0,0 0 2 16,-15 43-6-16,15-43 1 0,0 0 1 0,0 0-3 15,0 0 3-15,0 0-8 0,0 0 4 0,0 0-1 16,0 0 0-16,0 0-7 0,0 0 2 0,0 0-5 15,-32-78 6-15,32 78 5 0,0 0-4 0,12-53-5 16,-12 53-3-16,11-34 4 0,-11 34 1 0,11-26-2 16,-11 26 0-16,0 0-2 0,14-30 2 0,-14 30 0 15,0 0-3-15,0 0-3 0,17-17 5 0,-17 17-2 16,0 0-3-16,0 0 1 0,0 0 0 0,0 0-3 16,0 0 4-16,0 0 5 0,0 0-10 0,0 0 12 15,36 52-2-15,-36-52 2 0,0 0-2 0,12 28 1 16,-12-28 3-16,0 0 2 0,13 22-6 15,-13-22 5-15,0 0 2 0,0 0-2 0,16 24-2 0,-16-24 0 16,0 0 2-16,0 0 0 0,0 0 4 0,27 13 0 16,-27-13 3-16,0 0-4 0,0 0-3 0,0 0 2 15,0 0-3-15,0 0 1 0,0 0-6 0,0 0 6 16,0 0 2-16,0 0-2 0,36-46-4 0,-36 46 0 16,0 0-2-16,0 0-1 0,-9-42-1 15,9 42 9-15,0 0-10 0,0 0 0 0,0 0 3 0,-18-48-1 16,18 48 1-16,0 0-2 0,0 0 0 15,0 0-2-15,0 0 0 0,9-36 0 0,-9 36-2 16,0 0 1-16,0 0 3 0,41-3 0 0,-29 6-2 16,0 3 6-16,6 0-6 0,0 1 8 0,0 2 3 0,-4 1-7 15,1-1 5-15,-1 2-8 0,-3-4 4 16,0 0 8-16,-2 1-3 0,0-3-4 0,-2 1 3 0,-3 0 0 16,-4-6 0-16,8 6 3 0,-8-6 16 15,6 7 15-15,-6-7 2 0,0 0 3 0,0 0-10 16,0 0 0-16,0 0-7 0,0 0-2 0,0 0 0 15,0 0-3-15,-23-17-2 0,23 17-4 0,-6-13 1 16,1 4-6-16,2-2-5 0,1 0 4 0,2-2-7 16,5-1-3-16,-3 1-3 0,5-3 1 0,-1 1-4 15,1 1 2-15,3 4-3 0,-1 0-2 0,1 2 7 16,0 1-4-16,3 1-2 0,-4 2 2 0,5 3 1 16,-14 1 2-16,20 1-3 0,-7 3-1 0,-6 2 3 15,3-2 3-15,0 2 2 0,-3 0-3 0,0 0 1 16,-7-6 1-16,8 12 4 0,-2-7-2 0,-6-5-2 15,8 13 0-15,-8-13 2 0,5 5 1 0,-5-5-3 16,0 0 13-16,4 8 6 0,-4-8-7 0,0 0 6 16,0 0-12-16,0 0 8 0,0 0 0 0,0 0-3 15,0 0-1-15,0 0-3 0,-2-31 0 0,4 21-4 16,0-1-4-16,0 2-2 0,3-1-1 0,-5 10-7 16,7-13 9-16,-2 4-1 0,1 2 0 0,-6 7-2 15,11-11-4-15,-11 11 0 0,14-1 1 0,-14 1-3 16,13 4 3-16,-13-4-2 0,14 8 6 0,-8 1-5 15,-1 1 1-15,-1 0-15 0,-1 2-10 0,-1 3-18 16,-2 0-19-16,0 3-31 0,-3-4-36 16,-1 1-32-16,-3 2-108 0,-3-3-300 0,-2 1 133 15</inkml:trace>
  <inkml:trace contextRef="#ctx0" brushRef="#br0" timeOffset="168544.03">185 6941 83 0,'-45'42'133'0,"45"-42"-1"0,-16 52-5 15,12-20-6-15,-1 1 1 0,3 13-13 16,2 0-7-16,2-13-8 0,3 16-8 0,1-15-10 15,5 10-9-15,1-13 0 0,-1 3-5 0,5-2-13 16,-1-3-10-16,2 0-39 0,4-1-14 0,4-6-29 16,2 0-35-16,0 2-29 0,2-5-98 0,-4 1-222 15,5-7 99-15</inkml:trace>
  <inkml:trace contextRef="#ctx0" brushRef="#br0" timeOffset="169048.41">1274 6922 198 0,'0'0'210'0,"-5"-6"-9"15,5 6-12-15,-4-7-13 0,4 7-18 0,-4-7-19 16,4 7-17-16,0 0-11 0,0 0-14 0,0 0-8 16,0 0-12-16,13 32-6 0,-3-9-6 0,-2 3-4 15,-2 5-7-15,1 0-1 0,1 1-13 0,-1 1 0 16,-2-5 2-16,0 3-10 0,-2-1 1 0,2-5-5 15,-1-2-1-15,-2-3-3 0,2-1-1 0,1-2-7 16,-3 0-23-16,0-1-20 0,-2-1-27 0,2-3-27 16,0-1-31-16,-2-3-38 0,0-1-26 0,0-7-120 15,0 0-318-15,-4 14 140 0</inkml:trace>
  <inkml:trace contextRef="#ctx0" brushRef="#br0" timeOffset="169455.89">1330 6964 176 0,'4'-8'184'0,"1"-1"-10"16,0 1-15-16,1 3-8 0,3-4-11 0,-2 6-13 16,4-3-14-16,-11 6-5 0,16-6-13 0,-9 5-5 15,-7 1-5-15,23 1-12 0,-12 4-8 0,0-1-6 16,-1 1-6-16,2 2-6 0,-5-1-3 0,-2 3-5 15,1 6 0-15,-4-4-5 0,1 5-2 0,-2 2-1 16,-5 1-3-16,-2-3-7 0,3 0-6 0,-3 2-7 16,-1-1-5-16,2-4-14 0,3-3-9 0,0 2-8 15,-1-1-5-15,0 1-16 0,3-12 2 0,1 17-4 16,1-10-2-16,-2-7 4 0,5 12 13 0,4-8-4 16,0 1 3-16,0 0-1 0,3 0 9 0,-1-1-6 15,0 0 15-15,-1 1-2 0,2 1 3 0,-3-1-4 16,3 3 6-16,-3 0 0 0,0-2 4 0,0 1 4 15,-1 2 1-15,-3-2 2 0,2 1 4 16,-5 1 6-16,-2-9 8 0,4 13 9 0,-4-13-2 16,-4 19-1-16,0-11-2 0,-3 2-2 0,1-2 1 0,-1 0 3 15,-1-2-9-15,-1 1-3 0,-1 0-12 0,0-1-19 16,5-2-30-16,5-4-32 0,-15 6-37 0,8-4-99 16,7-2-241-16,-17 1 106 0</inkml:trace>
  <inkml:trace contextRef="#ctx0" brushRef="#br0" timeOffset="170244.77">1754 7050 68 0,'0'0'224'0,"-8"-4"-18"0,8 4-10 0,-12 0-20 15,12 0-13-15,-15 11-13 0,7-3-14 16,-4 5-14-16,7-2-5 0,-4 6-9 0,-1 0-12 15,6 1-3-15,-2 0-16 0,1 1-8 0,3-2-1 0,4 1-4 16,-1-3-12-16,0 2-5 0,2-6-1 0,2 1-3 16,4-1-5-16,-3-4-7 0,1 0-1 15,2-1-4-15,-3-3-9 0,3-2-8 0,-1 0-1 16,-8-1-2-16,18-4 2 0,-10 0-6 0,-1-3 6 16,2-2 2-16,0 2-2 0,-4-2 5 0,-1-1 1 15,-2-1 6-15,-2 0-5 0,3-6-3 0,-2 2 2 16,-1-1 0-16,0 1 0 0,-1 3 0 0,-1 0 0 15,1 1 7-15,1 4 2 0,0 7 3 0,-2-14-1 16,2 14-4-16,0-8-8 0,0 8-1 0,0 0-4 16,-2-9-1-16,2 9-3 0,0 0-1 0,0 0-3 15,0 0 1-15,5 23 6 0,-2-11-3 0,0 0-3 16,-3 1 3-16,5-2-4 0,-3 2 1 0,5-1 1 16,-5-1 0-16,6-1 2 0,-3 1-3 0,4-1 1 15,-2-2-2-15,2 0 5 0,1-4 2 0,1-2 2 16,-1 0 0-16,2 0-3 0,-1-1 2 0,0-1 0 15,-3-1 2-15,2-3-4 0,1 0 4 0,-2-2-5 16,1-2 1-16,-2 2-3 0,-2-1 3 0,-3-4-3 16,0 0 4-16,1 1-3 0,-1-2 0 0,-2 1-1 15,-5 0-1-15,3-2 0 0,0 2 1 0,-2 1-2 16,1 3 0-16,2 0-3 0,0 7 3 0,-3-11-4 16,3 11 0-16,0 0-6 0,0-10-1 0,0 10 4 15,0 0-1-15,0 0 0 0,0 0 3 0,0 0 0 16,8 31-1-16,-3-17 1 0,-3 0 0 0,2 2 1 15,-3 1 1-15,2-3 2 0,-2-2-1 0,2 2 1 16,-3-4-2-16,1 1 2 0,-1 0-2 0,0-5 1 16,2 1 1-16,-2-7-3 0,3 9 2 0,-3-9 2 15,3 6 2-15,2-2 0 0,-5-4 0 0,10 0 0 16,-10 0-2-16,15-5 0 0,-4 1 1 0,-2 0-4 16,-2-4-4-16,2-1-2 0,3-2 4 0,-2-2 0 15,-1-1-1-15,2-1 0 0,-2-1 1 0,-2 3 1 16,0-5 1-16,0 0-2 0,-3-1 2 0,-1 5 2 15,-1-3 0-15,-1 2 1 0,-2 5 6 0,-2-3 8 16,2 1 3-16,-2 5 4 0,1 0 2 0,2 7 0 16,-3-11-6-16,3 11-1 0,-4-7-7 0,4 7-1 15,0 0-4-15,0 0 2 0,-15 15-1 0,11-4-1 16,-2 6-1-16,3-1 0 0,2 1 1 16,0 0-1-16,-3-1 0 0,10 3-5 0,-2 0-22 15,1-3-16-15,0-1-27 0,3 0-37 0,1-6-31 0,4 1-47 16,0-1-40-16,-1-2-165 0,5-4-418 0,2-2 185 15</inkml:trace>
  <inkml:trace contextRef="#ctx0" brushRef="#br0" timeOffset="170475.86">2407 6902 242 0,'0'-16'277'0,"0"16"-19"0,-1-10-25 0,1 10-29 15,0 0-19-15,0 0-16 0,0 0-18 16,0 0-6-16,0 0 9 0,0 0-10 0,14 38-17 16,-9-20-9-16,-1 7-11 0,0 0-8 0,1-1-10 15,1 2-8-15,-1-7-9 0,0 8-6 0,-1-3-2 16,3-1-17-16,-3-5-26 0,0 0-25 0,-1 0-35 16,2-4-34-16,-3 3-37 0,-2-2-44 0,2-2-42 15,-4-1-49-15,-1-2-127 0,3-10-403 0,-9 18 178 16</inkml:trace>
  <inkml:trace contextRef="#ctx0" brushRef="#br0" timeOffset="170769.8">2457 7097 59 0,'6'-9'195'16,"0"0"-11"-16,1 1-16 0,3 4-16 0,-10 4-11 15,17-4-7-15,-7 4-7 0,-10 0-8 0,21 1-3 16,-7 0-11-16,-1 4-9 0,-1-1-7 0,1 0-8 15,0 1-8-15,5-2-3 0,-5-1-6 0,5 2 3 16,-6-4 3-16,6 1-6 0,-5-2 4 0,1-1 3 16,-2 1 1-16,-2-2 0 0,-1-1-10 0,1-3 1 15,-2 0 3-15,2 2 3 0,-5-5 1 0,0-1-2 16,-1 4-5-16,-1-3-1 0,-3 10 2 0,1-16-8 16,-2 6 0-16,1 10-6 0,-6-18-2 0,2 7-3 15,-2 2-5-15,0-1-10 0,-2 3-6 0,0 1-5 16,-1 0-16-16,-1 5-17 0,10 1-26 0,-19 0-24 15,6 3-34-15,-1 5-44 0,1 1-64 0,-2 3-77 16,1-1-145-16,1 3-464 0,0-5 205 0</inkml:trace>
  <inkml:trace contextRef="#ctx0" brushRef="#br0" timeOffset="171268.2">3228 7024 135 0,'6'-8'200'0,"1"-2"-3"16,5-4-16-16,0 1-11 0,-1 1-18 0,1-2-9 15,1-1-9-15,1 2-8 0,-4 2-11 0,0-3-12 16,-1-1-6-16,-1 3-12 0,-3 2 8 0,0-2-8 15,-1 3 2-15,-2-2-17 0,0 0-9 0,-5 2-4 16,3 9-6-16,-2-12-6 0,-6 6-6 0,1 2-7 16,-4 2-2-16,-1 1-4 0,0 2-4 0,-2 3-5 15,-3 1-1-15,0 5-3 0,3-1-1 0,0 5-2 16,0 7 1-16,0 1 1 0,8-5-4 0,2 4 2 16,-1 4-3-16,5-5 2 0,0 4 2 0,2-4-3 15,10 0 2-15,-1-2 5 0,6 2-3 0,3-4-4 16,3 0-25-16,-5-6-28 0,8-1-36 0,1-3-34 15,-6-2-39-15,6-1-23 0,-5-2-22 0,0-1-125 16,-4-3-349-16,1-1 156 0</inkml:trace>
  <inkml:trace contextRef="#ctx0" brushRef="#br0" timeOffset="172840.01">3570 6938 69 0,'0'0'192'0,"0"0"-16"0,2-7-21 0,-2 7-11 15,0 0-18-15,0 0-9 0,0 0-9 0,0 0-2 16,0 0-10-16,0 0-6 0,0 0-7 0,6 24-8 16,-6-24-8-16,3 8-5 0,-3-8-5 0,1 7 3 15,-1-7 12-15,0 0 17 0,1 7 19 0,-1-7 14 16,0 0 18-16,0 0-2 0,0 0-13 0,0 0-12 16,0 0-13-16,0 0-8 0,0 0-1 0,-13-22-10 15,9 12-6-15,2 4-3 0,-1-6-10 0,2 1-8 16,0-2-2-16,2-3-2 0,0-1-12 0,4 3-3 15,-1-2-10-15,4-2-6 0,1 2-5 0,2 2-1 16,-2 1 1-16,0 4-2 0,5 0-9 0,0 0 0 16,-1 4 0-16,0 2-7 0,1 1 0 0,3 4 1 15,-3 1-3-15,-2 1 2 0,5 2 2 0,-2 1-3 16,1 3 0-16,-3-2 4 0,-4 2 2 0,4 2-6 16,-5-1 5-16,-1-2-5 0,0 5 6 0,1-5 1 15,-4 0-2-15,-2-4 0 0,2 1 1 0,-3-3 2 16,-1-3 5-16,4 7 0 0,-4-7 2 0,5 8 0 15,-5-8 1-15,0 0 6 0,0 0-5 0,0 0-7 16,0 0 1-16,0 0 7 0,0 0-7 0,0 0-8 16,-1-24-7-16,2 16-7 0,1 1-2 0,-1-4 1 15,0 0 0-15,4 0-7 0,-2 0 2 0,2 0 1 16,0-1-7-16,0 3 2 0,0 2 3 0,2-2 2 16,-1 2 1-16,-1-1 0 0,-1 4 0 0,-4 4 3 15,7-6-1-15,-4 4-1 0,-3 2-2 0,0 0 4 16,17 1 1-16,-11 2 1 0,-6-3 4 0,12 6-1 15,-6-2 5-15,1-1-3 0,-1 4-1 0,2-1 2 16,0 1 10-16,-1-3-6 0,-1-1 4 0,2 0 3 16,0-1-3-16,-2 0 1 0,2-2 3 0,6 1 1 0,-3-3-2 15,0-1 0-15,0-1 4 0,-1-1-2 16,1 1 2-16,-3-3-3 0,0 0 2 0,0 1 2 0,-3 0-2 16,-3-1-1-16,2-2 4 0,0-1-1 15,-4 1-3-15,0 2 2 0,0-3-3 0,-4 1 0 16,2 0 1-16,-1 1-1 0,2 1 7 0,-2 0 5 0,3 7-5 15,-5-9 1-15,5 9-2 0,0-9-4 16,0 9 1-16,0 0-6 0,-5-5-4 0,5 5-4 0,0 0 2 16,0 0 0-16,0 0 1 0,-5 18-1 15,5-18 7-15,2 18-6 0,-2-9 4 0,4 2 0 0,-1-1-3 16,2 0 1-16,0-1 2 0,3 0 1 0,-2 0 2 16,1 0-1-16,-1-2-2 0,2 1 4 15,3-4 3-15,-2-1-3 0,1 0 0 0,2-1 2 0,1-2 1 16,-1-2 2-16,1-1-2 0,-1 1 2 15,0-2 0-15,-1 0 4 0,-1-1-7 0,-1-1-3 0,-2-4 5 16,-1 2 1-16,-1-2-5 0,-4 0 1 0,2-4 3 16,-1-2-4-16,-2 1 0 0,-2 2-3 0,-1-5 3 15,-1 1-2-15,2-1-1 0,-5-5-2 16,1 7 2-16,2-4 2 0,-2 5 0 0,2 2-2 0,1 4-1 16,1 0 5-16,-1 3 2 0,2 0-1 0,1 6 1 15,-4-10-9-15,4 10-1 0,0 0-3 0,0 0-2 16,0 0 0-16,0 0 2 0,0 0 3 0,4 36 1 15,-2-16-5-15,2-1 3 0,0 6 0 16,0 0 0-16,1-5 0 0,1 3 2 0,-1-6 2 0,2-2-1 16,3 2 2-16,-1 0 0 0,-1-4 0 0,2-1 3 15,-1-1-2-15,2 0 2 0,-2-2 1 0,1-2 2 16,1-2 0-16,0 0-3 0,1-4 3 16,-1 1-3-16,2-1-6 0,-3-4 0 0,2 1-4 0,-2-4 1 15,0 1-1-15,-1 0 0 0,-1-4 3 0,-1-1 0 16,1-2 0-16,-4-4 1 0,0-1-11 0,-3 3-2 15,-1-5 1-15,2 1 4 0,-2-8-12 0,-2 7 6 16,1-5 1-16,-2-1 0 0,-1 5 2 0,1 2 0 16,0 1 4-16,-1 5-1 0,2 0 2 0,-3 4 7 15,3 1 6-15,2 7-3 0,-2-9 2 0,2 9-5 16,-4-10-5-16,4 10-1 0,0 0-1 0,0 0 1 16,0 0 4-16,-5 26-1 0,4-10-18 0,1 3 4 15,0 0 3-15,0 0-1 0,0-1 0 0,3 7 5 16,-1-6 2-16,2-3 0 0,1 2 2 0,2-2 1 15,1-2 1-15,1 0 5 0,1-1-2 0,0-1 9 16,-1-4-7-16,0 1 5 0,4-2 1 0,-1-1 4 16,1-3 3-16,0 0 1 0,1-1-2 0,0-2 2 15,3-4-4-15,0 1 5 0,0 1-3 0,-5-3 3 16,2-2-9-16,-2 1 5 0,-2-2-2 0,1-1 1 16,-2 2-5-16,2-8 0 0,-4 1-3 0,1-1-3 15,-4 0 0-15,2-2 3 0,-2-1-2 0,-1 1 2 16,-5-1-4-16,4 6 0 0,-4 0 3 0,1 1 2 15,-2 1-4-15,2 1 6 0,-1 2-2 16,-1-1-2-16,-1 1 1 0,4 7 0 0,-5-7-8 0,-1 3 2 16,6 4-2-16,0 0 1 0,-14 10 0 0,6-1-1 15,0 0 3-15,1 5-1 0,1-2 2 0,4 3-2 16,-2 1 7-16,1-2-10 0,2 1 2 0,2 0 10 16,1-2-3-16,2-1-5 0,-2-1 6 0,3 0-6 15,2-1 0-15,0-2 1 0,0-1-1 0,2-1 5 16,1 1 1-16,3-2-2 0,2-2-4 0,-1 0 7 15,-1-1-1-15,1-2 5 0,-1-1-3 0,2-2 2 16,-3 1 0-16,0 0 1 0,1-3-2 0,-1 0 5 16,0-1-3-16,-3-1 0 0,-1 0 0 0,-2-1-1 15,1-1-1-15,-2-1 9 0,-1-2-13 0,-3 2 1 16,2-3 0-16,-3 2-2 0,0-1 4 0,1 0-1 16,-2 1-3-16,2-1 0 0,-1 2 1 0,1 2 0 15,2-1-5-15,-2 0 2 0,-1 9 1 0,4-11 0 16,-2 7-3-16,2 0 1 0,-4 4-1 0,8-6 2 15,-8 6-2-15,11-1 0 0,-11 1-1 0,14 2-2 16,-5 2 2-16,-1 2-3 0,0 1 4 0,2-1-1 16,-4 2 0-16,1 1 5 0,-2-1-1 0,0 2 2 15,2-1 0-15,-3 0 1 0,-1 1 0 0,1 0-21 16,0-1-19-16,-3 1-26 0,2-1-43 0,-1 1-43 16,-2-3-48-16,1 0-50 0,-1-7-129 0,-1 8-408 15,1-8 181-15</inkml:trace>
  <inkml:trace contextRef="#ctx0" brushRef="#br0" timeOffset="173056.3">5215 6302 209 0,'6'-6'199'15,"-6"6"-12"-15,0 0 6 0,14 5-5 0,-4 4 1 16,2 1-11-16,0 6-9 0,2 5-11 0,-1 4-15 15,-1-1-8-15,1 2-12 0,-3-1-9 0,-1 1-9 16,-1 2-12-16,-2-3-6 0,-4 3-13 0,-4-3-22 16,-2 3-35-16,-6 0-49 0,0-3-67 0,-3 1-72 15,-5-2-60-15,-3-2-116 0,1 1-376 0,-3-2 167 16</inkml:trace>
  <inkml:trace contextRef="#ctx0" brushRef="#br0" timeOffset="173199.53">5102 6835 92 0,'0'0'286'0,"0"0"-17"16,0 0-13-16,-2-8-29 0,2 8-27 0,0 0-27 15,0 0-54-15,0 0-58 0,0 0-72 0,0 0-83 16,0 0-169-16,-26 11-286 0,26-11 127 0</inkml:trace>
  <inkml:trace contextRef="#ctx0" brushRef="#br0" timeOffset="176447.96">8525 4450 73 0,'-1'-12'103'15,"1"12"12"-15,-3-9 2 0,2 3-5 0,1 6-2 16,-3-9 5-16,3 9-2 0,-1-10-2 0,1 10-7 16,-4-8-2-16,4 8-6 0,0 0-3 0,-1-9-8 15,1 9-8-15,0 0-5 0,0 0-14 0,-5-5-5 16,5 5-8-16,0 0-3 0,0 0-6 0,-12 19 1 16,6-8-3-16,-3 5 0 0,-1 8-2 0,1 3-1 15,-1 0-3-15,1 3-1 0,-2 2 4 0,3 1 0 16,-1-2-2-16,2 0-1 0,1 1 5 0,4 0 1 15,-1-3-9-15,4 0 6 0,0 0-3 16,3-4-2-16,2 0 5 0,1-1-6 0,-1-4-2 16,8 2-1-16,-3-6-5 0,3-2 2 0,1 1-2 0,5-1-15 15,-2-4-30-15,3-3-26 0,6 1-40 0,-1-3-41 16,1-1-49-16,-6 0-152 0,-1-3-363 0,-1-2 161 16</inkml:trace>
  <inkml:trace contextRef="#ctx0" brushRef="#br0" timeOffset="178546.09">8910 4505 101 0,'0'0'155'0,"-3"-10"-11"0,3 10-12 15,-6-6-16-15,6 6-1 0,-8-3-20 16,8 3-7-16,-14 0-12 0,14 0-1 0,-18 3-7 15,7 1-3-15,-1 3-7 0,1-2-5 0,-3 5-7 0,2 2-3 16,-1-1-3-16,2 2 2 0,3 2-11 0,-1-2 2 16,3-3-5-16,2 3-2 0,3-2 2 0,-1-1-6 15,4 2 1-15,0-1-2 0,3 0-3 0,3-2-1 16,0 0-1-16,1-1-3 0,0 0 6 16,5-4-1-16,-3 2-5 0,3-3 1 0,4 2-1 0,-1-2 4 15,-3-1-5-15,0-4 1 0,-3 2-3 0,0 0 1 16,-3-1 4-16,-8 1 8 0,12-1 8 0,-12 1 3 15,9 0 0-15,-9 0-4 0,8-3-2 0,-8 3 0 16,0 0 2-16,3-5-3 0,-3 5-5 0,0 0-3 16,0 0-3-16,0 0-3 0,0 0-4 0,-21-2-15 15,21 2 2-15,-18 6-2 0,8-2-2 0,-2 1 6 16,-6 3-6-16,3 2 5 0,-3-1-1 0,1 0 2 16,1 1 2-16,-1 2 2 0,4-2-6 15,2-2 1-15,1 0-1 0,2 0-1 0,0 0-1 16,3 2 3-16,-2-3-3 0,4 0 11 0,2 0-6 0,1 2 5 15,0-9-3-15,1 13-4 0,4-7 2 0,1-1-11 16,2 1-17-16,2-2-18 0,4 0-33 0,3-1-39 16,2-2-25-16,2-1-32 0,-5 2-94 0,3-2-291 15,-2 0 130-15</inkml:trace>
  <inkml:trace contextRef="#ctx0" brushRef="#br0" timeOffset="179568.07">9017 4756 38 0,'0'0'71'0,"0"0"3"16,0 0 2-16,0 0 5 0,0 0-3 0,0 0 5 15,0 0-7-15,0 0-3 0,0 0 0 16,0 0 6-16,0 0-8 0,0 0 1 0,0 0-9 15,0 0 4-15,0 0-11 0,0 0 1 0,0 0-4 16,0 0-3-16,0 0-6 0,0 0-4 0,0 0-2 0,0 0-4 16,0 0-2-16,0 0-8 0,0 0 3 15,0 0-10-15,0 0-2 0,0 0 2 0,0 0-11 16,0 0 5-16,0 0-4 0,0 0 2 0,0 0 1 16,0 0 1-16,0 0-6 0,0 0 2 0,1 30-2 15,1-24 2-15,-2-6 3 0,2 11 0 0,1-7-2 16,-3-4 2-16,1 8-5 0,-1-8-2 0,1 9 0 15,-1-9 0-15,0 7-2 0,0-7-1 0,0 0 5 16,0 0 5-16,0 0 10 0,2 8 6 0,-2-8 13 16,0 0 8-16,0 0 8 0,0 0 6 0,0 0 1 15,0 0-7-15,0 0 3 0,0 0-10 0,0 0-9 16,0 0 0-16,0 0-8 0,-11-18-2 0,11 18-5 16,0 0-2-16,0-19 4 0,2 13-7 0,-2 6-1 15,5-15-3-15,-1 4 2 0,-2 2-12 0,3 1 1 16,2 1-2-16,-1-2 8 0,0 3-11 0,2-1 0 15,0 4-5-15,-3-3 1 0,1 5-4 0,2-2 3 16,0 2-3-16,-8 1 2 0,11 0 0 0,-11 0-5 16,12 4 4-16,-7 0 2 0,1 2-3 0,-1 3 6 15,0-1-2-15,-1-2-1 0,0 2-1 0,-1 0 2 16,-2-1 1-16,0 0 3 0,0 0 0 0,-1-7-3 16,0 11 1-16,0-11 3 0,0 8 0 0,0-8 3 15,2 7 2-15,-2-7 0 0,0 0 3 0,0 0-3 16,0 0-2-16,0 0-1 0,0 0-1 0,0 0 2 15,0 0-7-15,0 0 1 0,0 0-7 0,0 0 0 16,0 0 1-16,1-31-1 0,3 22-2 0,2 2 6 16,1-3-11-16,-2 4 2 0,0 0-4 0,1-1 3 15,0 2 0-15,1-1 5 0,-3 1-5 0,1 1-8 16,-5 4 9-16,8-5-2 0,-2 2-2 0,-6 3 0 16,0 0-2-16,15 6 4 0,-9-1 10 0,-1-1-4 15,1 0-5-15,0 2 2 0,-2-1 4 0,3 4-3 16,-2-3 7-16,1 2-3 0,0 0 4 0,1-2 1 15,-1 0 2-15,1 0-1 0,-1-2 1 0,3 2 1 16,-4-2-2-16,2-2 3 0,1 0-1 0,-8-2-1 16,12 0 2-16,-12 0 6 0,11-2-4 0,-4 0 4 15,0-2 3-15,-1 0-6 0,-1-1-2 0,-3 0 10 16,3-2-3-16,-1-1 5 0,-1 1-1 0,0-2-4 16,0-1-1-16,-2 1 0 0,1 2 1 0,-1-3 2 15,0 0-5-15,-1 10 4 0,-2-13 6 0,2 13-5 16,-2-13 0-16,2 13-1 0,-2-8-3 0,2 8 2 15,0 0-8-15,-2-7 1 0,2 7-4 0,0 0 3 16,0 0-3-16,0 0 4 0,0 0-8 0,-6 22 5 16,6-22 2-16,3 13-4 0,-1-1-13 0,-2-1-27 15,1-1-22-15,-1 1-39 0,3 0-32 0,0 0-36 16,0-2-138-16,0 1-333 0,0-4 147 0</inkml:trace>
  <inkml:trace contextRef="#ctx0" brushRef="#br0" timeOffset="179960.09">9564 4541 8 0,'0'-9'208'0,"0"9"-1"0,0 0 0 15,-2-12-7-15,2 12-11 0,0 0-19 0,2-6-18 16,-2 6-21-16,0 0-13 0,0 0-15 0,0 0-12 15,0 0-5-15,0 0-8 0,0 28-2 0,3-11 0 16,-2 2-7-16,-1 5-5 0,1-5-8 0,0 6-2 16,-1-5-6-16,2 5-6 0,-4-1 0 0,1-5-5 15,2 0-2-15,-2-2-16 0,1 2-26 0,1-3-23 16,-1 0-48-16,0-3-32 0,2-4-36 0,-4 1-33 16,1 0-157-16,0 0-364 0,-2-3 161 0</inkml:trace>
  <inkml:trace contextRef="#ctx0" brushRef="#br0" timeOffset="180113.36">9522 4719 93 0,'11'-2'94'0,"0"-1"-9"0,0 0-29 15,3-1-20-15,-1 1-25 0,1-1-29 0,-1-1-42 16,0 1-64-16,-2 0 28 0</inkml:trace>
  <inkml:trace contextRef="#ctx0" brushRef="#br0" timeOffset="180292.37">9696 4549 3 0,'0'0'154'16,"-2"-13"4"-16,1 5 6 0,1 8 0 0,-1-9-9 0,1 9-13 16,-3-8-18-16,3 8-14 0,0 0-15 0,0 0-9 15,0 0-12-15,0 0 0 0,0 25 5 0,-1-10-14 16,1 9-3-16,-1-4-5 0,2 6-1 15,-1 0-3-15,-4-5-8 0,2 3 0 0,-1-1-7 16,2-2-28-16,1-2-34 0,-1 0-34 0,2-2-40 0,-1 0-35 16,-1 0-37-16,-1-4-85 0,2-2-277 0,2-1 122 15</inkml:trace>
  <inkml:trace contextRef="#ctx0" brushRef="#br0" timeOffset="180753.45">9748 4847 6 0,'0'0'182'0,"6"-6"-8"0,0 2-9 16,-3 1-14-16,3-3-16 0,-1 2 0 15,1-3-15-15,0 0-6 0,2 2-4 0,-1 0-8 16,0-4-8-16,2 2-6 0,-2 0 4 0,-1 0-1 16,-2 1 0-16,1-3-12 0,0 1-7 0,-1-1-6 15,0 2-5-15,-2-5-2 0,-1 4 2 0,1-2-4 16,-2 1-3-16,0 9-9 0,0-14-1 0,0 14-3 15,-2-10-1-15,2 10-7 0,-1-9 0 0,1 9-9 16,-4-6 0-16,4 6-8 0,0 0-1 0,0 0 0 16,-17 13 4-16,10-6-7 0,1 3-6 0,-1 0-12 15,1 2-4-15,0 2 0 0,0-2-2 0,4-1-4 0,-2 0-5 16,4-1 0-16,0-1 2 0,1-2-5 0,2 0-1 16,-1-1-12-16,4 0 3 0,-3-2-6 15,-3-4-6-15,13 5-3 0,-6-5-12 0,-7 0 15 16,12-1 2-16,-12 1 12 0,13-6-4 0,-5 1 6 15,-3-1 3-15,0 1 3 0,1-1 4 0,-1-2 5 16,1 1 1-16,-3 0-1 0,3 1 13 0,-4-1 5 16,2 2 2-16,-4 5 0 0,7-10 0 0,-7 10 0 15,4-7-1-15,-4 7-8 0,4-4 4 0,-4 4 7 16,0 0-7-16,0 0-10 0,0 0 7 0,14 10 2 16,-9-6-1-16,-1 2 0 0,0 3 2 0,0-2 2 15,-2 4 1-15,1-3-9 0,2 1-24 0,-1-1-21 16,1 1-36-16,-1 0-43 0,0-2-27 0,0 3-101 15,1-2-279-15,-1-2 123 0</inkml:trace>
  <inkml:trace contextRef="#ctx0" brushRef="#br0" timeOffset="180990.31">10174 4575 72 0,'2'-9'230'0,"0"6"-12"0,-2 3-23 16,0-12-18-16,0 12-21 0,2-7-19 0,-2 7-13 16,0 0-12-16,0 0-9 0,0 0-2 0,9 26-4 15,-5-9-8-15,-3 0-9 0,2 2-5 0,2 5-11 16,-3-3-2-16,0-2-4 0,-2 0-4 0,0 6-2 16,1-6-23-16,3-3-23 0,-3 0-16 0,0 1-33 15,-1-2-30-15,0-2-44 0,1-2-34 0,1 0-30 16,-4 0-105-16,2-11-311 0,-3 13 138 0</inkml:trace>
  <inkml:trace contextRef="#ctx0" brushRef="#br0" timeOffset="181285.72">10252 4729 38 0,'0'0'141'0,"14"2"-10"0,-7 0-12 0,2-1-7 15,2 3-8-15,-1 1-8 0,-1-1-11 0,0-1-1 16,1 2-14-16,1-4 3 0,0 2-6 0,-2 1-3 16,-1-2-8-16,-1-1 3 0,-7-1-3 0,13 1 7 15,-7 1 4-15,-6-2 1 0,12-3 10 0,-12 3 8 16,6-5-2-16,-2 0-8 0,-4 5-3 0,4-9 1 16,-3 3 2-16,-1 6-2 0,0-12-5 0,0 4-2 15,0 8-1-15,-3-16-6 0,1 9-5 0,-1 1-7 16,3 6-3-16,-4-11-8 0,1 6-5 0,3 5-8 15,-8-8-21-15,8 8-17 0,-10 0-19 0,10 0-18 16,-13 5-24-16,5-1-45 0,3 2-39 0,-4 2-34 16,3 2-147-16,-1 0-367 0,1-2 163 0</inkml:trace>
  <inkml:trace contextRef="#ctx0" brushRef="#br0" timeOffset="181526.05">10621 4601 265 0,'0'0'261'0,"4"-9"-21"0,-4 9-11 0,0 0-36 16,4-5-23-16,-4 5-11 0,0 0-12 0,0 0-21 16,0 0 1-16,4 27-14 0,-4-13-4 0,1 3-13 15,-2-1-10-15,1 4-6 0,-2-1-9 16,1 5-8-16,1-5-14 0,-3-1-39 0,3 2-26 0,0-2-31 15,-1-2-16-15,1 3-32 0,-1-3-23 0,1-3-42 16,1-4-24-16,-2 2-135 0,0-1-345 0,1-1 153 16</inkml:trace>
  <inkml:trace contextRef="#ctx0" brushRef="#br0" timeOffset="181881.69">10684 4641 99 0,'5'-11'184'0,"0"1"-11"0,1 1-14 16,1 4-14-16,-2 0-16 0,-1 1-19 16,-4 4-3-16,11-4-14 0,-3 3-11 0,-8 1-8 15,11 4-7-15,-6-1-3 0,2 2-10 0,-2 1-8 0,2 2-3 16,-3 2 0-16,0 0-6 0,0 1-2 0,-3-1-4 16,1 0-11-16,-4-1-8 0,1 2-6 0,-3 0-15 15,2-1-12-15,-2-2-13 0,0 2-8 16,1-4-25-16,0 0 0 0,3-6 3 0,-3 10 7 15,3-10 9-15,0 10-8 0,0-10 1 0,4 9 3 16,2-6 2-16,-2 0 4 0,-4-3 10 0,12 8 8 0,-7-5 0 16,-5-3 2-16,12 6 9 0,-5 1 6 0,-1-1 10 15,-1 2-1-15,2-1 11 0,-7-7 5 0,7 14 18 16,-4-6 2-16,0 0 8 0,-3-1 11 16,0-7 8-16,0 16-2 0,-2-9 1 0,2-7-7 15,-4 13-5-15,2-7-6 0,-1 0 0 0,-2-1-9 16,5-5-24-16,-7 8-17 0,4-5-28 0,3-3-35 0,-6 6-28 15,6-6-131-15,-7 3-247 0,7-3 110 16</inkml:trace>
  <inkml:trace contextRef="#ctx0" brushRef="#br0" timeOffset="182635.23">10981 4714 171 0,'0'0'210'0,"-3"-7"-17"0,3 7-19 15,-8-2-14-15,8 2-12 0,0 0-13 0,-13 7-12 16,8-2-6-16,-2 3-13 0,1 0-11 0,0 0-7 16,2 1-6-16,0-2-8 0,0 3-7 0,2 0-6 15,-1-1-5-15,2-2-6 0,1 2-2 0,0-9-4 16,5 12-4-16,0-3-4 0,0-4-6 0,-1 1-5 16,1-3-7-16,1-1-4 0,-6-2-5 0,11 2 4 15,-11-2-1-15,11-4 5 0,-11 4-3 0,9-6 1 16,-2 2-4-16,-5-2-2 0,2 0-3 0,-1 0 17 15,-1-3-3-15,1 2 2 0,-2-3-1 0,2-1 0 16,-3 0-4-16,1 3-4 0,-1 8 4 0,0-12-3 16,1 5 4-16,-1 7-2 0,0 0-2 0,0 0-4 15,-1-10-4-15,1 10-3 0,0 0-1 0,0 0 1 16,0 0 1-16,0 0 1 0,-7 29-4 0,9-18 11 16,-4 0-8-16,1 0 5 0,1-1-1 0,0 1-3 15,3-1 0-15,-2 0 3 0,0-3-4 0,3 2 2 16,-3-3-1-16,6 0 2 0,-3-1 2 0,1-2 3 15,-5-3-3-15,11 3 1 0,-4-3 0 0,4 0 0 16,-1-3-2-16,2-1-1 0,-1-2 0 0,-3 3 3 16,1-4-3-16,1-2 0 0,-1 2-2 0,-2-2 3 15,-2 0-1-15,1 1-1 0,-1-4 2 0,-4 4-5 16,2-3-1-16,0 4 1 0,-1-3 1 0,2 5-1 16,-4-1-2-16,0 6 3 0,3-8-7 0,-3 8 0 15,0 0-4-15,0 0 0 0,0 0-2 0,0 0 2 16,0 0 1-16,0 0 2 0,0 0 1 0,-2 30 1 15,1-19-4-15,-2 3 6 0,1 3-1 0,-1-2 3 16,1 2-3-16,0-2 1 0,1-2 1 0,-2 0 2 16,2-4-1-16,1 2 0 0,-2-4 7 0,-2 0-5 15,4-7-3-15,-1 8 4 0,1-8-1 0,-2 7 6 16,2-7-7-16,0 0 2 0,0 0-1 0,0 0 0 16,0 0-3-16,0 0-2 0,22-12 0 0,-12 4 1 15,4-3-2-15,-1 1 0 0,2-2 2 0,-4 3-4 16,4-4 3-16,-1-1 0 0,-2 2 2 0,0-2 1 15,-3 1 5-15,-2 2 7 0,0 3 3 0,0-3 11 16,-2 4 4-16,-1-3 7 0,-2 5-2 0,0-2 3 16,-2 7 0-16,-2-12 2 0,2 4-4 0,0 8-3 15,-6-9-7-15,6 9-1 0,-9-2-4 0,9 2-3 16,-13 0-2-16,13 0 3 0,-14 9 1 0,9-4 0 16,-3 2-6-16,2 3 2 0,1-1 1 0,1 2-3 15,1 0 1-15,2-1-2 0,1 0 5 0,3 0-13 16,1-2-34-16,2 3-35 0,2-2-36 0,3-2-41 15,2-1-54-15,5 0-55 0,0 0-175 0,2-2-458 16,0-2 203-16</inkml:trace>
  <inkml:trace contextRef="#ctx0" brushRef="#br0" timeOffset="182843.78">11502 4593 31 0,'3'-6'271'15,"-3"-1"-24"-15,0 7-26 0,3-10-30 0,-3 10-19 16,6-1-22-16,-6 1-9 0,12 13-8 0,-6-2 5 16,3 5-3-16,0 8-11 0,-2 0 3 0,-1 4-18 15,1 1-7-15,-5 2-12 0,-1 2-6 0,-4-1-14 16,1 2-26-16,-8-1-26 0,1-2-40 0,-4-1-35 16,-4 0-51-16,3-5-44 0,-4-1-32 0,-1-1-163 15,0-4-373-15,3-5 165 0</inkml:trace>
  <inkml:trace contextRef="#ctx0" brushRef="#br0" timeOffset="182963.37">11284 5083 84 0,'0'0'227'0,"-5"-6"-22"0,5 6-18 16,-4-5-26-16,4 5-36 0,0 0-50 0,-4-7-78 16,4 7-67-16,-11-2-96 0,11 2-178 0,0 0 79 15</inkml:trace>
  <inkml:trace contextRef="#ctx0" brushRef="#br0" timeOffset="-202409.33">12666 8925 4 0,'0'0'8'15,"0"0"-1"-15,0 0 2 0,0 0 0 0,0 0-3 16,0 0 4-16,0 0-5 0,0 0 1 0,0 0-4 16,0 0 2-16,0 0-1 0,0 0 2 0,0 0 1 15,0 0-5-15,0 0 6 0,0 0-3 0,0 0-1 16,0 0-1-16,0 0-4 0,0 0 1 0,0 0-2 0,0 0-2 16,0 0-10-16,0 0-17 0,0 0 7 15</inkml:trace>
  <inkml:trace contextRef="#ctx0" brushRef="#br0" timeOffset="-150902.04">16381 7551 4 0,'0'0'83'0,"-3"-6"-2"0,3 6-7 0,0 0 4 16,-5-7 1-16,5 7-4 0,0 0 3 0,-5-3 0 15,5 3-5-15,0 0 1 0,0 0-4 0,0 0 0 16,-4-7-12-16,4 7 11 0,0 0-3 0,0 0 0 16,0 0-3-16,0 0 1 0,0 0-2 0,0 0-5 15,0 0-5-15,0 0-3 0,0 0-7 0,0 0-4 16,0 0-5-16,0 0-6 0,0 0-5 0,0 0 0 15,0 0-12-15,0 0 1 0,0 0 6 0,0 0-2 16,0 0-4-16,0 0-4 0,0 0 2 0,0 0-5 16,0 0-1-16,0 0-1 0,0 0 4 0,0 0-4 15,0 0-2-15,21 10 6 0,-18-6 1 0,-3-4-7 16,7 9 1-16,-1-3 1 0,-2-2-1 0,0 3 2 0,2 2 1 16,-1-3 2-16,2 2-1 0,0 1-5 15,0 1 0-15,-1-2 2 0,2-1 2 0,-1 1-4 16,-2 1-1-16,3 3 7 0,-1-2-6 0,0-4 2 15,1 5 1-15,0-4-3 0,-2 1 1 0,2-1 4 0,2 0-1 16,-4-2-3-16,2 2 0 0,-2-2 4 0,2-1 0 16,-2 2-7-16,0-3 3 0,-1 1 5 0,0-1-2 15,-5-3 1-15,9 6 0 0,-4-2-4 16,-5-4-3-16,10 3 4 0,-6-2 0 0,-4-1-1 0,9 4 7 16,-9-4-7-16,0 0 2 0,9 3 7 0,-9-3-12 15,0 0 3-15,0 0 2 0,6 1 0 0,-6-1 5 16,0 0 5-16,0 0 9 0,0 0-2 0,0 0 0 15,0 0-1-15,0 0-4 0,8-10 4 0,-8 10-2 16,0-9-2-16,0 9-2 0,2-10-5 0,-2 10 1 16,3-12 2-16,-3 6-2 0,4-4-5 0,-3 3 3 15,0-5-1-15,1 3 0 0,-1-2-1 0,1 1 3 16,1-7-3-16,0 6 5 0,-1-2-8 0,3-3-1 16,0 0 7-16,-2 3 19 0,2-4-1 0,-3 1-3 15,2 7 0-15,-2-4-2 0,0 1-3 0,1 2-1 16,1-2 0-16,-3 2 1 0,0 2 7 0,1 2-1 15,-2 6 2-15,1-10-4 0,-1 10-2 0,1-12 1 16,-1 12-3-16,0-7-4 0,0 7 1 0,4-7-5 16,-4 7-3-16,0 0 1 0,0 0 0 0,0-8-2 15,0 8-3-15,0 0-3 0,0 0-13 0,0 0-16 0,0 0-11 16,0 0-19-16,0 0-15 0,0 0-41 16,0 0-20-16,0 0-11 0,0 0-23 0,0 0-139 15,5 19-332-15,-5-19 147 0</inkml:trace>
  <inkml:trace contextRef="#ctx0" brushRef="#br0" timeOffset="-149688.52">17023 7314 45 0,'0'0'98'16,"-1"-10"-5"-16,1 10-4 0,0 0-1 0,-2-7-12 16,2 7-4-16,0 0-2 0,0 0-6 0,-4-8-6 15,4 8-1-15,0 0-11 0,0 0 7 0,-6-6-21 16,6 6 2-16,0 0 7 0,-6-3-5 0,6 3-2 15,0 0-6-15,-5-4-1 0,5 4-1 0,0 0-5 16,-9-2-4-16,9 2 8 0,0 0-3 0,-14 0-9 16,14 0 0-16,-10 0 1 0,10 0 7 0,-10 0-11 15,10 0 4-15,-12 2-2 0,12-2 1 0,0 0-8 16,-13 0 9-16,13 0-1 0,0 0-2 0,-7 0 3 16,7 0-9-16,0 0 8 0,0 0-5 0,0 0-3 15,0 0 1-15,-9 1 7 0,9-1-14 0,0 0 6 16,0 0 0-16,0 0 0 0,0 0-2 0,0 0 7 15,32-3 0-15,-18 2-6 0,-3-1 1 0,5-1 0 16,2 2-5-16,-1-2-2 0,3 0-10 0,-2 2-16 16,-4-2-9-16,0 1-16 0,-3 1-12 0,2 1-9 0,-3 0-12 15,-2 0-11-15,-8 0-81 0,16 0-192 16,-9 0 84-16</inkml:trace>
  <inkml:trace contextRef="#ctx0" brushRef="#br0" timeOffset="-149172.78">17115 7264 98 0,'0'0'132'0,"0"0"-11"0,0 0-6 0,-5-4-3 16,5 4-15-16,0 0 3 0,0 0-10 0,0 0-14 16,0 0-3-16,0 0-9 0,0 0-11 15,0 0-8-15,0 0-5 0,0 0-1 0,0 0-5 16,-3 13 15-16,3-13-5 0,2 13-2 0,-1-2-8 0,1 0-1 15,0 4 2-15,-1 3-2 0,-2-7 4 16,4 5-3-16,-3 1-2 0,0-2-8 0,0 0 0 0,1 3-3 16,-2-3-1-16,2-2-2 0,-1-1 0 0,0 3 2 15,0-2-7-15,1 0-1 0,-1-2 2 0,2 2-1 16,-2-3-3-16,1 1 4 0,-1 0-4 0,0-3 0 16,0 4-10-16,1-7 7 0,0 5 1 0,-1-10-5 15,0 13 9-15,0-9-8 0,0-4 0 0,0 11 0 16,0-11 4-16,0 0 0 0,0 7-5 0,0-7 2 15,0 0 2-15,0 0-3 0,-6 9-4 0,6-9-4 16,-9 1-1-16,9-1 1 0,0 0 2 0,-22-5-11 16,15 2 10-16,-3 1-4 0,-1-2 2 0,1 1-11 15,2 1 11-15,-1-1 0 0,3 0 3 0,-2 0-1 16,8 3-3-16,-10-4 6 0,10 4-3 0,-7-2-5 16,7 2 6-16,-8-3-2 0,8 3-4 0,0 0 7 15,-9-1-8-15,9 1 2 0,0 0-2 0,0 0 2 16,0 0-1-16,0 0 4 0,0 0 1 0,0 0-8 15,0 0 10-15,0 0 0 0,0 0 0 0,0 0 2 16,0 0-2-16,36 3 4 0,-26-4-2 0,1 0-5 16,3 1-3-16,1-1-6 0,-2 1-15 0,4-3-14 15,-3 3-13-15,-1-3-29 0,5 0-3 0,-5 1-12 16,1 0-14-16,-1-1-12 0,-2 0-69 0,0 2-209 16,0 0 92-16</inkml:trace>
  <inkml:trace contextRef="#ctx0" brushRef="#br0" timeOffset="-148820.65">17298 7505 81 0,'0'0'138'0,"0"0"-11"0,-1-10 12 0,1 10-11 15,-1-7 1-15,1 7-10 0,0 0-1 0,0 0-9 16,0 0-10-16,0 0-13 0,0 0-6 15,0-10-13-15,0 10-6 0,0 0-13 0,0 0-1 0,0 0-4 16,0 0-2-16,0 0 2 0,0 0 3 0,2 25-5 16,-2-25 0-16,-1 15-6 0,2-9-4 0,-1 5-1 15,1-4-1-15,1 5-6 0,-4-3 8 0,2 2-3 16,0-2-2-16,0 0-1 0,-1 2-8 0,2-3 1 16,-3 1-1-16,2 0 1 0,0 0-3 0,-1-2 0 15,1-7-3-15,0 12 0 0,0-12 0 0,0 15 1 16,0-9-3-16,0-6-6 0,0 10-14 0,-2-3-16 15,2-7-17-15,0 10-5 0,0-10-16 0,-2 7-10 16,2-7-20-16,0 0-6 0,-1 7-9 0,1-7 1 16,0 0-4-16,0 0-2 0,0 0-15 0,0 0-75 15,0 0-220-15,0 0 97 0</inkml:trace>
  <inkml:trace contextRef="#ctx0" brushRef="#br0" timeOffset="-148554.9">17301 7464 104 0,'2'-12'111'16,"0"6"-11"-16,0 1-4 0,-2 5-20 0,7-12 7 15,-3 8 1-15,2 1-10 0,-1-2-1 0,-5 5-3 16,11-3-10-16,-3 3-7 0,-8 0 2 0,14 1-11 16,-5 6 2-16,-2-5-5 0,-1 6-5 0,3-1-7 15,-3 1 0-15,-2 0-4 0,0 4-2 0,-3-3-4 16,1 2 9-16,-4-1 1 0,-2 2-7 0,2-3-4 15,-2 2 1-15,-1-2-3 0,0 1-1 0,-5-1 0 16,3-1-5-16,-1 0 1 0,-2 0 1 0,1 1-4 16,-1 0-2-16,0-3-20 0,0 0-3 0,2-1-23 15,3 1-13-15,-2-4-12 0,7-2-17 0,-8 7-19 16,8-7-94-16,-7 2-211 0,7-2 93 0</inkml:trace>
  <inkml:trace contextRef="#ctx0" brushRef="#br0" timeOffset="-148073.33">17654 7445 95 0,'0'0'143'0,"-7"-7"-4"0,3 4-10 0,4 3-5 16,-9-7-21-16,9 7-9 0,-12-3-12 0,12 3-5 15,-15 3-8-15,5 2 0 0,1 1-5 0,0 0-4 16,-1 1 0-16,3 2-9 0,-1 0-1 16,0-1-8-16,2 3-6 0,-2-3-4 0,4 4-1 0,-1-3-4 15,4-3-6-15,-2 1 0 0,2 0-3 0,1-7 3 16,3 13-1-16,-1-7 1 0,3-2 1 0,1 2-8 16,2 0 2-16,-1-3 4 0,0-2-10 15,2 1 2-15,0 0-2 0,-1-2 1 0,0 1-4 0,-8-1 5 16,14 0-7-16,-7-3 1 0,-7 3 5 0,9 0 0 15,-9 0 0-15,7-3 3 0,-7 3 1 16,0 0 2-16,9-3 2 0,-9 3-13 0,0 0 11 16,0 0-6-16,0 0 1 0,0 0 1 0,0 0 0 0,0 0 1 15,0 0-6-15,-31-3-2 0,21 6 1 0,0 0 1 16,-1 2-6-16,0 2 4 0,2-3 1 0,0 4 3 16,-4 1 0-16,4-4-1 0,-1 1-4 0,1 3 3 15,3-3-1-15,-1 1 3 0,1 2 0 0,2-3-2 16,-1 0-1-16,2-1-7 0,3-5 5 0,-2 10-4 15,2-10 6-15,2 12-3 0,3-7 4 0,0-1-4 16,3 2 2-16,3-5-14 0,0 2-20 0,0-3-16 16,2 2-27-16,5-3-36 0,-5 0-28 0,5-1-165 15,-7 1-325-15,10 1 144 0</inkml:trace>
  <inkml:trace contextRef="#ctx0" brushRef="#br0" timeOffset="-147620.33">17867 7522 53 0,'0'0'136'15,"-8"-2"9"-15,8 2-8 0,0 0-6 0,-9-2-7 16,9 2-1-16,0 0-4 0,0 0-6 0,0 0-5 0,0 0-4 16,-11-2-6-16,11 2-11 0,0 0-3 15,0 0-7-15,0 0-8 0,0 0-3 0,0 0-2 0,0 0 1 16,0 0 0-16,0 0-4 0,0 0 1 0,0 0 1 15,0 0-10-15,0 0 2 0,28-1-6 0,-18-1-3 16,2 2-3-16,-1-3 5 0,2 2-7 0,-4-2-5 16,3 3-4-16,-1-2 0 0,-2 1-3 0,-1 1-1 15,-8 0-5-15,12-2-5 0,-12 2 0 16,9 0-1-16,-9 0-2 0,8-1-1 0,-8 1 0 0,0 0-3 16,0 0 0-16,0 0-3 0,13-1-2 0,-13 1-11 15,0 0-18-15,0 0-15 0,0 0-25 0,6-3-30 16,-6 3-37-16,0 0-38 0,0 0-30 0,0 0-150 15,0 0-376-15,0 0 167 0</inkml:trace>
  <inkml:trace contextRef="#ctx0" brushRef="#br0" timeOffset="-147240.06">18223 7302 143 0,'-7'-3'169'0,"7"3"-8"0,-10 0-7 0,10 0-14 16,-8-4-7-16,8 4-20 0,0 0-7 0,-8-2-13 15,8 2-10-15,0 0-11 0,0 0-4 0,0 0-8 16,0 0-10-16,0 0-4 0,0 0 1 0,0 0-5 16,0 0-7-16,35 0-3 0,-24-2-3 0,5 2-12 0,-4-2-14 15,6 0-19-15,-4 2-14 0,-2 0-21 0,2-1-17 16,-4 1-20-16,3-4-14 0,-3 3-19 15,-2 1-99-15,-8 0-239 0,15-2 106 0</inkml:trace>
  <inkml:trace contextRef="#ctx0" brushRef="#br0" timeOffset="-146766.95">18342 7264 104 0,'0'0'152'0,"0"0"-7"16,-10-3-9-16,10 3-3 0,0 0-18 0,0 0-10 15,0 0-12-15,0 0-12 0,0 0-13 16,-7 6-2-16,7-6-6 0,0 0-8 0,-2 11-8 16,2-11 5-16,-1 11-7 0,1-1 1 0,1 1 1 0,-1 0 4 15,2 5 0-15,-1-4-5 0,0-1-5 0,-1 0 0 16,1 1-6-16,3 2 7 0,-2 0-1 0,-2-3-5 16,2 2 1-16,-2-3-5 0,1 2-3 15,1-1 6-15,0-1-10 0,-2-3-1 0,0 3-1 0,1-2-4 16,1 2 1-16,-2-10-3 0,0 12 0 0,0-6 1 15,0-6-4-15,0 10 2 0,0-10-3 0,0 9-1 16,0-9-2-16,0 7 2 0,0-7 1 0,0 0-4 16,0 0-3-16,-3 10 7 0,3-10-1 0,0 0 2 15,0 0-5-15,-6 6 2 0,6-6-3 0,-8 3-3 16,8-3-3-16,-10 1 4 0,3 0-5 0,7-1-1 16,-15-2 1-16,15 2-2 0,-11-3 1 0,11 3 0 15,-13-1 1-15,13 1 0 0,-9 0-8 0,9 0 8 16,-9-2-1-16,9 2 3 0,-8-3 0 0,8 3-3 15,0 0 3-15,0 0-3 0,-9-2 1 0,9 2-2 16,0 0-3-16,0 0 3 0,0 0-4 0,0 0 8 16,0 0-5-16,0 0 4 0,0 0-2 0,0 0 1 15,0 0 4-15,0 0 0 0,30 5-6 0,-20-7 6 16,3 2-1-16,-2 2-8 0,2-4-13 0,4 1-10 16,0-1-20-16,0 0-16 0,-3 2-22 0,4-2-16 15,-4 2-16-15,3-1-19 0,-3-2-125 0,-3 3-285 16,1 0 126-16</inkml:trace>
  <inkml:trace contextRef="#ctx0" brushRef="#br0" timeOffset="-146376.53">18607 7417 112 0,'0'0'198'0,"0"0"-2"15,-4-7-11-15,4 7-7 0,0 0-5 0,0 0-12 0,-1-7-10 16,1 7-15-16,0 0-14 0,0 0-15 0,0 0-10 16,0 0-13-16,0 0-11 0,0 0-4 15,0 0-12-15,0 0-8 0,0 0-6 0,0 0-5 16,0 0 0-16,0 0-9 0,0 0 1 0,0 26-7 0,1-16 4 15,0-1-5-15,1 3-4 0,-2-4 1 0,0 5-2 16,0-1-6-16,1-1 5 0,-1 0-4 0,0-1 2 16,1 1-2-16,-2-2-1 0,0 0-2 0,1 0 2 15,1 4-1-15,-1-13 2 0,0 14-6 0,-1-7 4 16,1 1-3-16,-3-1 0 0,2 1 6 0,1-8-4 16,1 11-13-16,-1-11-20 0,1 13-18 0,-2-6-29 15,1-7-17-15,0 12-27 0,0-12-20 0,0 6-26 16,0-6-17-16,-1 8-123 0,1-8-326 0,-4 6 145 15</inkml:trace>
  <inkml:trace contextRef="#ctx0" brushRef="#br0" timeOffset="-146040.66">18603 7365 53 0,'1'-11'172'0,"2"6"-4"0,0-2 0 15,-1 1-14-15,4 1-3 0,-6 5-15 0,7-12-12 16,-3 6-12-16,1 1-13 0,1 0-11 0,3-1-6 0,-3 4-8 16,2 2-11-16,-8 0-10 0,13 0-5 15,-13 0-10-15,13 4 1 0,-7 0-5 0,-1 1-1 16,0 1-4-16,0 0-5 0,-1 1 4 0,-1 2-5 15,-1 0-6-15,-2 0 0 0,0-2-3 0,-2 3 2 16,-1-1-5-16,-1 1 1 0,-3 0-2 0,2 0-4 16,-3-1 0-16,-1 0-10 0,-2 4-13 0,3-6-14 15,0 2-10-15,-1-2-15 0,2-1-11 0,-1 0-13 16,0 0-7-16,2-1-16 0,0-1-13 0,6-4-17 0,-7 8-96 16,3-4-246-16,4-4 109 0</inkml:trace>
  <inkml:trace contextRef="#ctx0" brushRef="#br0" timeOffset="-145305.28">18923 7522 3 0,'0'0'110'0,"0"0"1"16,0 0-6-16,0 0 7 0,0 0 0 0,0 0 8 15,0 0-2-15,0 0-1 0,0 0-3 0,0 0-3 16,0 0-2-16,0 0-8 0,0 0-3 0,0 0-11 15,0 0-5-15,0 0-7 0,0 0 1 0,0 0-2 16,0 0-4-16,0 0-9 0,0 0-3 0,-11-8-7 16,11 8-6-16,0 0-3 0,-11 1-3 0,11-1-5 15,0 0-1-15,-13 0-4 0,13 0-1 0,-15 3-6 16,8-1-1-16,-4 2-3 0,1 3-3 0,1 0 1 0,-4 0 1 16,4 1 2-16,-5 2-3 0,6 1-5 15,1-2 0-15,-2 1-3 0,0 0 4 0,4 1-5 16,-1-1 0-16,3-2-1 0,-1 2 3 0,0-1-6 15,3-1 1-15,1 0 1 0,0 2 4 0,2-4-2 16,1-1-2-16,3 3 3 0,2-1 0 0,3-3 1 16,1 0-9-16,6 1-20 0,-2-2-22 0,2 0-23 15,0 0-32-15,3-3-25 0,0-1-29 0,-1 1-26 16,-1 1-144-16,-6-2-348 0,4 1 154 0</inkml:trace>
  <inkml:trace contextRef="#ctx0" brushRef="#br0" timeOffset="-130250.98">21578 7108 16 0,'0'0'26'0,"0"0"-9"0,0 0 0 16,0 0-3-16,0 0 1 0,0 0-11 16,0 0 1-16,0 0 7 0,0 0 1 0,0 0-4 15,0 0 1-15,0 0-4 0,0 0-3 0,0 0 8 16,0 0-7-16,0 0-3 0,0 0 6 0,0 0 0 0,0 0-6 16,0 0 2-16,0 0-4 0,0 0 7 0,0 0-7 15,0 0 2-15,0 0-1 0,0 0 2 16,0 0 4-16,0 0-3 0,0 0-4 0,0 0 1 15,0 0 3-15,0 0-3 0,0 0 1 0,0 0 1 16,0 0 1-16,0 0 2 0,0 0-4 0,0 0-1 0,0 0 1 16,0 0 3-16,0 0-3 0,0 0 5 0,0 0-1 15,0 0 1-15,0 0 3 0,0 0-8 0,0 0 10 16,0 0-4-16,0 0-2 0,0 0 1 16,0 0-3-16,0 0 3 0,0 0-4 0,0 0 2 0,0 0-3 15,0 0 8-15,0 0-6 0,0 0 4 0,0 0-8 16,0 0 4-16,0 0-2 0,0 0 0 0,0 0 2 15,0 0 1-15,0 0-3 0,0 0 0 16,0 0-1-16,0 0 6 0,0 0-5 0,0 0 1 0,0 0-3 16,0 0-1-16,0 0 0 0,0 0-3 0,0 0 2 15,0 0 6-15,0 0-8 0,0 0 2 16,0 0 0-16,0 0-5 0,0 0 2 0,0 0-5 16,0 0 2-16,0 0 3 0,0 0-4 0,0 0 1 0,0 0 0 15,0 0-7-15,0 0 2 0,0 0 1 0,0 0-4 16,0 0-1-16,0 0-13 0,0 0-33 0,0 0 15 15</inkml:trace>
  <inkml:trace contextRef="#ctx0" brushRef="#br0" timeOffset="-123078.21">12812 6953 13 0,'0'0'14'0,"0"0"-7"0,0 0 0 0,0 0-1 16,0 0 6-16,0 0-8 0,0 0 7 16,0 0-6-16,0 0 4 0,0 0-3 0,0 0-7 15,0 0 6-15,0 0 1 0,0 0-1 0,0 0 0 0,0 0 5 16,0 0-5-16,0 0 5 0,0 0 0 0,0 0-2 15,29-2 6-15,-29 2-1 0,0 0 0 0,0 0-1 16,7-2-4-16,-7 2 2 0,0 0 1 16,0 0-7-16,0 0 2 0,8-4 1 0,-8 4-4 0,0 0 2 15,0 0 3-15,0 0-8 0,0 0 1 0,10 0-2 16,-10 0 11-16,0 0-1 0,0 0-4 0,9 0 1 16,-9 0 2-16,0 0-9 0,0 0 4 0,8-2 1 15,-8 2-1-15,0 0 1 0,0 0-16 0,0 0 12 16,0 0-4-16,0 0 7 0,0 0 6 0,0 0-11 15,0 0 6-15,0 0-4 0,0 0 3 0,8 3-1 16,-8-3 0-16,0 0-2 0,0 0 5 0,0 0-3 16,0 0 2-16,0 0 1 0,0 0 6 0,0 0 1 15,0 0-7-15,0 0 5 0,0 0 1 0,0 0 3 16,0 0-4-16,0 0 6 0,0 0 2 0,0 0-4 16,0 0-5-16,0 0 2 0,0 0 0 0,0 0-2 15,0 0 3-15,0 0 2 0,0 0-2 0,0 0 0 16,0 0 2-16,0 0-8 0,0 0 2 0,0 0-2 15,0 0 5-15,0 0-14 0,0 0 3 0,0 0-8 16,0 0-9-16,0 0-10 0,0 0-2 0,0 0-2 0,0 0 2 16,0 0-10-16,0 0-31 0,2 9-75 15,-2-9 34-15</inkml:trace>
  <inkml:trace contextRef="#ctx0" brushRef="#br0" timeOffset="-117465.14">12507 6938 18 0,'0'0'12'15,"0"0"-1"-15,0 0-1 0,0 0-4 0,0 0 4 16,0 0-4-16,0 0 0 0,0 0-5 0,0 0-15 16,0 0-14-16,0 0 6 0</inkml:trace>
  <inkml:trace contextRef="#ctx0" brushRef="#br0" timeOffset="-116206.86">12866 6909 8 0,'0'0'11'0,"0"0"-1"16,0 0-3-16,0 0-1 0,0 0 2 0,0 0-5 16,0 0 5-16,0 0 1 0,0 0-5 0,0 0 0 15,0 0 0-15,0 0 0 0,0 0 0 0,0 0-2 16,0 0-1-16,0 0 2 0,0 0-4 0,0 0 4 15,0 0-1-15,0 0-1 0,0 0 0 0,0 0-1 16,0 0-1-16,0 0 1 0,0 0 1 0,0 0-2 16,0 0 1-16,0 0-2 0,0 0-1 0,0 0 1 15,0 0 4-15,0 0-2 0,0 0 2 0,0 0-2 16,0 0 0-16,0 0 0 0,0 0 3 0,0 0-6 16,0 0-2-16,0 0 5 0,0 0 1 0,0 0-3 15,0 0 1-15,0 0 2 0,0 0 0 0,0 0 2 16,0 0-3-16,0 0-1 0,0 0 2 0,0 0-1 15,0 0 0-15,0 0 0 0,0 0-2 0,0 0-1 16,0 0 2-16,0 0 2 0,0 0 0 0,0 0 0 16,0 0-4-16,0 0 3 0,0 0 1 0,0 0-2 15,0 0-1-15,0 0 6 0,0 0-3 0,0 0-1 0,0 0 5 16,0 0-5-16,0 0 3 0,0 0-4 16,0 0 2-16,0 0 0 0,0 0-2 0,0 0 0 15,0 0 1-15,0 0-3 0,0 0 3 0,0 0-1 16,0 0 0-16,0 0 2 0,0 0 1 0,0 0-2 0,0 0 3 15,0 0 1-15,0 0-8 0,0 0 0 0,0 0 5 16,0 0-3-16,0 0 4 0,0 0-3 16,0 0 3-16,0 0-2 0,0 0 0 0,0 0 0 15,0 0 2-15,0 0-5 0,0 0 7 0,0 0-13 0,0 0 11 16,0 0-2-16,0 0 1 0,0 0-5 0,0 0 8 16,0 0 0-16,0 0-3 0,0 0-1 0,0 0 3 15,0 0-2-15,0 0-2 0,0 0 1 16,0 0 2-16,0 0-4 0,0 0 6 0,0 0-3 0,0 0-3 15,0 0 1-15,0 0 0 0,0 0 0 0,0 0 1 16,0 0-6-16,0 0 6 0,0 0-6 0,0 0-3 16,0 0-6-16,0 0-14 0,0 0 6 15</inkml:trace>
  <inkml:trace contextRef="#ctx0" brushRef="#br0" timeOffset="-113969.11">21594 6811 42 0,'0'0'47'0,"0"0"-10"0,0 0-2 16,0 0-1-16,0 0-4 0,0 0 2 0,0 0-8 15,0 0-7-15,0 0-3 0,0 0 2 0,0 0-17 16,0 0-6-16,0 0-10 0,0 0-34 0,0 0-54 0,0 0 23 16</inkml:trace>
  <inkml:trace contextRef="#ctx0" brushRef="#br0" timeOffset="-112943.85">21931 6856 2 0,'0'0'2'0,"0"0"-3"0,0 0-1 0,0 0 4 15,0 0-2-15,0 0 1 0,0 0 1 0,0 0 0 16,0 0-4-16,0 0-1 0,0 0 8 16,0 0-3-16,0 0-4 0,0 0 4 0,0 0 3 0,0 0-3 15,0 0 0-15,0 0-6 0,0 0 8 0,0 0-1 16,0 0 0-16,0 0-5 0,0 0 3 15,0 0-3-15,0 0 2 0,0 0 3 0,0 0-2 16,0 0 1-16,0 0-1 0,0 0-2 0,0 0 1 0,0 0-2 16,0 0 3-16,0 0-1 0,0 0-5 0,0 0-5 15,0 0 22-15,0 0-16 0,0 0 6 0,0 0-3 16,0 0 0-16,0 0 3 0,0 0 0 0,0 0 0 16,0 0-2-16,0 0 3 0,0 0-4 0,0 0 0 15,0 0 2-15,0 0-1 0,0 0 2 0,0 0-3 16,0 0 5-16,0 0-10 0,0 0 14 0,0 0-12 15,0 0 9-15,0 0-3 0,0 0-2 0,0 0-2 16,0 0 3-16,0 0 3 0,0 0-3 0,0 0-1 16,0 0-4-16,0 0 6 0,0 0-9 0,0 0 6 15,0 0-5-15,0 0-6 0,0 0 3 0</inkml:trace>
  <inkml:trace contextRef="#ctx0" brushRef="#br0" timeOffset="-101667.08">22185 6745 2 0,'0'0'32'16,"0"0"-5"-16,0 0-4 0,0 0-1 0,0 0 3 16,0 0-7-16,0 0-1 0,0 0-6 0,0 0 3 15,0 0 1-15,0 0-1 0,0 0 1 0,0 0 0 16,0 0-6-16,0 0-10 0,0 0 7 0,0 0 0 16,0 0 3-16,0 0-2 0,0 0-7 0,0 0 6 0,0 0 3 15,0 0-15-15,0 0 7 0,0 0 1 16,0 0-1-16,0 0 1 0,0 0 2 0,0 0 0 15,0 0-6-15,0 0 2 0,0 0-1 0,0 0 7 16,0 0-5-16,0 0 1 0,0 0-2 0,0 0 2 16,0 0-4-16,0 0 3 0,0 0-9 0,0 0 8 15,0 0-1-15,0 0-1 0,0 0 5 0,0 0 1 16,0 0-3-16,0 0-2 0,0 0 0 0,0 0 0 16,0 0 1-16,0 0-1 0,0 0-2 0,0 0 5 15,0 0-1-15,0 0-4 0,0 0 2 0,0 0-2 16,0 0 3-16,0 0 0 0,0 0 2 0,0 0 0 15,0 0 1-15,0 0-2 0,0 0-1 0,0 0 1 16,0 0-3-16,0 0 2 0,0 0 0 0,0 0 3 0,0 0 1 16,0 0-4-16,0 0-4 0,0 0 3 0,0 0-7 15,0 0 2-15,0 0-2 0,0 0-1 16,0 0-7-16,0 0-1 0,0 0-4 0,0 0-17 16,0 0-41-16,0 0 18 0</inkml:trace>
  <inkml:trace contextRef="#ctx0" brushRef="#br0" timeOffset="-55170.58">21476 6906 41 0,'-4'-7'35'0,"4"7"4"0,0 0-4 0,-4-7-4 16,4 7-6-16,-6-4-1 0,6 4-1 0,-8-2-1 16,8 2 1-16,-11-4-5 0,11 4-2 0,-12-4-2 0,7 3 0 15,5 1 0-15,-12-1-1 0,12 1 2 0,-11-3-7 16,11 3 6-16,-11-3-2 0,11 3 0 16,-13 0 1-16,13 0-4 0,-12-2 4 0,12 2 0 15,-14-1-9-15,8 1 2 0,6 0 5 0,-10 0 0 0,10 0-1 16,0 0 6-16,-13 0 5 0,13 0-8 0,0 0-6 15,-8-2 7-15,8 2-2 0,0 0 0 0,0 0-4 16,0 0 1-16,0 0 2 0,0 0 0 0,0 0-4 16,0 0 3-16,41 5 0 0,-13-5-2 0,3 4-2 15,6-2 4-15,1 1-22 0,15 1 1 0,-3-4-24 16,-11 4-6-16,1 0-20 0,-2 1-34 0,-1 0-100 16,-2-1 44-16</inkml:trace>
  <inkml:trace contextRef="#ctx0" brushRef="#br0" timeOffset="-39635.36">17872 7705 33 0,'0'0'45'0,"0"0"-9"0,0 0-14 0,0 0-7 15,0 0 0-15,0 0-16 0,0 0-11 0,0 0-14 16,0 0-28-16,0 0 13 0</inkml:trace>
  <inkml:trace contextRef="#ctx0" brushRef="#br0" timeOffset="43883.97">15623 6814 33 0,'32'-4'50'0,"-1"1"-9"0,0 3 6 16,0-1-10-16,4 0-7 0,-2 0-2 16,-3-1 2-16,1-3 0 0,0 4 0 0,1 0-11 0,1-1 8 15,-1 1-10-15,-1 0 2 0,2-1-2 0,0 1 3 16,0 1 0-16,3-2-6 0,1-2 0 0,4 1 10 15,-1 0-6-15,12 1-3 0,-14 2-7 0,1 0 6 16,-1-4-1-16,3 1-3 0,-5 1 0 0,0 0 2 16,1 2-5-16,-2-2-5 0,0 2 0 0,2-4 7 15,-4 4-1-15,3 0-9 0,-2 0 7 0,1 0-4 16,-2-1-4-16,2 1-1 0,-1 1-2 0,1-1 4 16,-1 0 0-16,3 0-2 0,-3-1-2 0,1-1-9 15,-1 2 5-15,0 0-4 0,2 0-4 0,-4 0-4 16,0 0-11-16,0 2 2 0,-3-2-12 0,2 1-5 15,-1-1-27-15,0 0-78 0,-10 0 35 0</inkml:trace>
  <inkml:trace contextRef="#ctx0" brushRef="#br0" timeOffset="44615.74">18454 6764 28 0,'12'-1'47'16,"1"1"-1"-16,5-2-5 0,1-2 0 0,3 4-1 0,7-3 1 16,2 1-5-16,1 1 1 0,2 0-5 0,0 1-6 15,2-3 1-15,2 1 1 0,-2 1-1 16,-1-1-9-16,2 2 1 0,-1 0-7 0,0-3 2 15,0 3-1-15,-2 3-12 0,-1-3 8 0,2 2-5 16,-3-2 9-16,0 1-3 0,0-1-6 0,1 2 1 16,-2-1 1-16,-1 1 5 0,1-2-14 0,0 2 3 0,2 0-5 15,-1-2 2-15,0 0-8 0,0 2-7 16,0-1 5-16,2 1-4 0,-2 2 2 0,4-2-2 0,-3 0 1 16,2 1-6-16,-1-2-3 0,2 2 2 0,-1 0-7 15,-1-1 0-15,1 0-1 0,-3-4 0 0,-2 5-24 16,-2-3-59-16,2 1 27 0</inkml:trace>
  <inkml:trace contextRef="#ctx0" brushRef="#br0" timeOffset="45575.7">20327 6777 24 0,'22'1'38'16,"6"0"-4"-16,-7-1 0 0,7 2-7 0,-7-2-2 16,9 1 2-16,-9 0-2 0,6-2-8 0,-6 2 2 15,0-2-3-15,9 1 3 0,-2-1 0 0,1-1-1 16,2 4 2-16,0-4-5 0,-1 2-11 0,-2 0 12 16,-7 0-2-16,2 2-9 0,0-4 4 0,-4 4-4 15,2-2 1-15,-4 0 0 0,1 0-4 0,-4 0 9 16,0 0-8-16,0 0-2 0,-1 0 3 0,-2 0-3 15,0 0 3-15,0 1 2 0,1 0-5 0,-1-1 4 16,0 2-7-16,-4-1 3 0,5-1 1 0,-12 0 1 0,13-1-5 16,-7-1 7-16,-6 2-6 0,15 0 5 0,-15 0-2 15,9-1 1-15,-9 1 2 0,0 0-4 16,14 0 0-16,-14 0 0 0,9-3 3 0,-9 3 5 16,9-1-4-16,-9 1 10 0,12 0-6 0,-12 0 9 0,9-1-17 15,-9 1 6-15,10-1-1 0,-10 1 4 0,15-2 0 16,-7 2 3-16,2 0-4 0,2 0-5 15,-5 0 2-15,2-1-5 0,-9 1-5 0,17 0 12 16,-9 0 2-16,-1-2-1 0,-7 2-1 0,13-1 1 0,-13 1 3 16,10-2-4-16,-10 2 3 0,11-1 3 0,-11 1 5 15,0 0-4-15,10 1 7 0,-10-1 7 0,0 0-3 16,0 0-9-16,0 0 0 0,0 0 8 0,9-1-7 16,-9 1 1-16,0 0-4 0,0 0 5 0,0 0-5 15,0 0 2-15,0 0-15 0,0 0 18 0,0 0-11 16,0 0 4-16,0 0-6 0,7 1 2 0,-7-1-5 15,0 0 1-15,0 0 2 0,0 0-3 0,0 0-1 16,0 0-3-16,0 0-2 0,0 0 8 0,0 0-11 16,0 0 7-16,0 0 2 0,0 0-6 0,0 0-3 15,0 0 7-15,0 0-1 0,0 0 0 16,0 0 3-16,0 0-7 0,0 0 0 0,0 0-4 0,0 0 0 16,0 0 7-16,0 0 5 0,0 0-1 0,0 0-12 15,0 0 9-15,0 0 2 0,0 0-6 0,0 0 5 16,0 0-2-16,0 0-1 0,0 0 3 0,0 0-4 15,0 0 2-15,0 0-6 0,0 0 4 0,0 0 0 0,0 0 8 16,0 0-5-16,0 0 8 0,0 0-14 16,0 0 5-16,0 0 0 0,0 0-5 0,0 0 5 15,0 0-2-15,0 0 5 0,0 0 0 0,0 0-4 16,0 0 5-16,0 0-3 0,0 0-5 0,0 0-2 0,0 0 9 16,0 0 0-16,0 0 0 0,0 0-3 15,0 0 2-15,0 0-6 0,0 0 7 0,0 0-6 16,0 0-5-16,0 0 9 0,0 0-3 0,0 0 0 15,0 0 0-15,0 0 8 0,0 0 3 0,0 0-6 0,0 0-5 16,0 0 6-16,0 0-5 0,0 0 0 16,0 0-8-16,0 0-10 0,0 0 0 0,0 0-3 15,0 0-2-15,0 0-10 0,0 0 6 0,0 0-17 16,0 0-9-16,0 0-11 0,0 0-60 0,0 0-136 0,0 0 61 16</inkml:trace>
  <inkml:trace contextRef="#ctx0" brushRef="#br0" timeOffset="51360.97">22147 6867 16 0,'0'0'37'0,"0"0"0"0,0 0-9 0,0 0-3 16,0 0 2-16,0 0-9 0,0 0-8 0,0 0-4 16,0 0-3-16,0 0-8 0,0 0-1 0,0 0-10 15,0 0 4-15,0 0-3 0,0 0-11 0,0 0-28 16,0 0 13-16</inkml:trace>
  <inkml:trace contextRef="#ctx0" brushRef="#br0" timeOffset="53205.78">22137 6889 31 0,'0'0'52'0,"0"0"0"0,0 0-2 16,0 0-5-16,0 0-2 0,0 0-7 0,0 0-2 16,0 0-5-16,0 0 1 0,0 0-7 0,0 0 1 15,0 0-6-15,0 0 2 0,0 0-9 0,0 0 8 16,0 0-7-16,0 0-3 0,0 0-2 0,0 0 2 16,0 0-2-16,0 0-3 0,0 0 2 0,0 0-8 15,0 0 13-15,0 0 0 0,0 0-5 0,0 0 2 16,0 0-11-16,0 0 15 0,0 0-4 0,0 0-7 15,0 0 6-15,0 0 4 0,0 0 9 0,0 0-6 16,0 0-8-16,0 0 2 0,0 0 1 0,0 0 4 16,0 0-6-16,0 0 1 0,0 0 0 0,0 0 2 15,0 0-2-15,0 0-1 0,0 0-3 0,0 0-6 16,0 0 9-16,0 0-4 0,0 0 0 0,0 0 2 16,0 0-4-16,0 0 6 0,0 0 8 0,0 0-9 15,0 0-14-15,0 0 7 0,0 0-4 0,0 0 8 16,0 0 0-16,0 0-7 0,0 0 10 0,0 0-7 15,0 0-1-15,0 0-3 0,0 0 7 0,0 0-4 16,0 0-1-16,0 0-1 0,0 0 8 0,0 0-2 16,0 0-3-16,0 0 3 0,0 0 6 0,0 0-7 0,0 0-3 15,0 0 1-15,0 0 4 0,0 0 2 16,0 0-15-16,0 0 9 0,0 0 2 0,0 0 0 16,0 0-3-16,0 0 1 0,0 0 1 0,0 0 3 15,0 0 0-15,0 0-7 0,0 0 5 0,0 0 4 16,0 0-7-16,0 0 8 0,0 0-9 0,0 0 0 0,0 0 1 15,0 0-2-15,0 0 4 0,0 0-5 16,0 0 4-16,0 0 2 0,0 0-2 0,0 0 2 16,0 0-1-16,0 0-3 0,0 0 8 0,0 0-5 15,0 0-2-15,0 0 7 0,0 0-5 0,0 0 0 16,0 0 3-16,0 0-4 0,0 0-3 0,0 0 4 16,0 0-2-16,0 0 3 0,0 0-6 0,0 0 6 15,0 0 1-15,0 0-4 0,0 0 7 0,0 0-5 16,0 0 5-16,0 0-2 0,0 0-1 0,0 0-3 0,0 0 6 15,0 0-5-15,0 0 0 0,0 0 0 0,0 0-7 16,0 0 5-16,0 0 5 0,0 0-6 0,0 0 0 16,0 0 1-16,0 0 7 0,0 0-5 0,0 0-3 15,0 0 3-15,0 0 10 0,0 0-8 0,0 0 3 16,0 0-1-16,0 0-5 0,0 0-2 0,0 0 1 16,0 0-4-16,0 0-2 0,0 0 10 0,0 0-4 15,0 0 1-15,0 0-6 0,0 0 3 0,0 0 7 16,0 0-11-16,0 0 3 0,0 0 1 0,0 0-5 15,0 0 5-15,0 0-7 0,0 0 4 0,0 0-5 16,0 0-1-16,0 0 7 0,0 0-6 0,0 0 2 16,0 0-10-16,0 0-3 0,0 0-2 0,0 0-1 15,0 0-7-15,0 0-2 0,0 0 5 0,0 0-4 16,0 0 0-16,0 0-5 0,0 0-26 0,0 0-71 16,0 0 32-16</inkml:trace>
  <inkml:trace contextRef="#ctx0" brushRef="#br0" timeOffset="54363.03">13077 6949 10 0,'0'0'32'0,"0"0"-7"16,0 0 2-16,0 0-5 0,0 0-1 0,0 0 2 15,0 0-6-15,0 0 3 0,0 0-10 0,0 0 3 16,0 0-2-16,0 0-6 0,0 0 7 0,0 0-4 16,0 0 1-16,0 0-4 0,0 0-5 0,0 0-6 15,0 0-7-15,0 0-11 0,0 0-15 0,0 0-40 16,0 0 18-16</inkml:trace>
  <inkml:trace contextRef="#ctx0" brushRef="#br0" timeOffset="62655.27">19643 3057 5 0,'-6'-5'110'0,"6"5"-6"16,0 0 1-16,0 0-16 0,-9-5 5 0,9 5-1 15,0 0-4-15,-8-3-7 0,8 3-2 16,0 0-7-16,0 0-4 0,0 0-7 0,0 0-11 16,0 0-6-16,0 0 0 0,0 0-7 0,0 0-1 0,12-12-8 15,-1 10-5-15,0-1-11 0,5-5-7 16,2 6-4-16,1-4-4 0,2 3-18 0,-1 0-22 0,8-1-9 15,-9 1-6-15,-2-1-19 0,-4 2-5 16,0 1-2-16,-3 1-2 0,1-2-57 0,-4 2-153 16,-7 0 68-16</inkml:trace>
  <inkml:trace contextRef="#ctx0" brushRef="#br0" timeOffset="62792.86">19898 2966 90 0,'0'0'0'0,"0"0"5"0,0 0 4 0,-9-13 12 0,9 13-7 15,-4-4 1-15,4 4 2 0,-8-4-1 16,8 4-3-16,0 0 2 0,-6-7-1 0,6 7-2 15,0 0-5-15,-6-4 4 0,6 4-9 0,0 0 2 16,0 0-3-16,-7-4-2 0,7 4-9 0,0 0 2 0,0 0-14 16,0 0-16-16,-11 7-41 0,11-7 19 15</inkml:trace>
  <inkml:trace contextRef="#ctx0" brushRef="#br0" timeOffset="63362.52">19790 3098 92 0,'0'0'112'0,"2"-9"-5"16,-2 9-13-16,0 0-4 0,0 0-13 0,0 0-13 15,0 0 0-15,0 0-15 0,0 0-2 0,-2-9-6 16,2 9-7-16,0 0-12 0,0 0-3 0,0 0 3 16,0 0-8-16,0 0 3 0,4 26-8 0,-4-13 8 15,0 1-12-15,0 2 4 0,-1 1 1 0,0 2-5 16,-3 0 8-16,0 1-5 0,0-1 1 0,2 0 2 16,-1 0-3-16,0-2 2 0,1 2 1 0,-1-3 9 15,2 0-22-15,-2-2 7 0,5-3 2 0,-4 0-10 16,2 2 6-16,-1-4-6 0,1 1-1 15,1 1-5-15,2 0-9 0,-2-1 1 0,1-2-8 0,-1-1-3 16,0 3 1-16,0-5-11 0,-1 5 2 0,0-10-1 16,3 11 1-16,-3-6-3 0,0-5 7 15,0 0 1-15,0 10 9 0,0-10 13 0,0 0-13 0,0 0-1 16,-3 10 10-16,3-10 0 0,0 0 2 0,-7 3-3 16,7-3 5-16,0 0 0 0,-14-1-4 0,14 1 5 15,-12-3 2-15,12 3 6 0,-11-5-4 16,4 3 6-16,2-1 3 0,5 3-7 0,-10-5 7 0,4 2-3 15,6 3 10-15,-10-6-1 0,4 3 6 16,6 3 3-16,-7-4 2 0,7 4-4 0,0 0-2 0,-8-2 0 16,8 2-6-16,0 0 6 0,-6-6 0 15,6 6-8-15,0 0 0 0,0 0 1 0,0 0 1 16,0 0-4-16,0 0-8 0,0 0 7 0,16-4-2 16,-16 4-8-16,19-2-1 0,-5 1-10 0,6 1-7 0,-1-2-13 15,2 1-17-15,8-1-9 0,-6 0-38 0,-4 0-107 16,4 1 47-16</inkml:trace>
  <inkml:trace contextRef="#ctx0" brushRef="#br0" timeOffset="63645.21">20018 3346 45 0,'-5'-9'134'0,"5"9"-9"0,-4-7 0 15,4 7-17-15,-3-6 1 0,3 6-9 0,0 0-15 16,0 0-15-16,-5-7-8 0,5 7-10 0,0 0-8 16,0 0-3-16,0 0-9 0,0 0-1 0,0 0-6 15,3 24 2-15,-3-16-5 0,1 6-4 0,-1-4-1 16,0 2-3-16,0 0 5 0,0 1-7 0,0 2 2 16,0-2-4-16,0-2 3 0,0 2-1 0,-1 3-1 15,1-6-3-15,0 2 1 0,0 0-17 0,-3-3-9 16,3-9-15-16,0 21 2 0,3-10-19 0,-2-1-9 15,-1 0-8-15,1-2-15 0,1 2-8 0,-1-3-72 16,0 1-175-16,-1-8 78 0</inkml:trace>
  <inkml:trace contextRef="#ctx0" brushRef="#br0" timeOffset="63917.56">20049 3284 8 0,'0'0'67'0,"10"-2"-12"16,-10 2-2-16,14 2-17 0,-14-2 1 0,11 5-7 15,-5 0 2-15,0-1-9 0,-2 3-1 0,-1-2-5 0,-1 5 0 16,-1 0-5-16,-2 3 3 0,-3 1-3 0,-4 2 6 15,-1-4-8-15,-1 4 1 0,-4-2-3 0,1 1 1 16,-2-3-10-16,2 1 1 0,0-4-18 16,-1 1-16-16,4-2-40 0,1 1-79 0,-1-2 36 15</inkml:trace>
  <inkml:trace contextRef="#ctx0" brushRef="#br0" timeOffset="64354.1">20294 3300 58 0,'-13'10'54'0,"3"-3"-3"0,1 3-11 0,2 0 0 0,2-1-5 15,0 1-5-15,2 0-1 0,3-1-3 0,-2 0 1 16,6 2 3-16,-1-3-3 0,3 2-8 0,-1-3 0 16,3 0-2-16,0-1-4 0,3-1 6 0,-5-1-7 15,1-1-3-15,-1 1 2 0,2-1-1 0,-3-2 10 16,-5-1-8-16,6 4-1 0,-6-4 7 16,7 2 1-16,-7-2 6 0,0 0-2 0,0 0 2 15,0 0 11-15,0 0-16 0,0 0 0 0,0 0 9 0,0 0-6 16,0 0-3-16,0 0 4 0,0 0-9 0,0 0 4 15,0 0-8-15,0 0-5 0,0 0-6 0,0 0 7 16,0 0-1-16,0 0-3 0,-32 1-3 0,21 5 3 16,1 1 0-16,1-1-10 0,0 3 8 15,0-2-4-15,2 0 3 0,0 2-2 0,4-3 4 0,-1 2-5 16,1-2 4-16,1 0 3 0,2 3-9 16,0-9-5-16,2 11-4 0,7-3-14 0,-1-2-13 0,8 1-20 15,1-2-74-15,5-4-146 0,5-2 65 16</inkml:trace>
  <inkml:trace contextRef="#ctx0" brushRef="#br0" timeOffset="64528.68">20721 3361 46 0,'0'0'107'0,"6"-5"-13"15,-6 5-32-15,9-1-23 0,0-1-16 0,-9 2-32 16,18 0-13-16,-5 2-35 0,-2-1-62 0,0 2 28 16</inkml:trace>
  <inkml:trace contextRef="#ctx0" brushRef="#br0" timeOffset="64701.03">20735 3466 77 0,'0'0'119'0,"0"0"-9"16,0 0-11-16,0 0-4 0,0 0-23 0,0 0-8 16,0 0-11-16,0 0-8 0,0 0 20 0,18 3-54 15,-8-2-30-15,8 2-33 0,1-5-72 0,3 2-133 16,5-5 59-16</inkml:trace>
  <inkml:trace contextRef="#ctx0" brushRef="#br0" timeOffset="64905.61">21281 3168 146 0,'0'0'127'0,"0"0"-18"16,20-11-22-16,-5 5-20 0,4-3-9 0,11 0-19 15,0 4-22-15,1-4-14 0,0 4-22 0,-1 1-20 16,-1-1-19-16,-11 4-32 0,-2 0-97 16,-4 0 44-16</inkml:trace>
  <inkml:trace contextRef="#ctx0" brushRef="#br0" timeOffset="65151.68">21493 3095 11 0,'0'0'73'0,"0"0"-8"0,-9 8-10 16,9-8-7-16,-2 12 1 0,2-3-10 0,0 4-2 0,0-1-4 15,-2-1 0-15,2 2-1 0,0 3-6 16,2 0 2-16,-2 0 0 0,-2-1-6 0,2 1-7 16,0-3 3-16,0 3 1 0,0-5 3 0,2-1-9 15,-2 1 3-15,0 1-1 0,0-3 0 0,-2 3-1 16,2-2 3-16,-3 0-8 0,1 1-9 0,-3-3-9 15,0 3-16-15,-3-3-8 0,-2 1-8 0,-3-1-13 16,3 1-3-16,-3-2-33 0,3-1-96 0,-4 0 44 16</inkml:trace>
  <inkml:trace contextRef="#ctx0" brushRef="#br0" timeOffset="65274">21325 3457 146 0,'-11'-1'8'0,"11"1"18"16,0 0 2-16,-12-1 6 0,12 1-1 0,0 0 0 16,0 0 1-16,0 0-7 0,0 0-1 0,0 0-5 15,0 0-5-15,0 0-2 0,20-13 4 0,-7 10 2 16,5-1-8-16,2 1 1 0,0-1-4 0,7-3-7 15,0 5-7-15,1-2-16 0,1-1-6 0,-2 0-13 16,-5 3-32-16,6-3-77 0,-9 2 35 0</inkml:trace>
  <inkml:trace contextRef="#ctx0" brushRef="#br0" timeOffset="65510.67">21750 3266 62 0,'0'0'153'0,"-2"-11"-15"0,2 11-11 0,0 0-19 15,0 0-15-15,0 0-17 0,0 0-7 0,0 0-11 16,0 0-2-16,0 0-11 0,0 0-6 0,0 0-5 16,0 0-3-16,-6 34-3 0,3-20 3 0,2 2 7 15,-3 2-17-15,2 0-1 0,-1 0-1 0,-1-3-4 16,2 3 5-16,-1 0-3 0,3-1-1 16,-2-1-4-16,2-4 4 0,-3 1-7 0,2 0 3 0,1-2 3 15,-1 0 0-15,-2 2-18 0,2 0-22 0,2-1-27 16,-1-1-15-16,-1 1-17 0,1-3-12 0,-2 2-8 15,2-3-57-15,0-8-173 0,-1 11 76 0</inkml:trace>
  <inkml:trace contextRef="#ctx0" brushRef="#br0" timeOffset="65772.06">21748 3233 28 0,'8'-3'70'0,"-8"3"0"16,20-2-13-16,-12 3-7 0,-8-1-2 0,22 5-6 15,-13-1-8-15,2 1 5 0,-3 2-7 0,0 0-10 16,-2 2 6-16,-1 0-2 0,0 0-8 0,-2 1 6 16,-3 1-8-16,-2-1 3 0,0 2-3 0,-6-2 3 15,2 2-6-15,-3 2 5 0,-4-2-3 0,-1-2-4 16,0 2-1-16,-1-3 3 0,-1 1-5 0,1-1-7 15,3-2-5-15,1-1-19 0,1 1-18 0,1-3-73 16,2 0-122-16,0 2 54 0</inkml:trace>
  <inkml:trace contextRef="#ctx0" brushRef="#br0" timeOffset="66037.48">22052 3346 4 0,'0'0'156'0,"0"0"-18"0,0 0-12 0,0 0-13 15,0 0-15-15,0 0-4 0,0 0-15 0,0 0-3 16,0 0-11-16,-34 17-6 0,19-10-12 0,1 3 4 16,1 1-11-16,-3 0-7 0,7-2 5 0,-1 1-8 15,4-1-7-15,-1 0 2 0,2 1-3 0,3 0-4 16,2-10 4-16,-2 14 15 0,2-14-19 0,9 16-1 15,-1-8-1-15,5-1-4 0,5-1-18 0,10 1-22 16,4-1-22-16,1-1-31 0,0-3-32 0,4-1-84 16,-5 1-213-16,0-5 95 0</inkml:trace>
  <inkml:trace contextRef="#ctx0" brushRef="#br0" timeOffset="66508.73">19947 3666 71 0,'0'0'63'0,"0"0"-9"16,0 0-18-16,0 0-21 0,0 0-11 0,0 0-11 15,0 0-33-15,0 0-42 0,0 0 18 0</inkml:trace>
  <inkml:trace contextRef="#ctx0" brushRef="#br0" timeOffset="67265.08">22100 3634 38 0,'0'0'49'0,"0"0"-8"0,0 0-6 0,0 0 4 15,0 0-4-15,0 0-2 0,0 0-5 0,0 0-1 16,0 0-10-16,0 0 1 0,0 0-5 0,0 0-11 15,0 0-14-15,0 0-49 0,0 0-66 0,0 0 30 16</inkml:trace>
  <inkml:trace contextRef="#ctx0" brushRef="#br0" timeOffset="117873.08">27916 3457 35 0,'0'0'50'0,"0"0"-10"0,0 0-2 0,0 0-9 16,0 0-1-16,0 0-4 0,0 0-2 0,0 0-1 16,0 0-7-16,0 0 0 0,0 0 3 0,0 0-1 15,0 0-4-15,0 0-3 0,0 0 1 0,0 0-4 16,0 0 0-16,0 0 0 0,0 0-1 0,0 0-3 16,0 0 6-16,0 0-4 0,0 0-2 0,0 0 8 15,0 0-13-15,0 0 0 0,0 0-8 0,0 0-8 16,0 0-7-16,0 0-35 0,0 0-67 0,0 0 30 15</inkml:trace>
  <inkml:trace contextRef="#ctx0" brushRef="#br0" timeOffset="123648.58">29360 3466 76 0,'0'0'129'0,"2"-6"-6"16,-2 6-1-16,0 0-7 0,0 0-6 0,0 0-8 16,5-4-8-16,-5 4-1 0,0 0-20 0,0 0-11 15,0 0-3-15,0 0-9 0,0 0 2 0,0 0-7 16,0 0-1-16,0 0-8 0,0 0-1 0,0 0 2 16,0 0-10-16,0 0 0 0,0 0-4 0,0 0 1 15,0 0-4-15,0 0-2 0,0 0 1 0,0 0-1 16,0 0-3-16,0 0-6 0,0 0 0 0,0 0 3 15,0 0-5-15,0 0 9 0,-12-9-3 0,12 9-7 16,-8-2 4-16,8 2-5 0,-10-3-2 16,10 3 4-16,-9-1-3 0,9 1 1 0,-9-1 3 0,9 1 5 15,0 0-5-15,0 0 1 0,-9-1 2 0,9 1 3 16,0 0-6-16,0 0 1 0,0 0 2 0,0 0-2 16,0 0-3-16,0 0-2 0,0 0 1 0,18-11 0 15,0 6-1-15,2 2-7 0,8-4-6 0,2 0-7 16,2 2-14-16,1 1-8 0,-4-2-21 0,2 0-8 15,-9 6-24-15,-1 0-16 0,1 0-12 16,-5-1-93-16,-5 2-231 0,-3-1 102 0</inkml:trace>
  <inkml:trace contextRef="#ctx0" brushRef="#br0" timeOffset="124120.07">29559 3388 45 0,'0'0'126'16,"-8"-3"-8"-16,8 3-10 0,0 0-12 0,0 0-1 15,0 0-16-15,0 0-7 0,0 0-9 0,0 0-10 16,0 0 2-16,0 0-11 0,-12 11-8 0,10-4 13 16,0 4-9-16,-3 5 0 0,2 0-10 0,-2 2 3 15,0 1-6-15,0 7 4 0,-3-4-9 0,3 3 6 16,2-7-5-16,0 1 0 0,-1 1-6 0,-1-1 3 15,2 0 2-15,2-1-4 0,0 0-7 0,-1-1 2 16,2 0 2-16,0-1 1 0,-1-3 0 0,1-1-3 16,0 0-1-16,1-3-2 0,2 1 2 0,-3-10-3 15,1 14-4-15,-1-14 1 0,3 12-4 0,-3-12 0 16,1 9-6-16,-1-9 1 0,0 0 6 0,0 0 0 16,0 0-3-16,-5 12 0 0,5-12-5 0,0 0 6 15,-12 0-11-15,12 0 12 0,0 0-7 0,-19-6 3 16,19 6-3-16,0 0 0 0,-16-6 5 0,8 3-5 15,8 3 2-15,-10-5 6 0,10 5-2 16,-9-5 6-16,9 5-1 0,0 0-4 0,-8-4 2 0,8 4 4 16,0 0-3-16,0 0-1 0,0 0-2 0,-10-6 2 15,10 6-8-15,0 0 10 0,0 0-9 0,0 0 4 16,0 0 3-16,0 0-3 0,32-5-4 0,-19 6 6 16,-13-1-5-16,35-1-11 0,-17-1-9 0,3 2-15 15,0 0-24-15,-1 0-15 0,0-2-9 0,-1 1-23 16,-1-1-86-16,-3 4-211 0,-15-2 94 15</inkml:trace>
  <inkml:trace contextRef="#ctx0" brushRef="#br0" timeOffset="124425.13">29718 3666 110 0,'1'-9'154'0,"-1"9"-1"0,0 0-6 15,0 0-2-15,0-11-11 0,0 11-15 0,0 0-11 0,0 0-15 16,0 0-7-16,0 0-11 0,0 0-11 0,0 0-6 16,0 0-4-16,0 0-6 0,0 0 3 15,0 0-6-15,0 0 9 0,4 43-2 0,-4-26 0 16,0 1 2-16,-2-1-7 0,2 1-5 0,2 1 0 16,-4-4-4-16,2 2-5 0,-1-2-3 0,0 1 0 15,0-1-3-15,1-2-1 0,-2-1-4 0,1-2 0 16,0 2-3-16,-2 0-2 0,3-12-3 0,0 21-2 0,-1-10-8 15,0-1-22-15,1-10-12 0,0 20-18 16,-2-12-25-16,2-8-11 0,2 14-28 0,-2-14-6 16,0 14-14-16,0-14-17 0,0 11-105 0,0-11-273 15,0 0 122-15</inkml:trace>
  <inkml:trace contextRef="#ctx0" brushRef="#br0" timeOffset="124702.08">29731 3695 89 0,'6'-13'124'0,"-4"8"-22"0,-2 5-6 0,13-9-5 16,-5 6-8-16,3-1-9 0,1 3-5 0,-2 0-3 16,-10 1-8-16,24 4-1 0,-11-1-4 0,-3 0-12 15,1 3 6-15,-3 1-10 0,-1 0-1 0,-1 3-4 16,-1-2 2-16,-2 2-1 0,-3 0 3 0,0-10 1 15,-5 22-3-15,2-12 2 0,-2 1-5 0,0 0-2 16,-3-3-2-16,2 1 3 0,-2-2-7 0,1-1-2 16,0 0-4-16,-2-2 1 0,9-4 3 0,-11 10-6 15,6-7-10-15,5-3-29 0,0 0-31 0,-14 11-30 16,14-11-30-16,-7 5-106 0,7-5-239 0,0 0 106 16</inkml:trace>
  <inkml:trace contextRef="#ctx0" brushRef="#br0" timeOffset="125015.58">30018 3788 151 0,'0'0'205'16,"-1"-12"-15"-16,1 12-18 0,0 0-15 0,0 0-18 0,0 0-13 15,0 0-16-15,0 0-14 0,0 0-1 16,0 0-13-16,0 0-12 0,-25 16-1 0,18-8-3 16,-6 4-5-16,4-3-6 0,-3 4-8 0,4-2-5 15,-3 1-5-15,5-2 2 0,-2 1-13 0,3-1 8 16,0 0-8-16,1 0-1 0,2-1 0 0,-2 1-8 16,4 0 2-16,0-3-3 0,0 2-1 0,0-9-1 0,1 12 1 15,3-5-3-15,0-1-4 0,2-2-15 16,6-1-19-16,-1 0-29 0,1 0-24 0,2-1-37 15,4 0-36-15,-3-2-17 0,-2-2-108 0,1-2-298 16,3 0 132-16</inkml:trace>
  <inkml:trace contextRef="#ctx0" brushRef="#br0" timeOffset="125341.78">30284 3785 172 0,'0'0'213'16,"0"0"-7"-16,0 0-12 0,0 0-18 0,0 0-11 15,-4-7-18-15,4 7-14 0,0 0-15 0,0 0-11 16,0 0-12-16,0 0-11 0,6-4-7 0,-6 4-3 16,0 0-8-16,0 0-4 0,22-1 1 15,-13 1-5-15,4-2-7 0,-13 2 0 0,23 0-1 0,-13 0-6 16,-10 0 6-16,20-1-3 0,-20 1 0 0,13 0-1 15,-13 0 4-15,11 0 4 0,-11 0 5 0,0 0 1 16,11-2 2-16,-11 2-4 0,0 0-1 16,0 0-5-16,0 0-12 0,0 0 6 0,0 0-7 0,0 0-3 15,0 0-7-15,0 0-1 0,14 1-12 16,-14-1-27-16,0 0-36 0,0 0-45 0,0 0-61 16,0 0-60-16,0 0-45 0,0 0-160 0,0 0-454 0,0 0 201 15</inkml:trace>
  <inkml:trace contextRef="#ctx0" brushRef="#br0" timeOffset="128689.74">30891 3430 117 0,'-1'-7'172'0,"1"7"-17"0,0 0-21 0,0 0-17 15,0 0-12-15,0-8-21 0,0 8-2 0,0 0-7 16,0 0-4-16,0 0-4 0,2 34-1 0,-1-17-1 16,-1 2-10-16,-1 0-7 0,0 1-3 0,1-1-3 15,-1 8-5-15,2-6 0 0,-1 2-8 0,-1-4 9 16,-1-2-7-16,2 1-6 0,0-6 0 0,-1-1-5 16,1 0 6-16,-1 1-9 0,1-12 3 0,-3 20-1 15,3-11 4-15,-1 1-5 0,1-10-5 0,0 13 4 16,0-13-5-16,-3 10 1 0,3-10 0 0,0 0 11 15,0 0 10-15,2 12 10 0,-2-12 9 16,0 0 2-16,0 0-7 0,0 0-4 0,0 0-2 0,0 0 2 16,0 0 3-16,0 0-7 0,0 0-7 0,7-38-1 15,-3 28-5-15,0 0-4 0,0-3-4 0,6-2-2 16,-2 6-2-16,1-2-2 0,1 2-2 0,-1-1 1 16,0 3-4-16,-1 0-7 0,0 4 0 0,0-1 0 15,-2 0-2-15,2 3 1 0,1 0-1 0,1-1 0 16,-10 2-2-16,18 3-1 0,-12 1-3 0,5 1 7 15,-2 2-2-15,0 0 0 0,-2 1 1 0,0 1 0 16,0-1-4-16,1 2-8 0,-2 0-12 16,1 1-15-16,-2-2-15 0,-2 1-12 0,2 0-20 0,-5-10-23 15,7 17-30-15,-2-9-26 0,-2 0-149 0,-3-8-342 16,2 11 151-16</inkml:trace>
  <inkml:trace contextRef="#ctx0" brushRef="#br0" timeOffset="128990.06">31208 3692 114 0,'0'0'119'0,"0"0"-32"0,0 0 4 0,0 0-6 15,0 0-14-15,0 0 4 0,0 0-4 0,0 0-2 0,0 0-13 16,0 0 4-16,12 24-3 0,-8-19-11 16,-4-5 0-16,8 12-8 0,-1-7 15 0,0-2 8 15,-7-3 0-15,13 8 5 0,-5-6 11 0,-8-2 0 16,19 1 0-16,-10-2-3 0,-9 1-1 0,21-2 8 15,-12-2-6-15,0 0-2 0,0 0-9 0,0-3-3 16,-2-2-4-16,-1 2-2 0,-1-3-6 16,-2 1-5-16,0-2 3 0,-3 0-6 0,0 1-1 15,2-2-7-15,-2 12-5 0,-4-21-5 0,0 11-4 0,-1 0-2 16,1 3 0-16,0 0-13 0,0 2-2 0,-2 2-16 16,6 3-15-16,-14-6-24 0,14 6-9 0,-15-1-19 15,15 1-19-15,-22 6-30 0,13-1-32 16,0 1-156-16,-1 2-343 0,1-3 152 0</inkml:trace>
  <inkml:trace contextRef="#ctx0" brushRef="#br0" timeOffset="129217.89">31457 3442 94 0,'1'-5'217'0,"-1"5"-21"0,0-13-20 15,0 13-22-15,7-8-20 0,-7 8-13 16,0 0-12-16,0 0-6 0,0 0-7 0,7 24-4 16,-2-8-5-16,-1 2-11 0,0 1-8 0,2 7-1 15,-3 0-8-15,2 1-2 0,-1-1-21 16,-3 0-12-16,2-1-34 0,-3-6-16 0,0 8-26 0,2-8-30 0,0 6-31 16,-1-8-36-16,-1 1-107 0,-3-4-277 15,3-14 123-15</inkml:trace>
  <inkml:trace contextRef="#ctx0" brushRef="#br0" timeOffset="129474.33">31603 3768 25 0,'14'-9'142'0,"1"-4"-7"0,0 5-5 16,2-3-1-16,-2 0-8 0,2 0-1 0,-2-1-4 16,-2 1-10-16,2-2 0 0,-1 1-5 0,-2 1-6 15,2-1-6-15,-6 3-4 0,4-5 2 0,-6 5-2 16,-1-1 1-16,-1 2-3 0,-2 2-10 0,-1-3-5 15,-2 2-9-15,1 7-4 0,-5-13-8 0,1 7-5 16,4 6-8-16,-14-5-5 0,4 6 0 0,-2 2-6 16,-2 1-1-16,0 6-5 0,-1 0-6 0,1 3 1 15,-1 3-4-15,3-3-1 0,3 4-5 16,0-1-15-16,5-1 3 0,0 3-24 0,4-1-33 0,4-2-31 16,3 0-25-16,5-1-31 0,0 0-32 15,5-3-97-15,-1-2-306 0,10 0 136 0</inkml:trace>
  <inkml:trace contextRef="#ctx0" brushRef="#br0" timeOffset="131172.03">30507 4321 87 0,'-11'-3'182'0,"11"3"-17"0,-12 0-15 0,12 0-8 0,-15 7-7 15,6 2-8-15,-1 2-8 0,-3 1-7 0,3 4-8 16,1-4-16-16,-2 4-5 0,3 0-7 0,0 1-6 16,4-1-7-16,-1 3-5 0,1-2-6 0,3-1-1 15,2-3-6-15,3 2-2 0,-3-3-8 16,3-1-4-16,4 0 0 0,0-2-2 0,3 0-2 0,3-2-5 15,-1-4 3-15,0 2-7 0,0-1-5 0,6-3-5 16,-3-1-9-16,-2 0 4 0,4-5 4 0,0 1-7 16,-1-4 0-16,-6 5 3 0,1-5-7 15,3-3 2-15,-3 1-1 0,0-1 2 0,-1-3-1 16,-5 4-1-16,2-7 3 0,2 2-3 0,-4-1 4 16,-1-1-5-16,1 2 12 0,-3 4 23 0,1-2 5 0,-3 4-3 15,1 2 3-15,-1 2 0 0,1-1 2 0,-2 6-8 16,2-9-3-16,-2 9-8 0,0 0-5 15,0 0-4-15,0 0 0 0,0 0-2 0,0 0 1 16,0 0-5-16,0 0 1 0,-7 33 1 0,6-23 0 16,-1 3-3-16,-1-1 3 0,3-1-4 0,-1 2 1 0,2-1 0 15,0-1 1-15,4 2 2 0,-1-5 3 0,0 3-2 16,3 0-2-16,-2-3 3 0,2-1-1 16,1 1 1-16,1-4 0 0,-4-1-2 0,5-1 4 15,-2 0-2-15,0 0 1 0,-8-2 2 0,19-4-5 16,-12-1 2-16,4-1-4 0,-2-1 2 0,-1-1 0 0,2-2-2 15,-3 2 4-15,-2-3-1 0,2-1-1 0,-1-4-3 16,-2 0 0-16,1 0-3 0,-2-1 4 0,-1 2-4 16,-1 3 3-16,2 1 5 0,-3 5 4 0,0 6 2 15,5-11 1-15,-5 5-2 0,0 6-4 16,0 0-4-16,0-9-2 0,0 9-6 0,0 0 0 16,0 0-3-16,0 0 1 0,0 0 0 0,0 0 2 0,0 0-1 15,0 0 1-15,0 27 0 0,0-18-1 16,3 3 1-16,-2-3 0 0,0 2 3 0,0-3 1 15,2 2 1-15,1-1-4 0,0 0 6 0,2-2-6 16,-1-1 3-16,-2 0 1 0,2-2 1 0,-1 1 2 16,1 2-1-16,1-5 3 0,2 1 2 0,-1-2-1 15,2 2 0-15,-1-2 1 0,4-2-1 0,-2-2 2 0,0 1-1 16,-2 0 0-16,1-2-2 0,-3-1 1 16,1-2 0-16,-4 2-2 0,5-6-7 0,-4 2 2 15,-3-2-5-15,2 1 2 0,-2-6-4 0,-2 4 4 16,1 0-1-16,-3 0 0 0,-1 1 2 0,3 2 1 15,-3 0 0-15,-1 1 3 0,1 2 1 0,0-1-1 16,4 7-2-16,-5-9 1 0,3 5 0 0,2 4-2 0,-4-7-5 16,4 7 6-16,0 0-7 0,-3-7 0 15,3 7-5-15,0 0-7 0,0 0 1 0,0 0 4 16,0 0-2-16,13-3 3 0,-3 3 3 0,4 0-1 16,1 0 0-16,-2 0-1 0,-1 0 4 0,1 0-4 15,-4 0 0-15,-2 2 4 0,1-2-3 0,-8 0-5 16,13 5 7-16,-8-4-3 0,-3 5 3 0,2-1 5 15,2 1-3-15,-5 3 7 0,0 3 2 0,0-3 4 16,-1 1-1-16,0 1 5 0,-1 0-5 0,1 1 5 16,0 1-2-16,0-1 6 0,-1 1-5 0,1-3-1 15,0 0 1-15,2-1-5 0,-2-2 3 0,3 0-1 16,-2 1-1-16,-1-8-1 0,6 13 1 0,-6-13 1 16,7 11 0-16,-3-5 4 0,1 0-6 0,-5-6 5 15,11 4-1-15,-11-4 1 0,13 2-2 0,-13-2 6 16,14-1-4-16,-14 1-3 0,17-8-1 0,-8 4 0 15,2-3 2-15,-2-3-2 0,0 2 2 0,0-4-3 16,0 1 3-16,-4-1-6 0,2-2 0 0,-5 3-4 16,3-3-1-16,-2 0 3 0,-2 2-4 0,-1 0 2 15,-1 0 0-15,2 2 2 0,-2 0-3 0,1 10 4 16,-2-14-5-16,2 7 8 0,0 7-7 0,0-9 2 16,0 9 0-16,-3-10-2 0,3 10 0 0,0-7 1 15,0 7-3-15,0 0-1 0,0 0-9 0,2-9-7 16,-2 9 3-16,0 0 0 0,0 0-2 0,12 0 4 15,-12 0 4-15,14 2-2 0,-14-2 4 0,15 3-2 16,-9 0 3-16,1 0 1 0,2 1-1 0,-4-1-1 16,4 2 4-16,-3-1-4 0,-2 2 3 15,0-1-1-15,2 2 3 0,-3 2 0 0,1-2 2 16,0 3-2-16,-1-1 3 0,0-3 2 0,-2 1 2 0,3 1-3 16,-3 0 1-16,4 1 2 0,-2-3-2 0,-1-1 4 15,2 3 0-15,0-2-1 0,3-2 2 0,-1-1-4 16,2 1 5-16,-2-2 1 0,2 2 1 0,1-2 0 15,-2-2 1-15,4 2 9 0,-1-4 5 0,1 0-1 16,0 1-4-16,-4-2-1 0,3-3 4 0,1 1-1 16,-2-2-6-16,-3 0 2 0,2-4-1 0,-3 1-1 15,-1 1-4-15,-1-2 0 0,0-2 4 0,0 1-4 16,-3 1 1-16,0 1 4 0,-2-1 0 0,1 4-3 16,-2-1 1-16,3 8-1 0,-2-9-3 0,2 9-2 15,-3-9-3-15,3 9-6 0,0 0 0 0,0 0 0 16,0 0 2-16,-19 11 1 0,11-3 0 0,1 3 1 15,0-1-1-15,-3 4-7 0,5-4-21 0,0 6-20 16,-2-1-20-16,7-4-27 0,-1 1-37 0,2-1-43 16,3 2-11-16,0-4-15 0,0 2-140 15,1-3-368-15,0 2 163 0</inkml:trace>
  <inkml:trace contextRef="#ctx0" brushRef="#br0" timeOffset="131403.93">31713 4519 188 0,'3'-5'199'0,"1"-1"-7"15,1-2-9-15,-1 1-15 0,1-1-3 0,2-3-9 16,-4 1 3-16,3-1-11 0,-1 1-6 0,1-4-18 16,-1 3-6-16,2 0-9 0,-2 0-12 0,0 2 1 15,0 0 0-15,-1 2-1 0,-2 2-8 0,-2 5-10 16,8-10-8-16,-7 5-11 0,-1 5-13 0,0 0-3 16,8-1-7-16,-8 1-4 0,0 0-2 0,13 6-6 15,-7-3 3-15,-2 6-4 0,2-1-4 0,-3 1-5 16,2 1-4-16,0 0-9 0,-1 0-23 0,0 2-13 15,-3-3-37-15,2 1-40 0,-3-10-39 0,2 17-31 16,-1-10-38-16,1 2-160 0,-2-9-410 0,0 0 182 16</inkml:trace>
  <inkml:trace contextRef="#ctx0" brushRef="#br0" timeOffset="131661.91">32031 4175 113 0,'2'-9'264'0,"-3"2"-10"16,1 7-13-16,1-11-25 0,2 6-23 0,-3 5-23 15,0 0-23-15,0 0-8 0,0 0-20 0,0 0-9 16,0 0-1-16,10 27 2 0,-10-10-10 0,0 2 1 16,1 2-15-16,-1-2-5 0,0 6-9 0,0 0-4 15,0-6-8-15,0-1-3 0,0 0-8 0,2-1-4 16,-2-2-4-16,-2 2-1 0,1-2-9 15,-1-2-13-15,2 4-24 0,2-5-25 0,-2-12-31 0,-2 21-32 16,2-21-39-16,-3 15-43 0,2-6-38 0,-2 0-177 16,3-9-423-16,-10 9 187 0</inkml:trace>
  <inkml:trace contextRef="#ctx0" brushRef="#br0" timeOffset="131815.94">31916 4349 116 0,'14'-3'111'0,"-4"2"-23"0,8-3-39 15,3 2-35-15,7-2-32 0,-7 2-42 16,1-1-65-16,9-2 28 0</inkml:trace>
  <inkml:trace contextRef="#ctx0" brushRef="#br0" timeOffset="132212.07">32559 4227 22 0,'0'0'209'0,"0"0"-18"15,0 0-19-15,0 0-8 0,0 0-19 0,0 0-4 16,0 0-10-16,-21 1-6 0,12 7-9 0,-4 2-4 0,-2 4-9 16,1-1 0-16,-2-1-5 0,-1 7-15 15,4-3 1-15,0-1-14 0,6 0-4 0,-2-1-8 16,4-2-7-16,2-1-4 0,2 0-2 0,1 0-4 15,2-2-3-15,2 1-1 0,2-4-3 0,-2 1-3 16,5-1-3-16,-4-3-11 0,4 0 2 0,1-1-1 0,1-1-2 16,0-4 1-16,2 3-5 0,-1-5 2 15,-1 2-2-15,1-2 3 0,-2-1-7 0,0-1 3 16,-1-2-1-16,-1 0 4 0,2-2-7 0,-4 2 2 16,1-2-2-16,-1 2-3 0,-1-3 2 0,0 2 0 15,-1 3 3-15,0 1 8 0,-2 2 0 0,-2 4-5 16,4-9-5-16,-4 9-1 0,3-5-5 0,-3 5-5 15,0 0 2-15,0 0 1 0,0 0 1 0,0 0 2 16,5 19 7-16,-6-11-6 0,1 4 3 0,0-3-4 16,0 3 5-16,0-1-2 0,0 0 4 0,1 0-8 15,2-1-14-15,-3 0-26 0,3-1-15 0,2 1-29 16,-1-2-41-16,1-1-28 0,1 0-26 0,0-3-20 16,-6-4-141-16,11 5-367 0,-11-5 162 0</inkml:trace>
  <inkml:trace contextRef="#ctx0" brushRef="#br0" timeOffset="132485.37">32844 4095 73 0,'0'0'219'0,"0"0"-2"0,0 0-5 0,10-48-21 16,-10 48-16-16,0 0-16 0,0 0-21 0,0 0-19 15,0 0-15-15,0 0-3 0,0 0-7 0,0 0-4 16,0 0 5-16,0 0 3 0,0 0 4 0,0 0 3 15,-3 103-10-15,3-103-10 0,-7 53-4 0,3-29-12 16,4-24-5-16,-3 46-5 0,3-46-7 0,-1 36 4 16,1-36-12-16,1 33 1 0,-1-33-5 0,0 0-4 15,7 40-4-15,-7-40-1 0,10 23-2 0,-10-23-3 16,0 0-9-16,15 26-11 0,-15-26-15 0,0 0-19 16,24 21-23-16,-24-21-23 0,0 0-36 0,26 11-31 15,-26-11-49-15,0 0-39 0,0 0-160 0,0 0-419 16,0 0 186-16</inkml:trace>
  <inkml:trace contextRef="#ctx0" brushRef="#br0" timeOffset="132660.31">32780 4237 175 0,'0'0'193'0,"0"0"-14"0,0 0-28 15,0 0-5-15,0 0-8 0,0 0 2 0,0 0-16 16,0 0-5-16,0 0-15 0,69-30-7 0,-40 25-14 15,-29 5-17-15,67-9-32 0,-34 7-30 16,-1-1-63-16,-32 3-33 0,50-9-45 0,-50 9-108 16,40-6-264-16,-40 6 117 0</inkml:trace>
  <inkml:trace contextRef="#ctx0" brushRef="#br0" timeOffset="133647.96">30617 5048 185 0,'0'0'192'16,"-3"-7"-15"-16,3 7-9 0,0 0-12 0,0 0-12 16,-8-4-12-16,8 4-14 0,0 0-12 0,-18 11 3 15,6 0-9-15,-5 0-9 0,-3 8-9 0,1-1-5 16,-1 3-6-16,2 2-8 0,3-1-6 0,4-6-2 15,0 6-2-15,2-6-8 0,4 2-5 0,0-3-3 16,1 2-7-16,4-1 4 0,2-5-4 0,1 0-3 16,5 3-3-16,-1-3 3 0,6-1-10 0,2 1-15 15,1-2-7-15,0-1-19 0,4-2-14 0,0-4-14 16,0 1-11-16,1-3-8 0,-2 0 3 0,2 0-13 16,-2-3 0-16,-3-2-7 0,1-2 17 0,-1-1-8 15,-3-1-6-15,1-2 9 0,-1-1 4 0,-4 2 17 16,4-2 5-16,-4-1 4 0,-2-1 11 0,-3 3 17 15,4-4 17-15,-3 3 20 0,0 3 16 0,-2-1 6 16,-2 0 10-16,2 5 12 0,-2-2 13 0,-1 7-7 16,4-7-9-16,-4 7-3 0,0 0-5 0,1-8-11 15,-1 8-6-15,0 0-4 0,0 0-4 0,0 0-1 16,0 0 2-16,-8 20 8 0,3-10-4 0,1 7 1 16,-2-3-4-16,3-2-2 0,1 5-2 0,1-2-2 15,1 3-5-15,1-7 4 0,3 5-4 0,-1-6 3 16,3 3-3-16,0-4-1 0,0 1 2 0,2-4-1 15,1 3-2-15,1-4 1 0,-1-1-5 0,4-1 4 16,-2 0 7-16,0-3-6 0,3-3-2 0,-5 2 3 16,3-3 1-16,-1 0-1 0,-2-2-1 0,-2 0-4 0,2-4-4 15,-5 0 3-15,1-3-2 0,-2 2-2 16,1-5 3-16,-4-1-6 0,-2 1 0 0,-3-3-7 16,0 3 4-16,-1 1-2 0,-2-2-1 0,3 6-1 15,-4-3 0-15,2 3-1 0,1 4 0 0,-3-1-11 16,4 3-9-16,0 0-15 0,5 5-11 0,-10-4-21 15,10 4-20-15,-12 0-15 0,12 0-29 0,0 0-28 16,-14 5-159-16,10 0-347 0,2 0 154 0</inkml:trace>
  <inkml:trace contextRef="#ctx0" brushRef="#br0" timeOffset="133883.78">31072 5069 67 0,'0'0'228'0,"0"-12"-20"0,0 12-14 0,0 0-21 16,3-6-19-16,-3 6-25 0,0 0-14 0,0 0-12 15,0 0-10-15,0 0-3 0,6 19-11 0,-4-8-3 16,0 6-9-16,1 2-2 0,0 0-6 0,0 0-8 16,0 0-8-16,-1 6 1 0,1-1 4 0,-1 0-9 15,0-5 1-15,-1 1-4 0,1-1-24 0,1-1-23 16,-3 0-40-16,4 0-25 0,-3-5-34 0,2-1-34 15,-1-1-160-15,-2 2-329 0,0-6 146 0</inkml:trace>
  <inkml:trace contextRef="#ctx0" brushRef="#br0" timeOffset="134092.23">31189 5084 92 0,'0'-7'228'0,"0"7"-19"15,1-8-27-15,-1 8-19 0,0-9-20 0,0 9-17 16,0 0-14-16,0 0-5 0,0 0 2 0,5 29-12 16,-5-11-4-16,4 7-7 0,-4 3-8 0,0-1-6 15,-1 0-4-15,2 1-6 0,0 3-30 0,0-5-30 16,1 3-29-16,-1-4-30 0,0-4-44 0,3 4-34 16,-1-9-21-16,-3 1-109 0,2-2-285 0,2-3 126 15</inkml:trace>
  <inkml:trace contextRef="#ctx0" brushRef="#br0" timeOffset="134376.81">31319 5442 42 0,'4'-5'154'15,"1"0"-13"-15,4-2 0 0,-2 1 2 0,1-3-7 16,-1-1-10-16,3 1 1 0,-1 2-9 0,0-1-10 16,0-2-5-16,5-3-6 0,-4 6-7 0,-2-3-7 15,0 2 2-15,-2-3-5 0,1 0-6 0,-1 0-4 16,-3-1-5-16,0 3 4 0,1-1 17 0,-3 3-11 15,-1 7-8-15,-1-15-7 0,1 10-5 0,0 5-5 16,-3-10-5-16,3 10-5 0,-6-6-6 0,6 6-4 16,-9-3-8-16,9 3-1 0,0 0-2 0,-23 10-1 15,11-4-4-15,2 6 1 0,-3-1-7 0,2 3 1 16,2 1-1-16,1-5 2 0,0 5-3 0,3-5 0 16,1 6-11-16,2-3-16 0,3-2-15 0,0 1-6 15,3 4-23-15,3-5-21 0,2-2-18 0,3-1-31 16,5 0-22-16,2-4-23 0,3 1-144 0,5 0-347 15,-9-3 153-15</inkml:trace>
  <inkml:trace contextRef="#ctx0" brushRef="#br0" timeOffset="134594.41">31793 5218 38 0,'-5'-8'190'0,"5"8"-11"0,-8-8-15 0,4 5-1 16,-3 0-17-16,-6 4-10 0,3 3-7 0,-3-1-10 15,-2 2-4-15,-1 6-3 0,2 0-4 0,-1-2-8 16,1 4-12-16,1 0-3 0,3 0-14 0,2-1-2 16,2 3-9-16,2-2-4 0,3 2-2 0,3 1-2 15,-1-3-8-15,7 2-8 0,-1-4-22 0,5 0-31 16,2 0-23-16,4-1-34 0,3-4-29 0,7-1-30 16,-6-3-24-16,4 0-19 0,-5-1-96 0,-1-2-293 15,-2-1 129-15</inkml:trace>
  <inkml:trace contextRef="#ctx0" brushRef="#br0" timeOffset="134807.07">31990 5088 184 0,'0'-7'240'0,"-3"0"-8"0,3 7-10 0,0-10-22 16,0 10-23-16,0 0-20 0,-2-9-25 0,2 9-9 15,0 0-15-15,0 0-8 0,0 0-4 0,-4 31-7 16,0-15 1-16,2 2-7 0,-1 3-13 0,-3 4 0 15,4-5-8-15,0 7-3 0,-1-2-7 0,-1 0-2 16,4 0-4-16,0 1-19 0,-1-9-22 0,2 0-38 16,-2-2-28-16,1-2-28 0,0-1-44 0,0 1-38 15,0-4-43-15,-4 1-116 0,1-1-356 0,3-9 159 16</inkml:trace>
  <inkml:trace contextRef="#ctx0" brushRef="#br0" timeOffset="135130.73">31958 5275 36 0,'13'-6'144'0,"-13"6"-5"15,14-3-14-15,-8 1-11 0,-6 2-8 0,0 0-13 16,21 4 2-16,-15-1 0 0,-6-3 14 0,12 10-12 16,-7-4 11-16,1 3-15 0,-1 1-8 0,1-1-4 15,0 3-4-15,0-5-12 0,1 5-8 0,-4-5-3 16,5 1-6-16,-3 1-3 0,0-5-2 0,3 3-5 15,-1-4 4-15,-7-3 2 0,17 5-2 0,-7-3 4 16,2-1-8-16,-12-1 6 0,20 0 2 0,-8-3 5 16,-12 3 3-16,18-5-1 0,-12 2-2 0,2-4 0 15,-1 2-7-15,-1-7 4 0,-3 2-2 0,4-1 1 16,-7-4-9-16,0 3-3 0,-2-1-12 0,2 2-9 16,-3-5-8-16,0 4-9 0,-2 4-15 0,-1-3-21 15,-1 4-20-15,-2 0-22 0,0 3-24 0,9 4-18 16,-16-4-21-16,4 6-33 0,-1 0-24 0,-3 6-109 15,0-2-337-15,4 1 149 0</inkml:trace>
  <inkml:trace contextRef="#ctx0" brushRef="#br0" timeOffset="135495.59">32275 5413 2 0,'8'-5'215'0,"2"-1"-1"0,-3-3-12 0,1 2-8 15,2-7-13-15,-1-1-13 0,-4 6-12 0,1-3 1 16,-3 0-5-16,3-5-7 0,-6 6-8 0,1-6-11 16,-1 7-14-16,-3-2-4 0,-2 1-15 0,0 2-5 15,-3 0-7-15,-1-1-10 0,2 3-7 0,-1-2-11 16,-5 4-5-16,6 0-3 0,-1 0-8 0,1 3 1 16,7 2-9-16,-7-5-8 0,7 5-10 0,-6-5-14 15,6 5-6-15,0 0-2 0,0 0 2 0,0 0-2 16,0 0-2-16,0 0-3 0,26 0 9 0,-13 2-5 15,4-2 1-15,1 1 1 0,-6 1 0 0,2 0 3 16,3 3-5-16,-7-3-3 0,3 5 5 0,-3-4 1 16,2 0 9-16,-3 3 8 0,0 0 4 0,-3 1 0 15,2 0 3-15,-2 2 4 0,-1-1 7 0,0 0-5 16,1 3-2-16,-4-2 4 0,2 1-3 0,-2 2-1 16,1 2 1-16,-2-2 0 0,0-2-2 0,-1 1-1 15,2 0-30-15,-1 0-36 0,-1-11-50 0,0 13-62 16,3-6-65-16,-3-7-190 0,2 12-451 0,-2-12 200 15</inkml:trace>
  <inkml:trace contextRef="#ctx0" brushRef="#br0" timeOffset="135906.93">32801 5289 2365 0,'0'0'97'0,"0"0"-66"0,0 0-11 15,0 0-12-15,21-38 1 0,-21 38 9 0,0 0 4 16,18-27 15-16,-18 27 4 0,15-19 0 0,-15 19 3 16,0 0-27-16,24-27 3 0,-24 27 3 0,14-17 2 15,-14 17 1-15,0 0-1 0,27-25 5 0,-27 25 2 16,0 0 7-16,22-22 8 0,-22 22 1 0,0 0 8 16,0 0 1-16,0 0-2 0,15-16 1 0,-15 16 0 15,0 0-10-15,0 0-10 0,0 0 5 0,0 0-13 16,0 0-2-16,0 0-6 0,0 0-11 0,0 0-4 15,0 0 0-15,0 0 0 0,0 0-2 0,0 0 4 16,0 0 0-16,0 0-4 0,17 63 0 0,-17-63 1 16,0 35-1-16,0-35-1 0,-1 36 4 0,1-36-3 15,1 37 2-15,-1-37-6 0,0 0 7 0,-3 50-3 16,3-50 4-16,2 34-3 0,-2-34 1 0,1 33 11 16,-1-33-15-16,0 0-3 0,-1 39-6 0,1-39-6 15,0 0-3-15,-3 35-3 0,3-35-15 0,0 0-11 16,-10 32-8-16,10-32-6 0,0 0-12 0,-18 33-17 15,18-33-16-15,-18 17-16 0,18-17-11 0,0 0-29 16,-25 22-20-16,25-22-29 0,0 0-178 0,-26 10-420 16,26-10 186-16</inkml:trace>
  <inkml:trace contextRef="#ctx0" brushRef="#br0" timeOffset="136088.87">32709 5021 2290 0,'-5'-12'16'0,"0"-1"-28"0,1 2 15 0,-1 3-18 0,3 2 9 15,2 6 5-15,-3-11-16 0,1 7-15 16,2 4-14-16,0 0-35 0,-3-11-40 0,3 11-30 0,0 0-27 16,0 0-98-16,0 0-297 0,0 0 133 0</inkml:trace>
  <inkml:trace contextRef="#ctx0" brushRef="#br0" timeOffset="136464.07">33014 4979 2 0,'0'0'206'0,"0"0"-17"0,0 0-27 15,0 0-12-15,0 0-16 0,0 0-6 0,0 0-14 16,0 0-3-16,0 0-12 0,0 0-6 0,25 42-14 15,-25-42-3-15,0 0-7 0,7 38-6 0,-7-38-7 16,0 0-5-16,5 30-6 0,-5-30-6 0,0 0-1 0,0 0-5 16,0 0 9-16,0 0 16 0,5 30 22 15,-5-30 18-15,0 0 18 0,0 0-3 0,0 0-11 16,0 0-1-16,0 0-9 0,0 0-9 0,0 0-8 16,0 0-8-16,0 0-5 0,0 0 0 0,0 0-9 15,0 0-4-15,28-82-4 0,-28 82-9 0,18-35-8 16,-18 35 1-16,18-31-7 0,-18 31 0 0,18-21-8 15,-18 21 3-15,0 0-6 0,17-20-3 0,-17 20-7 0,0 0 2 16,0 0-5-16,0 0-4 0,0 0 1 16,0 0 1-16,0 0-2 0,0 0 0 0,0 0 1 15,45 36-4-15,-45-36-14 0,9 32-17 0,-9-32-26 16,10 35-29-16,-10-35-32 0,2 36-59 0,-2-36-27 16,-3 36-42-16,3-36-142 0,-11 36-429 0,11-36 190 0</inkml:trace>
  <inkml:trace contextRef="#ctx0" brushRef="#br0" timeOffset="136630.43">33218 5506 32 0,'0'0'297'0,"0"0"-12"0,0 0-4 16,0 0 8-16,0 0-7 0,0 0-11 0,0 0-10 16,0 0-16-16,0 0-28 0,0 0-26 0,0 0-21 15,0 0-11-15,0 0-35 0,0 0-44 0,0 0-54 16,0 0-66-16,18 34-79 0,-18-34-89 0,0 0-267 15,0 0-512-15,0 0 227 0</inkml:trace>
  <inkml:trace contextRef="#ctx0" brushRef="#br0" timeOffset="148824.34">30445 6805 14 0,'0'0'121'0,"0"0"-8"0,0 0-5 0,-12 0-11 16,12 0-6-16,0 0-3 0,0 0-17 0,0 0 10 16,0 0-7-16,0 0-6 0,0 0-1 0,0 0-2 15,0 0-11-15,0 0-7 0,0 0-2 0,0 0-2 16,0 0-7-16,0 0 4 0,0 0-6 0,0 0-9 15,31-3 10-15,-11 0-9 0,0-1 3 0,8 1-4 16,1 0 6-16,-3-1-16 0,6 0 3 0,0 4-14 16,-3-3-7-16,-7 2-8 0,-2-2-12 0,-2 3-11 15,1-1-15-15,-7-1-17 0,-2 1-18 0,1 1-17 16,-11 0-9-16,12 0-71 0,-12 0-196 0,8-2 87 16</inkml:trace>
  <inkml:trace contextRef="#ctx0" brushRef="#br0" timeOffset="149273.34">30712 6761 9 0,'0'0'138'0,"0"0"-6"16,0 0-8-16,0 0-15 0,0 0-13 0,0 0-11 16,0 0-7-16,0 0-10 0,-8 7-6 0,8-7-1 15,-1 14 2-15,1-8 0 0,0 3-14 0,-1 8 9 16,-2 0 18-16,3-1-10 0,-1 4-5 0,2 0-4 15,-2-2-3-15,2 1-6 0,-1-1-8 0,4 1 2 16,-4 1-6-16,3-2-2 0,-1-1-15 0,-1 2 9 16,2-4-2-16,0 0-2 0,-2 3-2 0,0-8 1 0,4 3-2 15,-4-4-5-15,1 4-4 0,0-5-3 16,-1 3 1-16,2-2 2 0,-2-4-2 0,-1-5-6 16,0 12-6-16,0-12 5 0,0 9 2 0,0-9 0 0,-2 7 0 15,2-7-3-15,-8 4-3 0,8-4 7 0,-11 0-3 16,11 0 0-16,-15 0-1 0,15 0-1 15,-17-3 5-15,10 2-3 0,0-2-4 0,-3 3 3 0,10 0 0 16,-15-4 0-16,15 4-1 0,-10-2 6 0,5 0 1 16,5 2-5-16,0 0 1 0,-9-4 3 15,9 4-5-15,0 0 2 0,0 0 1 0,-6-3-4 0,6 3 4 16,0 0 1-16,0 0 0 0,0 0-3 0,0 0 3 16,0 0 5-16,21-2-9 0,-12 2 2 0,4 1 4 15,5-2 0-15,1 2 3 0,-7-1-2 0,7-1-15 16,-3-1-8-16,4 2-19 0,-8 0-21 0,6 0-21 15,-1-2-23-15,-3 1-15 0,0-2-16 0,0 2-17 16,-4 0-95-16,-2 1-261 0,0-3 116 0</inkml:trace>
  <inkml:trace contextRef="#ctx0" brushRef="#br0" timeOffset="149699.73">30963 7046 143 0,'0'0'197'0,"1"-8"-8"0,-1 8-9 0,0 0-3 15,0 0-8-15,0 0-7 0,0 0-10 0,0 0-11 16,0 0-11-16,0 0-10 0,0 0-14 0,0 0-11 16,0 0-9-16,0 0-13 0,0 0-8 0,0 0-8 15,0 0-12-15,0 0-3 0,0 0-2 0,0 0-5 16,0 0-6-16,0 22-2 0,1-14-3 0,-2 2-2 16,2 0-3-16,-1 1 1 0,0 0-3 0,0 0-3 15,-1 0-2-15,1 2 0 0,-1 2 1 0,1-2 1 16,-2 0-3-16,4 3 0 0,-4-6 0 0,2 2-3 15,0 0-1-15,-1-1 1 0,1-2 0 0,0 2 4 16,-1-4-1-16,-1 2-3 0,4 1 1 0,-2-10-4 16,-2 13-15-16,2-4-25 0,0-9-21 0,-1 8-17 15,1-8-25-15,-3 9-15 0,3-9-20 0,0 7-27 16,0-7-15-16,0 0-140 0,0 0-339 0,0 0 150 16</inkml:trace>
  <inkml:trace contextRef="#ctx0" brushRef="#br0" timeOffset="149961.74">30946 6969 55 0,'7'-12'124'0,"-1"9"-12"16,-6 3 4-16,16-8-13 0,-9 6 3 0,0 3-11 15,5-4-7-15,-12 3-11 0,16 5-3 0,-8 1-11 16,2 0-9-16,-3-1-2 0,-1 4-4 0,-1-1 1 15,-1 1 10-15,0 0 1 0,-2-2-4 0,-2 2-4 16,2-2-6-16,-2 2-4 0,0-9 10 0,-7 14-5 16,2-6-2-16,-1 2-3 0,-2-5-8 0,0 2 0 15,0 0-6-15,1-1-4 0,-2-1-20 0,1 2-25 16,0-1-18-16,0-1-33 0,3-3-35 0,-2 3-26 16,0-1-113-16,0-3-265 0,7-1 119 0</inkml:trace>
  <inkml:trace contextRef="#ctx0" brushRef="#br0" timeOffset="150408.94">31263 7011 9 0,'0'0'165'0,"-13"1"-16"0,13-1-13 15,-15 6-11-15,7 1-8 0,1 0-9 0,-1 1-10 16,3 2-9-16,1-3-9 0,-1 4-5 0,2-1-12 16,0 0-5-16,3 1 1 0,0 0-5 0,2-2-3 15,2 0-7-15,1 1-4 0,0-2-3 0,5 0 0 16,-2-1-5-16,1-1-7 0,1-2-1 0,-1 2-1 16,-2-3 1-16,1-1 0 0,2-2-2 0,-3 1-3 15,-7-1 10-15,11 3 10 0,-11-3 4 0,9 0 13 16,-9 0 17-16,9 0-3 0,-9 0 5 0,0 0-5 15,0 0-6-15,0 0 0 0,0 0-12 0,4-7-5 16,-4 7-8-16,0 0 1 0,0 0-10 0,0 0-3 16,0 0 0-16,-27 1-4 0,19 1-1 0,8-2 1 15,-15 7-5-15,6-3-4 0,-2 3 1 0,2-1-1 0,0 2-5 16,-2 1 4-16,3-3-2 0,0 3 0 16,0 0 1-16,3-2-4 0,-1-1-1 0,-1 4 3 15,5-3 0-15,-1-2-2 0,1 2-3 0,0 3 4 16,2-10-2-16,2 12 0 0,2-5-6 0,-1-3-16 15,4 1-18-15,-2 0-25 0,3-2-34 0,3-1-35 0,3 0-34 16,-1 0-51-16,0-1-154 0,-1-2-395 16,1-2 175-16</inkml:trace>
  <inkml:trace contextRef="#ctx0" brushRef="#br0" timeOffset="150643.71">31508 7128 219 0,'0'0'237'0,"4"-9"-1"0,-4 9-12 16,0 0-28-16,0 0-16 0,8-5-14 0,-8 5-12 15,11-1-16-15,-4 0-8 0,-7 1-11 0,15 0-13 16,-9 0-7-16,-6 0-8 0,14-2-7 0,-14 2-11 16,9 0-5-16,-9 0-7 0,0 0-4 0,10-1-7 15,-10 1-23-15,0 0-2 0,0 0-4 0,9-1-1 16,-9 1-15-16,0 0-22 0,0 0-27 0,0 0-36 15,0 0-36-15,0 0-48 0,8-2-44 0,-8 2-152 0,0 0-389 16,0 0 172-16</inkml:trace>
  <inkml:trace contextRef="#ctx0" brushRef="#br0" timeOffset="151315.73">31902 6835 122 0,'0'0'218'0,"0"0"-21"0,0 0-19 16,9-10-18-16,0 7-18 0,3 0-11 16,6-1-12-16,1 0-11 0,8-2-13 0,3 3-7 15,-4 0-13-15,-5 1-5 0,7-2-7 0,-7 2-14 16,-1 0-25-16,-3 0-19 0,-5 2-28 0,-1-2-13 15,-5-1-20-15,1 2-21 0,0-2-11 0,-7 3-15 16,8-2-2-16,-8 2-1 0,0 0 5 0,0 0 2 16,0 0 3-16,0 0 10 0,0 0 15 0,-27 0 5 15,27 0 6-15,-10 0 11 0,10 0 7 0,-12 1 14 16,12-1 15-16,-10 1 11 0,10-1 8 0,-8 1 14 16,8-1 8-16,0 0 6 0,0 0 7 0,0 0 11 0,-12 2-4 15,12-2 5-15,0 0-5 0,0 0-8 16,-11 1 2-16,11-1-4 0,0 0-3 0,0 0 4 15,0 0 5-15,-5 6 11 0,5-6 3 0,0 0-7 16,-1 11 9-16,1-11 10 0,1 16 3 0,-1-6-1 16,-1 2-8-16,1 5 5 0,0-1-12 0,1 1 2 0,2 3 0 15,-1-2-11-15,0 7 10 0,-1-5-5 16,1-2-3-16,-2 0-3 0,2 0-1 0,-2-1-5 16,1-1-10-16,2 1 3 0,-3-2-8 0,2 2 2 15,-1-5-4-15,3-1-2 0,-4 0 0 0,1-1-3 16,-1-3-2-16,0 1 3 0,0-8-3 0,0 13-8 15,2-9 10-15,-2-4-2 0,0 10-1 0,0-10 3 16,0 0-9-16,-5 7 3 0,5-7-10 0,-11 0-2 16,11 0-4-16,-12-4 0 0,12 4-1 0,-14-8-3 15,8 5 1-15,-3-1-4 0,2-2-7 0,-2-1-1 16,0 1-1-16,4 2 0 0,-5-2 0 0,5 1 3 0,-1 0 0 16,1 2 6-16,5 3 1 0,-7-7-1 0,7 7 0 15,0 0 5-15,-8-6-5 0,8 6 7 16,-5-2 3-16,5 2-3 0,0 0-4 0,0 0 6 15,0 0-2-15,0 0 4 0,0 0-4 0,0 0 4 16,19-2-3-16,-19 2 3 0,23 0-2 0,-12 0 1 16,2 0-5-16,5 0-16 0,-5 0-22 0,5-2-26 15,1 1-39-15,0 0-35 0,2-2-22 0,-1 2-132 16,-1 0-320-16,2-1 141 0</inkml:trace>
  <inkml:trace contextRef="#ctx0" brushRef="#br0" timeOffset="151545.44">32492 7031 28 0,'0'0'200'15,"0"0"-15"-15,0 0-12 0,0 0-11 0,0 0-13 16,-11-10-12-16,11 10-7 0,0 0-9 0,-26 13-10 0,15-9-3 16,-1 3-8-16,1 4-11 0,-3 1-6 15,1-1-8-15,0 2-4 0,1 1-6 0,2-2-1 16,-1 1-12-16,6-2-2 0,1 0 2 0,4 0-9 15,-1-1-4-15,2 0-1 0,-1 1-8 0,4-1-4 16,2-1-22-16,3-1-20 0,0-2-25 0,3 1-46 16,5-1-40-16,0 0-56 0,2-2-140 0,-1-1-347 15,1-3 153-15</inkml:trace>
  <inkml:trace contextRef="#ctx0" brushRef="#br0" timeOffset="151800.87">32667 6786 18 0,'0'0'167'0,"0"0"-9"16,56 24-10-16,-56-24-11 0,26 30-12 0,-8-10 8 15,-5 6-3-15,-2 0-1 0,-3 0-11 16,-8-26-10-16,11 53-12 0,-8-26-8 0,-3-27-5 15,-3 52-4-15,3-52-10 0,-9 53-12 0,3-27-11 16,-4-4-19-16,-5 0-21 0,-5 2-34 0,-3-3-34 0,-1-1-16 16,-2 0-43-16,-3-1-31 0,-2-3-96 15,-4-1-266-15,0-2 117 0</inkml:trace>
  <inkml:trace contextRef="#ctx0" brushRef="#br0" timeOffset="152366.13">30617 6641 8 0,'0'0'163'0,"-11"0"-9"0,11 0-13 15,-22 5-11-15,12 1-8 0,-13 5 7 0,-1 6-2 16,-3 3-8-16,2 5-5 0,-1 0-7 0,-10 14 1 16,5 1-9-16,3 1-6 0,5 3-7 0,10-14-6 15,-1 4-8-15,6 0-10 0,2 0 0 0,4 12-1 16,7-10-2-16,1-3-5 0,11 9-3 0,-1-8-2 16,12 6-1-16,10-6-9 0,4-3-5 0,8-3-26 15,2-6-27-15,0 0-44 0,34 3-59 0,-27-10-55 16,0-2-156-16,2-1-361 0,-5 0 159 0</inkml:trace>
  <inkml:trace contextRef="#ctx0" brushRef="#br0" timeOffset="153120.17">30799 7635 154 0,'-10'-2'175'16,"10"2"-3"-16,0 0-9 0,-11-1-11 0,11 1-13 16,0 0-15-16,0 0-13 0,0 0-8 0,0 0-8 15,0 0-2-15,44-4-7 0,-6 1-8 0,26 0-1 16,37-3-12-16,4 2-3 0,2-2-12 0,8-1-1 16,7 4-2-16,-5 0 8 0,-1-2-5 0,-8 2-3 15,-7 0-4-15,-9-1 1 0,-3 3-6 0,-27 0 6 16,-1-5 2-16,-4 3-3 0,1 0-21 0,-6 3 0 15,-13-1 1-15,-3-2 0 0,-2 3 5 0,-3 0-6 16,-2 0 6-16,-2-3-3 0,-27 3 6 0,0 0 0 16,52 0 0-16,-52 0-1 0,0 0-2 0,0 0-1 0,41 0 0 15,-41 0-3-15,0 0-1 0,0 0-4 16,0 0 2-16,0 0-6 0,0 0 1 0,0 0-12 16,0 0-4-16,0 0-14 0,0 0-20 0,0 0-24 15,0 0-25-15,35 2-24 0,-39-1-42 0,4-1-22 0,0 0-35 16,-33 5-145-16,12 0-379 0,-8-2 167 15</inkml:trace>
  <inkml:trace contextRef="#ctx0" brushRef="#br0" timeOffset="153641.93">31599 7724 111 0,'0'0'238'0,"0"0"-13"0,5-9-14 15,-5 9-18-15,0 0-12 0,0 0-24 0,1-6-12 16,-1 6-14-16,0 0-23 0,0 0-14 15,0 0-9-15,0 0-9 0,0 0-8 0,3 26-6 16,-2-7-2-16,0 8-1 0,3-2-2 0,-4 5-4 16,0 3-4-16,-2-3-5 0,0 2 4 0,0-2-2 0,1-4-2 15,1 1 0-15,-3 0-4 0,0-8-3 16,3 6 0-16,-1-7-7 0,1-1 2 0,-2 1-4 0,2-2-1 16,-3 0-6-16,3-5 1 0,-1-1-4 0,-2 2 1 15,2-5-1-15,1 2 1 0,-3-3-8 0,3-6 2 16,0 11-1-16,0-11-1 0,-1 11 1 0,1-11-4 15,0 0 5-15,0 7 12 0,0-7 4 0,0 0 11 16,0 0 8-16,-4 7 14 0,4-7 5 0,0 0 9 16,0 0 6-16,0 0 7 0,0 0 5 0,0 0-18 15,0 0-3-15,0 0-2 0,0 0-3 0,12-19-14 16,-10 13-2-16,5-1-8 0,-1 0 0 0,3-2-11 16,-1 2 6-16,1-3-10 0,5-1-5 0,-5 4-12 15,1 0-8-15,4-3-9 0,-4 3-22 0,2 0-29 16,-1 1-37-16,-1 3-28 0,-2 0-38 0,0-1-43 15,-1 1-52-15,-7 3-40 0,8-4-214 0,-8 4-548 16,0 0 243-16</inkml:trace>
  <inkml:trace contextRef="#ctx0" brushRef="#br0" timeOffset="154022.29">31605 8228 118 0,'2'-8'226'16,"-2"8"-7"-16,1-10-12 0,-1 10-11 0,1-7-2 15,-1 7-12-15,0 0-7 0,0-13-13 0,0 13-8 16,-1-8-12-16,1 8-2 0,-1-9-14 0,1 9-14 15,1-12 1-15,-1 12 3 0,-3-9-7 0,3 9-10 0,-4-10-5 16,2 6-10-16,-2-2 0 0,4 6-5 16,-8-12-9-16,0 6-1 0,2 1-8 0,1 0-6 15,-5-3-3-15,0 2-7 0,1 2-6 0,-5-3-2 16,4 2-1-16,3-1-5 0,-3 2 0 0,0 1-6 16,5-2-2-16,-3 3-8 0,1-2 3 0,0 0 4 15,-3 2-8-15,3 0-2 0,7 2-6 0,-13-7-11 16,7 5-25-16,6 2-24 0,-9-2-28 0,9 2-28 15,0 0-42-15,0 0-45 0,-13-3-43 0,13 3-26 0,0 0-177 16,0 0-480-16,0 0 213 0</inkml:trace>
  <inkml:trace contextRef="#ctx0" brushRef="#br0" timeOffset="154329.87">31715 8239 22 0,'0'0'214'0,"0"-25"-14"0,8 17-17 0,-3 1-13 15,3-2-5-15,3 2-8 0,-3 0-7 0,0-1-6 16,3 1-14-16,-5 1-7 0,2 0-5 0,-2 0-8 0,1 1-9 15,-3 2-1-15,-4 3-6 0,9-7-1 0,-9 7-7 16,6-6-13-16,-6 6-3 0,4-3-8 0,-4 3-6 16,6-3-11-16,-6 3-4 0,0 0-14 0,0 0-19 15,0 0-23-15,5-3-32 0,-5 3-40 16,0 0-40-16,0 0-37 0,0 0-32 0,0 0-155 0,0 0-381 16,0 0 168-16</inkml:trace>
  <inkml:trace contextRef="#ctx0" brushRef="#br0" timeOffset="155349.77">30355 9156 108 0,'16'-7'197'0,"-16"7"-20"0,15-10-13 0,-9 6 0 15,1-3-8-15,7-3-12 0,0 1-4 0,-1-4-10 16,1 0-8-16,-4 2-5 0,3-2 3 0,0-1-11 0,-2-2-13 16,4-6-5-16,-3 7-6 0,-2 0-6 15,-2-4 0-15,-1 2 3 0,-1-2-7 0,-1 0-8 16,-2 2-4-16,-1-1-4 0,-1 3 4 0,-2-1-5 16,-1 1-2-16,-1 3-4 0,1 1-2 0,-3 2-5 0,0-2-2 15,0 3-3-15,1 1-7 0,0 3-6 16,-2-2 0-16,0 3-8 0,6 3-3 0,-13-5-2 0,5 4-3 15,8 1 2-15,-16 0 0 0,7 1-5 16,-3 0-3-16,6 2-2 0,6-3 1 0,-11 4-6 0,6-4 1 16,5 0 1-16,0 0-5 0,-7 6-2 0,7-6-1 15,0 0 0-15,0 8 4 0,0-8-3 16,9 6 4-16,-3-2-6 0,7 0 0 0,1-2-2 0,4 0 3 16,1-1-5-16,0 2 1 0,-1-3-3 0,1 1 4 15,-1-1-3-15,1-1 3 0,-7 1-3 0,2 0 1 16,-3 1 0-16,2-1 3 0,-4 2-2 0,-1-2 3 15,-1 0-2-15,-7 0-3 0,10 0 3 0,-10 0 2 16,10 4-3-16,-7 0 0 0,-3-4 2 0,8 8 3 16,-4-3-3-16,-2 1 2 0,1 3 2 0,-3 1 1 15,0 1 0-15,0 2 2 0,-1-1-3 0,-1 4 4 16,1-3 0-16,-3 3 3 0,3-4-6 0,0 3 5 16,0-2-2-16,2-2-1 0,-1 0 0 0,1 1 7 15,3-1-6-15,-2-1 5 0,2 1-2 0,1-4 2 16,2 0-2-16,2 0 4 0,2 0-1 0,-1-3-2 15,4 1-3-15,3-1 3 0,-2-2-5 0,2-2-3 16,1-1 4-16,0-2-1 0,-2-1-6 0,1 0 1 16,-3 1 5-16,2-4-7 0,-5 0 2 0,2-2 0 15,-3-1-3-15,-2-1 3 0,-2 1-4 0,2-4 1 16,-2-1 2-16,-1 4 2 0,-4-2 15 0,2-2-2 16,-4 2 0-16,-1 0-1 0,-1 1 0 0,-1 2 1 0,0 0 2 15,1 1 1-15,-2-1 1 0,1 3 0 16,1 1-2-16,-1 1-2 0,-1 0-1 0,5 5 1 15,-7-6-5-15,7 6 1 0,-11 0 2 0,11 0-5 16,-18 9 3-16,9-3-4 0,0 2 2 0,-1 1-5 0,-2 4 6 16,5-3 0-16,1 0-4 0,-1 2 5 15,4-1-3-15,1 1 1 0,0-1 4 0,4 2-1 16,2-2-11-16,1 1-15 0,2-3-19 0,4-1-28 16,5 2-27-16,1-3-45 0,8 1-23 0,-4-4-31 0,4 0-158 15,-3-1-382-15,0-5 170 0</inkml:trace>
  <inkml:trace contextRef="#ctx0" brushRef="#br0" timeOffset="156385.57">31233 8839 99 0,'-1'-11'193'0,"1"11"-9"16,-4-9-10-16,4 9-16 0,-6-6-17 0,6 6-9 15,-8 0-13-15,8 0-5 0,0 0-4 16,-19 12 2-16,11-4 6 0,-1 4-12 0,-1 1-7 0,1 0-11 15,-1 0-8-15,4 2-7 0,0-4-7 0,3 1-8 16,0-1-7-16,0 2-4 0,2-1-4 16,2-1-3-16,2 0-4 0,-2-1 6 0,4-3-10 0,1 2-8 15,0 0-10-15,4-3-13 0,-1-1-5 0,1 1-8 16,3-3-6-16,-1 1-12 0,0-3-3 0,0 0 0 16,1-2-8-16,-1-1 1 0,1-1-4 0,1 0 3 15,2-5-3-15,-5 2 2 0,-1-1 4 0,1 1 5 16,-1-2 4-16,-4-1 6 0,2 1 1 0,0-1 12 15,-2-1 6-15,2 1 13 0,-3 1 7 0,-3 3 15 16,1-2 8-16,-3 7 4 0,5-10 7 0,-5 10 0 16,3-7-1-16,-3 7-1 0,0 0-9 0,0 0-6 15,0 0-1-15,0 0-5 0,0 0-6 0,0 0 4 16,0 0-1-16,0 0-3 0,-22 14 7 0,14-4-2 16,3-3-1-16,-1 3 1 0,2 1-4 0,1-1-2 15,1 0-2-15,-1 0 0 0,4-2-1 0,-2 3 0 16,1-1-2-16,4-1 1 0,0 1-2 0,2-3-1 15,1 0-1-15,-1 1 5 0,3-3-1 0,-1-1-3 16,2-2 1-16,3 1 0 0,-3-1-3 0,1-1-1 16,1-1 5-16,-1-1-9 0,1-1-2 0,-5-1-1 15,0 1 1-15,1-3-8 0,-3-1-3 0,0 1-2 16,-1-1 4-16,-1-3 1 0,0-1-4 0,-4 1-3 16,1-1 0-16,-3 0 3 0,1 0-6 0,-1-1 2 15,-2 0 3-15,1 0-1 0,2 2 1 0,-1-3 1 0,0 5-1 16,2-3 4-16,0 3-3 0,1 7 2 0,-1-15-4 15,1 9 2-15,0 6-3 0,2-11 1 16,1 7 1-16,-3 4-5 0,9-7 3 0,-3 6 3 16,-6 1-1-16,10-1-1 0,-10 1-4 0,13 2 4 15,-5 1 2-15,1 2 0 0,-3-1 0 0,1 1 1 0,1 3 1 16,-3-2-2-16,2 2 6 0,-1 1 8 0,0 0 1 16,-3-2 1-16,2 1-1 0,-1 0 0 15,0-2 2-15,-3 0-3 0,2 0-1 0,-1-1 4 0,1 0-2 16,-3-5 1-16,1 7 5 0,-1-7 11 0,0 0 5 15,3 7 10-15,-3-7 0 0,0 0 16 0,0 0 1 16,0 0 3-16,0 0 3 0,0 0-3 0,0 0-7 16,0 0-5-16,0 0-5 0,0 0-5 0,0 0-6 15,0 0-6-15,4-24-6 0,-2 16-14 0,-1-1-4 16,1 0 0-16,0 1-5 0,3-4-4 0,-2 3 3 16,1 0 0-16,0 4-2 0,-2 0 1 0,2-1-6 15,4 3-1-15,-8 3 2 0,11-4 3 0,-4 4-1 16,-7 0-1-16,14 1 5 0,-4 3-8 0,-1 1-1 15,1 0 5-15,0 0-4 0,-2 3 4 0,0 0 4 16,-1-2-3-16,1 3 4 0,-3-4 0 0,2 2 2 16,-1-2-6-16,-1 1 6 0,-1-2-5 0,0 0 4 15,-4-4 2-15,6 7 1 0,-6-7 1 0,3 6 8 16,-3-6-3-16,0 0 5 0,3 5 3 0,-3-5 4 16,0 0-7-16,0 0 5 0,0 0-8 0,0 0 2 15,0 0 0-15,0 0 1 0,0 0-5 0,0 0-6 16,-6-28-3-16,7 19 3 0,1 1-10 0,0-2 7 15,2 2-4-15,2-1-4 0,-1 1 3 0,2 1-15 16,-2-2-3-16,0 3 4 0,0 0 0 0,1 2 2 16,0-1-3-16,-6 5 4 0,7-4-2 0,-7 4 2 15,8-2 2-15,-8 2-2 0,0 0 3 0,14 5 1 16,-10-1-2-16,0 1 13 0,-4-5-9 0,8 10 3 16,-6-1 0-16,2-1-4 0,0 1 11 0,-3-2-2 15,3 1 0-15,-3 0-16 0,-1-8-14 0,1 13-16 0,1-6-27 16,-1-2-34-16,-1-5-32 0,0 13-32 0,1-9-25 15,-1-4-159-15,0 10-388 0,0-10 173 16</inkml:trace>
  <inkml:trace contextRef="#ctx0" brushRef="#br0" timeOffset="156820.2">32012 8701 100 0,'1'-11'216'0,"1"0"-4"0,0 3-11 0,-2 0-5 15,0 8-23-15,1-11-20 0,-1 11-18 0,1-9-16 16,-1 9-11-16,0 0-14 0,0 0-10 0,0 0-1 16,4 28 5-16,-3-13-3 0,-1 2-9 15,0-1-4-15,-2 4-7 0,2 0-4 0,-1-1-5 0,2-1-6 16,-1 0-6-16,-1-1-2 0,-1 0 6 0,1-5-5 16,2 0 10-16,-1-1-13 0,2-1-1 0,-2-2-6 15,0-1 0-15,0-7-4 0,-2 11 5 0,2-11-2 16,2 8 2-16,-2-8 2 0,0 0 6 0,0 9-5 15,0-9 5-15,0 0 2 0,0 0-4 0,0 0-6 16,0 0 1-16,0 0-1 0,0 0-1 0,0 0-5 16,0 0-5-16,0 0-7 0,0 0-4 15,0 0 0-15,0 0-7 0,11-20-2 0,-6 15 2 0,2 0-5 16,3 2 5-16,-3 0-9 0,3 0 4 0,1 0-6 16,-1 1 2-16,0 3-3 0,-10-1 6 0,16 3-4 15,-10 1-1-15,1-3-8 0,0 4 14 0,-3-1-9 16,2 4 1-16,-4-4 0 0,-1 3 5 0,-1-7 1 15,-3 15 4-15,1-5 1 0,-6-3-1 0,1 5-1 16,-5-2 0-16,2-3 1 0,0 0-2 0,-2 0-14 16,2 0-7-16,-2-3-20 0,3 0-18 0,0 1-20 15,2-3-24-15,-1 0-31 0,8-2-42 0,-10 3-45 16,10-3-197-16,0 0-451 0,0 0 200 0</inkml:trace>
  <inkml:trace contextRef="#ctx0" brushRef="#br0" timeOffset="157017.12">32262 8829 104 0,'0'0'217'0,"5"-5"-23"0,-5 5-14 0,0 0-19 15,7-4-14-15,-7 4-20 0,0 0 1 0,0 0 2 16,0 0-3-16,7 11-7 0,-7-3-9 0,0-8-9 16,2 14-8-16,-2-6-13 0,0 4-6 0,0-1-5 15,1-1-8-15,2 0-4 0,-5 1-7 0,5-1-16 16,-3 1-22-16,0-2-25 0,0 2-30 0,0-11-35 15,-3 13-41-15,3-13-27 0,-4 14-32 0,0-7-126 16,4-7-328-16,-10 9 145 0</inkml:trace>
  <inkml:trace contextRef="#ctx0" brushRef="#br0" timeOffset="157171.01">32257 8603 1 0,'8'-3'61'0,"-8"3"-11"16,0 0-22-16,12 10-30 0,-8 2-21 0,3 3-26 15,-1 2 12-15</inkml:trace>
  <inkml:trace contextRef="#ctx0" brushRef="#br0" timeOffset="157420.15">32371 8915 62 0,'0'0'209'0,"0"0"1"16,0 0-5-16,0 0-19 0,0 0-22 0,0 0-5 16,-3-30-23-16,6 20-5 0,-2 4-9 0,0-2-6 15,3 0-14-15,-1-4-10 0,3 4-10 16,2 0-9-16,-2 1-11 0,3-1-5 0,-1 5-6 0,-2-1-7 16,1 4-4-16,-7 0-5 0,12-2-5 0,-3 2-1 15,-2 4-5-15,-7-4-1 0,14 7-4 16,-8-4-3-16,-1 4-1 0,-1-1 0 0,1 1 0 0,-1 3-3 15,0-2-2-15,1 2 3 0,0-1-6 0,-2 0-22 16,0 0-22-16,0 1-40 0,-2-1-45 0,2-4-44 16,-1 1-45-16,-2-6-112 0,4 9-351 0,-4-9 156 15</inkml:trace>
  <inkml:trace contextRef="#ctx0" brushRef="#br0" timeOffset="157815.65">32763 8790 121 0,'0'0'233'0,"0"0"-7"0,0 0-10 15,0 0-19-15,0 0-18 0,0 0-19 0,0 0-17 16,-20-33-16-16,11 36-8 0,-2 4-13 0,0-1-8 16,-3 3-8-16,-1 4-5 0,2-1-12 0,0-1-4 15,2 2-11-15,3 1-2 0,1-5-11 0,1 4 2 16,4-6-4-16,2 4-5 0,0-2-3 0,2 0-3 15,-1-3-1-15,4-1-3 0,3 3-3 0,0-4-1 16,-8-4-5-16,0 0 0 0,0 0-5 0,0 0 1 16,0 0-5-16,62 3 4 0,-62-3-2 0,0 0-2 15,0 0-5-15,0 0 5 0,41-18-3 0,-41 18-2 16,0 0 2-16,21-22-1 0,-21 22 0 0,0 0 0 16,15-22 1-16,-15 22-4 0,0 0 0 0,0 0 10 15,0 0 5-15,12-26-2 0,-12 26-6 0,0 0-2 16,0 0-4-16,0 0-1 0,0 0-1 0,0 0-1 15,0 0 6-15,0 0-1 0,0 0 0 0,0 0 0 16,0 0-2-16,0 0 3 0,0 0-4 0,0 0-12 16,0 0-19-16,0 0-20 0,0 0-31 0,10 79-29 15,-10-79-29-15,0 0-37 0,16 22-29 0,-16-22-166 0,0 0-399 16,0 0 177-16</inkml:trace>
  <inkml:trace contextRef="#ctx0" brushRef="#br0" timeOffset="159067.5">33020 8550 186 0,'0'0'177'0,"0"0"-17"16,0 0-12-16,0 0 4 0,0 0-7 0,0 0-7 16,0 0 0-16,0 0 0 0,0 0-17 0,3 92-11 15,-3-92-11-15,0 48-7 0,0-48-11 0,-3 45-8 16,3-45-6-16,3 39-5 0,-3-39-8 0,1 36-1 15,-1-36-7-15,1 35-3 0,-1-35-4 0,0 0-5 16,1 40-2-16,-1-40-5 0,0 0-3 0,2 31-17 16,-2-31-18-16,0 0-31 0,0 0-33 0,0 0-29 15,0 0-23-15,0 0-17 0,1 34-18 0,-1-34-136 16,0 0-321-16,0 0 143 0</inkml:trace>
  <inkml:trace contextRef="#ctx0" brushRef="#br0" timeOffset="159362.04">32883 8778 22 0,'0'0'169'0,"0"0"-8"0,0 0-23 15,0 0-10-15,0 0-15 0,0 0-8 0,0 0-13 16,0 0-2-16,53-27-11 0,-53 27-5 0,42-2-9 16,-42 2-6-16,48-6-4 0,-48 6-5 0,36 0 8 15,-36 0-1-15,0 0-2 0,41-4-3 0,-41 4 7 16,0 0 6-16,0 0 10 0,0 0 5 0,0 0 1 15,38 3 3-15,-38-3 4 0,0 0-5 0,0 0-6 16,0 0-11-16,0 0-6 0,0 0-13 0,0 0-2 16,0 0-2-16,0 0 5 0,23 16-5 0,-23-16 26 15,0 0-5-15,0 0-2 0,0 0-10 0,0 45-1 16,0-45-8-16,0 0-3 0,-1 36-4 0,1-36-5 16,0 0-24-16,0 40-24 0,0-40-42 0,0 0-28 15,-1 35-57-15,1-35-57 0,0 0-47 0,0 0-147 16,-4 33-427-16,4-33 190 0</inkml:trace>
  <inkml:trace contextRef="#ctx0" brushRef="#br0" timeOffset="160046.16">33374 8765 140 0,'0'0'186'0,"0"0"-13"0,0 0-14 0,0 0-12 16,-43 45-12-16,43-45 0 0,0 0 1 0,-15 27-22 16,15-27-6-16,0 0-18 0,0 0-7 0,-6 34-15 15,6-34 0-15,0 0-4 0,0 0-6 0,0 0-6 16,3 37-1-16,-3-37-7 0,0 0-6 0,0 0 2 16,0 0 1-16,0 0 5 0,0 0-3 0,0 0 7 15,0 0-2-15,0 0-6 0,0 0-3 0,0 0-7 16,0 0-2-16,0 0-1 0,0 0-4 0,0 0 0 15,0 0-2-15,0 0-3 0,0 0-1 0,0 0-3 16,0 0-2-16,0 0-2 0,0 0 0 0,55-65-3 16,-55 65-1-16,0 0 1 0,0 0 2 0,12-23-1 0,-12 23-3 15,0 0-3-15,0 0-4 0,0 0-2 16,0 0-1-16,0 0 2 0,0 0-2 0,0 0 2 16,0 0-2-16,0 0 0 0,0 0 1 0,0 0 0 15,0 0-2-15,0 0 3 0,0 0 1 0,0 0 1 0,0 0-1 16,21 58 2-16,-21-58 0 0,0 0 3 15,0 0 8-15,0 0 9 0,0 0 7 0,0 0 10 16,0 0 15-16,0 0 7 0,0 0-15 0,0 0 5 16,0 0-2-16,0 0-4 0,0 0-2 0,0 0-4 15,0 0-10-15,0 0 1 0,0 0-8 0,0 0 1 16,0 0-2-16,39-49-7 0,-39 49-3 0,16-16-6 16,-16 16 2-16,0 0 0 0,25-20-6 0,-25 20-1 0,0 0-2 15,0 0-8-15,0 0-7 0,27-7 3 16,-27 7-2-16,0 0 5 0,0 0-1 0,0 0 2 15,0 0 0-15,27 45 0 0,-27-45-8 0,0 0-19 16,3 41-34-16,-3-41-32 0,-4 34-32 0,4-34-38 0,0 0-36 16,-13 44-37-16,13-44-131 0,-21 27-406 15,21-27 180-15</inkml:trace>
  <inkml:trace contextRef="#ctx0" brushRef="#br0" timeOffset="161687.77">31163 9429 25 0,'-5'-5'217'0,"-3"-1"-6"16,1 0-8-16,0 3-13 0,1 1-15 0,-4-2-8 15,2 2-24-15,8 2-11 0,-19 8-11 0,6-2-5 16,-1 5-7-16,-1 2-4 0,3 2-14 0,-2 0-3 16,-1 7-10-16,7-4-8 0,0 0-9 0,3-1-5 15,0 2-4-15,3-1-7 0,3 0-5 0,-1-1 1 16,5-1-6-16,0-5-2 0,4 4-4 0,4-2-7 0,2-1-4 16,2-2 0-16,3-3-6 0,8-2-4 15,0 0 2-15,-2-3-13 0,-4-2-2 0,-1-3-5 16,-1-1-2-16,0-1 1 0,-1 0-1 0,-1-2-4 15,1-3-1-15,-3 1 0 0,0-1 1 0,-8 0-1 16,6-4 8-16,-4 1-2 0,-1-2-1 0,-1 0 1 16,-1 0 3-16,1-3-1 0,-4 3 3 0,0-1 2 0,-2 5 6 15,1 1 6-15,-1 2 3 0,0-2 2 16,0 5 4-16,-2 5 0 0,0 0-7 0,-1-12-3 16,1 12-5-16,3-5-2 0,-3 5 1 0,0 0 6 15,0 0-2-15,0 0 1 0,-8 32-1 0,7-21 0 16,-2 1 5-16,3 1-8 0,0-1 5 0,1 0-3 15,-1 0 2-15,2 0-2 0,4 1 1 0,-1 1-2 16,2-3 5-16,-1-3 1 0,2 2 0 0,4-4 7 16,-1 0-2-16,1 0-1 0,-1-4-1 0,3 1 2 0,0-4-2 15,-1 0 2-15,-1 0-1 0,0-1-4 0,-1-2-1 16,1 0 4-16,-2-3 0 0,-1 2-4 16,1-1 3-16,-1-3-3 0,-2 0 1 0,0-3-1 0,-2 1-5 15,-2 1 2-15,1-1-2 0,0-4 0 0,-2 3 0 16,2 1 3-16,-1 0-3 0,-1 1 2 0,-1 1 3 15,2 1 7-15,-3 8-5 0,1-9 3 0,-1 9-3 16,3-7-4-16,-3 7-4 0,0 0 0 16,0 0-5-16,0 0 0 0,0 0 1 0,0 0-1 0,0 0-3 15,0 0 5-15,0 0 1 0,0 0 0 0,-7 31 0 16,5-21 3-16,-1-1-1 0,2 1 2 0,1-1-3 16,0 1-1-16,1-3 0 0,2 3 4 0,-2-1-4 15,3-3 7-15,-2 0-3 0,3 0 0 0,-1 1 3 16,3-1 5-16,-1-4 5 0,6 2 0 0,0 0 0 15,0-1-5-15,2-3 1 0,-2 2-2 0,1-4 3 16,0 2 0-16,0-3-5 0,0-1 5 0,-2 0-1 16,1-1-1-16,-2 0-5 0,-1-3 3 0,0 1 0 15,-3-2-3-15,0-1-1 0,-1-2-3 0,-1 2 0 16,-3-2 4-16,-1-3-6 0,-1 2-1 0,-1-3 1 16,-2 5-2-16,2-2 0 0,-2 2 1 0,-3 2 1 15,4 1 0-15,-4-1-2 0,1 1 2 0,1 3-4 16,1-1 4-16,4 6-3 0,-10-6 2 0,10 6 0 15,-8-4-3-15,8 4-2 0,-5-3 9 0,5 3-11 16,0 0 3-16,0 0-1 0,-8-3 2 0,8 3-3 16,0 0-1-16,0 0-2 0,0 0 3 0,0 0 3 15,26 10-4-15,-18-8 2 0,3-1 0 0,2-2 3 16,1 2-3-16,0-1 3 0,-3 0-2 0,2 0 1 16,-1-1 0-16,-3 1-4 0,-9 0 0 0,15 1 3 15,-9-1-5-15,-6 0 2 0,8 0 2 0,-8 0-1 16,8 3 0-16,-3 1 1 0,-5-4 4 0,5 9 4 15,-3-6-5-15,0 4 4 0,-1 0 4 0,2 1-1 16,-2 2 3-16,0 1-4 0,-1 0 2 0,1 0-1 16,2-1 1-16,-2 1-3 0,2 0 1 0,-2 0 1 15,2-2 2-15,2 1-5 0,-1-2 3 0,1 1 0 0,-3-2 0 16,5 1 1-16,-2-3 7 0,6 1-11 0,-3-1 6 16,1-2-5-16,2 1 8 0,-2-1-9 15,3-2 6-15,-2 0-1 0,-2-2-1 0,2 1-1 16,-10 0 3-16,15-4-2 0,-8 0-1 0,-2 1 1 0,0-2-4 15,0-4-4-15,1 0-1 0,-3 1 3 0,-1-2 5 16,1-2-12-16,0 0 4 0,-5-4-2 16,2 4-2-16,0 2 2 0,-2-4 3 0,-2 5-2 15,1-1-1-15,-2 0 2 0,0 1 1 0,3-1 1 0,0 3 1 16,2 7 3-16,-3-9 6 0,3 9-13 0,-2-10 2 16,2 10 1-16,-2-6 2 0,2 6-9 0,0 0-1 15,-3-7-3-15,3 7 1 0,0 0 0 0,10-3 2 16,-10 3 1-16,16 0 8 0,-6 2-8 0,0-2 2 15,0 4-2-15,1-2-1 0,-5 0 1 0,2 0-1 16,1-1 1-16,0 3 2 0,-3-1-6 0,-2 2 7 16,3-1 5-16,-2 2-3 0,1 3 0 0,-2-1-2 15,-1 1-1-15,0 1 3 0,0 0 0 0,-1 1 2 16,3-1 0-16,-4-3-2 0,1 4 0 0,0-2 1 16,-1 0-2-16,2 0 2 0,2-1 7 0,-2 1-2 15,2-1-1-15,1 0 1 0,1-3-2 0,-2 0 3 16,1 0-3-16,4-1 5 0,-2-3-3 0,2 3 0 15,2-2 2-15,0-1 1 0,1-1-2 0,-1-3 1 16,1-1 1-16,-2 1-4 0,4-1-2 0,1-1 5 16,-6-2-3-16,0 0 0 0,1-1 0 0,-1 0 4 15,-1-1 3-15,-2 0 0 0,1-6-6 0,-2 4 1 16,-1 0 2-16,-2 0-1 0,-2 0 3 0,1-2 10 16,0 4-1-16,-2 0 4 0,0-1 3 0,0 10 1 15,-2-13-4-15,-1 8-5 0,3 5-3 0,-6-7 1 16,-2 5-3-16,8 2-4 0,-17 5 1 0,7 0 0 15,-1 1 0-15,-1 1 1 0,1 2-5 0,2 0 2 16,-2 4 6-16,2-2-10 0,2 0-17 0,0-1-22 16,4 1-27-16,1 0-27 0,2 0-30 0,3-1-36 15,3-3-39-15,4 2-34 0,-1-3-186 0,3 0-450 16,1-2 200-16</inkml:trace>
  <inkml:trace contextRef="#ctx0" brushRef="#br0" timeOffset="161969.57">32690 9628 55 0,'0'0'259'0,"0"0"-2"0,0 0-20 0,0 0-21 0,8-9-2 16,-8 9-5-16,0 0-12 0,-1-12-13 0,1 12-11 15,-4-10-9-15,4 10-4 0,-4-12-8 16,2 5-11-16,2 7-4 0,0-17-9 0,0 8 1 16,-2 3-8-16,2-4-15 0,3-1-11 0,-2-1-6 0,-1 12-9 15,0 0-10-15,0 0-7 0,23-44-7 16,-23 44-9-16,0 0-10 0,26-27 1 0,-26 27-4 15,0 0-2-15,21-16-7 0,-21 16-5 0,0 0-9 16,0 0 1-16,31-7-2 0,-31 7-4 0,0 0 3 16,0 0-5-16,0 0 8 0,0 0-9 0,38 34 3 0,-38-34-3 15,0 0-13-15,14 30-11 0,-14-30-8 0,0 0-24 16,12 32-26-16,-12-32-36 0,0 0-31 0,5 27-36 16,-5-27-44-16,0 0-29 0,0 0-227 15,9 27-520-15,-9-27 231 0</inkml:trace>
  <inkml:trace contextRef="#ctx0" brushRef="#br0" timeOffset="162282.2">33102 9247 154 0,'0'0'272'0,"0"0"-6"0,11-46-10 0,-11 46-24 16,0 0-13-16,0 0-22 0,0 0-28 15,0 0-12-15,0 0-22 0,0 0-16 0,0 0-6 0,0 0-6 16,0 0-2-16,0 0-5 0,0 0-2 0,0 0-13 16,0 0 2-16,0 0-5 0,-11 110-3 0,11-110-1 15,-7 39-7-15,7-39-9 0,-7 37-3 0,7-37-5 16,-5 33-3-16,5-33-2 0,-4 28-8 16,4-28-8-16,0 0 2 0,-1 39-2 0,1-39-4 0,0 0-2 15,0 0-7-15,0 40 3 0,0-40 1 0,0 0-6 16,0 0 1-16,11 31-10 0,-11-31-21 0,0 0-16 15,0 0-22-15,24 16-30 0,-24-16-43 0,0 0-44 16,0 0-50-16,37 7-46 0,-37-7-209 0,0 0-510 16,0 0 226-16</inkml:trace>
  <inkml:trace contextRef="#ctx0" brushRef="#br0" timeOffset="162446.76">32974 9382 216 0,'0'0'242'0,"0"0"-16"16,0 0-12-16,0 0-25 0,0 0-23 0,0 0-16 16,0 0-13-16,0 0-13 0,0 0-15 0,0 0-27 15,83-31-37-15,-53 25-55 0,3 2-65 0,-33 4-67 16,66-6-138-16,-33-3-301 0,-3 2 134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4:51:44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6078 7811 5 0,'0'0'34'0,"0"0"-8"0,0 0 0 15,0 0-7-15,0 0-6 0,0 0 1 0,0 0 1 16,0 0-1-16,0 0-5 0,0 0-1 0,0 0 0 0,0 0-2 15,0 0-1-15,6 7-7 0,-6-7-7 16,0 0-7-16,6 5-2 0,-2-3-9 0,1 1-28 16,1 2 13-16</inkml:trace>
  <inkml:trace contextRef="#ctx0" brushRef="#br0" timeOffset="180183.79">16730 7403 5 0,'0'0'1'0,"0"0"7"16,0 0-8-16,0 0 3 0,0 0-4 15,0 0 1-15,0 0 3 0,0 0-4 0,0 0 1 16,0 0-3-16,0 0-1 0,0 0 6 0,0 0-1 0,0 0-1 16,0 0 0-16,0 0-3 0,0 0 3 15,0 0 3-15,0 0-6 0,0 0 6 0,0 0-6 16,0 0 8-16,0 0-5 0,0 0 0 0,0 0 4 16,0 0-4-16,0 0-1 0,0 0-3 0,0 0 4 0,0 0 0 15,0 0-3-15,0 0-2 0,-3 25 0 0</inkml:trace>
  <inkml:trace contextRef="#ctx0" brushRef="#br0" timeOffset="180200.74">16724 7435 5 0,'0'0'-2'0,"-1"7"0"0</inkml:trace>
  <inkml:trace contextRef="#ctx0" brushRef="#br0" timeOffset="181067.48">16708 7515 2 0,'0'0'0'16,"0"0"3"-16,-3 9-3 0,3-9 3 0,0 0-3 16,-2 9-2-16,2-9 4 0,0 0 0 0,-3 8 0 15,3-8-1-15,-1 7 0 0,1-7-4 0,0 0 4 16,0 9-1-16,0-9 4 0,0 0 3 0,-3 10-2 15,3-10-3-15,0 0 4 0,0 11-4 0,0-11 1 16,-1 5-3-16,1-5 3 0,0 0 3 0,-2 10-3 16,2-10-3-16,0 0 1 0,-2 8 1 0,2-8-2 15,0 0 1-15,0 0 3 0,-1 10-4 0,1-10 6 16,0 0-3-16,-1 7-4 0,1-7 2 0,0 0 1 16,0 0 1-16,-3 7-2 0,3-7-4 0,0 0 5 15,0 0 0-15,-1 10-5 0,1-10 3 0,0 0 4 16,0 0 1-16,-3 5-2 0,3-5-2 0,0 0 3 15,0 0-3-15,0 0-1 0,0 0 2 0,-1 9-4 16,1-9 2-16,0 0 2 0,0 0-1 0,0 0 4 16,-3 6-3-16,3-6-1 0,0 0-4 0,0 0 4 15,-3 8-2-15,3-8 0 0,0 0 4 0,0 0 0 16,0 0-1-16,0 0 3 0,0 0-4 0,0 0 1 16,-4 5-5-16,4-5 0 0,0 0 10 0,-3 6-9 0,3-6 2 15,0 0 0-15,0 0-2 0,-4 4 2 16,4-4 0-16,0 0-3 0,-3 8 5 0,3-8-1 15,0 0-2-15,-6 4 5 0,6-4-4 0,0 0 3 16,-2 7-9-16,2-7 5 0,0 0 1 0,-8 6 6 16,8-6-5-16,0 0-3 0,-4 4 4 0,4-4-2 15,0 0 0-15,0 0 3 0,-2 6-3 0,2-6 2 16,0 0-3-16,0 0 0 0,0 0 1 0,0 0 2 16,0 0-2-16,0 0 4 0,0 0-5 0,0 0 6 0,0 0-7 15,0 0 1-15,-5 5 3 0,5-5 5 0,0 0 4 16,0 0 4-16,0 0 3 0,0 0 1 0,0 0-5 15,0 0 0-15,0 0-1 0,0 0-2 16,0 0-4-16,0 0-2 0,-12-9 2 0,12 9 4 0,-4-6-2 16,4 6 2-16,-7-6-10 0,7 6 6 0,-7-7-4 15,7 7-1-15,-6-6-2 0,6 6 6 0,-7-6-1 16,7 6-8-16,-8-9 5 0,8 9 5 0,-7-5-6 16,5-2 4-16,2 7-3 0,-7-7 4 0,7 7-3 15,-5-8-4-15,2 2 4 0,0 2-5 0,-2-3 0 16,5 7 4-16,-7-9-5 0,3 5 6 0,1-1-1 15,-3-1-5-15,1 1 1 0,5 5-4 0,-10-11 3 16,4 7 2-16,-1 0 0 0,2-1 1 0,-2 1-4 16,7 4 2-16,-11-7 5 0,5 5 0 0,1-2-9 15,5 4 8-15,-13-5-2 0,8 2-5 0,0-2 7 16,5 5-5-16,-10-4 3 0,6 1 5 0,4 3-8 16,-13-4 3-16,8 1-1 0,5 3 1 0,-13-6 0 15,7 6 0-15,6 0 2 0,-8-4-8 0,8 4 0 16,-8-2 8-16,8 2-4 0,0 0 4 0,0 0-5 15,-9-3 3-15,9 3-6 0,0 0 10 0,-7-3-2 16,7 3-7-16,0 0 6 0,0 0 3 0,0 0-1 16,0 0-3-16,-7-4 0 0,7 4 6 0,0 0-11 15,0 0 6-15,0 0-2 0,0 0 0 0,0 0-1 16,0 0 1-16,0 0 0 0,0 0 1 0,0 0-8 16,0 0 6-16,0 0-7 0,0 0-2 0,0 0-1 0,0 0-6 15,0 0 4-15,0 0-8 0,0 0-15 16,0 0-39-16,0 0 18 0</inkml:trace>
  <inkml:trace contextRef="#ctx0" brushRef="#br0" timeOffset="181967.75">16648 7687 6 0,'0'0'19'0,"0"0"-2"0,0 0-2 15,0 0-2-15,0 0-1 0,0 0 0 0,0 0-1 0,0 0-2 16,-16-10-1-16,16 10-2 0,0 0 1 0,-7-7 1 15,7 7 0-15,-7-6-5 0,7 6 3 0,-7-8-2 16,7 8-1-16,-7-7-4 0,2 4 3 0,5 3 1 16,-9-8-1-16,2 3-2 0,3 1-1 0,-1 0 2 15,5 4 3-15,-9-11 0 0,3 7-5 0,1 0 1 16,-1-1-6-16,0-1 6 0,1 1 3 0,-2 2-7 16,-2-3 4-16,3-1 2 0,-2 3 5 0,2-2-9 15,-1 3 2-15,-1-1 1 0,1 0 0 0,7 4-3 16,-12-6 3-16,7 3 0 0,5 3-9 0,-11-3 2 15,11 3 1-15,-6-3-23 0,6 3-29 0,0 0 13 16</inkml:trace>
  <inkml:trace contextRef="#ctx0" brushRef="#br0" timeOffset="198297.17">16678 7668 8 0,'-3'5'8'0,"3"-5"4"0,-5 9-6 16,2-4-1-16,-1 0 5 0,4-5-4 0,-4 9 1 16,4-9-2-16,-4 6 1 0,4-6-2 0,-3 6-2 15,3-6 3-15,0 0 0 0,-4 6 1 0,4-6-2 16,0 0 4-16,0 0 11 0,-7 6-4 0,7-6-1 15,0 0 1-15,0 0-1 0,0 0-1 0,0 0-3 16,-5 3-9-16,5-3 10 0,0 0-1 0,0 0-1 16,0 0 2-16,0 0-6 0,0 0 4 0,0 0-2 15,-7 1 0-15,7-1-2 0,0 0 6 0,0 0-5 16,0 0-1-16,0 0-2 0,0 0 5 0,0 0-1 16,0 0-1-16,0 0-3 0,0 0 4 0,0 0 3 15,0 0-3-15,0 0 0 0,0 0 4 0,-16-4 6 16,16 4-5-16,0 0-6 0,-3-7-1 0,3 7 1 15,-6-5 2-15,6 5 2 0,0 0 0 0,-5-7-5 16,5 7-2-16,-4-3-5 0,4 3 5 0,-5-8-3 16,5 8 0-16,-9-5-3 0,9 5 9 0,-11-4-3 15,6 1-2-15,5 3-1 0,-13-5 3 0,7 1-5 16,-2 3-3-16,-1-2 7 0,-2 1 4 16,0-1-4-16,3 2 3 0,-2-4-4 0,1 2 4 0,0 0-10 15,0-3 0-15,-2 3 4 0,5 1 4 0,-5-2-2 16,4 1 0-16,-1-1 2 0,-1 1-3 0,1-3 1 15,1 2 8-15,2 0-9 0,5 4 8 0,-9-8 5 16,3 5-4-16,1-1-1 0,5 4-3 0,-8-7 2 16,8 7-2-16,-7-5 5 0,7 5-4 0,-5-5-4 15,5 5 6-15,0 0-1 0,-6-4-5 0,6 4-5 16,0 0-7-16,0 0-7 0,0 0-2 0,-9-2 1 16,9 2-3-16,0 0-15 0,0 0-40 0,-12 7-82 0,8-2 36 15</inkml:trace>
  <inkml:trace contextRef="#ctx0" brushRef="#br0" timeOffset="200062.6">14025 7070 17 0,'0'0'19'0,"2"7"-7"0,-2-7-9 15,0 0-4-15,0 0-8 0,0 9-9 0,0-9 4 16</inkml:trace>
  <inkml:trace contextRef="#ctx0" brushRef="#br0" timeOffset="202015.79">16525 7703 14 0,'0'0'78'0,"0"0"-2"0,0 0-5 15,0 0 9-15,0 0-14 0,0 0-2 0,0 0-12 16,0 0 6-16,0 0-13 0,0 0-1 0,0 0-10 16,0 0 3-16,0 0-7 0,0 0-6 0,0 0-5 15,0 0 0-15,0 0 4 0,0 0-8 0,0 0 3 16,0 0 0-16,0 0-8 0,0 0 10 0,0 0-6 16,0 0-1-16,0 0-5 0,0 0-1 0,0 0 8 0,0 0-13 15,0 0 3-15,0 0 4 0,0 0-7 0,0 0 4 16,0 0-4-16,0 0 4 0,0 0-9 0,0 0 12 15,0 0-10-15,0 0 6 0,0 0-3 0,0 0 4 16,0 0-3-16,0 0-2 0,0 0-1 0,0 0 6 16,0 0-5-16,0 0-3 0,0 0 4 0,0 0-6 15,0 0 1-15,0 0 1 0,0 0-9 0,0 0 15 16,0 0-6-16,0 0 4 0,0 0-3 16,0 0 4-16,0 0-11 0,0 0 12 0,0 0-6 0,0 0 2 15,0 0 6-15,0 0-5 0,0 0-2 0,0 0 5 16,0 0-2-16,0 0-2 0,0 0 8 0,0 0-6 15,0 0-4-15,0 0 0 0,0 0 4 16,0 0-4-16,0 0 4 0,0 0-5 0,0 0 1 0,0 0 7 16,0 0-11-16,0 0 4 0,0 0 1 0,0 0 0 15,0 0 0-15,0 0 3 0,0 0-7 0,0 0 3 16,0 0-2-16,0 0 1 0,0 0 0 0,0 0 8 16,0 0-4-16,0 0-1 0,0 0-2 0,0 0 6 15,0 0-4-15,0 0-5 0,0 0 9 0,0 0 0 16,0 0-5-16,0 0 6 0,0 0-6 0,0 0 6 15,0 0-1-15,0 0-1 0,0 0-12 0,0 0 13 16,0 0-8-16,0 0 7 0,0 0-2 0,0 0-1 16,0 0 5-16,0 0-10 0,0 0 11 0,0 0-8 15,0 0 3-15,0 0 5 0,0 0-9 0,0 0 7 16,0 0-14-16,0 0 10 0,0 0 6 0,0 0-11 16,0 0 10-16,0 0-3 0,0 0-5 0,0 0 2 15,0 0 1-15,0 0 0 0,0 0 6 0,0 0-3 16,0 0-8-16,0 0 6 0,0 0-1 0,0 0-2 15,0 0 2-15,0 0 4 0,0 0-3 0,0 0-5 16,0 0-3-16,0 0 11 0,0 0 4 0,0 0-1 0,0 0-7 16,0 0 0-16,0 0 0 0,0 0 8 0,0 0-8 15,0 0 0-15,0 0 5 0,0 0-1 16,0 0 13-16,0 0-1 0,0 0-18 0,0 0 12 16,0 0 3-16,0 0-3 0,0 0 0 0,0 0-3 0,0 0 2 15,0 0-1-15,0 0 11 0,0 0-6 0,-7 6 3 16,7-6-1-16,0 0-2 0,0 0-7 15,0 0-1-15,0 0 1 0,0 0 1 0,0 0 2 0,0 0-2 16,0 0-7-16,0 0 8 0,0 0-19 0,0 0-3 16,0 0-17-16,0 0-14 0,0 0-16 0,0 0-11 15,0 0-22-15,0 0-67 0,0 0-173 0,0 0 77 16</inkml:trace>
  <inkml:trace contextRef="#ctx0" brushRef="#br0" timeOffset="207413.76">18146 7096 9 0,'7'-3'7'0,"3"3"-1"0,-1 0 2 15,2-3 6-15,-1 2-8 0,1 1 1 0,1-1-2 16,1-1 2-16,-3 2 5 0,4-2-7 0,-1 1 0 16,-3 1-4-16,4 0 2 0,-1-4 3 0,-1 3 2 15,0 1-4-15,0 0 1 0,-1 0-5 0,-1 0 0 16,2 0-2-16,-1 0 3 0,0 0 0 0,0 0 3 15,-3 1-3-15,-1 2 4 0,-7-3 0 0,18-4-3 16,-8 4-5-16,-2 0 6 0,4 0 0 0,-2 1-1 16,0 2-1-16,2-3-1 0,-5 0 5 0,-7 0-4 15,17 0 0-15,-8 1-2 0,0 0 2 0,1-1-6 16,1 2 2-16,0-4 1 0,-11 2 0 0,18 2 0 16,-8-2 2-16,3 0-3 0,-1 1 2 0,-1 0 3 15,1 0-1-15,-1 0 0 0,-2 1 3 0,3-1-2 16,0 2-3-16,-3 0 2 0,2-2 0 0,0 1-4 15,-4-1 3-15,3 2-1 0,-3-3 1 0,3 3 3 16,-2-2-2-16,-1 1 1 0,-7-2 1 0,18 1-3 16,-11 0 3-16,2 0-5 0,1 2 1 0,-1 0 0 15,2-2 5-15,-1 2-1 0,1 0-5 0,1-2 2 16,0 1 1-16,2-1 3 0,-1 3-9 0,5-2 6 16,0 1 0-16,-1-1 2 0,0 1-4 0,2 0 3 15,-2-2-3-15,2 0 1 0,-1 2 0 0,-1-1-1 16,-3-1 3-16,0 1-4 0,-3-2 3 0,3 1 1 15,-2 0-1-15,2 1-5 0,-1-1 4 0,-1 0 5 16,0 1-9-16,-1-2 4 0,2 2 0 0,-3-1 2 16,1 0 1-16,0 1-2 0,-2-1 0 0,1-1-3 15,-1 0 0-15,0 3 5 0,-1-2-1 0,1 0-2 16,-9-1 2-16,19 1 0 0,-11 0-2 0,0-1 0 0,3 1 3 16,0-1-3-16,-1 0 2 0,1 0 0 15,-1 0-4-15,3 1 3 0,-2-1 0 0,2 1-3 16,-1-1-2-16,-3 2 3 0,2-2 0 0,-1 0 3 15,1 0 1-15,-1 0-3 0,0 1 0 0,0-1 3 0,3 2 0 16,-3-1-6-16,0-1-1 0,3 2 7 0,-3-2-4 16,1 0 0-16,0 0 4 0,-1 1-6 0,-1-2 9 15,3 2-7-15,-1-1-1 0,-1 0 1 16,2 0 0-16,-2 0 2 0,4 0-3 0,-1 0 1 16,6 0-2-16,-2 0 7 0,1 2-6 0,-2-2 2 0,2 0-1 15,1 0 2-15,-2 0-2 0,2 0 1 0,-1 1-3 16,1-2 1-16,0 2 4 0,-6 2-1 0,8-2 0 15,-5-1 0-15,3 0-5 0,-2 2-1 16,1-2 8-16,0 1-2 0,-2-1 3 0,2 2-7 0,-5-2 3 16,6 1 0-16,-6-1 2 0,1 0 0 0,-1 3-4 15,0-3 7-15,2 1-6 0,-2-1 4 0,5 0-2 16,-7 0 0-16,2 2-2 0,0-2 0 16,1 0 2-16,-3 0 1 0,6 1-1 0,-4 0-4 0,1-1-1 15,4 1 3-15,-3-1-4 0,3 0 6 16,1 0 0-16,-6 2 1 0,0-2-2 0,2 0 3 15,-1 0-6-15,4 1 6 0,0-1-1 0,-4 0-3 0,-1 0 3 16,5 0 0-16,-6 1-10 0,2 1 11 16,0-2-3-16,3 0 2 0,-3 0 1 0,0 1-3 0,-1 0 3 15,1-1-5-15,-3 0 2 0,1 0 0 0,1 0-1 16,0 0-1-16,-1 1 1 0,0 0 2 0,-1-1 5 16,7 0-5-16,0 0-4 0,-5 0 1 0,5 2 2 15,-2-2 0-15,2 0 2 0,0 0 0 0,0 0-4 16,0 0-4-16,0 1 2 0,0-1-2 0,-2 1-5 15,3-1 3-15,-2 3 2 0,-3-3 6 0,-1 0-3 16,5 0 1-16,-5 0 2 0,2 2-1 0,-2-1 0 16,1 0 0-16,-4-1-5 0,2 1 4 0,-1-2 4 15,-1 4 0-15,1-3-6 0,0-1 6 0,-3 2-1 16,2-1 2-16,1 3-1 0,0-3-5 0,-2 1 2 16,1-1 0-16,-1-1 0 0,0 2 5 0,1-2-5 15,-10 1-2-15,19 1 1 0,-9-1 5 0,0 0 1 16,-3 0-4-16,-7 0 1 0,19 2 1 0,-11-2-1 15,1 1-6-15,-2-1 4 0,-7 0 3 0,20-1-4 16,-13 1-1-16,5 0 4 0,-5 0 4 0,-7 0-3 16,15 0 0-16,-8-2-2 0,-7 2 1 0,17 0 0 15,-10 0 1-15,4-1-4 0,-1 0 2 0,1-1 0 16,2 1 2-16,-1 0 1 0,2 1-4 0,-2-1 6 16,1 0-5-16,5 1 4 0,0 0-3 0,-4-1 2 15,-2 1 3-15,2-2-2 0,-3 2-1 0,3 2 0 16,-1-4 3-16,1 2-2 0,-1 0-1 0,0-3 1 15,1 3 2-15,-1 0-5 0,0-1 0 0,-1 2 3 0,2-1-2 16,-2-1 2-16,0 0-6 0,2 2 1 16,-1-1 3-16,-1 0 2 0,-1 0-1 0,1 0 1 15,-1 1 0-15,1-1-4 0,0 3 8 0,1-3-4 16,1 0-2-16,-1 0 3 0,0 0-2 0,5 0-2 0,-5 2 1 16,0-2 3-16,4 0-2 0,-4 1 3 0,-3-1 0 15,1 0-7-15,0 1 7 0,0-1 0 16,-3 1 9-16,-8-1-12 0,19-1 7 0,-12 2-8 15,0-1 6-15,-7 0-4 0,12 0-1 0,-12 0-1 16,9 0 1-16,-9 0 0 0,6 1 0 0,-6-1 6 0,12 0-5 16,-12 0 7-16,9 1-6 0,-9-1 4 15,0 0-3-15,10-1 0 0,-10 1-3 0,0 0 3 16,6 3-6-16,-6-3 0 0,0 0 2 0,13 0 7 16,-13 0 2-16,0 0-2 0,0 0 4 0,10-2-8 0,-10 2 2 15,0 0-4-15,0 0 5 0,12 2-6 0,-12-2-2 16,0 0 1-16,0 0 8 0,9 1-4 15,-9-1 4-15,0 0 0 0,0 0-7 0,9-1-1 16,-9 1 7-16,0 0-5 0,0 0 2 0,0 0 2 0,0 0 1 16,9 1-1-16,-9-1 1 0,0 0 2 0,0 0 4 15,0 0 0-15,0 0-2 0,0 0 3 0,0 0 9 16,8-3-13-16,-8 3 0 0,0 0 0 0,0 0-1 16,0 0 1-16,0 0 1 0,0 0-3 0,0 0-2 15,0 0 0-15,7-3-2 0,-7 3 2 0,0 0 1 16,0 0-5-16,0 0-7 0,0 0 10 0,0 0-5 15,0 0 3-15,0 0-3 0,0 0 8 0,0 0-6 16,0 0 0-16,0 0-1 0,0 0-2 16,6-4 2-16,-6 4 0 0,0 0 0 0,0 0 0 0,0 0-3 15,0 0-4-15,0 0 13 0,0 0-8 0,0 0 4 16,0 0 7-16,0 0-8 0,0 0-1 0,0 0-3 16,0 0 3-16,0 0 3 0,0 0 2 0,0 0-6 15,0 0 9-15,0 0-4 0,0 0-5 0,0 0 6 16,0 0-1-16,0 0-4 0,0 0 7 0,0 0-6 15,0 0 2-15,0 0-5 0,0 0 4 0,0 0 6 16,0 0-11-16,0 0 11 0,0 0-7 0,0 0 1 16,0 0-6-16,0 0 0 0,0 0-3 0,0 0 11 15,0 0 1-15,0 0-3 0,0 0-3 0,0 0 5 16,0 0-3-16,0 0-8 0,0 0 5 0,0 0 4 16,0 0-3-16,9 0-1 0,-9 0 4 0,0 0-5 15,0 0 4-15,0 0 4 0,0 0-7 0,0 0-2 16,0 0-1-16,0 0 6 0,0 0-13 0,0 0 10 15,0 0 4-15,0 0 5 0,0 0-10 0,0 0 0 16,0 0-1-16,0 0 3 0,0 0 0 0,0 0 1 16,0 0 4-16,0 0-2 0,0 0 2 0,0 0 3 15,0 0-5-15,0 0-6 0,0 0 12 0,0 0-9 0,0 0 1 16,0 0 0-16,0 0 4 0,0 0-9 16,0 0 9-16,0 0-4 0,0 0 2 0,0 0-2 15,0 0-4-15,0 0 2 0,0 0 3 0,0 0-4 16,0 0 4-16,0 0 0 0,0 0 8 0,0 0-4 15,0 0 10-15,0 0-1 0,0 0-4 0,0 0-2 16,0 0 7-16,0 0-9 0,0 0-1 0,0 0 9 16,0 0 2-16,0 0-4 0,0 0 2 0,0 0-2 15,0 0 0-15,0 0 6 0,0 0-2 0,0 0 8 0,0 0-13 16,0 0-8-16,0 0 12 0,0 0-3 0,0 0 3 16,0 0-4-16,0 0 7 0,0 0-8 0,0 0-5 15,0 0 0-15,0 0 1 0,0 0-5 16,0 0 5-16,0 0-8 0,0 0 9 0,8-3-6 0,-8 3 1 15,0 0-6-15,0 0 7 0,0 0-1 0,0 0-1 16,0 0-4-16,0 0 3 0,0 0-1 16,0 0-1-16,0 0-2 0,0 0 7 0,0 0 7 15,0 0-11-15,0 0-1 0,0 0-12 0,0 0-7 0,0 0-21 16,0 0-16-16,0 0-27 0,0 0-26 0,0 0-78 16,0 0-200-16,0 0 89 0</inkml:trace>
  <inkml:trace contextRef="#ctx0" brushRef="#br0" timeOffset="-211577.12">22203 6991 16 0,'0'0'69'0,"0"0"-2"16,0 0-8-16,0 0-10 0,0 0 5 0,0 0-5 16,0 0-4-16,0 0-4 0,0 0 0 15,0 0 3-15,0 0-13 0,0 0 1 0,0 0 4 16,0 0-4-16,0 0-6 0,0 0 9 0,0 0-1 0,0 0-10 16,0 0-2-16,0 0-4 0,0 0-6 0,0 0-7 15,0 0 9-15,0 0-6 0,0 0 7 0,0 0-10 16,0 0 8-16,0 0-8 0,0 0 7 15,0 0-8-15,0 0-2 0,0 0 3 0,0 0-3 16,0 0 3-16,0 0-4 0,0 0 4 0,0 0 4 0,0 0-4 16,0 0 23-16,0 0-26 0,0 0 4 0,0 0-2 15,0 0 5-15,0 0-6 0,0 0 3 0,0 0-1 16,0 0 3-16,0 0-6 0,0 0 5 16,0 0-2-16,0 0 3 0,0 0 6 0,0 0-12 0,0 0-1 15,0 0 6-15,0 0-6 0,0 0-3 0,0 0 2 16,0 0 3-16,0 0 0 0,0 0 0 0,0 0-3 15,0 0 5-15,0 0-3 0,0 0 4 16,0 0 0-16,0 0-5 0,0 0-1 0,0 0 0 0,0 0 1 16,0 0-3-16,0 0 4 0,0 0-2 0,0 0-10 15,0 0-2-15,0 0-17 0,0 0-2 0,0 0-17 16,0 0-6-16,0 0-6 0,0 0-12 0,0 0-6 16,0 0-40-16,0 0-126 0,0 0 56 0</inkml:trace>
  <inkml:trace contextRef="#ctx0" brushRef="#br0" timeOffset="-202363.97">16413 7610 2 0,'0'0'3'0,"0"0"-2"15,0 0 9-15,0 0-6 0,-8-3 3 0,8 3-2 16,0 0-6-16,0 0 3 0,0 0-1 0,0 0-2 0,0 0 1 16,0 0 0-16,0 0 1 0,0 0 0 0,0 0-4 15,0 0 3-15,0 0 1 0,0 0 1 16,0 0-1-16,0 0-1 0,0 0-2 0,0 0-4 16,0 0 6-16,0 0-2 0,0 0 6 0,0 0-3 0,0 0 1 15,0 0-5-15,0 0 6 0,0 0-3 0,0 0-6 16,0 0 11-16,0 0-7 0,0 0 5 0,-11 5-1 15,11-5-4-15,0 0 3 0,0 0 1 16,0 0 1-16,0 0-4 0,0 0 3 0,0 0-5 16,0 0 7-16,0 0-6 0,0 0 3 0,0 0 2 0,0 0-11 15,0 0-8-15,0 0 4 0</inkml:trace>
  <inkml:trace contextRef="#ctx0" brushRef="#br0" timeOffset="-201697.25">16423 7583 2 0,'0'0'18'0,"0"0"-2"0,0 0 2 15,0 0-5-15,0 0 3 0,0 0-6 0,23 8 1 16,-23-8-5-16,6 4-2 0,-6-4 5 0,8 5-4 16,-2-2 4-16,-6-3 0 0,8 7-6 0,-4-5 4 15,1 1-6-15,0 0 2 0,4 1 1 0,-4 2 0 16,3-1-4-16,-3 0 0 0,4 1 5 0,-3 0-5 0,2 0-1 16,-2 1-1-16,2-3 4 0,-2 1-1 15,3 0 2-15,-4 0-2 0,2-1 0 0,-1 0 3 16,-1 2-8-16,2-1 4 0,-4-1-1 0,5 0-2 15,-4-1 0-15,4 1-1 0,-3-1-2 0,-5-3 5 0,9 6-7 16,-5-3 8-16,-4-3-5 0,7 4 2 16,-7-4-1-16,5 5-2 0,-5-5-1 0,5 1 6 15,-5-1 1-15,0 0-4 0,6 6-1 0,-6-6 4 16,0 0 3-16,0 0-4 0,0 0 0 0,5 2 3 16,-5-2-1-16,0 0 7 0,0 0-7 0,0 0 0 0,0 0 4 15,0 0 1-15,0 0 0 0,0 0 2 16,0 0-5-16,0 0-4 0,0 0 1 0,5-13 5 15,-5 13-3-15,0 0 0 0,1-6-5 0,-1 6 4 16,0 0 4-16,0 0-3 0,3-9 0 0,-3 9-2 0,1-7 2 16,-1 7 1-16,0 0-5 0,2-8 0 0,-2 8 2 15,0 0 2-15,2-10-4 0,-2 10-2 0,2-7-2 16,-2 7 3-16,0 0-2 0,4-9 7 0,-3 4-10 16,-1 5 2-16,2-12 0 0,-2 12-10 0,2-10-18 15,1 4 8-15</inkml:trace>
  <inkml:trace contextRef="#ctx0" brushRef="#br0" timeOffset="-200277.08">16668 7432 6 0,'-2'10'11'0,"-1"-4"2"0,3-6-4 0,-1 12-2 16,0-7 1-16,1-5 1 0,0 11-6 0,0-11 3 15,0 11-2-15,-2-5-1 0,2-6 2 0,0 16 3 16,-1-11-8-16,1-5 2 0,-1 13 2 0,1-13 0 16,2 11 0-16,-2-11-3 0,-1 10 0 15,1-3 3-15,0-7 2 0,0 12-9 0,-1-5 8 0,1-7-4 16,0 11-3-16,0-4 4 0,0-7-4 0,-2 11-1 16,2-11 5-16,-1 11 6 0,0-5-9 15,1-6 2-15,0 11 1 0,0-11-1 0,-3 7 0 0,3-7-5 16,0 11 7-16,0-11-2 0,-1 8 3 0,1-8-5 15,-1 8 3-15,1-8 0 0,0 0-2 0,-3 10-2 16,3-10 2-16,0 0 0 0,-1 8 1 0,1-8 3 16,0 0-4-16,0 0 3 0,0 0-2 0,-1 9-5 15,1-9 4-15,0 0 0 0,0 0-3 16,0 0 6-16,0 0 0 0,0 0-6 0,0 0 4 0,0 9 1 16,0-9 1-16,0 0-3 0,0 0-3 0,0 0 6 15,0 0-4-15,0 0 6 0,0 0-6 0,0 0 3 16,0 0 4-16,0 0 2 0,0 0-8 0,0 0 3 15,0 0 5-15,0 0-5 0,0 0 1 0,0 0-1 16,0 0 0-16,0 0 0 0,0 0-1 0,0 0-2 16,-17-13 5-16,17 13-3 0,0 0 1 0,-8-5-2 15,8 5-1-15,-7-5 5 0,7 5-13 16,0 0 4-16,-11-1-3 0,11 1 5 0,-7-3-10 0,7 3 7 16,-10-4-1-16,10 4 3 0,-9-5-6 0,9 5 6 15,-11-1-5-15,6-3 0 0,5 4-4 0,-15-3-9 16,9 0 20-16,-1 0-17 0,-3-1 16 0,4 1-12 15,-1-1-15-15,1 0 7 0</inkml:trace>
  <inkml:trace contextRef="#ctx0" brushRef="#br0" timeOffset="-189373.02">16401 7538 11 0,'0'0'16'0,"0"0"-2"15,0 0-1-15,0 0 0 0,0 0-3 16,0 0-2-16,0 0-1 0,0 0-4 0,0 0 3 15,0 0 6-15,0 0-7 0,0 0-1 0,0 0 0 16,0 0-4-16,0 0 5 0,0 0-4 0,0 0-1 0,0 0 2 16,0 0 7-16,0 0-1 0,0 0 2 0,0 0-3 15,0 0 8-15,0 0-6 0,0 0 4 16,0 0-5-16,0 0-4 0,0 0 5 0,0 0-2 16,0 0 2-16,0 0-3 0,0 0-1 0,-10 0 3 0,10 0 1 15,0 0-4-15,0 0 3 0,0 0-4 0,0 0 3 16,0 0-4-16,0 0-1 0,-6-3 1 0,6 3 1 15,0 0 3-15,0 0-8 0,0 0 6 16,0 0 2-16,0 0 1 0,0 0-2 0,0 0 5 16,0 0-3-16,-10-4 2 0,10 4 3 0,0 0-9 0,0 0 3 15,0 0 3-15,0 0 1 0,0 0-1 0,0 0 0 16,0 0-2-16,0 0 3 0,0 0 3 0,0 0-6 16,0 0 6-16,0 0-6 0,0 0 1 15,0 0 4-15,0 0-12 0,0 0 3 0,0 0 5 0,0 0 0 16,0 0-1-16,0 0 1 0,0 0-8 0,0 0 9 15,0 0-8-15,0 0 5 0,0 0-3 0,0 0 3 16,0 0-4-16,0 0 1 0,0 0-2 0,0 0 3 16,0 0-5-16,0 0 7 0,0 0-6 0,0 0 3 15,0 0-2-15,0 0-3 0,0 0-1 0,0 0 7 16,0 0-5-16,0 0 1 0,0 0-1 0,0 0 0 16,0 0-3-16,0 0 6 0,0 0-6 0,0 0 0 15,0 0 0-15,0 0-2 0,0 0 7 0,0 0-5 16,0 0 7-16,0 0-6 0,0 0-10 0,0 0 12 15,0 0 5-15,0 0-7 0,0 0 4 0,0 0 1 16,0 0-4-16,0 0 3 0,17 17-3 0,-17-17-1 16,4 5-7-16,-4-5 12 0,6 6-4 0,-6-6 4 15,7 6-1-15,-7-6-4 0,4 8 3 0,-2-4 1 16,-2-4 1-16,5 6 0 0,-5-6 9 0,7 7-9 16,-5-5 0-16,3 3-2 0,-5-5 4 0,5 6-4 15,-5-6 1-15,3 6 4 0,-3-6-4 0,5 5-1 16,-5-5-1-16,5 4 10 0,-5-4-6 0,5 4 2 15,-5-4-5-15,5 3-2 0,-5-3-3 0,0 0 9 16,7 4 0-16,-7-4-5 0,0 0 2 0,0 0 0 16,8 3 7-16,-8-3-7 0,5 3-3 0,-5-3 0 15,0 0 3-15,0 0 1 0,6 3 2 0,-6-3 1 16,0 0-6-16,6 4 3 0,-6-4-4 0,0 0 4 16,7 4-1-16,-7-4-6 0,0 0-5 0,6 4 11 15,-6-4 1-15,4 4 4 0,-4-4-3 0,0 0-3 16,7 3 0-16,-7-3-2 0,0 0 1 0,7 6-4 15,-7-6 11-15,5 1-2 0,-5-1-2 0,5 5-6 16,-5-5 0-16,5 4 4 0,-5-4-2 0,0 0-2 16,7 2 2-16,-7-2-2 0,0 0 7 0,4 7-4 15,-4-7 2-15,0 0 1 0,8 4-5 0,-8-4 12 0,0 0-7 16,7 4-2-16,-7-4 5 0,4 3-6 16,-4-3 8-16,0 0-10 0,6 7-3 0,-6-7 12 15,4 3-3-15,-4-3 3 0,0 0-9 0,6 3 2 16,-6-3 5-16,0 0-5 0,7 6 2 0,-7-6-1 15,4 4-3-15,-4-4 12 0,0 0-4 0,5 6-3 0,-5-6 2 16,4 5-9-16,-4-5-1 0,0 0 3 16,4 4 4-16,-4-4-1 0,0 0-8 0,3 4 10 15,-3-4 0-15,0 0 0 0,0 0 4 0,0 0-10 16,0 0 9-16,0 0-3 0,0 0-3 0,0 0 8 0,0 0-4 16,0 0 2-16,7 3-8 0,-7-3 3 0,0 0-2 15,0 0 4-15,0 0-3 0,0 0 5 0,0 0-2 16,0 0-1-16,0 0-3 0,0 0 4 0,0 0 3 15,0 0 2-15,0 0-8 0,0 0 4 0,0 0-3 16,0 0 0-16,0 0 0 0,0 0 6 0,0 0-7 16,0 0 1-16,0 0 0 0,0 0 2 0,0 0-6 15,0 0 0-15,0 0 1 0,0 0 12 0,0 0-12 16,0 0 0-16,0 0 0 0,0 0 4 0,0 0-7 16,0 0 12-16,0 0-10 0,0 0 9 0,0 0-1 15,0 0-5-15,0 0-3 0,0 0-3 0,0 0-1 16,0 0 10-16,0 0-7 0,0 0 3 0,3 6 0 15,-3-6 3-15,0 0 0 0,0 0-1 0,0 0-6 16,0 0 5-16,0 0 0 0,0 0 4 0,0 0-1 16,0 0-2-16,0 0-1 0,0 0-1 0,0 0 9 15,0 0-9-15,0 0 5 0,0 0-3 0,0 0 8 16,0 0-8-16,0 0 0 0,0 0 2 0,0 0 11 16,0 0-7-16,0 0 15 0,0 0-6 0,0 0 1 15,0 0-3-15,0 0 6 0,0 0 2 0,0 0-3 16,0 0-2-16,0 0-2 0,0 0 4 0,0 0-10 15,0 0 11-15,0 0-6 0,0 0-7 0,0 0 13 16,11-13-13-16,-11 13 1 0,4-6-4 0,-4 6 4 16,2-3 3-16,-2 3-14 0,4-7 26 0,-4 7-40 15,0 0 25-15,6-8-5 0,-6 8 5 0,4-6-8 16,0 2 7-16,0-5-2 0,0 4-3 0,0-1 3 16,-1 1-1-16,2-2-11 0,-1-1 11 0,1 5-3 0,-1-4-3 15,0 2-7-15,3-2 9 0,-1 0-1 16,-2 1 3-16,1 0-4 0,-1 2 3 0,-4 4 1 15,6-9-4-15,-2 3 4 0,0 2-9 0,-4 4 9 16,7-8-2-16,-3 4-2 0,-4 4 4 0,5-8-2 0,-5 8-1 16,5-8-3-16,-5 8 4 0,4-5 7 15,-4 5-10-15,7-5 7 0,-7 5-2 0,0 0 6 16,6-6-6-16,-6 6-1 0,0 0 3 0,4-5-8 16,-4 5 4-16,0 0 4 0,0 0 1 0,5-6-2 0,-5 6-6 15,0 0-3-15,0 0 9 0,0 0-9 0,0 0 8 16,3-5-1-16,-3 5-4 0,0 0 6 15,0 0-6-15,0 0 6 0,0 0 0 0,0 0 4 16,3-8-3-16,-3 8-7 0,0 0 3 0,0 0 3 0,0 0 1 16,0 0-1-16,4-6-1 0,-4 6 3 0,0 0-5 15,0 0 11-15,3-6-5 0,-3 6-6 16,0 0 9-16,0 0-6 0,0 0 1 0,0 0-1 16,1-9 1-16,-1 9 1 0,0 0 7 0,3-7-12 0,-3 7 8 15,0 0-5-15,0 0-1 0,5-6 3 0,-5 6-1 16,0 0-8-16,0 0 6 0,0 0-6 0,0 0-1 15,0 0-1-15,0 0 7 0,0 0-20 0,0 0-3 16,0 0-18-16,0 0-17 0,0 0-21 0,0 0-7 16,0 0-13-16,0 0-56 0,0 0-166 0,0 0 73 15</inkml:trace>
  <inkml:trace contextRef="#ctx0" brushRef="#br0" timeOffset="-188767.36">16723 7422 48 0,'0'0'47'0,"0"0"-8"16,0 0-4-16,0 0-3 0,0 0 0 15,0 0-12-15,0 0 5 0,0 0-9 0,0 0 2 0,0 0 4 16,0 0-5-16,0 0 0 0,0 0-1 0,0 0 3 16,0 0-11-16,0 0 7 0,0 0-13 0,0 0 10 15,0 0-2-15,0 0 2 0,0 0-7 16,0 0 2-16,0 0-3 0,0 0 6 0,0 0-12 16,0 0 9-16,0 0-8 0,0 0 0 0,0 0 0 0,0 0 4 15,0 0-4-15,0 0 3 0,-13 20-4 0,11-10 3 16,-2 1 2-16,0 0-1 0,0 1-5 15,1 2-5-15,-3 4 13 0,1-1-2 0,-1 1-11 16,1 1-17-16,1-1-52 0,-2 6-84 0,-1-7 37 0</inkml:trace>
  <inkml:trace contextRef="#ctx0" brushRef="#br0" timeOffset="-187309.04">16351 7555 21 0,'0'0'30'0,"0"0"1"0,0 0-9 0,0 0-5 0,-5-5 8 16,5 5-3-16,0 0 3 0,0 0-6 0,0 0-1 15,0 0-2-15,0 0-1 0,0 0 1 16,0 0 13-16,0 0 0 0,-5-5-7 0,5 5-2 0,0 0 3 16,0 0 1-16,0 0 0 0,0 0-11 0,0 0 5 15,0 0 1-15,0 0-2 0,0 0 2 0,0 0-7 16,-5-6 4-16,5 6 4 0,0 0-10 0,0 0-3 16,0 0-2-16,0 0 3 0,0 0-4 0,0 0 4 15,0 0-1-15,0 0-1 0,0 0 0 0,0 0-5 16,0 0-5-16,19-1 6 0,-19 1 3 0,0 0-1 15,15 4-8-15,-8-2 7 0,-1 1-4 0,1-1 0 16,0 0-8-16,1 1 13 0,0 0-2 0,-2 0 0 16,0 1 7-16,3 0-8 0,-2 1-1 0,-1-1 7 15,2 2-13-15,-1-2 7 0,0 0 0 0,-1 0 5 16,-1 0 3-16,3 6 3 0,0-7-6 0,-3 0 4 16,1 4 2-16,-1-4 1 0,-1 1-7 0,1-1-1 15,-5-3 0-15,9 6-1 0,-5-2-2 0,-4-4 4 16,8 5-6-16,-8-5 0 0,6 6 1 0,-6-6 5 15,8 4-7-15,-6 3 3 0,-2-7-1 0,5 4-3 16,-5-4 4-16,4 5 0 0,-4-5-1 0,5 5 2 16,-5-5-3-16,7 4 5 0,-3 0-4 0,-4-4-2 15,0 0 4-15,8 4 3 0,-8-4-6 0,6 3-3 16,-6-3 6-16,0 0-3 0,7 4 7 0,-7-4 0 16,0 0-10-16,7 4 5 0,-7-4-1 0,6 2-1 15,-6-2-8-15,0 0 11 0,6 3-15 0,-6-3 12 16,0 0 2-16,0 0-1 0,0 0 0 0,0 0-1 15,6 3-1-15,-6-3-2 0,0 0 2 0,0 0 5 16,0 0 0-16,0 0-4 0,0 0-1 0,0 0 4 16,0 0 0-16,0 0-8 0,0 0 7 0,0 0-2 15,0 0 3-15,0 0-6 0,0 0 0 0,0 0 9 16,0 0-6-16,6 2 6 0,-6-2-10 0,0 0 6 16,0 0-1-16,0 0 1 0,0 0-10 0,0 0 3 15,0 0 8-15,0 0 2 0,0 0-4 0,0 0-6 16,0 0 4-16,0 0 3 0,0 0-5 0,0 0 5 15,0 0 2-15,0 0-1 0,0 0 2 0,0 0-14 16,0 0 16-16,0 0-6 0,0 0-5 0,0 0 4 16,6 4 1-16,-6-4 6 0,0 0 2 0,0 0 1 15,0 0 4-15,0 0-3 0,0 0 0 0,0 0 8 16,0 0 8-16,0 0-4 0,0 0 0 0,0 0-2 16,0 0 6-16,0 0 2 0,0 0-6 0,0 0-5 0,0 0 0 15,0 0 9-15,0 0-10 0,0 0-8 16,4-14 0-16,-4 14 5 0,5-9-5 0,-5 9-2 15,4-8-1-15,-1 2-9 0,-1 1 20 0,-2 5-16 0,4-10-5 16,-4 10 8-16,3-10 14 0,-2 3-20 16,2 1 5-16,-3 6-1 0,3-12 3 0,-1 6-8 15,3 2 4-15,-5 4 8 0,2-11-7 0,1 5-4 0,-1 1 6 16,1-1-8-16,-3 6 1 0,3-9 0 0,-2 2-8 16,-1 7-6-16,2-11-10 0,-2 11-15 0,3-9-14 15,-3 9-19-15,0 0-92 0,0-9-182 0,0 9 81 16</inkml:trace>
  <inkml:trace contextRef="#ctx0" brushRef="#br0" timeOffset="-170601.47">706 12422 25 0,'0'0'48'0,"0"0"-1"0,0 0-10 0,0 0-5 15,0 0-1-15,0 0 0 0,0 0-4 0,0 0 1 16,21 89-4-16,-19-63 3 0,-2-26-6 0,8 60-2 16,-5-29-4-16,-1 3 2 0,2 2 5 0,-2-2-4 15,2 15 1-15,-3 0 2 0,2-4-2 0,1 3 13 16,-4 4-18-16,0-2 2 0,4 2 1 0,-4-3-8 16,0 5 1-16,0-1-3 0,-2 2 7 0,0 0-4 15,2 0 0-15,0-2-6 0,-2-3 0 0,2 3 4 16,-2-2 6-16,6-5-2 0,-2 2-9 0,5 2 0 15,-3-2 0-15,2 2-6 0,-3-3 3 0,2 0 5 16,-3-2-11-16,2 3-4 0,-1-2-3 0,-1-12-11 16,-2 2-2-16,2 0 0 0,-2-1-9 15,0 1 4-15,0-36-12 0,0 69-5 0,0-36-29 16,-2-1-82-16,0-1 36 0</inkml:trace>
  <inkml:trace contextRef="#ctx0" brushRef="#br0" timeOffset="-170073.89">913 14322 5 0,'53'-1'51'0,"1"1"-6"16,2 0 0-16,1-3-1 0,2 3-3 0,5-2 1 15,26-2-10-15,-24 1 12 0,26-5-8 0,0 5-2 16,0-4-6-16,1 2 6 0,0-2 0 0,2-2-3 15,-2 5-3-15,6-2 0 0,0-3 0 0,1 1 0 16,-2-1-5-16,2 0-5 0,-1-2 2 0,-2 2 2 16,1 0-12-16,-7 1 0 0,-27 1 6 0,28-4-9 15,-27 3 0-15,29-1-3 0,-32 5-15 0,2-4-6 16,1 4-13-16,0-2-8 0,-5 2-5 0,-1 0-11 16,-7-2 7-16,-17 5-46 0,-2-1-100 0,-4 2 44 15</inkml:trace>
  <inkml:trace contextRef="#ctx0" brushRef="#br0" timeOffset="-169363">777 13658 18 0,'0'0'20'0,"0"0"-2"0,0 0-4 16,0 0-4-16,0 0-4 0,0 0 0 0,0 0 3 16,0 0-5-16,0 0 6 0,0 0-3 0,0 0 0 15,-8 10-1-15,8-10 7 0,0 0-5 16,36 7-4-16,-16-3 7 0,11-4 0 0,1 0 3 0,4 0-2 16,4 1 1-16,14 1-2 0,5-2 1 0,-3 0-3 15,3-3 4-15,-3 3-2 0,3-2 4 0,0 1-8 16,4 0 3-16,0 1-4 0,5-3-5 15,-3 4 5-15,31-1 1 0,-31-4-1 0,30 1 1 0,-5 2-6 16,-23-2 2-16,27 0-3 0,1-3-5 0,-2-1-2 16,-27 1-11-16,33-5-1 0,-6 0-6 15,-27 4-21-15,28-6-49 0,-3 1 22 0</inkml:trace>
  <inkml:trace contextRef="#ctx0" brushRef="#br0" timeOffset="-168482.88">708 12894 12 0,'0'0'85'0,"0"0"-2"0,0 0-10 0,0 0-11 15,0 0-2-15,0 0-3 0,0 0-11 0,0 0-4 16,0 0-12-16,0 0-5 0,0 0-1 0,0 0-5 16,0 0 1-16,0 0 0 0,0 0 3 0,36-16-10 15,-14 18-3-15,15-4 9 0,16 3-8 0,6-2 1 16,33-2 2-16,1 3 2 0,3-6 3 0,2 3-11 15,3-2 2-15,3 0 6 0,6 4-5 0,-2-7 7 16,-6 5-3-16,2-4-10 0,-3 0 3 0,-35 4-3 16,35-3-19-16,-9 2-4 0,-28 1-19 0,0-2-13 15,3 0-17-15,-1 1-51 0,-1 0-128 0,-5-1 58 16</inkml:trace>
  <inkml:trace contextRef="#ctx0" brushRef="#br0" timeOffset="-167894.02">805 12458 46 0,'0'0'72'0,"0"0"-13"0,0 0-3 0,0 0-8 16,0 0 0-16,0 0-15 0,-9-12 4 0,9 12-11 16,0 0 6-16,29-3 3 0,-6 0 0 0,12-2-5 15,16-3 4-15,8 0-6 0,2 4 3 0,31-6 0 16,0 0-11-16,-2 4 10 0,0 0-13 0,4-2 4 15,3-2-21-15,1 5-16 0,2 2-16 0,-1-1-22 16,-3 3-58-16,-5 1-120 0,0-3 53 0</inkml:trace>
  <inkml:trace contextRef="#ctx0" brushRef="#br0" timeOffset="-166803.66">1739 13979 42 0,'0'0'56'0,"5"-6"8"16,-5 6 9-16,0 0-15 0,0 0 0 0,4-7-13 16,-4 7-5-16,0 0-2 0,0 0 0 0,2-6-4 15,-2 6 1-15,0 0-10 0,0 0 7 16,0 0-2-16,0 0 5 0,0 0-6 0,0 0 3 0,0 0-2 16,5-12-6-16,-5 12-1 0,0 0 5 15,0 0-9-15,2-8 2 0,-2 8 1 0,0 0-9 16,8-13 5-16,-8 13-10 0,5-12 6 0,1 6-5 15,2-5 1-15,-2-5 25 0,-1 0-27 0,7-1 5 0,-1-5-5 16,-2-4 7-16,4 5 5 0,-4-3-2 16,0 0-4-16,3-1 20 0,-3 0-19 0,-1-2 1 15,1-1-3-15,-6 2-6 0,0-2 3 0,0-2 12 0,-2-2-17 16,-1-3-3-16,-4 0 6 0,1 1-2 16,-5-11-14-16,4 10 5 0,-5-11-4 0,3 12-3 15,1-1-6-15,-4-14-7 0,2 4-8 0,3 12 5 16,-1 1-2-16,-1 0 11 0,3 1-7 0,-4 4 12 15,3 9-8-15,2 3 10 0,-1-3-1 0,-1 6-1 16,0 2 5-16,2 1-3 0,-5 1-5 0,7 8 3 16,-7-14-1-16,7 14 4 0,-3-10-5 0,3 10 6 15,-6-10-7-15,6 10 0 0,-4-7 0 0,4 7-2 16,0 0 2-16,0 0 4 0,-4-11-7 0,4 11 4 16,0 0-5-16,0 0-5 0,0-4-2 0,0 4-3 15,0 0-5-15,0 0-15 0,0 0-11 0,0 0-35 16,0 0-102-16,0 0 46 0</inkml:trace>
  <inkml:trace contextRef="#ctx0" brushRef="#br0" timeOffset="-166447.75">1701 12887 41 0,'0'0'102'0,"0"0"-19"0,0 0-23 16,0 0-6-16,0 0-9 0,0 0-25 0,0 0-9 16,0 0-22-16,0 0-11 0,15 3-43 0,-15-3-68 0,0 0 31 15</inkml:trace>
  <inkml:trace contextRef="#ctx0" brushRef="#br0" timeOffset="-166075.15">1660 12830 14 0,'0'0'71'0,"0"0"-7"0,0 0-1 16,0 0-14-16,0 0-5 0,0 0-8 0,0 0 5 15,0 0-7-15,0 0-5 0,0 0-5 16,14 23-4-16,-9-12 5 0,-1 5-6 0,1 3-8 16,-1 5-14-16,2 5-33 0,-2-2-49 0,-3-1-90 15,3 1 40-15</inkml:trace>
  <inkml:trace contextRef="#ctx0" brushRef="#br0" timeOffset="-149555.06">2314 12489 11 0,'0'0'24'0,"0"0"1"0,0 0-1 0,0 0-4 15,0 0-2-15,0 0-5 0,0 0 5 0,0 0-3 16,0 0 0-16,0 0-5 0,0 0 5 0,0 0-7 16,0 0-1-16,0 0-1 0,0 0-2 0,0 0 0 15,0 0-1-15,0 0 7 0,0 0-10 0,0 0 3 16,0 0-1-16,0 0-1 0,0 0 2 0,0 0-3 15,0 0 1-15,0 0 0 0,0 0 3 0,0 0-4 16,0 0 0-16,0 0 2 0,0 0-4 0,0 0 1 16,0 0 2-16,0 0-1 0,0 0-1 0,0 0 1 15,0 0-3-15,0 0 1 0,0 0 2 0,0 0 5 16,0 0-2-16,0 0-4 0,0 0-1 0,0 0-1 16,0 0 6-16,0 0-8 0,0 0 4 0,0 0-2 15,0 0 2-15,0 0 0 0,0 0 7 0,0 0 0 16,0 0-12-16,0 0 3 0,-1 25 5 15,1-25-4-15,0 0 2 0,0 0 0 0,0 0 1 0,0 0-5 16,0 8 4-16,0-8-1 0,0 0 4 0,0 0 0 16,1 10-6-16,-1-10-4 0,0 0-6 0,-3 7 2 15,3-7 0-15,0 0 0 0,0 0 8 0,0 0 3 16,2 8-5-16,-2-8 5 0,0 0-6 16,0 0 3-16,0 0-1 0,0 0 2 0,0 0 2 15,0 0-5-15,0 9 9 0,0-9-2 0,0 0-3 0,0 0 0 16,0 0 0-16,0 0-2 0,0 0 2 0,0 0-4 15,0 0-1-15,5 6 7 0,-5-6-4 0,0 0 4 16,0 0-4-16,0 0 6 0,0 0-2 16,0 0 2-16,0 0 0 0,0 0-1 0,5 2 5 15,-5-2 3-15,0 0 5 0,0 0 1 0,0 0 2 0,0 0-8 16,0 0 8-16,0 0-2 0,0 0-1 0,0 0 6 16,0 0-7-16,0 0-8 0,0 0 4 0,0 0-2 15,0 0 6-15,0 0-6 0,0 0 1 0,6-14 5 16,-6 14-5-16,0 0 8 0,0 0-5 15,0 0 3-15,0 0-4 0,0 0 1 0,0 0-3 0,0 0-3 16,0 0 5-16,0 0-8 0,0 0 0 0,0 0-5 16,0 0 6-16,0 0-2 0,0 0-1 0,0 0-2 15,0 0-4-15,0 0 3 0,0 0 2 16,0 0 0-16,0 0-2 0,0 0 1 0,0 0-1 16,0 0 1-16,0 0 1 0,0 0-1 0,0 0-5 15,0 0 10-15,0 0-1 0,0 0 3 0,0 0-9 0,0 0 4 16,0 0 1-16,0 0 2 0,0 0 0 0,0 0 0 15,0 0 0-15,0 0 0 0,0 0 4 0,0 0 3 16,0 0-4-16,0 0 12 0,0 0-14 16,0 0 3-16,0 0 2 0,0 0-6 0,0 0-1 15,0 0 3-15,4-6-3 0,-4 6 1 0,0 0 2 16,-1-9-8-16,1 9 4 0,0 0-3 0,-4-10 3 0,4 10 1 16,0 0 2-16,-4-7-1 0,4 7-3 0,0 0 7 15,0 0-14-15,0 0 0 0,0 0 5 0,0 0-4 16,0 0 3-16,0 0-2 0,0 0 1 15,0 0-2-15,0 0 1 0,0 0 0 0,-10 15 4 16,10-15-1-16,0 0-5 0,0 0 10 0,4 12-5 16,-4-12-3-16,0 0 4 0,0 0 1 0,0 0-2 0,2 9 7 15,-2-9-5-15,0 0 5 0,0 0-2 0,0 0-6 16,0 0 3-16,0 0 5 0,0 0-6 16,0 0 0-16,0 0-2 0,0 0 3 0,0 0 1 15,0 0 5-15,0 0-6 0,0 0 4 0,0 0-3 16,0 0-2-16,0 0 15 0,0 0-26 0,0 0 8 15,0 0 3-15,0 0-4 0,0 0 4 0,0 0-2 0,0 0 1 16,-7-21-3-16,7 21 1 0,0 0-8 0,0 0 3 16,0 0 9-16,0 0-9 0,0 0 2 0,0 0 0 15,0 0 10-15,-12 13-8 0,12-13 12 16,-2 9-22-16,-1-5 6 0,3-4-5 0,0 12-10 16,0-12 9-16,0 9-6 0,0-9-3 0,1 9 1 0,2-4-4 15,-3-5 4-15,5 6-6 0,-5-6-35 0,5 8-68 16,-1-5 32-16</inkml:trace>
  <inkml:trace contextRef="#ctx0" brushRef="#br0" timeOffset="-146330.95">2317 12544 1 0,'0'0'15'0,"0"0"-1"16,0 0 1-16,0 0-3 0,0 0 0 0,0 0-3 15,0 0-2-15,0 0-1 0,0 0 6 0,-3-11-3 16,3 11-3-16,0 0-3 0,0 0 4 0,0 0-1 16,0 0 5-16,0 0 3 0,-5-7 4 0,5 7 1 15,0 0 3-15,0 0 3 0,0 0-7 0,0 0 8 16,0 0-1-16,-5-9 1 0,5 9-3 0,0 0 3 15,0 0 7-15,-3-12-10 0,3 12-8 0,0 0 0 16,0 0 0-16,-5-9 1 0,5 9-3 0,0 0-7 16,0-11 5-16,0 11 2 0,0 0 0 0,0 0-2 15,0 0-3-15,0 0 5 0,-5-10-13 16,5 10 6-16,0 0-1 0,0 0 3 0,0 0-6 0,0 0 6 16,0 0-7-16,0 0 1 0,0 0 3 0,0 0-3 15,0 0-1-15,0 0 0 0,0 0 0 0,0 0-4 16,0 0-3-16,0 0 3 0,0 0 4 0,0 0-2 15,0 0 2-15,0 0-6 0,0 0 6 0,0 0-1 16,0 0 3-16,0 0-4 0,0 0 6 16,0 0-12-16,0 0 8 0,0 0-3 0,0 0-5 15,0 0 0-15,0 0 7 0,0 0-1 0,0 0 3 16,13 28-1-16,-13-28 2 0,0 0-3 0,5 10 0 0,-5-10 2 16,0 0-2-16,4 9 0 0,-4-9 0 0,0 0 6 15,1 8-13-15,-1-8 4 0,0 0 3 0,6 7 4 16,-6-7-5-16,0 0-1 0,7 9 5 15,-7-9-5-15,0 0 4 0,0 0-5 0,2 10 0 16,-2-10-1-16,0 0 5 0,1 10-1 0,-1-10 0 16,0 0-9-16,3 12 12 0,-3-12-5 0,0 0 2 15,-1 12 4-15,1-12 0 0,0 0-1 0,0 13 3 0,0-13-5 16,2 10-5-16,-2-10 4 0,0 10 1 16,0-10 0-16,0 0 1 0,2 13-6 0,-2-13 1 15,2 10-3-15,-2-10 9 0,3 9-8 0,-3-9 11 16,2 13-8-16,-2-13 2 0,0 11-2 0,0-11 1 15,0 12-1-15,0-12-7 0,2 16 13 0,0-11 2 16,-2-5-1-16,3 17-13 0,-3-10 7 0,4 1 2 16,-4-8-1-16,3 18 0 0,-1-9-6 0,-2-9 13 0,1 18-7 15,-1-18 6-15,0 19-5 0,2-9-5 16,-2-10 5-16,2 19 2 0,-2-9-5 0,0-10 5 16,1 19-9-16,-1-19 1 0,3 20 1 0,-2-11 1 15,-1-9 9-15,2 19-10 0,-2-7 5 0,0-12 0 16,4 19 1-16,-2-9-2 0,-2-10-2 0,5 21 3 15,-4-11 0-15,-1-10-3 0,5 19 1 0,-4-9 7 16,2 1-6-16,-3-11 4 0,4 23-10 0,-4-12 10 16,2 0-6-16,-2-11 2 0,3 19 1 0,-2-9-5 15,-1-10 1-15,3 20 6 0,-2-10-3 0,-1 0-4 16,1 0 2-16,-1-10 2 0,0 21-5 0,2-14 1 16,-2-7 3-16,1 16 0 0,-1-7 0 0,1 0 2 15,-1-9-9-15,-1 19 14 0,2-9-4 0,0 1-1 16,-1-11-1-16,-2 17 4 0,2-7-6 0,-1 2 3 15,1-12 2-15,0 20-4 0,-2-9 2 0,1-1-1 16,1-10 6-16,-1 19 0 0,2-8-6 0,-1-11 3 16,1 17-2-16,-1-10-2 0,0-7-7 0,0 18 8 15,-4-8-1-15,4-1-1 0,0-9 5 0,-1 17-2 16,-1-7 1-16,2-10 0 0,0 14-6 0,0-14 4 16,0 16 2-16,-2-7-3 0,2-9 2 0,0 12 1 15,0-12 9-15,0 17-13 0,-2-8 3 0,2-9-5 16,-2 16 1-16,2-16 3 0,-1 12 5 0,1-12-8 15,-2 14-6-15,2-14 11 0,1 13-3 0,-1-13 3 16,-1 16-2-16,1-16 4 0,-3 11-6 0,3-11 2 16,0 13-8-16,0-13 8 0,0 12 3 0,0-12-1 15,-4 9-9-15,4-9 8 0,0 0-3 0,0 0 3 16,2 19-5-16,-2-19 5 0,0 0 2 16,2 15-4-16,-2-15 1 0,0 0 5 0,0 15-5 15,0-15 2-15,0 0 2 0,-2 16-5 0,2-16-2 16,-3 13 2-16,3-13 0 0,0 0 1 0,1 16-3 0,-1-16 7 15,2 14-3-15,-2-14-9 0,0 0 4 0,0 17 0 16,0-17 2-16,0 0 1 0,0 17 4 16,0-17 0-16,0 0-6 0,2 16 3 0,-2-9-2 0,0-7 1 15,1 13 5-15,-1-13-8 0,2 12 11 16,-2-12-8-16,-2 11 7 0,2-11-4 0,0 0-2 16,0 15 6-16,0-15-9 0,2 9 6 0,-2-9-7 0,0 0 5 15,-2 11-4-15,2-11 9 0,0 0-12 0,-5 12 4 16,5-12 10-16,0 0-11 0,-1 11-5 0,1-11 8 15,0 0-3-15,0 12 5 0,0-12-2 16,0 0 2-16,0 12-2 0,0-12-6 0,0 0 6 16,-2 10 2-16,2-10-1 0,0 0-5 0,0 0 3 15,-4 8 5-15,4-8-6 0,0 0 0 0,0 0 5 0,-2 11-2 16,2-11-3-16,0 0 4 0,0 0 6 16,0 0-16-16,-1 12 7 0,1-12 1 0,0 0-5 0,0 0 6 15,-3 10-3-15,3-10 6 0,0 0-4 16,0 0 2-16,0 0-1 0,0 13 2 0,0-13-2 15,0 0-8-15,0 0 7 0,0 0-3 0,0 0 3 16,-1 12 3-16,1-12-6 0,0 0 3 0,0 0-3 16,0 0 7-16,0 0-2 0,0 0 2 0,0 0-5 15,0 0-4-15,0 0 8 0,0 0 0 0,0 0-5 16,0 0-2-16,0 0-8 0,0 0-12 0,0 0-8 16,0 0-52-16,1 9-91 0,-1-9 40 0</inkml:trace>
  <inkml:trace contextRef="#ctx0" brushRef="#br0" timeOffset="-145576.83">2650 12307 26 0,'0'0'99'0,"0"0"-16"0,0 0-5 0,-2-12 1 15,2 12-11-15,0 0-5 0,0 0-12 0,-2-8-4 16,2 8-6-16,0 0-3 0,0 0-6 0,-9-2 5 16,9 2-11-16,0 0-10 0,-18 9 7 0,11-6-1 15,-1 3-7-15,-3 2-6 0,2-1 5 0,-5 5-4 16,2 1-2-16,2-2-1 0,-2 4 1 0,1-1 4 15,1-1-11-15,1 1 6 0,4-3-4 0,-2-1-3 16,2 2 3-16,1-5-3 0,0 3-1 0,3-1-1 0,1 1 1 16,1-2-1-16,1 1 5 0,1 0-3 15,4-1-2-15,1-1 4 0,3 1 4 0,4 0-3 16,4-1-17-16,1-1-10 0,0 0-19 0,8-2-12 16,-6 0-12-16,-1-2-55 0,1-2-132 0,-2-1 59 15</inkml:trace>
  <inkml:trace contextRef="#ctx0" brushRef="#br0" timeOffset="-145311.96">2950 12343 96 0,'0'0'79'0,"2"-11"-6"15,-2 11-9-15,0 0-5 0,0 0 2 16,0 0-17-16,0 0-2 0,0 0-11 0,0 0 2 15,0 0-7-15,0 0 6 0,4 32-11 0,-3-20 1 16,-1 3-8-16,0 4 9 0,-1-3-10 0,1 1-3 16,-2 0-1-16,2 0 10 0,0-4-15 0,2 1 6 15,-1 2 2-15,0-4-2 0,-1 0-5 0,0 0 19 16,1-2-21-16,-1 2-13 0,0-3-2 0,2-2-26 16,-2 0-4-16,1 1-8 0,-1-8-15 0,1 12-39 15,-1-12-113-15,2 7 51 0</inkml:trace>
  <inkml:trace contextRef="#ctx0" brushRef="#br0" timeOffset="-144926.75">3109 12209 32 0,'15'-5'78'0,"6"2"-3"0,-5 0-10 15,2 1-14-15,-4 1-1 0,3 2-10 0,-3 1 5 16,-3 1-4-16,0 3-6 0,-1 0-3 0,-10-6 1 16,11 15 1-16,-7-3-9 0,-2 1-4 0,-2-1-6 15,-6 3 3-15,0-1 3 0,-4 3-9 16,-2-1 2-16,1-2-7 0,-1-1 2 0,1 1 2 0,0-3 2 16,1-1-13-16,3 1 7 0,0-1-2 0,-1-1 8 15,2 1-13-15,1 0-1 0,3 0-1 0,-1 0 2 16,3-10 3-16,0 18-2 0,0-18-5 0,1 15 10 15,2-6-8-15,1-1-2 0,-2 2 1 0,4-4 3 16,1 1-3-16,-7-7-1 0,10 12-5 0,-3-5 6 16,0 0-2-16,-3-1 3 0,-4-6-4 0,8 11 3 15,-6-6 6-15,3 2-2 0,-5-7-4 16,3 12 0-16,-3-12 1 0,0 0-1 0,-6 18 3 16,0-9-5-16,-1-2 2 0,0 3 0 0,-3-1-6 0,0-1-9 15,-4 1-11-15,0 4-17 0,0-4-8 0,-4 3-45 16,1-3-105-16,-1 0 47 0</inkml:trace>
  <inkml:trace contextRef="#ctx0" brushRef="#br0" timeOffset="-144384.75">2924 13581 78 0,'0'0'79'0,"0"0"-17"0,0 0-6 15,0 0 2-15,0 0-16 0,29 12 7 0,-19-5-6 16,0-2 2-16,1 4-6 0,2 2-8 0,0 0 2 15,2-1 7-15,0 1-18 0,-2-2 4 0,1 2-3 16,-5-4 5-16,0 0-3 0,0 0 1 0,-1-1-6 16,-2 1 1-16,-6-7 0 0,11 7 10 0,-7-3 6 15,1-1-1-15,-5-3 2 0,5 3 12 0,-5-3 8 16,7 4 5-16,-7-4 5 0,0 0-7 0,0 0-5 16,10-2 0-16,-10 2-8 0,10-9-3 0,-8 3-8 15,2 0 2-15,-1-4-8 0,1 1-2 0,0 1-1 16,1-3-6-16,-1 0-2 0,1-1-14 0,-3 0-31 15,1 2-15-15,1-2-5 0,-2 3-17 0,2-1-28 16,0 1-23-16,-3 2-8 0,0 0-84 0,-1 7-223 16,3-10 99-16</inkml:trace>
  <inkml:trace contextRef="#ctx0" brushRef="#br0" timeOffset="-143844.12">3385 13549 80 0,'0'0'77'0,"10"9"-7"15,-8-3-8-15,-1 2-2 0,0 2-2 0,-1-1 1 16,1 4-24-16,-2-3 5 0,1 2 1 0,-1 2-4 16,0-3 0-16,-2 0-11 0,3-1-3 0,0 0 6 15,0-10-10-15,-3 15-1 0,3-11-4 0,0-4 7 16,0 8-17-16,0-8 6 0,0 0 8 0,0 0 1 15,-1 13 15-15,1-13 13 0,0 0-4 0,0 0 1 16,0 0 2-16,0 0-8 0,0 0-4 0,0 0-2 16,0 0-20-16,1-35 10 0,-1 24-1 0,0-2-3 15,2-3-2-15,-1-1-2 0,2-1 3 16,0-3-3-16,-1 2-5 0,3 1 1 0,-3-1-4 16,2 1 6-16,0 1-10 0,-2 4 9 0,1 3-9 0,-2 1-1 15,2 0 3-15,-1 4-6 0,-2 5 2 0,4-9-3 16,1 5-1-16,-5 4 12 0,11-4-13 0,-11 4 3 15,12 3 1-15,-3-2 3 0,-2 3 1 0,2 0-1 16,0 2-5-16,-3-2 2 0,-1 3-4 0,1 2 7 16,0-3-8-16,-4 3 2 0,2-2-3 0,-3 1 2 15,2-2 0-15,-2 1-6 0,0 1-4 0,1 1 2 16,-2-9-3-16,1 14-4 0,0-9-14 0,-1 3-3 16,0-8 5-16,3 9 0 0,-1-3-3 0,-2-6 3 15,4 9-2-15,0-2 8 0,-1-4 1 0,2 2 5 16,1-1 4-16,-6-4-1 0,9 8-3 0,-5-6 13 15,1 4-18-15,0-3 13 0,-5-3-1 0,8 6 10 16,-5-2-13-16,-3-4 6 0,6 10 14 16,-4-6-18-16,-2-4 7 0,0 10-6 0,0-10 5 0,-1 10-6 15,1-10-11-15,-7 14-8 0,4-9-10 0,-4 2-17 16,0-2-40-16,-1 4-107 0,0-3 47 0</inkml:trace>
  <inkml:trace contextRef="#ctx0" brushRef="#br0" timeOffset="-142790.47">2544 14423 22 0,'0'0'50'0,"8"2"1"0,-8-2-13 0,0 0 5 16,0 0-7-16,0 0-3 0,0 0-7 0,0 0-7 15,0 0 15-15,0 0-18 0,0 0 2 16,0 0-4-16,0 0 3 0,0 0-6 0,0 0 1 16,0 0 6-16,0 0-7 0,0 0-3 0,0 0 2 15,0 0-7-15,0 0 11 0,0 0-7 0,0 0 0 16,0 0-2-16,0 0-3 0,0 0-4 0,0 0 5 16,0 0 2-16,0 0-1 0,0 0-7 0,0 0 8 0,0 0-5 15,0 0 1-15,0 0 2 0,0 0-3 16,0 0 5-16,0 0-3 0,0 0-4 0,0 0 2 15,0 0 4-15,0 0 1 0,0 0-1 0,0 0-7 16,0 0 4-16,0 0 0 0,0 0 1 0,0 0 0 16,0 0 4-16,0 0-1 0,0 0-3 0,0 0 5 15,0 0-4-15,0 0 0 0,0 0 3 0,0 0 0 16,0 0 1-16,0 0-7 0,0 0 7 0,0 0-6 16,0 0-2-16,0 0-2 0,0 0 0 0,0 0 2 15,0 0 0-15,0 0 0 0,0 0-10 0,0 0-9 16,0 0-14-16,0 0-14 0,0 0-34 0,0 0-90 15,0 0 40-15</inkml:trace>
  <inkml:trace contextRef="#ctx0" brushRef="#br0" timeOffset="-139218.98">2066 12682 28 0,'0'0'109'0,"0"0"-14"0,0 0-1 0,0 0-9 16,0 0-1-16,0 0-4 0,0 0-8 15,0 0-13-15,0 0 0 0,0 0-2 0,0 0-1 0,0 0-11 16,0 0-3-16,0 0-5 0,0 0-3 0,0 0-2 16,0 0-1-16,0 0-7 0,8-22 1 15,-8 22-4-15,6-10-1 0,-3 6-5 0,-3 4-3 0,5-13 2 16,-4 8 0-16,2 0-1 0,-3 5 2 0,2-9-1 16,-2 9-3-16,4-6 4 0,-4 6-2 15,1-8-7-15,-1 8-1 0,0 0 1 0,0 0-3 0,3-9 11 16,-3 9-9-16,0 0 0 0,0 0-3 15,0 0 2-15,0 0 11 0,0-8-15 0,0 8 3 16,0 0-4-16,0 0 3 0,0 0-5 0,0 0 0 16,0 0 1-16,0 0 6 0,0 0-6 0,0 0-7 15,-17 3 4-15,17-3-1 0,-12 8-2 0,6-5 3 16,0 1-1-16,-2 2 2 0,-1 1 0 0,0 1 1 0,0 1-3 16,2 0 5-16,-2 1-1 0,1-2-5 0,2 0 8 15,1 1-3-15,-3-1 1 0,4-2-7 16,0 3 0-16,2-3 7 0,0 1-3 0,2-7 1 15,0 11-4-15,0-11-1 0,4 11 6 0,-2-4 2 16,3-3 1-16,2 2-6 0,-2-2 2 0,3 2 9 16,4-1-9-16,-1-2 5 0,-1 0-2 0,4-1-5 15,-1 1-17-15,0-2-10 0,1 1-20 0,0-2-18 0,-1-2-19 16,0 2-80-16,-1-1-181 0,-3 0 81 16</inkml:trace>
  <inkml:trace contextRef="#ctx0" brushRef="#br0" timeOffset="-139019.92">2102 12490 152 0,'0'0'152'0,"0"0"-21"0,-5-6-18 16,5 6-11-16,0 0-15 0,0 0-27 0,0 0-28 15,29-7-34-15,-7 1-27 0,6 0-44 0,1-1-49 16,2-1-130-16,1 1 58 0</inkml:trace>
  <inkml:trace contextRef="#ctx0" brushRef="#br0" timeOffset="-137826.83">2265 13958 14 0,'0'0'64'0,"0"0"-16"0,0 0 4 0,0 0-6 0,0 0-8 16,0 0-5-16,0 0-6 0,0 0-6 0,0 0 2 16,0 0-1-16,0 0-3 0,0 0-2 0,0 0-2 15,0 0-6-15,-12 23 0 0,8-18 1 0,3 1 0 16,-2 1 0-16,0 2-2 0,1-2-1 16,0 0 9-16,0 1-4 0,2-1 3 0,-1 4-5 0,-2-4 7 15,3-7-4-15,3 16 1 0,-2-8-6 0,1 2-4 16,0-5 1-16,-2 2 3 0,2 0-2 15,0 0-2-15,-2-7 1 0,4 11 0 0,-3-7 1 16,3 0 0-16,-4-4-1 0,6 6 2 0,-6-6 8 16,10 5 8-16,-5-2 2 0,-5-3 2 0,9 1-3 0,-9-1 3 15,0 0 7-15,13-2-6 0,-13 2 7 16,8-6-7-16,-8 6-2 0,7-10 0 0,0 4-3 16,-2-4-3-16,2 2 0 0,0-1 5 0,-3 1-6 15,1-2 6-15,-1 1 3 0,-2-1-3 0,3-1-3 16,-3 0-2-16,-1 3 6 0,0 1 2 0,-1-2 7 15,0 9-6-15,-1-14-17 0,1 14-2 0,0-11 5 0,0 11 1 16,-5-8-9-16,5 8 0 0,-4-7-3 0,4 7 4 16,-9-6-2-16,9 6-3 0,-10-2-6 15,10 2-2-15,-15 1-11 0,15-1-10 0,-16 4 2 16,7 0-18-16,0 1-17 0,2 1-17 0,-1 2-6 16,0-1-23-16,1 2-59 0,-1-2-177 0,3 2 79 15</inkml:trace>
  <inkml:trace contextRef="#ctx0" brushRef="#br0" timeOffset="-137418.96">2595 13922 106 0,'0'0'124'0,"0"0"-10"0,-1-9-14 0,1 9 2 0,0 0-12 15,0 0-4-15,0 0-12 0,0 0 1 0,0 0-1 16,-1-9-9-16,1 9-1 0,0 0-3 0,0 0-14 16,0 0-4-16,0 0-1 0,0 0-6 0,0 0-5 15,0 0 3-15,5-6-4 0,-5 6-9 0,9-4-4 16,0 0-1-16,1 0-2 0,6-3-1 0,4 1 3 16,0 2-5-16,6-3-15 0,-5 0-20 15,9 2-19-15,-10 2-7 0,1 0-15 0,-1-2-21 16,-2 2-10-16,-3 1-16 0,-2 1-59 0,-1-1-186 0,-2-1 82 15</inkml:trace>
  <inkml:trace contextRef="#ctx0" brushRef="#br0" timeOffset="-137207.22">2792 13731 41 0,'-3'-5'172'0,"3"5"-19"0,-6-5-18 0,6 5-11 15,-5-4-18-15,5 4-14 0,0 0-12 0,0 0-12 16,0 0-8-16,0 0-6 0,0 0-4 16,3 22-6-16,0-6-1 0,2 2-7 0,-1 7 5 15,0 2-5-15,0 0-4 0,0 0-23 0,1-1-10 16,-1 3-33-16,-2-1-41 0,3 0-32 0,-5-1-87 16,-1-1-209-16,1-8 93 0</inkml:trace>
  <inkml:trace contextRef="#ctx0" brushRef="#br0" timeOffset="-134334.08">2310 14104 4 0,'0'0'9'0,"1"-9"-2"16,-1 9-2-16,2-8 3 0,-2 8-3 0,0 0 2 15,1-7-6-15,-1 7-1 0,0 0 1 0,0 0-2 16,0 0 0-16,0 0-1 0,-10-3-2 0,10 3-3 16,0 0-7-16,0 0 3 0</inkml:trace>
  <inkml:trace contextRef="#ctx0" brushRef="#br0" timeOffset="-111402.56">15328 7068 27 0,'10'-3'26'0,"-10"3"-6"0,0 0-14 15,0 0-10-15,9 2-9 0,-9-2-14 0,8 1 7 16</inkml:trace>
  <inkml:trace contextRef="#ctx0" brushRef="#br0" timeOffset="-107473.09">16190 7165 5 0,'0'0'19'0,"0"0"-4"0,0 0-1 15,0 0 0-15,0 0-8 0,0 0 10 0,0 0-4 16,0 0-7-16,0 0 10 0,0 0-7 0,0 0 3 15,0 0-18-15,0 0 12 0,0 0 0 0,0 0-2 0,0 0-3 16,0 0-1-16,0 0 3 0,0 0-3 0,0 0-4 16,0 0 5-16,0 0 1 0,0 0 3 15,0 0-3-15,0 0-2 0,0 0 0 0,0 0 8 16,0 0-4-16,0 0-3 0,0 0 2 0,0 0 0 0,0 0-2 16,0 0 4-16,0 0 1 0,0 0-2 0,0 0-2 15,0 0 11-15,0 0-7 0,0 0 0 0,0 0 2 16,0 0 0-16,0 0-4 0,0 0 0 0,0 0 1 15,0 0-4-15,0 0 3 0,0 0-2 0,0 0 3 16,0 0 0-16,0 0 1 0,0 0-4 0,0 0-1 16,0 0-2-16,0 0 4 0,0 0 4 0,0 0-9 15,0 0-5-15,0 0-4 0,0 0 1 0,0 0-24 16,0 0-38-16,0 0 18 0</inkml:trace>
  <inkml:trace contextRef="#ctx0" brushRef="#br0" timeOffset="-105645.14">17842 7667 57 0,'0'0'43'0,"0"0"-2"15,0 0-7-15,0 0-16 0,0 0-14 0,-10 11-38 16,10-11-35-16,-3 8 16 0</inkml:trace>
  <inkml:trace contextRef="#ctx0" brushRef="#br0" timeOffset="-104389.96">22505 6879 26 0,'2'6'105'0,"-2"-6"-12"0,0 0-1 16,0 0-18-16,0 0 0 0,0 0-22 0,0 0-15 15,0 0-2-15,0 0-21 0,0 0-17 0,-11 11-33 16,5-10-59-16,-5 3-100 0,0-2 44 0</inkml:trace>
  <inkml:trace contextRef="#ctx0" brushRef="#br0" timeOffset="-103207.77">16420 7529 11 0,'0'0'34'0,"0"0"-11"0,0 0 0 0,0 0-3 15,0 0-2-15,0 0 6 0,0 0-9 0,0 0-2 16,-7-1 2-16,7 1 2 0,0 0-2 15,0 0-7-15,0 0-6 0,0 0-7 0,0 0 4 0,-12 1-6 16,12-1 1-16,0 0-2 0,-11 4 1 0,11-4-1 16,-5 5-1-16,5-5-2 0,0 0 1 0,-6 3-1 15,6-3 4-15,0 0-2 0,0 0 5 0,0 0-2 16,0 0 0-16,-5 4-4 0,5-4 0 0,0 0-8 16,0 0-18-16,-4 5 8 0</inkml:trace>
  <inkml:trace contextRef="#ctx0" brushRef="#br0" timeOffset="-102330.79">16362 7553 7 0,'0'0'10'0,"0"0"5"15,0 0 5-15,0 0-2 0,0 0 5 0,0 0 4 16,0 0 2-16,0 0-7 0,0 0 4 0,0 0-2 16,0 0 3-16,0 0 0 0,0 0-1 0,0 0 3 15,0 0-5-15,0 0-2 0,0 0 9 0,0 0-1 16,0 0-4-16,0 0-8 0,0 0 4 0,0 0-2 16,0 0-8-16,0 0 4 0,0 0-1 0,0 0-2 15,0 0 2-15,0 0-9 0,0 0 7 0,17-14-13 16,-17 14 14-16,11 3-10 0,-11-3-12 0,14 3 12 15,-8-1 5-15,-6-2-3 0,12 2-1 0,-6 2 4 16,0-2-7-16,2 0 4 0,-3 1-2 0,2-2 7 16,-1 3-13-16,1 1 4 0,3-1 6 0,-4 0 5 15,0 0-3-15,1-3-8 0,-1 6-11 0,-1-4 23 16,2 3-11-16,-3-2 1 0,2 0 6 0,-1 1 2 16,0-1 1-16,0 2 5 0,0-3 2 0,2 3-3 15,-2-2-1-15,0 1-4 0,1-1-1 0,-1 1 2 16,1 0 2-16,-1 0-4 0,1 0-3 0,-1 0 2 15,0 3 6-15,2-2 0 0,0-1-10 0,1 0 10 16,-3 1-15-16,0-2 5 0,0-1 16 0,0 1-17 16,2-1 10-16,-2 2-11 0,0-1 3 0,-5-4 2 15,8 7-1-15,-6-5-1 0,-2-2-8 0,8 4 5 16,-8-4 1-16,7 3 4 0,-7-3-10 0,7 3 6 16,-7-3 0-16,0 0 1 0,6 6 0 0,-6-6-6 15,0 0 6-15,7 3-4 0,-7-3 3 0,0 0 2 16,0 0-5-16,0 0 2 0,6 3 2 0,-6-3-6 15,0 0 5-15,0 0 7 0,0 0-4 0,0 0-2 16,0 0 10-16,0 0 5 0,6 3-2 0,-6-3 6 16,0 0-5-16,0 0 1 0,0 0 6 0,0 0 0 0,0 0-8 15,0 0-6-15,0 0 4 0,4-12 3 0,-4 12-4 16,0 0-10-16,3-11 14 0,-3 11-6 16,4-8 0-16,-4 8 0 0,2-12-4 0,1 5-6 15,-1 0 0-15,1 0-11 0,-3 7 12 0,1-15-2 0,2 10 5 16,-3 5 7-16,4-16-12 0,-3 9 2 0,0-4 0 15,3 4-4-15,-3-2 2 0,3 0 0 0,0 2-1 16,-1-4 0-16,0 1-6 0,2 1 3 0,0-2 10 16,-2 6-3-16,0-2-3 0,1-1 1 0,-2 2-6 15,-1 0 0-15,-1 6 2 0,7-14-5 0,-6 9 4 16,4-2 0-16,-2 1-1 0,-3 6 2 0,3-8 1 16,-3 8 1-16,4-8-3 0,-4 8-1 0,4-8 4 15,-4 8-5-15,3-7 3 0,-3 7 5 0,4-9-8 16,-4 9 2-16,4-7 4 0,-4 7 1 0,2-7-3 15,-2 7-3-15,5-8 13 0,-5 8-12 0,4-7 1 16,-4 7-8-16,0 0 4 0,4-8-2 0,-4 8 11 16,0 0-6-16,4-5 0 0,-4 5 0 0,0 0-2 15,3-6-4-15,-3 6 5 0,0 0 17 0,0 0-17 16,0 0 0-16,4-7 3 0,-4 7 5 0,0 0-9 16,0 0 1-16,0 0 4 0,0 0 4 0,0 0-8 15,0 0 9-15,0 0-1 0,0 0 4 0,0 0 2 16,0 0-2-16,0 0 1 0,0 0 6 0,0 0-10 15,0 0-2-15,0 0-1 0,0 0-3 0,0 0 4 16,0 0-1-16,0 0-6 0,0 0 5 0,0 0-3 16,0 0-1-16,0 0-3 0,0 0-8 0,0 0-13 15,0 0-19-15,0 0-8 0,0 0-1 0,0 0-13 16,0 0-2-16,0 0-20 0,0 0-9 0,-7 22-13 16,3-13-63-16,-1-2-187 0,-3 1 83 0</inkml:trace>
  <inkml:trace contextRef="#ctx0" brushRef="#br0" timeOffset="196808.76">20914 9640 22 0,'0'0'103'16,"0"0"-8"-16,0 0-1 0,4-14-17 0,-4 14-30 16,0 0-20-16,0 0-17 0,0 0-18 0,0 0-28 15,0 0-37-15,0 0-77 0,0 0 35 0</inkml:trace>
  <inkml:trace contextRef="#ctx0" brushRef="#br0" timeOffset="197033.44">20890 9635 135 0,'0'0'138'0,"0"0"-18"16,3-12-12-16,-3 12-11 0,0 0-9 0,4-7-20 15,-4 7 4-15,0 0-5 0,0 0-14 0,4-6-2 16,-4 6-5-16,0 0-13 0,0 0 3 0,0 0-22 16,0 0-6-16,0 0-8 0,0 0-8 0,0 0-14 15,13 9-7-15,-13-9-7 0,2 7-12 0,-2-7-8 16,0 0-7-16,0 10-83 0,0-10-157 0,0 0 69 16</inkml:trace>
  <inkml:trace contextRef="#ctx0" brushRef="#br0" timeOffset="197510.31">20920 9756 11 0,'0'0'138'0,"0"0"-1"0,-5-6-10 16,5 6-17-16,0 0 0 0,0 0-31 15,0 0 10-15,0 0-19 0,0 0-7 0,0 0-6 0,0 0 0 16,0-8-9-16,0 8-4 0,0 0-5 0,0 0-5 15,0 0-14-15,0 0-15 0,0 0-13 0,0 0-10 16,0 0-6-16,0 0-17 0,0 0 0 0,0 0-10 16,0 0-13-16,0 0-13 0,0 0-4 0,0 0-59 15,0 0-149-15,0 0 66 0</inkml:trace>
  <inkml:trace contextRef="#ctx0" brushRef="#br0" timeOffset="197739.06">20873 9800 121 0,'4'-27'121'0,"-4"27"-7"0,4-8-12 0,-4 8-11 16,3-5-4-16,-3 5-6 0,3-6-23 0,-3 6-6 0,0 0-23 15,4-5-26-15,-4 5-21 0,0 0-23 16,0 0-15-16,0 0-14 0,0 0-43 0,0 0-121 16,0 0 53-16</inkml:trace>
  <inkml:trace contextRef="#ctx0" brushRef="#br0" timeOffset="199866.52">20956 9746 43 0,'0'0'63'0,"0"0"-2"16,0 0-6-16,0 0-4 0,0 0-6 15,0 0-2-15,0 0-7 0,0 0-6 0,0 0-3 16,0 0-1-16,0 0-8 0,0 0 4 0,0 0-3 16,0 0-1-16,0 0-8 0,0 0 7 0,0 0-5 0,0 0 0 15,0 0 3-15,0 0-12 0,0 0-2 16,0 0 4-16,0 0-1 0,0 0 3 0,0 0-6 0,0 0 5 16,0 0 0-16,0 0-6 0,0 0 3 15,0 0 0-15,0 0-3 0,0 0 9 0,0 0-8 0,0 0 4 16,0 0 1-16,0 0-8 0,0 0 9 0,0 0-3 15,0 0-5-15,0 0-12 0,0 0 0 0,0 0-13 16,0 0-12-16,0 0-16 0,0 0-38 0,11 3-99 16,-11-3 45-16</inkml:trace>
  <inkml:trace contextRef="#ctx0" brushRef="#br0" timeOffset="200448.81">20924 9696 25 0,'0'0'47'0,"0"0"-15"15,0 0 1-15,0 0-5 0,0 0-4 0,0 0-3 0,0 0-3 16,0 0-10-16,0 0 0 0,0 0 1 0,0 0-15 16,0 0-2-16,0 0-3 0,0 0-1 0,0 0 3 15,0 0-4-15,0 0-2 0,0 0-2 0,0 0-10 16,0 0-30-16,0 0 13 0</inkml:trace>
  <inkml:trace contextRef="#ctx0" brushRef="#br0" timeOffset="201431.42">17902 9632 6 0,'-18'1'19'0,"4"-1"-6"0,1 2 6 0,0-2-3 16,5 0-1-16,8 0-4 0,-13-2 10 16,13 2 6-16,-13-1 1 0,13 1 3 0,-9-1-1 15,9 1 0-15,-7-3-10 0,7 3 8 0,0 0-9 0,-8-2 1 16,8 2-3-16,0 0 1 0,-8-4 1 0,8 4 1 15,-7-3-5-15,7 3 4 0,0 0-6 0,0 0-3 16,-6-5 3-16,6 5-9 0,0 0 9 16,0 0-7-16,0 0 3 0,-8-3-1 0,8 3-7 0,0 0 4 15,0 0 2-15,0 0-6 0,-10-1 2 0,10 1-2 16,0 0 2-16,0 0-3 0,0 0-9 0,0 0 0 16,-10 4-15-16,10-4-7 0,0 0-9 15,-3 5-35-15,3-5-80 0,0 0 36 0</inkml:trace>
  <inkml:trace contextRef="#ctx0" brushRef="#br0" timeOffset="201958.09">18069 9441 12 0,'0'0'34'0,"-17"-2"-2"16,17 2 6-16,0 0-2 0,-15 7-5 0,7-4-7 15,2 1 5-15,-3 1 5 0,0 0-9 0,-2-1 0 16,0 1 1-16,1 0-1 0,-3 1-5 0,2-2-3 16,-2 1 5-16,0 0-4 0,2 1 1 0,-2-1-8 15,1-2 2-15,1 3-1 0,1-3-10 0,-1 0 8 16,1 1-4-16,-1 1-4 0,3-1 6 0,-1 1 3 16,0-4-5-16,2 2-5 0,0-1 4 0,-1 0-5 15,1 1 3-15,-2 0 3 0,1 0-4 0,2-2 1 16,6-1 4-16,-10 2-11 0,10-2 7 0,-8 2 0 15,8-2-2-15,-8 2-1 0,8-2 1 0,0 0-6 16,-7 4 8-16,7-4-5 0,0 0 0 0,-4 5 1 16,4-5-2-16,0 0 1 0,0 0 3 0,0 0 6 15,9 14-12-15,-6-9 11 0,3-1-7 0,0 2 2 16,3-2-6-16,2 2 10 0,-2 0-2 0,2 1-2 16,4 2-2-16,0-2 4 0,2 2-3 0,-2 0 5 15,4 2-2-15,1-3-16 0,-4 4-4 0,8 2-14 16,-1-1-7-16,2 1-10 0,-1 0-27 0,0-2-79 15,-5-1 35-15</inkml:trace>
  <inkml:trace contextRef="#ctx0" brushRef="#br0" timeOffset="207918.52">20893 9668 47 0,'0'0'49'0,"0"0"-10"0,0 0 3 0,0 0-5 15,0 0-6-15,0 0-1 0,0 0-6 0,0 0-6 16,0 0 5-16,0 0-1 0,0 0-7 0,0 0-1 16,0 0 0-16,0 0-4 0,0 0 2 0,0 0-4 15,0 0 1-15,0 0 1 0,0 0-8 0,0 0-3 16,0 0-12-16,0 0 0 0,0 0-8 0,0 0-7 0,0 0-36 16,0 0-68-16,0 0 30 0</inkml:trace>
  <inkml:trace contextRef="#ctx0" brushRef="#br0" timeOffset="65646.5">22502 8897 4 0,'0'0'57'0,"0"0"-9"16,0 0 0-16,0 0-3 0,1-7-3 0,-1 7-6 16,0 0-15-16,0 0-4 0,0 0-9 0,0 0-14 15,0 0-13-15,0 0-32 0,0 0-54 0,0 0 25 16</inkml:trace>
  <inkml:trace contextRef="#ctx0" brushRef="#br0" timeOffset="66631.37">21792 6815 4 0,'0'0'25'0,"0"0"4"0,0 0-4 0,0 0 2 16,0 0-8-16,0 0-6 0,0 0 0 0,0 0-1 16,0 0-2-16,0 0 2 0,0 0-2 0,0 0 1 15,0 0-1-15,0 0-5 0,0 0 0 0,0 0-2 16,0 0 2-16,0 0 1 0,0 0-4 0,0 0 1 16,0 0 1-16,0 0-1 0,0 0 0 0,0 0-2 15,0 0 6-15,0 0 4 0,0 0 1 0,0 0 1 16,0 0 3-16,0 0 0 0,0 0-2 0,0 0 3 15,0 0-3-15,0 0-7 0,0 0 5 0,0 0 0 16,0 0 0-16,0 0-3 0,0 0-1 0,0 0 2 16,0 0-2-16,0 0 0 0,0 0 1 0,0 0-5 15,0 0-4-15,0 0 10 0,0 0-5 0,0 0-1 16,0 0 3-16,0 0-7 0,0 0 4 0,0 0-2 16,0 0 1-16,0 0-3 0,0 0 4 0,0 0-4 15,0 0 2-15,0 0 3 0,0 0-4 0,0 0 2 16,0 0-5-16,0 0 4 0,0 0-1 0,0 0 1 0,0 0-4 15,0 0 3-15,0 0 5 0,0 0-9 16,0 0 6-16,0 0-3 0,0 0-13 0,0 0-17 16,0 0-8-16,0 0-38 0,0 0-83 0,0 0 37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10:15:43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16934 7832 10 0,'12'4'13'0,"0"0"-4"15,1-2-4-15,2 2 7 0,1 1-2 0,2-2-2 16,-2 0 6-16,3 1-6 0,-1 2 1 0,3-2-2 16,-1-1 0-16,2 1 4 0,5 0-5 0,-5 0 2 15,6 2-8-15,-8-5 7 0,2 3-2 0,0-1-2 16,-3 2 5-16,1-1-5 0,2 0-1 0,-3 0-4 16,-1 0 6-16,0 0-3 0,0-2 3 0,-4 0 1 15,3 4 0-15,-5-4-3 0,2 0-1 0,4 1-3 16,0 0 4-16,0 0 1 0,1-2-1 0,-1 1-1 15,1 1-4-15,-1-2 3 0,5 0-2 0,-5 0 1 16,1 2 0-16,3 0 1 0,-2-2 0 0,1 2-2 16,-1-3-3-16,3 1 5 0,-2 2-4 0,-1-3 2 15,-2 2-3-15,1-2 1 0,0 1 0 0,2-1-5 0,-3 0 0 16,2 0 3-16,-2 4-5 0,4-4 11 0,1 1-8 16,-2 0 7-16,0-1-5 0,1 1 2 15,1 0 2-15,5-1 0 0,-3 2 0 0,-4-2-1 0,2 2 1 16,-3-2 1-16,3 0 1 0,5 0-6 0,-6 0 3 15,5 0 4-15,-7 0-4 0,9-2 1 0,-9 2 2 16,3 0 0-16,-3-2-2 0,9 0-1 0,-8 1 3 16,0 1 5-16,-2-1-3 0,1 0-2 0,2-2 3 15,-3 3-1-15,-1 0 0 0,0 0-1 0,0-1-3 16,-5-1 3-16,2 2-2 0,-2-1 6 0,1-1-2 16,0 1-4-16,4-1 8 0,-3 2-3 0,4-2-1 15,-5 0-1-15,3-1 6 0,-3 2 2 0,0 0-8 16,4 0 1-16,-3 0 3 0,-2-1-1 0,5 0 0 15,-5 1-3-15,5-1-1 0,-4 1-4 0,0-2 8 16,-1 1-7-16,0-2 1 0,4 0-4 0,-3 2 1 16,-2-2 2-16,-1 2 0 0,2-2-1 0,-3 1-3 15,2-2 2-15,-3 1 0 0,-2 1 3 0,2-1-1 16,-1-1-4-16,-2 1 3 0,2-2-4 0,0-1-2 16,-2 3 4-16,-1-1 0 0,-1-2 3 0,2-1-12 15,0 2-15-15,-1-4 7 0</inkml:trace>
  <inkml:trace contextRef="#ctx0" brushRef="#br0" timeOffset="22.31">19121 7810 30 0,'4'-10'-5'0,"-2"0"-6"0,-1 1 2 15</inkml:trace>
  <inkml:trace contextRef="#ctx0" brushRef="#br0" timeOffset="605.17">19140 7612 4 0,'0'-11'5'0,"0"0"3"16,0 2 1-16,-1-2-2 0,-1 2 1 16,1 1-1-16,-1-3-5 0,0 4 0 0,1-3-1 15,1 1 2-15,-3-1 2 0,2-1 1 0,0 2-1 16,-3 0-2-16,1-1 0 0,1 3 3 0,-2-4 2 15,-1 3-3-15,1-1-4 0,-1 0 0 0,1 0-2 16,-1-1 3-16,0 1-1 0,-3 0 2 0,2-1-9 16,-1 2 7-16,0-2-1 0,-1 3-1 0,-2-1 2 15,-2-4-2-15,3 3 1 0,-3 1-6 0,-1-2 8 16,-2 2-1-16,0-2-1 0,-1 0 0 0,-1 1 0 0,-1-2-3 16,2 2-4-16,-3 3 11 0,0-3-4 0,0 2-2 15,-2 0-3-15,2-1 5 0,-2 4 0 16,1-3 0-16,1 0-1 0,-2 1 3 0,1 0-2 15,-7-1 3-15,-1 1-5 0,3-2-4 0,4 5 4 0,-1-2 3 16,0 0-3-16,2 0 3 0,-7 0 0 0,-1 0-1 16,5 1 1-16,-4 0-3 0,1-1 2 0,3 0 4 15,-3 1-6-15,-4 0 2 0,2-2-2 16,-1 0 2-16,1 3-6 0,-2-1 3 0,2 1 3 0,-1-2-3 16,1 1 3-16,-1 1 0 0,0-1-1 0,0 1 1 15,-1 2-5-15,2-3 6 0,0 2-6 0,0 1 2 16,0 0 1-16,-2 0 2 0,8 0-4 15,-5 1 6-15,-4 0-5 0,3 0 0 0,0-2-5 0,-2 2 11 16,2 2-7-16,1-2-2 0,-1 1 10 0,0 0-1 16,0-1-6-16,5 1 2 0,-3 0-5 0,5 1-5 15,-7-2 20-15,7 1-9 0,-7 3 0 0,7-1-2 16,-7-1 4-16,0-1-1 0,5 0-2 0,-3 3 2 16,4-1 0-16,-6 1 1 0,-1 0-2 0,8-2 6 15,-6 3-7-15,-1 1 3 0,7-2-4 0,-6 1-3 16,6-1 8-16,-1-1-1 0,2 3-2 0,-9 0 1 15,1 1-2-15,2-1 4 0,-1-3-1 0,8 4-4 16,-1-3 2-16,-6 5 1 0,7-5-2 0,-2 3-1 16,1-1 1-16,-1 0 1 0,3 0 3 0,-4 1-6 15,2-3 1-15,-1 3 1 0,2 2 2 0,-1-1-4 16,-4 2 2-16,3-1 5 0,-3 1-9 0,0 2-6 16,-1 0 4-16</inkml:trace>
  <inkml:trace contextRef="#ctx0" brushRef="#br0" timeOffset="3965.35">21444 7060 4 0,'0'0'13'15,"8"3"-3"-15,-8-3 2 0,0 0-4 0,0 0-1 16,0 0 4-16,0 0-6 0,0 0 5 0,0 0-5 16,0 0 0-16,0 0 2 0,0 0-5 0,0 0 3 15,0 0-9-15,0 0-1 0,0 0-12 0,0 0-16 16,0 0 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44:55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10378 13182 41 0,'0'0'62'0,"0"0"-6"0,0 0-5 15,0 0-7-15,0 0-2 0,0 0-3 0,0 0-9 16,0 0-4-16,0 0 1 0,0 0-3 0,0 0-3 16,0 0-3-16,0 0-1 0,0 0 1 0,0 0-4 15,0 0-4-15,0 0-4 0,0 0 5 16,0 0 0-16,0 0-4 0,0 0 3 0,0 0-4 0,0 0-2 15,0 0 0-15,0 0 2 0,0 0-3 0,0 0 4 16,0 0-2-16,0 0-7 0,0 0-6 0,0 0-4 16,0 0-2-16,0 0-2 0,0 0-1 0,0 0 0 15,0 0-4-15,0 0-2 0,0 0-8 0,0 0-10 16,0 0-29-16,0 0-75 0,0 0 32 16</inkml:trace>
  <inkml:trace contextRef="#ctx0" brushRef="#br0" timeOffset="12017.94">23745 13000 18 0,'0'0'125'0,"0"0"-14"16,0 0-4-16,0 0-1 0,0 0-8 0,0 0 1 15,0 0-2-15,0 0-11 0,0 0-7 0,0 0-6 16,0 0-6-16,0 0-8 0,0 0-8 0,0 0-2 16,0 0-8-16,0 0-5 0,0 0-7 0,0 0-4 15,0 0-4-15,0 0-2 0,0 0-17 0,0 0-2 16,0 0-6-16,0 0-15 0,0 0-16 0,0 0-13 16,0 0-15-16,0 0-17 0,0 0-6 0,0 0-88 15,0 0-188-15,0 0 83 0</inkml:trace>
  <inkml:trace contextRef="#ctx0" brushRef="#br0" timeOffset="13300.21">25518 6854 47 0,'0'0'48'0,"0"0"0"0,0 0-6 0,0 0-2 15,0 0-6-15,0 0-1 0,0 0-8 0,0 0-11 16,0 0 1-16,0 0-16 0,0 0-19 0,0 0-35 15,0 0-58-15,0 0 26 0</inkml:trace>
  <inkml:trace contextRef="#ctx0" brushRef="#br0" timeOffset="14877.18">22244 13054 24 0,'0'0'96'0,"0"0"-15"0,0 0 0 0,0 0-6 16,0 0 4-16,0 0-11 0,0 0 1 0,0 0-8 16,0 0-4-16,0 0-8 0,0 0-5 0,0 0-11 15,0 0-16-15,0 0-7 0,0 0-15 0,0 0-21 16,0 0-6-16,0 0-10 0,0 0-17 0,0 0-55 16,0 0-123-16,0 0 55 0</inkml:trace>
  <inkml:trace contextRef="#ctx0" brushRef="#br0" timeOffset="16066.49">22187 13001 84 0,'0'0'106'0,"0"0"8"16,0 0-14-16,0 0-5 0,0 0-10 15,0 0-5-15,0 0-12 0,0 0-7 0,0 0-13 16,0 0-22-16,0 0-18 0,0 0-19 0,0 0-12 15,0 0-19-15,0 0-14 0,0 0-69 0,0 0-133 16,0 0 60-16</inkml:trace>
  <inkml:trace contextRef="#ctx0" brushRef="#br0" timeOffset="69687.75">9167 13814 38 0,'-16'-12'70'15,"2"4"-5"-15,2 1-6 0,-3-1 4 0,1-2 5 16,0 2-15-16,-2 1-9 0,2-2-2 0,2 3-4 16,1 1 2-16,0-2 5 0,2 2-19 0,-2 0-9 15,1 1-20-15,-2 0-17 0,2-1-20 0,4 2-62 16,-5 0-109-16,0 2 50 0</inkml:trace>
  <inkml:trace contextRef="#ctx0" brushRef="#br0" timeOffset="84873.37">14631 8824 8 0,'0'-29'28'0,"3"2"-6"0,-3-2-3 16,4 4 6-16,-2-2-20 0,0 4 4 0,-2-2-9 16,0 0 0-16,4 0-7 0,-4 0-12 15,0-3-19-15,2 1 9 0</inkml:trace>
  <inkml:trace contextRef="#ctx0" brushRef="#br0" timeOffset="89963.51">16131 6646 46 0,'0'0'55'0,"0"0"-7"0,0 0 0 15,0 0-9-15,0 0 3 0,0 0 2 0,0 0-3 16,0 0-9-16,0 0 6 0,0 0-3 0,0 0 8 16,0 0-5-16,0 0 22 0,0 0-19 0,7 1 2 15,-7-1 7-15,0 0-3 0,0 0-3 0,0 0 0 0,0 0-1 16,0 0-2-16,0 0-1 0,0 0 2 16,0 0-5-16,0 0 0 0,0 0 1 0,0 0-9 15,0 0 1-15,0 0-4 0,0 0-2 0,0 0-6 16,0 0 1-16,0 0-1 0,0 0-3 0,0 0-1 0,0 0 3 15,0 0-10-15,0 0-23 0,0 0-15 16,0 0-27-16,0 0-19 0,0 0-34 0,0 0-69 16,0 0-195-16,0 0 86 0</inkml:trace>
  <inkml:trace contextRef="#ctx0" brushRef="#br0" timeOffset="92411.08">12736 7118 25 0,'0'0'55'16,"2"-6"-3"-16,-2 6-3 0,0 0-6 0,0 0 3 16,0 0-8-16,0 0-4 0,0 0-4 0,0-7-7 0,0 7-12 15,0 0-13-15,0 0-22 0,0 0-13 0,0 0-21 16,0 0-61-16,0 0 27 0</inkml:trace>
  <inkml:trace contextRef="#ctx0" brushRef="#br0" timeOffset="95089.97">16162 6827 5 0,'0'0'52'0,"0"0"-1"0,0 0-13 0,0 0-1 15,0 0-5-15,0 0-10 0,0 0-15 0,0 0-2 16,0 0 3-16,0 0-8 0,0 0-4 0,0 0-6 16,0 0-4-16,0 0-25 0,0 0-41 0,-16 10 19 15</inkml:trace>
  <inkml:trace contextRef="#ctx0" brushRef="#br0" timeOffset="96152.23">13072 7535 14 0,'0'0'31'0,"0"0"-17"15,0 0-11-15,0 0-14 0,0 0-11 0,0 0 5 16</inkml:trace>
  <inkml:trace contextRef="#ctx0" brushRef="#br0" timeOffset="97029.73">15420 8275 9 0,'0'-8'82'0,"0"8"-2"0,0 0-13 0,0 0-8 16,0-10-2-16,0 10 0 0,0 0-25 0,0 0-14 15,0 0-15-15,0 0-30 0,0 0-47 0,-4-6-78 0,4 6 35 16</inkml:trace>
  <inkml:trace contextRef="#ctx0" brushRef="#br0" timeOffset="98059.5">15572 8450 5 0,'-8'1'13'0,"0"2"-16"0,0-2-4 0,0 2 2 16</inkml:trace>
  <inkml:trace contextRef="#ctx0" brushRef="#br0" timeOffset="105087.71">15104 8603 22 0,'0'0'48'0,"-6"-3"-3"16,6 3-5-16,0 0-7 0,0 0-1 0,0 0-4 15,0 0 2-15,0 0-4 0,0 0-4 0,0 0-2 16,-4-7-1-16,4 7-6 0,0 0 1 0,0 0-1 16,0 0-2-16,0 0 0 0,0 0-4 0,0 0-5 0,-9-2 1 15,9 2-6-15,0 0-4 0,0 0-7 0,-14 2 4 16,14-2-5-16,-13 0 4 0,13 0-14 15,-13 2 4-15,3-2-2 0,0 0 4 0,-2 0-4 16,3 0 5-16,-2 0 1 0,11 0 1 0,-18-3-4 0,9 3-14 16,0 0-35-16,-1-1 16 0</inkml:trace>
  <inkml:trace contextRef="#ctx0" brushRef="#br0" timeOffset="107685.79">15121 8635 56 0,'0'0'55'0,"0"0"4"0,0 0-7 0,0 0 0 15,0 0-8-15,0 0-9 0,0 0-2 0,0 0-11 16,0 0-10-16,0 0-2 0,0 0-10 0,0 0-13 15,0 0-12-15,0 0-41 0,0 0-71 16,0 0 32-16</inkml:trace>
  <inkml:trace contextRef="#ctx0" brushRef="#br0" timeOffset="109960.89">4691 6935 67 0,'0'0'51'0,"9"-6"2"16,-9 6-20-16,0 0-21 0,0 0-18 16,0 0-29-16,0 0-39 0,0 0 18 0</inkml:trace>
  <inkml:trace contextRef="#ctx0" brushRef="#br0" timeOffset="176098.09">11945 8867 7 0,'0'0'8'0,"0"0"4"16,0 0 0-16,3-7-3 0,-3 7 1 0,0 0 4 15,0 0-1-15,0 0-1 0,0 0 3 0,0 0 3 16,0 0-5-16,0 0-2 0,0 0-2 0,0 0 1 15,0 0 0-15,0 0 2 0,1-7-5 0,-1 7-1 16,0 0-1-16,0 0-2 0,0 0-1 0,0 0-1 16,0 0 1-16,0 0-9 0,0 0-8 0,0 0-19 15,0 0-35-15,0 0 16 0</inkml:trace>
  <inkml:trace contextRef="#ctx0" brushRef="#br0" timeOffset="177813.68">15588 8752 19 0,'0'0'55'0,"0"0"-9"0,0 0 0 16,0 0-5-16,0 0-12 0,0 0-12 0,0 0-17 15,0 0-3-15,0 0-15 0,0 0 2 0,0 0-20 0,0 0-39 16,0 0 17-16</inkml:trace>
  <inkml:trace contextRef="#ctx0" brushRef="#br0" timeOffset="178852.79">15468 8735 40 0,'-5'-6'47'0,"5"6"-2"0,0 0-5 0,0 0-6 15,-9-4-6-15,9 4-3 0,0 0 0 0,-6-3 1 16,6 3-3-16,-9-3-5 0,9 3-1 0,-10-2-8 16,10 2 0-16,-11-1-3 0,11 1 0 0,-14-2-4 15,3 1-1-15,4 1 0 0,7 0-11 0,-20-4 0 16,12 4-1-16,-4 0 1 0,3 0-8 0,-3 0 1 15,-2-2-3-15,4 2 6 0,-2 2-1 0,1-2 0 16,-2 0 1-16,2 0-7 0,-2 0 0 0,0 0-14 16,0-2-37-16,0 2 16 0</inkml:trace>
  <inkml:trace contextRef="#ctx0" brushRef="#br0" timeOffset="179968.3">13367 8663 33 0,'0'0'33'16,"-9"-2"-7"-16,9 2 5 0,0 0-10 0,0 0 1 16,0 0-5-16,-10-1 5 0,10 1-2 0,0 0-2 15,0 0 1-15,0 0 1 0,0 0 1 0,0 0-6 0,0 0-1 16,-10-2-2-16,10 2-1 0,0 0 5 16,0 0-10-16,0 0 3 0,0 0-1 0,0 0 1 15,0 0-3-15,-7-2-1 0,7 2 4 0,0 0-8 16,0 0 4-16,0 0-9 0,-12 0 7 0,12 0 2 15,0 0-6-15,0 0 5 0,-9-1 3 0,9 1-11 16,0 0 4-16,0 0 0 0,0 0 0 0,0 0 1 16,-11 0 3-16,11 0-4 0,0 0 8 0,0 0-5 15,0 0 3-15,0 0-4 0,0 0-2 0,0 0 1 16,0 0 3-16,0 0-5 0,0 0 9 0,0 0-13 16,0 0 9-16,-11 1-4 0,11-1 7 0,0 0-7 15,0 0 8-15,0 0-8 0,0 0 4 0,0 0 0 16,0 0-2-16,0 0 6 0,0 0-3 0,0 0-5 15,0 0 2-15,0 0 2 0,0 0-3 0,0 0 0 16,0 0 5-16,0 0-4 0,0 0 0 0,0 0-1 16,0 0 2-16,0 0-3 0,0 0 6 0,0 0-7 0,0 0 6 15,0 0-3-15,0 0-2 0,0 0-1 16,0 0 5-16,0 0-7 0,0 0 1 0,0 0-2 16,0 0 0-16,0 0 2 0,0 0-3 0,0 0 2 0,0 0 5 15,0 0-7-15,0 0 4 0,0 0-3 0,0 0 2 16,0 0-1-16,0 0 2 0,0 0 0 15,0 0-8-15,0 0-5 0,0 0 5 0,0 0-9 16,0 0-1-16,0 0 4 0,0 0-8 0,0 0 4 0,0 0 0 16,0 0-7-16,0 0 1 0,0 0-28 0,0 0-57 15,0 0 26-15</inkml:trace>
  <inkml:trace contextRef="#ctx0" brushRef="#br0" timeOffset="181364.37">13312 8822 12 0,'0'0'13'16,"0"0"0"-16,0 0-8 0,0 0 6 0,0 0-3 16,0 0 6-16,0 0-7 0,0 0 2 0,0 0-3 0,0 0 2 15,0 0 1-15,0 0-2 0,0 0-5 16,0 0 6-16,0 0-14 0,0 0 10 0,0 0-5 15,0 0 2-15,0 0 2 0,0 0-1 0,0 0-2 16,0 0 5-16,0 0-3 0,0 0-4 0,0 0-5 16,0 0 11-16,0 0-2 0,0 0-6 0,0 0-2 15,0 0 3-15,0 0-8 0,0 0-9 0,0 0-21 16,0 0 10-16</inkml:trace>
  <inkml:trace contextRef="#ctx0" brushRef="#br0" timeOffset="-198908.57">14066 7121 5 0,'23'-2'11'0,"7"2"1"15,-3 0-4-15,0-2-1 0,4 0 0 0,-3 2-3 0,3 2-1 16,0-4 5-16,1 2 0 0,-3 0-10 0,2 2 2 16,-2-1-13-16,1-1-12 0,-1 1 6 15</inkml:trace>
  <inkml:trace contextRef="#ctx0" brushRef="#br0" timeOffset="-198494.45">15604 7071 8 0,'0'0'13'0,"0"0"-1"0,0 0-3 0,9-2 5 15,-9 2 2-15,0 0 0 0,7-1-3 0,-7 1 4 16,0 0-3-16,0 0 5 0,9-3-4 0,-9 3-1 15,0 0-1-15,0 0 2 0,0 0 2 16,0 0-3-16,8-1 1 0,-8 1-2 0,0 0-2 16,0 0 0-16,0 0-2 0,0 0 2 0,0 0-5 0,0 0-1 15,0 0 1-15,0 0-9 0,0 0 3 0,0 0-8 16,0 0-10-16,0 0-6 0,0 0-22 0,0 0-50 16,-24 5 23-16</inkml:trace>
  <inkml:trace contextRef="#ctx0" brushRef="#br0" timeOffset="-196818.43">10966 9917 30 0,'0'0'51'16,"-5"-4"-6"-16,5 4-8 0,0 0-17 0,0 0-20 0,0 0-31 15,0 0-33-15,0 0 15 0</inkml:trace>
  <inkml:trace contextRef="#ctx0" brushRef="#br0" timeOffset="-193106.38">15804 8801 16 0,'0'0'23'0,"0"0"3"0,0 0-1 16,0 0-1-16,0 0-7 0,0 0 6 0,0 0-6 15,0 0 3-15,0 0 0 0,0 0 1 0,0 0-4 16,0 0-3-16,0 0 0 0,0 0-1 0,0 0-3 16,0 0-1-16,0 0 1 0,0 0 3 0,0 0 0 15,0 0 0-15,0 0-3 0,0 0 2 16,0 0-7-16,0 0 7 0,0 0-3 0,0 0 4 16,0 0 4-16,0 0-12 0,0 0 5 0,0 0 0 0,0 0 3 15,0 0-3-15,0 0-1 0,0 0 0 0,0 0 0 16,0 0-4-16,0 0-1 0,0 0-1 0,0 0 3 15,0 0 4-15,0 0-13 0,0 0 7 0,0 0 2 16,0 0-4-16,0 0 3 0,0 0-4 0,0 0 5 16,0 0-6-16,0 0-6 0,0 0 0 0,0 0-1 15,0 0-9-15,0 0-2 0,0 0-1 0,0 0-2 16,0 0 5-16,0 0-10 0,0 0-2 0,0 0 1 16,-13-2 2-16,13 2-4 0,0 0-24 0,0 0-58 15,0 0 27-15</inkml:trace>
  <inkml:trace contextRef="#ctx0" brushRef="#br0" timeOffset="-190624.25">12360 8833 4 0,'0'0'29'16,"0"0"-1"-16,0 0-1 0,0 0-5 0,0 0-1 15,0 0 3-15,0 0-5 0,0 0-2 0,0 0-6 16,0 0 1-16,0 0-6 0,0 0 1 0,0 0 5 16,0 0-4-16,0 0-2 0,0 0-2 0,0 0 6 0,0 0-5 15,0 0-4-15,0 0-1 0,0 0-2 16,0 0 1-16,0 0 2 0,0 0 6 0,0 0-9 16,0 0 4-16,0 0-5 0,0 0 3 0,0 0 1 0,0 0-1 15,0 0 0-15,0 0 2 0,0 0 1 0,0 0-2 16,0 0 0-16,0 0 0 0,0 0 0 15,0 0 1-15,0 0 0 0,0 0 0 0,0 0 1 0,0 0 2 16,0 0-3-16,0 0 3 0,0 0 1 16,0 0 0-16,0 0 2 0,0 0-3 0,0 0 2 0,0 0-2 15,0 0-5-15,0 0 0 0,0 0 6 0,0 0-4 16,0 0 1-16,0 0-3 0,0 0 3 0,0 0-1 16,0 0 0-16,0 0 2 0,0 0-4 15,0 0-2-15,0 0 2 0,0 0 1 0,0 0 6 0,0 0-7 16,0 0 4-16,0 0-2 0,0 0 3 0,0 0-1 15,-13-4-3-15,13 4 3 0,0 0 3 0,0 0-4 16,0 0-5-16,0 0 0 0,0 0 7 0,0 0-5 16,0 0 3-16,0 0 2 0,0 0-4 0,0 0-7 15,0 0 3-15,0 0-2 0,0 0-5 0,0 0-6 16,0 0-9-16,0 0-33 0,0 0-62 0,0 0 27 16</inkml:trace>
  <inkml:trace contextRef="#ctx0" brushRef="#br0" timeOffset="-183170.46">16064 7031 10 0,'0'0'12'0,"0"0"-3"15,6 1 1-15,-6-1-3 0,0 0 5 0,0 0-3 16,0 0 0-16,0 0 0 0,7 3 4 0,-7-3-1 0,0 0-1 16,0 0 9-16,0 0-8 0,0 0 7 15,0 0-5-15,0 0 2 0,0 0 5 0,0 0-7 16,0 0 1-16,0 0 1 0,0 0-7 0,0 0 1 15,0 0-7-15,0 0 5 0,0 0-4 0,0 0-13 16,0 0-2-16,0 0-17 0,3 3-15 0,-3-3-46 0,0 0 20 16</inkml:trace>
  <inkml:trace contextRef="#ctx0" brushRef="#br0" timeOffset="-177074.61">16797 7051 21 0,'0'0'27'0,"0"0"0"0,0 0-5 15,0 0-3-15,0 0-9 0,0 0 1 0,0 0-9 16,0 0-8-16,0 0-6 0,0 0-9 0,0 0-21 15,0 0 9-15</inkml:trace>
  <inkml:trace contextRef="#ctx0" brushRef="#br0" timeOffset="-175693.8">17493 7053 1 0,'5'-2'4'0,"-5"2"-3"0,16 0 7 0,-16 0-8 16,13 0 4-16,-5 0-3 0,1-1 2 16,-9 1-1-16,15 0 0 0,-9 0-1 0,3-1 2 15,-9 1 0-15,14-3 0 0,-6 4-3 0,-8-1 7 0,18-1 4 16,-8 1-1-16,0-1-4 0,-10 1-1 0,17 0 1 15,-8-1 0-15,1-1 2 0,0 0 4 16,-1 2-7-16,1-2-4 0,0 2 0 0,-10 0 3 16,20 0-1-16,-14-1 1 0,5 1 0 0,0 0 7 15,-3 0-5-15,2-2 8 0,-1 2-11 0,-9 0 3 0,19 0-1 16,-11 0 0-16,3 0 1 0,-3 0 0 0,1-1 0 16,2 2 2-16,0-1-1 0,0-1 0 15,2 1-1-15,-3 0 2 0,2 0-1 0,-1 0-2 0,2 0 0 16,0 0-2-16,-2 0 0 0,1 0 2 15,0-2-2-15,0 2 6 0,1 2-1 0,-2-2 3 0,0 0-5 16,0 0 1-16,-1-2-3 0,3 2 0 16,-3 0 3-16,2 0-3 0,-2 0 2 0,3 2 2 0,-3-4-1 15,1 2-3-15,1-1 5 0,-2 1 1 0,3 0 3 16,-2 0-4-16,1 0 3 0,-1-3-12 0,1 3 6 16,1-1 7-16,-3 1-8 0,2 0-1 0,-1 0-2 15,-1-2 1-15,3 2 0 0,-2 0-1 0,0 0-1 16,-4 0 4-16,5-1 1 0,-1-1-5 0,-2 2 4 15,3-1 1-15,-2-1-5 0,0 2 1 16,-10 0 1-16,16 0-3 0,-9 0 5 0,1-1-5 16,5 1 1-16,-2 0 2 0,-2 0-1 0,3 0-2 0,-5 0 0 15,5 1 3-15,-3-2 1 0,1 2-3 0,-10-1 2 16,19 0 6-16,-11 0-6 0,2 0-7 0,-2 0 6 16,1 2-1-16,1-2-1 0,1 0 2 0,0 0 5 15,0-2-7-15,-1 1 6 0,-2 1-4 16,2 0-1-16,3 0-2 0,-1-2 7 0,-1 1-5 0,2 0-1 15,0 0-1-15,-1 0 5 0,-3 1-3 0,3 0 0 16,0 0 4-16,-1 0-4 0,-1 0 4 0,3-1-5 16,-3 0 1-16,3 1 0 0,-4 0 0 0,2-1-2 15,1 1-4-15,-1-3 4 0,-2 3 8 0,3 0-10 16,-2 0 3-16,0 0-7 0,2 0 5 0,-2 0-4 16,0-1 11-16,0 1-12 0,1 0 6 0,-2 0-11 15,-9 0-4-15,15 0-6 0,-7 0-6 0,-8 0-3 16,9 1-9-16,-9-1-23 0,10 0-68 0,-10 0 30 15</inkml:trace>
  <inkml:trace contextRef="#ctx0" brushRef="#br0" timeOffset="-172722.59">19190 7032 2 0,'0'0'17'0,"0"0"1"0,0 0-5 0,0 0 2 16,0 0-3-16,0 0 2 0,0 0-4 0,0 0 0 0,0 0-3 16,0 0 6-16,0 0 1 0,0 0-10 0,0 0 3 15,0 0-3-15,0 0 1 0,0 0-2 0,0 0 6 16,0 0-5-16,0 0-6 0,-5-5 4 15,5 5 0-15,0 0-2 0,0 0 4 0,0 0-2 16,0 0-3-16,0 0 1 0,0 0-2 0,0 0-1 0,0 0-1 16,0 0 3-16,0 0 1 0,0 0 1 0,0 0 2 15,0 0-7-15,0 0 6 0,0 0-3 0,0 0 0 16,0 0-5-16,0 0 8 0,0 0-4 16,0 0 3-16,0 0 3 0,0 0-3 0,0 0 1 15,0 0 0-15,0 0-1 0,0 0 0 0,0 0 0 0,0 0-1 16,24 5 8-16,-24-5-4 0,13 0 1 0,-3-1 3 15,1 1-5-15,-2 0 0 0,4 0 1 16,0-3 3-16,-2 3-1 0,3-1-1 0,3-1 1 16,-3 4 4-16,0-4 1 0,4 1-3 0,-5 1 5 15,1 0-9-15,4 1 4 0,-4-2 3 0,-1 1-8 0,2-2 3 16,2 4-3-16,2-2 7 0,-6 0-6 0,6 0 1 16,-3 1-6-16,2-2 5 0,1 2-4 0,-1-1 6 15,1 0-6-15,1 0 5 0,0 0-5 0,0 0 1 16,0 0 6-16,0-1-5 0,2-1-1 15,-2 4 3-15,-1-4 1 0,2 2 1 0,-2 2-4 0,2-2 1 16,-2 1 3-16,-1-1-3 0,1 0 1 0,-1 0 1 16,0 0-6-16,-1 2 2 0,1-4 2 0,-1 2-4 15,2 2 11-15,-1-4-10 0,1 2 6 0,-1 0 0 16,-1 0-5-16,1 0 0 0,1 0-3 16,0 0 2-16,-1 0 6 0,0 0-10 0,-2 0 2 0,-2-1-1 15,4 1 2-15,1 1-1 0,-6-1 0 0,6 0 3 16,-2 0-3-16,-3 2-3 0,3-4 5 0,-3 2-4 15,-1 0 3-15,-1-1 5 0,1 1-3 0,-1 0-3 16,0 0 2-16,0-2 2 0,1 1 1 0,-3-1-3 16,3 2-3-16,-2 0 1 0,-1-1 2 0,1 1-1 15,1 0-1-15,-4 0 3 0,-8 0 4 0,19 0-5 16,-10 0 2-16,-1 0-2 0,3 0 2 0,-3 0 1 16,-8 0 1-16,14 0-4 0,-5 0 2 0,-9 0-2 15,15 0 2-15,-8-2-1 0,2 4 1 16,-9-2 1-16,14 0-5 0,-5 0 3 0,2-2 1 0,-11 2-4 15,17-2 2-15,-11 1-1 0,3 0-4 0,0 1 6 16,-9 0 0-16,15 0-3 0,-8-1 6 0,-7 1 2 16,13 0-6-16,-13 0 4 0,14 0-4 0,-8 0 2 15,-6 0 3-15,14-1 2 0,-6 1-2 0,-8 0-4 16,13 1-2-16,-7-1 0 0,-6 0 4 0,14-1 0 16,-8 2-3-16,-6-1 1 0,15 0 5 0,-15 0-5 15,13 1-2-15,-6-1 5 0,1 0-3 0,-8 0 9 16,15 0-9-16,-6-1-2 0,-1 0 0 15,-8 1 1-15,17 0-2 0,-6 0 1 0,-4-1 2 0,3 1 1 16,-1-3-1-16,2 3-2 0,-1 0-5 16,0 0 6-16,-1 0-3 0,2 0 2 0,0 0-1 0,-3 0 7 15,-8 0 3-15,16 0-11 0,-8 0 1 0,-8 0 1 16,16 0 4-16,-8 0-7 0,0-1 10 0,-8 1-7 16,11 0 1-16,-11 0-4 0,16-3 6 0,-11 3-2 15,-5 0-6-15,14 0 8 0,-14 0-4 0,10-3 2 16,-10 3 0-16,13 0-3 0,-13 0 2 0,0 0 1 15,15 0 1-15,-9 0-1 0,-6 0-3 0,11 0-1 16,-11 0 4-16,0 0 2 0,12 0-1 16,-12 0-1-16,0 0 2 0,11 0-2 0,-11 0 3 15,0 0 1-15,7 0-6 0,-7 0 2 0,9-2 0 0,-9 2 3 16,0 0-4-16,9-1-1 0,-9 1 4 0,0 0-5 16,11-1 1-16,-11 1 5 0,0 0-8 0,12 1 6 15,-12-1 1-15,9-1-3 0,-9 1 1 0,9 0 0 16,-9 0 0-16,0 0 3 0,14 0-3 0,-14 0 0 15,8 0 2-15,-8 0-1 0,0 0 0 0,8-2-3 16,-8 2 3-16,0 0-1 0,10-1 2 0,-10 1-4 16,0 0 4-16,0 0 1 0,11 0-5 0,-11 0 2 15,0 0 1-15,0 0 1 0,9 0 5 0,-9 0-6 16,0 0 7-16,0 0-7 0,10 0 4 0,-10 0 0 16,0 0 1-16,9 0-1 0,-9 0-1 0,0 0 0 15,0 0-4-15,8 1 1 0,-8-1 2 0,0 0 0 16,0 0 0-16,9-2-1 0,-9 2 4 0,0 0-3 15,0 0-4-15,10-1 2 0,-10 1 3 0,0 0-2 16,9-1 3-16,-9 1-1 0,0 0 1 0,0 0-2 16,10 0-3-16,-10 0 3 0,0 0-2 15,0 0 3-15,11 0-6 0,-11 0 2 0,0 0 2 0,0 0-2 16,0 0 2-16,9 0 0 0,-9 0-4 0,0 0 3 16,0 0 1-16,9 0-1 0,-9 0 0 0,0 0-2 15,0 0 5-15,0 0-1 0,0 0 0 0,8-1-2 16,-8 1-4-16,0 0 1 0,0 0 4 0,0 0-5 15,0 0 1-15,0 0 3 0,0 0-1 0,0 0-1 16,0 0 0-16,0 0 3 0,0 0-6 0,7 3 1 16,-7-3 3-16,0 0 8 0,0 0-10 0,0 0 0 15,0 0 1-15,0 0-3 0,0 0 10 0,0 0-4 16,0 0-2-16,0 0 0 0,0 0 0 0,0 0 1 16,0 0-5-16,0 0 6 0,0 0 3 0,0 0-4 15,0 0-3-15,0 0 9 0,0 0-2 0,0 0-4 16,0 0 2-16,0 0 4 0,0 0 2 0,0 0-4 15,0 0 6-15,0 0-3 0,0 0 2 0,0 0 1 16,0 0-5-16,0 0 2 0,0 0-3 0,0 0 2 16,0 0 1-16,0 0-1 0,0 0-3 0,0 0 13 15,0 0-9-15,0 0-1 0,0 0-4 0,0 0 3 16,0 0-2-16,0 0-5 0,0 0 3 0,0 0 3 16,0 0-2-16,0 0 0 0,0 0 4 0,0 0-2 15,0 0 2-15,0 0-7 0,0 0 3 0,0 0 0 16,0 0 1-16,0 0-4 0,0 0 3 0,0 0 4 15,0 0-10-15,0 0 4 0,0 0 5 0,0 0-11 16,0 0 9-16,0 0-5 0,0 0-1 0,0 0-1 16,0 0 3-16,0 0 0 0,0 0 0 0,0 0 9 15,0 0-10-15,0 0 2 0,0 0-5 0,0 0 7 16,0 0-5-16,0 0 2 0,0 0-5 0,0 0 4 16,0 0 0-16,0 0-3 0,0 0 3 0,0 0 7 15,0 0-9-15,0 0 1 0,0 0-1 0,0 0 8 16,0 0-7-16,0 0-1 0,0 0 3 0,0 0 4 15,0 0-5-15,0 0 0 0,0 0-1 0,0 0 0 16,0 0 2-16,0 0-2 0,0 0 3 0,0 0-2 16,0 0 1-16,0 0 5 0,0 0-9 0,0 0 6 15,0 0 0-15,0 0-1 0,0 0-2 0,0 0 3 16,0 0 6-16,0 0-5 0,0 0-2 0,0 0-2 16,0 0-3-16,0 0 4 0,0 0-4 0,0 0 8 15,0 0-6-15,0 0 5 0,0 0-6 0,0 0 0 16,0 0 2-16,0 0 8 0,0 0-10 0,0 0 1 15,0 0 10-15,0 0-5 0,0 0 8 0,0 0-14 16,0 0 4-16,0 0-4 0,0 0 7 0,0 0-2 16,0 0-6-16,0 0 8 0,0 0 1 0,0 0 5 15,0 0-9-15,0 0 7 0,0 0-2 0,0 0-6 16,0 0 10-16,0 0-4 0,0 0-5 0,0 0 4 16,0 0-2-16,0 0 1 0,0 0 1 0,0 0 2 15,0 0 5-15,0 0-10 0,0 0 5 0,0 0-3 16,0 0-3-16,0 0-3 0,0 0 1 0,0 0 3 15,0 0-1-15,0 0 0 0,0 0 2 0,0 0-4 16,0 0 4-16,0 0 0 0,0 0-3 0,0 0 4 16,0 0 3-16,0 0-8 0,0 0 4 0,0 0-2 15,0 0 1-15,0 0-1 0,0 0 0 0,0 0 1 16,0 0-3-16,0 0 2 0,0 0 1 0,0 0-4 0,0 0 2 16,0 0 2-16,0 0-8 0,0 0 7 15,0 0 4-15,0 0-2 0,0 0-3 0,0 0 2 16,0 0-4-16,0 0 1 0,0 0 3 0,0 0 0 15,0 0 0-15,0 0 4 0,0 0-3 0,0 0-3 16,0 0-2-16,0 0 1 0,0 0 1 0,0 0-1 0,0 0-4 16,0 0 6-16,0 0-2 0,0 0-3 0,0 0 6 15,0 0-2-15,0 0-5 0,0 0 7 16,0 0-5-16,0 0-2 0,0 0 1 0,0 0 22 16,0 0-23-16,0 0 10 0,0 0-6 0,0 0-3 15,0 0-1-15,0 0 6 0,0 0-4 0,0 0 2 0,0 0 0 16,0 0 4-16,0 0-1 0,0 0 1 15,0 0-3-15,0 0-5 0,0 0 1 0,0 0 2 16,0 0 0-16,0 0 7 0,0 0-10 0,0 0 1 16,0 0 2-16,0 0 9 0,0 0-9 0,0 0 0 15,0 0-1-15,0 0-1 0,0 0 2 0,0 0-3 16,0 0 2-16,0 0 5 0,0 0-4 0,0 0 4 16,0 0 4-16,0 0-8 0,0 0-2 0,0 0 5 0,0 0-5 15,0 0 2-15,0 0-3 0,0 0 10 16,0 0-11-16,0 0 6 0,0 0 2 0,0 0-8 15,0 0 2-15,0 0 6 0,0 0-6 0,0 0 5 0,0 0 4 16,0 0-7-16,0 0 0 0,0 0 0 0,0 0 6 16,0 0-11-16,0 0 9 0,0 0-5 0,0 0 1 15,0 0-2-15,0 0 1 0,0 0 4 16,0 0-4-16,0 0-3 0,0 0 5 0,0 0-6 16,0 0 2-16,0 0 3 0,0 0-4 0,0 0 2 15,0 0-1-15,0 0 3 0,0 0-5 0,0 0 1 0,0 0-1 16,0 0 5-16,0 0-9 0,0 0 5 0,0 0 0 15,0 0-4-15,0 0-3 0,0 0 1 16,0 0-4-16,0 0 4 0,0 0-5 0,0 0-3 16,0 0-3-16,0 0 0 0,0 0-1 0,0 0 1 15,0 0 0-15,0 0 1 0,0 0-1 0,0 0 3 0,0 0-2 16,0 0 2-16,0 0-6 0,0 0-2 16,0 0-4-16,0 0 3 0,0 0-3 0,0 0-1 15,4 5-19-15,-4-5-57 0,0 0 25 0</inkml:trace>
  <inkml:trace contextRef="#ctx0" brushRef="#br0" timeOffset="-145919.83">23681 13100 54 0,'0'0'58'0,"0"0"-5"0,0 0-2 0,0 0 0 16,0 0-10-16,0 0 6 0,0 0-6 0,-6-5-3 0,6 5-2 16,0 0 3-16,0 0 1 0,0 0-1 0,0 0 0 15,0 0 2-15,0 0-7 0,0 0 1 0,-6-4-5 16,6 4 3-16,0 0-5 0,0 0 3 16,0 0-4-16,0 0 0 0,0 0-4 0,0 0-3 0,0 0-3 15,0 0-5-15,0 0 11 0,0 0-7 0,-7-4 1 16,7 4 4-16,0 0 1 0,0 0-4 0,0 0 3 15,0 0-6-15,0 0 9 0,0 0-4 0,0 0-2 16,0 0 1-16,0 0-4 0,0 0-5 0,0 0 8 16,0 0-5-16,-8-2 0 0,8 2-3 0,0 0 4 15,0 0-8-15,0 0 10 0,0 0-9 0,-5-6 4 16,5 6 1-16,0 0-5 0,0 0 0 0,0 0-2 16,-9 0 0-16,9 0-5 0,0 0 6 0,0 0 1 15,0 0 1-15,0 0 0 0,-13 0-1 0,13 0-1 16,0 0-5-16,0 0 2 0,0 0-4 0,0 0 2 0,0 0 3 15,0 0-1-15,0 0-4 0,0 0 3 16,0 0 0-16,0 0 4 0,0 0-6 0,0 0 3 16,0 0-3-16,-9 0 6 0,9 0-1 0,0 0 0 0,0 0-7 15,0 0 8-15,0 0-3 0,0 0 3 16,0 0 0-16,0 0-2 0,0 0-3 0,0 0 3 16,0 0-1-16,0 0 0 0,0 0 1 0,0 0-1 0,0 0 3 15,0 0-4-15,0 0 5 0,0 0-4 0,0 0 1 16,0 0-5-16,0 0 1 0,0 0 6 0,0 0 1 15,0 0-6-15,0 0 5 0,0 0-7 0,0 0 1 16,0 0 7-16,0 0-2 0,0 0 4 0,0 0-2 16,28 0 5-16,-28 0-6 0,12 0 1 0,-12 0 2 15,11 0 3-15,-3-3-6 0,2 2 5 0,-2 1-2 16,3 0 2-16,-1-2-4 0,-2 4 1 0,5-4-3 16,-13 2 3-16,13-1-8 0,-6 0 6 0,-7 1-6 15,14 0 10-15,-14 0-7 0,12-2 2 0,-12 2-7 16,0 0 6-16,10 2-5 0,-10-2 4 0,0 0 3 15,8 1-3-15,-8-1 2 0,0 0 4 0,0 0 0 16,0 0 4-16,0 0-6 0,0 0 7 0,0 0-2 16,0 0-5-16,0 0 1 0,0 0 0 0,0 0 1 0,0 0 1 15,0 0-3-15,0 0-3 0,0 0-3 16,0 0 2-16,0 0 2 0,0 0-1 0,0 0-1 16,-31 4-1-16,26-3-2 0,5-1 7 0,-11 2-3 0,4 0-2 15,-2-1-2-15,9-1 2 0,-15 0 1 0,8 3-1 16,7-3-4-16,-11 1 5 0,11-1-1 0,-13 0-2 15,13 0 3-15,-10 1-3 0,10-1-3 0,-9 0 8 16,9 0-7-16,-10 0 2 0,10 0 2 0,0 0 2 16,0 0-2-16,-9 0 2 0,9 0-2 0,0 0 3 15,0 0-3-15,0 0-1 0,0 0 2 0,0 0 0 16,0 0 0-16,0 0 2 0,0 0-7 0,0 0 5 16,0 0-7-16,0 0 1 0,0 0 3 0,0 0-1 15,0 0 5-15,0 0-3 0,0 0 0 0,0 0 0 16,30-2-2-16,-30 2 2 0,12-1 1 0,-12 1 2 15,10-2-5-15,-10 2 2 0,8-1-1 0,-8 1 0 16,10-2 3-16,-10 2 1 0,10-2-7 0,-10 2 4 16,8-4-3-16,-8 4 2 0,0 0 2 0,8-2 1 15,-8 2-2-15,0 0 5 0,0 0-7 0,5-3-1 0,-5 3 5 16,0 0 1-16,0 0 2 0,0 0 3 16,0 0-4-16,0 0-1 0,0 0 1 0,0 0-5 0,0 0 3 15,0 0 0-15,0 0-1 0,0 0-1 16,0 0 3-16,-22-2 0 0,22 2-2 0,0 0 1 0,0 0-3 15,-15 2 6-15,15-2-6 0,0 0 3 0,-12 0-4 16,12 0 5-16,0 0-4 0,-11 3 1 0,11-3 0 16,-7 1 1-16,7-1-4 0,0 0 0 0,0 0 0 15,0 0 1-15,0 0 3 0,0 0-1 0,0 0-4 16,-10 0 0-16,10 0 4 0,0 0 0 0,0 0-1 16,0 0-2-16,0 0 4 0,0 0-3 0,27 1 1 15,-27-1 2-15,11 2-2 0,-11-2 0 0,9-2 3 16,-9 2-4-16,9 2-3 0,-9-2 5 0,0 0 2 15,12-4-5-15,-12 4 5 0,0 0 2 0,0 0-6 16,0 0 1-16,9 0-1 0,-9 0 2 0,0 0 1 16,0 0 1-16,0 0-5 0,0 0 3 0,0 0 0 15,0 0 1-15,0 0-5 0,0 0 3 0,0 0 3 16,0 0 1-16,0 0-9 0,0 0 9 0,-18 11-2 0,18-11-1 16,0 0 0-16,0 0 0 0,-10 2-4 0,10-2 6 15,0 0-2-15,0 0-1 0,0 0-1 16,-5 2 4-16,5-2-3 0,0 0 0 0,0 0-3 15,0 0 3-15,0 0 0 0,0 0-3 0,0 0 3 0,0 0 0 16,0 0-1-16,0 0 2 0,0 0-1 16,0 0 0-16,0 0-1 0,0 0-1 0,0 0 0 15,0 0 4-15,0 0-6 0,0 0 1 0,0 0 0 0,0 0 5 16,0 0 0-16,0 0-2 0,0 0-2 0,0 0-2 16,0 0 6-16,0 0-2 0,0 0-2 0,0 0 2 15,0 0 0-15,0 0-1 0,0 0-3 0,0 0 6 16,0 0 1-16,0 0 1 0,0 0-1 0,0 0 0 15,0 0-6-15,0 0 5 0,0 0-4 0,0 0 2 16,0 0 3-16,0 0-3 0,0 0 1 0,0 0 1 16,0 0-3-16,0 0 2 0,0 0-1 0,0 0-2 15,0 0 1-15,0 0 5 0,-9 1-5 0,9-1 2 16,0 0-1-16,0 0 1 0,0 0 1 0,0 0 0 16,0 0-6-16,0 0-1 0,0 0 3 0,0 0 1 15,0 0 2-15,0 0-1 0,0 0-3 0,0 0 2 16,0 0 3-16,0 0-1 0,0 0-1 0,0 0 1 15,0 0-4-15,0 0 3 0,0 0-3 0,0 0 2 16,0 0 0-16,0 0 0 0,0 0 1 0,0 0 2 0,0 0 1 16,0 0-1-16,0 0-2 0,0 0 0 15,0 0-3-15,0 0 5 0,0 0-3 0,0 0 2 16,0 0 0-16,0 0 0 0,0 0-2 0,0 0 1 0,0 0 2 16,0 0-3-16,0 0-1 0,0 0 3 15,0 0 1-15,0 0-1 0,0 0-1 0,0 0 2 16,0 0-2-16,0 0 2 0,0 0-6 0,0 0 4 15,0 0-5-15,0 0 4 0,0 0-1 0,0 0 0 0,0 0 1 16,0 0 7-16,0 0-5 0,0 0 0 0,0 0 0 16,0 0-3-16,0 0 0 0,0 0 3 15,0 0-4-15,0 0 1 0,0 0 2 0,0 0 6 0,0 0-7 16,0 0 4-16,0 0-4 0,0 0 5 0,0 0-6 16,0 0-1-16,0 0 3 0,0 0-2 0,0 0-6 15,0 0-1-15,0 0-7 0,0 0 3 0,0 0-2 16,0 0-4-16,0 0-11 0,0 0-2 0,0 0-19 15,0 0-10-15,0 0-18 0,0 0-15 0,0 0-20 16,0 0-23-16,0 0-87 0,0 0-243 0,0 0 108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4T10:51:24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16648 6629 47 0,'0'0'58'0,"0"0"-5"16,4-5-9-16,-4 5-2 0,0 0-8 0,0 0-4 15,0 0-13-15,0 0-5 0,0 0-9 0,0 0 0 16,0 0 2-16,0 0-11 0,0 0-7 0,0 0 2 16,0 0-13-16,0 0-25 0,0 0-54 0,0 0 24 15</inkml:trace>
  <inkml:trace contextRef="#ctx0" brushRef="#br0" timeOffset="1013.16">16272 6883 5 0,'0'0'86'0,"0"0"-1"0,0 0-14 16,6-5-4-16,-6 5-22 0,0 0 10 0,0 0-5 16,0 0-2-16,0 0-9 0,0 0 0 0,0 0 4 15,0 0-14-15,0 0 0 0,0 0-2 0,0 0 0 0,0 0-9 16,0 0 6-16,0 0-6 0,0 0-4 15,0 0 5-15,0 0-12 0,0 0 3 0,0 0-1 16,0 0-1-16,0 0-5 0,0 0 0 0,0 0-6 16,0 0 3-16,0 0-12 0,0 0-15 0,0 0-14 15,0 0-21-15,0 0-61 0,0 0-132 0,0 0 59 16</inkml:trace>
  <inkml:trace contextRef="#ctx0" brushRef="#br0" timeOffset="1989.83">16278 6824 31 0,'0'0'6'0,"0"0"-13"16,0 0-6-16,0 0 3 0</inkml:trace>
  <inkml:trace contextRef="#ctx0" brushRef="#br0" timeOffset="8932.79">13306 8771 18 0,'0'0'60'0,"0"0"-6"0,0 0-9 15,0 0-5-15,0 0-4 0,0 0 6 0,0 0-11 0,0 0-3 16,0 0-6-16,0 0-6 0,0 0-11 0,0 0-3 16,0 0-13-16,0 0-7 0,0 0-9 15,0 0-31-15,0 0-61 0,0 0 27 0</inkml:trace>
  <inkml:trace contextRef="#ctx0" brushRef="#br0" timeOffset="9671.44">13472 8822 85 0,'-5'-4'95'0,"5"4"-12"0,0 0-8 16,-6-5-22-16,6 5-6 0,0 0 6 0,0 0-4 16,-4-6-9-16,4 6 2 0,0 0-7 0,0 0-7 15,0 0-10-15,-3-6-2 0,3 6-15 0,0 0-9 16,0 0-6-16,0 0-15 0,0 0 7 0,0 0-9 16,0 0-24-16,0 0-39 0,0 0-102 0,0 0 46 15</inkml:trace>
  <inkml:trace contextRef="#ctx0" brushRef="#br0" timeOffset="10104.04">15076 8735 3 0,'0'0'27'0,"0"0"-10"0,-16-2-14 16,16 2-12-16,-15 2-9 0,4-2 4 0</inkml:trace>
  <inkml:trace contextRef="#ctx0" brushRef="#br0" timeOffset="10640.49">13281 8819 22 0,'0'0'56'0,"0"0"-9"0,-2-7 2 0,2 7-13 16,0 0 2-16,0 0-15 0,0 0 11 15,0 0-5-15,0 0-4 0,0 0 1 0,0 0-3 16,0 0-6-16,0 0-7 0,0 0 7 0,0 0-5 16,0 0 2-16,0 0 0 0,0 0-5 0,0 0 1 0,0 0 3 15,0 0-4-15,0 0-12 0,0 0 8 16,0 0-3-16,0 0 5 0,0 0-2 0,0 0-5 16,4-11 1-16,-4 11 6 0,0 0-6 0,0 0-2 15,0 0 7-15,5-4-3 0,-5 4-1 0,0 0 3 0,0 0-6 16,0 0 3-16,0 0-1 0,0 0 1 15,0 0-3-15,5-4 3 0,-5 4-4 0,0 0 3 16,0 0 4-16,0 0-5 0,0 0-6 0,0 0 0 16,0 0-5-16,0 0-6 0,0 0-3 0,0 0-4 0,9 0-4 15,-9 0-18-15,0 0-25 0,0 0-77 0,0 0 35 16</inkml:trace>
  <inkml:trace contextRef="#ctx0" brushRef="#br0" timeOffset="11821.3">13735 8776 3 0,'0'0'45'16,"0"0"-6"-16,0 0-3 0,0 0-1 0,0 0-2 16,0 0-2-16,0 0-3 0,0 0-3 0,0 0-5 15,0 0 1-15,0 0 2 0,0 0-5 0,0 0 1 16,0 0-7-16,0 0 5 0,0 0-3 0,0 0-4 15,0 0 3-15,0 0-5 0,0 0 3 0,0 0-3 16,0 0 0-16,0 0-1 0,0 0-2 0,0 0 4 16,0 0-4-16,0 0-2 0,0 0 0 0,0 0 1 15,0 0 2-15,0 0-2 0,0 0 0 0,0 0-3 16,0 0 3-16,0 0 1 0,0 0-3 0,0 0 5 16,0 0-2-16,0 0-4 0,0 0 1 0,0 0-5 15,0 0 6-15,0 0 0 0,0 0 1 0,0 0-3 16,0 0 2-16,0 0 0 0,0 0 3 0,0 0-6 15,0 0 1-15,0 0 1 0,0 0-5 0,0 0-4 0,0 0 20 16,0 0-8-16,0 0-6 0,0 0 0 16,0 0 4-16,0 0-3 0,0 0 0 0,0 0-5 15,0 0 1-15,0 0 3 0,0 0-3 0,0 0 7 16,0 0-2-16,0 0-1 0,0 0-5 0,0 0 5 16,0 0-3-16,0 0 9 0,0 0-7 0,0 0 6 0,7-18-6 15,-7 18 0-15,0 0-4 0,0 0 8 16,0 0-3-16,0 0 4 0,0 0 0 0,0 0-3 15,0 0-3-15,0 0-7 0,0 0 7 0,0 0 5 16,0 0-4-16,0 0 3 0,0 0-3 0,0 0 2 16,0 0-3-16,0 0 4 0,0 0 0 0,0 0-1 0,0 0-7 15,0 0 1-15,0 0 2 0,0 0 3 16,0 0-6-16,0 0 1 0,0 0-4 0,0 0-2 16,0 0 2-16,0 0-4 0,0 0-2 0,0 0-7 15,0 0 1-15,0 0-6 0,0 0-4 0,0 0-6 0,0 0-23 16,0 0-64-16,0 0 28 0</inkml:trace>
  <inkml:trace contextRef="#ctx0" brushRef="#br0" timeOffset="40720.65">15721 8669 25 0,'0'0'88'0,"-9"0"-13"0,9 0-10 0,0 0 4 0,0 0-16 16,-10-1-9-16,10 1-8 0,0 0-21 0,-13 3-18 15,7-3-31-15,-2 4-39 0,-2 0-77 0,-1 0 34 16</inkml:trace>
  <inkml:trace contextRef="#ctx0" brushRef="#br0" timeOffset="41287.64">15785 8818 41 0,'0'0'62'0,"0"0"0"0,0 0-8 15,0 0-6-15,0 0-11 0,0 0-4 0,0 0-16 16,0 0-17-16,0 0-11 0,0 0-20 0,0 0-21 16,0 0-57-16,0 0 25 0</inkml:trace>
  <inkml:trace contextRef="#ctx0" brushRef="#br0" timeOffset="57383.44">16662 6714 5 0,'0'0'26'0,"0"0"-1"16,0 0-3-16,0 0-1 0,0 0-7 0,0 0 2 16,0 0-7-16,0 0-1 0,0 0-5 0,0 0 2 15,0 0 0-15,0 0-2 0,0 0-3 0,0 0-1 16,0 0-2-16,0 0 2 0,0 0-7 0,0 0 7 15,0 0-4-15,0 0 1 0,0 0-5 0,0 0 1 16,0 0 2-16,0 0-3 0,0 0 3 0,0 0-1 16,0 0 1-16,0 0-1 0,0 0-1 0,0 0-5 15,8 17-12-15,-8-17 5 0</inkml:trace>
  <inkml:trace contextRef="#ctx0" brushRef="#br0" timeOffset="68300.67">22865 7183 2 0,'0'0'31'16,"10"0"-10"-16,-10 0-14 0,0 0-18 0,0 0-11 15,11 0 6-15</inkml:trace>
  <inkml:trace contextRef="#ctx0" brushRef="#br0" timeOffset="74707.89">32430 5642 89 0,'9'0'142'0,"-9"0"-2"16,10-2-13-16,-10 2-14 0,0 0-12 0,7-2-15 0,-7 2-21 15,0 0-5-15,6-4-33 0,-6 4-14 0,0 0-25 16,0 0-22-16,0 0-27 0,5-3-82 0,-5 3-155 15,0 0 69-15</inkml:trace>
  <inkml:trace contextRef="#ctx0" brushRef="#br0" timeOffset="75199.13">31125 5782 47 0,'19'1'67'16,"8"2"-7"-16,5-2-4 0,2 1 4 0,19 1-13 16,4-2 9-16,4 2-3 0,29 0-7 0,-25-1 5 15,31-2-8-15,-3 1 4 0,1 1-5 0,-4-1 3 16,-27 3-8-16,26-2 6 0,-29 1-6 0,2-2-2 16,0 2 1-16,-5 0-4 0,0 1 4 0,-3-5 5 15,-15 4 0-15,1-2 7 0,-4 3-8 0,-3-2 11 16,-33-2-4-16,61 3-2 0,-61-3 11 0,41 1-13 15,-41-1 8-15,35 3-9 0,-35-3 0 0,0 0 0 16,0 0-4-16,43 1 6 0,-43-1 3 0,0 0 7 16,0 0 2-16,0 0-3 0,35 1-1 0,-35-1 1 15,0 0-4-15,0 0 6 0,0 0-24 0,0 0 3 16,0 0 3-16,0 0-5 0,0 0-2 0,0 0-2 16,0 0 0-16,0 0-8 0,0 0-19 0,0 0-11 15,0 0-24-15,0 0-47 0,0 0-54 0,27-16-56 16,-27 16-119-16,0 0-335 0,-51-28 149 0</inkml:trace>
  <inkml:trace contextRef="#ctx0" brushRef="#br0" timeOffset="87462.39">16788 7596 23 0,'0'0'93'0,"0"0"-1"0,0 0-16 16,0 0 5-16,0 0-1 0,0 0-15 0,0 0-10 15,0 0 2-15,0 0-4 0,0 0-2 0,0 0-16 16,0 0 9-16,0 0-8 0,0 0 3 0,0 0-7 15,0 0-2-15,0 0-4 0,0 0-2 0,0 0-1 16,0 0-5-16,0 0-1 0,0 0-2 0,0 0 9 16,0 0 2-16,0 0-19 0,0 0 4 0,0 0-10 15,0 0 12-15,0 0 0 0,0 0 7 0,0 0-4 16,0 0 2-16,0 0-3 0,0 0 0 0,0 0-3 16,0 0-2-16,0 0 1 0,0 0 2 0,0 0-6 15,0 0-8-15,0 0 11 0,0 0-3 0,0 0 2 16,0 0 2-16,0 0-11 0,0 0 7 0,0 0-10 15,0 0 9-15,0 0-1 0,0 0 2 0,0 0-2 16,0 0-9-16,0 0 5 0,0 0-1 0,0 0-1 16,0 0 2-16,0 0-3 0,0 0 10 0,0 0-7 15,0 0-4-15,0 0 12 0,0 0-6 0,0 0-6 16,0 0-3-16,0 0 4 0,0 0 7 0,0 0-11 16,0 0 5-16,0 0 0 0,0 0-2 0,0 0-9 15,0 0-6-15,0 0-5 0,0 0-7 0,0 0-10 16,0 0-5-16,0 0-11 0,0 0-16 0,0 0-10 15,0 0-81-15,0 0-178 0,0 0 79 0</inkml:trace>
  <inkml:trace contextRef="#ctx0" brushRef="#br0" timeOffset="88863.03">21579 6576 30 0,'0'0'47'0,"0"0"-6"0,0 0-10 0,0 0 5 16,0 0-7-16,0 0-3 0,0 0-1 0,0 0-4 15,0 0-6-15,0 0 2 0,0 0 0 0,0 0-3 16,0 0-4-16,0 0 0 0,0 0 1 0,0 0-3 15,4 5-1-15,-4-5 2 0,0 0 8 0,0 0-11 16,0 0-6-16,0 0 6 0,0 0-11 0,0 0 2 16,0 0-6-16,0 0 2 0,0 0-2 0,0 0 1 15,0 0-4-15,0 0 7 0,0 0-2 0,0 0-10 16,0 0 2-16,0 0-3 0,0 0 4 0,0 0-2 16,0 0 1-16,0 0 5 0,0 0-3 0,0 0 9 15,0 0-5-15,0 0 4 0,0 0-3 0,0 0 1 16,0 0 4-16,0 0 2 0,0 0 0 0,0 0-3 15,0 0 0-15,0 0 1 0,0 0-1 0,0 0 3 16,0 0-2-16,0 0 1 0,0 0 3 0,0 0-2 16,0 0 2-16,0 0-2 0,0 0 4 0,0 0-3 15,0 0 11-15,0 0-4 0,-1 8 3 0,1-8 1 16,0 0-1-16,0 0 1 0,0 0-4 0,0 0-4 16,0 0 3-16,0 0 2 0,0 0 0 0,0 0-3 15,0 0-1-15,0 0 1 0,0 0-4 0,0 0 1 16,0 0-8-16,0 0 0 0,0 0-4 0,0 0 1 15,0 0-3-15,0 0 5 0,0 0-4 0,0 0-2 16,0 0-2-16,0 0-5 0,0 0-13 0,0 0-35 16,0 0 16-16</inkml:trace>
  <inkml:trace contextRef="#ctx0" brushRef="#br0" timeOffset="94283.05">16747 7855 10 0,'0'0'27'0,"0"0"1"0,0 0-4 0,0 0-3 15,0 0 0-15,0 0 3 0,0 0-6 0,0 0 0 16,0 0 6-16,0 0-6 0,0 0-1 0,0 0-3 16,0 0 0-16,0 0 0 0,0 0-2 0,0 0 13 15,0 0-17-15,0 0 6 0,0 0 2 0,0 0-1 16,0 0-1-16,0 0-1 0,0 0 1 0,0 0-2 16,0 0-2-16,0 0 6 0,0 0-4 0,0 0-3 0,0 0-2 15,0 0 1-15,0 0-3 0,0 0 5 16,0 0-7-16,0 0-2 0,0 0-2 0,0 0 4 15,0 0 2-15,0 0-5 0,0 0 3 0,0 0-2 16,0 0-2-16,0 0 2 0,0 0-7 0,0 0 8 16,0 0-8-16,0 0-1 0,0 0 0 0,0 0-8 15,0 0 1-15,0 0-4 0,0 0-1 0,0 0-10 16,0 0-6-16,0 0-28 0,0 0-67 0,0 0 31 16</inkml:trace>
  <inkml:trace contextRef="#ctx0" brushRef="#br0" timeOffset="125787.05">22170 8560 5 0,'0'0'75'0,"0"0"-1"16,0 0-15-16,0 0-1 0,0 0-12 0,0 0 3 16,0 0-6-16,0 0-13 0,0 0-8 0,0 0-8 0,0 0-15 15,0 0 1-15,0 0-7 0,0 0 1 16,0 0-17-16,0 0-7 0,0 0 1 0,0 0-35 16,0 0-68-16,0 0 30 0</inkml:trace>
  <inkml:trace contextRef="#ctx0" brushRef="#br0" timeOffset="130240.32">22179 8300 37 0,'6'3'126'0,"-6"-3"2"0,0 0-3 16,0 0-11-16,0 0-4 0,0 0-6 0,0 0-7 15,0 0-9-15,0 0-1 0,0 0-14 0,0 0-6 16,0 0-9-16,0 0-6 0,0 0-4 0,0 0-9 15,0 0-18-15,0 0-21 0,0 0-21 0,0 0-24 16,0 0-12-16,0 0-25 0,0 0-12 0,0 0-86 0,0 0-194 16,0 0 87-16</inkml:trace>
  <inkml:trace contextRef="#ctx0" brushRef="#br0" timeOffset="130993.58">22141 8301 39 0,'0'0'79'0,"0"0"-6"0,0 0-6 0,0 0-16 16,0 0-17-16,0 0-19 0,0 0-22 0,0 0-21 0,0 0-27 16,0 0-57-16,-9-1 26 0</inkml:trace>
  <inkml:trace contextRef="#ctx0" brushRef="#br0" timeOffset="131174.66">22152 8303 57 0,'0'0'47'0,"0"0"-16"0,0 0-23 0,0 0-33 15,0 0-25-15,0 0 12 0</inkml:trace>
  <inkml:trace contextRef="#ctx0" brushRef="#br0" timeOffset="132627.37">17889 8495 14 0,'0'0'87'0,"0"0"-3"0,0 0-12 16,0 0-1-16,0 0-15 0,0 0-8 0,0 0-6 15,0 0-1-15,0 0-4 0,0 0-13 0,0 0-10 16,0 0-13-16,0 0-7 0,0 0-19 0,0 0-3 16,0 0-14-16,0 0-4 0,0 0-28 0,-4 8-81 15,4-8 36-15</inkml:trace>
  <inkml:trace contextRef="#ctx0" brushRef="#br0" timeOffset="136139.12">18206 8872 74 0,'0'0'83'0,"0"0"-4"0,0 0-6 0,0 0-14 16,0 0-19-16,0 0-15 0,0 0-14 0,0 0-20 15,0 0-25-15,0 0-34 0,0 0-71 0,0 0 31 16</inkml:trace>
  <inkml:trace contextRef="#ctx0" brushRef="#br0" timeOffset="198536.83">22676 9655 168 0,'0'0'155'0,"-2"-4"3"0,2 4-12 0,0 0-7 16,0 0-12-16,0 0-10 0,0 0-18 0,-2-9-13 15,2 9-1-15,0 0-14 0,0 0-12 0,0 0-5 16,0 0-4-16,0 0-5 0,0 0-11 0,0 0-1 16,5 29-6-16,-2-19 4 0,1 5-4 0,0 2 4 15,-2-1 4-15,1 3 1 0,-1-2-6 0,1 2-3 16,-1 0-4-16,0 0 0 0,0 1-5 0,1 5 4 0,-1-6-2 15,1 8-7-15,-1-3 2 0,1 0 2 16,-2 1-3-16,0-6-1 0,1 0-4 0,2 6 1 16,-2-1-2-16,2-5 1 0,0-1-1 0,0 1-1 15,-2-1-1-15,5 0 0 0,-4 0 1 0,3 2 8 16,-3-4 4-16,3 4-2 0,-1-2-4 0,2-3 1 0,-2 1 8 16,1 1-2-16,0-2 2 0,0 1-5 0,1-4 10 15,0-2-3-15,0 1-3 0,-1-1-2 16,1-2 0-16,3 2-1 0,-1-2-1 0,0 0-1 0,2-1-4 15,1-1-1-15,4-2 6 0,-4 3-12 0,4-4 6 16,2-1-1-16,0 3-3 0,1-2 2 0,3-1-1 16,8-2-2-16,0 0-4 0,0-1 2 15,3 2 1-15,-1-4-4 0,1 3 2 0,2-2 0 0,0 2 0 16,0-1 0-16,-1 0 0 0,-1-2 1 0,2 3-2 16,0 0-4-16,-5 0 5 0,0 2-4 15,-2-1 4-15,2 1-3 0,-2 0 3 0,-8-2-1 0,1 2 4 16,2-1-5-16,-3 1 1 0,1 2-4 0,0-3 6 15,-3 2-2-15,0-1 1 0,1-2 2 0,-8 1 0 16,1 1 0-16,-1 0-2 0,-1 0 0 0,-1-1 1 16,-1-1-4-16,-8 0 2 0,12 3 0 15,-12-3-1-15,6 0 3 0,-6 0-5 0,0 0 0 0,10 2-1 16,-10-2 3-16,0 0 3 0,0 0 5 0,6 1 4 16,-6-1-2-16,0 0 4 0,0 0-3 0,0 0 5 15,-12 16 2-15,7-11-2 0,-3 3-3 0,0 1 0 16,-3 5 4-16,-2-3 3 0,0 2-6 0,-1 8-8 15,0-6 0-15,0 0-1 0,-3 4-1 0,6-4 4 16,-2-1-3-16,2 4-3 0,-2-4 1 0,3 1 2 16,0-6-2-16,-1 5 1 0,3-2-4 0,-2-1 2 15,5-1-14-15,-1 1-19 0,-1-1-25 0,1-2-40 16,-2 1-39-16,3 0-38 0,-1-1-49 0,-1 0-141 16,4-1-392-16,3-7 174 0</inkml:trace>
  <inkml:trace contextRef="#ctx0" brushRef="#br0" timeOffset="198745.94">23643 10472 115 0,'-2'-16'231'16,"-4"0"-17"-16,2-1-12 0,-1 3 3 0,-2-1-4 16,3 3-15-16,-1-5-9 0,-1 2-11 0,0 4 3 15,2-1-19-15,-1 0-6 0,2 2-22 0,-3 0-12 16,-1 2-10-16,5 2-11 0,-1 0-12 0,-1 0-18 15,4 6-16-15,-5-9-19 0,5 9-23 0,-5-6-30 16,5 6-32-16,0 0-42 0,-6-3-29 0,6 3-28 0,0 0-29 16,0 0-164-16,-5 18-380 0,6-10 169 15</inkml:trace>
  <inkml:trace contextRef="#ctx0" brushRef="#br0" timeOffset="199524.61">23897 11178 34 0,'-6'-10'244'0,"4"-8"-24"0,3 1-17 0,3-7-16 0,4 0-15 16,3-3-15-16,6-1-7 0,-1 1-12 16,4-1-11-16,0-4-5 0,2 4-5 0,0-1-14 15,-3-3-4-15,1 6-8 0,-3-2-11 0,1 3-6 0,-6 0-6 16,0 0-7-16,-4 7-5 0,1-5-6 0,-6 8-2 15,0 0-4-15,-4 4 5 0,-2 0-1 16,1 3-6-16,-2-1-2 0,-1 1 4 0,-7 4-11 16,4 0-7-16,-6 1-4 0,-4 2 8 0,-3 2-12 0,3 2-2 15,-3 5-2-15,2-5-3 0,1 7-4 0,1-3 5 16,2 1-5-16,3-1-2 0,1 1-4 0,2 0 0 16,3-1-1-16,1-1-1 0,4 0 0 15,1-6 1-15,1 13 0 0,4-9 5 0,3 3-8 16,1-4-3-16,5 2-2 0,1 0-1 0,4-1-1 0,-1-1 0 15,1-1 2-15,-2 2 0 0,1 1-3 0,-7-2 5 16,2 1-2-16,-1 2 0 0,-2 2-1 0,-1 1 3 16,-2 0 1-16,1 5-1 0,0 2 6 15,-2 0 0-15,-1 2 3 0,-2 1-5 0,-1 1 4 0,1-1 1 16,-2 5-3-16,1-8 3 0,-1 2-6 0,1-1 6 16,3-1-3-16,-1 0 1 0,0-6 1 0,2 1 1 15,1-2-2-15,-1 1 6 0,4-3-1 0,1 0-1 16,-1-2-3-16,4-2-4 0,-1-2-1 0,7-1 4 15,-1-2 0-15,-2-4-6 0,3-2 2 0,-2 1 0 16,2-1-1-16,-3-4-2 0,4-4 1 0,-5 4 1 16,4-7-2-16,-6 4 2 0,-4 0-2 0,1-9 2 15,-6 9-2-15,-2-2 0 0,0 1 0 0,-4 3 1 16,-2-3-3-16,-1 0 2 0,-2 4 0 0,1 2 2 16,-3 2-1-16,1-2 0 0,0 4 0 0,-1-1-3 15,-1 3 0-15,1 2 2 0,2 0-1 0,6 2 0 16,-21 8 1-16,11-1 1 0,-4 5-3 0,4 1 3 15,-1 3 0-15,2-1-6 0,2 1 9 0,3 3 1 16,1-3-4-16,0 2 4 0,3-1-3 0,3 0 4 16,0-3-3-16,4 1-13 0,-1 1-7 0,6-3-24 15,-2 0-34-15,4-1-28 0,3-4-37 0,-1 2-34 16,3-3-184-16,-3 1-393 0,-1-2 173 0</inkml:trace>
  <inkml:trace contextRef="#ctx0" brushRef="#br0" timeOffset="199857.81">24608 10821 213 0,'-2'-8'195'0,"2"8"-13"0,0 0-19 0,-1-8-18 15,1 8-18-15,0 0-18 0,0 0-6 0,0 0-11 16,0 0-4-16,0 0 6 0,14 25-6 0,-7-10-5 15,-3 0-13-15,1 2-4 0,0 0-4 0,3-1-5 16,0 3-9-16,-2-2-9 0,-2-1-2 0,0-5-2 0,1-1-3 16,-2-1 1-16,0 0-7 0,3-3 4 0,-4 0 12 15,0-1 21-15,-2-5 12 0,3 7 14 16,-3-7 1-16,0 0-5 0,9-2-5 0,-9 2-7 16,8-12-11-16,-3 2-4 0,0 1-8 0,1-6-2 0,-1 0-8 15,2-2-1-15,-1-2-11 0,3 0 0 0,0-7-8 16,-1 2-20-16,1 0-18 0,-6 9-18 0,1 4-15 15,-1 1-29-15,-1 5-31 0,0-1-45 0,-2 6-47 16,2-8-15-16,-2 8-168 0,0 0-418 0,0 0 185 16</inkml:trace>
  <inkml:trace contextRef="#ctx0" brushRef="#br0" timeOffset="200810.24">24875 10965 138 0,'5'-6'176'0,"-2"-2"-5"0,1 0 1 0,0 0-13 0,0-1-4 16,-2-2-7-16,0 1-19 0,3-1-2 0,-4-1-19 16,1 2-8-16,-2 0-12 0,0 0 3 0,0 3-5 15,0 7-1-15,0-12-2 0,0 12-7 0,-3-10-9 16,0 5-5-16,3 5-6 0,-6-7 4 0,6 7-11 16,-8-2-3-16,8 2-6 0,0 0-2 0,-12 8-5 15,5-1-3-15,1 4-4 0,-1-1 2 16,-1 4-7-16,1 3 2 0,-1-2-5 0,4 1-3 0,0-4 2 15,3 4-2-15,-1-5-1 0,2 2-4 0,1-3 0 16,3 2 1-16,0-3-2 0,2 0 2 0,3-3-2 16,1 2 2-16,-1-2-2 0,2-3-1 0,2 0-2 15,6-3 2-15,-1 0 1 0,2-3-2 0,-3-2-1 16,1-2 0-16,1 0-2 0,-2-2 3 0,0-1-5 16,-4-1 4-16,0 0-3 0,-1-3-3 0,-2 2-2 15,0-2-1-15,-6-1-4 0,1-1 2 0,-5 0-1 16,-2 0-1-16,-1 0 1 0,-1 5 0 0,0-2 2 15,-4 3-1-15,0-2-1 0,1 3 4 0,-4-1-2 16,0-1 5-16,4 6-9 0,0-2 14 0,0 3-3 16,1 2-3-16,6 2-6 0,-9-7 7 0,9 7-7 15,-7-2 2-15,7 2-1 0,0 0 2 0,0 0 0 16,0 0-1-16,0 0 2 0,0 0-1 0,0 0 2 16,0 0-2-16,31 9-1 0,-19-8 2 0,-1-1-4 15,3 1 5-15,-1 1-1 0,1 1-8 0,-4-1 5 16,2-2 1-16,-5 0 1 0,0 1-4 0,-7-1 2 0,12 4 0 15,-9-2 2-15,4 4 2 0,-3 0 6 16,-1 2 12-16,0-1 1 0,-2 4 2 0,1 0-2 16,0-1 2-16,-2 2-4 0,0 1 3 0,1-3-2 15,1 2 0-15,-1 0-3 0,0-2-3 0,3 1-1 16,-1-3 2-16,-1 0-1 0,2 1-1 0,1-2 1 16,-1 0-3-16,1-5 1 0,1 1 0 0,6-2-1 15,-3 0 1-15,5-2-2 0,-3-2 5 0,1 0-4 16,2-3-1-16,-3 1 0 0,2-1-1 0,2-6 1 15,-3 2-1-15,2-4-1 0,-4 1-5 0,2 0-4 0,-2-5-7 16,-4 4 4-16,3-2 0 0,-7-8 0 16,1 5-2-16,-3 2 1 0,3 5 2 0,-3 3-1 15,-4-3 4-15,4 12-4 0,-2-16 1 0,0 10-1 16,2 6 2-16,0 0-4 0,0-7-2 0,0 7 1 0,0 0-4 16,0 0 6-16,0 0 5 0,-6 26-4 0,3-10 2 15,3 1-1-15,0 2 3 0,-1 0-3 0,2 0 6 16,2 4-3-16,-3-3 3 0,4-2-2 15,-4 1 1-15,2-4 0 0,-2 0 3 0,2-3-1 0,0-1-2 16,2-1-1-16,-4-3 4 0,0-7 0 0,0 12-2 16,2-7 0-16,-2-5 4 0,4 6-2 0,-4-6 1 15,7 4 1-15,-7-4 0 0,8 0-1 16,-8 0 0-16,11-1-3 0,-11 1-3 0,12-7-3 16,-5 1 1-16,3 0-1 0,1 1-7 0,-1-6 0 0,2-1 2 15,1 2-2-15,-1-2 2 0,-1-1-1 0,-3-1 1 16,1-2 3-16,1 2 2 0,-8 4 0 0,3 0 1 15,-4-1 0-15,-1 0 1 0,-1 2 2 0,-1-1 7 16,2 10 0-16,-5-13 1 0,3 8 2 0,-5 2 5 16,7 3-3-16,-10-6 3 0,10 6-5 0,-13 0-1 15,13 0-2-15,-16 8 3 0,7-2-1 0,1 4-6 16,0-1 4-16,-1 4 0 0,3 2 2 16,2 3-14-16,0-1-24 0,3 1-30 0,4 0-41 0,3 1-46 15,3-3-49-15,7 7-199 0,-5-8-427 0,5-2 190 16</inkml:trace>
  <inkml:trace contextRef="#ctx0" brushRef="#br0" timeOffset="201209.55">25902 11086 242 0,'2'-17'246'0,"4"2"-10"15,-4 0-16-15,4-4-7 0,-2 0-12 0,1 1-14 16,3-7-16-16,-1-1-7 0,0 1-21 0,-2-1-19 15,3 2-9-15,1-5-12 0,1 5-10 0,-1-3-3 16,3 0-15-16,-2 2-9 0,-7 5-5 0,5 2-8 16,-6 3-6-16,0 3 0 0,-2 2-4 0,0-1 9 15,0 1-3-15,0 10-1 0,-2-11 10 0,-4 6-15 16,1 2-7-16,-4 0-3 0,0 3 0 0,-4 6-11 16,-3 1 0-16,-1 0-4 0,0 3-2 0,-6 8 4 15,8-5-8-15,-1 0-13 0,5-2-2 0,5 0 3 16,1 4-4-16,0-5-9 0,8 4-2 0,2-1-4 0,1-3-4 15,0 0-4-15,8 5 1 0,2-5 5 16,0 3 0-16,1-4 2 0,8 2 2 0,-9-1 2 16,2-1 1-16,-2-2 2 0,-7 1-4 0,2-3 7 15,-1 2 1-15,-2 2 0 0,-3-4 2 0,-1 2 3 0,-2 1 1 16,0-1 4-16,-4 2 1 0,-2-1 1 16,-1 3 0-16,-4-3 2 0,0 3-8 0,-4-1 2 15,-1-1-3-15,1 0-9 0,-3 0-11 0,4-4-17 16,2 0-24-16,2 3-37 0,0-5-37 0,3 0-59 0,-1 0-227 15,6-3-458-15,-7 4 203 0</inkml:trace>
  <inkml:trace contextRef="#ctx0" brushRef="#br0" timeOffset="201580.92">26346 10809 2366 0,'6'-15'-2'0,"-4"3"2"15,-2 1 14-15,-5-2 3 0,-4 5 3 0,0 0 29 16,-2 2 4-16,-5-1 6 0,3 5-3 0,-8-2 6 15,3 7 0-15,0-1-2 0,0 5-4 0,1 0-2 16,2 4-3-16,2-1-11 0,2 5-3 0,0 1-2 16,4-1-5-16,3 0-1 0,0 1-4 0,3 1-2 15,2 0-10-15,3-1-6 0,0-5-5 0,1 1-8 16,3-2-2-16,2-4-2 0,-1 2-3 0,4-4 0 16,-1 0-2-16,5-3-1 0,1-1 5 0,-5-3-2 15,6-4 2-15,-6-3 3 0,-3 3-2 0,3-5 6 16,-7 2-7-16,1 0 14 0,4-6-9 0,-6-2 1 15,-3 6 1-15,0-5 1 0,0 6-2 16,0-5 3-16,-2 4 7 0,0 4 6 0,0-1-2 0,0 3-1 16,0 6 1-16,1-9-6 0,-1 9-1 0,0 0-2 15,0 0 2-15,0 0 5 0,0 0 7 0,0 0-4 16,-1 38 0-16,-1-20-2 0,0-1-2 0,2 3 1 16,0 6 0-16,0 2 1 0,-2-4-5 0,4-3-13 15,-2-2-14-15,2-2-23 0,0 1-24 0,-1-2-42 16,3-5-49-16,1-2-47 0,0 0-215 0,-1-3-458 15,-4-6 202-15</inkml:trace>
  <inkml:trace contextRef="#ctx0" brushRef="#br0" timeOffset="201807.86">26524 10485 31 0,'-2'-18'276'0,"-1"5"-12"0,1 1-10 16,0 3-15-16,2 2-23 0,-2 1-21 0,2 6-22 15,-4-7-20-15,4 7-9 0,0 0 5 0,0 0-18 16,0 36-5-16,0-7-6 0,0 3-16 0,0 1-10 16,2 2-4-16,0 11-12 0,-2-11 4 0,2 0-8 15,2 0-14-15,-1-2-7 0,1-1-2 0,-2 0-10 16,0-6-2-16,2 0-18 0,0-1-22 0,0-9-23 16,0 1-34-16,1-2-30 0,-3-4-49 0,0-1-46 15,0-3-33-15,0-2-210 0,-2-5-460 0,0 0 203 0</inkml:trace>
  <inkml:trace contextRef="#ctx0" brushRef="#br0" timeOffset="202527.87">26479 10645 195 0,'2'-12'176'0,"-2"12"-15"16,5-6-18-16,-5 6-14 0,6-3-9 15,-6 3-14-15,14-1-19 0,-3 2-3 0,0 1-7 16,1-1-5-16,1 3-9 0,3 1-9 0,-1 2-4 0,-1-2-2 15,-1 3-6-15,2 1-5 0,-7-1 16 0,1 1 6 16,0 0 8-16,-2 1 5 0,0 0 5 16,-3 1-2-16,-2 6 0 0,3-2-1 0,-3 2-1 15,0-1-4-15,-2 1-3 0,4-2-7 0,-1-1 2 0,0 0-13 16,1 1-2-16,0-5-6 0,-2 1 0 0,5-4-7 16,-3-1 5-16,2 1-9 0,2-3 2 0,-1-3-3 15,4 1-4-15,0-2 1 0,-2-3-6 0,4 1-1 16,-1-3-5-16,-1-1-5 0,-1-3 1 0,0-1-1 15,-1 2-4-15,-2-6 4 0,3 0-3 0,-6-2-2 16,0 0 8-16,1-1-5 0,-5 0-4 0,0 2-1 16,-3-3 2-16,3 0-4 0,-2 3 3 15,2 2-2-15,0 2-1 0,0 1 3 0,-4 1 1 0,4 9 1 16,0-13-2-16,0 13-5 0,0 0-1 0,0 0 2 16,0-6-3-16,0 6-1 0,0 0 5 0,0 0-3 15,2 24 1-15,-4-8 2 0,2 0 3 0,0 4-1 16,0-1 4-16,0-1-3 0,4-1 4 0,-4-1-2 15,2 0 2-15,1-4 0 0,3 1-1 0,-2-3 9 16,4-1 8-16,1 0 13 0,-3-2-7 0,4-3 0 16,1 0 0-16,0-3 0 0,3 1-4 0,-1-1-2 15,1-3 0-15,1-1-6 0,3-2-1 0,-5 0 3 16,4-2-2-16,0 0-3 0,-3-3-3 0,-1-1-5 16,0 0-2-16,-3 2-8 0,1-6-2 0,-1-1 1 15,-4 1-3-15,0-2 5 0,-2 1 0 0,-3 0-4 16,-2 1 0-16,1-1 0 0,-1 4 4 0,-4 1-1 15,1 1-2-15,0 1 4 0,-4 0 4 0,3 3-3 16,1-1-3-16,4 7 2 0,-8-7 1 0,5 2-2 16,3 5 0-16,-5-6 1 0,5 6-2 0,0 0 0 15,0 0-1-15,0 0 6 0,0 0-3 0,0 0 1 16,0 0-1-16,0 0-1 0,18 14 0 0,-11-9-2 16,3 1 6-16,1-3-5 0,-3 3-2 0,2-2 2 15,-1 2-1-15,1 0 0 0,-3 3-2 0,1-2 1 16,-2 4 4-16,1-2-1 0,-3 3 3 0,6 3 13 15,-6 0 0-15,0 2-6 0,0-1 10 0,-4 0-2 16,1 2 0-16,-1-3-4 0,0 3 11 0,0-1-1 16,-1-3-10-16,1 0-7 0,0-2-19 0,0-1-25 15,-4 0-18-15,4-2-36 0,2 1-48 0,-2-2-51 16,3-2-45-16,-1-1-187 0,2 0-460 0,-4-5 203 16</inkml:trace>
  <inkml:trace contextRef="#ctx0" brushRef="#br0" timeOffset="202892.05">27586 10653 149 0,'-13'-7'247'0,"-7"2"-12"0,2 3-6 15,-1 2-15-15,0 4-7 0,-2 1-11 0,2 1-11 16,-4 7-16-16,9 1-11 0,-3 5-18 0,4-2-13 16,5-1-15-16,1 2-2 0,1 2-18 0,3-1-10 15,2 0-9-15,3-2 3 0,0 0-16 0,5-2-8 16,1-2-3-16,1-2-4 0,5 0-11 0,-1-4-4 15,-1 0-2-15,5-4-4 0,-1-1-4 0,-1-2 8 16,2-2-18-16,-4-1-3 0,-1-3-2 16,0 1 0-16,-5-1 0 0,1-1-2 0,-2-2 0 0,1-3 2 15,-5 3 2-15,2-7-4 0,0 1 8 0,-3 3-11 16,-1-4 3-16,0 5 8 0,2 1-11 0,-2 2 0 16,0 8-1-16,0-11 2 0,0 11 0 0,2-10-5 15,-2 10-4-15,0-5 2 0,0 5 3 0,0 0 4 16,0 0-2-16,0 0 1 0,0 26-1 0,0-13 5 15,0 3-2-15,0 0 2 0,0 0-5 0,3-1 7 16,-1 2-5-16,1-4-1 0,-1 3-4 0,-2-4-18 16,4-1-16-16,1-1-17 0,-1-1-35 0,2 1-34 15,1-4-59-15,0-3-37 0,0 2-198 0,-3-3-454 16,-4-2 201-16</inkml:trace>
  <inkml:trace contextRef="#ctx0" brushRef="#br0" timeOffset="203143.96">27844 10467 125 0,'0'-9'246'0,"0"1"-8"15,1 0-22-15,-1 8-15 0,-1-9-21 0,1 9-10 16,0 0 1-16,0 0 4 0,0 0-8 0,-2 26-11 16,2 0-11-16,1 3 2 0,-2-1-12 0,-1 4-16 15,0-1-13-15,2-1-4 0,0 0-5 0,0-3-14 16,2 3-12-16,0-3-2 0,-1-1 2 0,-1-2-15 15,0-7-8-15,0 2 0 0,0-2-9 0,1-1-3 16,4-1-24-16,-5-4-12 0,0-1-24 0,0 0-23 16,0-2-20-16,0-8-21 0,-2 10-24 0,2-10-20 15,0 9-35-15,0-9-35 0,0 0-30 0,0 0-161 16,0 0-426-16,0 0 188 0</inkml:trace>
  <inkml:trace contextRef="#ctx0" brushRef="#br0" timeOffset="203411.76">27729 10665 45 0,'0'0'160'0,"1"-10"-9"0,-1 10-15 0,7-7-12 16,-1 4-9-16,2 1-14 0,2 0-5 0,4 0-9 0,-1 2-10 15,6 0-4-15,1 0-11 0,-3 0 0 16,4 0-10-16,-1 0-4 0,2 2-6 0,-3-2 0 0,0 0-6 16,-5 0-8-16,-2 2 5 0,-1 0-1 0,-3-2 6 15,-1 0 0-15,-7 0 11 0,11 1 3 0,-11-1-1 16,10 0 7-16,-10 0 8 0,8 7 6 15,-5-2 3-15,-3-5 2 0,6 10 6 0,-4 0 4 16,-1 2-5-16,3-1-4 0,-6 2-2 0,4 1-5 0,-1 4-7 16,-4-1-8-16,-1 0-5 0,4-5-1 0,-1 6-7 15,-3-2-18-15,2-1-24 0,0 1-29 0,2-4-32 16,-1 0-44-16,-1-2-38 0,2-1-56 16,-1 1-205-16,1-2-435 0,0-8 193 0</inkml:trace>
  <inkml:trace contextRef="#ctx0" brushRef="#br0" timeOffset="203578.73">28064 10462 176 0,'-4'-4'176'0,"4"4"-22"0,0 0-17 0,-2-8-21 15,2 8-28-15,0 0-41 0,0 0-30 0,0 0-47 16,0 0-48-16,2 28-57 0,2-16-144 0,1-2 64 15</inkml:trace>
  <inkml:trace contextRef="#ctx0" brushRef="#br0" timeOffset="204084.2">28194 10643 22 0,'0'0'193'0,"-6"8"0"16,2-3 3-16,0 1-3 0,-3 1-1 0,3 1-3 15,-4 0-8-15,2 3-16 0,1-2-14 0,-1 1-12 16,2 1-11-16,1 5-13 0,-2-3-10 0,3-3-10 15,0 6-7-15,1-5-10 0,1 0-7 0,1-1-10 16,1 0-1-16,5 0-6 0,-4-2-6 0,3 0 0 16,0-3-6-16,-1 0-4 0,1-2-2 0,1-1-3 15,-7-2-1-15,13 1-4 0,-5-2-3 0,-8 1 6 16,11-5-9-16,-5 1-3 0,-1-1-4 0,-5 5-1 16,7-11 1-16,-5 0-2 0,3 2 5 0,-3 1-12 15,-1-3 0-15,2 1-6 0,-2-2-3 0,1 2 1 16,0-2-2-16,2 3-2 0,-3 1-1 0,1 2-4 15,1 0 5-15,-3 6-4 0,3-9 2 0,-3 9-4 16,0 0 5-16,10-1-1 0,-10 1 3 0,6 11 4 16,0-3 7-16,-3 2-1 0,4 5 1 0,-5-3-5 15,2 2 2-15,-3 2 3 0,1-1-1 0,0-3 0 16,-1 0-1-16,0-2 7 0,2-2-5 0,-3 0-2 16,0-8 3-16,1 11-1 0,-1-11 7 0,2 9 17 15,-2-9 11-15,1 6 3 0,-1-6-9 0,0 0-3 16,0 0-6-16,0 0-3 0,0 0-4 0,10-29-4 0,-4 19-14 15,1-4-1-15,1-1-11 0,1 0-2 16,1-2-5-16,1 0-4 0,2 1-2 0,1 1 0 0,0 1 2 16,1 4 0-16,-2 1 4 0,1 0-4 15,-1 5 6-15,-4 0-4 0,2 2 4 0,-4 2-2 16,-7 0 7-16,15 5-2 0,-7-1 1 0,0 3 2 0,-3 1 5 16,0 0-3-16,-1 2 2 0,-1-1-1 15,-1 2 9-15,2 0-6 0,-2 0-1 0,-2 1-23 0,1 2-35 16,-2 1-58-16,1-4-59 0,-1 0-64 0,-2 0-164 15,1-3-440-15,2-8 196 0</inkml:trace>
  <inkml:trace contextRef="#ctx0" brushRef="#br0" timeOffset="205741.84">28819 10553 228 0,'-5'-11'228'0,"-1"6"-10"0,6 5-6 0,-9-8-8 16,2 5-16-16,-1 1-17 0,8 2-18 15,-17 2-11-15,4 2-9 0,-1 1-9 0,0 9-6 0,-1-1-10 16,-2 7-13-16,6-3-3 0,-5 4-12 0,7 1-10 16,-1 3-6-16,4 0-9 0,4-6-2 0,2 6-7 15,0-7-3-15,4 0-3 0,1-2-2 0,4 0-4 16,3-2-3-16,1 1 0 0,2-5-2 0,1-1-3 15,2-3-4-15,9-2 0 0,1-2-7 0,0-4-1 16,-2-1 7-16,-5-3-10 0,6-2-1 0,-7 0-4 16,-5 0 2-16,2-3-2 0,-6 0 4 0,-1-4-2 15,0 1-3-15,-4 3 1 0,1-7 3 0,-3 1 0 16,0-2-5-16,-3 0 1 0,3 0 0 0,-4 2-5 16,1-2 5-16,-1 4-5 0,-1 4 4 0,1 2 3 15,0-1-2-15,0 10 0 0,0-13-5 0,0 13-2 16,0-9 1-16,0 9-2 0,0 0-1 0,0 0 1 15,0 0-5-15,0 0 5 0,0 0 0 0,0 0-3 16,5 35 3-16,-2-22 0 0,-2 4 0 0,3 2 0 16,0-2 2-16,2-3 0 0,2 3 3 0,-3-6-1 15,1 3 4-15,2-4 3 0,-1-2 2 0,2 1-4 16,1-2 1-16,1-1-5 0,-1-2 3 0,0-2-1 16,1-2 1-16,-1 2-1 0,-2-2-2 0,1-4-1 15,1-1 2-15,-3 0 0 0,2 0 0 0,-3-6-1 16,0 3 0-16,-1-3 1 0,-1 0-4 0,0-2 1 15,-1-2 2-15,1-2 6 0,-1 0-7 0,0 1-1 16,-3 3 8-16,0 0-11 0,0 1 3 0,0 1-2 16,1 2 4-16,-1 2-2 0,0 7 0 0,0-12-4 15,0 12 0-15,1-9-3 0,-1 9 0 0,0 0 1 16,0 0-3-16,0 0-1 0,0 0 6 0,0 0 2 0,0 0 3 16,-4 34-6-16,4-17 6 0,-1-4-2 15,1 3-2-15,0 2 3 0,1-2 1 0,1 1-1 16,0-5 0-16,2-1 0 0,0 0 3 0,2-1 3 0,-1 1-7 15,2-5 6-15,1 2-1 0,3-3 0 0,-2-1-1 16,3-1 0-16,1-3 3 0,0-1-4 0,1 0 5 16,3-3-4-16,-3 1-1 0,-1-3 4 0,-2 1 0 15,2-5 0-15,-4 1-3 0,1 0-3 0,-2-3 0 16,2-2-14-16,-6-2-1 0,1 0-1 0,-1-4 4 16,-3 1 3-16,-1 0-10 0,-1 0-1 0,1 1 1 15,-7 1-4-15,4 3 6 0,-1 3-1 0,1 2 22 16,-2-1-3-16,2 1 2 0,-1 3-2 0,-1 1 2 15,5 5-2-15,-8-8-1 0,8 8-3 0,-7-3 5 16,7 3-6-16,0 0 6 0,0 0-5 0,0 0 2 16,-13 10-3-16,13-10 3 0,1 9 1 0,-1-9 1 15,0 0-2-15,11 14 3 0,-2-8-5 0,-2-3 2 16,2 2 1-16,2-1-3 0,1-3 6 0,0 1-2 16,-1 0-2-16,2-2 0 0,-3 1 2 0,3 0-3 15,-3 1 0-15,-3-1 2 0,-7-1-3 0,8 0 2 16,-8 0-6-16,10 2 3 0,-10-2 3 0,0 0 4 15,7 5 8-15,-4-2 3 0,-3-3 6 0,2 10 2 16,0-3-2-16,-2 4 0 0,1-4-1 0,0 5 2 16,-1 1 1-16,2 2-2 0,-1 2-4 0,0-2-1 15,2 2-2-15,-2-5 4 0,5 3-4 0,1 0 0 16,-6-4-3-16,4-2 1 0,0 2-2 0,0-4 0 16,4 4 1-16,0-5 0 0,0-1 1 15,4 1 0-15,-3-3-2 0,0-3-1 0,4 0 3 0,-2 0-5 16,1-3-2-16,-3-1-5 0,0 0-4 0,2-1 1 15,-5-2-4-15,2-2 2 0,-2-2-5 0,0-4 0 16,0-2-15-16,-2 1 0 0,-4-2 3 0,-1-1 3 16,-2 0 2-16,-1 0 1 0,0 1 3 0,0 2 2 15,-1 2 0-15,-1-1 0 0,2 3-2 0,1 4 7 16,-1 1 0-16,0 1 1 0,3 6-3 0,-1-11 4 16,1 11-3-16,-2-8-1 0,2 8-3 0,0 0 4 15,0 0-1-15,0 0 1 0,0 0 3 0,9-3 2 16,-9 3-6-16,0 0 3 0,19 7-2 0,-10-1 5 15,-2-2-1-15,3 3-2 0,-2 1 0 0,1-1 5 16,1 3-4-16,-5-1 2 0,3 6 0 0,-3-5 11 16,-1 3-2-16,1 1 0 0,-1 2 4 0,0-4 1 15,-3 1-3-15,2 2 2 0,-1-3-3 0,1 3 0 16,-1-3-1-16,2-2 4 0,-1 1-5 0,2-2 5 16,1 1-5-16,2-3 3 0,1 1-1 0,1-4-2 15,2 2 1-15,7-3 3 0,-1-2-2 0,2-2 1 16,1-2-1-16,2 0 2 0,-3-2 2 0,-1 0-5 15,7-4-3-15,-7 2 2 0,-1-3-2 0,-3-1-2 16,-1-2-3-16,0-1-4 0,-3-2 3 0,-1-2-1 16,-4 1-2-16,-2-1 1 0,0 0-1 0,-4-1 4 15,-1 3-3-15,-2 3 2 0,0-3-1 0,0 4 1 16,0 2-1-16,-2 3 5 0,0 0-1 0,1 3-6 0,-1 0 1 16,5 4-1-16,-13-1 9 0,13 1-2 15,-19 10-1-15,9-1 0 0,-4 4-1 0,2 0 4 16,1 4 0-16,0 6-2 0,5-5-2 0,2 0 4 15,3 1 2-15,0-2-22 0,-1 0-20 0,5 3-28 16,-2-2-44-16,2-2-41 0,2 0-48 0,1-1-44 0,-1-4-170 16,0-1-446-16,2-3 198 0</inkml:trace>
  <inkml:trace contextRef="#ctx0" brushRef="#br0" timeOffset="206103.89">30300 10655 35 0,'3'7'224'0,"-3"-7"-9"16,1 13-11-16,-1-3 1 0,0 2-13 0,0-2-9 15,-2 1-11-15,0-2-13 0,1 3-8 0,1-5-16 0,-1 2-10 16,1-9-6-16,0 10 4 0,-2-3 0 16,2-7 1-16,0 0 4 0,-1 9 5 0,1-9 0 15,0 0-9-15,0 0-16 0,0 0-6 0,0 0-16 16,0 0-6-16,0 0-14 0,0 0 2 0,-1-30-5 15,3 18-3-15,2-4-10 0,-1 3-12 0,3-3-15 0,1-1-7 16,0 2-5-16,2-1-4 0,2 1-4 16,0 1-2-16,-2 1-6 0,1 4 0 0,2 2 5 15,-2 1-7-15,-1 1 3 0,0 3-5 0,0-1 4 16,-2 3-7-16,-7 0 3 0,13 7 4 0,-5 2-1 0,1-1-1 16,-5 3 2-16,1 0 0 0,0 0 2 0,0 10 3 15,-1-4 3-15,-4 0 1 0,2 0-1 0,1-1-3 16,-2-1 2-16,1-3-12 0,-2-1-31 0,1-1-24 15,0-2-31-15,-1-8-55 0,0 0-63 16,1 21-48-16,1-18-218 0,-2-3-519 0,0 0 231 0</inkml:trace>
  <inkml:trace contextRef="#ctx0" brushRef="#br0" timeOffset="206389.72">30688 10409 16 0,'2'-12'240'15,"-1"2"0"-15,-1 1-2 0,0 2-5 0,0 7-17 16,-1-11-18-16,1 11-24 0,1-9-21 0,-1 9-16 16,0 0-4-16,0 0 3 0,0 0-1 15,0 0-14-15,-3 38-5 0,1-19 3 0,-3 6 1 0,4 1-10 16,-2 3 3-16,1 1-8 0,2 1-9 0,-1-3-1 16,1-1-6-16,-2-2-2 0,2 0-1 0,-1 0 1 15,2-5 0-15,1-2-14 0,-1 0-2 0,0-2-10 16,0 0-2-16,3-6-2 0,-2-1-12 15,3 1-1-15,2-3-1 0,-2-1-6 0,2-1 1 0,1 2-3 16,3-5-34-16,0 1-11 0,2-3-29 0,6-3-37 16,-2-1-38-16,-2-1-42 0,-1 2-52 0,3-7-51 15,1 3-64-15,-5-5-188 0,-3-1-551 0,3-2 244 16</inkml:trace>
  <inkml:trace contextRef="#ctx0" brushRef="#br0" timeOffset="206547.15">30633 10554 146 0,'-8'-2'276'0,"2"0"-31"0,6 2-23 16,-12-3-20-16,12 3-13 0,-6-4-12 0,6 4-13 15,0 0-14-15,0 0-18 0,0 0-14 0,23-11-22 16,5 5-37-16,4-2-48 0,5 1-62 0,13-7-66 16,-13 7-58-16,0-1-133 0,-3-1-332 0,-1 1 147 15</inkml:trace>
  <inkml:trace contextRef="#ctx0" brushRef="#br0" timeOffset="-203707.33">17820 7961 24 0,'0'0'48'0,"0"0"-5"0,0 0-4 16,0 0-2-16,0 0-9 0,0 0-6 15,0 0 4-15,0 0-3 0,0 0-7 0,0 0-2 0,0 0-8 16,0 0-8-16,0 0-10 0,0 0-10 0,0 0-27 16,0 0-52-16,0 0 24 0</inkml:trace>
  <inkml:trace contextRef="#ctx0" brushRef="#br0" timeOffset="-198843.99">20699 7909 30 0,'0'0'20'0,"0"0"-13"0,0 0-11 16,0 0-6-16,0 0-9 0,0 0 5 0</inkml:trace>
  <inkml:trace contextRef="#ctx0" brushRef="#br0" timeOffset="-178916.77">20114 9244 82 0,'0'0'99'0,"0"0"-9"16,0 0-1-16,0 0-7 0,0 0-10 0,0 0 5 16,0 0-8-16,0 0-3 0,0 0-10 0,0 0-4 15,0 0-8-15,0 0-3 0,0 0-3 0,0 0-5 16,0 0 1-16,0 0-4 0,0 0 0 0,0 0-11 16,0 0-10-16,0 0 2 0,0 0-19 0,0 0-8 15,0 0-13-15,0 0-7 0,0 0-7 0,0 0-20 16,0 0-10-16,0 0-10 0,0 0-46 0,0 0-140 0,0 0 62 15</inkml:trace>
  <inkml:trace contextRef="#ctx0" brushRef="#br0" timeOffset="-176646.37">17597 9294 37 0,'0'0'36'0,"0"0"-13"0,0 0-25 0,0 0-14 16,0 0-17-16,0 0 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6:43:58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22773 8550 12 0,'0'0'79'0,"0"0"-8"0,0 0-4 0,0 0 2 0,0 0-14 16,0 0-15-16,0 0 5 0,0 0-2 0,0 0-10 15,0 0 0-15,0 0-6 0,0 0 1 16,0 0-5-16,0 0-15 0,0 0-9 0,0 0-15 15,0 0-14-15,0 0-15 0,0 0-46 0,0 0-97 0,0 0 43 16</inkml:trace>
  <inkml:trace contextRef="#ctx0" brushRef="#br0" timeOffset="32828.78">22330 7038 14 0,'0'0'54'0,"0"0"-1"0,0 0-11 16,0 0 1-16,0 0-4 0,0 0-6 0,0 0-10 16,9 0-17-16,-9 0-35 0,0 0-18 15,0 0-50-15,0 0 22 0</inkml:trace>
  <inkml:trace contextRef="#ctx0" brushRef="#br0" timeOffset="33023.06">22569 7151 190 0,'5'3'173'0,"-5"-3"-21"15,0 0-17-15,0 0-11 0,0 0-9 0,5 3-22 0,-5-3-25 16,0 0-30-16,0 0-34 0,0 0-43 0,0 0-50 16,0 0-72-16,0 0-175 0,0 0 78 0</inkml:trace>
  <inkml:trace contextRef="#ctx0" brushRef="#br0" timeOffset="67075.56">21268 6624 36 0,'0'0'59'0,"0"0"-10"0,0 0-2 0,0 0-13 16,0 0-25-16,0 0-30 0,0 0-15 0,0 0-38 15,0 0 16-15</inkml:trace>
  <inkml:trace contextRef="#ctx0" brushRef="#br0" timeOffset="69855.23">19979 4370 2 0,'-8'3'203'0,"8"-3"-14"0,-5 2-20 0,5-2-12 16,0 0-5-16,0 0-18 0,-8 2-6 0,8-2-11 15,0 0-3-15,0 0-16 0,0 0-7 0,0 0-9 16,0 0-8-16,0 0-6 0,0 0-5 0,0 0-8 16,0 0-6-16,0 0 0 0,0 0-5 0,0 0-6 15,29-11-8-15,-18 9-11 0,0-1-9 0,-1 1-3 16,0-1-38-16,2-1-13 0,-3 1-20 0,1-1-22 16,1 1-13-16,-2 0-14 0,1-1-8 15,-3 2-2-15,-1 0-2 0,1-2 5 0,-7 4 5 16,10-4 14-16,-10 4 11 0,10-2 16 0,-10 2 6 15,5-4 22-15,-5 4 19 0,0 0 11 0,0 0 16 16,4-6 8-16,-4 6 10 0,0 0 15 0,0 0 13 16,0 0 6-16,0 0 3 0,0 0-1 0,0 0-9 0,0 0-11 15,0 0-1-15,0 0-8 0,0 0-1 0,0 0 9 16,0 0 24-16,0 0 19 0,2 17-1 16,-1-10-6-16,0 1-3 0,0 4 8 0,1-1-4 15,-1 0-1-15,0 0-2 0,1-1-7 0,-1 2-3 16,0-1-6-16,2-1-6 0,-2 1-1 0,3-3-1 15,-3 2-5-15,1-1-1 0,-2-3-5 0,2 4-3 16,-1-3 0-16,3 2-2 0,-4-9-1 0,1 12-8 16,1-7-1-16,-1 1 1 0,-1-6-2 0,1 10-3 15,-1-10 0-15,1 8-1 0,-1-8-2 0,0 0-3 16,-1 8 2-16,1-8 1 0,0 0-1 0,0 0-3 16,0 0 4-16,0 0-4 0,0 9 3 0,0-9-1 15,0 0-2-15,0 0 2 0,0 0-8 0,0 0-1 16,-12 0 1-16,12 0-2 0,0 0 1 0,0 0 0 15,-12-2 0-15,12 2-1 0,0 0 0 0,0 0-1 16,-8 2 0-16,8-2 3 0,0 0-3 0,0 0 0 16,0 0-6-16,0 0 4 0,0 0-1 0,0 0-10 15,0 0-4-15,0 0-11 0,0 0 0 0,0 0 3 16,0 0-7-16,0 0 1 0,0 0-4 0,0 0-1 16,0 0-9-16,40-6-14 0,-26 2-23 0,2-2-13 15,2-1-23-15,-1 2-10 0,1-2-2 0,0 0-9 16,0-1-84-16,-2 1-243 0,-4 3 108 0</inkml:trace>
  <inkml:trace contextRef="#ctx0" brushRef="#br0" timeOffset="70071.62">20379 4459 523 0,'4'-4'-13'0,"0"-1"22"0,-4 5 29 0,0 0 23 16,7-13 7-16,-6 10 16 0,-1 3 13 0,3-9 13 15,-3 9 7-15,0 0 5 0,0-8-1 0,0 8 1 16,0 0-10-16,0 0-8 0,1-7-12 0,-1 7-12 16,0 0-10-16,0 0-6 0,0 0-4 15,0 0 3-15,0 0 9 0,0 0 5 0,6 24-2 0,-5-12-1 16,-1-1-4-16,2 6-6 0,-1-2-2 0,0 3-5 15,-1-2-10-15,1-1 5 0,2 0-9 0,0 2-6 16,-2-2-2-16,-1-2-2 0,2 0-4 0,0-1-5 16,0-1-1-16,1 0-2 0,-2 1-6 0,0-1-22 15,1-2-25-15,-1 1-23 0,0-1-28 0,-1-9-24 16,4 18-23-16,-3-13-30 0,-1 3-32 0,0-8-24 16,2 10-123-16,-2-10-367 0,0 0 162 0</inkml:trace>
  <inkml:trace contextRef="#ctx0" brushRef="#br0" timeOffset="70321.07">20426 4446 142 0,'2'-6'155'0,"1"0"-8"16,3 0-7-16,-1-1-12 0,0 4-10 0,4-3-12 0,-2 4-11 15,0-2-6-15,1 2-12 0,-8 2-3 16,14 0-10-16,-5 1-8 0,-3 3 15 0,-1-1 13 15,2 2 1-15,-3 3-7 0,1 1-5 0,-4 0 0 16,-1 3-5-16,-1 0-6 0,-4 0-3 0,1 0-8 16,-1 4-5-16,-3-5-7 0,3 1-12 0,-1-1-16 15,-2-2-19-15,3 1-24 0,0-4-30 0,-1 2-34 16,6-8-44-16,-7 11-41 0,7-11-103 0,-5 10-307 16,5-10 137-16</inkml:trace>
  <inkml:trace contextRef="#ctx0" brushRef="#br0" timeOffset="70554.37">20767 4405 138 0,'7'-4'252'0,"-7"4"-11"0,0 0-6 16,0 0-18-16,0 0-14 0,0 0-5 0,0 0-16 16,0 0-11-16,0 0-6 0,-25 14-11 0,16-5-13 15,1 1-14-15,-2 3-8 0,4-3-6 0,-2 3-9 16,3 1-12-16,0 0-8 0,1 2-9 0,3-3-8 15,-1-4 0-15,2 2-11 0,2 1-8 0,0-3-22 16,-1 0-20-16,5-1-29 0,-2-2-29 0,3 1-24 16,-1-3-20-16,3 2-19 0,0 0-36 15,4-5-34-15,0-2-36 0,2 1-173 0,2-1-426 0,-1-6 188 16</inkml:trace>
  <inkml:trace contextRef="#ctx0" brushRef="#br0" timeOffset="70698.36">20984 4393 137 0,'0'0'175'0,"5"-8"0"16,-5 8-12-16,4-4-17 0,-4 4-14 0,6-7-10 15,-6 7-15-15,8-5-10 0,-8 5-12 0,8-3-12 0,-2 0-30 16,-6 3-31-16,0 0-38 0,14 1-43 0,-14-1-20 16,8 5-26-16,-6 0-80 0,-2-5-211 0,0 0 93 15</inkml:trace>
  <inkml:trace contextRef="#ctx0" brushRef="#br0" timeOffset="70837.39">21030 4482 47 0,'0'0'123'0,"0"0"3"16,0 0-12-16,1 13 4 0,-1-13-2 0,0 0 5 15,4 8 5-15,-4-8 2 0,7 4-10 0,-7-4-10 0,12 1-13 16,-12-1-16-16,20-2-24 0,-3-3-35 16,4-1-52-16,7-4-50 0,1-2-148 0,0 0-250 15,3-2 111-15</inkml:trace>
  <inkml:trace contextRef="#ctx0" brushRef="#br0" timeOffset="71221.98">21605 4121 116 0,'0'0'250'0,"0"0"-17"0,-5-6-13 0,5 6 1 16,0 0-1-16,-11 22-8 0,3-7-13 0,1-2-11 15,-1 5-6-15,-1-1-8 0,-3 7 0 0,1-1-6 16,2 2-17-16,1-9-9 0,-1 1-11 0,0-1-12 15,3 1-10-15,-2-3-7 0,0 2-10 0,2-6-9 16,0 1-5-16,-2-2-8 0,0 0-8 16,1-2-1-16,-1 0-4 0,3-3-2 0,-4 0-14 15,9-4 8-15,-18 5-10 0,9-2-2 0,-2-3-6 0,11 0 5 16,-16 0-8-16,16 0-4 0,-20-6-4 0,12 2-16 16,0-2 7-16,0-3-8 0,2-1-11 0,1-1 1 15,1-2-1-15,3 1 0 0,-3-2 0 0,5-1 1 16,-1 2-6-16,3 2 2 0,0 0 2 0,-2 4 1 15,3-1-1-15,-2 3-1 0,1-2-1 16,-3 7-1-16,6-6-1 0,-6 6-5 0,10-3 9 16,-10 3 3-16,11 7 2 0,-4-2 0 0,2 2 3 0,0 0 3 15,-2 3-3-15,0-1 1 0,2 1 7 0,2 3 1 16,-4-2-8-16,3-1-17 0,-1 1-26 16,0-2-41-16,5 1-36 0,-3 0-37 0,0-4-56 0,6-1-55 15,-1 0-253-15,3-2-563 0,2-3 249 16</inkml:trace>
  <inkml:trace contextRef="#ctx0" brushRef="#br0" timeOffset="72090.53">21874 4134 2505 0,'1'-3'185'0,"-1"3"-119"0,0 0-15 0,0 0-34 15,-1-11 0-15,1 11 5 0,0 0 10 0,0 0 3 16,0 0 1-16,0 0-6 0,0 0-2 0,0 0 1 15,1-8-8-15,-1 8 0 0,0 0-7 0,12-5-6 16,-8 3-8-16,-4 2-19 0,16-5-20 0,-6 3-16 16,0-1-22-16,-10 3-12 0,14-4-10 0,-14 4 6 15,14-4 4-15,-14 4 11 0,8-4 3 0,-8 4 13 16,0 0 12-16,9-4 10 0,-9 4 6 0,0 0 21 16,0 0-9-16,4-4 8 0,-4 4 3 0,0 0 3 15,0 0 6-15,0 0-2 0,0 0 5 0,0 0 15 16,0 0 10-16,-13 23 4 0,10-12 5 0,2 0 7 15,-1 7 5-15,2-1-1 0,-3 0 4 0,2 0-4 16,2 4 3-16,-2-4 6 0,-1 0-4 0,1 2 2 16,1-4-5-16,0 0-2 0,-2-4-5 0,0 0-4 15,2-1 2-15,-2 0-4 0,-1 1-8 0,2-2 1 16,0-3 0-16,1-6-2 0,-1 13-2 16,1-13-4-16,0 0 1 0,-3 14 0 0,2-9-14 0,-3-2 12 15,4-3-2-15,-7 2-6 0,7-2 6 0,-9 4 1 16,9-4 3-16,-8 2-6 0,8-2 1 0,0 0 2 15,0 0-2-15,-11-6 0 0,11 6-3 0,-6-3 9 16,6 3-2-16,0 0-3 0,0 0 4 16,0 0-11-16,0 0-1 0,-5-6-6 0,5 6-8 15,0 0 13-15,0 0-4 0,0 0-2 0,0 0 5 0,0 0-4 16,33 4-13-16,-20-4-12 0,2-1-19 0,4 1-21 16,2-3-29-16,5-3-23 0,1 2-31 15,-1-1-26-15,2-3-23 0,2 1-12 0,-4-1-2 16,2-1 10-16,-1 0 6 0,-1-1 15 0,-8 1 16 15,7-3 22-15,-6 3 20 0,-3-2 27 0,2 2 25 16,-4-3 24-16,0 0 26 0,-5 4 22 0,0-5 31 16,0 2 23-16,-2 2 15 0,-2-1 16 0,-1 1 23 15,0 3 22-15,-1 0 18 0,-3 6 13 0,5-8 9 0,-5 8 3 16,0 0-29-16,0 0 5 0,0 0-11 16,0 0 3-16,-18 1-9 0,9 6-2 0,-4 5 6 15,4-3-9-15,-2 3-5 0,-2 2-12 0,3-1-8 16,-1 3-18-16,4-6-10 0,2 0-6 0,0-1-8 15,2 0-7-15,0-1-5 0,3-8-11 0,-1 15 3 16,1-15-10-16,4 10-1 0,-4-10-7 0,10 9-7 16,-2-5-3-16,3-4-2 0,0 2 1 0,3-2-9 15,-14 0 3-15,21-2-9 0,-8-1 5 0,-4 1 7 16,-9 2-2-16,17-2-4 0,-17 2 7 0,10-3-8 16,-10 3-1-16,0 0 12 0,9-3 7 0,-9 3 6 15,0 0 0-15,0 0-10 0,0 0-2 0,0 0 1 16,0 0 4-16,-21 22-5 0,11-13-1 0,-4 2 3 15,0-1-8-15,4-3-2 0,1 1-3 0,-1-1 1 16,3 1 5-16,3-3-6 0,4-5 6 0,-7 12-11 16,4-6 3-16,3-6-4 0,0 0-18 0,-1 13-15 15,1-13 4-15,0 0-24 0,13 10-12 0,-3-10-6 16,4-2-32-16,4 2-30 0,1-2-23 0,1 1-28 16,-1 0-27-16,0-4-53 0,-3 0-41 0,-3 3-214 15,-1-1-562-15,-1 0 249 0</inkml:trace>
  <inkml:trace contextRef="#ctx0" brushRef="#br0" timeOffset="74304.13">21589 4756 6 0,'0'0'245'0,"0"0"0"0,0 0-4 15,-20-13-7-15,20 13-9 0,0 0-15 0,0 0-11 16,-7-2-14-16,7 2-6 0,0 0-11 0,0 0-14 16,0 0-16-16,0 0-14 0,0 0-10 0,0 0-15 15,2-12-9-15,-2 12-7 0,5-11-12 0,-5 11-1 16,3-8-13-16,-3 8-1 0,7-14-6 0,-7 14-5 16,3-13-8-16,0 6-2 0,-3 7 0 0,4-10-8 15,-4 10 1-15,3-11-4 0,-3 11 7 0,3-13-4 16,-3 13 1-16,3-9-4 0,-3 9 0 0,0 0 7 15,0 0-20-15,0-13 10 0,0 13-2 0,0 0-5 16,0 0-3-16,0 0 1 0,0 0-11 0,0 0 19 16,0 0-1-16,0 0 8 0,10 26-9 15,-8-15-1-15,1 7 3 0,-1 0-5 0,1 3 4 16,-2-2-3-16,3-1-3 0,-1 1 1 0,-1 0 2 16,0-1-1-16,0-2-9 0,2 0 1 0,-2-4 2 0,1 0-10 15,-2-1 8-15,0 0 1 0,2-1-2 0,-2-3-3 16,-1-7 5-16,3 12-5 0,-3-12 6 0,2 10-2 15,-2-10-3-15,0 0-3 0,2 10-1 0,-2-10 7 16,0 0-2-16,0 0 0 0,2 8-7 16,-2-8 1-16,0 0-1 0,0 0-20 0,0 0 5 15,-6 8-6-15,6-8-10 0,-10 2 1 0,2 0 0 16,8-2-2-16,-13 3-8 0,7 0 12 0,-1-2-1 0,7-1 6 16,-15 2 0-16,9-1 6 0,6-1 4 15,-11 4-3-15,11-4 2 0,-8 0 6 0,8 0-7 16,0 0 5-16,-8 2 0 0,8-2 1 0,0 0 1 15,0 0 1-15,0 0 1 0,0 0-4 0,0 0 6 16,0 0 6-16,25-9-5 0,-9 4 3 0,4-2-12 16,7-4-15-16,1-2-26 0,-1 2-40 0,2-2-40 15,-2-3-54-15,1 4-55 0,-3 2-216 0,-6 0-498 16,-2 3 220-16</inkml:trace>
  <inkml:trace contextRef="#ctx0" brushRef="#br0" timeOffset="74908.64">20250 4880 101 0,'0'0'112'0,"0"0"-23"0,0 0-30 0,0 0-12 16,0 0-24-16,0 0-15 0,0 0-29 0,0 0-49 15,3 12-75-15,-3-12 32 0</inkml:trace>
  <inkml:trace contextRef="#ctx0" brushRef="#br0" timeOffset="85720.23">20515 4777 19 0,'0'0'111'0,"0"0"-13"16,0 0-7-16,0 0-24 0,0 0 5 0,0 0-18 15,0 0-6-15,0 0-4 0,0 0 2 0,0 0-9 16,0 0-6-16,0 0 2 0,0 0-7 0,0 0-6 16,0 0-7-16,0 0 2 0,0 0-10 0,0 0 4 15,0 0-12-15,0 0 22 0,0 0-23 0,0 0 1 16,0 0 0-16,0 0-1 0,0 0-9 0,0 0-4 16,0 0-2-16,0 0-5 0,0 0-10 0,0 0 1 15,0 0-7-15,0 0 0 0,0 0-12 0,0 0-44 16,0 0-102-16,0 0 46 0</inkml:trace>
  <inkml:trace contextRef="#ctx0" brushRef="#br0" timeOffset="86202.08">22423 4289 45 0,'0'0'73'16,"0"0"3"-16,0 0-14 0,0 0-9 0,0 0 0 0,0 0-7 15,0 0-2-15,0 0-10 0,0 0-2 0,0 0-1 16,0 0-5-16,0 0 1 0,0 0-7 0,0 0-15 16,0 0-19-16,0 0-25 0,0 0-57 15,0 0-104-15,0 0 46 0</inkml:trace>
  <inkml:trace contextRef="#ctx0" brushRef="#br0" timeOffset="-15451.47">16681 13727 93 0,'0'0'95'0,"0"0"9"0,0 0-13 0,0 0 3 16,0 0-9-16,0 0-3 0,0 0-5 0,0 0 7 15,0 0-6-15,0 0-9 0,0 0-8 0,0 0 1 16,0 0-4-16,0 0-3 0,0 0-2 0,0 0-3 16,0 0-2-16,0 0 2 0,0 0-10 0,0 0 14 15,0 0-14-15,0 0-4 0,0 0-2 0,0 0-4 16,0 0-1-16,0 0 1 0,0 0-6 0,0 0-1 16,0 0-3-16,0 0-6 0,0 0 2 0,0 0 0 15,0 0 5-15,0 0-8 0,0 0-5 0,0 0 2 16,0 0-5-16,0 0 5 0,0 0-4 0,0 0-1 15,0 0 0-15,0 0-2 0,0 0 2 0,0 0-1 16,0 0-5-16,0 0-8 0,0 0-11 0,0 0-3 16,0 0-19-16,0 0-9 0,0 0-8 0,0 0-19 15,0 0-20-15,0 0-21 0,0 0-113 0,0 0-251 16,0 0 111-16</inkml:trace>
  <inkml:trace contextRef="#ctx0" brushRef="#br0" timeOffset="-14291.72">5430 7909 5 0,'0'0'78'0,"0"0"0"15,2 6-8-15,-2-6 2 0,0 0-3 0,0 0-7 16,0 0 3-16,0 0-12 0,0 0-8 0,0 0-3 15,0 0 4-15,0 0-13 0,0 0-4 0,0 0-6 16,0 0-6-16,0 0 5 0,0 0-4 16,0 0-2-16,0 0-17 0,0 0-7 0,0 0-11 15,0 0-8-15,5 4-6 0,-5-4-19 0,4 8-5 0,-1-4-51 16,1 2-117-16,1 3 52 0</inkml:trace>
  <inkml:trace contextRef="#ctx0" brushRef="#br0" timeOffset="-13057.78">16719 13311 28 0,'0'0'79'0,"0"0"-4"0,0 0-14 0,0 0-1 0,0 0-9 15,0 0-2-15,0 0-7 0,0 0-4 0,0 0-6 16,0 0 1-16,0 0-4 0,0 0-2 15,3 6-4-15,-3-6 3 0,0 0-14 0,0 0 4 0,0 0-2 16,0 0-6-16,0 0-1 0,0 0-2 0,2 8 2 16,-2-8-4-16,0 0-5 0,0 0-5 0,0 0-6 15,4 4-3-15,-4-4-4 0,0 0 2 0,0 0-5 16,0 0-4-16,5 3 1 0,-5-3 6 0,0 0-5 16,0 0 2-16,0 0-4 0,0 0-1 0,0 0-4 15,0 0 5-15,0 0-6 0,0 0 10 0,0 0-3 16,0 0 7-16,0 0 0 0,0 0 0 15,0 0 5-15,0 0 2 0,0 0 5 0,0 0 1 0,0 0 4 16,0 0 2-16,0 0 9 0,0 0-1 16,0 0 7-16,0 0 4 0,0 0 2 0,0 0 1 0,0 0 5 15,0 0 9-15,0 0-17 0,0 0 13 0,-1-20 4 16,1 20 3-16,0 0-8 0,0 0 0 0,0 0-7 16,0-8-5-16,0 8 2 0,0 0 0 0,0 0-4 15,0 0-3-15,0 0 0 0,0 0 1 0,0 0 1 16,-4-9-3-16,4 9 0 0,0 0-5 0,0 0 6 15,-6-4-9-15,6 4 2 0,0 0 4 0,0 0-11 16,0 0 8-16,-7-3-2 0,7 3 5 0,0 0-8 16,0 0 11-16,0 0-15 0,0 0 5 0,0 0-10 15,0 0-3-15,0 0-6 0,0 0-7 0,0 0-13 16,0 0-13-16,0 0-18 0,0 0-40 0,-13 5-114 16,13-5 51-16</inkml:trace>
  <inkml:trace contextRef="#ctx0" brushRef="#br0" timeOffset="-12139.59">16438 9445 5 0,'0'0'23'0,"0"0"-2"0,4-6-20 0,-4 6-10 0,0 0-9 15,0 0 4-15</inkml:trace>
  <inkml:trace contextRef="#ctx0" brushRef="#br0" timeOffset="-11162.34">16823 13523 16 0,'0'0'36'0,"0"0"-1"0,0 0 0 15,0 0 0-15,0 0-2 0,0 0 1 0,0 0-3 16,0 0-11-16,0 0 0 0,0 0 0 15,0 0-3-15,0 0-6 0,0 0 7 0,0 0-1 16,0 0-3-16,0 0-2 0,0 0-3 0,0 0-1 16,0 0-2-16,0 0 7 0,0 0-5 0,0 0 5 0,0 0-7 15,0 0 4-15,0 0-3 0,0 0 1 16,0 0 4-16,0 0-4 0,0 0-8 0,0 0-2 16,0 0-6-16,0 0-2 0,0 0-12 0,0 0-3 15,0 0-9-15,0 0-35 0,0 0-74 0,0 0 32 0</inkml:trace>
  <inkml:trace contextRef="#ctx0" brushRef="#br0" timeOffset="-8141.98">27024 7632 61 0,'0'0'80'0,"0"0"-2"0,0 0 4 16,0 0-9-16,0 0-5 0,0 0-9 0,0 0 8 0,0 0-10 15,0 0-5-15,0 0-13 0,0 0 16 0,0 0-10 16,0 0 1-16,0 0 1 0,0 0-1 0,0 0 1 15,0 0 0-15,0 0-7 0,0 0-4 16,0 0-2-16,0 0 4 0,0 0-6 0,0 0 0 0,0 0-7 16,0 0-5-16,0 0 3 0,0 0 1 0,0 0-9 15,0 0 5-15,0 0 0 0,0 0-2 0,0 0-1 16,0 0 2-16,0 0 1 0,0 0-5 0,0 0 6 16,0 0-2-16,0 0-2 0,0 0 3 0,0 0-4 15,0 0 4-15,0 0-2 0,0 0 2 0,0 0-2 16,0 0-1-16,0 0-3 0,0 0 2 0,0 0-3 15,0 0 1-15,0 0-1 0,0 0-4 0,0 0 4 16,0 0-4-16,0 0-2 0,0 0 3 0,0 0-4 16,0 0 3-16,0 0-7 0,0 0 6 0,0 0-3 15,0 0 2-15,0 0-6 0,0 0 4 0,0 0-3 16,0 0-2-16,0 0 1 0,0 0 0 0,0 0 3 16,0 0-1-16,0 0-6 0,0 0 0 0,0 0-8 15,0 0-5-15,0 14-13 0,0-14-24 0,6 5-18 0,-6-5-16 16,4 5-32-16,-4-5-126 0,0 8-263 15,0-8 117-15</inkml:trace>
  <inkml:trace contextRef="#ctx0" brushRef="#br0" timeOffset="-7095.69">16655 13963 3 0,'0'0'79'0,"0"0"-13"0,0 0-4 0,-1-9-5 16,1 9-9-16,0 0-2 0,0 0 3 0,0 0-14 15,0 0-2-15,0 0-5 0,0 0-13 0,0 0-5 16,0 0-3-16,0 0-6 0,0 0-11 0,0 0-13 16,0 0-18-16,0 0-37 0,0 0-84 0,0 0 38 15</inkml:trace>
  <inkml:trace contextRef="#ctx0" brushRef="#br0" timeOffset="-6275.03">27549 7386 91 0,'0'0'121'0,"6"-5"-4"15,-6 5-12-15,0 0-10 0,0 0-2 0,0 0-9 16,0 0-6-16,0 0-12 0,0 0-4 16,0 0-8-16,0 0-10 0,-12-10-15 0,12 10-15 0,0 0-31 15,0 0-10-15,0 0-35 0,-17 11-24 0,7-6-58 16,2 1-155-16,-3 1 68 0</inkml:trace>
  <inkml:trace contextRef="#ctx0" brushRef="#br0" timeOffset="-4841.59">16731 13595 60 0,'-12'3'83'0,"-2"0"-9"0,-1 1-11 0,1-1 2 0,1 1-10 15,0-1-1-15,-1 0 5 0,-2 0-7 0,-4 1 4 16,3 1-13-16,0 1 2 0,-2-2 0 0,2 2-11 15,-1-1-10-15,0 3-2 0,-1-1 6 0,-1 2-8 16,-3 2 8-16,2 0-9 0,-3 3-4 0,1 1 11 16,1 4 3-16,-1 0-4 0,0 2-5 0,2-5-4 15,0 8 3-15,-2-4-3 0,2 3 4 0,0-1-12 16,1 2 12-16,2-1-6 0,0 2 3 0,0-3 8 16,4 2-7-16,0 1-8 0,4-1 7 0,-5-1 2 15,4 4-3-15,2 0-2 0,4 1 8 0,0-1-5 16,0 1-3-16,3 2 3 0,4-1-1 0,0-2-10 15,3 1 4-15,-1 0 0 0,0-1 0 0,2-1 2 16,5 1-1-16,1-1-1 0,3-2 6 0,-2-1-8 16,3 1 8-16,2 0-6 0,1-2 13 0,1 1 0 15,5-1-6-15,0 1 7 0,2-4-2 0,2 1 4 16,5-4 2-16,-1 1-21 0,3-4 4 0,-1-3-8 16,4 2 5-16,0-2 7 0,11-4-13 0,-9-3 4 15,9 0-3-15,-15-5-2 0,17-2 2 0,-16-2 0 16,15-7-4-16,-3 0-5 0,-12-1-1 0,9-8 0 15,-3-3-7-15,-10 7-4 0,10-8 7 0,-14 3-9 16,2 1 6-16,0 0-8 0,6-13 8 0,-10 10 0 16,-3-2 1-16,1 2-6 0,-4-2 8 0,-2-4-10 15,0-2 5-15,-5 1-1 0,5-13-11 0,-9 11 22 16,0-13-8-16,-3 2-6 0,-1-2 15 0,-3 2 2 16,-2 10-1-16,-6-16 13 0,-1 5-5 0,-5-7-1 15,-2 7 4-15,-4 1-4 0,-2 4 3 0,-3-2 0 16,-8 4 5-16,6 13-5 0,-10-8 0 0,-7 8 14 15,6 11-1-15,-12-3-16 0,-6 9 2 0,-5 6-31 16,0 9-16-16,-3 6-11 0,-24 19-31 0,3 8-29 16,-5 11-85-16,4 5-215 0,-3 5 95 0</inkml:trace>
  <inkml:trace contextRef="#ctx0" brushRef="#br0" timeOffset="-3574.23">6721 10775 19 0,'0'0'64'0,"0"0"-13"0,0 0 0 16,0 0-4-16,0 0-1 0,0 0-4 0,0 0-9 16,0 0 2-16,0 0-10 0,0 0-16 0,0 0-15 15,0 0-2-15,0 0-13 0,6 5-8 0,-6-5-31 16,5 11-65-16,-4-6 29 0</inkml:trace>
  <inkml:trace contextRef="#ctx0" brushRef="#br0" timeOffset="-2068.46">28063 10140 56 0,'0'0'93'0,"4"-4"-5"0,-4 4 3 16,0 0-10-16,0 0-10 0,0 0-5 0,0 0-1 15,0 0-22-15,0 0-3 0,0 0-25 0,0 0-12 0,0 0-34 16,0 0-83-16,0 0-123 0,0 0 55 16</inkml:trace>
  <inkml:trace contextRef="#ctx0" brushRef="#br0" timeOffset="32511.16">5658 7690 11 0,'0'0'60'0,"0"0"-2"16,0 0-2-16,0 0-3 0,0 0-1 0,0 0-4 15,-10-8-5-15,10 8 0 0,0 0-5 0,0 0 1 16,-6-4 9-16,6 4-13 0,0 0 0 15,0 0-4-15,-7-4 3 0,7 4 0 0,0 0 1 0,0 0-1 16,0 0-1-16,0 0-9 0,0 0 0 0,-7-4 5 16,7 4 5-16,0 0-5 0,0 0-1 15,-9-3 6-15,9 3-4 0,0 0-1 0,0 0-4 0,0 0 0 16,0 0-2-16,0 0 5 0,0 0 0 16,0 0-9-16,-8-3 0 0,8 3 5 0,0 0-6 0,0 0-1 15,0 0-4-15,0 0 2 0,0 0-7 0,0 0-6 16,0 0 2-16,0 0 0 0,0 0-7 0,0 0 6 15,0 0-5-15,0 0-1 0,0 0-3 0,0 0-2 16,0 0 3-16,0 0 2 0,0 0 9 0,0 0-4 16,0 0-7-16,30 1 2 0,-23-1 0 0,6-1 2 15,-1 1-4-15,3-1 4 0,2-5-1 0,4 6 1 16,-2-1 5-16,2-1-1 0,-2-2-7 0,4 1 7 16,-2 1-3-16,-1-1 0 0,2-3 1 0,-3 5 2 15,1-3-3-15,-1 1 5 0,1 0-2 0,-6 0-3 16,-2 1-2-16,1 0 13 0,1 0-8 15,-2 1 9-15,2 0-13 0,-4 0 1 0,0 0 0 0,-2 1 1 16,-8 0-1-16,14 0 0 0,-6 0 21 0,-8 0-21 16,12-1-3-16,-12 1 2 0,9-1 2 0,-9 1-1 15,9 1-4-15,-9-1 11 0,0 0-6 0,9-2 4 16,-9 2 5-16,0 0 1 0,0 0 1 0,0 0 6 16,0 0-1-16,0 0 3 0,8 2-2 0,-8-2-3 15,0 0-1-15,0 0-3 0,0 0-2 0,0 0 2 16,0 0-9-16,0 0 3 0,0 0-19 0,0 0-24 15,0 0-34-15,0 0-33 0,0 0-22 0,4 5-74 16,-4-5-216-16,0 0 97 0</inkml:trace>
  <inkml:trace contextRef="#ctx0" brushRef="#br0" timeOffset="36816.68">27778 7470 38 0,'0'0'91'0,"0"0"-4"0,0 0 4 0,0 0-26 16,0 0 7-16,0 0-10 0,0 0-1 0,0 0-8 15,0 0-2-15,0 0-5 0,0 0-2 0,0 0-2 16,0 0 2-16,0 0-2 0,0 0 1 0,0 0-7 16,0 0-1-16,0 0 9 0,0 0-16 0,0 0-3 15,0 0-5-15,0 0-3 0,0 0 5 0,0 0-6 16,0 0-5-16,0 0 5 0,0 0-4 0,0 0 2 15,0 0-2-15,0 0-1 0,0 0-4 0,0 0-1 16,0 0 6-16,0 0-8 0,-13-5-3 0,13 5 4 16,0 0-14-16,0 0 15 0,-9-4-17 0,9 4 11 15,0 0 6-15,-6-4-3 0,6 4 10 16,0 0-6-16,-8-3-8 0,8 3 8 0,-7-6 0 0,7 6 1 16,0 0-2-16,-10-2-5 0,10 2 3 0,0 0 3 15,-8-4 1-15,8 4 1 0,0 0-2 0,-7 0 5 0,7 0 5 16,0 0-9-16,-9-3 7 0,9 3-6 15,0 0 2-15,0 0-5 0,0 0-3 0,0 0 1 16,0 0-1-16,0 0-2 0,0 0-1 0,0 0-3 16,0 0 10-16,34-2-3 0,-14-2-5 0,6 3-32 15,8-6 2-15,2 2-38 0,1-4-31 0,14 0-105 16,-13-1-222-16,12-5 99 0</inkml:trace>
  <inkml:trace contextRef="#ctx0" brushRef="#br0" timeOffset="-151628.4">19330 5606 13 0,'0'0'29'0,"0"0"-1"0,0 0-7 15,0 0 0-15,0 0-3 0,0 0-6 0,0 0-3 16,0 0 0-16,0 0-5 0,0 0-9 0,0 0-8 15,0 0-12-15,0 0-26 0,20 15 12 0</inkml:trace>
  <inkml:trace contextRef="#ctx0" brushRef="#br0" timeOffset="-150938.07">19750 6284 2 0,'3'27'2'0,"2"3"-1"0,-1 1 3 15,-1-4 1-15,2 3-2 0,-1 0 0 0,0-1 0 16,0-2-5-16,3 4 6 0,-3-3-1 0,2-2-2 16,1 1 9-16,-2 1-10 0,1-2 6 0,2-1-4 15,-3 2 0-15,0-1 3 0,0 1-2 0,0 1-1 0,0-4 4 16,-2 3 1-16,2-1 1 0,-1-1-3 15,-1 0-3-15,0-1 1 0,-1 1 7 0,2 0 2 16,-4-5-4-16,1 0 4 0,1 4-6 0,0 3 0 0,-2-2 0 16,3 0-2-16,0 0-5 0,-1-7-4 0,-2 1 3 15,2 1-4-15,-2-1-2 0,-2 0-14 16,4 1-25-16,-4-2 11 0</inkml:trace>
  <inkml:trace contextRef="#ctx0" brushRef="#br0" timeOffset="-149855">19762 5615 11 0,'0'0'31'16,"-5"-5"-5"-16,5 5 5 0,0 0-2 0,0 0-5 15,0-10-3-15,0 10-2 0,0 0-7 0,-2-9-3 16,2 9-3-16,-2-8 4 0,2 8-3 16,0 0-4-16,4-12-4 0,-4 12-5 0,4-8 1 15,-4 8 3-15,5-10-7 0,-1 4-3 0,0-3-3 16,0 4 6-16,1-4 0 0,4 3 1 0,-3-2-6 0,2 0-12 15,1 2-26-15,0-3 12 0</inkml:trace>
  <inkml:trace contextRef="#ctx0" brushRef="#br0" timeOffset="-142729.09">21500 9340 19 0,'0'0'63'0,"0"0"-1"16,0 0-4-16,0 0-4 0,0 0-7 0,0 0-1 16,0 0-7-16,0 0-4 0,0 0-4 0,0 0 5 15,0 0-6-15,0 0-7 0,0 0-2 0,0 0 3 16,0 0-1-16,0 0-1 0,0 0 6 0,0 0-2 15,0 0-5-15,0 0 14 0,0 0-4 0,0 0-3 16,0 0-5-16,0 0 8 0,0 0-21 0,0 0 19 16,0 0-1-16,0 0-3 0,0 0-8 0,0 0 9 15,0 0-9-15,0 0 3 0,0 0-4 0,0 0 1 16,0 0-9-16,0 0 5 0,0 0-4 0,0 0 8 16,0 0-2-16,0 0-6 0,0 0 5 0,0 0-8 15,0 0 3-15,0 0-1 0,0 0-5 0,0 0 4 16,0 0-2-16,0 0 4 0,0 0-3 0,0 0 0 15,0 0-3-15,0 0 0 0,0 0 12 0,0 0-14 16,0 0 8-16,0 0-9 0,0 0 5 0,0 0-1 16,0 0 1-16,0 0-4 0,0 0 0 0,0 0 1 15,0 0-6-15,0 0 2 0,0 0 3 0,0 0 2 16,0 0-1-16,0 0-9 0,0 0-1 0,0 0 8 16,0 0 1-16,0 0-4 0,0 0 4 0,0 0 4 15,0 0-4-15,0 0 5 0,0 0-3 0,0 0-3 16,0 0-4-16,0 0 4 0,0 0 5 0,0 0-6 0,0 0 3 15,0 0 2-15,0 0 4 0,0 0-5 16,0 0 5-16,0 0-1 0,0 0-5 0,0 0 6 16,0 0 7-16,0 0-8 0,0 0-4 0,0 0 5 15,0 0-1-15,0 0-2 0,0 0 1 0,0 0-1 0,0 0-5 16,0 0 1-16,0 0 6 0,0 0-4 0,0 0 0 16,0 0 1-16,0 0-2 0,0 0-2 0,0 0 1 15,0 0 3-15,0 0-1 0,0 0 0 16,0 0-27-16,0 0 23 0,0 0-5 0,0 0-8 0,0 0-8 15,0 0-12-15,0 0-18 0,0 0-6 0,0 0-11 16,0 0-10-16,0 0-20 0,0 0-55 0,-11 7-168 16,11-7 75-16</inkml:trace>
  <inkml:trace contextRef="#ctx0" brushRef="#br0" timeOffset="-136588.24">20717 8190 103 0,'0'0'134'0,"0"0"-3"16,-9-3-16-16,9 3 10 0,0 0-10 0,0 0-3 16,0 0 3-16,0 0-10 0,0 0-7 0,0 0-7 0,0 0-9 15,0 0-3-15,0 0 5 0,0 0-16 16,0 0-7-16,0 0-11 0,0 0-4 0,0 0-7 16,0 0-3-16,0 0-6 0,24-4-1 0,-11 2-3 15,2-1-3-15,4-1-3 0,2 3-3 0,7-4-3 0,0 1 1 16,0 1-2-16,2-1-1 0,-2 1-2 15,1 1-3-15,1-2 0 0,0-1 0 0,1 0-3 16,-2 2 1-16,1 0-1 0,-10-1-1 0,2 0-2 16,-2 2 4-16,-2-2-2 0,0 1 1 0,-4 2-3 15,-1 0 2-15,0-2-2 0,-1 2 0 0,-2-1 0 0,-3 1-1 16,0 0 2-16,-7 1 3 0,11-2-3 16,-11 2-1-16,8-2-3 0,-8 2 5 0,0 0-4 0,8-1 4 15,-8 1-2-15,0 0 2 0,0 0-5 16,0 0 7-16,0 0-2 0,8-1 2 0,-8 1-2 0,0 0 0 15,0 0 0-15,0 0 13 0,0 0-12 0,0 0 1 16,0 0 0-16,0 0-2 0,0 0 1 0,0 0 5 16,0 0 1-16,0 0 0 0,0 0-1 15,0 0 3-15,0 0-4 0,0 0 1 0,0 0 2 16,0 0 2-16,0 0 0 0,0 0 7 0,5 6 2 0,-5-6 2 16,0 0-2-16,0 0-4 0,0 0-1 0,-7 15 0 15,7-15 4-15,-8 12 0 0,4-5 3 16,-1 1-3-16,0 0-3 0,-1 0-2 0,-1 3-2 0,2-2 0 15,0-1-5-15,-1 1-12 0,0 1-11 0,1-2-25 16,-2-1-18-16,2 3-30 0,0-1-32 0,-1 0-24 16,1-1-37-16,-3 2-136 0,0-3-340 0,1 1 151 15</inkml:trace>
  <inkml:trace contextRef="#ctx0" brushRef="#br0" timeOffset="-136387.42">21227 8054 202 0,'-9'-8'259'0,"1"0"7"15,-6-2-16-15,1 0-18 0,2 1-5 0,1 0-18 16,-1 1-17-16,0 2-11 0,2-3-27 0,0 2-17 16,0-2-16-16,-1 0-26 0,2 3-37 0,-1-3-37 15,-1-1-55-15,2 2-42 0,2 0-66 0,0-3-62 16,-3 4-154-16,2-3-389 0,0 1 172 0</inkml:trace>
  <inkml:trace contextRef="#ctx0" brushRef="#br0" timeOffset="-135586.89">16957 8709 81 0,'0'0'174'0,"0"0"-16"0,0 0 3 16,-15-10-5-16,15 10-9 0,-17 0-11 0,6 1-6 16,0 0-11-16,-3 3-5 0,-2-2 0 0,-3 4-8 15,1-2-5-15,-3 1-10 0,1-2-2 0,-7 5-7 16,0-2 6-16,-1 4-7 0,0-4-3 0,-2 0-7 16,0 1 3-16,-2-2-10 0,4 0-2 0,-3-1-11 15,2 2-6-15,2-3 0 0,0 2-8 0,-1-4-2 16,10 1-2-16,-2-1-6 0,2 2-5 0,5-3-4 15,1 2-21-15,-2-1-17 0,4-1-22 0,0 1-28 16,0-1-32-16,2 2-40 0,8-2-41 0,-12 0-189 16,12 0-402-16,-14 1 178 0</inkml:trace>
  <inkml:trace contextRef="#ctx0" brushRef="#br0" timeOffset="-135204.97">16407 8671 146 0,'6'-7'212'0,"-6"7"-1"0,0 0-6 0,0 0-8 16,0 0-16-16,0 0-13 0,0 0-19 0,0 0-15 16,0 0-11-16,0 0-14 0,0 0-8 0,0 0-10 15,0 0-7-15,0 0-13 0,0 0-6 0,-22 15-7 16,12-9-1-16,-6 2-7 0,1 2-5 0,0 0-6 0,1-1-4 15,-4 2-3-15,2-2-3 0,1 0 0 0,0-2-4 16,-2 2-2-16,7-5-3 0,0 2-1 16,-3-1 2-16,4-1-10 0,0 1 1 0,1-3 0 15,2 2 0-15,0-1-4 0,0 0-1 0,-1 0 7 16,7-3-7-16,-8 4-2 0,8-4-3 0,-9 2 0 16,9-2-1-16,0 0-8 0,-6 5 1 0,6-5-2 15,-4 3 2-15,4-3 0 0,0 0-1 0,-3 9 2 16,3-9 0-16,3 10 3 0,-1-2-4 0,2 0 4 15,-1 2-1-15,2-1 2 0,0 2-2 0,5 3 3 0,1-2-1 16,0 3-6-16,3-2-11 0,2 2-13 0,1 2-25 16,7 2-27-16,2 1-40 0,0-1-41 0,4 1-50 15,-1 0-129-15,10 8-373 0,-12-8 165 0</inkml:trace>
  <inkml:trace contextRef="#ctx0" brushRef="#br0" timeOffset="-126142.61">17478 8529 65 0,'-11'0'67'0,"11"0"-8"16,-13 0-13-16,13 0 0 0,-15 0-15 0,3-1-8 15,0 2-13-15,-1 2-10 0,-6 1-17 0,-1-1-9 16,-6 5-25-16,-4-1-55 0,-2-3 24 0</inkml:trace>
  <inkml:trace contextRef="#ctx0" brushRef="#br0" timeOffset="-116114.52">16727 10394 2 0,'0'0'30'0,"0"0"1"15,0 0 0-15,0 0-7 0,0 0 4 0,0 0 0 16,0 0-4-16,-12 0-2 0,12 0-4 0,0 0-1 16,0 0-3-16,0 0 3 0,0 0-8 0,0 0-1 15,0 0 6-15,0 0-4 0,0 0 2 0,0 0-6 16,0 0 5-16,0 0 1 0,0 0-4 0,0 0 1 16,0 0-3-16,0 0-8 0,0 0 5 0,0 0-2 15,0 0 6-15,0 0-7 0,0 0 4 0,0 0-2 16,0 0 2-16,0 0-1 0,0 0 1 0,0 0-5 15,0 0-4-15,0 0 4 0,0 0-3 0,0 0 0 16,0 0-1-16,0 0-2 0,0 0-3 0,0 0 2 16,0 0 2-16,0 0-6 0,0 0-2 0,0 0 2 15,0 0 3-15,0 0 1 0,0 0-2 0,0 0 1 16,0 0-2-16,0 0 5 0,0 0-4 0,0 0-5 16,0 0 7-16,0 0-6 0,0 0 2 0,0 0-4 15,0 0 4-15,0 0 3 0,0 0-5 0,0 0 4 16,0 0-2-16,0 0-1 0,0 0 2 0,0 0-10 15,0 0 22-15,0 0-18 0,0 0-18 0,0 0 59 0,0 0-37 16,0 0-12-16,0 0 6 0</inkml:trace>
  <inkml:trace contextRef="#ctx0" brushRef="#br0" timeOffset="-111055.06">16585 12045 31 0,'0'0'59'0,"-9"2"-2"0,9-2-5 0,-6 3 0 16,6-3-3-16,0 0 5 0,-11 2 8 0,11-2-4 16,0 0 3-16,-10 1-5 0,10-1 6 0,0 0 0 15,-9 2 4-15,9-2 0 0,0 0 4 0,-6 4 4 16,6-4 0-16,0 0 9 0,0 0-9 0,0 0 7 16,-8 3-5-16,8-3 6 0,0 0-5 0,0 0 1 15,0 0 7-15,0 0-6 0,0 0 2 0,-6 3-4 16,6-3 2-16,0 0-2 0,0 0 2 0,0 0-5 15,0 0-1-15,0 0 5 0,0 0-7 0,0 0-7 16,0 0-4-16,11 10-7 0,-11-10-5 0,8 2-8 16,-8-2-7-16,12-2-14 0,-1-1-26 0,1-1-35 15,3-4-29-15,0 0-42 0,7-8-52 0,2 1-41 16,-2-1-158-16,-1-1-394 0,1 0 175 0</inkml:trace>
  <inkml:trace contextRef="#ctx0" brushRef="#br0" timeOffset="-98902.04">14432 10029 5 0,'0'0'40'16,"0"0"-1"-16,0 0-8 0,0 0-7 0,0 0 2 15,0 0-3-15,0 0 0 0,0 0 5 0,0 0-10 16,0 0 0-16,0 0 4 0,0 0-8 0,0 0-2 16,0 0 0-16,0 0-4 0,0 0 4 0,0 0-1 15,0 0 8-15,0 0-5 0,0 0-6 0,0 0-2 16,0 0-3-16,0 0 6 0,0 0-7 0,-4 10 6 16,4-10-13-16,0 0-4 0,0 0-10 0,-1 11-12 15,1-11-2-15,0 0-24 0,-2 15-61 0,2-15 27 16</inkml:trace>
  <inkml:trace contextRef="#ctx0" brushRef="#br0" timeOffset="-87357.68">17162 7596 112 0,'0'0'127'0,"0"0"4"0,0 0-1 16,0 0-11-16,0 0-5 0,0 0-17 0,0 0-10 15,0 0-10-15,0 0-21 0,0 0-26 0,0 0-29 16,0 0-39-16,0 0-28 0,0 0-98 0,0 0-175 16,0 0 77-16</inkml:trace>
  <inkml:trace contextRef="#ctx0" brushRef="#br0" timeOffset="-87070.36">18657 7309 14 0,'0'0'112'0,"0"0"-10"16,0 0-5-16,0 0-3 0,0 0-19 0,0 0-1 16,0 0-12-16,0 0-5 0,0 0-25 0,0 0-19 15,0 0-21-15,0 0-15 0,4 5-28 0,-4-5-58 16,0 0-117-16,0 0 52 0</inkml:trace>
  <inkml:trace contextRef="#ctx0" brushRef="#br0" timeOffset="62229.99">9030 7718 14 0,'0'0'53'16,"0"0"-2"-16,0 0-10 0,0 0-2 0,0 0-5 15,0 0-8-15,0 0-13 0,0 0-14 0,0 0-19 16,0 0-22-16,0 0-45 0,4 20 20 0</inkml:trace>
  <inkml:trace contextRef="#ctx0" brushRef="#br0" timeOffset="63887.63">8522 7841 21 0,'0'0'80'0,"-5"-4"-5"0,5 4-2 0,0 0-9 16,-6-6-1-16,6 6 2 0,0 0-17 0,-4-7-6 15,4 7-16-15,0 0-14 0,0 0-21 0,0 0-25 16,0 0-54-16,0 0-95 0,0 0 42 0</inkml:trace>
  <inkml:trace contextRef="#ctx0" brushRef="#br0" timeOffset="92083.43">15348 11078 140 0,'0'0'168'0,"7"-3"-16"0,-7 3-19 0,7-3-5 16,-7 3-17-16,8-4-37 0,-8 4-30 0,8-4-36 16,-1 1-40-16,-1 0-30 0,0 0-82 0,-6 3-156 15,9-6 69-15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4:53:29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4949 3179 96 0,'0'0'154'0,"-4"-6"-2"15,4 6-5-15,0 0-6 0,-3-9-4 0,3 9-10 16,0 0-10-16,-5-8-6 0,5 8-2 0,0 0-5 16,-3-7-13-16,3 7-3 0,0 0-9 0,-7-4-4 15,7 4-8-15,0 0-6 0,-3-6-6 16,3 6-4-16,0 0-4 0,0 0-3 0,-13-2-5 0,13 2 0 15,0 0-8-15,0 0 0 0,0 0-6 0,-9 0-2 16,9 0-3-16,0 0-4 0,0 0 1 0,0 0-9 16,0 0-6-16,0 0 1 0,0 0 2 0,0 0 0 15,28 1-2-15,-6-1 2 0,7-3 0 16,8 2 31-16,18-5-7 0,1 2 3 0,-1 1-10 16,0-2 4-16,-1 3-9 0,-5-7 0 0,-10 7-1 0,-3 3-4 15,0-1-2-15,-4-5-11 0,-4 5-33 0,-8 2-27 16,-2-2-45-16,0 0-46 0,-5 0-48 15,-3 0-133-15,-4 1-359 0,-6-1 159 0</inkml:trace>
  <inkml:trace contextRef="#ctx0" brushRef="#br0" timeOffset="305.05">5342 3113 132 0,'0'0'220'0,"0"0"-21"15,0 0-23-15,0 0-17 0,0 0-15 0,0 0-17 16,0 0-14-16,0 0-12 0,0 0-8 0,0 0 2 16,0 0-2-16,0 28 0 0,0-9 1 0,-4 6-10 15,3 1 3-15,-1 0-5 0,0 3-5 0,-1 0-7 16,0-1-4-16,2 1-6 0,-1-1-6 0,0-2-4 15,1 2-4-15,-2-3-3 0,3 1-3 0,-2-9-5 16,-2 1-3-16,4-1-6 0,-4 1 0 0,2-1-17 16,-2 0-20-16,0 1-35 0,-1 0-33 0,1-2-38 15,-1-4-44-15,0-2-45 0,0 2-145 0,-2-2-381 16,4-3 168-16</inkml:trace>
  <inkml:trace contextRef="#ctx0" brushRef="#br0" timeOffset="867.51">5618 3137 236 0,'1'-5'211'0,"-1"5"-22"0,5-8-18 16,-5 8-12-16,0 0-9 0,0 0 3 0,5 29-3 15,-5-4-4-15,-1-1-10 0,-1 5-10 0,2 2-14 16,-1-2-11-16,1 1-7 0,0-2-8 0,1 2-7 15,-1-5-8-15,2-6-7 0,-2 1-5 16,2-1-7-16,-2-3-4 0,0-2-6 0,3-4 0 16,-1 2-8-16,-2-2-1 0,3 0-6 0,-2-1-2 0,1-4-3 15,-2-5 3-15,1 9-5 0,0-3-1 0,-1-6-5 16,0 0 3-16,4 6-4 0,-4-6 0 16,0 0-4-16,0 0 0 0,11-16-6 0,-3 9-4 15,-3-5-2-15,7 1-1 0,1-3-6 0,-1 2 6 16,0 0-6-16,-1 5 1 0,0 0-2 0,1 2 5 15,-1 1-4-15,0 1 1 0,-3 3 2 0,3 1 1 0,2 3 1 16,-1-2 1-16,3 6 3 0,1-3-3 0,2 3 3 16,0-2-1-16,0 1 3 0,1-1-3 0,0 0 5 15,2-1-1-15,-1-1-3 0,1 0 0 16,2-1 3-16,6-3-1 0,1-3 1 0,-2-2 1 16,-3 0 2-16,4 0 1 0,-3-1-3 0,-7-3 2 15,1 2 1-15,-1-3-3 0,-1 2 6 0,-3-2-2 0,-5 3-1 16,2-4 0-16,-5 2 0 0,1-5 0 0,1-1 2 15,-8 3-5-15,2 0 2 0,-3-3-2 0,-2 1 0 16,1 4 0-16,-1-1 0 0,-3 4 0 16,1 1-3-16,-1 2 1 0,5 4 0 0,-13-3 2 15,3 4-3-15,-3 5 0 0,-2 7 6 0,-1 0-5 16,-5 7 4-16,1-1-3 0,4 2-2 0,4-5 0 16,2 2 0-16,4 1-2 0,0-1-1 0,5-1-9 15,2-3-22-15,5 2-22 0,0-1-34 0,7-2-44 16,2 1-47-16,13-2-31 0,2 2-165 0,3-5-407 15,18 0 181-15</inkml:trace>
  <inkml:trace contextRef="#ctx0" brushRef="#br0" timeOffset="1419.13">6880 3621 61 0,'0'0'184'0,"16"-16"-16"0,-6 9 21 0,6-4-11 16,1 1-1-16,11-4-11 0,-4-1-8 0,6 1-15 15,-3 0-6-15,-1-1-3 0,1-1-11 0,-1 0-14 16,-3 0-9-16,1-1-10 0,-3 2-8 0,-6 4-4 15,-1-1-9-15,-4-2-7 0,-2 5-7 0,-2 0-1 16,-2 0-5-16,1 0-2 0,-2 1-5 0,-2-2-6 16,-1 10 1-16,-4-11-6 0,2 5-4 0,-6 2-3 15,8 4-2-15,-15-6-6 0,2 6 1 0,-4 1-5 16,-2 4-1-16,0 2-1 0,-5 6-4 0,-2 3-2 16,3 7 5-16,1-1-5 0,3 1-2 0,1 0 6 15,4 3-4-15,4-3 0 0,2-3-1 0,6 0 2 16,2-1-4-16,4-1 4 0,3 1-2 0,4 4-1 15,3-3 4-15,1-6 0 0,8 1-3 0,3-2-20 16,-1-1-23-16,5-2-27 0,0-1-29 0,2-5-36 16,-1 1-36-16,-2-2-31 0,1-2-20 0,-9 0-121 15,1-2-367-15,-4 0 163 0</inkml:trace>
  <inkml:trace contextRef="#ctx0" brushRef="#br0" timeOffset="2125.41">7535 3519 167 0,'0'0'191'0,"0"0"-22"0,3-7-18 0,-3 7-16 0,0 0-5 16,0 0-5-16,0 0 0 0,0 0 0 15,2 27-10-15,-2-27-6 0,-3 21-7 0,2-9-6 16,0 1-4-16,-1-2-10 0,4 1-9 0,-4-1-6 16,2-11-4-16,-2 18-11 0,-1-12 2 0,3-6-5 15,0 0 6-15,3 14 8 0,-3-14 17 0,0 0 14 16,0 0 7-16,0 0-11 0,0 0-7 0,0 0-9 15,0 0-7-15,0 0-8 0,0 0-4 0,0 0-10 16,0 0-3-16,-12-30-5 0,12 17-16 0,4-3 7 16,1 0-3-16,4-2-2 0,0-5-12 0,0 6 0 15,8-5 4-15,-4 5-8 0,4 0-1 0,0 8-3 16,-2-3-5-16,1 6-3 0,-2 2 4 0,-3 2-2 16,3 2-13-16,-2 3 17 0,-2 2-4 0,5 7 3 15,-3-1 0-15,-1 5-1 0,0-1 3 0,-2 2 0 16,-1 0 1-16,-1 1-2 0,-1 0 1 0,-2-1 1 15,0-5 1-15,-1 0 1 0,-2-1-2 0,0-2 2 16,-1 2 4-16,0-4-4 0,0-7 2 0,1 9-1 16,-1-9 4-16,0 8 0 0,0-8 0 0,0 0-2 15,0 0-1-15,0 0-6 0,0 0 1 0,0 0 2 16,0 0-5-16,9-25 3 0,-4 14-3 0,4-5-3 16,7-4 3-16,-2-1-3 0,1 0-4 0,2-1-1 15,2 2 1-15,-4 6-1 0,0 2 2 0,1 2-2 16,-2 1-3-16,-4 3 1 0,0 1 2 0,-1 3-4 15,-1 2 0-15,-8 0 2 0,15 4 2 0,-6 3 2 16,-2 1 2-16,-1 2 2 0,0-3-1 16,6 8-1-16,-4 0 5 0,1-1 0 0,1-1-5 0,-3 1 6 15,4-1 1-15,-4-5-5 0,5 4 5 16,-2-5-1-16,0 0 0 0,3-3 1 0,4 0 3 0,-3-2-2 16,-1-2 3-16,0 0-4 0,5-4 1 0,0 2 6 15,-6-4-4-15,6 0 1 0,-3-1 4 16,-2 1-3-16,0-5 3 0,-1 0-4 0,-1-2 1 15,-6 2-2-15,2-2 6 0,0-4-5 0,-5 2 10 16,-1 2-2-16,1 1 6 0,0 2 3 0,0-1 0 0,-2 11 10 16,0-12-3-16,0 12-7 0,0-8-2 0,0 8-7 15,0 0 3-15,0 0-3 0,0 0-3 0,0 0 3 16,-6 34-3-16,4-23 4 0,-3 6-6 16,5 0 2-16,-1-1-1 0,1 2 0 0,2 1-3 15,3-1 2-15,0 0-16 0,1-2-37 0,-1 2-32 0,-1-7-42 16,2 4-48-16,1-5-58 0,0-1-70 15,-2 1-176-15,3-5-507 0,-8-5 225 0</inkml:trace>
  <inkml:trace contextRef="#ctx0" brushRef="#br0" timeOffset="2290.71">8354 3175 78 0,'0'0'201'0,"0"0"-30"16,-5-9-26-16,5 9-40 0,0 0-38 0,0 0-52 16,0 0-43-16,0 0-42 0,0 0-44 0,6 34-124 15,7-27 55-15</inkml:trace>
  <inkml:trace contextRef="#ctx0" brushRef="#br0" timeOffset="2523.39">8756 3168 192 0,'-1'-9'262'0,"1"9"2"0,-2-14 2 0,0 9 0 16,2 5-8-16,-4-8-21 0,4 8-23 0,0 0-30 15,0 0-12-15,0 0-19 0,0 0-2 16,-10 24-5-16,3 1 1 0,0 6-9 0,-3 16-16 0,-2 0-2 16,1-2-9-16,-1 0-20 0,5-11 1 0,-3 0-16 15,4 0-1-15,3-2-7 0,-1 1-13 0,2-3-2 16,1 1-10-16,4-5-21 0,-1-1-30 15,3-1-41-15,-2-7-47 0,0-5-40 0,0 1-53 0,0-3-51 16,1 1-54-16,-3-4-201 0,-1-7-536 16,0 0 239-16</inkml:trace>
  <inkml:trace contextRef="#ctx0" brushRef="#br0" timeOffset="2690.02">8595 3449 152 0,'0'0'225'0,"2"-10"-21"0,-2 10-25 0,2-7-14 16,-2 7-13-16,8-8-19 0,1 7-12 0,2-1-13 16,3 1-16-16,7 0-4 0,-1-1-27 0,10 0-35 15,0 0-29-15,4 0-51 0,-1-3-44 0,0 3-42 16,-1-1-96-16,0-4-255 0,0-2 114 0</inkml:trace>
  <inkml:trace contextRef="#ctx0" brushRef="#br0" timeOffset="2883.87">9109 3179 228 0,'0'0'238'0,"-1"-8"-24"16,1 8-25-16,0 0-24 0,0 0-16 0,0 0 1 15,0 0 2-15,-4 26 21 0,-1-2-9 0,1 8-7 16,-2 3-10-16,-3 11-12 0,0 0-12 0,0 4-13 16,2-17-7-16,1-1-12 0,0 1-11 15,1-2-2-15,0-1-10 0,2 0-3 0,-1-3-18 0,3 2-27 16,-1-9-34-16,1 5-38 0,0-6-56 0,-2-2-70 15,-1-2-80-15,-3-1-148 0,2-3-441 16,5-11 195-16</inkml:trace>
  <inkml:trace contextRef="#ctx0" brushRef="#br0" timeOffset="3044.69">8994 3462 147 0,'3'-9'268'0,"-1"-1"-25"0,-2 5-24 15,0 5-24-15,3-11-20 0,-3 11-22 0,2-6-16 0,-2 6-19 16,10-4-35-16,-10 4-46 0,0 0-47 16,24 7-44-16,-12-1-54 0,1 5-37 0,1 3-98 15,-5 2-264-15,0 1 117 0</inkml:trace>
  <inkml:trace contextRef="#ctx0" brushRef="#br0" timeOffset="3636.63">9121 3727 168 0,'4'6'222'15,"-4"-6"-1"-15,0 0-8 0,15 0-12 0,-15 0-7 16,0 0-8-16,20-10-12 0,-8 7-21 0,3-6-11 16,3-1-13-16,2-2-12 0,4 0-10 0,0-2-10 15,-3-2-12-15,2 1-9 0,-7 3-8 0,-1-1-3 16,-1-1-8-16,-4 2-4 0,1-2-9 0,-2 2 1 16,-4 2-7-16,-1-1-7 0,-4 2-9 0,0-1-2 15,-3 1-8-15,-1 3 1 0,-4 1-4 0,1-1-3 16,-5 2-1-16,1 2-3 0,-1 2-3 15,-1 2 2-15,1 1-5 0,-4 4 4 0,3 3 0 0,2-1-4 16,0 4 1-16,2 1 3 0,-3 0-4 0,4 2 5 16,3 0-2-16,1-1 3 0,3 0-3 0,1-2 4 15,1-1 5-15,3-1 5 0,3 1 7 0,4 2-3 16,2-1-4-16,2-3 7 0,2 1-5 16,3-6 1-16,5 4 0 0,-4-4 1 0,9 0 0 15,-1-2-4-15,2-1-2 0,-2-2 2 0,-1 1-1 16,-1-4-2-16,0-2 2 0,-6 2 0 0,7-6-3 0,-7 3-3 15,5-4-6-15,-3-4 1 0,1 1-9 0,-1-4-9 16,-2-2-6-16,-6 0-2 0,2-3-3 0,-7 0-1 16,-2 4 3-16,-3 0-1 0,0 0 8 0,-4 1-2 15,-2-2 1-15,-4 4 6 0,0-1-3 16,-1 7 6-16,-1-1 3 0,-1 2 2 0,-2 0 2 16,3 4 6-16,1-1 0 0,1 3-1 0,5 2-3 15,-9-7-2-15,9 7-4 0,-6-4 3 0,6 4 2 16,0 0-1-16,0 0 0 0,0 0-1 0,0 0 2 15,0 0 5-15,0 0 0 0,0 0 2 0,0 0 0 16,29 13 4-16,-10-8-4 0,0-2-1 0,1 0 1 16,0 0-1-16,-1 1-2 0,-1 2 6 0,-6-1-5 15,3 5 8-15,-5-3 2 0,0 1 4 0,2 4 3 16,-2 1 2-16,-3-3-2 0,-2 2 1 0,1 2 8 16,-4 3 4-16,1-1 0 0,-2 1-5 0,-3-3 1 15,0 2-1-15,1 1-6 0,0 1-1 0,0-1 4 16,-1-1-8-16,1 1-26 0,-1-2-39 0,4 2-47 15,-2 0-64-15,3-3-57 0,3-4-60 0,-2 2-141 16,10 0-452-16,1 0 199 0</inkml:trace>
  <inkml:trace contextRef="#ctx0" brushRef="#br0" timeOffset="5245.82">11278 3488 42 0,'-13'-3'223'0,"-6"3"-9"0,6 0-8 16,-6 0-12-16,2 4-13 0,-1 2-8 0,-1 1-9 15,1 5-9-15,3 2-12 0,-7 4-10 0,2 3-13 16,1 3-9-16,3 2-8 0,3 0-11 0,2-1-8 15,2-1-9-15,3 0-5 0,2 2-3 0,4 2-10 16,4-10-3-16,1 0-3 0,3-1-4 0,-1 1-7 16,8-4-1-16,1 1-5 0,0-4 2 0,5-4-4 15,-1-2-5-15,9 0-5 0,-1-2-6 0,-7-2-13 16,6-2-8-16,3-2-7 0,-2-2-10 0,-7 1 0 16,4-7-7-16,-1-1-11 0,-6 1-3 0,2-4 4 15,1-6-6-15,-6 0 2 0,2-2-2 16,-2-2 8-16,0-1 4 0,-2 0-1 0,1-3 8 0,-4 2 1 15,-1 0 6-15,1 3 7 0,-4 4 10 0,-2 2 11 16,-2 7 13-16,2 0 9 0,0 3 2 0,-3 2-8 16,0 0-5-16,-1 6-6 0,3-6-1 0,-3 6-3 15,0 0 4-15,0 0 0 0,-3 32 10 0,0-14 2 16,-4 9 0-16,3 0-4 0,-2-3 4 0,2 3-9 16,2-2-2-16,0-6 0 0,5 0 3 0,0 0-4 15,0-1-3-15,4 0 0 0,-2-3 3 0,5-2-3 16,-2 0 1-16,2-5-1 0,1-1 3 0,-4 0-2 15,4-1 2-15,1-3-2 0,-2-1 1 0,2-2-1 16,-12 0 4-16,20-5-2 0,-10 0-1 0,0-3 1 16,2-3-1-16,-1 2-3 0,-2-5-3 0,4-1-2 15,-3-1 1-15,-2-2 2 0,-3-1-2 0,4 0-1 16,-4 1-1-16,3-7-2 0,-6 8 1 0,1 2-3 16,1 4 2-16,-2-2 2 0,0 5 1 0,-2 2-7 15,0 6 7-15,1-11-5 0,-1 11 0 0,4-10-5 16,-4 10-3-16,2-5-1 0,-2 5 0 0,0 0 2 15,0 0-1-15,0 0 3 0,0 27-1 16,-2-14 16-16,0 1 2 0,0 2-2 0,2 3-2 16,0-3-1-16,-1 1-5 0,2 0 5 0,4-6 1 0,-4 3-2 15,4 1 4-15,-1-4-8 0,3-1 6 0,2 4-4 16,-2-4 6-16,0 1-2 0,2-3 3 0,2-1 1 16,-2-2 0-16,2 0-1 0,1-2-3 0,-2-2 5 15,3-2-2-15,0-2 0 0,-2 0-3 0,6-4 4 16,-3-3-4-16,-4 2-3 0,7-3 4 0,-4-2-2 15,-1-3-5-15,3-4-4 0,-3 4-7 16,-7-3-3-16,3 0-2 0,-3 1-1 0,-2-1-1 16,-1 0 4-16,-3 0 0 0,0 3 0 0,-5 2-1 0,1-2 1 15,0 7 2-15,2 0-3 0,-5 2 4 0,0-1 0 16,-1 4-3-16,1-1 1 0,3 1 2 16,5 4-2-16,-14-4-2 0,14 4 4 0,-7 0-2 15,7 0 2-15,0 0 1 0,0 0-3 0,-6 8 5 16,6-8-1-16,0 0 2 0,13 10 3 0,-5-8 7 15,6 2-6-15,4-3 0 0,2 1 3 0,2-3-1 16,7 1-2-16,-8-2 1 0,2 0 0 0,-5 1 1 16,0 1 5-16,-2-1-3 0,-5-1-3 0,0 4 1 15,-3-2-2-15,-8 0-2 0,13-2 2 0,-7 4 1 16,-6-2-2-16,11 6 1 0,-6 0 4 0,-1 0 3 16,-4 2 3-16,3 2 9 0,-2 2-2 0,2-1 2 15,-3 2-3-15,2-2 3 0,-2 1-7 0,0-2 0 16,2 3-1-16,0-3 3 0,1 3-1 0,-1-3 0 0,1-1-4 15,3 0 2-15,3-1-1 0,-5 2 1 16,6-3-1-16,-1 1 0 0,4 0 2 0,-3-2 2 16,2-3-4-16,5 0-10 0,-4-2 14 0,1 1 0 15,6-2-6-15,-6-3 2 0,-3 3 2 0,3-1-1 16,3-8-1-16,-1 1-3 0,-7 1-2 0,4-6-9 16,1 2-2-16,-1-2-1 0,-2-1 0 0,-4 0-6 15,0 0 3-15,-5 1 2 0,0 1 0 0,-2-1-2 16,0-1 2-16,-2 2 5 0,-3 1-5 0,1 1-3 15,0 1 2-15,-4 1 1 0,2 1 2 0,2 3-5 16,-1-1 7-16,5 5-4 0,-4-7 0 0,4 7 0 16,-5-5-1-16,5 5 0 0,0 0-5 0,0 0 6 15,0 0 3-15,0 0-1 0,0 0-4 0,0 0 10 16,20-2 0-16,-20 2-3 0,14 3 0 0,-7-2 0 16,5 1 0-16,0 1 1 0,-3 0-3 0,2 1 0 15,1 2 1-15,-4-2 2 0,1 5-2 0,1-2 2 16,-4 1 3-16,1 0-3 0,-1 2 4 0,1 4 1 15,-2-2 2-15,2 3-1 0,-5 0 1 0,0-3 3 16,1 0-5-16,3 2 3 0,-2-1-4 0,-1-4 4 16,4 1 0-16,-2 2 0 0,1-2-3 0,0 2 2 15,4-3 6-15,-4-3 1 0,3 2 5 0,2-4-3 16,1 2 0-16,-1-2 0 0,1-5 4 0,3 1-1 16,1-4-4-16,-3 0 5 0,0-1-5 0,3-2 0 15,-2-1-4-15,4-4 3 0,-5 3-1 0,3-3-3 16,-5-2 0-16,3 0-3 0,-3-3 0 0,2 4 4 15,-1-10-3-15,-6 7-2 0,1 0-1 0,-1 4-1 16,-2-1 5-16,-2 4-3 0,0-1 0 0,-2 4-2 16,0 6-3-16,-2-11-2 0,2 11-7 0,-8-3 6 15,8 3-1-15,0 0 3 0,-26 14-3 0,10-2 3 16,1 0-4-16,1 2 7 0,1 0-10 0,-1 1 8 16,3 0-1-16,4 2 5 0,-3-1-2 0,4-1-15 15,2-1-22-15,1 3-24 0,6-2-27 0,-1 1-50 16,6-2-51-16,5-2-53 0,0 1-189 15,3-4-464-15,1-2 205 0</inkml:trace>
  <inkml:trace contextRef="#ctx0" brushRef="#br0" timeOffset="5609.54">13128 3679 1 0,'3'-7'276'0,"-3"7"-32"16,0 0-30-16,0 0-12 0,0 0-8 0,0 0-1 15,9 13-1-15,-9-3-13 0,2 0-8 0,-2 1-13 0,0 3-11 16,3-2-16-16,-3 5-6 0,0-1-10 0,0-4-13 16,2-4-11-16,-2-1-6 0,0 1-7 15,0-8-7-15,2 11-14 0,-2-11 20 0,0 0 10 16,0 0 8-16,0 13 19 0,0-13 9 0,0 0-4 16,0 0-8-16,0 0-8 0,0 0-12 0,0 0-13 15,0 0-25-15,0 0 11 0,11-39-7 0,-7 25-1 16,6-3-14-16,-1 0 2 0,7-5-12 0,-3 7-4 0,7-8-8 15,-7 9 1-15,1 0-2 0,2 2-7 16,-6 4-10-16,-2 2 3 0,3 1-24 0,-5 2 21 16,6 2-6-16,-12 1-4 0,0 0 0 0,20 3 5 15,-14 3-3-15,2 3 6 0,-4 0-7 0,1 3 5 16,1 5 6-16,1-2-9 0,0 0 6 0,-5-4 2 16,3 5-3-16,1 0-21 0,-2 0-29 0,-1-6-37 15,1 2-45-15,1-2-47 0,-5-10-59 0,11 16-61 16,-9-10-272-16,-2-6-617 0,9 6 273 0</inkml:trace>
  <inkml:trace contextRef="#ctx0" brushRef="#br0" timeOffset="5890.4">13687 3391 59 0,'1'-17'323'0,"1"2"-3"15,-1 2-1-15,1 4-16 0,-2 2-12 0,0 0-11 16,0 7-36-16,2-12-28 0,-2 12-29 0,2-5-24 15,-2 5-18-15,0 0-10 0,0 0-15 0,2 38 7 16,-6-8-9-16,4 1-3 0,-4 3-7 0,0 1-11 16,0 10 3-16,0-11-12 0,1 0-21 0,-3-4 8 15,4 3-6-15,0-1-4 0,0-3-3 0,-1 1-5 16,-2-1-2-16,5-3-3 0,0-5-26 0,0-4 9 16,0 2-7-16,0-3 8 0,5-3-7 0,-2-3-12 15,-1-1-6-15,-2-9-29 0,4 14-23 0,0-8-16 16,-1 0-26-16,-3-6-27 0,8 3-29 0,-8-3-33 15,0 0-34-15,0 0-49 0,25-11-42 0,-16 3-231 16,3-5-571-16,-1-2 253 0</inkml:trace>
  <inkml:trace contextRef="#ctx0" brushRef="#br0" timeOffset="6053.85">13519 3584 171 0,'-13'0'211'0,"1"0"-17"0,0 1-21 0,5-1-11 15,7 0-15-15,-12 2-13 0,12-2-14 16,0 0-12-16,-6 2-8 0,6-2-9 0,0 0-7 16,18 6-4-16,4-5-6 0,11 1-30 0,19-5-44 0,-2 0-75 15,8 0-71-15,-2 1-133 0,4-4-302 0,1-3 134 16</inkml:trace>
  <inkml:trace contextRef="#ctx0" brushRef="#br0" timeOffset="6383.1">14824 3487 94 0,'0'0'210'0,"0"0"-15"0,25-8-14 16,-5 7-14-16,-2-2-16 0,5 1-10 0,6-1-16 15,2-1-11-15,-2 2-14 0,-6 0-10 0,5-1-4 16,0 1-17-16,-10 0-32 0,-4 0-40 0,-3 1-48 15,2-2-45-15,-2 3-50 0,-5 0-98 0,-6 0-265 16,0 0 117-16</inkml:trace>
  <inkml:trace contextRef="#ctx0" brushRef="#br0" timeOffset="6808.2">15023 3443 143 0,'0'0'235'0,"0"0"-20"0,-10 2-17 16,10-2-19-16,0 0-19 0,0 0-16 0,0 0-17 15,0 0-5-15,-2 10-17 0,-1-1-5 0,1 5 5 16,-2 3 7-16,2 2-5 0,-1 10-4 0,-1-1-9 16,0 2-9-16,0-1-4 0,-2-2-5 0,2 1-8 15,1 0-4-15,-1-2-7 0,2 1-2 0,-1-1-9 16,1-1-2-16,-1-5-3 0,1-4-4 16,-4 2-5-16,5-1-1 0,2-2-2 0,-1-3-2 0,0 0-4 15,0-3-6-15,0 1 8 0,0-1-1 0,0-1-3 16,0-8-1-16,-1 10-1 0,1-10-6 0,0 7 4 15,0-7-1-15,-2 7-7 0,2-7 10 0,0 0-3 16,0 0-3-16,0 0-12 0,-10 0-2 16,10 0-3-16,0 0-1 0,-12-9-3 0,6 5 3 15,6 4 2-15,-11-8 0 0,4 5 3 0,4-1-3 16,-1-2 5-16,4 6-3 0,-9-7 1 0,9 7-1 0,-6-4 1 16,6 4 0-16,-5-5 0 0,5 5-3 0,0 0 3 15,-7-7-2-15,7 7 0 0,0 0 1 0,0 0-2 16,0 0-3-16,0 0-1 0,0 0-1 0,0 0 3 15,0 0 3-15,0 0 2 0,0 0-4 0,0 0 6 16,34 8-2-16,-16-5-2 0,2-5-15 16,7 2-22-16,4 0-25 0,1-2-29 0,3-2-28 0,2 1-31 15,15 0-41-15,-1 0-32 0,-17-1-158 0,1 1-415 16,-1-1 184-16</inkml:trace>
  <inkml:trace contextRef="#ctx0" brushRef="#br0" timeOffset="7235.1">15628 3824 143 0,'0'0'237'16,"0"0"-6"-16,-8-13-12 0,4 9 6 0,4 4-3 0,-10-5-18 15,-1 1-16-15,2 1-17 0,-3 4-11 0,-1-1-15 16,0 2-14-16,-4 4-9 0,-1 4-9 16,-1 1-4-16,0 0-12 0,-1 5-8 0,-4-2-9 15,13-1-7-15,-3 3-7 0,5-3-8 0,1-2-7 16,3 0-3-16,-1 1-1 0,4-1-8 0,2-1-8 15,0 1 4-15,3-2-5 0,6 1-1 0,-2-1 0 16,6 2 1-16,4-3-8 0,-3-1 1 0,2-2 2 16,0 0-5-16,-2-2-12 0,4-1 12 0,-6 0 1 15,0-2-3-15,-3 1-1 0,3-2-3 0,-12 1 6 16,13 0-9-16,-5-2 20 0,-8 2-6 0,8-2 6 16,-8 2 0-16,6-3 6 0,-6 3-2 0,0 0 1 15,0 0-3-15,0 0-3 0,0 0-6 0,-18-8-2 16,6 10-22-16,-9 1 18 0,-7 1-2 0,1 3 7 15,-6 3 5-15,1 3 3 0,-1-3 4 0,2 6 10 16,2-1-1-16,4-1 2 0,7-4-16 0,4 4 3 16,0-2-6-16,3 0 8 0,4-1-12 0,1-1-6 15,4 3 0-15,3-2 11 0,0 0-8 0,9-1 3 16,4 1-1-16,11 3 0 0,7-5-7 0,6-3 7 16,14-2-13-16,1-1-24 0,3-5-27 0,0 1-46 15,-3-2-49-15,-16 1-66 0,1-3-67 0,2-1-72 16,-11-3-248-16,8-2-639 0,-5 2 282 0</inkml:trace>
  <inkml:trace contextRef="#ctx0" brushRef="#br0" timeOffset="12017.47">16810 3531 90 0,'-8'-7'232'16,"8"7"-13"-16,-10-9-9 0,5 6-17 15,-3 1-7-15,-1-2-12 0,-1 2-9 0,3-1-17 16,-2 0-8-16,-4 5-12 0,1-2-13 0,3 4-12 15,-8-1-10-15,2 5-9 0,-1 4-8 0,-3-1-9 16,-1 6-6-16,1 2-6 0,1 3-1 0,1 1-9 16,6-6-5-16,-4 6-4 0,7-5-4 0,2 6-4 15,2-9 1-15,3 3-3 0,2 7-2 0,2-2-3 16,0-5 1-16,5-3-2 0,1 1-1 0,2 0-4 16,2-4 1-16,3-2-1 0,0-1-8 0,5 1-15 15,-1-6-10-15,2 0-19 0,6 1-17 0,-6-4-10 16,-4 0-13-16,2-2-17 0,0 0-11 0,1-2-2 15,-1-4-7-15,1 0 1 0,-1 1-1 0,0-2-1 16,0-2 3-16,-3 0 18 0,6-7-2 0,-7 4 6 16,3-5 10-16,-2 4 14 0,-4 1 10 0,1-2 13 15,-4 1 26-15,-1 1 20 0,-1 1 21 0,-1 4 25 16,-2-3 9-16,-1 4 3 0,-1-3-1 0,2 2 6 16,-4 0 10-16,2 2 3 0,-3 6 1 0,4-10 4 15,-4 10 3-15,1-7 0 0,-1 7-1 0,4-8-4 16,-4 8-8-16,0 0-7 0,0 0-4 0,0 0-7 15,0-8-6-15,0 8-6 0,0 0-5 0,0 0-2 16,0 0-4-16,0 0-5 0,3-6-5 0,-3 6-2 16,0 0 4-16,0 0-11 0,0 0 0 0,0 0-1 15,0 0-2-15,0 0-3 0,0 0-2 0,0 0 3 16,0 0-4-16,0 0 0 0,0 0 1 0,0 0-2 16,0 0 0-16,0 0 0 0,0 0-1 0,0 0-1 15,0 0 1-15,0 0 1 0,0 0 0 0,0 0-3 16,0 0 0-16,0 0-1 0,0 0 4 0,0 0-4 15,0 0-3-15,0 0 1 0,0 0-1 0,0 0 5 16,0 0-3-16,0 0 3 0,0 0 3 0,0 0-7 16,-10 22 5-16,7-15 0 0,-4 1 2 0,3 0-2 15,2 2 2-15,-2-1-1 0,0 1 1 0,0 1-1 16,0 0 3-16,3-1-2 0,0 0-1 16,1 1-2-16,-1 1 2 0,2-1-3 0,1 0 3 0,2-1 2 15,1 0 2-15,-1-1-4 0,1-3 0 16,2 4-1-16,0-3 3 0,0 1-1 0,-1-5 4 0,2-1-1 15,1 1-2-15,2 0 1 0,-1-2 3 0,1-1-5 16,-2 2 1-16,1-5-8 0,-1 2-3 16,2-4-5-16,-3 2 0 0,1-3-3 0,2-1-4 15,-3-3-6-15,1-3-1 0,-4 0 2 0,3-2 0 0,-2 1 1 16,-2 2 4-16,-4-5 0 0,0 7 1 16,-1-3 1-16,-1 1 4 0,-1 3-5 0,-5 0 3 0,2-1-2 15,-3-1 6-15,-3 1-3 0,-2 0 5 16,-1 2-3-16,-1 0 5 0,0 2 0 0,6 2 2 0,1 1-1 15,3-1 1-15,0 1 0 0,6 3-2 0,-9-3-1 16,9 3-3-16,0 0 2 0,-7-2-2 16,7 2 6-16,0 0 3 0,0 0-1 0,0 0 0 15,33 2-3-15,-14-2 4 0,1 1-1 0,1-2 3 16,0 2-4-16,-1-1 0 0,0 2-2 0,-7 1-1 0,1-1 4 16,-1 0-5-16,-1 2 0 0,-2 2-1 0,0-3 6 15,1 4-6-15,-3 2 3 0,0-2 3 16,-2 3 0-16,0 0 3 0,1 1 3 0,-2 0 5 15,-3-1-3-15,4 5-1 0,-5-3 2 0,3-2 1 16,1 1-3-16,-4 2 2 0,1 0-1 0,1-3 1 16,0-1-3-16,-3 2 3 0,1-6-2 0,-1-5 2 0,3 11-3 15,-1-6 1-15,-2-5 0 0,1 7 6 16,-1-7 17-16,0 0 7 0,3 8 14 0,-3-8-2 16,0 0-3-16,0 0 2 0,0 0-13 0,0 0-3 15,5-24-2-15,-4 17-4 0,4-6-2 0,0 1-6 16,2-2 0-16,1-2-2 0,-1-2-8 0,6 0 0 15,1-3-3-15,-1 8-4 0,4-6-3 0,-2 8 4 16,-2-2-5-16,1 1 1 0,-2 3-1 0,1-1 2 16,0 4-7-16,-5 4-2 0,2-2 4 0,-3 4 1 15,-7 0-2-15,16 3-4 0,-6-1 3 0,-2 4 0 16,2 1-1-16,-4 4 4 0,-2-2-1 0,3 1 5 16,-4 0-1-16,4 2-1 0,-5-3 0 0,2 2-2 15,-1 0-1-15,1-1 5 0,1-3 2 0,-2 4 2 16,3-3-2-16,-6-8 1 0,7 15 3 0,-3-10-2 15,3-1 0-15,-7-4 3 0,11 11 2 0,-2-7 0 16,-2 0-3-16,4-2 0 0,-1-4 8 0,2-3-4 16,0 3-1-16,0-4 0 0,-1 0 2 0,1-1-3 15,0 0-1-15,1-4 0 0,0-3-2 0,1 2-6 16,-1-2-4-16,-1-3-2 0,-2 1 0 0,-3 0 1 16,3 2 1-16,-3 3 2 0,-2 0 0 0,-1 2 0 15,-1-1 2-15,-1 3 4 0,1 1 0 0,-3 6-7 16,2-9 1-16,-2 9-4 0,4-3-2 0,-4 3 2 15,0 0 1-15,0 0-2 0,-2 21 3 0,0-9 0 16,1 4 5-16,-2-1-3 0,3 2 2 0,0-5-4 16,0 7 9-16,2-2-5 0,-1 1 0 0,0 2 3 15,1-1-2-15,-1-2 4 0,-1-2-2 16,0-5 1-16,0 2 2 0,0-2 2 0,1 1-2 0,-2-2-7 16,1-2 1-16,0-7-9 0,0 9-1 15,0-9 3-15,-1 8 1 0,1-8 3 0,0 0 0 0,0 0-3 16,0 0 0-16,0 0 2 0,0 0-5 0,0 0 1 15,0 0 5-15,0 0-4 0,10-21 1 16,-5 11-1-16,5-6 3 0,0 3 3 0,6-2 2 0,-3 2 0 16,2-1-1-16,8-5 6 0,-7 0-2 0,0 6 3 15,-1 0-2-15,-3 0 6 0,3 1 3 16,-2 2 8-16,-6 0 4 0,1 3 10 0,-2-1 1 16,0 0 7-16,-1 5 1 0,-3-1 2 0,3-2-5 0,-5 6 1 15,4-6-9-15,-4 6 2 0,0 0-7 0,7-4-9 16,-7 4-6-16,0 0-1 0,0 0 0 15,0 0-2-15,0 0-2 0,-13 26 0 0,5-15 0 16,3-2-3-16,0 4 1 0,0-1-4 0,1-2 6 16,1 3-1-16,2-3-4 0,1 2 0 0,1-2 0 15,1-1 1-15,1-1 2 0,1-2 1 0,1 1 2 0,3-1-3 16,4 0 1-16,-3-2-1 0,3 0 1 0,1-2 4 16,1-2-1-16,0-2-1 0,-1 1-2 0,0-3-7 15,0 0 2-15,-2-1 12 0,4-2-3 16,-4 0-10-16,-2-2 9 0,-1 0 5 0,0-3-4 15,0 2-3-15,1-4 0 0,-5 2 0 0,1 2-1 16,-1 0-3-16,-1 0 1 0,-3 0-3 0,3 5-3 16,-3 5-8-16,3-10 9 0,-3 10-7 0,0-7 1 15,0 7 0-15,0 0-3 0,0 0 4 0,0 0-3 16,0 0 3-16,0 0 2 0,-8 30-2 0,5-19-1 16,-1 1 5-16,1 0 1 0,-4 2-9 0,4 3 12 15,-1 1-2-15,0 0 1 0,-1 1 1 0,1-2 1 16,-1-1 4-16,0-4-13 0,2 6-12 0,-2-7-33 15,1 0-37-15,0-2-40 0,2-2-54 0,0 1-52 16,-2-4-231-16,4-4-504 0,-8 7 224 0</inkml:trace>
  <inkml:trace contextRef="#ctx0" brushRef="#br0" timeOffset="12399.7">18583 3435 160 0,'0'0'260'0,"2"-10"-10"16,-2 10-8-16,4-9-16 0,-4 9-18 15,4-5-23-15,-4 5-19 0,0 0-21 0,0 0-22 0,0 0-15 16,0 0-9-16,6 14-11 0,-4 4-6 0,-4 10-1 16,4 3-7-16,-2 1-2 0,-2 0-3 15,2 2-7-15,-4-4-4 0,1 3-4 0,-1 0-6 16,1 1-1-16,-2-4-9 0,0 1 1 0,2-5-8 15,2 0-21-15,-1-5-44 0,0-3-39 0,-2-2-48 16,1-1-64-16,0-3-67 0,-4 0-142 0,0-3-426 16,-1-2 189-16</inkml:trace>
  <inkml:trace contextRef="#ctx0" brushRef="#br0" timeOffset="12550.56">18428 3713 1849 0,'6'-17'63'0,"-2"5"-35"15,-1 1 4-15,-2 4-22 0,3-2 6 0,-2 3-10 16,1 1 1-16,2-2-5 0,-5 7-2 0,12-9-2 16,-6 6-9-16,0 0-30 0,-6 3-50 0,25 0-54 15,-15 3-143-15,-1 0-311 0,1 4 139 0</inkml:trace>
  <inkml:trace contextRef="#ctx0" brushRef="#br0" timeOffset="12911.56">18654 3896 194 0,'16'-5'220'0,"0"-2"-4"0,0-3-1 0,0 0-13 15,0-2-1-15,5-6-11 0,-2-1-11 16,-1 0-20-16,1-1-14 0,-3 1-14 0,0-1-9 16,-5 3-13-16,-4 1-10 0,3-1-9 0,-3 3-6 0,-5 1-13 15,1 2-6-15,-2 0-9 0,-3 0-6 0,-2 3-10 16,-1-1-1-16,-2 5-9 0,-3-1-3 0,1 2-8 15,-4 1-10-15,1 4-5 0,-1 3-7 0,-2 2-9 16,4 0-8-16,2 6-6 0,-1-2-2 16,4 3 2-16,2 1 5 0,3 2-7 0,3 2 8 15,3 0 0-15,4 6 5 0,5-1 2 0,-2-7 1 16,1 6 6-16,-3-8-5 0,0 1-3 0,3 1 6 16,-4-4 4-16,0 1-1 0,-2-2 0 0,2 1 3 15,-4-2-7-15,-1-2 4 0,-1 1 4 0,1-1 0 16,-3 1-1-16,-2-4 2 0,1-6 6 0,-4 14-3 15,-1-8 0-15,1 0-2 0,4-6-11 0,-10 7-15 16,3-4-17-16,1-1-25 0,6-2-35 0,0 0-52 16,-16 2-59-16,16-2-129 0,0 0-370 0,-13-8 164 15</inkml:trace>
  <inkml:trace contextRef="#ctx0" brushRef="#br0" timeOffset="13505.45">19490 3750 242 0,'0'0'229'0,"10"-3"-25"0,-10 3-18 16,0 0-6-16,0 0 0 0,0 0-5 0,0 0-6 15,-5 27-12-15,1-16-15 0,0-1-13 0,1 2-11 16,0-2-13-16,-1 2-11 0,2 1-8 0,3-2-7 16,3 1-2-16,-2-3-12 0,0 1-8 0,4-1 0 15,0 0-9-15,2-1 0 0,4-1-3 0,-1-1 0 16,2-2-10-16,6-1 2 0,-1-3-3 0,-4 0-2 15,0-3-7-15,3-3-1 0,-3 4-3 0,-4-6-4 16,0 2-4-16,-1-6-4 0,0 0-3 0,-4-7-6 16,0 0-2-16,-5-7 0 0,-1 7 0 0,-3-5 0 15,0 5 1-15,-1 1-3 0,0 2 4 16,-1 4 2-16,2 1 5 0,0 2-1 0,2 4 0 0,-1-1 2 16,3 6-4-16,-7-10-4 0,7 10-3 0,-2-5 2 15,2 5-5-15,0 0 2 0,-3-10 2 16,3 10-2-16,0 0-1 0,0 0 4 0,0 0-3 15,0 0 2-15,26 6 0 0,-8-8 5 0,2 1-9 0,10-2 4 16,2 0-1-16,0-1 0 0,-2 0 2 16,-2-2-4-16,-2 0 5 0,-6-1 0 0,1-1 0 0,-6-1 0 15,0-1 2-15,-2-3 1 0,0 1 1 0,-3-3 3 16,-1 2-2-16,-1-1 5 0,-3 2-1 0,-1 2 0 16,0-2 2-16,-2 2 7 0,0 1 6 15,-1 3 5-15,0-1 1 0,-1 7-11 0,1-8 1 16,-1 8 0-16,2-9-16 0,-2 9 2 0,0 0-6 15,0 0 3-15,0 0-3 0,-4 35 4 0,-1-16 0 16,-2 6 0-16,2 5-3 0,-1 3 8 0,2 2 6 16,-2-1 11-16,-1 14-1 0,2 2 0 0,0-3 1 0,3-11 2 15,-2 13 3-15,1-13-6 0,1 7-2 16,-1-8-1-16,2-1-2 0,-2-1-1 0,-1-3 3 16,3 1-5-16,0-3-2 0,-3-1 2 0,1-2 0 15,-2-7-7-15,3 1-16 0,-1-8-19 0,1 1-22 16,-1-1-30-16,0-2-34 0,1-1-44 0,2-8-48 15,-5 9-64-15,-2-5-214 0,7-4-522 0,0 0 231 16</inkml:trace>
  <inkml:trace contextRef="#ctx0" brushRef="#br0" timeOffset="13776.41">19815 3914 48 0,'0'0'292'0,"5"-8"-33"0,-3 2-24 0,2 2-24 15,5-1-21-15,1 1-10 0,8 0-11 0,3-2-9 16,7 1-13-16,5 2-12 0,1-3-7 0,2-1-7 16,1 1-6-16,-2 1-5 0,-2 0-9 0,0 2-7 15,3 0-8-15,-15 3-4 0,0-3 1 0,-4 1 0 16,-4 0 3-16,-3 2 4 0,-10 0 2 0,14-2 2 16,-14 2 0-16,0 0 4 0,0 0-4 0,18-4-3 15,-18 4-8-15,0 0 2 0,9-1 1 0,-9 1-15 16,0 0-14-16,0 0 10 0,0 0-7 0,0 0-31 15,4-9-44-15,-4 9-54 0,0 0-59 0,0 0-68 16,0 0-78-16,-25-20-76 0,18 14-196 16,7 6-591-16,-13-9 261 0</inkml:trace>
  <inkml:trace contextRef="#ctx0" brushRef="#br0" timeOffset="15543.48">21306 3330 194 0,'0'-10'208'0,"0"10"-11"0,0-9-18 0,0 9-17 15,0 0-23-15,0 0-12 0,0 0-18 0,0 0-10 16,0 0-13-16,0 0-5 0,0 0-11 15,10 36-5-15,-7-8-5 0,2 1-3 0,-1-1-7 0,1 2-3 16,-3 0-5-16,0 1-1 0,0-2-5 0,0 0-7 16,0-5 1-16,-1-4-1 0,5 4-5 0,-6-4 0 15,0-4-3-15,1 1-1 0,0-2-5 0,0 2 4 16,1-5-3-16,-1-3 0 0,0 2-1 16,2-4 0-16,-3-7-1 0,0 10-3 0,0-10 2 0,-3 9 22 15,3-9 17-15,0 0 15 0,0 0 16 0,0 8 11 16,0-8-4-16,0 0-5 0,0 0-10 0,0 0-7 15,0 0-8-15,0 0-4 0,0 0-8 0,0-34-3 16,4 21-4-16,2-2-7 0,3-2-5 16,0 0-4-16,4 1-7 0,4-6-2 0,-2 11-2 15,-2-2-1-15,3 1-3 0,0 2-3 0,-5 4-6 16,1 0 0-16,-3 1-2 0,2 4-2 0,-1 2 1 16,1 1 2-16,0 3-3 0,-2 2-3 0,0 3 2 0,0-3 1 15,-1 8-1-15,-4-3 2 0,2 2 1 0,0 2 4 16,-1-1 3-16,0 2-4 0,-1 1 4 15,-2-2-5-15,0 1-10 0,-2-6-26 0,4 2-20 16,-3-4-27-16,2 1-28 0,0 0-34 0,-3-10-34 16,7 11-29-16,-3-6-21 0,1 0-9 0,1-3-119 15,1 0-385-15,-7-2 171 0</inkml:trace>
  <inkml:trace contextRef="#ctx0" brushRef="#br0" timeOffset="15829.87">21783 3769 19 0,'10'-14'80'0,"-2"-2"26"15,-2 1 20-15,-2 5 16 0,-1 0 4 16,-1-1 4-16,-3 2 5 0,1 2-6 0,0 7-4 15,0-12-10-15,0 12-7 0,-3-8-19 0,3 8-10 16,0 0-9-16,0 0-9 0,0 0-4 0,0 0 1 16,-15 12-10-16,11-3-6 0,1-2-6 0,0 3-4 15,1-3-8-15,2 5 1 0,0-3-6 0,3 2-4 16,3-2-3-16,-1 1 0 0,3 0 1 0,0-3 13 16,3 1 7-16,-1-1 3 0,2-1 0 0,-1-4 6 15,1 0-5-15,1 1-1 0,0-3 3 0,-13 0 1 16,22-6-1-16,-13-3-3 0,2 4-6 0,-1-3-2 15,-1 0-4-15,-1-2-11 0,2-3 6 0,-8 1-5 16,2-4-5-16,-4-2-3 0,-1 0-5 0,-2 2 3 16,-3 0-8-16,1 3-3 0,-2 3-1 0,1 0-9 15,-2 2-20-15,-2 1-16 0,0 0-29 0,-7 3-28 16,3 2-26-16,-6 2-44 0,3 1-44 0,-1 3-41 16,-1 1-188-16,0 1-470 0,9-2 208 0</inkml:trace>
  <inkml:trace contextRef="#ctx0" brushRef="#br0" timeOffset="16053.53">22059 3471 216 0,'1'-12'299'0,"0"0"0"0,1 4-7 16,-1 1-12-16,-1 7-18 0,5-11-24 0,-5 6-25 15,0 5-32-15,0 0-19 0,4-5-23 0,-4 5-10 16,0 0-15-16,4 21-8 0,-2-4-13 0,1 3-4 15,-1 6-14-15,1-2-3 0,-3 4-7 0,5-2-18 16,-1 2 11-16,2-2-4 0,-2 2-12 0,0-1-45 16,1 1-51-16,-4-1-53 0,1-2-50 0,0-2-68 15,1-2-60-15,-7-4-164 0,1 0-487 0,0-4 215 16</inkml:trace>
  <inkml:trace contextRef="#ctx0" brushRef="#br0" timeOffset="16314.26">22198 3917 104 0,'9'-7'231'0,"1"2"-15"16,4-7-8-16,2 1-8 0,2 0-11 0,-3 2 0 0,3-3-6 16,5-4-11-16,-8 5-12 0,2-3-5 15,3-3-10-15,-4 3-13 0,-1-1-15 0,4-2-9 16,-5 3-10-16,4-7-6 0,-8 6-12 0,0-1-7 16,-3 2-5-16,1-1-1 0,-5 5-9 0,0-1-2 15,1 1-5-15,-4 0-2 0,0 5-7 0,0 5-8 16,-7-13-4-16,2 12-6 0,5 1-2 0,-18 2-6 15,-1 6-2-15,-5 5-2 0,-3 1 2 0,0 4-2 0,5 2-2 16,1-1-3-16,3 3-6 0,8-5-11 0,-1 8-15 16,6-8-29-16,0-1-24 0,5 2-14 15,5-6-29-15,2 3-35 0,6-2-44 0,4-3-48 16,8 0-162-16,8-3-443 0,4-3 197 0</inkml:trace>
  <inkml:trace contextRef="#ctx0" brushRef="#br0" timeOffset="17726.18">23186 3606 59 0,'-6'-13'305'15,"3"5"6"-15,-2-2-14 0,-1 4-16 0,2 0-21 16,-4-1-22-16,-1 4-28 0,-1 2-17 0,0 2-20 16,-3 3-13-16,-2 3-29 0,-3 4-3 0,-3 5-13 15,1 3-9-15,2 1-14 0,3 0-5 0,3-5-15 16,3 2-2-16,1 0-10 0,5 1-3 0,1 2-8 15,2-2 2-15,3 0-7 0,1-2 0 0,2 0-11 16,4-2-14-16,1-2 3 0,1 0-6 0,4-3-8 16,-2 1-8-16,-2-5-7 0,1-1-6 0,1-4-7 15,-1 2-4-15,2 0-5 0,2-2 9 0,1-3-5 16,0-2-1-16,0 2-2 0,-2-6-3 0,1-1 1 16,-2-2-1-16,1-4 4 0,4-1 3 0,1-4 2 15,-5 1 2-15,1 0 1 0,-2-1 6 0,2 1-1 16,-6 6 12-16,1 0 22 0,-6 4 15 0,2 1 14 15,-4 1 7-15,-1 2 4 0,0 2-1 0,-3 4-4 16,5-8-9-16,-5 8-12 0,5-4-7 0,-5 4 5 16,0 0-13-16,0 0 0 0,0 0-4 15,-6 30-1-15,2-13 0 0,-1-3 1 0,0 3-1 16,0-1 4-16,1 2-5 0,3 2-5 0,-3-2-2 0,5-2 3 16,-1 1 4-16,1-4-4 0,5 3 2 0,-3-4 1 15,4-2-7-15,0 1 6 0,1-4 1 0,3-1-1 16,0 0 0-16,-1-3 1 0,4-2-5 15,-3 1-4-15,7-2-2 0,-1-3 4 0,1-2-2 0,-7-1-4 16,6-2-12-16,-3-2 11 0,0-2 1 16,3-8-5-16,-6 4 3 0,5-6-8 0,-6 4 5 0,4-3-4 15,-5 3 0-15,0 0 0 0,-2 1 7 0,-4 2-3 16,3 3 5-16,-3 2-1 0,-1 1-4 16,0 1 1-16,-1 2 8 0,-1 6 0 0,3-10-3 0,-3 10-7 15,1-6-3-15,-1 6-4 0,0 0-12 16,0 0 26-16,0 0-9 0,0 0 2 0,-9 25-1 15,2-12-1-15,2-2-1 0,-1 4 4 0,1-1 1 16,1 5 0-16,0-2 0 0,2-1 4 0,2-1 2 0,1 1-1 16,0 0 5-16,1-5-4 0,1-3 3 0,1 2 1 15,1 0 2-15,3-1-2 0,0-2 11 16,1-1-3-16,2 0 0 0,2-2-7 0,-3-2 5 16,4 0 7-16,0-3-6 0,0 0 1 0,3-1-3 15,2-4 3-15,-4-4-10 0,3 0 0 0,-2-2-5 16,0 0-8-16,2-9-4 0,-6 8 0 0,3-8-16 0,-5 3 8 15,-1 2 4-15,-1-3-11 0,-4 1 5 16,2 0-2-16,-6 3 2 0,-1 1 0 0,-4 0-1 16,0-1 3-16,-1 5 3 0,-3 1 1 0,-2 0 4 15,1 2 2-15,-2-1-4 0,0 4 1 0,5 0 1 16,-1 2 0-16,-1 0 0 0,9 2-4 0,-12-3 4 16,12 3-8-16,-11-2 12 0,11 2 0 0,0 0-2 0,0 0 5 15,0 0 1-15,0 0 8 0,0 0-8 16,0 0 7-16,0 0 2 0,27 8-8 0,-15-9 10 15,7 1 1-15,-1 0 3 0,1 1-1 0,1-1 0 16,-2-1-2-16,-5 1-2 0,0 0 2 0,-3 0 1 16,-1 0-6-16,-9 0 1 0,14 0-8 0,-7 1 3 15,-7-1-2-15,10 1-1 0,-10-1 1 0,6 7-1 16,-3-2 0-16,-2 1 3 0,2 2 6 0,-2 2-3 16,-1 2 8-16,0 1 5 0,-1 2 5 0,-1-4-7 15,1 2-3-15,2 3 11 0,-1-5-11 0,-1 5-1 16,1-5 2-16,4 1-2 0,-3-3 3 0,3 0 1 15,1 1-2-15,3 1 2 0,-1-1 3 0,1-3-2 16,7 3 2-16,-4-2 2 0,0-4-3 0,2 0 2 16,4-1 0-16,-3-1-2 0,4-2-3 0,1 0 3 15,-7-2 0-15,8-1-5 0,-5-6-3 0,-1-1 0 16,0-2-13-16,-4 5-4 0,3-6 4 0,-3 0-3 16,0-2 2-16,-4 1 2 0,-3 3-1 0,-1-1-4 15,-2-1 6-15,-2 3-3 0,0-2-1 0,-3 2 1 16,-2 0 2-16,1 0-3 0,1 2 2 0,0 2 2 15,1 1 1-15,4 5 1 0,-5-8-5 0,2 3 4 16,3 5-8-16,-4-8 5 0,4 8-4 0,0 0 2 16,0 0 2-16,0 0 0 0,0 0 4 0,16-4 2 15,-5 6-1-15,3-2-4 0,0 1 0 0,-1 2-1 16,3 2 2-16,-3-2-3 0,-2 2 1 0,0 0-2 16,-3-1 6-16,2 2 1 0,-2 1-2 0,-2 4 2 15,1 1-4-15,-2-2 6 0,-1 0-2 0,-2 2 3 16,2 0-3-16,-1 0 4 0,-1-3 1 15,0 3-1-15,-1-1-2 0,1 3 4 0,-1-1-12 0,1-2 10 16,0 2-2-16,4-4 7 0,-4 1-10 0,2-4 11 16,-4-6-2-16,11 13 4 0,-6-7-4 0,6-4-5 15,-2 2 12-15,3-3-2 0,1-1 0 0,6-2-1 16,-2-1-4-16,2 2 2 0,0-5 1 16,-1 0 2-16,-1-5 2 0,0 3-6 0,-2-3 2 0,-1-2-5 15,0-1 4-15,-3-1 2 0,-3-1-9 16,1 0 7-16,-1 1-2 0,-3 1-2 0,-3 1 0 0,2 2-1 15,-4 0 3-15,0 4 3 0,0 7 2 0,-4-14-4 16,-2 8-8-16,-2 3 5 0,-2 3-3 16,-2 1 6-16,-7 1-6 0,-6 7 1 0,8-1 3 15,-7 5-1-15,5-3 0 0,5 2 0 0,-2 2 6 16,4-3-11-16,0 3-19 0,3-3-26 0,1-2-38 16,3 9-22-16,3-4-29 0,2-2-27 0,0-12-35 15,15 25-27-15,-4-12-24 0,9 4-162 0,-2-5-445 0,1-2 197 16</inkml:trace>
  <inkml:trace contextRef="#ctx0" brushRef="#br0" timeOffset="18017.75">24855 3893 149 0,'0'0'265'0,"7"-2"-2"0,-7 2-3 0,6-2-10 16,-6 2-1-16,0 0-6 0,0 0-6 0,0 0-5 16,0 0-10-16,0 0-1 0,14-4-8 0,-14 4-9 15,0 0-16-15,0 0-6 0,0 0-10 0,1-12-15 16,-1 12-11-16,0 0-22 0,2-14-10 0,-2 14-8 15,1-12-11-15,-1 1-7 0,2-1-8 0,3-2-14 16,1-4-7-16,2 2-7 0,-1 0-3 0,3 5-13 16,2-3-3-16,-5 4-4 0,1 2-3 0,1 1-5 15,-2-1-4-15,1 3-6 0,0 0-8 0,-2 2 3 16,6 2-6-16,-12 1-12 0,17 5 17 0,-7 0-5 16,-3 1-2-16,1 3-6 0,-3-1 5 0,4 9 6 15,-4 0-4-15,0 1 2 0,-1-2-14 0,0 1 15 16,0 0-24-16,-2-6-18 0,2 5-42 0,0-4-44 15,-2-1-46-15,-2 1-51 0,2-2-69 0,0-4-56 16,-2-6-242-16,5 8-638 0,-5-8 283 0</inkml:trace>
  <inkml:trace contextRef="#ctx0" brushRef="#br0" timeOffset="18268.58">25374 3547 222 0,'3'-10'355'0,"-1"2"-8"0,-1 2-23 16,-1 6-29-16,2-9-30 0,-2 9-29 0,0 0-29 16,1-8-23-16,-1 8-25 0,0 0-12 0,0 0-19 15,-3 30-8-15,1-13-10 0,-2 2-8 0,0 9-12 16,-2-1-7-16,2-1-8 0,-2 1-8 0,3-8 3 16,-1 7-16-16,2 2 5 0,-1-3-14 0,2-5-2 15,-1-1-3-15,1 0-1 0,1-2-5 0,0-3-12 16,1 1-25-16,-1-4-34 0,0 1-26 0,0-12-43 15,0 14-52-15,0-14-55 0,0 8-42 16,0-8-40-16,0 0-171 0,0 0-504 0,0 0 224 16</inkml:trace>
  <inkml:trace contextRef="#ctx0" brushRef="#br0" timeOffset="18410.12">25286 3687 294 0,'0'0'275'0,"-2"-5"-24"0,2 5-16 0,0 0-25 15,0 0-21-15,0-9-18 0,0 9-18 0,0 0-25 16,0 0-22-16,6-7-24 0,1 7-47 0,-7 0-52 16,30-3-107-16,-8 1-208 0,9-2-358 0,1 0 158 0</inkml:trace>
  <inkml:trace contextRef="#ctx0" brushRef="#br0" timeOffset="18771.46">26322 3557 70 0,'0'0'214'0,"0"0"-13"16,0 0-20-16,0 0-18 0,0 0-18 0,0 0-11 15,13-9 11-15,1 8-16 0,4-1-12 0,15-2-12 16,-1 1-10-16,4 2-12 0,0-2-3 0,0 2-14 15,-2-2-21-15,-3 3-33 0,-8-1-32 0,-4-1-69 16,-5-1-54-16,-3-1-147 0,-4 1-312 0,-3 0 139 16</inkml:trace>
  <inkml:trace contextRef="#ctx0" brushRef="#br0" timeOffset="19210.84">26499 3502 2 0,'0'0'226'16,"-7"3"-27"-16,7-3-26 0,0 0-15 0,0 0-17 15,-6 2-16-15,6-2-19 0,0 0-3 0,0 12-5 16,0-2 10-16,0 3 25 0,0 4-3 0,2 1-9 16,-4 7-5-16,2 0-11 0,2 1 4 0,-2-7-5 15,-2 6-4-15,4-5-1 0,-2 5 1 16,0 2-8-16,0-1-6 0,0-7-11 0,0-2-10 0,0-1-3 16,-2 1-5-16,2-2-8 0,-4-2 1 0,4 3-9 15,0-5-3-15,-1 0-2 0,1 1-3 0,0-1-3 16,-2-1 1-16,2-1-7 0,-2-2 0 0,2-7-6 15,0 10 5-15,-2-3-11 0,2-7-6 16,0 0-5-16,-2 9-3 0,2-9-9 0,0 0-1 16,-6 6 0-16,6-6-7 0,0 0-6 0,-11 0-2 0,11 0-6 15,-8-1 3-15,8 1 4 0,-12-5 4 0,5 2 0 16,7 3 3-16,-15-4 3 0,4-1-1 0,2 3 1 16,0-4 2-16,1 4 2 0,0 1 0 0,8 1-1 15,-11-4 6-15,11 4 1 0,-9-3 2 16,9 3 1-16,-10-1 2 0,10 1 1 0,0 0 2 15,0 0 0-15,0 0-3 0,-10 0-1 0,10 0-1 16,0 0 3-16,0 0-2 0,0 0 4 0,0 0 1 16,0 0 7-16,0 0-4 0,0 0 1 0,40 3-3 15,-22-2-4-15,5 0-11 0,-1-1-13 0,11 0-21 16,-1 0-25-16,-1 0-29 0,0-2-33 0,-1-1-35 16,-3 2-23-16,-4 0-12 0,-1-3-151 0,-4 2-383 15,2-3 170-15</inkml:trace>
  <inkml:trace contextRef="#ctx0" brushRef="#br0" timeOffset="19509.89">26899 3845 146 0,'3'-18'190'0,"-1"8"13"0,-2 4 2 16,0 6-5-16,0-16 2 0,0 12 4 0,0 4 1 16,-2-12-4-16,2 12-9 0,0-8-19 0,0 8 1 15,0 0-20-15,0 0-23 0,-3-11-15 0,3 11-20 16,0 0-11-16,0 0-10 0,0 0-13 0,0 0-4 15,0 0-12-15,-3 32 6 0,-1-20-5 0,4 4-7 16,-4-3 0-16,2 4-15 0,-1-1 8 0,-1-4 0 16,4 5-7-16,-2-5-2 0,0 5-1 0,0-4-3 15,-2 3-1-15,2-1-4 0,0 2 3 0,2-1-5 16,0-6-2-16,-2 3 3 0,2-2-4 0,-2-1-7 16,2 2 13-16,-2-1-3 0,2-3-2 0,0-1-9 15,2 3-27-15,-2-3-13 0,0-7-25 0,0 12-25 16,0-7-29-16,0-5-22 0,0 0-33 0,0 0-26 15,-2 14-16-15,2-14-18 0,0 0-176 0,0 0-441 16,0 0 195-16</inkml:trace>
  <inkml:trace contextRef="#ctx0" brushRef="#br0" timeOffset="19839.66">26913 3828 211 0,'2'-7'209'0,"0"1"1"0,-2 6-1 0,0-10-15 16,0 10-17-16,4-10-16 0,-2 3-18 0,1 1-13 16,-3 6-12-16,9-8-4 0,-4 3-13 0,4 0-15 0,1 1-9 15,2 1-8-15,6 1-3 0,-4 2-10 0,-1 1-5 16,1 2-9-16,-3 0-2 0,0 1-7 0,-2 1-2 15,2 6-6-15,-2 0 1 0,0-2-4 16,-4 3-2-16,-1-3 0 0,-2 2 2 0,1 1-1 16,-3-1-2-16,-1 2-1 0,-3-1 0 0,-5 2 0 15,-1-2 4-15,-2-1-3 0,-3 0-8 0,0-3-9 0,-1 0-14 16,1 1-18-16,-3-3-25 0,7-2-29 16,-2 0-43-16,3-3-41 0,3 1-45 0,-3-1-141 15,10-1-383-15,0 0 169 0</inkml:trace>
  <inkml:trace contextRef="#ctx0" brushRef="#br0" timeOffset="20383.56">27445 3820 243 0,'0'0'266'15,"4"-5"-13"-15,-4 5-15 0,0 0-14 0,0 0-15 16,0 0-16-16,0 0-23 0,-13-13-14 0,13 13-19 16,-18 3-10-16,7-2-16 0,-3 0-9 0,-1 4-14 15,-4 0-8-15,4 3-7 0,-1 1-7 0,0 0-12 16,2 1-3-16,4 1-6 0,1-2-5 0,3 2-5 15,0 0-1-15,2-1-4 0,2 0 0 0,2 2-5 16,2-1 5-16,2 0-7 0,3-1 2 0,0-1-5 16,2 0 2-16,2-1-6 0,0-1 6 0,4 3-7 15,-3-6 2-15,0 1 1 0,-2 0-4 0,0-1 0 16,-2-3-3-16,-1 2 2 0,-7-3 3 0,12-1-3 16,-12 1-1-16,11-2 4 0,-11 2-2 0,9 0 7 15,-9 0 1-15,6-4 0 0,-6 4 1 0,0 0 7 16,3-7-6-16,-3 7-3 0,0 0 5 0,0 0-10 15,-14-12-3-15,8 11-2 0,-8 0-2 0,-1 2 0 16,-4 1 7-16,2 3-14 0,-2-2 5 0,0 3-3 16,-2 1 6-16,3 0-8 0,3 0 5 0,-4 1 5 15,8 1-2-15,3-1-2 0,-4 1-8 0,3-1 4 16,3-1 1-16,1 2 0 0,2-3-4 0,1 1 7 16,2 2-3-16,2 0 3 0,6-1 1 0,0 1 1 15,9-2 2-15,0-1 3 0,12 1-9 0,2-1-19 16,-1-2-25-16,1-2-34 0,1 3-32 0,-3-8-38 15,0 4-54-15,0-3-65 0,0 0-239 0,-11 0-542 16,5-2 241-16</inkml:trace>
  <inkml:trace contextRef="#ctx0" brushRef="#br0" timeOffset="21729.94">28372 3666 75 0,'0'-7'194'0,"0"7"-5"0,0 0-11 16,0 0-10-16,1-8-10 0,-1 8-5 0,0 0-15 16,0 0-12-16,0 0-13 0,0 0-11 15,-10-5-13-15,10 5-7 0,0 0-10 0,-13 1-9 16,13-1-10-16,-16 6 0 0,7 0-4 0,-3-2-5 15,-2 5-4-15,-1-1-4 0,1 5 1 0,-3 0 2 16,-2 2-3-16,0 5 1 0,6-2-6 0,-1-3 0 16,5-1-4-16,-1 2-6 0,0 0 0 0,3-2-5 0,1 2 5 15,4-3-4-15,1-2-1 0,0 2 1 16,3-2-6-16,0 0 3 0,4 1-2 0,1-3 2 16,1 2 2-16,0-3-2 0,5 0-4 0,3 0 2 15,0-1-1-15,0-1-2 0,-1-2 6 0,4-1-3 16,-6-1-1-16,0-1 3 0,-1-2-1 0,1 1-1 15,-4-4-2-15,4 1 2 0,-2-3-6 0,1 2 4 0,-3-3 3 16,-2-1-5-16,4-1 4 0,-4 0 1 16,4-4-2-16,-5 2 0 0,-1 0 1 0,0 0 7 15,-3-6-1-15,2 7 0 0,-2-1-1 0,1 1 10 16,1 3 1-16,-3 1 7 0,-1 6-1 0,2-11-1 16,-2 11-4-16,2-7-5 0,-2 7 0 0,0 0 0 15,3-7-5-15,-3 7-3 0,0 0-9 0,0 0-1 16,0 0-5-16,2-7-2 0,-2 7-5 0,0 0 2 15,0 0-3-15,0 0 4 0,0 0 0 0,-5 29 1 16,5-20 1-16,-4 2 1 0,1 1-7 0,1 0 7 16,-1 0 0-16,1-2 1 0,0 2 0 0,-1 0 1 15,2-1 1-15,1 0 1 0,0-1-1 0,2 0 2 16,0-1 0-16,-1 1 0 0,2-1-10 16,-1-3-15-16,4 0-25 0,-2 0-29 0,0 0-30 0,1-1-36 15,-1-1-35-15,5-1-39 0,-9-3-196 0,13 2-444 16,-13-2 197-16</inkml:trace>
  <inkml:trace contextRef="#ctx0" brushRef="#br0" timeOffset="22143.81">28617 3811 143 0,'0'0'215'0,"0"-9"-19"15,0 9-16-15,0 0-19 0,0 0-20 0,4-6-13 16,-4 6-18-16,0 0-5 0,0 0-8 0,4 23-5 15,-4-14-8-15,2 3 1 0,0 3-11 0,0 2-9 16,-4-5-4-16,6 0-5 0,-4 1-3 0,1-1-3 16,1 0-1-16,0 1-2 0,-2-4-4 15,1 1-1-15,0-3-7 0,-1-7-4 0,-1 11-1 16,1-11 2-16,1 9 11 0,-1-9 9 0,0 7 10 0,0-7 12 16,0 0 14-16,2 6 10 0,-2-6 7 15,0 0-11-15,0 0-9 0,0 0-9 0,0 0-9 16,0 0-5-16,0 0-3 0,7-22-11 0,-3 14 4 0,5-1-17 15,-4-2-4-15,8-2-18 0,-1-1 12 16,1 3-2-16,1-4-2 0,1 4-3 0,-1-1-11 16,-3 5 4-16,-2 0-5 0,0 1 2 0,-3 0-5 15,3 3 1-15,-9 3-7 0,9-4 0 0,-9 4-4 0,0 0-1 16,16 1 4-16,-16-1 0 0,7 8-3 16,0 1 0-16,-3-1-9 0,-1 1 15 0,5 1-5 15,-5 1 4-15,3 0 1 0,-3 1-1 0,0-1 1 16,0 2 2-16,0-1 1 0,0-3 4 0,-3 3-10 15,4-2-37-15,-1 0-41 0,-2-2-49 0,-1-8-50 16,2 14-61-16,0-8-247 0,-2-6-529 0,0 0 234 16</inkml:trace>
  <inkml:trace contextRef="#ctx0" brushRef="#br0" timeOffset="22616.29">29218 3827 256 0,'-3'-10'256'16,"-5"3"2"-16,0-3-20 0,-1 5-10 0,1-1-20 16,-5 2-19-16,1 4-16 0,-6 0-13 0,-3 3-20 15,2 4-8-15,-6 5-16 0,0 2-6 0,9-2-12 16,-6 3-9-16,4-1-19 0,5-1 2 0,2 1-8 16,1 2-7-16,3-1-4 0,2 1-10 0,2-5-1 15,3 2-2-15,3 0-1 0,2-3-3 16,2 2-3-16,0-2 0 0,6 1-11 0,-4-3 6 15,6 0-2-15,-3-2-2 0,6-2 1 0,-6-1 0 0,6 1-6 16,-2-4 0-16,1 0-3 0,-2-3 1 0,1-1 0 16,-6-1-8-16,7-5 3 0,-3 1 1 0,0-3 0 15,-1-2 0-15,-3 0-4 0,3-8 0 0,-4 4-5 16,4-5 4-16,-4-3-5 0,-2-3 4 0,0 0-1 16,-2 2 0-16,-1-2-14 0,2 3 22 0,-4-2 4 15,1 4 18-15,-2 6 7 0,1 2 23 0,-1 6 23 16,0 0 3-16,-1 3 3 0,0 7-11 0,2-12-8 15,-2 12-23-15,2-9 1 0,-2 9-8 0,0 0-13 16,0-7-9-16,0 7 0 0,0 0-3 0,0 0-7 16,-6 26 5-16,2-10-7 0,-1 9 1 0,-2 2-4 15,2 1 7-15,0-2-8 0,-1 1 1 0,1 1-1 16,3 1 4-16,0-2-6 0,-2 1 5 16,6-2-2-16,0 0 1 0,-1-7 2 0,-1 0-28 0,3 1-38 15,-1-4-46-15,1 3-45 0,-1-2-46 0,3 0-62 16,1-6-66-16,-1 2-271 0,2-5-637 15,0 0 283-15</inkml:trace>
  <inkml:trace contextRef="#ctx0" brushRef="#br0" timeOffset="23047.41">29679 3978 30 0,'0'0'262'0,"0"0"-25"0,0 0-20 0,-1-3-20 15,9 1-12-15,1-2-14 0,3 1-18 0,8-3-18 16,-1-1-8-16,-8 3-8 0,11-1-7 0,6-5-7 16,-2 0-2-16,-8 1-1 0,1 2-4 0,5-5-3 15,-7 5 15-15,-1-4-5 0,-3 4 5 0,0-1 5 16,-6-2 2-16,2 3-2 0,-1-3-3 15,1 2-7-15,-4-1 3 0,-1 1 1 0,-1 3-4 0,-1-1-19 16,-2 6-4-16,3-8-7 0,-3 8-8 16,0-10-6-16,0 10-17 0,0 0-10 0,-11-6-3 15,1 8-20-15,-4 2 18 0,-1 3-5 0,-10 5-6 16,3 1 7-16,-3 2-6 0,7-4-2 0,2 1-5 16,2 2-17-16,-2-1 12 0,6 0 7 0,1 2-11 15,-1-1-1-15,4 1 2 0,2-4-7 0,4 2 8 0,-2-3-7 16,5 2 4-16,2-3 13 0,4 6-2 0,5-1-7 15,3-2-5-15,6 2-2 0,4-1-11 0,1-3-21 16,-2-1-28-16,3-2-28 0,-10-3-33 16,1 0-30-16,1-2-37 0,-3-2-38 0,1-3-51 15,1-1-254-15,-7 1-577 0,5-6 255 0</inkml:trace>
  <inkml:trace contextRef="#ctx0" brushRef="#br0" timeOffset="23285.34">30254 3711 243 0,'2'-9'303'16,"-2"3"-1"-16,0 6-1 0,1-11-4 0,-1 11-2 15,2-8-19-15,-2 8-32 0,0 0-16 0,0-9-29 16,0 9-24-16,0 0-17 0,0 0-24 0,0 0-25 16,0 0-12-16,0 0-10 0,0 0-7 0,2 27-5 15,-6-12-10-15,4 5-11 0,-1 6-1 0,-2 1-5 16,2 1 0-16,0-1-26 0,1 0 18 0,0-3-3 15,0 4 2-15,0-9-14 0,1 1-25 0,0 6-47 16,-2-7-46-16,2-2-59 0,-1 2-82 0,3-4-78 16,-3-4-221-16,1 1-578 0,-1-2 257 0</inkml:trace>
  <inkml:trace contextRef="#ctx0" brushRef="#br0" timeOffset="23593.54">30360 4123 2572 0,'6'-4'94'0,"0"0"-63"15,-1 0-14-15,0-1-4 0,1 0 22 0,2-1 17 16,0 0 24-16,1-1 8 0,-4 0-7 0,1 0 1 16,3-2-12-16,-2 2-4 0,2-3-3 0,-2 1-8 15,6-1-5-15,1 0-2 0,-5-1-10 0,5 0 0 16,-2-1-6-16,1 1-11 0,-1-4 6 0,-4 6 3 16,-3 1-5-16,1-1-2 0,-1-1 3 0,-2 3-1 15,0 0 3-15,-3 7 1 0,0-12-8 0,0 6-4 16,0 6 1-16,-8-8-6 0,0 4 4 0,-1 2-8 15,-2 1-3-15,-3 3-2 0,-5 3 0 0,-1 1 2 16,-6 4-5-16,0 3 1 0,2 0-4 16,8-2-2-16,2 1 5 0,3-1-3 0,2 2 3 0,1 3 0 15,3-6 2-15,4 3 3 0,2-1 0 0,8 4-6 16,1-3-21-16,6 1-24 0,7 1-31 16,5-2-40-16,5-3-48 0,3-1-50 0,-2-2-59 0,-1-2-194 15,-1-3-510-15,-1 0 225 0</inkml:trace>
  <inkml:trace contextRef="#ctx0" brushRef="#br0" timeOffset="23825.03">30952 3829 148 0,'-1'-12'294'0,"-2"4"7"0,2-3-5 16,1 11-15-16,-4-9-26 0,0 5-30 0,4 4-17 15,-16-3-29-15,2 6-11 0,-4 5-21 0,-9 6-12 16,4 0-13-16,1 3-9 0,1 1-13 0,1 0-9 15,2 3-11-15,6-6-6 0,1 2-11 0,1-1-1 0,5 2-9 16,0 0 5-16,4-1-9 0,1-2-8 16,5 4 6-16,1-4-17 0,3 0-23 0,2 1-24 15,4-3-29-15,-2-2-30 0,3 0-22 0,1-2-28 16,8 2-41-16,-4-8-37 0,-3 3-35 0,3-4-204 16,-3-1-479-16,0-3 212 0</inkml:trace>
  <inkml:trace contextRef="#ctx0" brushRef="#br0" timeOffset="24049.57">31117 3783 230 0,'-1'-9'275'15,"0"-1"0"-15,1 1-5 0,0 9-11 0,-2-10-11 16,2 10-29-16,-1-7-22 0,1 7-25 0,0 0-18 16,0 0-27-16,0 0-14 0,0 0-12 0,0 0-9 15,3 30-7-15,-6-5-11 0,2 1-4 0,1 2-5 16,-2 0-5-16,2 2-8 0,0-3-1 0,0 1-9 15,0-1-1-15,-1 0-3 0,2 0-3 0,1 1-4 16,-4-2 2-16,2-7-10 0,2 7-26 0,-1-10-34 16,-1 2-42-16,-1-1-45 0,-2-2-52 0,2-4-58 15,0-1-230-15,-5-1-502 0,6-9 223 0</inkml:trace>
  <inkml:trace contextRef="#ctx0" brushRef="#br0" timeOffset="24870.74">31015 4017 2300 0,'1'-10'96'0,"2"1"-37"0,-2 2-20 0,2 1-5 0,-1 0-8 16,-2 6-5-16,9-10-3 0,-5 6 0 0,1 0-1 15,-5 4-4-15,13-4-1 0,-3 4-1 16,1 6 2-16,1-3-1 0,5 9-3 0,-1-3 1 16,-2 5 3-16,7 2 2 0,-7-3-2 0,0 2-4 15,-3-1 0-15,0 0-5 0,-3-4 1 0,1 3 3 16,-3-3-5-16,-3-1 10 0,0-3-8 0,-2 1 6 15,1-1 0-15,-2-6 1 0,-2 11 3 0,2-11-1 16,-6 8 1-16,-1-8 7 0,7 0-12 0,-9 4 5 16,9-4 8-16,-10 2 2 0,10-2 1 0,0 0 0 15,0 0 2-15,-10-7-2 0,10 7-5 0,3-12-1 16,-3 12-3-16,10-20 6 0,1 7-12 0,5-1-3 16,7-4 1-16,-3 2-1 0,2-1-3 0,-7 7 3 15,-1-2-2-15,0 3 9 0,2 0-1 0,0-1-2 16,-4 5 3-16,-3 1 6 0,-2 1 5 0,-7 3 0 15,12-5-3-15,-12 5-8 0,6-6 0 16,-6 6-5-16,0 0-7 0,10-3-1 0,-10 3 2 0,0 0-5 16,0 0-1-16,0 0 0 0,5 19 1 0,-3-12 0 15,-2-7-1-15,-4 18 2 0,3-7 5 0,1-11 0 16,-2 19 0-16,-1-9 0 0,3-3-2 0,0-7-2 16,0 16 1-16,0-16 4 0,-2 15-3 0,2-15 5 15,5 13 0-15,-3-7 0 0,-2-6 1 0,5 10-1 16,-1-4 1-16,-4-6-2 0,6 6 5 15,-6-6-6-15,0 0 3 0,9 7 0 0,-9-7-2 0,10-2-2 16,-10 2-7-16,9-6-1 0,-4 1-2 0,0-4 9 16,3 1-17-16,-3-2 13 0,-1 1-17 0,-1 0 3 15,0-3 0-15,-1-1 1 0,2 1 2 0,-2-4 4 16,3 5-4-16,-2-1 1 0,0 1 0 0,1 0 0 16,-1 3 4-16,1 1 8 0,-3 1-7 15,2 0-2-15,-3 6-4 0,4-9 5 0,-4 9-8 0,3-3 1 16,-3 3 0-16,0 0 3 0,0 0-1 0,19 15-1 15,-13-8 0-15,4 2 4 0,-4 1-2 0,1 1 1 16,-1 0 0-16,4 3 5 0,-5 2 0 16,0-5-1-16,2 1-1 0,-2-1 1 0,0-1 3 15,0 0-1-15,-1-2 3 0,-2-2 0 0,1-2-2 16,-3-4 5-16,3 8 5 0,-3-8 5 0,0 0 12 16,1 6 18-16,-1-6 13 0,0 0 3 0,0 0-8 0,0 0-1 15,0 0-8-15,0 0-6 0,2-25-3 0,0 15-11 16,0-1-2-16,4-4 2 0,0-2-10 15,0-1-3-15,3 1-9 0,3 2 4 0,7-5-7 16,-4 7 5-16,2-7-3 0,-2 11 3 0,-3 3-5 16,-1-1-4-16,6 1-1 0,-6 4-2 0,2 0 4 15,-3 3-7-15,1 2 1 0,-1 3-2 0,-1 4-3 0,-3-1 2 16,2 5 4-16,-3 2 3 0,-1 0 2 16,-3 3-2-16,0-2 4 0,-3 2-4 0,-1-3 7 15,-2 1-2-15,3 1-9 0,-2-2-24 0,2 1-44 16,-4-1-62-16,2 0-49 0,1-6-73 0,-2 0-213 15,-1-1-517-15,6-9 229 0</inkml:trace>
  <inkml:trace contextRef="#ctx0" brushRef="#br0" timeOffset="27059.8">6419 4421 43 0,'-4'-9'233'0,"-2"1"-18"0,-3 0-10 0,-3 3-17 0,-1 1-14 16,-6 2-16-16,1 2-11 0,-10 2-13 0,0 6-13 16,-1 3-2-16,-1 4-1 0,1 4-9 15,1 2-4-15,-8 13-9 0,14-6-3 0,1-1-1 16,-1 3-15-16,4 3 1 0,1-3-15 0,5 1-2 15,3-1-6-15,5-1-6 0,3 1-5 0,4-4-4 0,4-7-2 16,8 5-6-16,-1-3-1 0,7-1-4 0,5-5 8 16,4-1-8-16,-1-3-7 0,6-3 0 15,-1-4-1-15,1-1 1 0,1-3-6 0,-1-1 0 16,2-3-9-16,-5 2-2 0,0-5-6 0,-1 1-6 16,-3-3-7-16,-9 1 0 0,7-5-1 0,-7 3 1 0,-4-1-5 15,3-2-2-15,-6-1-2 0,2-2 3 0,-1-5 4 16,-3 5-1-16,1-8 3 0,-7 5 3 0,1-4-2 15,-3 3 6-15,1-5 2 0,0 5 10 16,-2 2 9-16,-1-1 1 0,0 3 11 0,2 5 15 16,-1 1 6-16,-1-2 7 0,0 12 5 0,1-14-4 15,-1 14-1-15,0-12-11 0,0 12-4 0,0 0-8 16,0 0-9-16,0 0-2 0,0 0-4 0,0 0 6 16,0 0 1-16,0 0 1 0,-1 53-4 0,0-34-2 15,-2 7-3-15,-1-1 3 0,3 0-3 0,1-6 5 16,1 1-7-16,3-1 0 0,-3-2 0 0,3 1-1 15,2-4 0-15,-2-1-4 0,4-2 10 0,0-3-8 16,2 1 2-16,-1-3 0 0,4 0-1 0,-1-2-4 0,0 0 3 16,2-3-1-16,1 1 2 0,4-6 1 15,-3 1 0-15,-2-4-5 0,2 0-3 0,0-1 1 16,-1-3-9-16,-1 0 2 0,-1-2 0 0,0-3 1 16,-1 0-3-16,-1 1 5 0,-2-3-3 0,-2 0 3 15,0 0-1-15,-3 4 2 0,-1-3-5 0,-1 7 5 16,-1-2 3-16,0 1-1 0,1 2 9 0,-2 9 0 0,0-14 6 15,0 14-6-15,0 0 0 0,0-14-8 0,0 14 3 16,0 0-1-16,0 0-6 0,0 0 5 16,0 0-1-16,-15 31-1 0,9-17 8 0,-2 3-9 15,3 0 2-15,1 2-2 0,2-3 2 0,1 2-5 16,1-3 4-16,0 1-4 0,2 0 1 0,2-4 5 16,0-1-2-16,2 1 0 0,2-3-1 0,-2-1 2 15,3 1 1-15,3-4 1 0,-1 0 6 0,2-1-7 16,5-2 0-16,-5-2-4 0,5-1 8 0,-1-2-5 15,-4 1-5-15,1-1-1 0,4-4-8 0,-6 3-2 16,3-5 0-16,-2-2-7 0,2 0-8 0,-5 1-2 16,3-7-8-16,-4 2 3 0,-1-1 2 0,-1 0-4 15,-3-2-2-15,3 1 5 0,-6 0-1 0,0-2 1 16,-2 5 4-16,-2 2 3 0,-2 0 4 0,-2-2 0 16,-1 4 3-16,-2 2 1 0,0 0 4 0,-3 3 0 15,0 0 1-15,0 1-1 0,3 0-1 0,-2 4 3 16,5-2-2-16,7 2-5 0,-9-3 4 0,9 3 4 15,0 0 0-15,0 0 3 0,-8 5 0 0,8-5 2 16,0 0 4-16,0 0 0 0,18 12 3 0,-8-11-6 16,2 3 2-16,-2 0 1 0,3-1 1 0,-3 1-2 15,2-1-2-15,-2 3 5 0,-1-2-6 0,0 1 4 16,-4-1 0-16,4 3 2 0,-3-1 3 0,2 4 3 16,-2-1 6-16,2-1-3 0,-1 3 2 0,-3 0 8 15,1 1-9-15,1 0 2 0,-3-1-2 0,2 1 4 16,2-1-4-16,-2-1 3 0,0 2-4 0,1-2-1 15,2 1 3-15,0-3-2 0,-1 2 4 0,2-4-4 16,1 1 0-16,0 0 4 0,-1-2-6 0,2-2 3 16,0 0 0-16,0-2 1 0,-11-1-6 0,18 0-6 15,-18 0-4-15,19-3-5 0,-10 0-7 0,-2-2-7 16,0 0-4-16,3-4-5 0,-1 1-8 0,-1-3-9 16,-4 2 5-16,1-6 1 0,-2 3 1 0,0-1 7 15,-4-2 1-15,-1 0 6 0,1 2 5 0,-3 3 3 16,2-1-3-16,-1 1 14 0,3 10 2 0,-1-16 4 15,1 16 1-15,-3-11-1 0,3 11-3 0,-4-7 1 16,4 7-3-16,0 0-6 0,0 0 0 0,0 0 3 16,8-12 2-16,-8 12-1 0,17 0 4 0,-17 0-1 15,19 1-2-15,-8 5 4 0,0 0 0 0,0 1 1 16,-1-1 9-16,-1 4-2 0,-1 0-2 0,0 0 5 16,-3 2-2-16,5 1 5 0,-7 0 3 0,0-2-2 15,0 1-1-15,-3 1 0 0,4-3-1 0,-3 0-1 16,3 2 0-16,0-3 1 0,-3 1 0 0,0-3 2 15,2 2-5-15,-1-2 3 0,4-3 4 0,-1 0 0 16,1 1 4-16,3-3 3 0,3 2 2 0,-2-3-2 16,1-2-1-16,2-3 2 0,5-1-2 0,-5 1 0 15,5-1 11-15,-3-2-13 0,3-3-1 0,-2-1 2 16,-2 2-6-16,3-4 5 0,-4 3 0 0,-2-3-1 16,-1-3-3-16,-2-1-2 0,0 2-1 0,0 1 3 15,-2 2 3-15,-4 2 14 0,2-1 3 0,-4 3 9 16,2-2 5-16,-2 10 11 0,0-12-10 0,0 12-11 15,0 0-3-15,-11-6-5 0,11 6-4 0,-15 7 7 16,5 2-11-16,-4 0-4 0,1 3-2 0,0 0-10 16,3 3-32-16,2-2-25 0,1 3-40 0,-1-5-55 15,2 4-38-15,3-3-25 0,2-3-21 0,2 2-172 16,0 3-439-16,3-4 195 0</inkml:trace>
  <inkml:trace contextRef="#ctx0" brushRef="#br0" timeOffset="27347.12">7970 4820 235 0,'0'0'288'0,"4"-6"-1"0,-4 6-22 0,0 0-12 15,0 0-10-15,4-8-14 0,-4 8-4 0,1-7-13 16,-1 7-17-16,0 0-8 0,0-16-15 0,0 16-15 16,2-13-13-16,-2 13-14 0,4-15-13 0,-1 7-4 15,2-1-16-15,0 0-22 0,1-2 1 0,1-5-10 16,4 5-9-16,-4-1 2 0,1 4-22 0,-2 0 6 15,-2 2-12-15,-4 6-6 0,11-10-3 16,-5 8-5-16,-6 2-4 0,0 0-6 0,14 1 6 0,-14-1 0 16,14 13-6-16,-10-4 2 0,2 1-2 0,-2 3-6 15,0-2 10-15,2 4-8 0,-2 2-6 0,1-1-10 16,-4 0-30-16,1-3-23 0,-1 3-42 16,1-3-26-16,0 2-34 0,-2-4-51 0,4 1-42 15,-1-3-45-15,-3-9-164 0,3 14-510 0,2-9 226 16</inkml:trace>
  <inkml:trace contextRef="#ctx0" brushRef="#br0" timeOffset="27601.3">8344 4556 2131 0,'-4'-28'-6'0,"1"1"52"0,-1 1 32 16,3 7 45-16,-1 1-6 0,-1 7 4 15,2-1 3-15,-2 2-3 0,2 3-18 0,1 7-5 0,-3-11-7 16,3 11-12-16,2-9-13 0,-2 9-12 15,0 0-2-15,0 0-5 0,0 0 3 0,0 37 5 16,-2-12-3-16,2 2 0 0,-1 4-3 0,1-2-11 16,-3 0-1-16,5 0 1 0,-2 0-3 0,1-1-4 15,0-1 3-15,3-1-8 0,-2 0 3 0,0-6-5 16,1-2-4-16,2 0-6 0,1 0-28 0,-1-3-28 16,-2-1-29-16,-2-2-38 0,-1-2-45 0,0-10-49 15,4 13-58-15,-4-13-51 0,0 9-166 0,0-9-516 16,0 0 228-16</inkml:trace>
  <inkml:trace contextRef="#ctx0" brushRef="#br0" timeOffset="27756.56">8230 4676 2624 0,'1'-10'160'0,"-1"10"-99"0,0 0-20 0,1-15-35 16,-1 15 3-16,2-9-5 0,-2 9-5 0,0 0-3 15,0 0 4-15,9-7 1 0,-9 7 0 0,15-3-3 16,-5-1-7-16,2 0-16 0,6 1-38 0,-18 3-53 15,34-3-62-15,-15 1-241 0,2-3-453 0,-2-2 201 16</inkml:trace>
  <inkml:trace contextRef="#ctx0" brushRef="#br0" timeOffset="28241.99">9769 4530 162 0,'0'0'175'16,"-12"-3"1"-16,12 3 3 0,-9-2-7 0,9 2-9 16,-9-1-13-16,9 1-13 0,0 0-14 15,0 0-17-15,0 0-10 0,0 0-6 0,0 0-9 16,0 0-3-16,0 0-8 0,26 4-5 0,-5-2-8 0,0-1-6 16,11-1-7-16,-1 0-2 0,-1 0-13 0,0 0-15 15,0 0-29-15,0 0-39 0,-3-1-37 0,-7 2-45 16,-1-2-33-16,-7 2-131 0,-2-1-324 0,3 0 144 15</inkml:trace>
  <inkml:trace contextRef="#ctx0" brushRef="#br0" timeOffset="28973.79">10001 4486 160 0,'0'0'193'0,"-11"0"-14"0,11 0-20 0,0 0-11 15,-9 6-9-15,4 0 3 0,-2 4 6 16,2 5-4-16,-4 4-3 0,0 5-2 0,0 5-13 15,0-3-3-15,3 2-14 0,0-1-8 0,-1 1-9 0,2-1-4 16,0-3-12-16,4-4-5 0,-2 6-8 16,2-7-8-16,0-2-1 0,-1-1-5 0,2 0-6 15,0 0 0-15,0-4-5 0,2-1-6 0,-1-1-6 16,-1-4 3-16,1 4-6 0,-1-3 3 0,0-7-6 16,1 11-5-16,-1-11-10 0,0 7-6 0,0-7-2 0,0 0-10 15,-3 9-11-15,3-9-2 0,0 0-9 0,-15 0-2 16,9 0-5-16,6 0-2 0,-15-2 4 0,4-3 6 15,-1 1-2-15,2 4 4 0,-2-4 6 16,-2 4-2-16,2-2 1 0,0 1 9 0,0 0-1 16,1 1 2-16,2 0 2 0,9 0 6 0,-13 0-3 15,13 0 2-15,-9 1 2 0,9-1-3 0,-8 2-3 0,8-2 6 16,0 0 3-16,0 0 2 0,0 0 8 16,0 0-2-16,17 12 0 0,-5-10 0 0,5 1 2 15,4-2-3-15,-1 0-12 0,11 1-16 0,0-2-27 16,-1-3-46-16,1 1-21 0,2 0-9 0,-1-1-8 15,-1-1-2-15,-10 1 5 0,1 0 8 0,-3 0-1 16,-1-1 14-16,-5 0 14 0,0 1 8 0,-2-2 22 16,-2 2 17-16,1-5 19 0,-3 5 25 0,-7 3 28 0,14-10 23 15,-8 6 20-15,-6 4 16 0,8-7 21 16,-4 4 12-16,-4 3 10 0,5-4 2 0,-5 4-18 16,0 0-9-16,6-4-14 0,-6 4-4 0,0 0 3 15,0 0 15-15,7 16 4 0,-6-6-7 0,-1 0 5 16,0 1 0-16,0 1-4 0,-1 0 3 0,-3 4-7 15,1 1-9-15,5-5-6 0,-2-2-4 0,-2 3-4 16,2-13-1-16,-2 16-9 0,2-9 2 0,0-7-2 16,-3 11-5-16,3-11-4 0,0 0 12 0,0 11 9 15,0-11 10-15,0 0 16 0,0 0-1 0,0 0 0 16,0 0-21-16,0 0 5 0,0 0-20 0,0 0-9 16,0 0 0-16,0 0-8 0,-6-38-4 0,8 27-5 15,1-3-10-15,5-3 0 0,0 0-3 0,4-6-2 16,0 8-6-16,0-1 0 0,1 1-4 0,0 6 3 15,0-3-15-15,-3 5 8 0,0-1-9 0,0 2-1 16,1 3 2-16,0 2 2 0,1 1 0 0,-1 1-11 16,-2 4 0-16,1 1 6 0,-1 2 1 0,0 3-1 15,-1-1 5-15,-2 0-2 0,2 3-3 0,-1 3 9 16,-1-2-2-16,-2-2 3 0,-2 0-10 0,3 1-32 16,-2-4-35-16,-1 3-31 0,1-1-42 0,-1 0-54 15,-2-11-71-15,2 16-314 0,-2-16-636 0,-2 14 282 16</inkml:trace>
  <inkml:trace contextRef="#ctx0" brushRef="#br0" timeOffset="29411.49">10769 4904 2384 0,'7'-9'91'0,"-5"-3"-38"0,1 2-11 0,-3 0 17 15,1 3 40-15,-1 7 18 0,-1-14-6 0,1 14-15 16,-5-10-16-16,5 10-2 0,-9-5-11 15,2 3-4-15,7 2-4 0,-20 7-5 0,8 0-5 0,-2 4-2 16,-1 2-7-16,1-1-5 0,2 0-6 0,4 2-2 16,0 0-4-16,3-4-1 0,1 5-6 0,1 1 0 15,4-4-3-15,1-3 6 0,2 1-14 0,1 1-5 16,3-3-7-16,-1-2 1 0,3 1-3 0,2-1-2 16,-1-2 1-16,1 0-2 0,-2-3-2 0,0 1 1 15,-10-2-1-15,14 2 2 0,-14-2-3 0,16 0 3 16,-16 0 3-16,0 0 5 0,14-4 1 0,-14 4 4 15,0 0-3-15,7-5-3 0,-7 5 3 0,0 0-3 16,0 0 10-16,3-8 1 0,-3 8-4 0,0 0 4 16,0 0 2-16,0 0 2 0,-26 2 2 0,15 3 9 15,-1 1 4-15,-4 0-3 0,0 4 9 0,1 0 9 16,-2 0 6-16,0 4-2 0,2 0 4 0,2-4-8 16,2 0-1-16,2-1-7 0,2 0 3 0,3 0 2 15,1 2-10-15,2-1-1 0,1-10-5 0,5 16 1 16,3-9 7-16,3 1-11 0,2-3-3 0,15-3-23 15,3-1-14-15,3-2-30 0,6-1-26 0,-3-1-29 16,-2-4-38-16,-1 2-38 0,-1 0-31 0,-5-2-43 16,4 0-34-16,-11 2-199 0,-2-2-532 0,7-5 236 15</inkml:trace>
  <inkml:trace contextRef="#ctx0" brushRef="#br0" timeOffset="31056.85">11401 5107 82 0,'0'0'148'0,"5"-4"-47"0,-5 4-36 15,0 0-35-15,0 0-35 0,0 0-66 0,0 0-76 16,0 0 34-16</inkml:trace>
  <inkml:trace contextRef="#ctx0" brushRef="#br0" timeOffset="31625.51">13607 5386 67 0,'-8'0'190'0,"8"0"-16"0,-10-2-9 0,10 2-13 15,-9 0-14-15,9 0-12 0,0 0-13 0,0 0-10 16,-8 2-8-16,8-2 0 0,0 0-1 0,0 0-4 16,29 0-6-16,-8 0-5 0,13-3-7 0,7-2-9 15,10 0-5-15,5-1-7 0,-1 2-15 0,-15-2-33 16,-2 2-42-16,-2 1-36 0,-4 3-45 0,-1-4-39 15,-11 3-118-15,-6-1-298 0,-1 1 132 0</inkml:trace>
  <inkml:trace contextRef="#ctx0" brushRef="#br0" timeOffset="32055.68">13883 5355 126 0,'-11'-2'220'0,"11"2"-21"15,0 0-20-15,-9 0-9 0,9 0-23 0,0 0-17 16,0 0-15-16,-6 11-6 0,3 1 9 0,-1 5 3 16,4 1-1-16,-4 12 0 0,2-2-9 0,-2 0-23 15,2-1-7-15,2 2-5 0,0 1-3 0,0-2-6 16,0 1-3-16,0-2-9 0,0-3-3 0,0-5-6 16,2 0 0-16,-2 1-2 0,4-2-6 0,-4 0 2 15,1-2-9-15,0-4 1 0,1-1-9 0,-2 2-1 16,2-3 1-16,-2 0-3 0,2 1 0 0,-2-2-3 15,0-1 1-15,0-8-3 0,0 10-4 0,0-10-2 16,-2 9-2-16,2-9-2 0,-2 7 1 0,2-7-11 16,-8 6-13-16,2-4-6 0,-1 0-5 0,-4 0 4 15,-3-2-9-15,3 0 1 0,-7 0 5 0,5-2 3 16,-1 2 0-16,-1-2 7 0,-2 2-4 0,2 0 6 16,4 0 1-16,2 0 3 0,0-2 2 0,9 2 4 15,-14-2 6-15,14 2-2 0,-9 0 0 0,9 0-2 16,0 0 1-16,0 0-1 0,0 0-1 0,0 0 8 15,0 0 5-15,0 0 9 0,0 0-5 0,44 3-3 16,-25-3 1-16,10 3-1 0,-1-3 1 0,7-2-3 16,-1 2-10-16,1-2-28 0,0 0-41 0,1 1-50 15,-2-1-43-15,-1-1-56 0,-3-1-133 0,1-2-383 16,2 2 170-16</inkml:trace>
  <inkml:trace contextRef="#ctx0" brushRef="#br0" timeOffset="32526.43">14472 5749 176 0,'-5'-5'240'0,"-1"0"-12"0,-1 0-11 0,-6 0-17 16,0 3-9-16,0 0-9 0,-7 2-14 0,2 4-12 15,-4 1-10-15,2 0-22 0,2 5-8 0,-9 1-13 16,10-1-10-16,2 3-10 0,-1 1-8 15,3-2-8-15,5 0-4 0,-2 4-9 0,6-6-4 0,1 2-9 16,3 0 1-16,0-4-5 0,5 2 1 0,2 1-4 16,6-1-6-16,-4-3-2 0,7 1-1 0,3-2 0 15,0-3-4-15,2 1-3 0,-2 0 0 0,1-3-5 16,-3 2-4-16,-4-2-2 0,-2-2 0 0,1 1 3 16,-2-1 3-16,-10 1-4 0,13-2-3 0,-13 2 2 15,11-1-2-15,-7-1 1 0,-4 2-1 0,8-4-1 16,-8 4-2-16,0 0 2 0,0 0-1 0,3-8 0 15,-3 8 0-15,0 0-6 0,0 0 2 0,-15-5 0 16,15 5 0-16,-19 0-1 0,8 2 1 0,-3 0-1 16,-3 3 3-16,-2 0 1 0,2 3 1 0,-2-2 1 15,-4 7 3-15,6-3-2 0,1 0 1 0,3-1-5 16,4 0 11-16,-1-1-13 0,4 2 4 0,2 1 1 16,-3-3-2-16,5 0 1 0,0 2 1 0,2-10 2 15,7 20-1-15,-3-14 3 0,6 2 2 0,3-3 0 16,2-1-2-16,5-2 4 0,0 1 4 0,3-2-27 15,3-2-13-15,-3 0-27 0,-3 1-32 0,1-5-37 16,1 5-57-16,6-6-36 0,0 2-237 0,-8-5-485 16,5 2 215-16</inkml:trace>
  <inkml:trace contextRef="#ctx0" brushRef="#br0" timeOffset="32855.71">15173 5787 98 0,'0'0'225'0,"0"0"-9"15,0 0-7-15,-19-5-3 0,19 5-8 0,0 0-6 16,0 0-10-16,0 0-11 0,0 0-12 0,-8-2-16 16,8 2-8-16,0 0-17 0,0 0-13 0,0 0-9 15,0 0-5-15,0 0-8 0,0 0-7 0,0 0-4 16,0 0-6-16,32-1-12 0,-20 2-2 0,7-2-5 16,-6 0-14-16,7-2-19 0,-1 3-27 0,-7 0-46 15,1 0-58-15,-2-1-57 0,0 0-49 0,-11 1-187 16,11 0-443-16,-11 0 197 0</inkml:trace>
  <inkml:trace contextRef="#ctx0" brushRef="#br0" timeOffset="33024.39">15150 5887 149 0,'0'0'232'0,"-5"6"-17"0,5-6-21 15,0 0-15-15,-3 4-17 0,3-4-13 0,0 0-7 16,0 0-13-16,0 0 0 0,0 0-16 0,14 8-15 15,-5-6-6-15,1 0-19 0,1-1-40 0,-1-1-34 0,1 1-86 16,2-1-80-16,-3-2-139 0,3-1-331 16,-1-1 146-16</inkml:trace>
  <inkml:trace contextRef="#ctx0" brushRef="#br0" timeOffset="33802.15">16604 5568 47 0,'0'0'133'0,"0"0"0"15,0 0-2-15,-6-5-8 0,6 5-6 0,0 0-6 16,-9-6 4-16,9 6-1 0,-6-1-5 0,6 1-6 16,0 0-2-16,-11-3-8 0,11 3-4 0,-9-1-7 15,9 1-5-15,-11-1 1 0,11 1-2 0,-10-1 2 16,10 1 1-16,-9-1 3 0,9 1-7 0,0 0-4 16,-8-2-2-16,8 2-26 0,0 0-4 0,0 0-6 15,0 0-3-15,0 0-6 0,0 0-3 0,0 0 2 16,0 0-2-16,0 0 2 0,37 2-5 0,-6-4 0 15,-1 4-1-15,5-4-5 0,0 1 0 0,0-2-2 16,2 1 1-16,0-1-22 0,-5 5-23 0,-2-2-23 16,-10-2-33-16,1 2-34 0,-5 0-25 0,-4 0-24 15,-2 0-9-15,-1 0-122 0,-9 0-329 0,11-1 146 16</inkml:trace>
  <inkml:trace contextRef="#ctx0" brushRef="#br0" timeOffset="34211.05">16855 5513 130 0,'0'0'219'0,"0"0"-5"16,-8-4-13-16,8 4-13 0,0 0-21 0,0 0-17 16,-8-1-18-16,8 1-14 0,0 0-7 0,-3 13-8 15,-1-1 5-15,-5 6 14 0,1 6-6 0,-1 3-10 16,2 2-10-16,-1-1 4 0,3 2-4 0,1 1 0 16,3 0-6-16,-3-2-6 0,1-3-7 0,2 2-4 15,0-3-3-15,1-5-12 0,0 0-4 0,1-2-8 16,-1-1-1-16,1 0-3 0,0-1-8 0,1-2 10 15,-1 1-18-15,-1-5 0 0,1 3-5 0,2-3 3 0,-2 0-2 16,-1 1-2-16,0-11-9 0,0 13-3 16,0-13-16-16,-1 12-3 0,1-12-7 0,-5 10-7 15,1-6-9-15,4-4-6 0,-10 4-7 0,0-2-4 16,2-2 0-16,-2 0 6 0,-2-2-2 0,1 0 5 16,-2 0 1-16,0-1 5 0,-3-1 4 0,3 2 5 0,1-3 0 15,2 3 7-15,1-1 10 0,3 0 9 16,6 3 7-16,-12-3 5 0,12 3 1 0,-8-4 1 15,8 4-3-15,0 0 3 0,-7-3-3 0,7 3 2 16,0 0-1-16,0 0 0 0,24-3-5 0,-7 2 4 16,3-1 1-16,1 0-6 0,8-1 0 0,3 2-4 0,-3-1-19 15,3 1-16-15,4 0-20 0,-5-1-29 16,-1 1-26-16,-3 0-31 0,-4 0-23 0,-1-1-11 16,-2 0-9-16,0-1-7 0,-4 3-116 0,-3-4-331 15,0 4 146-15</inkml:trace>
  <inkml:trace contextRef="#ctx0" brushRef="#br0" timeOffset="34445.61">17094 6006 303 0,'8'-5'1'15,"-8"5"35"-15,0 0 18 0,5-15 19 0,-2 12 11 16,-1-3 16-16,-2 6 30 0,0-10 20 0,0 10 8 16,1-10 0-16,-1 10 10 0,0-9 5 0,0 9 4 15,0 0-5-15,0 0-4 0,0-10-11 0,0 10-14 16,0 0-16-16,0 0-17 0,0 0-12 0,0 0-14 16,0 0-3-16,0 0 5 0,0 0-1 0,0 0-2 0,-4 36-3 15,-1-21-2-15,1 4-1 0,-1-2-11 16,3 1-1-16,-1-1-6 0,-1 2-7 0,0-2-1 15,2 1-2-15,-2-1-10 0,1-1 0 0,2 3-7 16,-3-4-4-16,3 0 6 0,-4 1-8 0,4-3-9 16,-1-4-21-16,1 3-20 0,-2-1-26 0,2-1-31 15,1-3-29-15,-1 2-36 0,1-9-40 0,-3 13-38 16,3-13-26-16,0 7-34 0,0-7-148 0,0 0-468 16,0 0 207-16</inkml:trace>
  <inkml:trace contextRef="#ctx0" brushRef="#br0" timeOffset="34691.46">17117 5988 74 0,'1'-10'221'16,"3"4"-22"-16,4-1-21 0,2-1-11 0,3 1-7 16,2 0-6-16,3 1-4 0,2 1-15 0,-2 4-11 0,0-1-14 15,0 2-13-15,-3 2-10 0,-2 1-7 16,0 3-7-16,-3-1-11 0,-2 0-5 0,1 2 0 15,-4-1-8-15,-3 0-5 0,0 1-3 0,-2-7-6 16,-3 15 1-16,-3-6-4 0,-3 0-2 0,-3 2-2 16,-4-2-5-16,-2 1-2 0,-1-3-10 0,3 1-24 0,-2-2-27 15,3-2-33-15,1 2-41 0,2-2-42 16,3 0-29-16,-1-2-141 0,10-2-353 0,-13 2 156 16</inkml:trace>
  <inkml:trace contextRef="#ctx0" brushRef="#br0" timeOffset="35093.49">17535 5991 40 0,'2'-8'258'0,"-2"8"-20"0,0 0-20 16,0 0-19-16,0 0-16 0,-16-5-13 0,16 5-1 16,-16 4-16-16,9-2-13 0,-2 2-14 0,0 0-10 15,-4 7-10-15,4-3-12 0,1 1-7 0,2-2-12 16,1 2-5-16,-2 1-6 0,6 0-5 0,0 0-8 15,3-1-1-15,0 1-3 0,3-2-3 0,0 1-12 16,5-2-2-16,-1-1-4 0,3 0-2 0,-2-2-5 16,0 0-3-16,-1-1-1 0,2-1-5 0,-3-1 1 15,-8-1 1-15,12 2 1 0,-12-2-4 0,10 0-1 16,-10 0 1-16,0 0 3 0,8-4 0 0,-8 4 6 16,0 0-3-16,2-5 2 0,-2 5-3 0,0 0-2 15,0 0-3-15,0 0 1 0,-21-5 3 0,21 5 6 16,-17 5-1-16,3-1 8 0,2 1-4 0,-6 0 3 15,3 4 4-15,0-1 3 0,2 3 1 0,0-2-7 0,3 0 5 16,2-1-4-16,0 1-3 0,3-1-2 16,-1 2-2-16,2-2-3 0,3-1 1 0,1 1 0 15,0-8 0-15,8 14 1 0,0-7 3 0,3-2-4 16,5 1-13-16,5-2-25 0,1 0-28 0,6-4-31 16,2 0-36-16,1 0-26 0,2 0-43 0,3-5-56 0,-3 1-225 15,-2-3-502-15,4 1 222 0</inkml:trace>
  <inkml:trace contextRef="#ctx0" brushRef="#br0" timeOffset="35309.68">18061 5906 59 0,'-6'-9'309'0,"6"9"-18"15,-4-4-29-15,4 4-19 0,0 0-24 0,0 0-20 16,-1-7-18-16,1 7-11 0,0 0-9 0,15-3-14 15,-2 5-10-15,6-4-16 0,2 1-11 0,11 2-8 16,-2 1-11-16,2-1-10 0,-1 0-28 0,-3 0-30 16,-8 0-32-16,-1-1-34 0,-3 3-39 0,-5-3-47 15,1-1-46-15,-5 1-26 0,-7 0-32 0,10-3-116 16,-10 3-376-16,6-6 167 0</inkml:trace>
  <inkml:trace contextRef="#ctx0" brushRef="#br0" timeOffset="35502.14">18305 5810 225 0,'-3'-6'240'0,"3"6"-1"0,-6-5-7 16,6 5-16-16,0 0-19 0,0 0-20 0,0 0-17 16,0 0-19-16,0 0-3 0,0 0 10 0,-7 12 9 15,5-2-2-15,-1 2 4 0,1 1-4 0,-3 2-1 16,3 3-6-16,-2-1-19 0,1 0-12 0,-2 1-7 16,1-3-16-16,0 2-10 0,1 3 1 0,0-8-12 15,-2 3-2-15,3 0-22 0,0 1-28 0,0-4-40 16,0-2-41-16,1 2-58 0,-2-2-79 0,3-10-68 15,-1 15-272-15,1-15-580 0,0 9 258 0</inkml:trace>
  <inkml:trace contextRef="#ctx0" brushRef="#br0" timeOffset="36124.17">18832 5717 3491 0,'-4'-12'-10'16,"2"2"0"-16,0 1 6 0,2 9 3 0,-1-12 3 0,1 12 5 16,1-10-1-16,4 5-2 0,8-1-3 15,3-1-24-15,3 1 6 0,11 0 0 0,2 0 1 16,4-1 5-16,0 3 3 0,-2 1 2 0,3-2-5 16,-3 2 3-16,-3 1-20 0,-1 0-16 0,-11 0-21 15,-5 1-22-15,-2 0-23 0,-5 1-20 0,-7 0-15 0,14 0-5 16,-8-2-14-16,-6 2 7 0,0 0 7 15,0 0 12-15,0 0 16 0,0 0 14 0,0 0 12 0,-23-7 17 16,23 7 26-16,-16-1 20 0,10 0 27 16,6 1 23-16,-13-2 29 0,13 2 14 0,-12-2 13 15,12 2 7-15,-7-1 3 0,7 1 2 0,0 0-8 0,-12 0-6 16,12 0-6-16,0 0-8 0,0 0-3 16,-7 10 10-16,3-2 15 0,0 4 3 0,-2 4 0 15,1 1 7-15,-2 8 6 0,-1 0 2 0,-2 1 2 16,3 2-6-16,-1-4-2 0,1 4-7 0,0-5-6 15,-2 3 0-15,2-2-4 0,2 1-12 0,-1-1-2 0,3-5-3 16,0 0-4-16,1-2 2 0,1 1-16 16,-1-3-4-16,2-2-2 0,0 4-2 0,-3-1-2 15,3-3-1-15,-3-3-6 0,3 1 5 0,0-3-9 16,0-8-8-16,-1 10-6 0,1-10-9 0,0 9 2 16,0-9 1-16,0 0-10 0,-1 6-5 0,1-6-12 0,0 0-4 15,0 0-9-15,0 0 1 0,-21-11 4 0,15 7 5 16,0-3-1-16,-1 1 8 0,-2-1-2 0,2 0 2 15,1 3 1-15,0-1 2 0,1 2 4 16,5 3 5-16,-11-7 3 0,7 5 0 0,4 2 2 0,-7-4 3 16,7 4 2-16,0 0-1 0,0 0-2 0,-8-2 2 15,8 2-4-15,0 0 6 0,0 0 1 0,0 0 1 16,0 0 5-16,0 0 3 0,0 0 1 16,34 8-10-16,-17-7-13 0,3-1-21 0,8-1-21 0,-6 1-37 15,8-2-35-15,-4 4-29 0,3-5-16 0,6 0-29 16,-10 2-5-16,-4 0-15 0,0 1 0 0,-1-4-117 15,-4 2-366-15,-4 0 161 0</inkml:trace>
  <inkml:trace contextRef="#ctx0" brushRef="#br0" timeOffset="36472.58">19319 6043 1009 0,'9'-2'-33'0,"-3"-1"25"0,-6 3 38 16,9-4 43-16,-4-1 22 0,-5 5 33 0,5-4 16 15,-5 4 6-15,8-3-2 0,-8 3-11 0,0 0-13 16,0 0-13-16,0 0-11 0,0 0 0 0,0 0 7 16,10 7 0-16,-10-7-2 0,3 10 0 0,-2-3 6 15,-1 1 10-15,0-8-5 0,-3 16-4 0,5-6-12 16,-1-1-8-16,0-1-8 0,-1-8-3 0,-1 11-3 15,2-5-4-15,-1-6-8 0,0 7 2 0,0-7-7 16,0 0 5-16,0 0 3 0,-1 11 9 0,1-11 4 16,0 0 4-16,0 0 1 0,0 0-9 0,0 0-9 15,0 0-6-15,0 0-3 0,0 0-7 0,0 0-8 16,0 0-2-16,-3-27-13 0,7 18 5 0,-1-2-11 16,2 0-11-16,5-4-8 0,0 0 0 0,1 0-1 15,3 1-1-15,-1 1-7 0,-1 2 7 0,1 2-1 16,2-3-4-16,-4 7 3 0,-1-1-9 0,0 2-5 15,-1 2 4-15,3 0 0 0,-4 4 4 0,3-1-4 16,-5 2-2-16,3 3 1 0,0 0 4 0,-3 3-2 16,1-1 5-16,-3 3 2 0,-1 1-5 0,1 4-3 15,0 1 7-15,-1-5 5 0,-3 6 7 0,2-1-12 16,-1-2 10-16,1 2-6 0,-1-1-10 0,-2-4-38 16,1-2-59-16,1 1-46 0,-1 0-56 0,-1 0-74 15,2-6-67-15,-1-5-262 0,-1 13-662 0,1-13 293 16</inkml:trace>
  <inkml:trace contextRef="#ctx0" brushRef="#br0" timeOffset="36954.85">19990 6009 284 0,'0'0'296'0,"0"-13"-12"0,0 13-17 0,-2-13-23 15,0 7-17-15,-2-2-11 0,0 0 0 0,0 2-14 16,4 6-12-16,-8-9-4 0,5 5-21 0,3 4-18 16,-8-5-11-16,8 5-18 0,-9-3-9 0,9 3-5 15,-18 7-18-15,7-1-10 0,-4 2-6 0,-1 4-1 16,1-1-2-16,2 2-10 0,-1-2-8 0,4 1-3 16,2 1 1-16,3-1-7 0,0 0-4 0,4 0-6 15,3-1-2-15,5 0 5 0,-2 0-5 0,4-2 3 16,1 0-5-16,5-2-7 0,-3 0 3 0,7-2-9 15,-4 0-3-15,4 1 0 0,-7-4-5 0,1-1 4 0,-2 1 1 16,1-1-3-16,-5-2 0 0,1 1 2 16,-8 0-5-16,10-3 2 0,-10 3 6 0,10-2 1 15,-10 2 5-15,6-4-20 0,-6 4 5 0,0 0-8 16,0 0 4-16,0 0-3 0,0 0 6 0,-23-7-9 16,11 7 7-16,-6 4 7 0,-1-1 7 0,-3 1 8 0,-3 3 10 15,-2 3 2-15,8-2 3 0,0 0 5 16,-1 2-2-16,6-1-2 0,-2 1 2 0,7-1-5 15,0 0 2-15,2 1-11 0,0 1 3 0,3-3 1 16,3 4 2-16,1-3-1 0,5 0 0 0,4-1 5 0,2 3 2 16,7-3 3-16,8 0-7 0,4-6-4 0,6 0-18 15,-3 1-26-15,3-3-33 0,-1 0-42 16,-3-3-37-16,0 0-50 0,-11 2-59 0,0-6-78 16,6 2-79-16,-10-2-229 0,-1-1-673 0,-1-1 297 15</inkml:trace>
  <inkml:trace contextRef="#ctx0" brushRef="#br0" timeOffset="37554.42">21976 5967 104 0,'-5'-2'238'0,"5"2"-6"0,-11-2-9 16,11 2 7-16,0 0-15 0,-9-4-22 0,9 4-16 15,0 0-17-15,0 0-19 0,0 0-10 0,0 0-14 16,0 0-1-16,0 0 1 0,34 5-3 0,-4-2-4 16,9-3-6-16,16 6-5 0,2-1-9 0,7 0-1 0,-3-4 0 15,1 1-9-15,-2-2-8 0,-4 2-4 16,-3-1 2-16,-14 1 2 0,-1-1-1 0,-4-1 9 16,-6 1 0-16,0-2-5 0,-11 1 11 0,-5 0-4 15,1 0 2-15,-3-1 1 0,-1 1 6 0,-9 0 6 0,10 1 1 16,-10-1-13-16,10 0 4 0,-10 0-3 15,0 0-8-15,8 0-8 0,-8 0-10 0,0 0-3 16,9 1-4-16,-9-1-18 0,0 0-24 0,0 0-32 16,0 0-46-16,0 0-49 0,0 0-53 0,0 0-50 0,0 0-59 15,0 0-69-15,0 0-285 0,0 0-684 0,0 0 303 16</inkml:trace>
  <inkml:trace contextRef="#ctx0" brushRef="#br0" timeOffset="37858.54">23507 5928 2813 0,'15'-15'40'15,"-6"-1"48"-15,0 4 19 0,-1 1-16 0,-3-2 2 0,0 3 11 16,0 0 2-16,-1 2 2 0,0-1 13 0,-2 3 8 16,2 1-4-16,-4 5 10 0,4-11-8 0,-4 11-12 15,4-5-11-15,-4 5-17 0,4-5-10 0,-4 5-9 16,0 0-9-16,0 0-20 0,0 0 8 0,5 21-7 15,-5-10-4-15,0 6 7 0,0 1-9 0,-2 1-3 16,2 2 0-16,-3 4-1 0,0-1-3 0,2-5 0 16,-2 0-5-16,3 0-3 0,-4-2 0 0,4 2 2 15,-5 0-4-15,4-1-3 0,0-7 1 0,-2 2 4 16,1 0-7-16,-1 0-1 0,2-4-13 0,-1 1-31 16,2-3-40-16,0-7-45 0,-3 10-45 0,3-10-38 15,-2 6-41-15,2-6-55 0,0 0-69 0,0 0-260 16,0 0-679-16,0 0 301 0</inkml:trace>
  <inkml:trace contextRef="#ctx0" brushRef="#br0" timeOffset="38137.58">23479 5738 95 0,'-14'-2'252'15,"-4"4"-14"-15,1 3-26 0,-2 1-5 0,2 4-7 16,-6 4-2-16,-1 2-7 0,1 3-7 0,3 2-10 16,0 0-5-16,4-1-12 0,0 5-3 0,7-8-12 15,-3 7-4-15,4 0-12 0,2 2-10 0,2-2-12 16,3 2-2-16,2-7-9 0,4 1 2 0,3 4-7 16,4 0-10-16,0-7-8 0,6 2-1 0,2-1-5 15,2-2-9-15,2 1-5 0,1-3-1 0,2-4-6 16,2 2-26-16,-1-5-14 0,-1-1-43 0,0 0-49 15,-7-1-63-15,-2-3-59 0,11-4-83 0,-11 1-231 16,3-3-568-16,0-1 251 0</inkml:trace>
  <inkml:trace contextRef="#ctx0" brushRef="#br0" timeOffset="38405.35">23863 5863 30 0,'5'-6'266'15,"2"1"-14"-15,2 0-18 0,0 0-8 0,1 3-14 16,4 0-13-16,-2 2-34 0,0 2-7 0,6 0-11 16,-5 3-17-16,1 4 0 0,1 2-15 0,-1 4-8 0,-3 2-3 15,1 5 4-15,-3 2-14 0,-5 0-4 16,-4 0-3-16,-1 3 0 0,-3 2-5 0,-1-1-6 15,-5-3-11-15,-3 1-4 0,-4-3-9 0,-1-2-27 16,-3-2-49-16,-2-3-59 0,1 1-77 0,-2-7-68 16,-4 1-241-16,1-5-506 0,-1 2 224 0</inkml:trace>
  <inkml:trace contextRef="#ctx0" brushRef="#br0" timeOffset="38567.08">23752 6227 83 0,'3'-10'331'0,"-3"10"-22"16,0 0-33-16,2-7-22 0,-2 7-29 0,0 0-22 0,2-8-36 15,-2 8-53-15,0 0-69 0,0 0-91 0,3-9-90 16,-3 9-169-16,0 0-329 0,-7-7 146 0</inkml:trace>
  <inkml:trace contextRef="#ctx0" brushRef="#br0" timeOffset="-107328.21">5469 7557 21 0,'3'-7'41'0,"-3"7"1"0,1-8-8 0,-1 8-9 0,0 0-14 16,0 0-10-16,1-7-16 0,-1 7-12 15,0 0-29-15,0 0 13 0</inkml:trace>
  <inkml:trace contextRef="#ctx0" brushRef="#br0" timeOffset="-22159.87">7449 7899 23 0,'3'-7'123'0,"-3"7"-7"0,3-6-9 16,-3 6-7-16,4-7-11 0,-4 7-6 0,4-5-12 16,-4 5-7-16,0 0-6 0,0 0 0 0,9-1-16 15,-9 1 2-15,0 0-10 0,0 0 4 0,11 5-11 16,-11-5-8-16,8 5-11 0,-4-2-20 0,-4-3-27 16,5 7-6-16,-2-1-23 0,-3-6-89 0,0 14-170 15,1-8 76-15</inkml:trace>
  <inkml:trace contextRef="#ctx0" brushRef="#br0" timeOffset="-18929.6">7581 7778 140 0,'0'0'172'0,"0"0"-6"0,-2-10-6 0,2 10-13 0,2-9 0 16,-2 9-4-16,0 0-8 0,-2-10-7 16,2 10 3-16,0-11-7 0,0 11-7 0,-1-7-8 15,1 7-1-15,-1-7-4 0,1 7 1 0,0 0-7 0,0 0-7 16,0-11-6-16,0 11-10 0,0 0-7 0,0 0-8 15,0 0-9-15,0 0 2 0,0 0-18 0,-1-10-2 16,1 10-8-16,0 0-2 0,0 0-3 0,0 0-1 16,0 0-5-16,-2 30-2 0,2-13 4 0,-2 0-5 15,-1 2-2-15,2 6 0 0,-3 0-2 0,0 3 2 16,2-2-4-16,-1 1-4 0,2-1 4 0,-3 1 3 16,1-2-5-16,3 2 3 0,-1-1-6 0,0-7 7 15,1 1-4-15,-3 6 1 0,3-8-2 0,0-1 0 16,-1-1 0-16,0 2-1 0,1-3 1 0,0 1 5 15,1 0-2-15,-4-4 0 0,2 1-1 0,0-3 0 16,0 3-1-16,-3-4 2 0,0 1-7 0,3 0-18 16,-3-1-22-16,1 1-26 0,-1-6-25 0,3 3-11 15,-7-1-21-15,3-2-29 0,5-4-12 0,-12 5-17 16,6-3-11-16,6-2-122 0,-11 0-341 0,11 0 150 16</inkml:trace>
  <inkml:trace contextRef="#ctx0" brushRef="#br0" timeOffset="-18515.21">7572 7811 126 0,'13'-11'141'0,"0"-1"-10"0,-2 5-7 0,-4 1-8 0,2 0-17 16,-2 4 0-16,-1-2-22 0,2 2 1 0,-8 2-22 0,18 3 6 15,-11 0-14-15,1 4 1 0,1 1-5 16,-3 3-2-16,3 2 0 0,-6 5-4 0,1 0 1 16,-3 1 5-16,-2 2-7 0,-2 3-4 0,-1-5 3 15,-1 6-6-15,-4-2 3 0,0-4-8 16,0-2 0-16,-1-2-4 0,-3 0 0 0,2 0-3 0,3-6 3 0,-6 2-6 16,4-2-3-16,1-5 0 0,-1 2-1 15,3-3-3-15,0 0 0 0,0-2-2 0,7-1 4 16,-14-1-1-16,14 1-2 0,-9-6 1 0,5 0-14 0,4 6 12 15,-7-8-1-15,7 8-3 0,-5-8 2 16,5 8 2-16,-3-4-1 0,3 4-10 0,0 0-3 16,0 0 5-16,0 0 3 0,0 0-3 0,0 0 4 15,0 0-7-15,0 0 3 0,22 16 6 0,-16-6-1 16,2-2 7-16,-1 4 1 0,4-1-3 0,-1 1 0 16,1 1 2-16,0 1 0 0,-1-1 1 0,1 1-1 15,2-1 0-15,-1-2-23 0,-2 3-41 0,0-7-54 0,0 0-185 16,-2 1-318-16,1-2 141 0</inkml:trace>
  <inkml:trace contextRef="#ctx0" brushRef="#br0" timeOffset="-18144.93">7766 8257 137 0,'11'-6'181'15,"2"2"-24"-15,5-5-13 0,0 2-15 0,1-2-18 16,0 0-5-16,6-3-9 0,0 1-11 0,-6-1-11 16,-1 2-6-16,7-6-4 0,-8 3-8 0,4-6-3 15,-7 6-9-15,0-3-1 0,0 2-7 0,-4-2-1 16,1 1-2-16,-3 1-5 0,-5 4-2 0,1-1-6 16,-2 3 0-16,-2 0 9 0,0 8-6 0,-1-11 1 15,1 11-5-15,-6-10-1 0,1 7-7 0,5 3 2 16,-14 0-5-16,2 3-1 0,-2 3 2 0,0 4-1 15,-1 0 4-15,0 1 4 0,3 2 7 0,0 1 15 16,2 0 4-16,1 1-3 0,1-1-6 0,5-2 6 16,-1-1-16-16,2 1 3 0,1 0-4 0,2-1-3 15,3 1 0-15,0-2 2 0,4 2-3 0,1-4 1 16,0 1-5-16,1-3-13 0,3 1-18 0,-2 0-22 16,7-3-15-16,0 1-2 0,2-2-52 0,1-1-23 15,1-2-19-15,-2 1-15 0,-1-2-115 0,2-1-302 16,-4-2 134-16</inkml:trace>
  <inkml:trace contextRef="#ctx0" brushRef="#br0" timeOffset="-17181.31">8393 8013 63 0,'0'-7'209'0,"0"0"-7"16,0 7-6-16,-5-13-6 0,2 9-10 0,3 4-7 16,-16-5-9-16,5 5-11 0,0 3-3 0,-8 4-12 15,3 5-8-15,-6 2-9 0,-1 5-13 0,2 1-8 0,4 2-13 16,-1-3-7-16,1 2-7 0,7-4-10 0,5-2-3 15,0 0-4-15,3 3-7 0,0-1-7 16,2-4 1-16,4 2-5 0,2-4 0 0,0 0-8 16,5-3 1-16,-2 1-5 0,3-2 0 0,2 0-3 15,0-1-1-15,-1-3-4 0,5 1 1 0,0-2-4 0,-3-1 0 16,2-2-2-16,-3 0-6 0,3-2-7 16,-5 1-4-16,4-3-3 0,2-2-5 0,-4 0-2 15,1-3 0-15,-1-1-19 0,1-2-3 0,-3-1 3 16,-2-2-1-16,-1 0 2 0,-1-1 5 0,-3-1 1 0,1 1 1 15,2 0 5-15,-6 2 1 0,2 3 8 16,-1 3 17-16,-1 1 7 0,0 1 5 0,-2 7-6 16,1-6-2-16,-1 6-4 0,0 0 3 0,0 0 2 15,0 0 11-15,-15 26-3 0,7-10-1 0,0 0-4 16,-1 3 3-16,-1-2-5 0,3 6-2 0,1-6 1 0,1-2 1 16,4 3-2-16,-2-5 2 0,7-1-6 0,-2-1 2 15,1-1-1-15,3 2 6 0,-1-3-2 0,5 0 5 16,0-3-9-16,-1 1 1 0,9-1-1 15,-3-2 3-15,3-2-1 0,-5-2 1 0,6 0-4 0,-1 0 0 16,-5-2-4-16,-2-2-1 0,3 0-7 0,-3-1-5 16,0-2-8-16,-1-1-13 0,-1-3-8 0,-1 1-1 15,-1 0-4-15,1-5-3 0,-1-2-11 0,-5 1-2 16,2-1 3-16,-5-1 1 0,2 1 10 16,-2-2 5-16,-2 2 1 0,2 0 7 0,1 3 2 0,-1 2 7 15,-1 3 6-15,2-1 7 0,-1 3 2 0,1 7 4 16,1-11-3-16,1 5 1 0,-2 6-2 0,11-5 1 15,-5 3 2-15,5 2 11 0,-1 3 3 16,4 1-1-16,3 2 1 0,-2 3 3 0,2 0-1 0,-1 3 3 16,-2 1 1-16,2 1 3 0,-4-1 5 0,1 0 4 15,-3 0-1-15,-2-2-1 0,-2 0 3 0,2 1 1 16,-3-3 0-16,-1 3-6 0,0-3-2 0,-1-2-1 16,-1-1 3-16,-1-2 4 0,-1-4 7 0,4 12 11 15,-4-12 6-15,1 6 3 0,-1-6-5 0,0 0-2 16,0 0-4-16,-10 3-3 0,10-3-4 0,0 0-3 15,0 0-2-15,-18-11 0 0,14 7-2 0,1-2-3 16,3 6-3-16,-3-19-1 0,3 6-4 0,4-3 1 16,2-1-6-16,3-8-2 0,4 4-3 0,4-1-1 15,-2 3 2-15,4 2-3 0,-2 4-2 0,-1 3 0 16,2 2-4-16,0 2-2 0,-3 5 2 0,2 1-1 16,1 3-1-16,-6 3 2 0,0 0-4 0,4 2 4 15,-6 1 2-15,1 4-3 0,0-1 3 0,0 0 1 16,-3 3-4-16,-3-3 3 0,1 2-2 0,-2-4 3 15,-1 2-2-15,2-5 3 0,-3 5-2 0,2-4 2 16,-4-2 0-16,0-6 4 0,3 10-3 0,-3-10 1 16,0 6 1-16,0-6 1 0,0 0 4 0,0 0-1 15,0 0 0-15,0 0-3 0,0 0-1 0,0 0-3 16,0 0 2-16,0 0 0 0,0 0-3 0,1-27 1 16,1 14-5-16,5-4 1 0,3-1-6 0,4-3-1 15,0 0 4-15,0 5-3 0,-2 2 2 0,4 0 0 16,-3 4-4-16,-1 2 0 0,-2 3 0 0,-1 0 2 15,0 4 0-15,-2 2 3 0,-7-1-3 0,12 8-1 16,-4-2 3-16,0 3 0 0,-4 0 1 0,-1 2-3 16,-2 0 4-16,0 3-2 0,1 3-21 0,-4 0-30 15,2 0-32-15,-1-1-41 0,-1 2-22 0,3-2-43 16,0 0-35-16,2 0-172 0,2 0-434 0,0-5 192 0</inkml:trace>
  <inkml:trace contextRef="#ctx0" brushRef="#br0" timeOffset="-16634.41">9611 7803 70 0,'2'-10'255'0,"-1"4"-13"0,-1 6-21 16,0-12-25-16,0 12-20 0,0-7-23 0,0 7-16 16,0 0-17-16,0 0-12 0,0 0-12 0,-4 34-4 15,-1-8-8-15,0 9-5 0,-3-1-3 0,-2 10-5 16,2-11-6-16,-1 15-11 0,2-18 2 0,-1 1-9 15,0-1-3-15,1-5-6 0,-1-3-3 0,4-4-1 16,0-3-4-16,2-1-2 0,-1-4-2 0,-1-2-1 16,3-1 1-16,0-1 12 0,1-6 13 0,-3 10 8 15,3-10 10-15,-2 6-6 0,2-6-9 0,0 0-1 16,0 0-9-16,0 0-4 0,0 0-2 0,0 0-6 16,1-26-7-16,4 15-1 0,3-3-4 0,3-1-3 0,8-3-6 15,3 0 2-15,-5 5-5 0,6 0-1 0,-2 5 1 16,-1 3 0-16,-1 1-1 0,-1 1-7 15,0 2 0-15,-4 3 3 0,-3 1-5 0,1 3 4 16,-2 0-5-16,-1 3 3 0,0-1-2 0,-5 2 5 16,2 1-4-16,-3 0 2 0,-2 0-2 0,-4 0 0 0,1 1 0 15,-6 0 3-15,-1 0 1 0,0-2 0 16,-5 2 2-16,0-2-2 0,-1 1 0 0,1-1-1 16,-3-4 2-16,2 2-5 0,1-4-15 0,2-1-18 15,-1 1-29-15,2-1-41 0,1 1-45 0,3-4-53 0,7 0-66 16,-16-3-159-16,16 3-462 0,-8-7 204 0</inkml:trace>
  <inkml:trace contextRef="#ctx0" brushRef="#br0" timeOffset="-16442.5">9858 8071 59 0,'0'0'236'0,"5"-7"-23"0,-5 7-23 15,4-3-21-15,-4 3-13 0,0 0-9 0,0 0-11 16,9 13 1-16,-9-2-1 0,1 0-11 15,-1 6-9-15,0-1-13 0,-2 0-10 0,-1 0-6 0,3 4-9 16,0-1-9-16,0-2-6 0,0 1-8 0,0-2-23 16,-2 0-32-16,4-5-42 0,-2 2-52 0,3-3-47 15,-2 0-44-15,-1 1-138 0,0-11-351 0,1 9 156 16</inkml:trace>
  <inkml:trace contextRef="#ctx0" brushRef="#br0" timeOffset="-16045.3">9784 7773 117 0,'0'0'145'16,"5"-5"-23"-16,-5 5-13 0,0 0-20 0,15 16-17 16,-3-1-17-16,3 5-17 0,0 4-20 0,1 2-5 15,3 4-7-15,-1-1-2 0,2 3-5 0,2-2-4 16,1-1-5-16,1-2 2 0,-1-2 4 15,-1-3 2-15,-5-2 9 0,-5-8 10 0,-1-2 3 0,-4-3 16 16,1-1 15-16,-4 0 27 0,0-1 17 0,-2-1 8 16,-2-4-1-16,4 5-2 0,-4-5-7 0,0 0 8 15,0 0-6-15,0 0-2 0,0 0 2 0,0 0 5 16,0 0 2-16,0 0-3 0,0 0-3 0,-5-27-6 16,8 15-5-16,-1 0-7 0,6-5-2 0,2-1-8 15,2-3-5-15,-1 4-6 0,8-3-6 0,2 2-3 16,-5 5-10-16,2 6-2 0,0-1-5 0,2 3-8 15,0 5 2-15,-2 4-7 0,1 1-2 16,-4 4-3-16,2 2 1 0,-3 1-5 0,0 1-1 0,-4 4 4 16,0 0-3-16,-1 1 3 0,-6 0 0 0,1 2-3 15,-3-2-1-15,0 1-10 0,-1-2-29 0,-2 0-39 16,2-2-57-16,-2-3-58 0,2-1-59 0,-1-1-172 16,1-10-450-16,0 18 200 0</inkml:trace>
  <inkml:trace contextRef="#ctx0" brushRef="#br0" timeOffset="-15664.62">10742 8025 19 0,'-4'-5'265'0,"1"-1"-18"0,3 6-21 0,-13-6-19 16,3 6-18-16,10 0-18 0,-28 10-12 0,10 0-9 15,-4 8-12-15,-1 3-11 0,4-2-12 0,2 0-14 16,6-4-11-16,2 1-6 0,1 2-10 0,5-4-6 15,3 1-7-15,2 1-6 0,2-5-3 0,2-1-4 16,4 2-4-16,0-2-4 0,8-4-3 0,-2 1-5 16,0-4-8-16,3 0-10 0,1-3-5 0,-8 0-6 15,8-4-3-15,-4 0-1 0,-7-1 3 0,3-2 0 16,-2 1 2-16,-1-1-1 0,-2-4-2 0,1 1-1 16,-4-1 4-16,2-4-3 0,-2 1 1 0,1-2-1 15,-2 3-3-15,-2 1-1 0,0 3 7 0,2 1 3 16,-3 2 5-16,0 6 1 0,3-10-2 0,-3 10-2 15,1-6-3-15,-1 6-1 0,0 0 3 0,0 0-1 16,0 0 3-16,0 0 4 0,-1 30 3 0,-2-16-6 16,0 0 0-16,2 2 2 0,0 1-2 0,0 1-1 15,1 0 0-15,1-1-2 0,1-1-2 0,2 0-3 16,3-2-37-16,-5-3-43 0,3 0-54 0,3-4-50 16,0 2-61-16,-2-4-159 0,-6-5-435 0,19 5 193 15</inkml:trace>
  <inkml:trace contextRef="#ctx0" brushRef="#br0" timeOffset="-15414.92">11181 7803 32 0,'1'-16'334'0,"0"0"-11"16,-2 6-13-16,2 3-19 0,-1 0-29 0,0 7-29 15,2-10-28-15,-2 10-23 0,0 0-24 0,0 0-8 16,0 0-21-16,5 28-10 0,-3-7-10 0,0 6-6 15,-4 1-8-15,4 5-6 0,-2-2-7 0,-2 0-8 16,2 3-7-16,0-2-5 0,-2 1-3 0,-2-5-4 16,0 4-8-16,4-5-4 0,-1-1 1 0,-1 0-8 15,0-1-4-15,1-7-10 0,-2-2-27 0,0-2-40 16,-1 0-31-16,-2-3-46 0,3-1-52 0,0-1-42 16,3-9-44-16,-6 13-216 0,6-13-513 0,-7 3 227 15</inkml:trace>
  <inkml:trace contextRef="#ctx0" brushRef="#br0" timeOffset="-15102.45">11002 8042 166 0,'0'0'178'16,"0"0"-16"-16,0 0-12 0,0 0-13 0,0 0-7 15,27 3-8-15,-16-3-7 0,8 2-3 0,3-2-10 0,5-1-6 16,2 2-9-16,1-2-8 0,0 1-3 0,-4-1-6 15,3 0-7-15,-7-1-1 0,-2 2-7 16,-3-1-4-16,-2 1-6 0,-3 0 0 0,1 0-3 16,-2-2-3-16,-3 2-9 0,-8 0-1 0,13 2 0 15,-8-1-9-15,1 1 1 0,1 0-3 0,-2 2 0 0,2 0 4 16,0 3-1-16,0-1 10 0,-1 3-2 16,0 1 8-16,-1-1 1 0,-1 2-3 0,1 1-1 15,-4 1-5-15,3 1-1 0,0-1-1 0,-2-1-4 16,0 0 0-16,-2-1-4 0,0 2 2 0,0-1-7 0,0-1-24 15,-2 1-32-15,0-2-45 0,-2 0-64 0,2-3-64 16,2-7-165-16,-10 13-411 0,4-8 183 0</inkml:trace>
  <inkml:trace contextRef="#ctx0" brushRef="#br0" timeOffset="-14935.57">11613 7854 141 0,'1'-8'137'0,"-1"8"-35"0,0 0-28 15,0 0-42-15,0 0-25 0,0 0-42 0,0 0-42 16,0 0-82-16,9 18 36 0</inkml:trace>
  <inkml:trace contextRef="#ctx0" brushRef="#br0" timeOffset="-14377.22">11788 7996 35 0,'0'0'196'0,"-4"7"-9"0,4-7-2 0,-5 10 1 0,2-1 3 16,-2 1-10-16,-1 4-12 0,-2 0-20 0,3 0-11 16,-4 3-11-16,4-2-13 0,0 2-11 0,4-5-8 15,-1 4-8-15,2-6-10 0,2 3-8 0,0-2-5 16,2 0-6-16,2 0-1 0,2-3-8 0,-2 1 0 15,2-2-6-15,2 0-2 0,0-3-4 0,3 1-2 16,1-2-4-16,1 2 0 0,-2-4-4 0,-1-1-1 16,-1-2-4-16,1-1 1 0,-2 1-3 0,1-3 0 15,-3 0-5-15,1-1 4 0,-1-1-4 0,-1-1-3 16,0-1 0-16,-2-1-1 0,1-2-3 0,-2-1 1 16,3-2-2-16,-2-1 3 0,2-1-3 0,1 1 0 15,-1 1-4-15,0 0 1 0,1 0 4 0,0 6 9 16,-3-1 18-16,-1 5 5 0,2-3-10 0,-2 4-2 15,-4 4-6-15,10-2 0 0,-10 2-4 0,13 6 0 0,-3 3-1 16,-4-1 0-16,1 3-3 0,1 5-1 16,-3 0 0-16,2-2 0 0,-2 2 2 0,-1-1 0 15,0 1 0-15,-3-3-4 0,1-3 6 0,0 1 2 16,-2-3-4-16,2 1 4 0,0-4 0 0,-2-5 6 16,3 10 12-16,-3-10 12 0,2 9 21 0,-2-9 4 0,3 4 9 15,-3-4 11-15,0 0 1 0,0 0-10 0,0 0-8 16,0 0-3-16,0 0-7 0,0 0-9 0,6-18-5 15,-3 9-8-15,3-2-8 0,2-5-9 16,4 0-10-16,1 1-6 0,6-5 5 0,-1 2-9 0,-2 4-15 16,-1 3 12-16,1 2-4 0,-5 3-5 0,-2 0 1 15,1 6-1-15,-2-1-1 0,4 2-7 0,-4 3 4 16,-1 2-1-16,-1 2 2 0,1 1 3 0,-3 4-1 16,-1 3 2-16,-3 2 0 0,-1-2-3 0,1 0-1 15,-2 2-39-15,1 0-28 0,-4-2-34 0,0 1-42 16,1 1-75-16,2-7-62 0,0 3-285 0,0-5-621 15,2-9 274-15</inkml:trace>
  <inkml:trace contextRef="#ctx0" brushRef="#br0" timeOffset="-14227.51">12502 8200 173 0,'0'0'249'0,"-4"-8"-27"0,4 8-23 0,0-7-20 0,0 7-22 15,0 0-41-15,0 0-49 0,0 0-74 0,-4-9-63 16,4 9-145-16,0 0-232 0,0 0 103 0</inkml:trace>
  <inkml:trace contextRef="#ctx0" brushRef="#br0" timeOffset="-12926.81">13167 7827 90 0,'2'-9'237'0,"-2"-3"-11"16,0 2-9-16,0 4-14 0,0 6-25 0,0-11-12 16,0 11-24-16,0-8-16 0,0 8-19 0,0 0-10 15,0 0-3-15,0 0-6 0,3 37-9 0,-3-10 0 16,-3 5-6-16,-2 3 2 0,1 11-4 0,2-1-9 16,-1-11-2-16,-1 0-7 0,2-2-8 0,-2-2 4 15,1-1-11-15,3 0 0 0,-2-4-6 0,2-7-5 16,0-3 5-16,0 2-6 0,0-5-2 0,0 1-2 15,0-4-2-15,0-2-2 0,2-1-2 0,-2-6 8 16,3 8-8-16,-3-8 8 0,0 8 7 0,0-8-1 16,0 0-3-16,0 0-1 0,0 0-3 0,0 0-1 15,13-22-5-15,-4 11 3 0,0-5-8 0,6-6 1 16,-1 0-1-16,1 1-4 0,2-2-2 0,2 2 7 16,-2 2-3-16,3 2-8 0,-7 6 1 0,0 1-1 15,1 2-7-15,-7 3 5 0,5 3-4 0,-2 0 1 0,-1 2-3 16,-2 4 1-16,5 1 0 0,-2 2 3 15,6 3-1-15,-7 0 0 0,4 2 0 0,-3 1 3 16,-1 0 1-16,1 2-2 0,0-1 1 0,-5 1 0 16,1-5 6-16,-2 3-6 0,3-3-9 0,-3 0-28 15,-1-1-24-15,0 2-38 0,-3-1-33 0,0-10-42 16,6 14-34-16,-6-14-38 0,2 12-130 0,-2-12-406 0,3 6 179 16</inkml:trace>
  <inkml:trace contextRef="#ctx0" brushRef="#br0" timeOffset="-12637.81">13639 8173 101 0,'0'0'192'0,"2"-12"-14"0,-2 12-27 0,0 0-11 15,0 0-3-15,0 0 6 0,0 0-2 0,0 0-12 0,0 0-18 16,-7 30-5-16,10-20-7 0,1 1 4 0,-2-1-5 16,5 0-9-16,-3 0-11 0,6 1-8 0,2 0-2 15,-3-2-10-15,5 0-4 0,-1-3 0 0,-1-1-6 16,6-1-2-16,-4 0-5 0,-3-4 1 15,5 0 2-15,-1-1 6 0,1 0-3 0,-5-3 5 0,0-1 3 16,1 1-7-16,-3-5-3 0,1 0-1 0,-5-1 4 16,2 1 2-16,-5-2-8 0,-2-1 0 0,0 0-5 15,-4-2-6-15,-4-3-7 0,-2 4 18 0,-1-2-5 16,-3 3 0-16,1 1-9 0,-2 1-5 0,-2 3-9 16,3 3-20-16,1 2-27 0,-3 0-27 0,-3 5-41 15,0 2-53-15,1-1-54 0,5 3-53 0,2 0-155 16,-1-2-451-16,1 3 200 0</inkml:trace>
  <inkml:trace contextRef="#ctx0" brushRef="#br0" timeOffset="-12423.79">13940 7912 216 0,'2'-16'313'0,"-2"6"-9"0,2-2-8 0,-2 5-20 16,2 1-28-16,-2 6-26 0,1-9-23 0,-1 9-21 15,0 0-23-15,0 0-14 0,8 19-3 0,-4 0-11 16,-1 10-7-16,-3 3-14 0,0 3-12 0,2 10-6 16,-2-12-5-16,-2 0-12 0,2 3-5 0,-5-5-17 15,1 0-41-15,0-1-40 0,1-2-45 0,-1 0-49 16,0-3-63-16,4-6-61 0,0 1-221 0,-1-4-510 16,2 1 226-16</inkml:trace>
  <inkml:trace contextRef="#ctx0" brushRef="#br0" timeOffset="-12156.44">14083 8351 162 0,'10'-7'216'0,"5"-4"-4"0,-1 0-4 0,1 0-5 15,2 1-13-15,-1 0-7 0,1 0-14 0,-2-3-14 16,8 0-10-16,0 0-16 0,-8 2-11 16,3-1-7-16,-3 2-9 0,0 0-10 0,-3-2-5 0,0 1-5 15,-3-1 3-15,-3 5 0 0,-1-3-8 0,-1 1-4 16,-1 2-7-16,-2-1-2 0,-1 8-4 0,0-12-4 15,0 12-7-15,-6-10-4 0,6 10-8 0,-11-5-8 16,2 8 0-16,-5 1-1 0,-1 6-4 0,-7 3-5 16,-1 4-4-16,0-1 5 0,5 1-6 0,3-3-4 15,4 2 1-15,2-2-4 0,3 1 1 0,5 1-9 16,1-4-19-16,5 3-21 0,5-1-29 0,3-2-27 16,4-1-49-16,12-1-49 0,7-4-48 0,2-2-201 15,12-1-481-15,6 1 213 0</inkml:trace>
  <inkml:trace contextRef="#ctx0" brushRef="#br0" timeOffset="-10662.3">15461 8018 244 0,'-6'-4'230'0,"-1"0"-22"16,7 4-16-16,-21-1-19 0,10 5-17 0,-6 3-14 15,-1 5-7-15,-2 6-10 0,0 2-7 0,3 3-11 16,-1 0-12-16,5-1-3 0,0-1-11 16,6-4-8-16,1 2-7 0,4-2 0 0,4 0-9 0,1 2-5 15,2-4-4-15,3 0-2 0,5-1-7 0,-3-2 2 16,4-1-6-16,5-1-3 0,1-2 0 0,0-5-2 16,7 6-8-16,-6-4 0 0,0-4 1 0,-1-1 2 15,1-1-6-15,-5-2-4 0,5 2 1 0,-4-7 1 16,0 1-4-16,0-2 0 0,-4 0-5 0,1-3 3 15,-2-2-4-15,-2 0 3 0,2-2-3 0,-5 0 0 16,0 1-1-16,2-2 0 0,-3-2-1 0,0 3 0 16,-1-1-1-16,-1 5-1 0,-2-4-2 0,1 5 1 15,-1 6 6-15,1-2-1 0,-1 1 13 0,-2 6-2 16,4-7-7-16,-4 7-2 0,0 0-4 0,0 0 4 16,0 0-3-16,-1 25-1 0,-2-8 0 0,1-1 1 15,-3 1 0-15,4 3 0 0,-1-2 1 0,2-2-1 16,2 1-1-16,0 0 1 0,2-2 0 0,0 0 0 15,-1-2 1-15,6-1 3 0,-1-1-2 0,2-4-2 16,-1 0 2-16,2-1 3 0,0 1 0 0,2-5 1 16,-3 3-5-16,5-5 4 0,-2 0-4 0,0-5 3 15,0 3-1-15,-1-5-1 0,0 3-2 0,-3-5 4 16,5 0-5-16,-1-5 6 0,-3 3-5 0,-2 0-4 16,-1-6 2-16,2 3 3 0,-5-4-5 0,0 0 0 15,1 1 1-15,-1 0 0 0,-2 2 1 0,0 4-1 16,0 0 7-16,0 3 10 0,0 2-1 0,-1-1 4 15,-1 7-4-15,3-9-9 0,-3 9-2 0,0 0-3 16,0 0-5-16,0 0 0 0,0 0 6 0,0 0-1 16,-1 30-3-16,-3-18 4 0,1 0-3 0,2 3 2 15,0 1-4-15,1 0 5 0,1-1-1 0,0 1 4 16,1-5 1-16,1 2 5 0,1-2 0 0,1 1 2 16,2-3 2-16,0 1 1 0,1-2 5 0,0-2-3 15,3 1 3-15,-1-4 3 0,2 1-2 0,6-2-1 16,-7 0-2-16,3-2 0 0,1-1-4 0,2-2 7 15,-3-3-7-15,4-1 4 0,-2-2-6 0,-4 3 2 16,4-4 2-16,-6 1-9 0,1-3-8 0,0-1-8 0,-2-1 0 16,-2-1-5-16,-3-2-2 0,0 0-9 15,-5 0 1-15,1 1 5 0,-4 0-1 0,-1 0 4 16,0 5-3-16,-5-3 0 0,-2 1-6 0,-3 4 9 16,4 1 2-16,1 1-6 0,-1 1 1 0,0 2 1 15,2 1 4-15,4-1-5 0,5 4-5 0,-11-2 5 16,11 2 6-16,0 0-4 0,0 0 1 0,0 0 4 15,0 0 5-15,0 0-2 0,0 0 0 0,0 0 0 16,29 12 4-16,-11-11 1 0,0-1 8 0,2-1-8 16,2 1-2-16,-4-2 1 0,0 2 3 0,-5-1-2 0,-2 1-2 15,-1 0 0-15,-2 1 5 0,1-1-10 16,-9 0 0-16,13 3-2 0,-8-3 2 0,0 6 3 16,-1-1 0-16,1 0 3 0,-2 5 5 0,-1 0 2 15,1 2 8-15,-2-1 1 0,-1 1 0 0,-1 4 0 16,1-3 0-16,0 3-2 0,0-5 0 0,0 1 0 0,1-1-4 15,-1 0 0-15,1 0-2 0,2-2 1 16,-1 0-1-16,2 1 3 0,1-1-3 0,2-2 1 16,-1 0-1-16,1-1 1 0,0 1-1 0,2-2 1 15,0-1-1-15,-3-3 3 0,5 1 4 0,-1-2 8 16,0 0-17-16,0 0 0 0,3-6 3 0,-4 1-6 0,1 0 0 16,0-1-5-16,1-3-6 0,-2 1 1 0,0-3-4 15,-3-2 3-15,0 3-9 0,0-6 4 0,-3 1-2 16,2-2 1-16,-2 1 14 0,-3 1-13 15,-1-1 0-15,1 1 2 0,-2 5 3 0,0-2-2 0,2 2 3 16,0-1 0-16,-1 5 1 0,1 6-5 0,0-11 4 16,0 11-2-16,0-9-2 0,0 9 1 0,0 0-1 15,10-6 7-15,-10 6-6 0,13 3 5 16,-13-3-1-16,21 6 0 0,-9-2-1 0,1 1-3 16,3 2 2-16,-4 0 0 0,-2 3-1 0,-1-1 4 0,-1-1 0 15,-1 4-2-15,0-4 0 0,-1 3 4 0,-1 3 4 16,0-3 1-16,0 0 0 0,-1-1-3 15,-1 0-1-15,-1-1 4 0,2 1-6 0,0 0 1 0,-1-3 9 16,2 0-2-16,0-2-4 0,-1 1 5 0,5 0-5 16,-3-3 4-16,3 1-4 0,2-3 4 0,0-1-2 15,3 0 4-15,2 0 2 0,-3-1-7 0,5-3 9 16,-2 1-4-16,1-3-3 0,1 0 3 0,-2-2-2 16,-1 0 5-16,-5 1-1 0,4-6-4 0,-5 4 1 15,-1-1 3-15,-1-5-9 0,-2 3 2 0,-1 0-4 16,-1 2 6-16,-1-2 2 0,-2 3 9 0,-1 1 1 15,1 8-3-15,-4-11-2 0,4 11-5 0,-7-8 1 16,0 8-2-16,7 0 1 0,-18 7-2 0,6-3-2 16,-4 5 2-16,1 3 2 0,1 1-4 0,0-3 2 15,2 6-6-15,2-3-12 0,2-2-25 0,3 0-32 16,0-1-34-16,4 3-43 0,-2 1-41 0,6-2-22 16,3-2-46-16,7 3-200 0,1-2-497 0,5-3 220 15</inkml:trace>
  <inkml:trace contextRef="#ctx0" brushRef="#br0" timeOffset="-10296.66">17134 8248 78 0,'2'-10'276'0,"-2"10"-23"16,1-6-24-16,-1 6-24 0,0 0-19 0,0 0-15 16,0 0-7-16,0 0 4 0,0 0-14 0,0 0-11 15,-2 32-11-15,1-21-15 0,-1 0-9 0,1 0-10 16,0-1-10-16,-1 0-9 0,1-2-3 0,0-2-14 15,1-6 0-15,0 11-5 0,0-11-4 0,0 0 8 16,0 11 18-16,0-11 6 0,0 0 13 0,0 0-1 16,0 0-2-16,0 0-14 0,0 0-7 0,0 0-14 15,0 0-2-15,0 0 10 0,8-26-20 0,-5 16-12 16,4-1 3-16,-2 1 0 0,4-4-7 0,0-4-5 16,5 2 0-16,1-4-4 0,0 4-6 0,-2 3 3 15,2 1-10-15,0 3 2 0,-5 2-2 0,0-1-1 16,-2 5-2-16,-1 2-3 0,2 1 2 0,-9 0-2 15,17 5-4-15,-8 4-1 0,-2-3 2 0,1 5 2 16,0 2-1-16,-3-1-2 0,0 5 3 0,0-1-1 16,-2-1-5-16,1 0 8 0,-1 2-6 0,1-3 4 15,0-1-32-15,0-4-36 0,0 2-45 0,-1-2-38 16,1-1-59-16,3 1-59 0,-2-4-65 0,-5-5-177 16,13 5-549-16,-13-5 243 0</inkml:trace>
  <inkml:trace contextRef="#ctx0" brushRef="#br0" timeOffset="-10008.65">17639 8085 1918 0,'8'-28'81'0,"-3"3"17"15,2 6 15-15,-5 2 9 0,2 5 12 0,-1 1 6 16,-1 2-3-16,-1-1-8 0,2 4-19 0,-3 6-1 0,3-10-14 16,-3 10-9-16,2-7-12 0,-2 7-8 15,0 0-9-15,0 0-7 0,0 0-3 0,4 23-1 16,-1-6-10-16,-5 1-3 0,2 7-1 0,-1 0 2 15,-2 1 0-15,2 0-6 0,-3 1 0 0,3-2-2 0,-2 0 1 16,0-1-2-16,1-6 4 0,0 1-10 0,2 0 4 16,-3-3-3-16,2-2-3 0,1-2 0 15,0 1 3-15,4-2-1 0,-3-2-6 0,2 1 4 16,-1-1-3-16,-2-9 1 0,8 13-10 0,-3-8-1 16,1-1-19-16,-6-4-22 0,14 5-20 0,-5-3-34 0,-9-2-35 15,22-3-32-15,-13 0-39 0,0-1-37 0,4-1-30 16,-4-2-231-16,-2-4-536 0,5-2 237 15</inkml:trace>
  <inkml:trace contextRef="#ctx0" brushRef="#br0" timeOffset="-9839.85">17656 8086 2029 0,'-17'-5'133'0,"4"3"-57"0,1-1-39 16,3 1-8-16,1 1-15 0,8 1 4 15,-10-3 5-15,10 3-3 0,-8-2 2 0,8 2 6 16,0 0 3-16,-7-1 5 0,7 1 3 0,0 0-6 0,0 0 4 15,0 0-6-15,25-3 1 0,-3 0-15 16,6 2-32-16,3-3-45 0,0 2-66 0,2-2-58 0,-3 0-200 16,1-1-415-16,-9-1 184 0</inkml:trace>
  <inkml:trace contextRef="#ctx0" brushRef="#br0" timeOffset="-8217.4">19259 8306 2043 0,'0'0'-17'0,"0"0"30"0,0 0 1 0,-10-5-9 0,10 5 12 15,0 0-2-15,0 0-2 0,0 0-6 0,0 0-2 16,0 0 0-16,0 0 0 0,20-14-3 15,-3 10 4-15,2-1 0 0,0 5-4 0,3-5-12 0,4 3-32 16,-4 2-26-16,-6-3-42 0,1 2-30 0,-4 4-156 16,-1-2-320-16,-5 0 142 0</inkml:trace>
  <inkml:trace contextRef="#ctx0" brushRef="#br0" timeOffset="-8038.6">19338 8407 77 0,'-4'7'220'0,"4"-7"-11"0,0 0-17 0,-3 5-21 16,3-5-18-16,0 0-13 0,0 0-19 0,0 0-9 0,0 0-11 15,0 0-9-15,16 5-11 0,-8-4-5 0,-8-1-14 16,20 0-22-16,-6 3-43 0,3-2-37 0,1-1-44 16,1 2-51-16,2-2-130 0,8 0-285 0,0 0 126 15</inkml:trace>
  <inkml:trace contextRef="#ctx0" brushRef="#br0" timeOffset="-7401.56">20226 8135 130 0,'-6'-7'249'0,"1"4"-7"0,5 3-13 0,-5-7-23 15,5 7-20-15,-6-3-21 0,6 3-18 0,0 0-16 16,0 0-12-16,0 0-14 0,13-8-8 0,1 8-9 16,9 0-4-16,8-2-16 0,1 2-14 0,1 1-20 15,2-2-18-15,-6 0-27 0,2 2-28 0,-3-2-31 16,-9 2-33-16,0-2-20 0,-6 1-17 0,0 0 0 16,-6 0 2-16,0-1-3 0,-7 1 6 0,11 1 11 0,-11-1 5 15,0 0-60-15,0 0-191 0,0 0 626 16,0 0-323-16,0 0 19 0,0 0 18 0,-21-11 9 15,12 8 26-15,0 0 12 0,-2 2 13 0,2-2 19 16,3 1 15-16,6 2 16 0,-10-2 2 0,10 2 5 0,-9-2 6 16,9 2-15-16,0 0-8 0,0 0-11 15,-10 0-8-15,10 0 6 0,-8 9 6 0,7 0 12 0,-2 2-7 16,2 6 2-16,-3 1 1 0,2 2-1 16,-1 4-1-16,-1 3-6 0,2-1-1 0,-1-1 3 0,-1 2-6 15,2-1-12-15,-2-7 1 0,1 6-4 0,2 2 3 16,0-8-5-16,2 7-3 0,-1-7-1 0,-3-2-5 15,3 1-3-15,2-3 1 0,-2-3-8 0,0 0 2 16,0 0-7-16,0-6 1 0,1 4 1 0,-1-2-3 16,0-1-3-16,0-7 0 0,1 11 1 0,-1-11 4 15,0 0-4-15,-2 10 2 0,2-10-2 0,0 0-4 16,-5 4-18-16,5-4-7 0,-13-1-13 0,4 1-6 16,-3-2-1-16,-5-1 4 0,4 2-2 0,-8-1 0 15,5-1 5-15,-2 0 2 0,6 0 1 0,1-1 6 16,2 4 1-16,1-1 6 0,8 1 1 0,-13 1 5 15,13-1 5-15,0 0 0 0,-11-1 0 0,11 1 3 16,0 0 9-16,0 0-1 0,0 0 3 0,0 0 0 16,0 0-2-16,34 3 4 0,-20-2 2 0,6 0-4 15,1-1 2-15,7-1-1 0,0-2-2 0,2 2 1 16,1 1-4-16,0-2 0 0,0 1-27 0,-3 1-21 16,-6 0-34-16,0 0-43 0,-3-3-38 0,0-1-28 15,-5 2-165-15,-1 0-376 0,0 0 167 0</inkml:trace>
  <inkml:trace contextRef="#ctx0" brushRef="#br0" timeOffset="-7142.68">20763 8446 75 0,'0'-5'251'16,"0"5"-7"-16,1-10-8 0,-1 10-4 0,0-13-3 0,0 13-8 16,0-8-14-16,0 8-10 0,0 0-20 0,0 0-19 15,0-9-19-15,0 9-6 0,0 0-27 0,0 0-9 16,0 0-11-16,0 0-2 0,-1 30-8 15,0-12-5-15,-1 1-8 0,-1 6-5 0,0-1-3 0,0-5-6 16,2 5-4-16,-3 2-6 0,3-9-3 0,0 2-3 16,-3 0 2-16,3-2-4 0,-1 0-6 0,2-2 1 15,0-2-6-15,0-2-4 0,-1-1 0 0,1 1-1 16,1-1-6-16,-1-1-9 0,2-3-27 16,-2-6-22-16,0 11-25 0,0-11-34 0,0 10-32 0,0-10-30 15,0 0-40-15,0 0-32 0,0 0-187 0,0 0-464 16,0 0 206-16</inkml:trace>
  <inkml:trace contextRef="#ctx0" brushRef="#br0" timeOffset="-6910.64">20730 8381 161 0,'15'-12'151'0,"-1"1"7"16,5-1-1-16,-1 4-11 0,3 1-1 0,-1 4-2 15,-2 0-9-15,1 3-12 0,-2 0-13 0,2 3-9 16,-4 2-15-16,-2 0-1 0,-3 2-8 0,-2 1-1 15,2 0-4-15,-5 4-4 0,0-2 1 0,-2 4-8 16,-2 2 0-16,-2-5-3 0,-2 1 0 0,-3 3-6 16,-3-2-1-16,-2 0-5 0,-1-2-5 0,-1 0 0 15,-1 0-6-15,4-4-4 0,-1 0-2 0,-5 1-10 16,5-2-20-16,2 1-31 0,1-5-37 0,0 2-41 0,2 0-42 16,1-1-43-16,0 2-148 0,5-5-370 15,0 0 163-15</inkml:trace>
  <inkml:trace contextRef="#ctx0" brushRef="#br0" timeOffset="-6464.79">21302 8409 229 0,'0'0'239'0,"0"0"-6"0,-2-12-17 15,2 12-16-15,-8-7-10 0,8 7-14 16,-9-3-16-16,9 3-14 0,0 0-12 0,-19 6-15 15,13-4-10-15,-2 4-10 0,-1 2-11 0,0 0-12 16,1 0-2-16,3 3-13 0,1-1-1 0,3 1-8 0,-2-1-5 16,5-3 0-16,-2 5-4 0,2-3-9 0,1 0 1 15,2 0-1-15,3-1-2 0,1-2-6 16,1-2 2-16,0 2-4 0,3-2-2 0,1-2-1 0,-1 0-4 16,-3 1-2-16,2-3 1 0,-4 0-1 0,-8 0-1 15,14-1 2-15,-14 1 0 0,9-1-6 0,-9 1 4 16,9 1-4-16,-9-1 0 0,0 0-2 0,8-2 2 15,-8 2-4-15,0 0-5 0,0 0 2 0,0 0-5 16,0 0 4-16,0 0-2 0,-33-2 2 0,20 5-1 16,-2 0-1-16,1 1 4 0,-4 1 1 0,1 4 6 15,2-2-6-15,0 3 8 0,0-1-2 0,1 1 1 16,3 1 3-16,2-2-3 0,0 3-1 0,1-4-1 16,4 3 2-16,-1-2 1 0,0 1-4 0,3-2 7 15,-1 1-10-15,-1-2 0 0,4-7 3 0,0 12 0 16,0-12 1-16,8 10 2 0,1-5 0 0,0-1-1 15,1-1 1-15,3-1-14 0,2-3-23 0,2 0-25 16,2-4-52-16,-2 1-48 0,0 0-52 0,3-1-57 16,-3-4-190-16,1 2-487 0,-1-3 215 0</inkml:trace>
  <inkml:trace contextRef="#ctx0" brushRef="#br0" timeOffset="-5984.34">22019 8383 1 0,'0'0'262'0,"0"0"-17"15,0 0-12-15,0 0-17 0,0 0-9 16,-11-8-13-16,11 8-6 0,-7-4-10 0,7 4-10 16,0 0-11-16,-11-3-10 0,11 3-9 0,-8-3-16 0,8 3-2 15,-9-1-4-15,9 1-4 0,0 0-13 0,0 0-4 16,0 0-10-16,-9-3-7 0,9 3-8 0,0 0-9 15,0 0-8-15,0 0-1 0,0 0-3 0,0 0 1 16,0 0-1-16,0 0-4 0,36 3 0 0,-15-2-7 16,-1-1-4-16,0 0 0 0,2-1-5 0,6 2 1 15,-7 1 1-15,-2-2-3 0,1 1-7 0,-3 0 2 16,-4-1 1-16,-3-1-9 0,-2 1 1 0,-8 0 9 16,14-1-10-16,-14 1-5 0,7 0 5 0,-7 0-7 15,0 0 1-15,12 1-6 0,-12-1-1 0,0 0-11 16,0 0-15-16,0 0-19 0,0 0-32 0,0 0-35 15,0 0-55-15,0 0-50 0,0 0-58 0,0 0-250 16,0 0-564-16,0 0 250 0</inkml:trace>
  <inkml:trace contextRef="#ctx0" brushRef="#br0" timeOffset="-5108.03">22575 8085 167 0,'-1'-6'274'0,"1"6"-18"16,0 0-21-16,-3-9-20 0,3 9-20 0,0 0-23 15,0 0-15-15,9-6-12 0,-1 3-19 0,5 2-16 16,-2-1-10-16,7 0-10 0,-1 0-7 0,4 2-13 0,1-4-16 16,-3 4-17-16,2-2-13 0,-3 4-23 0,-6-2-15 15,-1 0-20-15,-2 0-11 0,-2 1-13 16,-7-1-9-16,13 0 1 0,-13 0 0 0,10 1-1 15,-10-1 3-15,0 0 0 0,0 0 10 0,0 0 1 0,0 0 7 16,0 0 6-16,0 0-2 0,0 0 10 0,0 0 7 16,0 0 17-16,0 0 6 0,-29-2 14 0,29 2 21 15,-10-3 12-15,10 3 12 0,0 0 3 0,-11 0 3 16,11 0-1-16,0 0 0 0,0 0-9 0,0 0-3 16,-10 0-7-16,10 0-8 0,0 0-4 0,0 0 0 15,-7 10-7-15,4-6 3 0,-1 6 4 0,-1 0 3 16,0 0 1-16,-3 8 6 0,2-1-3 0,1-1-2 15,0 3-2-15,0-1 3 0,-3 6-1 0,4-8-5 16,-1 1-1-16,4 1 0 0,-3 0-4 0,3 0-2 16,-2-2-8-16,0 0 2 0,3-3 1 0,-1 3-2 15,-1 2-2-15,2-2 3 0,0-4-4 0,1-2-4 16,-2 0 3-16,1 2-1 0,0-3-6 0,-2-4-5 16,2-5-3-16,-1 11-3 0,1-11-10 0,0 11 2 15,0-11-10-15,-1 6 0 0,1-6-3 0,0 0-4 16,-7 7-9-16,7-7-4 0,0 0-3 0,-12-4 4 15,12 4 4-15,0 0 2 0,-16-3 2 0,10-4 7 16,1 4-3-16,5 3 7 0,-10-6 0 0,10 6 3 16,-8-4 5-16,8 4 6 0,-8-5 1 0,8 5 3 15,0 0 2-15,-6-3 0 0,6 3-3 0,0 0 3 16,0 0-1-16,0 0 3 0,0 0 4 0,0 0-1 16,0 0 7-16,0 0-1 0,0 0-2 0,24 2-3 15,-6-4 5-15,1 2 2 0,9 0-3 0,2-1-8 16,-1 1-12-16,3-1-20 0,-1 2-31 0,1-2-16 0,-3 0-26 15,2-1-4-15,-2-1-10 0,-9 0 2 0,1 3 2 16,-3-3 8-16,0-1 9 0,-5 2 11 16,-3-3 14-16,-1 4 14 0,-3-2 21 0,-1-1 15 15,-1-2 21-15,-4 6 23 0,5-9 38 0,-5 2 18 0,0 7 16 16,-1-14 21-16,-4 5-1 0,2 0 6 0,1 3 9 16,2 6 12-16,-6-12 6 0,4 5 0 0,2 7 2 15,-5-9 1-15,5 9 3 0,-3-8-4 0,3 8-4 16,0 0-12-16,-3-8-12 0,3 8-17 0,0 0-16 15,0 0-12-15,0 0-11 0,0 0-4 0,0 0-9 16,0 0 7-16,0 0-10 0,-3 35-10 0,4-20-6 16,-1 2 0-16,-2 0 1 0,2 2 1 0,0 1-7 15,1-3-2-15,-2 5-3 0,-1-6-8 0,1 3 10 16,1-1-8-16,-1-2-2 0,1-5 2 0,-1 6 3 16,1-4-7-16,0-1-2 0,0 1 3 0,0-5-5 15,-2 3-18-15,4-5-25 0,-2 1-22 0,0-7-31 16,2 11-23-16,-2-11-25 0,0 10-16 0,0-10-31 15,0 0-22-15,0 0-32 0,-2 7-26 0,2-7-192 16,0 0-493-16,0 0 219 0</inkml:trace>
  <inkml:trace contextRef="#ctx0" brushRef="#br0" timeOffset="-4877.17">23079 8325 112 0,'6'-11'194'16,"2"1"-3"-16,3-2-13 0,1 6-11 0,-2-2-1 15,3 4-1-15,1 1-12 0,-3 0-12 0,5 5-18 16,-5-4-10-16,2 6-11 0,0-1-7 0,-3 4-13 16,1-2-5-16,-3 1-10 0,-3 0-6 0,0 2-2 15,-2 4-5-15,-2-2-3 0,-2 2-4 0,-2-2-4 0,-3-1 2 16,-1 2-8-16,-3-1 0 0,-2 2-1 16,-5-2-4-16,0 0-2 0,-2-2-1 0,1 0-7 15,-1 1-3-15,0-1-13 0,2 0-26 0,1-3-33 16,3 1-58-16,5-3-50 0,1 0-52 0,0-1-150 0,7-2-393 15,-6 2 174-15</inkml:trace>
  <inkml:trace contextRef="#ctx0" brushRef="#br0" timeOffset="-4600.23">23649 8395 108 0,'0'0'276'15,"1"-10"-10"-15,-1 10-10 0,0 0-11 0,-7-14-10 0,2 11-22 16,5 3-16-16,-15-1-8 0,4 1-22 0,-3 4-3 16,-4 5-5-16,-7 3-7 0,0 2-6 0,-1 2-12 15,3-2-13-15,4 4-12 0,3-5-8 0,4-1-7 16,2 2-11-16,1 3 8 0,4-2-22 0,1-4-12 16,3 1 3-16,2 0 4 0,1-1-14 0,5 1-9 15,3-3 2-15,4 2-6 0,3 0-3 0,8-2-17 16,-4-3-9-16,0 0-26 0,9-2-31 0,-2-1-35 15,-9 0-44-15,2-2-35 0,-1 0-39 0,-2-2-46 16,-4 0-43-16,0-2-177 0,-1 0-506 0,3-4 225 16</inkml:trace>
  <inkml:trace contextRef="#ctx0" brushRef="#br0" timeOffset="-4459.63">23848 8573 181 0,'0'0'292'0,"3"-5"0"0,-3 5-7 16,0 0-13-16,0 0-15 0,0-10-32 0,0 10-22 15,0 0-23-15,0 0-14 0,0 0-22 0,2-8-38 16,-2 8-40-16,0 0-53 0,0 0-63 0,1-7-76 16,-1 7-77-16,0 0-182 0,4-7-415 0,-4 7 184 15</inkml:trace>
  <inkml:trace contextRef="#ctx0" brushRef="#br0" timeOffset="797.22">24887 8460 49 0,'0'0'184'0,"0"0"-12"0,0 0-16 15,0 0-8-15,0 0-19 0,0 0-7 0,0 0-10 16,0 0-12-16,0 0-11 0,0 0-6 0,0 0-6 15,0 0-3-15,0 0-7 0,0 0-5 0,47 0-3 16,-27 1-11-16,1-2-1 0,9 4-12 0,-2-3-27 16,1-2-28-16,2 0-50 0,1-3-40 0,0 5-161 15,-2-8-292-15,4 2 129 0</inkml:trace>
  <inkml:trace contextRef="#ctx0" brushRef="#br0" timeOffset="1146.33">26050 8304 96 0,'0'0'226'16,"0"0"-14"-16,0 0-5 0,0 0-15 0,7-1-15 16,-7 1-18-16,0 0-9 0,0 0-18 0,0 0-18 15,0 0-14-15,0 0-7 0,0 0-14 0,14 3-9 0,-14-3-11 16,6 4-1-16,-4 1-3 0,-2-5-8 15,3 12-4-15,-1-6-6 0,0 2-4 0,-2-8-4 16,0 14-1-16,0-10-1 0,0-4-3 0,-2 18-1 16,-1-14-2-16,-1 5-4 0,-2 0 2 0,0-5-2 0,0 3-2 15,-1 2-2-15,1-3-4 0,-2 4 3 0,4-4-4 16,-2-1 2-16,3 0-6 0,3-5 5 16,-4 8-3-16,2-3-1 0,2-5-2 0,-5 9 4 0,5-9-4 15,-2 6-2-15,2-6-4 0,0 0 4 0,7 11-12 16,-3-9-10-16,-4-2-12 0,18 1-10 0,-6 1-30 15,0-1-23-15,2-1-30 0,6-3-32 16,7-3-37-16,-8 3-121 0,7-3-341 0,4-3 151 0</inkml:trace>
  <inkml:trace contextRef="#ctx0" brushRef="#br0" timeOffset="1379.77">26427 8278 136 0,'0'0'139'16,"0"0"-18"-16,0 0-15 0,0 0-4 0,0 0 4 16,0 0-17-16,9 13-4 0,-7-7-14 0,-2-6-4 15,0 17 8-15,-2-6-18 0,0 2-15 0,-2 5 20 16,-1-3-8-16,-1 1-8 0,1 0-1 0,1-3-4 16,-3 2-4-16,2-6 2 0,-2 6-14 0,-1 1 10 15,2-5-8-15,-4 2-1 0,1-2-16 0,0-3-36 16,0-1-40-16,0 0-28 0,-9 2-42 0,2-1-85 15,0-5-238-15,-3-1 106 0</inkml:trace>
  <inkml:trace contextRef="#ctx0" brushRef="#br0" timeOffset="1591.37">25931 8244 21 0,'-13'2'175'0,"-1"1"-23"16,-1 5-11-16,-4 2-10 0,-3 5-11 0,7-2-11 0,-6 5-10 16,8-3-14-16,-4 6-5 0,9-5-6 0,-1 1-11 15,4 1-1-15,1-1-7 0,2 4-10 0,5-4 2 16,5 2-6-16,-3-3-20 0,5 0-15 16,7-3-52-16,6 3-35 0,5-3-47 0,3-5-84 0,5 1-230 15,3-3 101-15</inkml:trace>
  <inkml:trace contextRef="#ctx0" brushRef="#br0" timeOffset="1765.9">26471 8148 1697 0,'-3'-10'-12'0,"3"10"2"0,0 0-33 15,-1-10-60-15,1 10-35 0,0 0-31 0,0 0-35 16,0 0-221-16,-2-11 98 0</inkml:trace>
  <inkml:trace contextRef="#ctx0" brushRef="#br0" timeOffset="4957.83">5524 9808 47 0,'-1'-5'233'16,"1"5"-29"-16,-2-9-32 0,2 9-12 0,0 0-16 0,0 0-12 16,0 0-3-16,-8 28-10 0,5 0-7 0,-3 4-4 15,-7 17-2-15,-1 1-10 0,1-2-7 0,0 5 6 16,4-3-9-16,-3 1-7 0,2-5-10 16,2-11-5-16,3-2-7 0,-3-3 0 0,3-1-11 15,-3-2-4-15,4-7-8 0,1-3-1 0,-1 0-4 0,-1-5 5 16,3-3-6-16,0 1-1 0,1-3-5 0,1-7 4 15,-4 7-1-15,4-7 5 0,-3 6 1 0,3-6-6 16,0 0 3-16,0 0-7 0,0 0-3 0,0 0-1 16,0 0-3-16,4-30 1 0,0 21-4 0,1-1-3 15,1-2-3-15,3-1 3 0,0 4-7 0,4-2 2 16,2 2 3-16,-4 3-5 0,1 0 0 0,5 2 0 16,1 2-4-16,-4 3 3 0,6 0 1 15,-1 2-2-15,2 0 3 0,-2 4-3 0,8 0-2 16,-8-2 4-16,8 4-1 0,0-4 4 0,0 2-4 0,-6-2 0 15,6 0 2-15,-5-2 5 0,7-2-4 0,0-3 3 16,-1-2-2-16,0 1 0 0,-7-2 0 0,-1-2-4 16,5-4 1-16,-6 3 3 0,-5-2-2 0,0 0 6 15,-6 2-6-15,4-4 3 0,-6 2-4 16,-1-3 5-16,-1 1-4 0,-1 1 0 0,-3-5 2 0,0 4-4 16,-6-4 2-16,4 4-1 0,-6-3-3 0,2 5 3 15,1-1 0-15,-2 4-2 0,-2 0 1 0,2 2 7 16,0 1 0-16,0 3-3 0,7 1-1 0,-18 7 0 15,7-1-4-15,-1 7 5 0,-1 2-3 0,0 6-1 16,3-3 2-16,2 1 0 0,3-1 1 0,1 2 1 16,2-1 0-16,3-2-8 0,4 2-13 0,2-4-20 15,3 0-17-15,1-2-17 0,1 0-26 0,3-4-35 16,2-2-27-16,2 0-30 0,0-3-5 0,2-2-11 16,0-2-113-16,1-1-343 0,-2-4 153 0</inkml:trace>
  <inkml:trace contextRef="#ctx0" brushRef="#br0" timeOffset="5157.96">6276 10241 20 0,'5'-30'116'0,"-3"0"7"0,1-1 0 16,0 1 24-16,-3 2 22 0,1 4 22 0,-1 9 2 15,2-1 8-15,-2 5-1 0,2 0-5 0,-2 6-15 16,0 5-19-16,0 0-24 0,0-10-16 0,0 10-8 16,0 0-12-16,0 0-1 0,1 37-4 0,-2-12-9 15,-3 4-9-15,0 2-3 0,0 2-9 0,-1 0-1 16,1 2-1-16,0-3-17 0,-1 0 0 0,4-2-6 15,0-2-9-15,-2-2-19 0,3-7-27 0,-1-1-34 16,1 1-44-16,-3-2-67 0,3-6-56 0,-1-1-248 16,-3 0-501-16,0-3 222 0</inkml:trace>
  <inkml:trace contextRef="#ctx0" brushRef="#br0" timeOffset="5304.9">6176 10260 51 0,'8'-1'199'0,"1"-1"-17"16,5-1-45-16,4 2-36 0,3 0-53 0,9 0-38 15,0 0-66-15,0-2-56 0,2-1-122 0,2 1 54 16</inkml:trace>
  <inkml:trace contextRef="#ctx0" brushRef="#br0" timeOffset="5885.89">6930 10200 188 0,'0'0'242'0,"0"0"-14"0,0 0-14 0,9 3-9 16,-9-3-3-16,-2 11 0 0,-1-1-15 0,-1 1-11 15,-1 5-16-15,0 2-10 0,1 1-9 0,-1 0-11 16,1 0-16-16,3 1-7 0,1-2-14 0,1 0-6 16,2-3-10-16,3 1-7 0,0-2-1 0,3-2-11 15,3 1-5-15,-3-6 2 0,2 1-10 0,1-3-5 16,3-2-2-16,3-1 1 0,0-1-5 0,1-2-2 15,-1-3-2-15,2-4-4 0,0 1 1 0,-4-2-4 16,2-3-3-16,-2 0-1 0,0-2-3 0,1-5-1 16,-3 4 1-16,0-7-2 0,-4 6 1 0,3-5-11 15,-3-2 3-15,-1 5-4 0,-4 1 4 0,2 0 3 16,-2 2-3-16,-3 6-3 0,1 3 4 0,1-2-10 16,-1 3-4-16,-3 5-5 0,3-6 2 0,-3 6-4 15,0 0 7-15,0 0 0 0,4 24 1 0,-7-7-2 16,1 2 5-16,-2 1 1 0,4 3 2 0,-3 2-2 15,1-8-1-15,2 2 3 0,1-2 0 0,3 0-4 16,2-2 4-16,1-1 4 0,-1-3-4 0,2-3 5 16,3-1-2-16,1-2-3 0,-1-1 2 0,7-2 8 15,-5 1-7-15,1-5 4 0,5-1-6 0,-1-3 2 16,0-2 1-16,1 1-4 0,-1-3-11 0,-1-1-1 16,-1 0-3-16,-2-3-8 0,-1-2-7 0,-3-1-7 0,-1 0-6 15,-1-2-1-15,-2 0 4 0,-3 0 1 0,2 1 6 16,-2 3 1-16,-2 3 2 0,0 1 8 15,-2 2-2-15,2 3 3 0,-1 6-6 0,-1-11 0 16,1 11 1-16,0 0 5 0,0 0 6 0,-12 17 7 16,6-6-2-16,-2 6-2 0,4 0 5 0,1 2-3 0,0-1 4 15,2 2-1-15,-3 0 2 0,0-1 7 0,0-2 0 16,4 0 0-16,-1 0-1 0,1 0 1 16,0-4 1-16,-1-1 2 0,-1-1-3 0,2 2 2 15,-1-5-2-15,1 3 2 0,-1-2 1 0,-3-2-2 0,1-1-2 16,0 1-18-16,-1 0-31 0,4-7-54 0,-11 11-59 15,6-7-74-15,5-4-196 0,-18 5-465 0,18-5 205 16</inkml:trace>
  <inkml:trace contextRef="#ctx0" brushRef="#br0" timeOffset="7007.58">8356 10242 223 0,'-5'-6'256'0,"1"1"-15"0,-1 0-19 16,5 5-17-16,-10-5-17 0,10 5-19 15,-15 3-7-15,3 5-12 0,-3 5-9 0,2 2-13 0,-3 10-13 16,1 0-9-16,-1 6-13 0,4-5-7 0,3 1-8 16,1 1-15-16,5 0 2 0,3-1-11 0,3-8 1 15,4 4-10-15,-1-5 3 0,5-1-7 0,-1-2-1 16,4-5-8-16,3 1-9 0,2-1-16 15,-1-3-14-15,9-4-18 0,-1 2-6 0,-4-5-15 0,6 0-2 16,0-5-4-16,-7 0 6 0,4-4 1 0,-7 3-2 16,1-5 4-16,-5 1 1 0,6-1 8 0,-8-1 2 15,1-1 6-15,-1 1 0 0,-3-4 3 0,-4 1 4 16,0 0 2-16,0 2 7 0,-3 0 2 0,0 1 12 16,-1 0 9-16,-2 1 0 0,1 4 13 0,0 7 12 15,1-13-5-15,-1 13-4 0,-1-9-5 0,1 9-6 16,0 0 0-16,0 0 4 0,0 0 7 0,0 0-1 15,-7 26 0-15,4-10 1 0,0-4 0 0,3 7-4 16,-1-2-6-16,1 2 1 0,0-3 7 0,4 0-4 16,1 1-8-16,0-2 0 0,0-4-6 0,1-2 4 15,1 1-2-15,2-1 1 0,-2-3 0 0,-2-2 1 16,3-1 2-16,2 1-2 0,-3-3 1 0,0-1 0 16,-7 0-5-16,14-3 4 0,-6 1-2 0,-3-1 1 15,2-4-4-15,-1-3-1 0,-3 2 1 0,0-2-1 16,0 0-1-16,-3-2-5 0,0-3-4 0,0-1-1 0,-1 4-6 15,-1-7-9-15,1 2 0 0,-1 0 3 16,2 2-6-16,-3-4-3 0,3 3-2 0,1 4 2 16,1 2 3-16,0 3 2 0,4-3-4 0,1 5 4 15,1 1 1-15,2 3 4 0,1 2 4 0,0 3 2 0,4 3 4 16,0 4-1-16,-1 0-2 0,0 3 1 16,0 2 7-16,-2 1 2 0,-1-3-2 0,-1 3 6 15,0-1-4-15,-3 1 6 0,1 0-1 0,-1-2 3 16,0-1 1-16,-3-5 4 0,-2 3-6 0,0-5 6 0,0 0-2 15,0-2 8-15,-2-5 10 0,2 9 6 16,-2-9 0-16,0 0 2 0,-1 9 0 0,1-9-4 0,0 0-5 16,0 0 1-16,0 0-6 0,0 0-1 15,0 0-6-15,-11-25 3 0,11 17-8 0,2-4-2 16,2 0-2-16,1-3-2 0,2-3-9 0,2 1-3 0,3-5-5 16,2 1-1-16,1 0 0 0,-1 8 0 15,0 1-3-15,0 3 5 0,0 1-4 0,-3 3-1 16,-1 3 2-16,-2 2 0 0,1 2-1 0,-3 3-1 0,1 4 3 15,0-1 3-15,-1 3 1 0,0-1 0 0,1 5-1 16,-3-1 6-16,0-1-3 0,2 1 0 0,1 0-1 16,-1-3 9-16,3 0 3 0,2 0 3 0,-2-3 0 15,4-2 2-15,3 0-4 0,3-1 4 0,-4-4-4 16,4-2 9-16,1-2-8 0,-3-1 1 0,1-4-3 16,-1 1 1-16,-1-2-2 0,-2 0 2 0,0-1-4 15,-6 0 3-15,-1-1-3 0,0-4 3 0,-1-1 4 16,0 0-10-16,-4-2-2 0,-1 0-3 0,2 2-4 15,-2 4 5-15,-1-1-2 0,0 1 1 0,0 4 0 16,0 8 2-16,-1-11-4 0,1 11-2 0,0 0-2 16,0 0 1-16,0 0-1 0,0 0 3 0,0 0 2 15,-3 25 2-15,1-8 1 0,1-1 9 0,-2 3-5 16,0-2 3-16,2 0 0 0,-1 2 4 0,-2-2 1 16,3-1 0-16,-2 3 5 0,2 0-5 0,1-4-2 15,-1 5 0-15,1-4 8 0,-3-4-14 0,2 0-16 16,-1-1-23-16,1 0-55 0,1 1-58 0,0-3-44 15,0-9-47-15,-1 12-179 0,1-12-456 0,1 5 203 16</inkml:trace>
  <inkml:trace contextRef="#ctx0" brushRef="#br0" timeOffset="7197.85">9627 10421 243 0,'2'-10'247'0,"-1"3"3"0,2 2-25 16,-3 5-27-16,3-8-18 0,-3 8-17 0,0 0-13 0,0 0-7 15,0 0-8-15,0 0-2 0,7 27-4 16,-8-17-14-16,1 7-10 0,-1 0-8 0,-1 1-12 0,0 1-6 16,-1-1-8-16,1-2-8 0,-1 2-22 15,1-1-29-15,-3 0-42 0,2-6-42 0,1 1-58 0,2 0-50 16,-2-3-57-16,0 1-133 0,0-1-399 0,1-3 177 16</inkml:trace>
  <inkml:trace contextRef="#ctx0" brushRef="#br0" timeOffset="7369.65">9573 10163 146 0,'0'-4'199'16,"0"4"-21"-16,0 0-23 0,0 0-33 0,0 0-30 15,0 0-34-15,0 31-48 0,6-16-32 0,2 3-20 16,7 6-28-16,3-2-68 0,7 2-149 0,4-3 66 15</inkml:trace>
  <inkml:trace contextRef="#ctx0" brushRef="#br0" timeOffset="8201.94">10042 10419 20 0,'7'-1'154'0,"1"1"3"0,-8 0-2 0,8-7-5 16,-8 7-9-16,3-6 2 0,-3 6-2 0,-2-11 4 16,2 11-3-16,-10-11 3 0,1 6 4 0,1-1 7 15,-1 1 4-15,2 3-1 0,-3-2-15 0,1 3-8 16,9 1-11-16,-18 4-9 0,6 1-6 0,3 4-7 15,-5 4-9-15,3 1-2 0,-2 2-18 0,4 0-7 16,1 2-6-16,2 0-5 0,1 1-6 0,2-2-2 16,3-2-6-16,2 1-3 0,0-3-8 0,2-2-3 15,1 0 3-15,0-3-2 0,3-1-2 0,3 0-8 16,1 0 2-16,0-6-4 0,-1 2-3 0,2-1-11 16,2-4 2-16,-2 1 0 0,5-6-3 0,-6 2-3 15,1-4-6-15,3-1 0 0,-5-1 0 0,2-3-2 16,-2-4-7-16,0 2 0 0,4-5-1 0,-3-4 2 15,-4-2-1-15,1 0 2 0,-1-4 3 0,-1-1-5 16,-2 1 7-16,1-2-3 0,-2 0 3 0,-3 0 1 16,2 1-3-16,-3 4 9 0,1 1 10 0,-1 9 17 15,0 2 5-15,0 4 22 0,0 3-18 0,0 1-4 16,0 8 2-16,-1-12-17 0,1 12-8 0,0 0 12 0,0 0-12 16,0 0 4-16,-7 29-2 0,2-3-1 0,-2 2-3 15,-1 5 1-15,0 13-1 0,0-12 1 16,1 2 1-16,2-3 2 0,1 2 1 0,0-5-2 15,3 1-1-15,3 0-1 0,2-4 3 0,-1-1 0 0,3-3-4 16,2-3 1-16,-1-6 5 0,2 1-8 0,2-1 1 16,0-2 0-16,2-2-1 0,2-1 4 0,-1-2 6 15,4-3-4-15,-1-3 2 0,3-2-7 16,-1-2 3-16,2 0-5 0,6 0-1 0,-2-8-2 0,2 3-5 16,0-3 3-16,-4-2-1 0,1-1-11 0,-1-1 0 15,-3-2-6-15,-5 3 4 0,-1 0-1 0,-3-3 0 16,2-4 5-16,-4 5-3 0,-1 0 0 0,-3-1 2 15,-4 2 2-15,-1 4 4 0,0-1-1 0,-1 3 0 16,-3-1 10-16,0 1-7 0,-1 1 5 0,-3 5 0 16,2-1 0-16,-3 2-1 0,9 2-2 0,-23 7 1 15,9 1 1-15,0 3 0 0,1 2 4 0,-1-1-2 16,4 5 4-16,-1-2 6 0,1 3-4 0,3 0 2 16,3-1-1-16,0-2 0 0,4-5-1 0,3 7 2 15,2-1-6-15,0-6 4 0,5 4 2 0,0-3 2 16,4-2-7-16,2 0 8 0,0-4-6 0,3 1 15 15,-1-3-11-15,2-2-3 0,-1 1-2 0,0-2 13 16,0-3-12-16,-1 2 1 0,-3-4-2 0,3-1 2 16,-3-1 2-16,-3 1-2 0,-1 0 2 0,1-1-2 15,1-5-8-15,-6 2 8 0,4-4-3 0,-3 1-3 16,-2 0 12-16,-3 1-13 0,3 1-3 0,-1-1 3 16,1 3-1-16,-2-1-1 0,1 3 0 0,-2-2 1 15,-2 4-4-15,-1 5 0 0,6-5-5 0,-6 5 0 16,5-5 3-16,-5 5 2 0,0 0 0 0,0 0 7 15,16 12 7-15,-14-6 0 0,2 3-2 0,-4 0 0 16,1 2 5-16,1 2 2 0,-2-3-6 0,0 1 4 0,0 0-2 16,0-1 4-16,-2 1-2 0,4-2-15 0,-2 1-20 15,1 0-19-15,-1-2-35 0,-1 1-42 16,-2-1-61-16,3-8-64 0,0 13-66 0,0-7-187 0,0-6-539 16,0 0 238-16</inkml:trace>
  <inkml:trace contextRef="#ctx0" brushRef="#br0" timeOffset="8474.83">11265 10726 58 0,'6'9'248'0,"-6"-9"-17"0,3 7-29 16,-3-2-15-16,0-5-20 0,0 12-16 0,-1-3-16 16,-3 1-26-16,0-3-41 0,0 0-51 0,1-2-76 15,-4-1-64-15,0 2-110 0,0 1-250 0,-1-4 111 16</inkml:trace>
  <inkml:trace contextRef="#ctx0" brushRef="#br0" timeOffset="12105.55">11850 10423 96 0,'3'-5'269'0,"-3"5"-21"0,2-11-7 16,-2 11-28-16,-6-16-13 0,2 10-21 16,-5-1-6-16,3 0-15 0,-3 0-14 0,-2 1-13 15,0 1-10-15,-3 1-13 0,3 3-10 0,-2 1-11 16,-5 1-10-16,3 6-10 0,0 1-5 0,0 0-8 0,1 5-4 15,3 2-7-15,-2-1-2 0,3 4-7 0,1 5-2 16,6-5 1-16,0 0-6 0,1 1-3 16,2-1 5-16,0-6-13 0,5 3 3 0,1 1 0 15,2-2-3-15,0-4 1 0,3 3-6 0,-1-6 5 0,1 2-2 16,2-4-5-16,5-2 3 0,-5 1-2 0,7-4-1 16,-2 0-7-16,1-3 1 0,-2-1 6 15,-1-2-9-15,2-3 2 0,-5 0 1 0,0-2-1 0,2-2-3 16,-5 0 0-16,0-1 3 0,-2-1 0 0,0-2-1 15,-3 2 0-15,-2 2 1 0,-1-3-3 0,-2 3 5 16,2 3-3-16,0-1 3 0,-1 3 2 0,2 1 0 16,-3 7-6-16,-2-9-2 0,2 9-4 0,0 0 0 15,3-6-1-15,-3 6 3 0,0 0 0 0,0 0-1 16,0 30 1-16,-1-13 3 0,-1-1 0 0,2 1 3 16,0 3-5-16,2-1-24 0,-2-1-36 0,1-1-37 15,-1 1-59-15,5-1-57 0,-5-2-226 0,2-4-478 16,0 2 212-16</inkml:trace>
  <inkml:trace contextRef="#ctx0" brushRef="#br0" timeOffset="12451">12176 10524 209 0,'0'0'225'0,"0"0"-26"0,2-6-19 16,-2 6-14-16,0 0-10 0,0 0-13 0,0 0-2 0,7 21-8 15,-6-15-8-15,-1 3-9 0,4-1-8 16,-4 1-11-16,4 1-9 0,-4 0-5 0,3-1-8 16,-3-2-8-16,1 0-3 0,-1-7-9 0,1 12 1 15,-1-12-8-15,0 0-1 0,0 9 11 0,0-9 14 0,0 0 6 16,4 4-5-16,-4-4-9 0,0 0-6 16,0 0 7-16,0 0-17 0,0 0-7 0,4-24-2 15,-1 14-9-15,4-2 2 0,-2 1-4 0,5-7-8 16,2 0-5-16,1-4-2 0,-2 8-7 0,9-5-1 15,-8 5 4-15,2 2-9 0,-4 3 4 0,2 3-4 0,-3 0-3 16,-3 2-1-16,1 4 0 0,-7 0 4 16,16 2-9-16,-10 2 7 0,-1 1 0 0,0 3-2 15,2 4 2-15,-5-2 2 0,1 5-10 0,0 2-28 0,0 0-47 16,-3-1-67-16,2 0-74 0,-2 0-241 0,0 0-505 16,2-3 223-16</inkml:trace>
  <inkml:trace contextRef="#ctx0" brushRef="#br0" timeOffset="12822.88">12988 10452 271 0,'0'0'295'0,"-1"-8"-29"0,1 8-29 0,0 0-25 16,0 0-15-16,0 0-18 0,0 0-11 0,0 0-15 15,-16 19-11-15,14-9-14 0,0 3-12 0,2 2-14 16,-2 2-6-16,4 1-9 0,2-2-11 0,1 0-3 16,4-1-8-16,4-1-10 0,0-3 6 0,3 0-11 15,5-1-2-15,-3-2-6 0,9 0-5 0,2-4 0 16,-2-4-8-16,0 0 5 0,-7-3-4 0,-2 2-6 16,2-5 6-16,-2-1-6 0,0-1-6 0,-3-2-2 15,2 0-2-15,-4-4 3 0,1-1-2 0,-3-1-2 0,-3-2-2 16,0 0 1-16,-2-1-5 0,-3 0 11 15,-3-7-14-15,-3 7 1 0,-1 1 0 0,-2 0-3 16,0 1-1-16,-5 3 2 0,0 3-5 0,0 3 2 16,0 2-4-16,-10 1 1 0,2 4-7 0,-4 5-16 0,-6 0-21 15,1 4-35-15,-1 3-31 0,2 2-54 16,10-4-45-16,-1 3-37 0,4-2-186 0,5-2-472 16,4 3 209-16</inkml:trace>
  <inkml:trace contextRef="#ctx0" brushRef="#br0" timeOffset="13079.23">13622 10258 146 0,'3'-17'300'0,"4"2"-8"16,-7 3-5-16,5 1-10 0,-3 0-15 0,0 5-12 16,-2-2-26-16,2 3-21 0,-2 5-26 0,0 0-17 15,0 0-18-15,0 0-11 0,11 24-12 0,-7 1-6 16,-1 5-1-16,0 5-13 0,-3 10-7 0,0 1-7 15,-3-13-1-15,-2 14-17 0,1-13-3 0,-1 0-8 16,1 0-2-16,0 0-10 0,-1 11 1 0,-4-13-9 16,4-2 5-16,-1-2-16 0,1 1 3 0,-3-4-23 15,2-4-26-15,0-2-36 0,-1-1-34 0,3 0-51 16,-2-2-57-16,-2-4-57 0,3-2-48 0,-3 0-188 16,4-3-533-16,-1-1 236 0</inkml:trace>
  <inkml:trace contextRef="#ctx0" brushRef="#br0" timeOffset="13536.99">13634 10507 35 0,'9'-13'259'16,"-2"4"-26"-16,4 1-12 0,2 2-9 0,0 2-10 16,1 0-9-16,0 2-13 0,0 3-19 0,-1 0-16 15,5 3-18-15,-7 1-9 0,3 1-11 0,-5 2-9 16,1 0-14-16,-3 1-7 0,-2 1-5 0,-3 1-5 15,-2 0-8-15,-2 0-6 0,-3 0-8 0,0 1-13 16,-3-2-14-16,-1-1-10 0,-1-1-16 0,-3 3-6 16,1-8-7-16,0 5-2 0,3-2-1 0,0-3 0 15,2-1 0-15,0 1-1 0,3 2 2 0,4-5 1 0,0 0-3 16,-11 0 4-16,11 0 0 0,0 0 4 16,0 0-2-16,0 0 5 0,0 0-4 0,0 0 7 15,0 0-2-15,29-8 4 0,-18 6-2 0,0-1 5 16,9-1 0-16,-1 1 3 0,0-2-2 0,2 0-1 0,8-2 6 15,-2 0 6-15,1 1-2 0,-7 0 2 0,0-1-3 16,-1 0 3-16,-3-2 4 0,0 1 2 16,0-1 4-16,-5 0 5 0,-3 0 3 0,2 0-2 15,-4-2 4-15,-2-1 2 0,-1 2 2 0,-4 0 0 0,2-2 3 16,-2 3 7-16,-2-1-3 0,-2 2-3 0,3 1 2 16,1 7 2-16,-9-7-7 0,3 4 2 0,6 3-4 15,-16 4 5-15,7 2 7 0,-2 2-4 0,-1 4-3 16,-3 2 1-16,2 2-5 0,1 0-1 0,1 0-5 15,6 0 2-15,-1 1-15 0,3-2-28 0,1 2-41 16,4-3-52-16,1-3-41 0,-1 0-50 0,5 0-39 16,1-3-172-16,1 1-447 0,7 0 198 0</inkml:trace>
  <inkml:trace contextRef="#ctx0" brushRef="#br0" timeOffset="13776.82">14225 10624 69 0,'0'0'257'0,"2"-11"-1"0,0 5-1 15,-2 6-4-15,3-12-1 0,-1 7-3 0,-1-4-1 16,-1 9-5-16,5-14-10 0,1 2-20 0,-2 3-18 16,2-2-17-16,1 2-7 0,4-4-25 0,1 4 1 15,2-1-20-15,3 1-10 0,-2-1-17 0,-1 6-3 16,2-3-10-16,-4 4-13 0,0 3-1 0,-1 1-13 16,1-1 1-16,-1 2-1 0,-1 5-15 0,-1-3-7 15,-1 3 2-15,-3 1-4 0,-1-1-1 0,1 3-8 16,-1-3-1-16,-3 5-3 0,-1-2-9 0,-5 3-10 15,0-2-32-15,3 0-51 0,-5 4-50 0,-1-1-60 16,3-6-100-16,-1 2-80 0,0-2-188 0,2-2-605 16,4-6 268-16</inkml:trace>
  <inkml:trace contextRef="#ctx0" brushRef="#br0" timeOffset="14715.16">15238 10469 1830 0,'9'-14'-12'0,"-2"-2"40"0,-5 4-7 16,-2 2 31-16,-1-3 5 0,-3 1 10 16,1 3-5-16,-3-2-11 0,-2 3-3 0,-2-3 6 0,-1 4 3 15,0 0-1-15,-3 3 2 0,3 2-9 0,-2 1-3 16,0 2-5-16,-4 5-6 0,4 4 2 0,-3 5 0 15,0 5 0-15,5-3 1 0,-3 8 3 0,4 0-10 16,4 2 3-16,3-2 5 0,3-2-2 0,4 3-5 16,1-1-2-16,3-1-1 0,3-1-5 0,1-8 0 15,1 2 2-15,7 0-3 0,3-3 0 0,-1 0-3 16,1-1-4-16,4-4-1 0,-6-3 0 0,7 2-5 16,-7-5 3-16,1-1 0 0,-1-2 2 0,-1-3-3 15,-1-1 0-15,0-1-1 0,-3 0 1 0,2-2-4 16,-3-2 0-16,1-1 0 0,-3-3 1 0,0 2 11 15,-3 0-13-15,3-4-3 0,-3-1 4 0,-3 1-5 16,0-2 0-16,-1-1 10 0,-1 2-12 0,-2-1 0 16,3 0-1-16,-6 5 1 0,3 0 0 0,0 0 7 15,-3 3 3-15,2 2 1 0,-2 7 5 0,1-10 5 16,1 4-6-16,-2 6-3 0,1-7-4 0,-1 7-4 0,0 0-6 16,0 0 3-16,0 0 0 0,0 0-3 15,0 0 1-15,-8 20 2 0,5-7-2 0,-4 3 0 16,6-5-3-16,-3 4 9 0,1 2-4 0,2-5 5 0,1 4-4 15,1 1 4-15,-1-5-2 0,3 0-3 0,2 0 12 16,1-1-8-16,-1-2-3 0,3 2 5 0,1-2 2 16,2-2-2-16,0-2 0 0,-1 1 1 15,4-3-2-15,-1-1-1 0,1 0 0 0,-1 1 4 0,1-3-2 16,0-3-1-16,0 1-2 0,-1-3 0 0,1-1-1 16,2-2 3-16,-3-2-2 0,1 0-3 15,0 0-6-15,-4 1 1 0,1-5-4 0,-2-1-4 16,-4-1 2-16,-3 1-9 0,1 3 3 0,-3-1 1 0,-3-3 2 15,1 4 2-15,-3 2-3 0,1-3 0 0,-3 4 10 16,1-1-5-16,0 2-4 0,1 3 0 0,-1 0 3 16,3 0 2-16,3 5-1 0,-7-8-2 0,7 8-5 15,-5-6 8-15,5 6-1 0,0 0-3 0,0 0 6 16,0 0 1-16,0 0 3 0,0 0-2 0,32 5 10 16,-19-5-9-16,5 2 2 0,0-1-5 0,1 2 4 15,-3-3-2-15,2 1-1 0,-5 1 1 0,0-1 2 16,-2 3-4-16,1-2 1 0,-6 2 2 0,4 2-1 15,-1-1 0-15,0 2 5 0,-1 2 15 0,1 0-7 16,1 5 5-16,-4-3-7 0,2 4 2 0,-5-5 1 16,2 6 5-16,-3-2-3 0,5 1 6 0,-5 0-7 15,0-1-4-15,1 3-1 0,0-5 0 0,0 3-5 16,-1-2-20-16,1-3-31 0,-2 1-40 0,-1-1-51 16,-1 0-70-16,-1-2-49 0,0-3-207 0,2-5-506 15,-7 11 224-15</inkml:trace>
  <inkml:trace contextRef="#ctx0" brushRef="#br0" timeOffset="14907.41">15698 10356 2920 0,'-6'-8'-14'0,"0"-1"45"0,2 2-8 0,0 2-10 0,4 5-6 16,-4-10-3-16,1 6-7 0,3 4 2 0,0 0-4 15,-2-8-11-15,2 8-17 0,0 0-22 16,0 0-36-16,0 0-47 0,0 0-55 0,17 15-216 0,-6-9-441 16,0-3 195-16</inkml:trace>
  <inkml:trace contextRef="#ctx0" brushRef="#br0" timeOffset="15336.89">16650 10425 86 0,'-6'-8'252'0,"0"2"-15"0,-1 3-18 0,-3-2-9 16,-1 1-16-16,-2 1-12 0,-1 3-12 0,-3 3-12 15,-2 1-12-15,1 3-8 0,0 5-16 0,0-1 1 16,-4 7-15-16,6-4-7 0,2 1-11 0,1 1-5 15,1 1-14-15,6-2-5 0,2 4-6 0,5-2-5 16,3 2-4-16,3-2-3 0,4 6-2 0,2-7-8 16,5 1-3-16,1 2-4 0,4-7-1 0,-4-2-10 15,6 0-25-15,-4-3-20 0,0-1-37 0,-2-3-34 16,1 1-41-16,1-4-37 0,-1 0-19 0,-3-4-17 16,-3 2-1-16,2-4-133 0,-4 1-372 0,1-1 165 15</inkml:trace>
  <inkml:trace contextRef="#ctx0" brushRef="#br0" timeOffset="15883.33">16856 10532 103 0,'4'-10'167'0,"-2"4"7"16,-2 6 9-16,3-11 6 0,-3 11-12 0,1-8-19 15,-1 8-12-15,0 0-20 0,0 0-9 0,0 0-5 16,0 0 0-16,0 0-4 0,0 0-4 0,-4 27-6 16,2-16 1-16,-2 3-8 0,3-3-4 0,-4 4-9 15,3-4-7-15,5 4-6 0,-2-3-9 0,1 4-4 16,0-6-3-16,4-1 1 0,-1 1-9 0,3-3-2 15,0 0-3-15,2-1 1 0,2-2-6 0,-2-4-4 16,1 2-2-16,1-1 3 0,-1-3-6 0,1 0 1 16,-2-2-4-16,0-1 0 0,3-2-2 0,-4-2 1 0,4-1-3 15,-6 0 2-15,4-4-6 0,-1 0 1 0,0-3 3 16,-3 1-11-16,0 1 2 0,-2-2-2 16,4 2 0-16,-5 3 0 0,0 0-3 0,-1 4 4 15,-1 0 6-15,1 1-3 0,-3 7-1 0,4-8-4 0,-4 8-2 16,3-5-1-16,-3 5-3 0,0 0 3 0,0 0 0 15,0 0 1-15,-1 29-4 0,0-17 3 0,1 3 0 16,0 1 3-16,1-4-3 0,-1 1 2 16,1-2 2-16,6 0 3 0,-2 5 3 0,1-2-2 15,1-5 5-15,0 0-1 0,2-3 0 0,0 1 9 0,1-2-3 16,3 0 0-16,-1-4-4 0,0 0 5 0,1 1-3 16,-1-5 5-16,0-1 1 0,0-2 3 0,-3 2-2 15,2-4 13-15,0 2-11 0,-1-2 1 0,0-1-6 16,-1-4-6-16,-1 2-1 0,1-3 2 0,-6 2-1 15,1-3 0-15,0 1-4 0,-1 2-2 0,-1 0 3 16,-2 1-1-16,0 1 6 0,0 2 5 0,0 8-8 16,2-10-2-16,-2 10 0 0,1-9-2 0,-1 9-2 15,0 0 5-15,0 0-13 0,0 0-1 0,0 0 1 16,-3 25 2-16,2-13 1 0,0 1-2 0,1 2 4 16,1 2-3-16,-1-5-3 0,3 3 4 0,-1 1-3 0,2-3 2 15,4 1 3-15,-3-3-2 0,1-2-27 16,2 2-29-16,2-2-44 0,-2-2-50 0,-1 2-62 15,4-5-59-15,-4-4-243 0,3 3-554 0,1-3 246 16</inkml:trace>
  <inkml:trace contextRef="#ctx0" brushRef="#br0" timeOffset="16041.4">17286 10267 216 0,'0'0'200'0,"0"0"-22"16,0 0-33-16,0 0-51 0,-8 12-38 16,8-12-46-16,6 15-54 0,2-5-99 0,6 0-154 0,1-1 68 15</inkml:trace>
  <inkml:trace contextRef="#ctx0" brushRef="#br0" timeOffset="16274.92">17639 10299 85 0,'0'-9'227'0,"-1"-2"3"16,1 3 9-16,0 8-2 0,-4-14 0 0,3 8-3 0,0-2-4 16,1 8-14-16,0 0-23 0,0-10-23 15,0 10-18-15,0 0-21 0,0 0-7 0,0 0-14 0,4 26-9 16,-3-9-8-16,-1 8-11 0,0 0-3 0,1 0-6 16,-1 5-11-16,-1-3-5 0,1 1-7 0,-3-3-3 15,1 2-7-15,-2-1-4 0,3-1 3 0,0-6-6 16,-2 6-3-16,2-5-7 0,1-4-12 0,-2 1-31 15,2 0-36-15,2-5-41 0,-4 4-42 0,2-1-67 16,0-6-56-16,-2 0-221 0,2-3-521 0,0-6 231 16</inkml:trace>
  <inkml:trace contextRef="#ctx0" brushRef="#br0" timeOffset="16430.29">17532 10447 33 0,'0'0'199'16,"8"-8"-24"-16,-3 4-20 0,1 1-14 0,5 3-17 16,1 0-27-16,1 4-47 0,0-1-32 0,4 3-48 15,-2 1-50-15,-2 3-67 0,-1 3-160 0,0 0 71 16</inkml:trace>
  <inkml:trace contextRef="#ctx0" brushRef="#br0" timeOffset="16701.38">17725 10692 77 0,'0'0'181'0,"9"4"0"16,-9-4 7-16,13 0-2 0,-4-2 0 0,0-1 2 16,1-1-10-16,6-2-12 0,-1-2-15 0,2 0-12 15,-1-2-9-15,0 0-15 0,0-2-7 0,2 2-13 16,-4-3-9-16,1-2-10 0,-2 2-7 0,-2-1-7 16,0-1-7-16,-6 3-6 0,-3 0-7 0,1 1-2 15,-4 0-7-15,-1 1-1 0,-2 0 1 0,-1 1-8 16,-4 2-9-16,1 1 0 0,-4 3-5 0,0 2-1 0,0 3 0 15,-6 3-2-15,0 4-3 0,4-1 1 0,-2 1 1 16,4 2-3-16,0 3 3 0,3 0-2 16,3-1-1-16,3-1 1 0,2 5 4 0,3-5-6 15,2 4-24-15,4-2-32 0,6 0-31 0,1-2-38 0,10-1-38 16,0-1-32-16,6-2-21 0,-2-3-146 0,3 1-389 16,0-4 173-16</inkml:trace>
  <inkml:trace contextRef="#ctx0" brushRef="#br0" timeOffset="17106">18282 10632 86 0,'5'-6'147'0,"1"-3"12"16,-3 0 6-16,-3 0 7 0,0 3 2 0,0 6 7 16,-5-14-3-16,0 7 7 0,-1 2-6 0,-2 0-5 15,-1 0-9-15,-1 3-10 0,-3 1-10 0,0 1-17 16,-3 4-1-16,-1 2-16 0,-1-1-10 0,3 2-9 16,-2 2-12-16,6 1-5 0,-2 2-6 0,4-4-6 15,3 3 4-15,3-2-18 0,-1 2 1 0,4-1-8 16,0-1-2-16,4 1-7 0,1-2-3 0,2-2 3 15,0-1-5-15,6 1-3 0,-1-3-5 0,2-1-7 16,2-3-5-16,2 0-6 0,-6-1-2 0,2-2 0 16,-2 1 0-16,0-2-5 0,3-3 2 0,-2-5-4 15,-3 4 4-15,-1-5-6 0,0-2 1 0,-1-3-2 16,1-4 3-16,-3-2-2 0,-1-1-1 0,1-1 1 16,-3-4 0-16,-1 0 4 0,-2-1-4 0,3-1 4 15,-1 0 1-15,0 3 17 0,-2 1 8 0,0 10 14 16,1 2 9-16,-1 2 27 0,0 4 7 0,0 1-1 15,0 5-4-15,0 5-13 0,0 0-4 0,0 0-3 16,0 0-16-16,0 0 7 0,0 0-11 0,-8 46 8 16,4-20-4-16,1 1 7 0,-1 0-1 0,-1 3 7 15,1 1-3-15,3-2-8 0,-2 0 0 0,3 0-8 0,0 1 1 16,0-4 0-16,0 2-6 0,2 2-8 16,0-5-35-16,0-1-46 0,-2-5-54 0,2 1-57 15,-2-2-80-15,2-3-79 0,-4 0-277 0,1-2-659 16,1-1 292-16</inkml:trace>
  <inkml:trace contextRef="#ctx0" brushRef="#br0" timeOffset="17604.32">19099 10510 215 0,'0'0'238'0,"0"0"-15"15,0 0-13-15,22-6-9 0,-16 3-10 0,4-1-14 16,3 3-11-16,0-4-16 0,5 1-10 0,-2-1-14 16,5 0-7-16,-1-4-14 0,7-1-7 0,-9-1-11 15,6 1-5-15,-5 0-6 0,-4 1-5 0,-1-2-5 16,0-2-7-16,-4 2-2 0,-4 0-3 0,3 0-5 16,-5 0 5-16,-3 2-6 0,-1 1-5 0,0 1-3 15,0 7-4-15,-7-14-4 0,0 9-5 0,1 3-4 16,-6 1 6-16,-3 2-13 0,0 4-1 0,-11 7-1 15,2 3 2-15,3 2 0 0,0 2-6 0,4 2 5 16,6-4-2-16,-1 7-1 0,2-1 8 0,3 1-3 16,4-6 0-16,4 6-1 0,0-5 3 0,4 0-5 15,8 5 1-15,-4-7 1 0,5-3 1 0,8 4-7 0,2-4-7 16,2-4-16-16,-2 2-29 0,5-1-40 16,0-4-37-16,-3-4-36 0,1 2-27 0,-7-3-30 15,1-4-12-15,-3 1-10 0,0-3-153 0,-2 2-419 16,-2-1 185-16</inkml:trace>
  <inkml:trace contextRef="#ctx0" brushRef="#br0" timeOffset="18300.66">19651 10560 71 0,'0'0'199'0,"0"0"-2"0,3-10-20 0,-3 10-17 0,0 0-10 16,0 0 8-16,0 0 5 0,0 0-2 0,0 0-6 16,0 0-9-16,-3 27-3 0,1-17-7 0,0-2-6 15,1 4-10-15,0-2-6 0,-1-1-8 0,-2 0-8 16,3-2-8-16,0 0 1 0,1-7-14 15,-1 13-2-15,1-13 3 0,-4 6 13 0,4-6 5 16,0 0 17-16,0 9 9 0,0-9 0 0,0 0-6 0,0 0-7 16,0 0-12-16,0 0-11 0,0 0-7 0,0 0-23 15,-9-23 6-15,9 23-13 0,3-17 1 0,-3 6-2 16,3 0-7-16,2-4-13 0,0-2 1 0,5 2-9 16,-3-2-6-16,5 1-1 0,-1 2-3 0,2 0-8 15,0 4 0-15,2 0 5 0,-2 4-10 0,2 2-3 16,-1 2 21-16,0 4-21 0,0-1 3 0,3 6-1 15,0 0 0-15,-3 2 4 0,-2 3-4 0,0-1-9 16,-3 0 13-16,1 3-8 0,-1-1 3 0,-4-3 14 16,0 0-12-16,0 2 0 0,-1-1-1 0,1-3 1 15,-3-1 3-15,0-1-6 0,-1-1 6 0,-1-5 6 16,3 8 3-16,-3-8-4 0,3 6 0 0,-3-6 5 16,0 0-3-16,0 0-4 0,0 0 6 0,0 0-1 15,0 0-2-15,0 0 11 0,0 0-19 0,0 0 5 16,0 0-7-16,-7-27 1 0,8 17-7 0,3-1-4 0,3-3-1 15,3 0-12-15,3-2-1 0,1 2-5 16,7-4 17-16,1 1-16 0,-6 7-4 0,1-1 10 16,0 5-1-16,-4 0-3 0,-2 2 7 0,2 1 11 15,-5 3-11-15,-8 0 2 0,15 7 0 0,-5-3 1 0,-3 3 3 16,-1 2-1-16,1-1 8 0,-1 3 5 16,1-2-3-16,-3 4 4 0,5 1 1 0,-2-1 1 15,2 0 12-15,-2-3 0 0,1-1 3 0,1 1 4 16,1-3 2-16,2-1-4 0,4 0 3 0,1-3 3 0,1 0-6 15,0-3-2-15,0-3 0 0,-6 2 10 0,2-3-11 16,-2-2-2-16,-1 1 4 0,-2-3-3 16,0-1-3-16,-1 0 1 0,1-1-1 0,-4-1-1 15,-1 0 0-15,-2-3-2 0,1-2 1 0,-2 1 0 16,-1-1-7-16,-2 1 2 0,0 5 5 0,2-1-4 0,-3 3 2 16,1 3 2-16,2 5-2 0,0-11 3 0,0 11-13 15,0 0 4-15,-2-7-1 0,2 7-4 0,0 0 10 16,0 0 0-16,-13 21-4 0,9-9 1 0,2-2 3 15,-1 6 0-15,2 0-6 0,-1-1-1 0,2-3 3 16,3 4-5-16,0-4-27 0,1-1-28 0,3 5-44 16,-2-4-51-16,0-2-56 0,3-2-56 0,0-2-55 15,1 2-201-15,1-4-568 0,0-1 251 0</inkml:trace>
  <inkml:trace contextRef="#ctx0" brushRef="#br0" timeOffset="18461.93">20312 10307 5 0,'-9'-7'232'0,"2"3"-29"0,4 1-27 16,3 3-41-16,-9-3-50 0,9 3-45 0,0 0-41 16,0 0-45-16,0 0-93 0,0 0-149 0,14 15 66 15</inkml:trace>
  <inkml:trace contextRef="#ctx0" brushRef="#br0" timeOffset="18692.76">20604 10295 216 0,'4'-16'226'15,"-2"8"10"-15,0-6-2 0,3-2-5 0,-1 6-1 0,-1-3-14 16,-1 4 11-16,1-3 4 0,-2 3 8 16,2 3-13-16,-3 6-11 0,2-11-27 0,-2 11-20 0,3-4-12 15,-3 4-18-15,0 0-15 0,7 20-18 16,-4 0-4-16,-3 6-7 0,1 2-5 0,-1 1-7 0,-1 3-14 15,-3-1-7-15,3 0-6 0,0 0 11 0,-3-2-21 16,0 0 5-16,3-2-5 0,-1 1-8 16,2-2 8-16,-2-1-14 0,2-4-24 0,0-4-29 15,2 1-45-15,1-2-46 0,-3-2-51 0,0-1-74 0,2-5-54 16,-2 3-293-16,2-5-633 0,-2-6 280 0</inkml:trace>
  <inkml:trace contextRef="#ctx0" brushRef="#br0" timeOffset="19045.41">20592 10462 183 0,'0'0'222'0,"6"-7"-23"0,0 4-18 16,4-2-18-16,0 3-13 0,2-1-15 0,6 0-17 16,0-1-28-16,4 2-33 0,-2-2-42 0,1 1-47 15,7-3-32-15,-6 3-20 0,4-5-20 0,-6 2-13 16,-1 0-69-16,0-1-201 0,-2-1 655 0,-2-5-327 15,-2 2 28-15,-2-1 17 0,-1-2 32 0,-2 0 9 16,-1-1 15-16,-2-2 12 0,0 2 28 0,-3-2 13 16,-1-1 9-16,-1 5 7 0,2 4 12 0,-4 0 4 15,2 0 14-15,0 9-3 0,2-13-11 0,-1 8-15 16,-1 5-13-16,0 0-6 0,0 0-10 0,0 0 8 16,0 0 14-16,4 22 1 0,-4-4 7 0,1 6 3 15,-1 2-6-15,-1 1-1 0,-2 2-12 0,2-4-2 16,-2 1-3-16,2 2-10 0,0-3-9 0,0-4-11 15,-3 5 0-15,4-2-11 0,2-5-3 0,-4 0-6 16,1-1-28-16,-1 2-28 0,2-2-45 0,0-3-48 16,-2-1-58-16,1-4-66 0,-1 1-84 0,0 0-161 15,-1-1-516-15,-2-2 228 0</inkml:trace>
  <inkml:trace contextRef="#ctx0" brushRef="#br0" timeOffset="19198.8">20847 10461 154 0,'0'0'247'0,"5"-11"-26"15,1 6-21-15,2-1-24 0,-3 3-46 0,5-3-64 0,-1 3-69 16,3-2-82-16,-2 4-100 0,2-1-199 0,-1 1 88 16</inkml:trace>
  <inkml:trace contextRef="#ctx0" brushRef="#br0" timeOffset="19859.28">21095 10651 259 0,'0'0'272'0,"18"-3"-14"0,-8 1-15 16,8-3-17-16,-1 0-23 0,2-2-19 0,5-3-14 16,-3 3-21-16,-2 0-13 0,3-5-13 0,2 0-12 15,-5 2-9-15,-3 1-9 0,0-3-10 0,-1-2-9 16,-2 0-7-16,-1-1-10 0,-3 2-3 0,-2 2-6 15,-2 0-6-15,-1-2-3 0,-2 3 0 0,-1 0-6 16,-2-1-7-16,-3 4 5 0,0 0-10 0,-1 2-4 16,-4-1-2-16,0 2-1 0,-1 2-10 0,-2 2 4 15,2 2 2-15,0 2-6 0,-3 2 5 0,1 2-2 16,-3 1 0-16,5 2-1 0,-1 2 4 0,1-2 0 16,1 1-1-16,2-3 1 0,3 3 1 0,0-1 0 15,-1 1 2-15,3 0 5 0,0 0 3 0,4 0 8 16,-1 0-7-16,4-1-1 0,-1 0 2 0,1-2-1 15,1 0 6-15,3-1 7 0,0 2-14 0,3-4 1 16,-2 1 1-16,6 2-5 0,1-5 3 0,1 0-6 16,0-2 4-16,0 2-4 0,2-1 0 0,-2-3-5 15,1 0 4-15,0-3 0 0,1 0 7 0,-4-3-8 0,2 2-4 16,1-3 2-16,-2 0 2 0,-3-1-9 16,-1-3 2-16,-2-2-3 0,1 0 1 0,-1-2-3 15,-3-2 1-15,-1 1 2 0,-1 0-4 0,-2-2-2 16,-2 1 1-16,-2 1-2 0,-2-1 2 0,-2 4 2 0,0 1-4 15,-5 0-2-15,2 1 4 0,-3 1-3 16,-3 0 9-16,2 2-12 0,1 2 1 0,-2 1 2 16,2 1 5-16,2 0-5 0,1 0 2 0,1 1-2 15,6 3 2-15,-10-5-1 0,10 5-3 0,0 0 13 0,-7-2-9 16,7 2 1-16,0 0 2 0,0 0 0 0,0 0 8 16,25 7 1-16,-13-6-6 0,4 1 1 0,3 0 5 15,-1 0-4-15,0-1-3 0,0 0 4 0,-4 2 3 16,-1-3-5-16,0 3-1 0,-2-2 13 0,1 2-6 15,-1 0-11-15,-2 0 7 0,0 1-8 0,0 1 3 16,-3 2 10-16,3 0-2 0,-2 1 15 0,-1 2 12 16,-1-1 0-16,-1 3 6 0,-1 2 5 15,1 1-1-15,-3-3-2 0,-1 4 4 0,1 0-10 0,-1 1-3 16,-1-1-2-16,0 0-3 0,-1 0 0 0,2 1-10 16,-1-5-36-16,0 4-36 0,1 0-42 0,0-4-44 15,0 1-57-15,0-2-55 0,0 0-57 16,-2 2-261-16,5-1-613 0,-2-2 271 0</inkml:trace>
  <inkml:trace contextRef="#ctx0" brushRef="#br0" timeOffset="20023.43">21995 10775 59 0,'9'0'314'16,"-9"0"-22"-16,0 0-16 0,10 0-7 0,-10 0-25 15,0 0-18-15,7 3-14 0,-7-3-14 0,1 8-27 16,-1-8-14-16,1 11-14 0,0-5-15 0,1 2-10 15,-2-8-31-15,-4 15-41 0,3-8-56 0,-3 1-76 16,0 0-95-16,-3 0-264 0,0-3-480 0,0 4 213 16</inkml:trace>
  <inkml:trace contextRef="#ctx0" brushRef="#br0" timeOffset="21641.12">22846 10405 132 0,'-6'-8'214'0,"-3"1"-11"0,1 0-9 15,-2 1-11-15,-3 1-9 0,3 2-11 16,-8 2-13-16,6 2-8 0,-3 5-10 0,-3 3-12 15,0 1-5-15,0 9-4 0,-2 0-5 0,2 0-10 16,-2 5-3-16,4-3-15 0,2 0-6 0,5 3-5 0,3-5-5 16,3 0-10-16,5-1-4 0,3 2-2 15,4-4-1-15,2 7-7 0,3-8 1 0,2-2-6 16,1-3-1-16,0-1-4 0,9 1-3 0,-5-5-2 16,-3-2 0-16,4-2-1 0,-2-3-3 0,-3-1-3 0,2-3 5 15,-1-1-1-15,-6 2-4 0,-2-4 1 0,3-3-2 16,-6 1-5-16,5-3 0 0,-1-2-1 15,-3 1 1-15,-2-3-5 0,0 0 6 0,-3 1-1 16,2-2 9-16,-1 2 0 0,-4 5 7 0,0 0 7 0,3 0 9 16,-3 2-4-16,0 4 5 0,0 6 6 0,0-9-19 15,0 9-9-15,0 0 0 0,0 0-4 0,0 0-4 16,0 0 1-16,0 0-6 0,0 0 3 0,0 25 10 16,-2-8-13-16,2-2 0 0,2 2 0 0,0 1-2 15,2 0 11-15,-1-1-12 0,3 1-8 0,-1-3-16 16,3 2-20-16,-3-4-31 0,1 3-36 0,1-2-45 15,-2-3-42-15,3-1-47 0,-3-2-45 16,-3-1-153-16,3 1-473 0,-1-4 211 0</inkml:trace>
  <inkml:trace contextRef="#ctx0" brushRef="#br0" timeOffset="21992.14">23104 10571 8 0,'3'-6'234'0,"-3"6"-21"0,4-7-29 15,-4 7-14-15,0 0-9 0,0 0-2 0,0 0-5 16,0 0-4-16,15 18 1 0,-12-8-11 0,-2-1-12 16,0 3-10-16,0-4-8 0,2 1-5 0,-2 2-18 15,1 0-7-15,-2 1-3 0,1-2-11 0,-1-1-5 16,1-4-7-16,-1-5-4 0,0 12-7 0,0-12 4 16,0 6 7-16,0-6 7 0,0 0 3 0,0 0-1 15,0 0-6-15,0 0-5 0,0 0-5 0,0 0-4 16,0 0-3-16,0 0-5 0,10-23-3 0,-5 11-6 15,6-2 1-15,1-1-4 0,4-7-2 0,2 2 2 16,1 2-7-16,1 1 9 0,-3 4-16 0,-1 0 3 16,2 4-5-16,-4 1-1 0,-3 2-1 0,0 3-4 15,-4 1-3-15,0 1 2 0,-7 1 0 0,15 3 0 16,-6 3-1-16,-3-1 4 0,-1 3-3 0,1 1 2 16,-3 2 2-16,0 0-2 0,0 4-2 0,0-2-13 15,-2-1-16-15,0 1-38 0,0 1-43 0,-2 1-78 0,1-4-60 16,0 3-228-16,0-3-514 0,0-11 227 15</inkml:trace>
  <inkml:trace contextRef="#ctx0" brushRef="#br0" timeOffset="22441.06">23745 10499 5 0,'-4'-8'282'0,"-3"-2"-11"0,0 4-17 16,-4 0-15-16,2 4-18 0,-3 0-17 0,-1 5-8 15,-6 1-6-15,1 4-17 0,-1-1-12 16,1 5-12-16,0-1-11 0,1 2-7 0,3 0-16 0,3 3-12 16,1-1-10-16,2-1-4 0,5 1-12 0,1-3-9 15,3 2-6-15,0-3-3 0,3 1-7 0,1-1-1 16,5 1-11-16,1-3-2 0,-2-3 0 0,5-2-5 16,-3 3 2-16,1-5-10 0,3-2 1 0,-3 1-1 15,5-2-4-15,-5-3-2 0,1-2-7 0,-3-1-7 16,0-1 3-16,3-4 12 0,-5 1-14 0,1-6-1 15,-1 3-2-15,-1-6-3 0,1-3 8 0,-6-4-2 16,1-1-1-16,1 1-2 0,-4-1 4 0,0-3-3 16,-2 1 2-16,2 2-5 0,-2-2 3 0,2 0-5 15,-2 6 23-15,1 5-4 0,1 2 16 0,-1 2 12 16,0 3 2-16,1 1 17 0,0 4-17 0,0 7-4 16,0-11-13-16,0 11 0 0,0 0-7 0,0 0 1 15,0 0-2-15,1 27 5 0,-2-2-8 0,2 1 16 16,-1 6-8-16,1-2 11 0,-2-2 11 0,1 4-14 15,0-2 0-15,1 0 5 0,-2-1-16 0,2 1-2 16,-1-3-3-16,0-1 0 0,1-7-2 0,1-1 14 16,-1 1-22-16,2 0-21 0,-1-3-39 0,4 0-31 15,-1 0-43-15,-1-5-52 0,3 1-62 0,-1-4-73 16,4 0-309-16,1-2-671 0,0-3 298 0</inkml:trace>
  <inkml:trace contextRef="#ctx0" brushRef="#br0" timeOffset="22913.77">24583 10351 229 0,'-3'-5'299'0,"1"-2"-19"0,2 7-21 0,-1-10-24 15,1 10-22-15,2-9-26 0,2 4-19 0,6 0-13 16,-1 0-19-16,6-1-12 0,3 1-15 0,-1-1-13 15,5 3-24-15,-1-1-28 0,-3-1-20 0,1 3-27 16,-3 0-21-16,-5-1-17 0,-2 1-4 0,0 0 0 16,-3 1 8-16,-6 1-11 0,11-4 9 0,-9 1-5 15,-2 3 4-15,0 0 6 0,0 0-3 0,0 0 8 16,0 0 3-16,0 0 8 0,0 0 0 0,0 0 5 16,0 0 7-16,0 0 9 0,-15-7 4 0,15 7 4 15,0 0 6-15,0 0 10 0,-13 11 6 0,11-4 9 16,-1 0 11-16,3 5 10 0,0 4-4 0,-2 0-1 15,0 1 3-15,2 2-2 0,2 5-2 0,-4 1 1 16,2-1-6-16,2 2-2 0,-2-2 0 0,0-5-7 16,2 1-5-16,-2-1-2 0,0 0-3 0,0 1 3 15,0 6-8-15,0-8 1 0,-4-2-6 0,2 0 2 16,0-2 0-16,-1 2-2 0,-1-5-3 0,-3 1 1 16,2-2-1-16,-1 1-4 0,-1-4-1 0,-3 1 2 15,1-2-2-15,-2-3 0 0,-3 1-5 0,1-2 2 16,-1-2-2-16,-1-1 4 0,-1 0-7 0,3-2-3 15,0 2-2-15,1-6-10 0,0 7-15 0,-2-3-28 0,4-3-29 16,0 2-34-16,1 0-44 0,3-2-35 16,3 2-39-16,3 4-189 0,0 0-454 0,-6-11 201 15</inkml:trace>
  <inkml:trace contextRef="#ctx0" brushRef="#br0" timeOffset="23142.06">25042 10601 33 0,'0'0'276'0,"1"-7"4"0,-1 7-11 0,0 0-13 16,0 0-15-16,-8-11 0 0,8 11-16 0,-14 3-11 15,14-3 12-15,-18 7-27 0,9-3-10 0,0 6-6 16,-2-3-15-16,2 1-11 0,0 2-24 0,1 1-5 16,2-1-12-16,0-1-13 0,2 2-8 0,0 0-13 15,3 1-11-15,1-1 0 0,5-1-11 16,1-2-36-16,3 0-38 0,4-2-39 0,4 0-50 0,3-1-51 15,7 0-55-15,1-4-60 0,7 1-50 0,-4-4-168 16,7 1-527-16,0-1 233 0</inkml:trace>
  <inkml:trace contextRef="#ctx0" brushRef="#br0" timeOffset="23633.72">25691 10656 275 0,'6'-5'327'0,"1"-1"3"0,0-3 11 16,-3 0-11-16,1 0-10 0,1 1-15 0,0-1-11 0,-2-1-16 15,2 1-23-15,-1-1-34 0,2 0-17 16,-1 1-12-16,2-1-27 0,-2 0-16 16,3 0-10-16,0-3-16 0,0 2-10 0,-1-3-9 0,2 2-11 15,-3 1-3-15,0-1-12 0,-1 2-5 0,0-1-9 0,-1 3-2 16,0 2-1-16,-2 0-4 0,-3 6-9 0,4-8-6 16,0 4-9-16,-4 4-2 0,0 0-9 15,0 0-2-15,0 0-4 0,0 0 2 0,0 0-1 16,2 18-8-16,-4-7 0 0,-2 2 2 0,3-2 0 0,-2 6-6 15,2-2 3-15,1 2-2 0,0-5 3 0,1 5-4 16,1-6 2-16,2 0-3 0,2-1-1 0,3 4 3 16,1-6 3-16,0 0 2 0,2-3-2 0,4 1 4 15,3-3-7-15,-1-2-1 0,1-2 3 0,-2 0-3 16,0-3 0-16,-4 1-1 0,1-3 0 0,1-2-1 16,1 0-3-16,-3-2 4 0,-2-1-2 15,-1 3-1-15,-2-2 0 0,1-3-2 0,-3 1 3 0,-2 2-1 16,2-4 0-16,-3 3-1 0,-1-1 3 0,2 3 5 15,-4-1-10-15,2 3 2 0,0 0 5 0,-2 7-13 16,0-10 0-16,0 10-3 0,0 0-2 0,0 0 5 16,0 0 0-16,0 0 1 0,0 0 0 0,-10 27-1 15,3-12 5-15,-3 1-1 0,1 0 2 0,1 1-4 16,-1 1 3-16,2 0-1 0,-4 6 4 0,4-7-1 16,1-1 1-16,0 2 5 0,0-1-2 0,1-1 1 15,1 0-11-15,0 0-38 0,0-3-39 0,2-5-39 16,0-1-33-16,0-1-45 0,2-6-39 0,-4 9-66 15,0-3-78-15,4-6-259 0,-9 3-696 0,9-3 308 16</inkml:trace>
  <inkml:trace contextRef="#ctx0" brushRef="#br0" timeOffset="23807.23">25787 10240 236 0,'-9'-14'328'15,"-2"2"-39"-15,1 3-27 0,4 1-27 0,-2 2-23 16,3 0-23-16,1 1-15 0,4 5-35 0,-7-7-47 0,7 7-56 16,0 0-57-16,0 0-81 0,0 0-76 0,0 0-138 15,30-2-341-15,-7 2 151 0</inkml:trace>
  <inkml:trace contextRef="#ctx0" brushRef="#br0" timeOffset="24543.52">27144 10750 37 0,'14'-11'256'0,"1"-1"-11"0,7-6-4 0,1 3-15 16,0-4-27-16,-1 2-7 0,1-2-11 0,1-2-10 15,1 0-14-15,-3 2-8 0,1-2-16 0,-5-1-8 16,-1 1-12-16,-3 1-7 0,-5 4-3 0,-2 0-9 15,-3 0 10-15,0 0-11 0,-4 6-6 0,-4-1-12 16,-1-1-5-16,-3 2-4 0,-6 1-9 0,1 3-11 16,-5-1 1-16,-2 6-7 0,-9 1 7 0,2 1-15 15,0 3-5-15,8 2 1 0,0 1-6 0,2-3-2 16,7 2-4-16,-3 1 0 0,9-2-2 0,0 1-3 16,2 1 6-16,2-7-4 0,6 16 4 0,6-7-5 15,-1-5 0-15,10 2 2 0,8 0-3 0,2-1 0 16,1-1 1-16,2-2-3 0,-1 0 11 0,-2-1-13 15,-1-2 1-15,-7 1 4 0,-7 0-9 0,-3 0 2 16,-3 0-7-16,-1 0-4 0,-1 2 7 0,1 0-6 16,-5 3 14-16,0 0-14 0,-2 1 4 0,-2 2 4 15,0 3 3-15,0 1-4 0,-2-1-1 0,0 2 7 0,0 0 1 16,0 3-8-16,2-4 2 0,2 4 11 16,-2-5-12-16,2 1-2 0,2 3 5 0,1-3-1 15,4-3 3-15,0 0 0 0,0-1 1 0,7 2-1 16,-1-5-3-16,2 2 2 0,0-5 7 0,1-1-7 0,3 0 11 15,-2-2-14-15,0-2 2 0,-2-2-2 0,2-2-9 16,-4 0 2-16,0-2-5 0,-3-2 0 0,2-2 0 16,-1 1-5-16,-2-2 3 0,-2-2-3 15,-3 0-9-15,2-1 4 0,-4 1 3 0,1 0 1 0,-5 3 0 16,0 1-4-16,-2 0 5 0,-2 1 0 0,-2 2 1 16,2 2 12-16,-2 1-8 0,-1 2 3 0,-1 3 16 15,8 1-11-15,-19 4 2 0,5 2 4 0,2 3-2 16,-3 2 4-16,2 1-5 0,2 1 2 0,3 2-3 15,3 0 5-15,2-3-1 0,3 3-10 0,2-3-14 16,2 7-30-16,3-5-32 0,0 1-50 0,2-1-52 16,1-7-50-16,2 5-55 0,-3-3-175 0,8 0-503 15,-2-2 223-15</inkml:trace>
  <inkml:trace contextRef="#ctx0" brushRef="#br0" timeOffset="24853.62">28100 10546 145 0,'1'-7'276'16,"3"1"1"-16,-4 6-33 0,5-9-23 0,-5 9-23 16,4-2-21-16,-4 2-12 0,0 0-9 0,0 0-10 15,6 15-6-15,-3-5-8 0,-3 0-12 0,5 1-11 16,-1 4-9-16,1 1-3 0,-3-5 0 0,2 6-11 16,-1-1-11-16,3-4-4 0,-1 2 2 0,1 1-3 15,2-5-3-15,-4 0 6 0,1-1-15 0,-1-3-8 0,0 0 3 16,1-2 18-16,0 0 1 0,-5-4 10 15,6 6 2-15,-6-6-3 0,7 0-3 0,-7 0 0 16,0 0-13-16,11-11 1 0,-6 4-2 0,2-3-6 16,-3 0-8-16,5-5-3 0,1 0-11 0,0-2 4 0,-1-8-8 15,7 1 1-15,0-3-19 0,2 1-30 0,-3 2-8 16,4 1-20-16,-2 0-32 0,1 4-28 16,-9 6-28-16,0 2-29 0,-2 2-39 0,0 4-48 0,-3 0-32 15,-4 5-43-15,0 0-164 0,0 0-527 0,0 0 233 16</inkml:trace>
  <inkml:trace contextRef="#ctx0" brushRef="#br0" timeOffset="25839.72">28514 10648 201 0,'0'0'229'0,"14"-3"8"0,-5-1-12 0,0-2 5 16,1-2-20-16,0 1-13 0,-1 0-6 0,4-3-14 15,1-5-16-15,-3 2-4 0,0 0-4 0,0-3-5 16,-4 5-14-16,0 0 7 0,-3 1 0 0,4-3-6 15,-6 4-7-15,1-1 2 0,-2 3-15 0,-1-4-13 16,0 11-10-16,-5-10-6 0,-4 6-10 0,1 0-9 16,-3 4-5-16,-3 3-14 0,-2 2 8 0,-3 3-14 15,-6 3 4-15,2 6-9 0,2-2 4 0,3 4-14 16,7-2 2-16,1 0-12 0,1 0 7 0,1 2-7 16,6-1-7-16,2-1 17 0,2 0-8 0,5-1-3 15,0 1-5-15,3-5 7 0,3 0 2 0,6 0 5 16,-2-2 8-16,3-2-8 0,1-2 1 0,-1-3-7 15,7-1 1-15,-6 0-5 0,1-3 7 0,-2-2-7 16,9-3 0-16,-7-1-9 0,5-1 15 0,-2 0-8 16,-5-1 3-16,4-6-12 0,-6 5-13 0,0-1-5 15,-2-3-6-15,1-3 1 0,3-1-1 0,-8 3-8 16,0-2 14-16,0-1-12 0,-2 1-2 0,-4 0 9 16,0 0-1-16,-2 0 4 0,-4 1-5 0,-2 4 1 15,-2 0 7-15,0 0 1 0,-2 2 0 0,0-1-1 0,1 3-1 16,-3-2 8-16,2 5-9 0,0 0-8 15,1 1 17-15,5 4-9 0,-5-9 3 0,5 9 3 16,0 0-1-16,0 0 5 0,0 0-1 0,0 0 3 16,0 0-5-16,17-1-1 0,-17 1 4 0,14 4-1 0,-1-2-1 15,-3 2 8-15,0-3-3 0,0 3-2 16,1-1 0-16,-4 2 3 0,1 1 5 0,0 1-5 16,-2 0 12-16,-1 3 7 0,-2 0 1 0,-3 0-6 15,0 4 12-15,-2-2 5 0,0 3-3 0,-1 1-2 0,2-3-7 16,-3 3 6-16,3 1-3 0,-2-5-10 0,3-1 10 15,0 0 3-15,2 1-8 0,0-1-7 0,3-1 2 16,-1 2 9-16,3-4 6 0,0-2-15 16,2 1 2-16,1-4 3 0,-1 0 2 0,3 0-9 0,1-3 13 15,2-3-20-15,-2 3 10 0,5-3-5 0,-2-2 4 16,2-1-2-16,-2-2 3 0,0-2-11 0,-1 0-2 16,1-3-6-16,-3-1-3 0,6-6-12 0,-4 0 14 15,-2 4-11-15,-4-1 10 0,-2 1 1 0,1-2-16 16,-2 3 11-16,-2 0 10 0,0 3-8 0,-3 2 1 15,1 2-2-15,-1 2 3 0,-1 6-3 0,1-12 8 16,-1 12-12-16,0 0 4 0,0 0 15 0,0 0-9 16,0 0-4-16,-19 16 3 0,10-2-2 0,3 1 0 15,-1 3 5-15,3-1 1 0,2 2-8 0,1-2 3 16,-2 3 1-16,3 1 12 0,-1-2-11 0,2-1 1 16,2 0 4-16,-2 2 1 0,1-2 2 0,0-1 5 15,-1-4-8-15,0 1 2 0,-1-4 2 0,2 0-3 16,-4-1 9-16,1-2-11 0,1-7 1 0,0 12 2 15,0-12-7-15,-1 8 6 0,1-8-8 0,0 0-3 16,0 0-11-16,0 0-3 0,0 0-8 0,0 0 2 0,0 0-6 16,0 0 3-16,0 0-8 0,18-17 3 15,-9 9 5-15,0 2 3 0,3-4-1 0,2-2 6 16,2 2 1-16,0-1 1 0,0-2 2 0,-1 1 2 16,0-3 6-16,1 2-3 0,-1 2 5 0,-2-5-1 0,1 3 9 15,-1 1 10-15,-4-1-6 0,-4 3 9 16,1-1 5-16,0 1 9 0,-3 4 16 0,1 0-7 15,-3-1-3-15,2 1-4 0,-3 6 6 0,0 0-2 16,0 0 2-16,-8-9-11 0,8 9-3 0,0 0 0 0,-23 12 11 16,13-3-11-16,-2-1-12 0,-1 3 5 0,2 2 6 15,2 1-14-15,4-3-6 0,0 0-28 16,3 0-33-16,4 1-36 0,3-2-43 0,1 2-46 16,8 1-57-16,4-5-51 0,5 5-239 0,5-3-580 0,2-1 258 15</inkml:trace>
  <inkml:trace contextRef="#ctx0" brushRef="#br0" timeOffset="26261.41">30017 10378 56 0,'3'-17'307'0,"0"2"14"16,0 4-3-16,-3 3-8 0,1 3-40 0,-1 5-25 15,0 0-31-15,0 0-20 0,0 0-17 0,0 0-8 16,0 0-15-16,-14 39-5 0,6-13 5 0,1 2-3 15,-3 1-5-15,2-2-20 0,3-1-7 0,1 0 5 16,0-7-13-16,1 8-5 0,-2-3-9 0,4-5-7 16,0-2-20-16,-1 0 4 0,2 1-8 0,-1-9-6 15,1 1-6-15,-1-4 8 0,1-6-3 0,0 12 11 16,0-12 9-16,0 8 8 0,0-8-6 0,0 0-3 16,0 0-20-16,0 0 7 0,0 0-3 0,0 0-9 15,0 0-6-15,7-20-7 0,0 12-7 0,4-5-6 16,2 3-5-16,3-2-11 0,5-5 0 0,-2 8-4 15,6-3-2-15,-5 5-2 0,-1 1-3 0,-2 1-5 16,1 5 4-16,-5-2-2 0,-1 2-14 0,0 2 14 0,-3 3-5 16,1 0 4-16,-1 2-5 0,-3 1 4 0,0 3-6 15,-3-1 6-15,-3 0 3 0,-1 3 1 16,-4-3-4-16,-1 5-4 0,-6 0 8 0,-2-3 5 16,-1-2-5-16,-3 2-3 0,-3-3 1 0,3-2 4 0,-2 0-5 15,2-1-19-15,0 0-24 0,7-5-49 0,-2 2-48 16,4 0-32-16,-1-3-34 0,10 0-49 0,-12-3-59 15,12 3-48-15,0 0-244 0,0 0-661 16,15-17 294-16</inkml:trace>
  <inkml:trace contextRef="#ctx0" brushRef="#br0" timeOffset="26443.27">30341 10571 192 0,'9'-9'275'0,"-1"1"6"0,-2 3 0 0,-1-1-7 15,-2 2-10-15,-3 4-15 0,5-6-31 0,-5 6-20 16,0 0-23-16,0 0-7 0,0 0-9 0,13 7-13 15,-13-7-3-15,0 15-5 0,0-5-14 16,1 1-6-16,-1 0-18 0,1 2-2 0,-1-3-6 0,-1 6-8 16,2 0-26-16,-1 1-27 0,-1-5-46 0,0-1-45 15,-1-3-54-15,1 3-55 0,-1-2-62 0,-1-1-58 16,-1-4-209-16,4-4-540 0,0 0 239 0</inkml:trace>
  <inkml:trace contextRef="#ctx0" brushRef="#br0" timeOffset="26600.32">30373 10351 263 0,'0'-6'245'0,"0"6"-30"16,-2-10-60-16,2 10-66 0,0-9-66 0,0 9-63 15,0 0-119-15,0 0-172 0,0 0 78 0</inkml:trace>
  <inkml:trace contextRef="#ctx0" brushRef="#br0" timeOffset="27875.38">30833 10478 53 0,'0'0'287'0,"0"0"1"0,-13-17-7 0,7 14-16 0,-4 1-16 15,-2 1-5-15,-2 0-11 0,-2 1-12 0,-2 4-8 16,-1 1-19-16,-2 3-6 0,1 1-26 0,2 1-8 15,1 0-21-15,2 4-12 0,-2-2-5 0,8 2-18 16,2-1-3-16,0-1-14 0,5 0 4 0,1 1-17 16,1-2-3-16,3 0-9 0,1 0-2 0,2-1-5 15,0-1-8-15,1-3-2 0,1 0 4 0,0-1-4 16,-2-2-13-16,0-1 6 0,4-1-7 0,-2-1 4 16,-8 0-5-16,14-3-14 0,-5-1 7 0,1-3 8 15,-2 2-8-15,0-2-5 0,1-3 2 0,-3 1-4 16,4-4 2-16,-3 2-3 0,3-6-8 0,-1 3 2 15,1 0 4-15,2 0-4 0,-6 3-9 0,-1 2 12 16,0 5 3-16,-1-2 7 0,-1-1 1 0,-3 7-4 16,6-6-4-16,-6 6-3 0,0 0-3 0,0 0 3 15,0 0 8-15,0 0 1 0,-7 28-13 0,3-17 4 16,-1 5 4-16,-2-1-3 0,3 2-2 0,-2-3 0 16,5 1 4-16,-2-3-5 0,3-2 0 0,0 3 13 15,1-3-7-15,2 2 2 0,3-1-3 0,-1-2 5 16,3-2 6-16,2-1-5 0,4-3-1 0,4 1 1 15,3-2-12-15,-2-3 7 0,-1-2 0 0,1-1-5 16,-4-3-4-16,3-1 5 0,-1 1-7 0,-3-3 3 16,-1-1-1-16,-2-1 0 0,1-1-16 0,-5-2 11 0,5 1-14 15,-5-3 6-15,4-6-9 0,-2 6 12 0,-2 2-17 16,1-3-3-16,-4 3 13 0,0 3 6 16,-1 0-2-16,0 2 4 0,0 3-6 0,-2 1 0 15,-1 6 2-15,1-10-8 0,-1 10 3 0,0 0 3 16,0 0 0-16,0 0-11 0,0 0 14 0,-19 21-8 15,10-6 15-15,0 1 1 0,0-1-4 0,0 0 5 16,1 3-6-16,5 2-3 0,-5-4 2 0,6 11 2 0,-2-10 5 16,5-2 9-16,0 2-10 0,2 2 6 15,-1-1-6-15,1-1 8 0,2-2 5 0,0 1-4 0,-1-5-4 16,1-2 0-16,-2 1 13 0,1-4 1 0,-3-1-16 16,1 2 0-16,-2-7 3 0,4 10-3 15,-4-10 3-15,3 7 4 0,-3-7 1 0,0 0 2 0,1 6-4 16,-1-6 2-16,0 0-2 0,0 0 2 15,0 0 4-15,0 0-3 0,0 0-16 0,0 0 2 0,0 0-11 16,0 0-9-16,0 0-7 0,0 0-1 0,6-25 9 16,5 18-12-16,0 1-4 0,6-3-1 0,0 0-2 15,5-5 4-15,4 1-12 0,-3-1-1 0,1 2 5 16,2-3-1-16,-8 4 0 0,-1 1 8 0,-1-2 6 16,-2 1 5-16,-1 0 3 0,2 0 1 0,-4-1 10 15,-1 3 4-15,-4-2 8 0,1 1 10 0,0 3 5 16,-3-5 6-16,1 4 10 0,-3 2 6 0,-2 6-2 15,3-9 1-15,-3 9-8 0,0 0-3 0,0 0-4 16,0 0 8-16,0 0 3 0,0 0-3 0,-22 9 3 16,12-3 7-16,1 2-2 0,1 1-1 0,1 0-4 15,-1 1-14-15,2-2 8 0,1 0 4 0,1 1 1 16,2-3-6-16,0 5-5 0,2 1-38 0,2-3-34 16,2 1-33-16,3-3-31 0,3 3-38 0,6-2-41 15,2-1-25-15,10 1-20 0,-1-1-7 0,2-1 2 16,0-4-4-16,0 2 16 0,-1-3 23 0,0 0 29 15,-6-2 24-15,-3-1 38 0,1-1 41 0,-3-3 35 16,-1-2 40-16,0 3 26 0,-4-2 31 0,-3-1 20 16,2-1 36-16,-3-1 17 0,-3 3 9 0,0-2-6 15,-1 0 3-15,-4-1 6 0,1 5-3 0,-1 5-2 16,-3-14-9-16,-3 10-3 0,0 0-6 0,-4 0-6 0,-4 4 0 16,-3 0-6-16,-3 4-2 0,-2-1-10 15,-6 2-1-15,2 5-12 0,7-2 2 0,1 1-8 16,-7 2-15-16,11 1 4 0,1-1-11 0,3 5-1 15,1 0-4-15,2-3-7 0,5-1 1 0,0-1-7 16,4-1 5-16,1 1 1 0,3-2-8 0,1-1-9 0,5-1 0 16,4 1-17-16,-2-4 6 0,4-1-7 15,3-1-4-15,-2-4-4 0,-1 1 11 0,0-1-4 16,-3-4 3-16,3 1-3 0,-4-3-2 0,-1-5 3 0,1 0-6 16,4-7 5-16,-5-2-1 0,-4 4-5 0,4-6-1 15,-2 0 12-15,-1-4-4 0,-1 3 1 0,0-5-2 16,1 4-2-16,0-2 4 0,-2 1 0 15,-2 1 16-15,0 8 8 0,-1 0 20 0,1 3 33 0,-5 2 10 16,0 1 12-16,1 5 2 0,-1 1-12 0,2 0-8 16,-3 6-14-16,1-8-8 0,-1 8-9 0,0 0-10 15,0 0 0-15,0 0-4 0,-18 35-4 0,7-11 1 16,-1 4-6-16,-2-1-1 0,1 2 1 0,-1-2-7 16,4 1 0-16,-2-2 0 0,4 5-2 0,0-5-2 15,3 0-12-15,0 2-50 0,3-3-58 0,2-7-83 16,0 1-63-16,2-1-75 0,0-6-75 0,1 5-306 15,3-5-761-15,1-3 336 0</inkml:trace>
  <inkml:trace contextRef="#ctx0" brushRef="#br0" timeOffset="28020.76">31994 10826 285 0,'5'-5'363'0,"-1"0"-18"16,-4 5 19-16,6-9 15 0,-3 6 4 0,-3 3-8 15,3-10-27-15,-3 10-32 0,0-9-32 0,0 9-27 16,2-10-29-16,-2 10-32 0,-2-8-46 0,2 8-58 15,3-6-87-15,-3 6-90 0,0 0-99 0,-5-11-123 16,5 11-326-16,0 0-685 0,-17-8 303 0</inkml:trace>
  <inkml:trace contextRef="#ctx0" brushRef="#br0" timeOffset="32347.2">9968 11945 64 0,'-6'-6'188'16,"-1"0"-11"-16,2 1-1 0,1-1-9 0,-1 2-8 15,0-1-14-15,5 5-11 0,-9-9 0 0,4 6-11 16,5 3-5-16,-5-5-12 0,5 5-7 0,0 0-9 15,-7-5-5-15,7 5-9 0,0 0-10 0,-5-4-5 16,5 4-11-16,0 0-4 0,0 0-2 0,0 0-5 16,0 0-2-16,25 7-1 0,-5-5-1 0,12 0-7 15,5-2-1-15,3 0-1 0,12-2-1 0,-1 0-11 16,-11 2-7-16,1-2-15 0,-6 0-24 0,0-1-37 16,-6 2-26-16,-1 2-35 0,-10-2-33 0,0 0-16 15,-7 0-139-15,-4-1-344 0,2 2 152 0</inkml:trace>
  <inkml:trace contextRef="#ctx0" brushRef="#br0" timeOffset="32762.16">10284 11887 154 0,'0'0'150'16,"-8"0"-12"-16,8 0-16 0,-6 4 17 0,6-4 14 15,-5 16-1-15,1-4 1 0,-2 6-3 0,-1 6-16 16,2 1-3-16,-2 2-7 0,2 0-10 15,0 1-5-15,0 0-8 0,1 3-8 0,0 1-9 0,2-1-2 16,-2-2-9-16,1-2-7 0,3-2-10 0,0-1 0 16,2-5-7-16,-1 0-7 0,-1 2-4 0,4-4-2 15,-3 0-4-15,0-1-1 0,0-5-3 0,1 0-3 16,-2 0-4-16,0-2 1 0,1 0-3 0,-1-2-4 16,0-7-4-16,1 11 5 0,-1-11-9 0,-1 9-2 15,1-9-5-15,-6 5-14 0,-2-3-6 0,8-2-8 16,-14 2-5-16,3-3 3 0,-2 0-3 0,1-2 2 15,-3 1 0-15,-1-1 5 0,3-1 2 0,1-1 2 16,-1 2 1-16,2-1 5 0,2 1 5 0,-1-3 5 16,3 4 8-16,1-1 8 0,6 3 6 0,-9-3 4 15,9 3-1-15,-5-5 2 0,5 5-2 0,0 0-1 16,0 0-6-16,0 0 0 0,0 0 2 0,0 0 1 16,0 0 3-16,15-6-3 0,-3 8 1 0,2-1-2 15,2 0-2-15,3 1-2 0,8-2 1 0,1 0-1 16,0 0-12-16,2 0-27 0,-3 0-41 0,-8 1-55 15,9-2-43-15,0 1-46 0,-6-2-164 0,-2 0-408 16,2-2 182-16</inkml:trace>
  <inkml:trace contextRef="#ctx0" brushRef="#br0" timeOffset="33018.88">10770 12341 251 0,'0'0'255'0,"0"0"4"15,-5-13-11-15,0 8-7 0,5 5-12 0,-7-7-12 16,0 5-21-16,-2 1-16 0,-2 1-16 0,-1 1-13 16,-2 2-6-16,-2 3-2 0,-2 3-10 0,-5 2-10 15,0 3 0-15,5-2-11 0,1 1-5 0,-2 5-16 16,5-5-6-16,4 1-10 0,2 2-8 0,0-3-1 16,4-1-3-16,3 2-9 0,1 0-5 0,3-2-5 15,3 0-5-15,5 0-3 0,1 0-1 0,2-1-4 16,4-4-16-16,3-3-24 0,7 3-36 0,3-4-34 15,-1-1-42-15,2-4-57 0,1 1-63 0,2-2-50 16,-6-3-220-16,7-1-553 0,-5 1 245 0</inkml:trace>
  <inkml:trace contextRef="#ctx0" brushRef="#br0" timeOffset="33214.35">11512 12309 2420 0,'4'-4'152'0,"-1"0"-40"0,-3 4-54 0,6-6-15 16,-6 6 13-16,4-4 6 0,-4 4-4 0,0 0-5 16,7-5-12-16,-7 5-2 0,0 0-9 0,7-3-5 15,-7 3-1-15,0 0-2 0,15 3 1 0,-3 0-2 16,-1-1-9-16,2-1-36 0,1 1-48 0,0-2-62 16,-1 0-75-16,0 1-65 0,-3-2-149 0,0 4-459 0,-10-3 203 15</inkml:trace>
  <inkml:trace contextRef="#ctx0" brushRef="#br0" timeOffset="33378.35">11518 12451 30 0,'-6'3'276'0,"-1"-1"12"0,7-2 2 0,-8 6-5 16,8-6-5-16,-6 3-18 0,6-3-19 16,0 0-28-16,0 0-21 0,0 0-21 0,0 0-12 15,0 0-19-15,0 0-17 0,0 0-41 0,27-3-42 16,-9-3-54-16,0 3-63 0,2 0-71 0,3-1-61 0,-5 1-235 15,2-3-478-15,-3 1 211 0</inkml:trace>
  <inkml:trace contextRef="#ctx0" brushRef="#br0" timeOffset="37929.11">13193 11889 113 0,'-11'0'171'0,"1"-3"-14"0,0 3 4 0,10 0-8 16,-13 0-4-16,13 0-14 0,-9 1-8 0,9-1-12 15,0 0-8-15,-10-1-17 0,10 1-3 0,0 0-7 16,0 0-9-16,0 0-5 0,0 0-4 0,0 0-8 15,23 6-5-15,-4-6-1 0,12 0-6 0,3 0-6 16,2 2-2-16,15-2-1 0,-10-2-5 0,-4 4-21 16,-1-5-34-16,-2 4-24 0,-3-2-36 0,-4 1-36 15,-6-1-42-15,-3 1-122 0,-5-1-312 0,-4-1 139 16</inkml:trace>
  <inkml:trace contextRef="#ctx0" brushRef="#br0" timeOffset="38413.95">13499 11925 162 0,'-7'1'157'15,"7"-1"-13"-15,0 0-15 0,0 0-4 0,0 0 0 16,-2 13-7-16,2-7 14 0,0 4-16 0,0 3-6 16,-2 2-9-16,0 6 3 0,2-2-6 0,0 8-5 15,0 0-6-15,0 0-10 0,-2-1-3 0,0-2-11 16,2-5-6-16,-1 0-2 0,2 0-4 0,-1 2-5 15,-1-3-2-15,1 0-7 0,0-1-5 0,1-4-4 0,-1-2-1 16,2-1-2-16,0 3 0 0,-2-4-2 16,2 2-2-16,0-3-2 0,0 1-3 0,-2-1 0 15,0-8-2-15,0 12 1 0,0-6-4 0,0-6-1 16,2 10 1-16,-2-10-1 0,-4 7-3 0,4-7 5 16,0 0-4-16,-4 7 0 0,4-7-2 0,-9 4 3 15,9-4-1-15,-14 0-7 0,8 0 7 0,6 0-5 0,-19-2 1 16,8-1 3-16,3 2-6 0,-2-2 2 15,3 2-3-15,7 1 2 0,-17-5-1 0,3 4 1 16,5-1-2-16,-1 1 2 0,0 0-2 0,-3-2-1 0,6 1 2 16,7 2 4-16,-12-2 9 0,12 2 1 0,-11-1-2 15,11 1 0-15,-11-1 1 0,11 1-6 16,0 0 0-16,-7-3-1 0,7 3-3 0,0 0 0 16,0 0 1-16,0 0 1 0,0 0 2 0,0 0 3 0,0 0-3 15,0 0 6-15,23 10-4 0,-10-8 1 16,3 0-2-16,5-2 3 0,-2 0-5 0,10 0 1 15,-1-1-3-15,-1 1 3 0,2-1-21 0,-6 1-29 0,4-5-40 16,-6 3-48-16,0 0-36 0,2-1-35 0,-4 1-25 16,0 1-119-16,3-4-373 0,-6 1 165 0</inkml:trace>
  <inkml:trace contextRef="#ctx0" brushRef="#br0" timeOffset="38747.03">14133 12283 183 0,'0'0'250'0,"6"-7"1"15,-2 4-3-15,-4 3-11 0,3-8-7 0,-3 8-13 16,0 0-15-16,0-12-14 0,0 12-10 0,0 0-12 16,-7-12-13-16,3 8-15 0,4 4-13 0,-16-1-11 15,5 2-5-15,-2 2-12 0,1 1-3 0,-5 5-5 16,1 0-8-16,-2 2-9 0,2 1-6 0,1 1-4 15,0 0-7-15,-2 2 6 0,5-1-18 0,1 0-5 16,0 1-1-16,0-1-1 0,6 1-7 0,-1-1-1 16,2-2-6-16,1-3-1 0,0 2-8 0,3-1 6 15,3 1 5-15,2-3-7 0,1 1-5 0,3-1 6 16,3 0 2-16,-1-2-1 0,9 1-7 0,-2-4-5 16,4 1-11-16,5-3-22 0,-7 0-22 0,0-1-31 15,1-1-29-15,-1 1-31 0,-2-2-36 0,1-2-28 16,-2-1-29-16,-3 1-27 0,5 0-209 0,-1-2-507 15,0-1 224-15</inkml:trace>
  <inkml:trace contextRef="#ctx0" brushRef="#br0" timeOffset="39119.1">14548 12343 28 0,'5'-7'271'0,"-5"7"-5"0,0 0-5 0,3-8-6 15,-3 8-10-15,0 0-11 0,0 0-9 0,0 0-19 16,-8-11-10-16,8 11-13 0,0 0-14 0,-6-3-19 0,6 3-12 16,0 0-12-16,-16 4 1 0,9 1-19 15,-2 2-15-15,0 0 2 0,0 5-16 0,-4-1-5 16,3 0-8-16,-3-1-2 0,4 3-15 0,1 0 2 16,3-1-7-16,-4 2-5 0,6-3-4 0,-1 1-3 15,1 0-2-15,2 1-5 0,0-3 0 0,3 0 9 0,1 0-13 16,1-1-1-16,6-1 3 0,-3 0-5 15,3-1 3-15,2-3-5 0,1 0-5 0,6 0 3 16,2-3 3-16,-2-1-3 0,-2-1-3 0,-1-3 6 0,4 0-3 16,-4-2-5-16,-2 1-12 0,1-4 14 0,-4-1 0 15,1-3-13-15,-2 0 7 0,-2 1-3 0,-3-2-4 16,-1-1 9-16,-4 0-3 0,-3-2-7 16,-2 3-1-16,-1 3 2 0,-2-3-11 0,-1 6-7 0,-3-1-19 15,-3 2-27-15,-4 2-39 0,-1 5-45 16,-11 2-68-16,2 4-97 0,-1 0-244 0,-3 2-603 15,0 1 267-15</inkml:trace>
  <inkml:trace contextRef="#ctx0" brushRef="#br0" timeOffset="60143.65">8852 13130 71 0,'-7'-3'119'0,"7"3"-21"0,-8-2 5 15,8 2-6-15,-10-3-6 0,3 1-6 0,7 2-1 16,-12-2 12-16,12 2 1 0,-12 0-2 15,4-1 0-15,8 1 1 0,-12-2-2 0,4 1-9 16,-1 0-8-16,9 1-3 0,-12 1-7 0,12-1-7 16,-12 1-5-16,12-1-4 0,-12 2-3 0,12-2-8 15,0 0-2-15,-10-2-3 0,10 2-4 0,0 0-3 0,0 0-4 16,0 0-5-16,0 0 3 0,0 0 0 16,0 0 3-16,0 0 7 0,36 5-5 0,-8-7 0 0,5 2-2 15,3-3-5-15,5 1 2 0,9 0-5 0,-12 2-10 16,0-2-21-16,1 1-30 0,-4 1-24 0,-3-1-36 15,2 1-14-15,-8 0-17 0,-8-2-16 16,-4 2-127-16,0 0-301 0,-3-1 134 0</inkml:trace>
  <inkml:trace contextRef="#ctx0" brushRef="#br0" timeOffset="60628.81">9034 13089 72 0,'-9'3'134'0,"9"-3"-11"0,-9 8-8 0,4 0 9 15,-2 2 5-15,4 0-10 0,0 6 6 0,-1 3 4 16,0 8-9-16,0 0-11 0,0 3-10 16,3-2-8-16,-1 2-6 0,-1 1-11 0,1 1 1 0,2-2-11 15,-2-3-4-15,-1 1-5 0,0-1-1 0,3-2-7 16,-4 0-4-16,2-5-7 0,-1-1-2 0,0 0-1 15,2-2-4-15,0-1-3 0,0 0-4 0,-2-5 1 16,1 1-2-16,2-1-4 0,-2 0-1 16,2-4 1-16,-1 1-3 0,1-8-3 0,0 11 4 0,0-11-5 15,-1 9 5-15,1-9-1 0,0 0 5 0,-3 6-7 16,3-6 2-16,0 0-6 0,-11 3 2 0,11-3-3 16,-11-3-4-16,11 3 0 0,-17-5-1 0,6 4-2 15,0-3 2-15,-1 0-2 0,1 2-1 0,-1 0 0 16,1 0-2-16,-2 0 1 0,3-1 4 0,-1 3-1 15,0-3-2-15,1 3 2 0,2-1 2 0,8 1 2 16,-14-3 3-16,14 3 4 0,-9 0-1 0,9 0 0 16,0 0-2-16,-9-1 1 0,9 1-6 0,0 0 1 15,0 0-2-15,0 0 2 0,0 0 1 0,0 0 0 16,0 0-3-16,0 0 4 0,0 0 2 0,30 8 0 16,-16-8-2-16,3 3 0 0,3-5-1 0,0 4 3 15,3-2 4-15,-4 0-13 0,2 0-22 0,0 0-29 16,-2 0-39-16,0 0-44 0,0 0-34 0,-1-2-42 15,-1 2-118-15,3-2-356 0,-2-3 158 0</inkml:trace>
  <inkml:trace contextRef="#ctx0" brushRef="#br0" timeOffset="61059.4">9480 13541 177 0,'0'0'236'0,"-7"-8"-19"16,2 3-17-16,-2 0-17 0,-2 1-15 0,1 1-13 16,-5 1-13-16,-5 0-6 0,0 2-7 0,4 2-9 15,0 1-12-15,-1 2-6 0,-2 1-7 0,2 2-7 16,-2 1-6-16,1 1-5 0,2 3-6 16,1 1-5-16,2 0-2 0,0 1-6 0,3-1-7 0,5 2-3 15,-4-2-3-15,5-1-6 0,-2-2 2 16,3 1-8-16,1-2-3 0,2 7-2 0,1-8 1 0,2 1-7 15,0 2-2-15,0-4 3 0,1 1-1 0,4 0-3 16,1-2-10-16,-1 0-11 0,2-3-26 0,6 1-25 16,-1-2-32-16,0 1-34 0,1-4-33 0,0-1-32 15,2-3-24-15,1 1-1 0,-1 0-141 0,1 0-377 16,-1-3 168-16</inkml:trace>
  <inkml:trace contextRef="#ctx0" brushRef="#br0" timeOffset="61431.71">9748 13668 106 0,'0'0'201'0,"1"-6"2"0,-1 6 0 0,0 0-4 16,2-8-13-16,-2 8-5 0,0 0-7 0,0 0-6 15,-9-8-7-15,9 8-9 0,0 0-16 0,-9-3-10 16,9 3-15-16,0 0-10 0,-17 7-7 0,12-2-7 16,-4 3-6-16,1 1-4 0,-4 4-12 0,0 0-4 15,2-2-6-15,-1 5-4 0,5-2-7 0,0-2-7 16,1 3 0-16,1-4-6 0,1 2-3 0,1-3-4 15,4 3-2-15,0-4 5 0,1 0-4 0,0 1-3 16,3-2 0-16,2-2-1 0,2 4 3 0,1-7 1 16,0 0-4-16,4-1 6 0,-2 0-2 15,1-2 0-15,7-3-1 0,-2 0-2 0,-1-1 0 0,0-3 3 16,-1-1-4-16,0-5 2 0,1 3 1 0,-2-3-1 16,-1-1-5-16,-2-1 0 0,-3-2 6 0,-3 0-2 15,0 3-5-15,-5-3-4 0,0 1 6 0,-2-1-4 16,-4 2-5-16,-4 0 2 0,-1 1-9 0,0-2 8 15,-5 6-9-15,-4 0 1 0,0 1-4 0,-1 5-5 16,-4 1-10-16,3 5-18 0,-8 1-18 0,7 3-32 16,1 3-37-16,1 2-48 0,5-1-48 0,1 1-60 15,3 3-184-15,5-3-501 0,6-2 221 16</inkml:trace>
  <inkml:trace contextRef="#ctx0" brushRef="#br0" timeOffset="196179.24">8262 13498 33 0,'0'0'152'0,"0"0"-14"16,0 0 3-16,-5-11-18 0,5 11-5 0,0 0-7 16,0 0-15-16,0 0 0 0,-4-6-14 0,4 6-11 15,0 0 4-15,0 0-8 0,-10-1-7 0,10 1-4 16,0 0-3-16,-16 2-5 0,16-2-6 0,-10 0-9 15,10 0 2-15,-14 1-4 0,14-1-7 0,-11 0 3 16,11 0-8-16,-12 2 3 0,12-2-7 0,-13 0 9 16,13 0-8-16,-14-2 0 0,14 2 3 0,-16-2 3 15,8 3-1-15,0-2 8 0,8 1 4 0,-14 1 3 16,14-1 1-16,-11 0 0 0,11 0 3 0,-9-1-8 16,9 1 0-16,0 0-3 0,-13 0 2 0,13 0-1 15,0 0-3-15,0 0-3 0,0 0 1 0,0 0 0 16,-9-1-2-16,9 1 4 0,0 0-10 0,0 0 7 15,0 0-6-15,0 0 0 0,0 0 6 0,36 3 2 16,-16-3 2-16,-2 0-1 0,9 0 5 0,-5-1-3 16,6 1 2-16,-1-1-2 0,2-1 1 0,-7 2-4 15,6-2 5-15,-6 1-1 0,-3 0 1 0,-1 1 2 16,1 0 5-16,-6 0-1 0,4 0 5 0,-8 0 3 16,-1 0 6-16,-8 0 2 0,15-3 3 0,-15 3 12 15,11 0 11-15,-11 0 10 0,7 0 5 0,-7 0 4 16,0 0 10-16,10-1 13 0,-10 1-5 0,0 0-4 15,0 0-8-15,0 0-14 0,7-3-3 0,-7 3-12 16,0 0-3-16,0 0-13 0,0 0-2 0,0 0-19 16,0 0-64-16,0 0-65 0,0 0-67 0,0 0-83 15,0 0-96-15,0 0-301 0,0 0-690 0,-35-9 306 16</inkml:trace>
  <inkml:trace contextRef="#ctx0" brushRef="#br0" timeOffset="196877.64">10653 13609 103 0,'0'0'122'0,"0"0"1"0,0 0-7 0,0 0-9 16,0 0-1-16,0 0-8 0,-7 5-7 0,7-5 3 16,0 0-2-16,0 0 9 0,0 0 1 0,0 0 1 0,0 0-1 15,0 0-7-15,0 0 5 0,0 0-2 0,30 5-1 16,-19-5-1-16,5 2-5 0,0-4-11 16,5 1 0-16,-3 1-14 0,2 0-5 0,-1-3-6 15,2 1-4-15,-2 2-1 0,-1-1-13 0,-5 1-28 0,0 0-38 16,0 1-60-16,-4-2-65 0,-9 1-62 0,13 1-124 15,-8 0-368-15,-5-1 163 0</inkml:trace>
  <inkml:trace contextRef="#ctx0" brushRef="#br0" timeOffset="197082.64">10670 13793 105 0,'0'0'215'0,"0"0"-12"0,0 0-17 0,0 0-18 0,0 0-15 16,0 0-14-16,0 0-9 0,0 0-13 15,0 0-16-15,29 0-7 0,-16 0-10 0,1-1-23 16,4 3-40-16,-2-1-52 0,-2-3-48 0,4 2-45 16,0-1-134-16,-5 1-278 0,6 0 123 0</inkml:trace>
  <inkml:trace contextRef="#ctx0" brushRef="#br0" timeOffset="200588">11855 13396 18 0,'0'0'126'0,"0"0"-7"16,0 0-11-16,-10-1-2 0,10 1-14 0,0 0-2 15,0 0-9-15,0 0-7 0,-11 0-4 0,11 0-6 16,0 0 8-16,0 0 0 0,0 0-3 15,0 0 3-15,0 0 5 0,0 0-8 0,0 0-7 0,0 0-1 16,0 0-12-16,0 0-5 0,0 0 2 0,0 0-4 16,0 0-4-16,0 0-5 0,32-4-2 0,-12 2-4 15,2 0 16-15,9 1-11 0,-2 0-4 0,0 1-11 16,-3 1-32-16,1 0-44 0,-6-1-31 0,-3 3-33 16,-7-2-40-16,0 3-84 0,-1-1-269 0,-2-3 119 15</inkml:trace>
  <inkml:trace contextRef="#ctx0" brushRef="#br0" timeOffset="201083.64">12001 13425 37 0,'0'0'137'0,"-1"5"-4"16,1-5 5-16,-3 15 2 0,0-4-2 0,1 5-1 0,1 1-7 15,-1 2-6-15,-1 1-14 0,0 5-5 0,1 1-9 16,-3-1-4-16,-1-6-9 0,0 5-5 0,0 0-5 16,2-5-8-16,1 0-3 0,-1-2-9 0,2 1-5 15,-3-1-3-15,1-1-5 0,3-2-1 0,-1-1-3 16,0-1 1-16,2 0-9 0,-2-4-4 0,2 3 0 16,2-3-4-16,-2 0 2 0,0-2-6 0,0-6 0 15,2 10 1-15,-2-10-5 0,2 11-2 0,-2-11-1 16,0 0 3-16,1 6-2 0,-1-6-3 0,0 0 1 15,1 8-2-15,-1-8-2 0,0 0 4 0,0 0-1 16,0 0-1-16,0 0-3 0,0 0-4 0,0 0-5 16,-6 5-8-16,6-5-1 0,0 0-1 0,-15-4 2 15,15 4-1-15,-17-3 1 0,11 2 4 16,-5-2 12-16,11 3-10 0,-14-3 0 0,3 1 3 0,2 0-1 16,-3 0-1-16,2 1-1 0,1-1 1 0,-2 2 4 15,11 0-4-15,-16-1 4 0,10 1-2 0,6 0 2 16,-10 0 0-16,10 0-2 0,-11 1 2 0,11-1-3 15,0 0 6-15,-7 2 0 0,7-2 2 0,0 0 4 16,0 0 7-16,0 0 3 0,20 10 2 0,-8-7 0 16,7 0 3-16,9-2 1 0,1-1-2 0,0 3-1 15,0-3-2-15,3 0-4 0,-3-3-1 0,-2 3-26 16,-4 0-34-16,4 0-51 0,-6 0-52 0,-4 0-46 16,-4 0-128-16,1-1-350 0,-3-2 155 0</inkml:trace>
  <inkml:trace contextRef="#ctx0" brushRef="#br0" timeOffset="202463.63">12425 13869 14 0,'0'0'107'0,"0"0"-15"15,0 0-7-15,0 0-1 0,0 0-10 0,0 0-5 16,0 0-1-16,0 0-14 0,0 0 0 0,0 0-4 16,0 0-13-16,0 0-2 0,0 0 1 0,0 0-4 15,0 0 3-15,0 0-7 0,0 0 4 0,0 0-12 16,0 0 0-16,0 0 4 0,0 0-1 0,0 0-1 15,0 0 2-15,0 0-11 0,0 0 7 0,-7 21-9 16,7-21 7-16,0 0 0 0,-3 8-7 0,3-8 1 16,0 0 2-16,0 0-10 0,-1 6 6 0,1-6-6 15,0 0 0-15,0 0 5 0,0 0 0 0,0 0-4 16,0 0-3-16,0 0 1 0,0 0-6 0,0 0 2 16,0 0 2-16,-4 7 8 0,4-7-3 0,0 0-2 15,0 0 0-15,0 0 2 0,0 0-6 0,0 0 8 16,0 0-7-16,0 0 1 0,0 0-2 0,0 0 3 15,0 0 0-15,0 0 2 0,0 0-3 0,0 0 0 16,0 0 9-16,0 0-7 0,0 0 6 0,0 0 2 0,0 0 4 16,0 0 10-16,0 0 1 0,0 0-7 15,0 0 5-15,0 0 5 0,0 0-3 0,0 0 5 16,0 0 6-16,0 0-4 0,0 0 0 0,0 0-2 16,0 0-1-16,0 0-2 0,0 0 1 0,0 0 0 15,0 0 2-15,0 0-2 0,0 0-3 0,0 0 5 16,0 0-7-16,0 0-3 0,0 0-2 0,0 0 0 15,0 0-6-15,0 0 0 0,0 0 0 0,0 0 3 16,0 0-3-16,0 0-1 0,0 0 16 0,0 0-18 16,0 0-1-16,-2-23 0 0,2 23 7 0,0 0 0 0,0 0-1 15,-3-9-1-15,3 9-1 0,0 0-3 16,-1-8 1-16,1 8 1 0,0 0 13 0,0 0-7 16,-2-8 3-16,2 8 0 0,0 0 2 0,-1-8 6 15,1 8-6-15,0 0 0 0,0 0 0 0,0 0-5 0,0 0-5 16,0 0-2-16,0 0 5 0,0 0-8 0,0 0-2 15,0 0-2-15,0 0-1 0,0 0-2 16,0 0 1-16,0 0-2 0,13 18 1 0,-10-12 1 16,-1 3 0-16,2 1 1 0,1 1-5 0,-5-1 2 15,-3 1 1-15,6 2-1 0,-6-4-1 0,3 4 1 0,0-1 1 16,-2-2 0-16,2 1 0 0,-2-4-2 0,2 3 3 16,0-10-18-16,-2 13 3 0,2-13-3 0,-1 9 1 15,1-9 3-15,-1 11 1 0,1-11 4 16,-2 6 0-16,2-6 2 0,0 0 1 0,0 0-1 15,-1 7 7-15,1-7 12 0,0 0 7 0,0 0 9 0,0 0 9 16,0 0 3-16,0 0-5 0,0 0-3 0,0 0 0 16,0 0-8-16,0 0-3 0,0 0-4 15,0 0 1-15,-2-27-3 0,4 18 0 0,-2-3-3 0,1 0-3 16,3 0 0-16,0 0-1 0,2 0 0 16,0 1-3-16,1 0-1 0,1 2-3 0,2-3 1 15,-4 1-1-15,3 4 0 0,-3 1-5 0,4-2 2 0,-1 4-1 16,-3 1 0-16,1-1-8 0,0 2 6 0,-7 2-2 15,13 0 1-15,-2 2-1 0,-3 4 2 0,-4-2-2 16,3 5 1-16,1-2 2 0,-3 3-5 16,-1 0 3-16,2-1 1 0,0 3 2 0,-2 0-3 0,-2-1 4 15,-1 2 1-15,1-1-2 0,-2 1-1 0,0-2-17 16,-3 2-18-16,1-3-32 0,-2 2-41 0,2-2-39 16,-3 2-50-16,3-4-203 0,-5 0-433 0,2-1 192 15</inkml:trace>
  <inkml:trace contextRef="#ctx0" brushRef="#br0" timeOffset="202755.14">13078 13895 1 0,'0'-7'201'0,"0"7"-11"0,-3-12-9 0,-4 8-11 16,0 1-7-16,-2 0-9 0,-5 2-11 0,-3-4-10 15,-1 5-6-15,-2 5-9 0,2-2-6 16,-3 2-10-16,-3 4-4 0,-1 4-14 0,7-3-4 0,-3 7-8 16,6-5-4-16,2 2-2 0,-1 0-8 15,3 1-8-15,2-1-3 0,4 2-5 0,3-5-2 0,-2 4-4 16,4-4-2-16,2 0-3 0,0 0-3 0,2 0-1 16,2-1-2-16,2-2-4 0,1 2-23 0,0-3-27 15,3-1-25-15,-2 2-31 0,1-4-39 0,3 1-21 16,-1-3-5-16,1 1-15 0,-2 0-1 15,2-3-6-15,-2 0-97 0,7-2-290 0,-6 0 128 0</inkml:trace>
  <inkml:trace contextRef="#ctx0" brushRef="#br0" timeOffset="203050.03">13122 14083 68 0,'0'0'124'0,"0"0"-4"0,0 0-7 0,0 0 2 15,0 0 0-15,0 0 1 0,0 0 12 0,0 0 1 0,0 0-14 16,-11 28-8-16,7-23-9 0,0 4-5 0,4-3-5 15,-2 4-6-15,0-1-3 0,4 0-7 0,0 1-8 16,2-2-5-16,2 1 1 0,3-1 6 16,-1-1 3-16,2-3 5 0,1 3-5 0,2-3 0 15,1-3-7-15,4 0 3 0,0 0-3 0,-4-1-5 0,-1-2 0 16,0 0 1-16,1-4-3 0,-3 2 4 0,1 1-5 16,-1-3-1-16,-3-1-1 0,1-1-3 0,-1-1-5 15,-2 0-6-15,-2 0-2 0,-3-1-2 0,-1-1-5 16,0 0-2-16,-1 1-9 0,-3 0 3 15,0 2-3-15,-3 0-1 0,-3-1-6 0,0 4-7 0,-1 1-13 16,-3 0-11-16,-2 4-18 0,-4 0-17 0,2 2-29 16,-2 3-39-16,2 1-46 0,2 0-40 15,5 2-219-15,-5 0-463 0,10 0 205 0</inkml:trace>
  <inkml:trace contextRef="#ctx0" brushRef="#br0" timeOffset="203409.64">14184 14024 228 0,'0'0'216'0,"0"0"-18"16,0 0-18-16,-7-4-12 0,7 4-12 0,0 0-9 16,0 0-16-16,0 0-7 0,0 0-16 0,0 0-5 15,0 0-10-15,23-5-8 0,-12 5-7 0,7 0-9 16,-2 0-7-16,2 2-6 0,0-4-7 0,0 4-1 0,0-1-16 15,-7 1-24-15,1 0-27 0,-1 0-31 0,0 0-33 16,-4-1-24-16,-7-1-33 0,13 1-27 16,-8 1-129-16,-5-2-320 0,8 3 142 0</inkml:trace>
  <inkml:trace contextRef="#ctx0" brushRef="#br0" timeOffset="203618.36">14323 13912 37 0,'0'0'202'0,"-1"-4"-17"0,1 4-18 16,0 0-20-16,0 0-11 0,0 0 9 0,0 0 7 15,8 22-4-15,-8-12-15 0,5 4-4 0,-2 3-10 0,-1-1-9 16,0 2-9-16,0 3-8 0,0-1-9 16,-2 5-10-16,0-6 0 0,0 6-11 0,-2 0-3 15,-2-6-9-15,1 1-15 0,-4-1-50 0,3-1-43 16,-5 0-49-16,5-3-53 0,-3 2-193 0,1-3-381 15,0-4 169-15</inkml:trace>
  <inkml:trace contextRef="#ctx0" brushRef="#br0" timeOffset="203965.71">15366 13703 110 0,'0'0'188'0,"-3"-5"-19"0,3 5-12 0,0 0-16 16,-5-7-14-16,5 7-11 0,0 0-12 0,13-4-11 16,2 3-9-16,2 0-7 0,6 1-9 0,9-1-5 15,1-1-3-15,-1 2-13 0,0 0-6 16,-3 0-24-16,-2 2-29 0,-5-1-26 0,-4-1-17 0,-3 1-21 16,-3 0-28-16,2-1-18 0,-4 2-88 0,-4 0-226 15,1-1 100-15</inkml:trace>
  <inkml:trace contextRef="#ctx0" brushRef="#br0" timeOffset="204370.05">15579 13721 84 0,'-9'1'134'16,"9"-1"-18"-16,0 0-8 0,-9 0-10 0,9 0 1 16,-3 5 2-16,3-5 10 0,-3 14 11 0,1 2 8 15,0 0-6-15,1 2 0 0,-2 2 5 0,1 5-6 16,-2 1-9-16,-1-2-7 0,4 2-6 0,-2-1-7 15,1 0-7-15,-1 0-26 0,-1-5-1 0,4 6-7 16,0-8-5-16,0 0-5 0,0 0-4 16,0-3-5-16,0-1-3 0,0 0-2 0,0 3-6 0,0-6 1 15,0 0-2-15,0-1 0 0,3-3-3 0,-3 1-3 16,0-8 3-16,0 11-5 0,0-11-3 0,-3 9 0 16,3-9-5-16,-5 8-7 0,1-6-9 0,4-2-4 15,-15 3-12-15,6-4-4 0,-1 1 2 0,-2-2-3 16,2 0 3-16,2 1 5 0,-1-3 1 0,1 1 4 15,1 1 5-15,7 2 1 0,-10-4 4 0,10 4 2 16,-10-4 4-16,10 4 0 0,0 0 0 0,-4-3 5 16,4 3-5-16,0 0 0 0,0 0 0 0,0 0 2 15,0 0-2-15,0 0 4 0,0 0 1 0,0 0-7 16,25-5 4-16,-12 7 4 0,4-2-2 0,1-2-4 16,3 2 0-16,6 0 0 0,3 0-20 0,-2 0-34 15,-7 0-40-15,6-1-30 0,-4 0-26 0,-2-1-28 16,-2 0-117-16,1 0-321 0,-6 0 142 0</inkml:trace>
  <inkml:trace contextRef="#ctx0" brushRef="#br0" timeOffset="204617.41">15813 14158 366 0,'10'-5'-23'0,"-3"2"16"0,-1-2 9 16,-6 5 23-16,7-9 7 0,-4 6 5 15,-3 3-6-15,5-7 23 0,-5 7 6 0,2-8 19 16,-2 8 9-16,0 0 12 0,2-7 10 0,-2 7 7 16,0 0 0-16,4-4 4 0,-4 4-9 0,0 0-5 15,0 0-12-15,0 0-7 0,0 0-8 0,0 0-1 16,0 0 0-16,0 0-1 0,0 0-5 0,-4 26 2 15,2-15-6-15,0 3-2 0,-1 3-7 0,-1-2 0 16,0 0-1-16,-1 3-5 0,2 0 0 0,1-2-7 16,1 2-3-16,-3-2-2 0,1 0-4 0,1-1-6 15,2-3 0-15,-2 1-4 0,1-1 4 0,1-1-14 0,1 1 5 16,-1-1-5-16,0-2-4 0,2 1 1 16,-1-5-9-16,0 3-17 0,-1-8-22 0,1 10-25 15,-1-10-32-15,0 12-33 0,0-12-42 0,0 5-25 16,0-5-34-16,0 0-126 0,0 0-377 0,0 0 168 15</inkml:trace>
  <inkml:trace contextRef="#ctx0" brushRef="#br0" timeOffset="204871.58">15870 14050 143 0,'15'-9'159'0,"-2"5"-3"0,1 1-6 15,0 3-7-15,5 0-7 0,0 0-5 0,-5 3-15 16,-1-1-14-16,-2 3-4 0,0 1-4 0,-4 1-10 16,1 2-3-16,0 0-12 0,-5-1 0 0,-1 3-7 15,-4 2-6-15,-1-3-5 0,-5 1-2 0,-1 1-9 16,-4 0 1-16,-1 0-4 0,0 0-4 0,-2-2-5 16,-1-1-2-16,0 0-2 0,2 1-15 0,-2-5-20 15,6 0-19-15,-1 1-27 0,2 0-27 0,2-2-21 16,3 1-26-16,-2-2-20 0,0 0-119 0,2 1-292 15,5-4 129-15</inkml:trace>
  <inkml:trace contextRef="#ctx0" brushRef="#br0" timeOffset="205187.13">16391 14066 22 0,'0'0'223'0,"-8"-12"-10"0,8 12-18 0,-13-3-8 15,13 3-8-15,-21 6-16 0,8 0-11 0,1 0-22 16,0 5-5-16,-4 1-7 0,1 0-8 0,2 2-7 16,0 1-5-16,1 0-11 0,4-1-5 0,3-3-8 15,-3 4-5-15,3-2-3 0,4-3 1 0,-2 3-16 16,6-2 0-16,-2-1-11 0,3 2 1 0,1-3-1 15,4-2-5-15,0 0-4 0,8 2 1 0,-6-2-6 16,3-4-15-16,3 1-21 0,-3 0-30 0,-3-2-25 16,3 0-27-16,-2-2-22 0,2 0-19 0,3-3-17 15,-6 0-7-15,3-1-13 0,-1 1-7 0,1-4-109 16,1 2-310-16,0-2 138 0</inkml:trace>
  <inkml:trace contextRef="#ctx0" brushRef="#br0" timeOffset="205496.13">16590 14214 26 0,'4'-5'106'0,"-4"5"7"0,4-7 13 15,-4 7 9-15,0 0 13 0,5-6 2 0,-5 6-7 16,0 0 1-16,3-6 1 0,-3 6-8 0,0 0-10 16,0 0-15-16,0 0-20 0,0 0-3 0,0 0-3 15,0 0 0-15,0 0-3 0,0 0-3 0,-9 21-1 16,3-13-8-16,1 0 2 0,-1 1-14 0,2 0-2 16,-1 0-2-16,3-1-7 0,-1-1-2 0,3 3-4 15,-1-3-3-15,1-7 0 0,2 12-2 0,1-6-1 16,-1-1-1-16,2 1 1 0,5-1 0 0,0-2 1 15,1 1 1-15,4-3 0 0,-3 1-7 0,3-1-3 16,0-1 0-16,2-1-4 0,-3-2 0 0,0-1-3 16,5-1 0-16,-3-1-3 0,-2-1-2 0,2 0 2 15,-5-2-2-15,2-1-1 0,-2-3-4 0,-5 1 0 16,2 2 0-16,-4-7-5 0,-3 7-1 0,0-2 0 16,-1 0 2-16,0 1-7 0,-5 1 2 0,-3 1-18 15,1 1-17-15,-6 3-25 0,-3 2-20 0,-4 1-39 16,-7 4-50-16,-2 1-52 0,1 7-225 0,-1-3-480 15,2 3 213-15</inkml:trace>
  <inkml:trace contextRef="#ctx0" brushRef="#br0" timeOffset="205638.67">16775 14243 53 0,'0'0'0'0,"0"0"-10"0,-30-6-9 16,17 4 5-16</inkml:trace>
  <inkml:trace contextRef="#ctx0" brushRef="#br0" timeOffset="209950.58">12515 14444 92 0,'-4'-9'163'0,"4"9"-13"0,0-8-4 0,0 8-3 16,0 0 0-16,0-9-6 0,0 9-7 0,0 0-15 16,0 0-11-16,0 0-15 0,0 0-9 0,0 0-10 15,0 0-5-15,0 0-6 0,0 0-5 0,0 0 10 16,0 38-2-16,-2-13-3 0,0 2 1 0,1 2-4 16,-1 1-6-16,0 2-2 0,-2-3-3 0,-1 0-17 15,1 1-2-15,1 0 0 0,-1-2 0 0,3-1-3 16,-1-7-4-16,0 5 2 0,0-7-4 15,2 1 1-15,-2-4-2 0,2-2-2 0,2-1-2 0,-2-1-1 16,0-1-3-16,0-4 0 0,2 2 4 0,-2-8-1 16,2 9-2-16,-2-9-5 0,0 7 3 0,0-7-1 15,0 0-14-15,-2 10-15 0,2-10-28 0,0 0-40 16,0 0-52-16,0 0-43 0,0 0-148 0,0 0-363 16,0 0 161-16</inkml:trace>
  <inkml:trace contextRef="#ctx0" brushRef="#br0" timeOffset="210283.49">12235 14745 118 0,'0'0'134'0,"0"0"-1"0,0 0-7 16,0 0 0-16,22 9 16 0,-17 0-4 0,1 0-8 15,6 5-13-15,-3 1 0 0,0 1-14 0,-2 0-12 16,2 0-7-16,-1 1-8 0,1 0-4 0,-1-2-11 15,-2 2-2-15,-1-6-7 0,1 1-2 16,-2-1-4-16,3 0-10 0,-2-2 5 0,1 1-2 0,1-3-4 16,-1 0 0-16,0-2-4 0,1 2 1 0,-1-3-10 15,1-1 7-15,1-2-7 0,0-1 0 0,1 0-4 16,3 0 1-16,0-2-2 0,1-2-4 0,8 0 0 16,-1-5-3-16,-2 0 5 0,5-4-4 0,0-1 1 15,3-4-3-15,0 3-3 0,-1-3 6 0,-2 0-10 16,-6 6-6-16,0-1 4 0,-4 2-9 0,-3 3-3 15,0 3-15-15,-3-1-12 0,-3 1-21 0,-2 1-33 16,-2 4-36-16,0 0-23 0,0 0-30 0,0 0-114 16,0 0-318-16,0 0 140 0</inkml:trace>
  <inkml:trace contextRef="#ctx0" brushRef="#br0" timeOffset="210930.81">11219 15751 167 0,'0'0'187'0,"0"0"-8"16,0 0-12-16,0 0-6 0,19-20-8 0,-8 14-7 16,5-2-8-16,-2-1-12 0,4 0-10 0,6-4-15 15,-6 3-3-15,8-3-11 0,-7 3-5 0,8-4-8 0,-5 1-5 16,-2 0-6-16,-5 3-1 0,3-1-7 0,-5 1-1 16,4-3-4-16,-6 1-5 0,5-1-2 15,-5 3 0-15,-3 0-7 0,0 2 4 0,-2-3 0 16,-4 4 1-16,3-2-7 0,-3 3-5 0,-1-2-2 15,-1 8-4-15,-3-13-3 0,3 13-2 0,-5-13-3 16,-1 9-1-16,-6 0-6 0,2 3 2 0,-9 1 0 16,1 1-2-16,-4 3-1 0,-5 6-2 0,-3 1-3 15,2 4 2-15,5 2-3 0,-3 1 2 0,6 0 1 16,-2 1 3-16,5 1-3 0,1 3 6 0,3-1 2 16,2 3 1-16,-1-2 1 0,7-5 2 0,0-1-4 15,2-1 5-15,4-1-1 0,2 1 7 0,0-3-1 16,1-1 3-16,3-2-1 0,3 4 0 0,-2-6-2 15,5 4 3-15,-3-5-4 0,5 3 2 0,1-3-5 16,0-1-2-16,2 0-3 0,-1-3-6 0,-5 0-28 16,3-1-32-16,-1-1-36 0,-2-2-43 0,4 0-55 15,-3-1-44-15,-1-2-192 0,0 0-458 0,-1-3 203 16</inkml:trace>
  <inkml:trace contextRef="#ctx0" brushRef="#br0" timeOffset="211129.83">11644 15373 1432 0,'-3'-10'36'15,"0"0"76"-15,3 10-17 0,-5-13-24 0,5 13-12 16,0-10-14-16,0 10-17 0,0 0-6 0,5-14-1 16,1 10-1-16,4-1 1 0,2 0-1 0,6 1-4 15,-4 0 1-15,2-1 0 0,2 1-6 0,2 2 1 16,-5 2-19-16,-1 0-55 0,4 0-43 0,-7 1-53 15,0 1-130-15,-11-2-311 0,12 5 139 16</inkml:trace>
  <inkml:trace contextRef="#ctx0" brushRef="#br0" timeOffset="211528.04">11687 15813 199 0,'0'0'231'0,"9"5"-5"0,-9-5-9 16,0 0-9-16,0 0-14 0,18-9-13 0,-7 2-12 0,-6 2-11 15,4-6-12-15,2 2-8 0,0-4-13 0,-1-1-9 16,2-2-3-16,2-6-14 0,-4 1-17 16,0 3 3-16,-1 2-9 0,-5 0-3 0,0 4-4 15,-2 1-6-15,3 1 5 0,-2 0-10 0,-2 4-4 16,2 0-9-16,-3 6-6 0,0 0-3 0,1-11-6 15,-1 11-9-15,0 0-8 0,0 0 9 0,0 0-3 16,-18 15-2-16,13-6-6 0,-4 5-3 0,2-4-1 16,2 6-3-16,-1-1-3 0,6 1-1 0,-2-3-2 15,0-1 2-15,2 1-3 0,2 0-4 0,0-3 6 16,2 3-6-16,1-3 2 0,0 0 1 0,0 1 0 16,-1-2 1-16,4 1 1 0,-5-4-3 0,3 2 4 15,-1-1-5-15,0 0-2 0,1-3-2 0,-4 6-2 16,2-5-8-16,-3 4-4 0,1-5-16 0,-2-4-10 15,-2 15-17-15,-2-8-21 0,-1 1-26 0,-2 1-40 16,5-4-48-16,-8 2-49 0,2 0-138 0,-1-1-421 16,-2 0 187-16</inkml:trace>
  <inkml:trace contextRef="#ctx0" brushRef="#br0" timeOffset="212230.46">12489 15666 116 0,'0'0'162'0,"0"0"-15"0,11 18 0 0,-9-9-16 16,2 2-9-16,-1 1-5 0,-1 2-11 0,-2 0-8 15,4-2-6-15,-4-2-13 0,0 0-3 0,2 0-8 16,-4-3-3-16,2-7-4 0,2 11 7 0,-2-11 8 0,0 9 14 15,0-9 9-15,0 0-4 0,0 0-8 16,0 0-4-16,0 0-5 0,-6 5-13 0,6-5-3 16,0 0-3-16,0 0-8 0,-13-18-5 0,8 12-5 15,1-2-4-15,-1-1-3 0,3 1-6 0,-1-2-1 16,3-2-4-16,0-4-5 0,5 1-2 0,2 0-4 16,0 0-1-16,1 1-6 0,6 0-3 0,-3 1-2 15,0 2 0-15,5 3 1 0,2 0-1 0,0 5-3 16,1 1 6-16,-8 4-8 0,6 1 3 0,-1 1 0 15,-1 3-1-15,-3-1 4 0,1 6-3 0,-1 0 0 16,-3 2 1-16,-3-3 2 0,1 3-3 0,0-4-1 16,-3 2 4-16,1-2-2 0,-3 0 1 0,0-2 3 15,0-2-3-15,-2-6 1 0,-2 12 1 0,2-12 4 16,-2 7-1-16,2-7 0 0,-7 7-3 0,7-7 3 16,0 0-2-16,-6 0 5 0,6 0-3 0,0 0-1 15,0 0-2-15,-10-14 3 0,10 14-5 0,1-14-1 16,3 3-6-16,1 0 4 0,0-1-4 0,7-2 0 15,-1 2-4-15,3-1 2 0,-1 4-2 0,6 0 0 16,-6-1 0-16,1 4 0 0,-3 2-1 0,1 3 1 16,-2 0 1-16,1 3-2 0,-1 4 4 0,1 0-1 15,-3 2 0-15,-1 1 4 0,1 2 1 0,-4 3-1 16,0 3 2-16,-4-3 1 0,0 1-1 0,0 1-28 16,-2 0-23-16,0 0-41 0,-2-3-31 0,1-2-38 15,1 0-39-15,-3-1-128 0,-1-1-358 0,3-1 159 16</inkml:trace>
  <inkml:trace contextRef="#ctx0" brushRef="#br0" timeOffset="212525.83">13105 15691 104 0,'0'0'165'0,"-2"-11"-7"0,2 11-2 15,0 0-9-15,0 0-13 0,-13 15 10 0,9-8-12 16,0 0-13-16,2 4-8 0,2-3-9 0,-2 1-6 15,6-1-5-15,-2 0-5 0,2-2 0 0,1 1-6 16,3 0 1-16,0-3-2 0,3 0-3 0,-1-1-4 16,2-1-3-16,4-2-7 0,0-2-2 0,1-1-7 15,2-1-5-15,-1-1 0 0,-3-1-5 0,-2-3-2 16,1 2 2-16,-5-2 2 0,-3 0 2 16,2 0-1-16,-4-1-4 0,-1-1-3 0,-1 0-8 15,-5-1-3-15,-1 1-5 0,-3 0-1 0,0 3-10 16,-4-5-3-16,-7 6-9 0,7 3-12 0,-7 0-19 15,0 3-25-15,-4 2-19 0,3 3-33 0,0 2-36 16,0-1-38-16,4 4-44 0,-1 0-140 0,7-4-397 0,0 2 175 16</inkml:trace>
  <inkml:trace contextRef="#ctx0" brushRef="#br0" timeOffset="212970.08">13362 15618 180 0,'0'0'192'16,"5"-5"-21"-16,-5 5-11 0,0 0-9 0,8 0-13 16,-8 0-1-16,12 5-1 0,-9 2-3 0,5 2-11 15,-1 1-7-15,5 2-5 0,-8 0-8 0,0 0-9 16,5 2-8-16,1 0-4 0,-6-1-10 0,5 1-3 16,-7-2-4-16,7-2-6 0,0 0-6 0,-4-1-2 15,3-2-3-15,-4-1-1 0,-3-2 6 0,5 1 7 16,-6-5 12-16,10 4-1 0,-4-3-1 0,-6-1-4 15,0 0-5-15,13-4-8 0,-10-1-6 0,4 0-2 16,0-3-4-16,1-1-4 0,-3 0-13 0,9-4 6 16,-4 0-4-16,1-2-4 0,1 1-7 0,-1-3 7 15,5-4-2-15,0 2-5 0,-5 3 1 0,0 1-4 16,0 2 1-16,3-1-4 0,-5 1 4 0,0 3-2 16,0 0 0-16,0 2-6 0,-2-1 1 15,-1 4 0-15,-2 0 3 0,2-1-5 0,0 1-3 0,-6 5 1 16,5-6-3-16,-1 2-2 0,-4 4 0 0,0 0-3 15,0 0 1-15,0 0 0 0,0 0 0 0,14 6-1 16,-14 2 2-16,0 3 5 0,4 1 2 0,-4 0 2 16,0 6 1-16,0-4 6 0,-2 2-5 0,0 1-4 15,2-2 4-15,0-2-3 0,-2 3 3 0,-1-3-3 16,3-1 4-16,-1 1-24 0,-1-1-28 0,0-2-36 16,2 0-46-16,-2 0-63 0,0-1-59 0,2-2-218 15,-4-1-503-15,4-6 222 0</inkml:trace>
  <inkml:trace contextRef="#ctx0" brushRef="#br0" timeOffset="213129.53">13737 15449 67 0,'0'0'165'16,"0"0"-37"-16,0 0-58 0,13 6-77 0,-13-6-64 15,8 13-76-15,0-5 34 0</inkml:trace>
  <inkml:trace contextRef="#ctx0" brushRef="#br0" timeOffset="213390.25">13969 15779 192 0,'0'0'279'0,"0"0"-15"0,0 0-22 0,0 0-5 15,0 0-17-15,7-13-16 0,-7 13-20 0,4-12-18 16,0 5-17-16,1-3-11 0,1 0-18 0,1-1-17 16,-2 0-4-16,1 0-7 0,1 2-12 0,3-1-6 15,-4 3-8-15,-1 2-5 0,-1 0-5 16,2 1-8-16,-1 1-5 0,5 0-10 0,-10 3 7 0,12 1-15 16,-12-1 0-16,9 5-5 0,1 0 1 0,-2 4-5 15,-3 0 2-15,0 0-1 0,-1 3 1 0,1-1-8 16,-3 1-8-16,1-1-28 0,-3 2-36 0,1-2-48 15,0-1-55-15,-2 0-61 0,2 0-237 0,-1-1-500 16,2-4 221-16</inkml:trace>
  <inkml:trace contextRef="#ctx0" brushRef="#br0" timeOffset="213885.16">14447 15612 73 0,'-4'-9'212'0,"2"3"1"0,-3 0-9 0,5 6-9 15,-11-8-11-15,4 7-13 0,7 1-15 0,-14 1-10 16,1 4-9-16,4-1-13 0,-2 3-11 0,-1 2-13 16,6-1-8-16,-5 5-10 0,6-6-7 0,-2 2-7 15,5 0-9-15,0-1-7 0,2-8 1 16,0 11-5-16,0-11-5 0,6 11-2 0,-6-9-5 0,8 3-1 16,-8-5-2-16,12 2-2 0,-5-3-3 0,-7 1 1 15,12-4 4-15,-3 1 6 0,-3-2 0 16,1-2-3-16,2 2-2 0,0-2-2 0,-2 0-4 15,-3 2-1-15,2-3-1 0,2 2-3 0,-2 1-8 16,-3 1 3-16,-3 4 1 0,7-8-4 0,-4 3-4 16,-3 5-6-16,0 0-9 0,0 0 7 0,0 0 5 0,12 8 3 15,-9 1 6-15,-1 8 4 0,4 2-5 0,-6 7-2 16,0 4 8-16,2 2 4 0,-3 0 2 0,-4 14-14 16,5-11 15-16,-2 11-6 0,2-11 1 15,0 1-1-15,0 11-1 0,-2-11 2 0,2 10-4 16,0-14-13-16,-1 0 14 0,-3-4-2 0,2 1 0 15,0-4-12-15,-3-7 13 0,3 0 0 0,-5-4 1 16,2-1-1-16,-3-4 4 0,1 1 0 0,-2-4 4 0,-2-2 1 16,-1-1-7-16,-1-1-3 0,-6-4 1 15,2-2 2-15,-3-3-5 0,5-3 0 0,-2-2-5 16,2-3-4-16,3 1 7 0,-5-11-9 0,7-2 1 16,5-4-13-16,1 1-8 0,4 1 0 0,5-3-11 15,1 2-12-15,6 1-13 0,1 4-4 0,1-1-8 16,4 3-15-16,0 1-26 0,-3 3-26 0,2 4-36 15,-2 2-38-15,9-1-40 0,-5 5-227 0,-1 1-508 16,2 0 225-16</inkml:trace>
  <inkml:trace contextRef="#ctx0" brushRef="#br0" timeOffset="214323.45">14809 15477 123 0,'0'0'236'0,"-3"-15"-4"16,1 7-13-16,2 8-16 0,-4-9-20 0,4 9-19 0,-5-4-20 16,5 4-15-16,0 0-10 0,-7 18-5 0,0-2-7 15,-1 11-5-15,-1-3-5 0,0 7-8 16,0 0-5-16,1-1-7 0,0 1-5 0,2-4-7 15,1 3-10-15,-1-5 5 0,1 1-10 0,0 0-4 16,5-6-5-16,-2-1-3 0,1 0-6 0,1-2-1 16,0 0-5-16,0-1-2 0,1-1-1 0,1-3-17 15,-2-1-21-15,0-1-36 0,0 0-39 0,0-10-50 16,0 16-36-16,-2-10-41 0,1 0-167 0,1-6-416 16,0 0 184-16</inkml:trace>
  <inkml:trace contextRef="#ctx0" brushRef="#br0" timeOffset="-214214.02">14768 15763 53 0,'13'-5'191'0,"1"1"-2"0,6 1-9 16,-1 0-1-16,-1 5-10 0,2 1-17 0,0 1-12 15,-4 2-14-15,1 2-7 0,-3 1-13 0,0 1 1 16,-1 3-18-16,-5-1-3 0,-1-2-12 0,0 1-3 15,-4 1-12-15,1 0-2 0,-4 0-4 0,2-3-4 16,-4 3-2-16,0-5-4 0,2 1 2 0,0-8-2 16,-5 10 2-16,1-4 1 0,4-6-2 0,-8 8-2 15,8-8-4-15,-8 3-2 0,8-3-3 0,-7 0-5 16,7 0 0-16,0 0-2 0,-8-8-6 16,8 8 0-16,0-11-2 0,0 11-5 0,8-20 1 15,-3 5-1-15,5 3-4 0,0-3-3 0,-1-1 1 0,4 0 1 16,2 2-4-16,-2 0 1 0,2 1-2 0,-6 4 0 15,0 1-3-15,0 1 3 0,-4 0-3 16,-1 4 0-16,0-1-5 0,-4 4-2 0,0 0 2 16,0 0-2-16,0 0 4 0,9 10-3 0,-9-3 3 15,0-7 0-15,-2 19 3 0,-2-9-1 0,1 5-1 16,2-3-2-16,-3 1 2 0,3-1-1 0,1 0 3 0,1-2-1 16,0 2 1-16,1-6-1 0,-1 3 0 15,1-3 4-15,0 0 1 0,4-2 5 0,2-1-4 0,-2 0 0 16,6-2-3-16,-2 1 4 0,4-5-4 15,-5 0 3-15,4 0-1 0,-4-1 0 0,0-1 1 16,1 1-2-16,-3-3 2 0,1 1-1 0,-3-1 0 16,-1 0-1-16,2 1-2 0,-4-3 0 0,-1-1 2 15,1 0-2-15,-2 1 1 0,-1-2-4 0,2 2-5 16,-1-1 0-16,-1 1-3 0,1 9 4 0,0-13-2 16,0 6 1-16,0 7 0 0,3-11-2 0,1 6 2 15,2 2 2-15,1 0-5 0,1 2 6 0,1-1-2 16,3 7 6-16,2-3 0 0,-4 3 1 0,2 2 1 15,-1-1 1-15,0 4 1 0,1-2 2 0,-3 1-2 16,-1 1 2-16,0-2-3 0,2 2 5 0,-5-1 1 16,4 0-1-16,-5-1 0 0,-1 0 0 0,1-4-2 15,1 1 3-15,-5-5-2 0,5 8 3 0,-2-5 10 16,-3-3 15-16,0 0 14 0,3 7 16 0,-3-7-6 16,0 0-8-16,0 0-9 0,0 0 3 0,0 0-14 15,0 0 6-15,0 0 2 0,-12-20-4 0,12 20 0 16,-4-15-12-16,4 5 0 0,3 1 0 0,-2-3-1 15,4-3-6-15,4 0-2 0,0 1-2 0,4 1-7 16,0 1-1-16,2-1-4 0,-1 5 2 0,1-2-5 16,-3 6 4-16,-1 1-5 0,2 2 2 0,0 4 4 15,-2-2-10-15,1 6 6 0,-2-1-1 0,4 3 0 16,-5 1 0-16,0 0 0 0,0 0 3 0,-2 0-3 16,-1 0 3-16,2 2-2 0,-5-2 4 0,4 0-2 15,-4-1 2-15,0-1-1 0,0 0 1 0,-2-2 0 16,-1-6 3-16,2 10 6 0,-2-10 4 0,2 7 4 15,-2-7 0-15,0 0 0 0,0 0-1 16,0 0-2-16,0 0-6 0,0 0-8 0,0 0 12 0,0 0 3 16,0 0 5-16,0 0-13 0,2-36-4 0,4 26-5 15,2-5 4-15,5 1-3 0,-1 0 6 0,4 0-11 16,-3 1 2-16,5 3 0 0,-3 2-2 0,-1-2-6 16,-2 4 2-16,-1 3-1 0,-2 3-3 0,2 0 4 15,-3 3-1-15,-1 2 4 0,-1 0 0 16,-1 3 1-16,1 3-1 0,-4 1 2 0,-1 0 2 15,1 1-7-15,-2 4-6 0,-2 0-29 0,-3-1-29 16,-1 0-36-16,-1-1-60 0,1 0-65 0,-3 1-71 0,-2-5-164 16,2 2-507-16,-5-1 224 0</inkml:trace>
  <inkml:trace contextRef="#ctx0" brushRef="#br0" timeOffset="-212201.25">10960 16397 36 0,'0'0'163'0,"0"0"1"16,0 0 0-16,-1-14-10 0,1 14-10 0,0 0 1 0,-3-8-3 15,3 8-7-15,0 0-6 0,-3-12-12 0,3 12-3 16,-2-9-10-16,2 9-11 0,-8-7-4 16,4 3-7-16,-1 0-6 0,5 4-12 0,-14-4-2 15,5 2-8-15,0-1-8 0,-1 2-3 0,-4 0-9 16,2 4 6-16,-2 0-5 0,-4 3-5 0,1 4 1 15,-1-2 1-15,0 3-2 0,-6 4-3 0,3 3 1 16,-1-1-3-16,3 2 1 0,6-4-4 0,1 1 5 16,1 1-3-16,1-1-2 0,2 1 4 0,0-1 2 15,2 2-2-15,3-1 4 0,0-2 4 0,2 1 0 16,1-4 3-16,1 1 1 0,3-1-3 0,0-2 2 16,3 1 2-16,2-3-1 0,1 1 0 0,1-1 0 15,1-2-3-15,0-1-1 0,2-1-7 0,3-1 1 16,-3 0 0-16,-3-2 4 0,8-1-9 0,-6 0-2 15,-1 0-3-15,0-3-2 0,-12 3-6 0,18-1-16 16,-18 1-23-16,16 0-27 0,-16 0-35 0,10-2-40 16,-10 2-53-16,0 0-53 0,9-5-225 15,-9 5-500-15,0 0 222 0</inkml:trace>
  <inkml:trace contextRef="#ctx0" brushRef="#br0" timeOffset="-211432.65">11127 16606 162 0,'0'0'160'0,"0"0"-13"16,0 0-16-16,0 0-7 0,0 0-11 0,0 0-14 15,0 0-13-15,-28-2-1 0,28 2-1 0,-17 12-5 16,5-1-2-16,4-1-5 0,-1 0-2 0,-1 1-2 15,2 0-9-15,4-1 2 0,-1 1-5 16,3 1-8-16,-1-1-2 0,3-2 3 0,0-9-8 0,3 19 1 16,0-8-2-16,3-3-5 0,-1 1 0 15,2-5-4-15,-7-4 8 0,14 8 0 0,-3-6-5 16,0-1-2-16,-3-1-1 0,2-1 1 0,0-2-6 16,0 0 1-16,-1-1 0 0,1 0-6 0,-3 0 5 15,-1-3-7-15,-2 2 0 0,1-1-6 0,1-3 1 0,-5 1 3 16,0-3-7-16,-2 3 0 0,-3-3-2 15,1 1 0-15,0 0-3 0,-5 0-4 0,0 2 0 16,-3 2-5-16,-1-2-6 0,-3 4 1 0,1 1-7 16,1 2-6-16,-6 2-11 0,6-1-23 0,13 0-24 15,-28 6-40-15,18-2-32 0,2 1-24 0,8-5-138 16,-10 8-340-16,10-8 151 0</inkml:trace>
  <inkml:trace contextRef="#ctx0" brushRef="#br0" timeOffset="-211207.65">11319 16461 34 0,'2'-13'193'0,"-2"13"-4"16,2-8-18-16,-2 8-18 0,0 0-18 0,0 0-14 16,0 0-5-16,7 1-5 0,-7-1-5 0,4 21 1 15,-2-9-15-15,-2 5 0 0,1 3-13 0,-1-2-2 16,2 1-6-16,-2-1-4 0,2 1-10 15,-2 0-2-15,2-1-7 0,-2 0-8 0,0 1-12 16,-1-2-20-16,0 0-36 0,-1-7-47 0,2 2-48 16,0-12-40-16,0 15-131 0,0-15-318 0,-2 11 141 15</inkml:trace>
  <inkml:trace contextRef="#ctx0" brushRef="#br0" timeOffset="-211013.03">11406 16466 61 0,'0'0'197'16,"-2"-13"-7"-16,2 13-21 0,0 0-22 0,-1-12-9 16,1 12-2-16,0 0-12 0,0 0-4 0,0 0-13 15,1 36-6-15,-3-19-9 0,2 1-11 0,-1 1-8 16,1-1-7-16,0 6-7 0,1-3-1 0,-1 4-11 16,0-7-27-16,-1 1-31 0,1 0-36 15,0-2-38-15,0-4-26 0,2-1-43 0,-2 0-109 0,3-1-286 16,-2-2 127-16</inkml:trace>
  <inkml:trace contextRef="#ctx0" brushRef="#br0" timeOffset="-210756.67">11486 16757 6 0,'5'-4'104'0,"-5"4"-8"15,11-6-6-15,-5 0 2 0,-6 6-11 0,14-8 1 16,-7 1-8-16,1 3 0 0,0-2-6 16,1-2 7-16,2 2-7 0,-4-1-3 0,2 0 1 15,0 2 1-15,-2-5 3 0,2 3 1 0,-2-2-2 16,-1-1-3-16,-2 0-8 0,4 1 8 0,-4-1-6 15,-1-2 4-15,-1 0-7 0,0 3 5 0,-2 9-7 16,-1-17 2-16,1 17 0 0,-1-12-8 0,1 12-2 16,-7-8-8-16,7 8-2 0,-9 0-7 0,9 0-4 15,-14 6 1-15,5 2-9 0,0 1 3 0,0 0-3 16,-2 4-3-16,2 0 0 0,4-3-1 0,1 4 0 16,0 0-8-16,4-1-4 0,-1-3-28 0,2 6-16 15,0-4-32-15,5-4-33 0,-1 2-33 0,3-1-24 16,-1-2-128-16,2 0-314 0,-1-2 139 0</inkml:trace>
  <inkml:trace contextRef="#ctx0" brushRef="#br0" timeOffset="-210547.36">11790 16604 3 0,'0'-7'123'0,"0"7"19"0,0 0 15 15,-5-18-8-15,5 18-6 0,-4-8-7 0,4 8-8 16,0 0-14-16,-15 0-6 0,15 0-2 0,-14 9-13 15,4 0-4-15,2-1-10 0,0 3-3 0,-2 2-15 0,1 3 4 16,4-5-7-16,1 2-12 0,0 2 1 16,3-5-6-16,2 3-4 0,3-3 3 0,-1 0-17 15,3 0-17-15,2-1-28 0,2-3-22 0,-1 1-29 16,9-1-45-16,-5-5-29 0,-2 3-131 0,3-4-301 16,-14 0 133-16</inkml:trace>
  <inkml:trace contextRef="#ctx0" brushRef="#br0" timeOffset="-210337.15">11963 16481 181 0,'-1'-12'208'0,"1"12"-23"16,0 0-19-16,0 0 0 0,0 0-8 0,0 0-12 16,0 0 1-16,-2 29-9 0,2-12-12 0,-4 0-4 15,2 7-10-15,-1-5-16 0,1 8-6 0,1-7-9 16,0-2-7-16,-1 7-7 0,-3-6-5 0,2 0-9 15,1 2-8-15,-2-4-29 0,4 0-29 0,-2-3-45 16,-1 2-48-16,2-5-47 0,-1 1-42 16,0-2-124-16,2-10-347 0,-8 16 154 0</inkml:trace>
  <inkml:trace contextRef="#ctx0" brushRef="#br0" timeOffset="-210033.25">11964 16635 98 0,'0'0'119'0,"22"-4"-4"0,-11 4-8 15,2 2-16-15,-13-2 2 0,23 4-7 0,-14-1-6 16,0 4 3-16,2-3-18 0,-2 2 2 0,-5 1 1 16,3 0-1-16,0 2 0 0,-3-1-4 0,-1 1-5 15,1-3-4-15,-4-6-7 0,3 12 3 0,-3-12-6 16,4 10 5-16,0-4-13 0,-4-6 1 0,0 0-3 15,4 10 3-15,-4-10 5 0,6 4 8 0,-6-4 4 16,0 0 5-16,0 0 3 0,12-4 1 16,-12 4 3-16,7-7-7 0,-7 7-2 0,3-10-3 15,0 7 1-15,-3 3-8 0,1-10-2 0,-1 10-10 0,-3-12-26 16,3 12-39-16,-8-10-43 0,2 4-35 0,6 6-42 16,-15-8-28-16,6 6-145 0,-4 0-349 15,13 2 155-15</inkml:trace>
  <inkml:trace contextRef="#ctx0" brushRef="#br0" timeOffset="-209763.7">12183 16730 53 0,'5'-8'173'0,"-5"8"-11"0,6-7-14 15,-6 1-9-15,0 6-9 0,3-10-7 0,-2 5-8 16,-1 5-10-16,5-11-10 0,-1 4-9 0,-1-2-10 15,4 4-5-15,0-3-4 0,-1 1-7 0,0 4 1 16,2-2 1-16,1 0-2 0,-3 2-7 0,-6 3-7 16,13-2-6-16,-13 2-8 0,12 2 4 0,-7 2-6 15,1 0-1-15,-3 2-1 0,1 0 6 0,1 4-4 16,-3-1 3-16,-2 4-6 0,-2-2-4 0,0 0 0 16,-1 5 0-16,-1-4-44 0,1 4-52 15,-1-4-64-15,2 4-52 0,-2 1-121 0,3-6-334 16,1-11 148-16</inkml:trace>
  <inkml:trace contextRef="#ctx0" brushRef="#br0" timeOffset="-209382.32">12774 16501 140 0,'0'0'196'0,"0"0"-17"16,0 0-15-16,0 0-10 0,0 0-5 15,-32 4-1-15,21 3-2 0,-6 3-4 0,-6 8-2 16,7 0-2-16,-2 3-7 0,2-1-3 0,-1 2-6 16,0 4-8-16,4 0-9 0,5-7-12 0,0 4-5 0,6-3-10 15,-3-2-2-15,5-2-8 0,0 3-6 16,5 0-5-16,2 0-6 0,2-1-3 0,6 4 2 16,3-3-8-16,6-2-6 0,-1-1-20 0,4-4-36 15,0-1-42-15,-8-4-45 0,0 2-47 0,0-3-67 16,-1 1-196-16,-7-2-450 0,0-3 199 0</inkml:trace>
  <inkml:trace contextRef="#ctx0" brushRef="#br0" timeOffset="-209114.84">12938 16631 108 0,'0'-6'258'0,"0"6"-19"0,2-13-21 0,-2 13-22 15,0-6-18-15,0 6-20 0,0 0-8 0,0 0-8 16,0 0 1-16,0 0-8 0,4 29 2 0,-4-10-9 16,0-2-7-16,-2 9-8 0,0-7-7 0,-3 6-12 15,3 0 4-15,-2 2-21 0,4-2-2 16,-4-2-12-16,1 3-3 0,1-6-8 0,-3-1-1 16,0 4-1-16,3-7-7 0,-2 2-9 0,2-1 30 0,-2-2-10 15,2 1-19-15,1-5-31 0,-1 1-26 0,-3-2-40 16,5 0-42-16,0-10-49 0,-5 15-61 0,5-8-62 15,-4-3-150-15,0 2-461 0,4-6 205 16</inkml:trace>
  <inkml:trace contextRef="#ctx0" brushRef="#br0" timeOffset="-208863.28">12933 16644 41 0,'9'-14'203'0,"1"6"-5"0,-2-2-16 16,3 4-8-16,-4 2-8 0,5-1-19 0,-2 1-10 16,-3 3-15-16,1-1-7 0,-8 2 2 0,17 3-11 15,-11 1-10-15,4 1-7 0,-1 1-14 0,-5 1 0 16,0 1-5-16,-1-1-8 0,-3 3-5 0,0-1-3 16,-5 4-7-16,-1 0-1 0,-3 2-6 0,-1-3-4 15,-3 1 1-15,-1-1-6 0,1-1-22 0,0-1-24 16,-1-3-32-16,1 4-36 0,1-5-46 0,1 1-50 15,1 0-168-15,0-3-375 0,-3 1 166 16</inkml:trace>
  <inkml:trace contextRef="#ctx0" brushRef="#br0" timeOffset="-208605.14">13221 16585 106 0,'11'-1'235'16,"-11"1"-1"-16,22 6-14 0,-10-2-17 0,1 8-10 15,1-2-10-15,-5 5-7 0,2 3-12 0,0 8-19 16,-6-1-11-16,1 5-13 0,-4-2-8 0,-1 0-12 16,-4-1-6-16,1 1-13 0,-2-2-5 0,-6-3-9 15,1 5-5-15,-1-6-8 0,-4 1 0 0,0-2-11 16,4-5-6-16,-5 0-8 0,-4 3-28 0,5-7-39 15,-1 1-60-15,1-1-64 0,5-5-82 0,-7 3-158 16,7-4-432-16,3-3 192 0</inkml:trace>
  <inkml:trace contextRef="#ctx0" brushRef="#br0" timeOffset="-207463.09">14024 16671 123 0,'0'0'172'0,"0"0"-9"0,0 0-4 0,0-13-6 16,0 13-13-16,0 0-6 0,0 0-6 0,0 0-8 16,0 0-10-16,0 0-8 0,0 0-6 0,0 0-10 15,-2-6-12-15,2 6-7 0,0 0-2 0,0 0-12 16,0 0-5-16,0 0-4 0,0 0-7 0,0 0 0 16,0 0-6-16,0 0-1 0,0 0-3 0,0 0 0 15,0 0-7-15,0 0-2 0,0 0 3 16,0 0-4-16,0 0 1 0,0 0-7 0,0 0 6 15,0 0-4-15,0 0 2 0,0 0-1 0,0 0 1 16,0 0 2-16,0 0 2 0,0 0 1 0,0 0 8 16,0 0-3-16,0 0-1 0,0 0-2 0,-2-8-1 15,2 8-1-15,0 0-3 0,2-11 5 0,-2 11-3 0,0-8 0 16,0 8 8-16,2-12 0 0,-2 12 3 0,3-10-5 16,-3 4-4-16,0 6 4 0,0-10 4 15,0 10-2-15,3-7 0 0,-3 7-6 0,0 0-1 16,2-7-4-16,-2 7-2 0,0 0-6 0,0 0-1 15,0 0 0-15,0 0-1 0,0 0 1 0,0 0-2 16,4 25 3-16,-2-14 0 0,-2 6 2 0,1 1 3 16,-2 1 7-16,-1 1-2 0,0 3 1 0,2 2-1 15,0-7 0-15,0 2 2 0,-2 0 2 16,2-3-14-16,0 1 9 0,0-2 4 0,0 0-16 16,0 1 18-16,0-5-7 0,0 4-4 0,2-6 3 0,-2 2-2 15,0-1-15-15,0-1 15 0,0 0-3 0,0-3 2 16,2-2-3-16,-2-5-1 0,-2 14-7 0,0-10-22 15,2-4-18-15,0 9-29 0,0-9-32 0,0 0-36 16,0 0-41-16,-5 12-43 0,5-12-41 0,0 0-133 16,0 0-426-16,-14-2 189 0</inkml:trace>
  <inkml:trace contextRef="#ctx0" brushRef="#br0" timeOffset="-207105.35">13794 16763 123 0,'-5'-8'167'0,"5"8"-18"16,0 0-8-16,13-11-15 0,1 10-8 0,4-1-10 0,2 1-7 16,-2 1-15-16,4 0 2 0,-1 1-8 15,1 5-9-15,-2-1-10 0,9 1 1 0,-10-1-11 16,-2 4-7-16,2-1 2 0,-4 3 1 0,3-3-1 16,-9 0-1-16,3 3-10 0,-2-3 3 0,-3 1 4 15,0-3-7-15,3 4-3 0,-4-4-3 0,3 3 3 16,-3-5-5-16,1 1 4 0,0 1-3 0,2-2-5 15,-9-4 5-15,14 5-1 0,-6-3-1 0,-8-2 7 16,21-2-8-16,-8 2 4 0,-2-5-7 0,3 0 5 16,-3-2 0-16,1 1-1 0,5-1 2 0,-8-2 8 15,-1-1 1-15,-2 3 0 0,1-5-5 0,-5 3-3 16,0-1-3-16,-2 10-3 0,-4-19-1 0,-3 9-5 16,1 1 0-16,-4 1-1 0,-1-1-4 0,-2-1-1 15,-4 5-5-15,-1-1-4 0,1 1-10 0,-2 2-13 16,0 5-14-16,2 2-25 0,3 0-28 0,0 0-28 15,5 1-57-15,0 1-40 0,0 3-124 16,2-1-365-16,7-8 163 0</inkml:trace>
  <inkml:trace contextRef="#ctx0" brushRef="#br0" timeOffset="-206833.28">14713 16641 84 0,'4'-8'206'0,"0"0"2"0,-1 3 0 0,3-2 0 16,-4 3-8-16,-2 4-20 0,6-8-22 0,-6 8-7 15,3-7-22-15,-3 7-12 0,0 0-10 0,0 0-11 16,0 0-3-16,8 19-6 0,-8-5-3 0,0 2-8 16,0 3 0-16,0 5-6 0,-3 1-5 0,0 0-5 15,-2-6-5-15,1 6-2 0,2 0-9 16,-2 0 0-16,3-7-12 0,0 0 4 0,-2 0-4 0,1-1-6 15,0 1-18-15,0-2-23 0,2-2-29 16,0 0-27-16,0-4-38 0,2 0-39 0,-4-3-43 0,2-7-41 16,2 12-133-16,-2-12-393 0,0 0 175 0</inkml:trace>
  <inkml:trace contextRef="#ctx0" brushRef="#br0" timeOffset="-206467.64">14732 16641 28 0,'10'-10'166'0,"2"4"3"16,3-6-12-16,0 5 1 0,-2 4-14 0,3 1-7 15,1-2-7-15,-4 1-17 0,0 4-6 0,1 1-11 16,-1 0-4-16,0 5-10 0,-4-4-3 0,-2 7-3 16,0-3-6-16,-1 2-6 0,-5 3 2 0,-1-3-18 15,0-9 0-15,-4 27-3 0,-1-12-7 0,-2-1 7 16,-4 0-13-16,-1 1 0 0,4-2-4 0,-1 0-5 15,0-3-4-15,4-1 0 0,1 1-5 0,-1 0 1 16,5-1 2-16,0-9-10 0,2 14-1 0,-2-14-3 16,6 18-4-16,-4-13 7 0,6 4-4 0,-1-2 1 15,4-2 0-15,-2 3 1 0,0 1-4 0,-2-2 0 16,-1-2-1-16,0 2 2 0,0 2-1 0,-1-4 0 16,-2 2 1-16,-2 0-2 0,-1 0 7 15,0-7-1-15,-5 12 1 0,-1-3 5 0,-4-1-5 0,-5 2-2 16,-1-1 6-16,-2 1-9 0,-6 1 5 0,5-3 0 15,-8 2-8-15,9-5-28 0,-4 2-32 0,-1-2-29 16,6 0-45-16,3-1-65 0,3-1-121 0,-1-2-349 16,12-1 156-16</inkml:trace>
  <inkml:trace contextRef="#ctx0" brushRef="#br0" timeOffset="-206102.33">15559 16613 223 0,'0'0'224'0,"0"0"-19"0,-5-5-13 0,5 5-6 16,0 0-9-16,-26 14-10 0,15-1-12 0,-7 6-2 15,1 4-14-15,-1 0-8 0,-2 2-8 16,7 1-8-16,0 0-11 0,1 2-7 0,4-4-5 16,3-4-10-16,0-2-7 0,3 1-7 0,4-3-5 15,-1 2-8-15,1 0-4 0,5-2-6 0,1-3 0 0,2 3-8 16,1-5-1-16,2 2-27 0,4-1-23 15,-3-4-44-15,-2 0-56 0,-1-2-38 0,3-2-51 16,-3 0-215-16,-2 0-454 0,-1-2 201 0</inkml:trace>
  <inkml:trace contextRef="#ctx0" brushRef="#br0" timeOffset="-205742.82">15654 16820 131 0,'0'0'189'0,"0"0"3"0,0 0-9 16,0 0-7-16,8 24-8 0,-6-14-10 0,-2 1-7 16,1-1-15-16,-1 0-7 0,0 0-15 0,0 1-7 15,-1-5-11-15,1-6-7 0,0 13-5 0,0-13-9 16,0 8 15-16,0-8 6 0,0 0 6 0,-2 8-2 16,2-8-13-16,0 0-5 0,0 0-8 0,0 0-9 15,0 0-7-15,0 0-1 0,-12-19-8 0,12 19-3 16,2-20-5-16,1 8-5 0,4-5-4 0,2 2-4 15,2 1 0-15,6-8-6 0,0 2 1 0,-3 6-6 16,3 0 2-16,-3 2-7 0,1 2-4 0,-3 2-4 16,-3 2-1-16,0 4-1 0,2 1-2 0,-3 1 5 15,-8 0-2-15,14 8-15 0,-5-2 19 0,-4 3-2 16,0 2-2-16,-1-1 4 0,0 2 0 16,0 0-3-16,-3 4 7 0,1 0-3 0,2 0-4 0,-3 3-1 15,1-3 0-15,1 0-10 0,-4-3-22 16,-1-1-30-16,-1 0-48 0,1-2-53 0,-1 3-66 15,-3-2-246-15,0-3-511 0,-1-2 226 0</inkml:trace>
  <inkml:trace contextRef="#ctx0" brushRef="#br0" timeOffset="-205531.61">16028 16612 115 0,'0'0'228'0,"22"4"-3"0,-10 3-2 16,1 4-18-16,-1 3-10 0,4 7-15 0,-4 2-12 16,-1 2-12-16,-3 5-20 0,-2 0-10 0,1 0-10 15,-3 3-9-15,1-2-13 0,-4 2-9 0,-1 2-9 16,-3-3-5-16,0 0-27 0,-4-1-43 0,-2-3-52 16,-5 1-63-16,1-2-82 0,-8 0-169 0,1-5-396 15,-2 1 175-15</inkml:trace>
  <inkml:trace contextRef="#ctx0" brushRef="#br0" timeOffset="-203647.85">16799 14585 25 0,'0'0'145'0,"0"0"-4"0,0 0-10 15,0 0-8-15,0 0-9 0,0 0-7 0,0 0 2 0,0 0 0 16,0 0-2-16,0 0 0 0,28 17-7 0,-18-12-5 15,5 3 1-15,2 0-9 0,8 2-1 0,0 0-2 16,2 3-12-16,-1-2-2 0,3 4-4 0,-1-1-19 16,2-1 1-16,2 5-2 0,0-2-4 0,1 0-2 15,15 4-2-15,-14-4-3 0,12 4-2 0,-9-5 0 16,12 3-6-16,1 1 0 0,0 0-2 0,-2-2 1 16,-12-3-6-16,19 1 1 0,-3 1 3 0,1-5-6 15,0 2 4-15,0-1-1 0,-2 3-4 0,-1-3 3 16,-12-6-3-16,12 4-2 0,-16-1 4 0,2-2-5 15,-1 0-3-15,-2 2-2 0,-2-2 1 0,-5 3 2 16,-8-2-6-16,-1-3 3 0,-3-1-3 0,-4 1 0 16,0-1 0-16,-2-2 0 0,0-1-3 0,-3 2-1 15,-5-3 4-15,10 1 3 0,-10-1 6 0,9 3 6 16,-9-3 5-16,0 0-1 0,0 0 5 0,8 1 6 16,-8-1-5-16,0 0 1 0,0 0 3 0,0 0-10 15,0 0-5-15,0 0 3 0,0 0-5 0,0 0-3 16,0 0-3-16,0 0 2 0,0 0 0 0,0 0-7 15,0 0 0-15,0 0 0 0,-26 3-1 0,26-3-2 16,-10 0 2-16,10 0-3 0,-13 2-1 0,5 2 1 16,2-1 1-16,-3 1-7 0,-2 1 4 0,0 2 0 15,0 0 0-15,-1-2 0 0,2 2-1 0,-1 0 2 16,-1 1 0-16,1-1-10 0,-3 1-19 0,2-1-26 16,1-1-39-16,-2 6-50 0,2-6-45 0,0-1-42 15,2 2-184-15,0-3-448 0,-1 0 198 0</inkml:trace>
  <inkml:trace contextRef="#ctx0" brushRef="#br0" timeOffset="-203423.28">18332 15045 124 0,'-7'-14'229'0,"-5"-1"-21"0,-2 2-12 15,-3 1-6-15,-7-6-6 0,-3 5-10 16,-2-3-1-16,2 1-2 0,0 1-7 0,4 0-13 0,5 3-8 15,2 1-4-15,4 3-3 0,3 0-11 0,0 0-16 16,2 1-14-16,0 1-5 0,3 1-11 0,0-3-16 16,4 7-24-16,-2-10-20 0,2 10-29 15,5-7-25-15,1 3-26 0,-6 4-28 0,17-5-43 0,-5-1-49 16,-2 6-47-16,-10 0-150 0,18 3-409 16,-18-3 182-16</inkml:trace>
  <inkml:trace contextRef="#ctx0" brushRef="#br0" timeOffset="-201855.06">18952 15373 129 0,'0'-10'165'16,"0"-1"-5"-16,1-1-10 0,-1 2 10 0,0 0-1 15,2-1-10-15,-2 2-11 0,2 0-8 0,-2 9-6 16,1-12-8-16,-1 12-10 0,3-8-10 0,-3 8-14 16,0 0-8-16,0 0-3 0,0 0 0 0,8 19-4 15,-6-4-1-15,2 10-2 0,-1 2 0 0,-1 3-5 16,1-4-4-16,-3 2 26 0,0-1-13 0,1 3-6 16,0-4-6-16,2-1-2 0,-2-1-6 0,2-4-9 15,-2 0-2-15,0-1-1 0,0 0-6 0,2-4-1 16,-2-2-2-16,2-3-20 0,-2 0-29 0,2-1-42 15,-2-2-45-15,-1 0-59 0,0-7-44 0,1 9-197 16,-1-9-444-16,0 0 197 0</inkml:trace>
  <inkml:trace contextRef="#ctx0" brushRef="#br0" timeOffset="-201517.47">19105 15503 91 0,'12'-1'130'0,"-1"-3"-5"0,7-3-5 16,0 4-5-16,-1-2-12 0,1 2-13 0,1-1-6 16,-1 0-9-16,-2 0-9 0,-2 2-1 0,-1-1-10 15,0-1-6-15,0 0-3 0,-2 0-7 16,-1-3 3-16,1 4-8 0,-2-1-2 0,-2-3-6 0,-7 7-2 16,9-15 3-16,-4 7-1 0,-1-1 7 0,0-3 0 15,-1 2 2-15,-3 10 15 0,1-18 5 0,0 10 3 16,-1 8 1-16,0-13-2 0,0 13-1 0,0 0-8 15,-1-15 3-15,1 15-8 0,0 0-7 16,0 0-2-16,0 0 4 0,0 0 10 0,0 0 5 16,-4 31 0-16,3-14-3 0,-2 0-2 0,2 1-6 0,0 7 3 15,-1-7-11-15,1 1 2 0,0 0-3 16,-1 2-2-16,2-2-4 0,-1 2-3 0,0 2-3 16,0-3-15-16,-1-1-25 0,-1-2-43 0,3 1-47 0,0-3-61 15,-2-1-51-15,0-3-133 0,-1-1-383 16,3-10 170-16</inkml:trace>
  <inkml:trace contextRef="#ctx0" brushRef="#br0" timeOffset="-201252.79">19518 15577 90 0,'-5'-11'168'0,"5"11"-4"0,0 0-6 0,0 0-11 16,0 0-12-16,0 0-6 0,0 0-8 0,13 19-4 15,-7-15-8-15,2-2-9 0,1-1-3 0,1-2-4 16,4-1 0-16,0 1-2 0,4-5-6 0,-1 3-7 16,0-4 1-16,0 1-4 0,-3-2-3 0,-2 2 1 15,-3-1 1-15,0 2 2 0,-7-2-5 0,2 0-7 16,-4-1-10-16,0 8-4 0,-4-11-5 0,4 11-7 16,-14-8-12-16,3 4-22 0,-1 3-15 0,-6 1-24 15,-1 1-24-15,-1 3-29 0,-1 2-37 0,0 0-50 16,-5 1-45-16,9 1-125 0,3-3-372 0,1-1 166 15</inkml:trace>
  <inkml:trace contextRef="#ctx0" brushRef="#br0" timeOffset="-200636.55">19775 15318 228 0,'1'-9'254'0,"-1"2"-18"0,0 7-23 0,0-8-24 15,0 8-22-15,0 0-13 0,0 0-7 16,0 0-11-16,0 0-2 0,-1 41-13 0,-2-22-15 0,1 0-9 16,1 10-10-16,-2-3-8 0,0 1-5 0,2-2-9 15,-1 0-21-15,0-6-28 0,2 0-13 0,0-1-29 16,0 0-26-16,2-4-28 0,0 0-24 0,1-5-17 16,1 0 6-16,2-2 8 0,-1-2 6 0,3-2 14 15,1 0 8-15,0-2 17 0,1-4 7 16,1-1 16-16,0-1 14 0,1-1 16 0,0-2 11 15,3-1 14-15,2 1 5 0,-3-3 7 0,0 1 7 0,-1 0 3 16,3 0 6-16,-1-3-2 0,1 1 1 0,0-1 2 16,-1 2 0-16,0-2 5 0,-2 1-2 0,0-4-4 15,-2 5 11-15,-3 1 17 0,-2 2 8 0,-1 0 2 16,-1-1-5-16,-1 0 5 0,-3 9-7 16,1-11-5-16,-1 11 0 0,0 0-3 0,-2-14-5 15,2 14-5-15,-10-7-7 0,4 7-7 0,6 0-10 16,-15 3 2-16,5 3-5 0,-2 6-2 0,-1 2-7 0,4-2-1 15,0 2-2-15,3 3-5 0,2-3 3 0,2 4-1 16,3-6-2-16,2 0-4 0,3 0 3 0,0-1 1 16,4 1-8-16,1-3 9 0,5-1-2 15,3-1-2-15,2-4 1 0,-1 0 1 0,8-3-2 16,0-3-2-16,-7-1-3 0,1-2 4 0,-3 0-4 16,-2-3 2-16,0 0 0 0,1-1 1 0,-1-3-4 15,-3 2 4-15,1-2 1 0,-3 0-5 0,-2-4 1 16,-1 3 1-16,-5 3-1 0,2-4-3 0,-2-1 2 15,-1 5-2-15,0 0 3 0,-3 11-8 0,2-18 9 16,-2 18-1-16,-2-11-2 0,2 11-5 0,0 0-4 16,0-11 0-16,0 11 1 0,0 0 7 0,0 0 7 15,0 0 2-15,-15 41-5 0,9-25-6 0,1-1 5 16,-2 4 6-16,6 1-5 0,-3-2 0 0,0 5-5 16,3-4 4-16,-3 0-15 0,2 0-24 0,-1-2-36 15,2-1-45-15,-2 0-53 0,3-4-65 0,0-1-235 16,-1-1-507-16,1-10 224 0</inkml:trace>
  <inkml:trace contextRef="#ctx0" brushRef="#br0" timeOffset="-199846.68">20598 15535 127 0,'0'0'222'0,"5"8"-11"16,-5-8-14-16,0 0-8 0,0 10-14 0,0-10-15 15,0 0-11-15,0 7-13 0,0-7-6 0,0 0-13 16,0 0-2-16,0 0 6 0,0 10 9 0,0-10 10 16,0 0 13-16,0 0-4 0,0 0-17 0,0 0-7 15,0 0-9-15,0 0-19 0,0 0-5 0,1-27-11 16,-1 18-6-16,0 0-12 0,3 0-3 0,0 0-11 16,-1-2 1-16,3-2-7 0,3-3-1 0,1 1 0 15,1 3-13-15,0 2-7 0,2-2 3 0,-3 5-7 16,5 1-4-16,-5 0-6 0,0 2 0 0,2 2-5 15,-3 2-2-15,1 3 1 0,1 2 0 16,-1 1 0-16,1-1 0 0,-2 4-1 0,-1 0 3 16,0 0-6-16,-2 1 1 0,0 0 3 0,0-1 2 15,0 2 0-15,-1-2-3 0,-1-1-1 0,-1-2 0 0,0 0 0 16,-2-6 0-16,2 10 5 0,-2-10 4 0,3 7-1 16,-3-7 2-16,0 0 3 0,0 0-9 15,0 0 9-15,0 0-4 0,0 0-3 0,0 0 6 16,0 0-8-16,0 0 2 0,0 0 0 0,0 0 2 15,-4-26-5-15,8 18 4 0,1-2-8 0,4-4-3 16,-2 4 2-16,2 0-1 0,2 2-5 0,3-1 11 0,-4 4-7 16,0 1-4-16,0-2 0 0,-10 6-5 15,15-2 7-15,-3 4-2 0,-7 1 1 0,2 0 1 16,0 1 1-16,2 2-1 0,-4 4 0 0,-1-2 4 16,-1 2 2-16,-1 1-15 0,0 0-18 0,-2-1-23 15,0 1-25-15,-2-2-22 0,1 0-24 0,0-2-26 16,1-7-27-16,-4 13-31 0,4-13-12 0,-1 9-3 15,1-9 2-15,0 0 19 0,7 5 19 0,-7-5 21 16,11-1 13-16,-11 1 25 0,17-8 14 0,-6 3 15 16,0 1 19-16,-1-3 14 0,-1-1 14 0,-1 2 6 15,-2-4 17-15,1 3 0 0,-2-3 14 0,-1 1 8 16,0-2 14-16,-4 11 13 0,5-17 24 0,-3 10 17 16,-2 7 17-16,0-10 6 0,0 10-2 0,0 0 2 15,0 0-5-15,0 0-6 0,0 0 0 0,0 0-4 16,0 0-1-16,0 0-5 0,0 0 0 0,0 0-2 15,-7 24-5-15,7-24-2 0,0 12-2 0,3-2 0 16,1-4 0-16,4-1 0 0,1 2-5 0,2 0-5 16,1-5 0-16,-2 0-6 0,3 0 0 0,6-2-3 15,-6-2 7-15,5 0 7 0,-6-3 1 0,-1 1 2 16,-1-3 0-16,0 1 3 0,-1-3-4 0,-1 1 0 16,-1-1-4-16,-2-1-7 0,-2 2-1 0,-3 8-2 15,3-23-6-15,-7 13-4 0,1-2-2 0,-1 1-9 16,-2-1-7-16,-2 5-19 0,2 0-18 0,-4 2-18 15,10 5-28-15,-30-4-32 0,13 4-38 0,17 0-38 16,-26 4-36-16,16 1-166 0,-3-1-415 0,13-4 184 16</inkml:trace>
  <inkml:trace contextRef="#ctx0" brushRef="#br0" timeOffset="-199435.28">21329 15357 143 0,'8'-7'235'0,"-8"7"-19"15,6-9-2-15,-6 9-6 0,5-8-6 0,-5 8-20 16,5-7-17-16,-5 7-21 0,0 0-11 0,0 0-11 16,0 0-6-16,16 17-4 0,-10-7-4 0,1 5-12 15,-1 0-11-15,3 0 0 0,-1-2-10 0,1 2-7 16,-1 0-4-16,-3-4-8 0,2 0-4 16,-2-4-2-16,1 3 0 0,2-4-5 0,0 1-7 0,-4-4 10 15,1-1-1-15,-5-2-11 0,10 0 12 0,-10 0-2 16,17-7-7-16,-10 1 9 0,2 0-13 15,-3-5-7-15,3 5-12 0,3-7 11 0,-1-1-5 16,1 0-9-16,1 1 6 0,-3-4 1 0,4-4-1 16,0 5 4-16,0-4-12 0,3-1-1 0,-4 6-6 15,-1-3 5-15,0 4-2 0,-1 0-2 0,1-1 0 16,-4 5 3-16,-1 0-2 0,1 2 2 0,-3 1-1 0,-1 2 4 16,0-1-2-16,-4 6-3 0,6-6-3 15,-6 6-2-15,0 0 2 0,0 0 0 0,0 0 3 16,5 14-1-16,-5-14 6 0,-4 20 10 0,0-8 3 15,1 4-4-15,-1 3 4 0,0 1-3 0,1-1 3 16,-4 0-1-16,3 0-3 0,1 0-6 0,1-1 0 16,-5 0-20-16,5-3-25 0,-2 1-41 0,1-4-41 15,-2-1-50-15,3 0-70 0,-1-4-63 0,-1 3-209 16,4-10-547-16,-7 8 243 0</inkml:trace>
  <inkml:trace contextRef="#ctx0" brushRef="#br0" timeOffset="-198757.28">21885 15376 39 0,'0'0'217'0,"0"0"-6"16,0 0-7-16,0 0-5 0,0 0-8 0,0 0-5 16,0 0-7-16,12-19-7 0,-10 12-5 0,-2 7-4 15,5-19-13-15,0 9-11 0,2 2-11 0,-2-1-11 16,0 4-4-16,-5 5-14 0,12-8-7 0,-6 4-15 15,-6 4-7-15,0 0-6 0,18 2-8 0,-18-2-7 16,10 7-4-16,-4-3-3 0,1 5-2 16,-3 2-6-16,1-2 1 0,-3 3-5 0,0 0-1 15,-2-12-24-15,1 19-15 0,0-8-34 0,2-2-30 16,0 0-40-16,-3-9-28 0,7 12-28 0,-2-7-4 0,4-1-6 16,4-2 9-16,5 0 9 0,1-3 14 0,4 1 9 15,-4-3 19-15,3-1 7 0,-1-3 16 0,-1 1 14 16,-1 0 14-16,-4-2 16 0,0 0 18 15,-4-2 18-15,-4 2 17 0,0-5 16 0,-1 4 5 16,-2-4 10-16,-2 4 10 0,0-3 10 0,-2 12 12 16,-3-19 8-16,-1 10 14 0,0 1 14 0,4 8 0 15,-7-12 0-15,1 8-2 0,6 4-7 0,0 0-1 16,-16-3-10-16,16 3 2 0,0 0-5 0,-16 9-7 16,12-2-8-16,4-7-2 0,-11 13-8 0,7-3-6 15,2-1-3-15,-1 1-2 0,3-10-3 0,-2 16-4 16,4-7-4-16,0 2 0 0,0-2-3 0,2 1-1 15,3-2-4-15,-2-2-3 0,0 3 2 0,2-3-8 16,0 5-4-16,-2-3-1 0,1 3 9 0,-2 0-9 16,0 3 0-16,0-3-4 0,-2 7 5 0,-4-3-5 15,-1 2 3-15,1 0-6 0,-2-2 7 0,-4 2 0 16,2 1 0-16,-2-4 0 0,-3 4 1 0,-1-6-7 16,-1 4 5-16,-1-2 4 0,-1-1-4 0,1 1-20 15,-4-2-36-15,-4 1-50 0,2-5-74 0,2-1-78 16,-3-2-176-16,2-2-464 0,-1-1 206 0</inkml:trace>
  <inkml:trace contextRef="#ctx0" brushRef="#br0" timeOffset="-198425.4">23178 15072 84 0,'-6'-6'217'0,"6"6"-24"0,-8-4-20 16,8 4-14-16,0 0-3 0,-18 11-8 0,12-1-6 16,-2 4-5-16,-1-2-7 0,-2 11-13 0,2 1-11 15,0 1-9-15,1-1 0 0,1 6-9 0,0 1-1 16,1-1-8-16,2 1-6 0,-1-1 0 0,-1-2-7 15,2 2-9-15,0-1-1 0,1-1-6 0,1 2-4 16,-3-3 22-16,2-2-3 0,2-4-6 0,-1-3-6 16,0 1-5-16,-1-1-4 0,0-5-5 0,-1 1-17 15,-3-3-33-15,1 1-44 0,0-3-59 0,-3-1-61 16,-2 0-62-16,0-2-170 0,-3-2-440 0,1-2 195 16</inkml:trace>
  <inkml:trace contextRef="#ctx0" brushRef="#br0" timeOffset="-197545.07">22930 15411 138 0,'14'-2'200'0,"-1"2"-15"16,5 6-4-16,1 0-2 0,-3 1-11 0,-4-1-6 16,4 4-7-16,-1-1-6 0,-1 2-11 15,-1 0-8-15,1 0-12 0,-4 1-13 0,-2-3-10 0,2 0-6 16,-3 0-9-16,-2 1-10 0,-3-5-5 0,2 0-1 15,-4-5 0-15,3 9 5 0,-3-9-2 0,0 7-3 16,0-7-3-16,0 0-7 0,0 0-5 0,0 0-2 16,0 0-3-16,0 0-8 0,-21-12-3 15,18 6-4-15,3 6-1 0,2-18 1 0,-2 9-6 16,4-8-5-16,2 1-6 0,6-5 3 0,4 0-6 16,3 1-1-16,1 4-3 0,3-2-3 0,-3 3 2 0,2 0-2 15,-4 5-2-15,-2 0 1 0,-3 7 4 0,0-1-8 16,-1 4-6-16,-12 0 7 0,21 7 3 0,-13-3-2 15,1 4 0-15,-2-1 2 0,0 3-3 16,-1-1 2-16,-1 3-1 0,-1 0 4 0,0-2 0 16,0 3-1-16,0-1-2 0,-2-1 3 0,2 1-1 15,0-2-1-15,1 2 5 0,-1-6-3 0,2 2 5 0,-2-3-2 16,4 2-1-16,-2-4 1 0,0 1 3 0,1-1-4 16,-7-3 6-16,11 1-2 0,-11-1-1 0,14-4-2 15,-10 0-1-15,-4 4 1 0,5-10-3 16,-3 3 5-16,-1-1-5 0,-1 8 0 0,-1-19-5 15,1 19 1-15,-3-21-10 0,0 9 1 0,1 1-3 16,2 0 2-16,0 11-6 0,-3-22 3 0,6 12-2 16,-3 0 2-16,2 0-1 0,-2 10 1 0,9-16 1 0,2 12-1 15,-2 0 1-15,2 4 1 0,-11 0 2 16,24 6 7-16,-8 4 5 0,-5-5 0 0,1 7 0 16,2-3 3-16,1 2-2 0,-6-3 4 0,-3 3 3 15,3 2 1-15,-3-5-1 0,1 3 3 0,-2 0-5 16,0-1 1-16,-3-4-1 0,-2-6 1 0,6 12 1 15,-3-5-1-15,-3-7 1 0,0 0 3 0,3 8 13 16,-3-8 2-16,0 0-3 0,0 0-3 0,0 0-3 16,0 0 2-16,0 0-10 0,0 0 9 0,0 0 1 15,-15-25-6-15,15 25 8 0,-1-19-1 0,6 3-7 16,-1 0-2-16,2 0-3 0,4-2 0 0,7-2-5 16,2 0 0-16,2 4 1 0,-2 6-3 0,5-3-3 15,-7 4-1-15,2 3-4 0,-1 2-9 0,0 4 12 16,-6-2 2-16,0 5-7 0,-2 0 6 0,0 5 2 15,-2-1-2-15,-2 3-2 0,2-1 3 0,-2-2-2 16,-1 4 2-16,-1-1-1 0,-1-2 5 0,-2 0-3 16,-1-8 2-16,2 11-2 0,-1-6-1 0,-1-5 4 15,0 0-13-15,2 11 18 0,-2-11 7 0,0 0-3 16,0 0-1-16,0 0-7 0,0 0 5 0,0 0-2 16,0 0 0-16,13-24-2 0,-5 13-2 0,1-1 5 15,1-2-5-15,5 1-11 0,-1 0 0 0,3 3 0 16,-3 1-7-16,3-1 3 0,-6 3-4 0,1 3 2 15,-2 0-2-15,-2 2 3 0,2 1 2 0,-10 1-3 16,0 0 4-16,18 8 2 0,-14-3 1 0,-1 3-5 16,1 3 6-16,-3-2 2 0,-1 1-3 0,2 2-20 15,-4 0-17-15,-1-1-35 0,0-2-40 0,-1 1-57 16,2-1-52-16,-3 2-44 0,-2 1-159 0,-3-3-466 16,0 2 207-16</inkml:trace>
  <inkml:trace contextRef="#ctx0" brushRef="#br0" timeOffset="-196887.1">20433 16175 226 0,'0'-6'226'0,"0"6"-25"0,0 0-21 0,7-7-14 15,-7 7-8-15,0 0-5 0,6 17 0 0,-5-6-7 16,-1 10-12-16,0-1-9 0,-2 6-10 0,0 3-35 16,1-3-13-16,0 0 1 0,0-6-12 0,1 5-2 15,-3-3-6-15,3-2-5 0,4 4-4 0,-4-6-3 16,1-2-5-16,2 0 0 0,-2-3-12 0,-1-1-15 16,3-2-27-16,-3-1-36 0,0-9-31 0,2 15-48 15,-2-15-22-15,1 10-38 0,-1-10-118 0,0 0-341 16,0 0 151-16</inkml:trace>
  <inkml:trace contextRef="#ctx0" brushRef="#br0" timeOffset="-196553.02">20477 16232 149 0,'10'-6'160'0,"8"0"-13"0,-5 5-1 0,6 0-15 0,-6-1 0 16,4 5-14-16,-4 0-12 0,1 2-6 15,-2 0-12-15,-1 1-5 0,2 5-6 0,-7-2-11 16,1 1-1-16,-2 1-5 0,-1 0-6 0,-4 2-8 16,0 3-2-16,-5-5-4 0,1 2-7 0,-1-2-7 15,0 0 0-15,-2-1-5 0,3-1 2 0,-1 0-8 16,5-9-8-16,-5 16 3 0,5-16-8 0,-1 13 1 16,1-13-5-16,6 12 8 0,-1-6-5 0,2-1 1 15,2 2 1-15,1-1 0 0,1-2-4 0,0 3 1 16,0 0 1-16,-3-3-3 0,-1 2 2 0,1 1 1 15,0-3 1-15,-6 2 0 0,-2-6 2 0,5 10 5 16,-5-10 2-16,-1 11-6 0,-5-3 8 0,-2-1-3 16,-1 1-4-16,0-1 1 0,-3 0-5 0,1-1-25 15,-3-2-38-15,3 0-32 0,0-2-31 0,-1 2-41 16,-1 0-92-16,13-4-278 0,-24 2 123 0</inkml:trace>
  <inkml:trace contextRef="#ctx0" brushRef="#br0" timeOffset="-196335.22">20967 16190 146 0,'0'0'213'0,"0"0"-5"16,0 0-12-16,0 0-11 0,0 0 1 16,0 0-6-16,-26 18-3 0,19-4-11 0,1 3-14 15,-2 1-2-15,3 8-9 0,2-7-15 0,1 0-14 16,1 0-12-16,3 7 1 0,1-6-18 0,-1-3-1 15,2 2-19-15,1-1-26 0,3-3-34 0,0 1-32 16,-3-1-47-16,4-2-36 0,1-3-58 0,-1 0-29 16,-3-2-172-16,-1-1-401 0,-5-7 178 0</inkml:trace>
  <inkml:trace contextRef="#ctx0" brushRef="#br0" timeOffset="-196050.95">21121 16471 175 0,'0'0'203'0,"0"0"0"0,0 0-3 0,0 0-9 16,0 0 2-16,0 0-10 0,1-9-5 0,-1 9-11 16,0 0-11-16,0 0-15 0,0 0-15 0,0 0-1 15,-5-15-10-15,5 15 4 0,-1-13-19 16,1 13-10-16,3-19-10 0,3 6-4 0,0-3-7 16,4 0-5-16,7-4-10 0,2-1-2 0,0 1-9 15,3 3-4-15,2 0-3 0,-2 1-6 0,-2 8-3 16,-1 0-5-16,-3 0-2 0,0 3-3 0,-4 2-4 0,1 2 6 15,-13 1-7-15,19 6-4 0,-11 1-1 16,2 2-1-16,-2 0 1 0,-3 2-2 0,-1 2 2 0,-1-1-2 16,2 6-2-16,-2-1 2 0,-2 0-26 15,-1 0-21-15,-2 0-41 0,0-1-48 0,0 0-60 16,-4-5-48-16,3 0-209 0,-2-1-484 0,5-10 214 16</inkml:trace>
  <inkml:trace contextRef="#ctx0" brushRef="#br0" timeOffset="-195826.43">21631 16171 15 0,'0'0'223'0,"11"-8"-14"16,-11 8-9-16,13 2-2 0,-13-2-7 0,15 12-3 15,-8-3-13-15,0 2-17 0,0 4-7 0,-3 4-15 16,1-1-15-16,-3 0-8 0,-1 2-11 0,-1-1-2 15,0 6-15-15,-1-8-10 0,-3 8-1 16,-2-6-12-16,0 0-9 0,-2-3-27 0,0 0-40 16,-3-1-52-16,1-1-63 0,2-3-80 0,-7-1-165 15,2-1-403-15,-2-2 179 0</inkml:trace>
  <inkml:trace contextRef="#ctx0" brushRef="#br0" timeOffset="-195226.81">22256 16333 128 0,'0'0'188'0,"0"0"-16"16,-7-7-1-16,7 7-10 0,0 0 4 0,0 0-18 0,0 0-1 16,0 0-5-16,0 0-7 0,-5-4-6 0,5 4-2 15,0 0-9-15,0 0-10 0,0 0-11 0,0 0-10 16,0 0-7-16,22-10-12 0,-11 7-4 16,7-2-3-16,4 2-10 0,6-1-5 0,-7 4-5 15,11-2-1-15,-2-3-4 0,4 2-6 0,-4 2-2 16,1 0-5-16,-3 1-15 0,-6 0-24 0,-2 0-28 15,-3-1-46-15,-5 1-46 0,-1 0-51 0,-5 0-38 16,-6 0-120-16,9 0-374 0,-9 0 166 0</inkml:trace>
  <inkml:trace contextRef="#ctx0" brushRef="#br0" timeOffset="-194028.35">22441 16141 154 0,'-1'-11'206'0,"1"-4"-3"0,0-1-6 16,-2 6-6-16,2 1-5 0,0 0-9 0,0 9-9 15,-1-13-12-15,1 13-10 0,0-7-14 0,0 7-15 16,0 0-14-16,0-10-12 0,0 10-12 0,0 0 0 16,0 0-16-16,0 0-2 0,0 0-5 0,0 31 3 15,0-13-3-15,-2 1 0 0,0 10 8 0,4-2-3 16,-2-2 0-16,0 1-3 0,0-1-7 0,0-5-3 15,0 5-4-15,0-5 2 0,2-1 2 0,1 1-13 16,0-4 2-16,0 3-5 0,0-2-3 0,-1 1 4 16,1-7-9-16,-2 1-5 0,2-1 4 0,-1 0-2 15,1-1-2-15,-2-3-10 0,0-1-19 0,3 0-23 16,-4-6-24-16,0 0-36 0,5 13-31 16,-5-13-43-16,0 0-38 0,0 0-56 0,0 0-164 15,0 0-461-15,0 0 205 0</inkml:trace>
  <inkml:trace contextRef="#ctx0" brushRef="#br0" timeOffset="-193562.99">22346 16294 63 0,'-8'-2'155'0,"8"2"-11"15,0 0-3-15,0 0-14 0,0 0-7 0,0 0 3 16,0 0-5-16,0 0-3 0,0 0-9 0,45 2-9 15,-27-2-4-15,3-1-6 0,0 1 2 0,-1-1-14 16,0 1-2-16,-1-2-5 0,-1 1-4 0,1 1-5 16,-7 0-3-16,-2-2-9 0,-10 2-3 0,15-2-4 15,-15 2-3-15,12 0-5 0,-12 0-3 0,0 0-7 16,15-2-1-16,-15 2-4 0,0 0-1 0,0 0 0 16,0 0-2-16,12 4-6 0,-12-4 0 0,2 8 5 15,-2-8-5-15,3 13 3 0,-3-13-1 0,0 18 0 16,-1-7 1-16,1-1 0 0,0-10-2 0,-2 20 2 15,0-10-1-15,2-1 1 0,0-9-3 0,1 19-3 16,-1-19-1-16,1 14 2 0,-1-14 2 0,5 12-1 16,-5-12-1-16,8 7-2 0,-8-7 3 0,13 3 0 15,-13-3 2-15,19-1-2 0,-9-3 1 16,2-2 0-16,-1-2-3 0,0 2 2 0,1-5-3 16,-1 4 3-16,-2-8-4 0,2 2 5 0,-2 0-4 0,0 0 1 15,-4-2 1-15,1-2 4 0,-3 7-6 0,-3-6-2 16,-4 0 2-16,-1 3-1 0,-1-4 0 0,-5 3-1 15,-1 3 0-15,-1-2-7 0,-3 4 8 0,-1 2-6 16,-3 1 0-16,2 5-5 0,-2-1-16 16,0 5-14-16,0 0-21 0,1 4-31 0,0 2-32 15,1 0-35-15,2 1-35 0,0-1-127 0,7-2-347 16,0 0 154-16</inkml:trace>
  <inkml:trace contextRef="#ctx0" brushRef="#br0" timeOffset="-193283.61">23310 16139 100 0,'0'0'226'0,"0"0"-9"16,0 0-9-16,0 0-8 0,-18-13-15 0,18 13-5 15,0 0-2-15,-33 13-3 0,20-1-1 0,-3 0-4 16,0 2-11-16,2 3-11 0,-3 4-10 0,5-6-10 15,3 2-11-15,1 0-13 0,2 0-10 0,-1 1-8 16,5-1-9-16,2-2-7 0,2 1-7 16,5-1-1-16,-1-4-6 0,2-1-6 0,6-1-3 15,4-1-3-15,1-1-4 0,9-3-1 0,1 0-3 16,1-6-34-16,-2 2-35 0,1-4-36 0,0 3-52 0,-9-2-62 16,1-2-66-16,-4-1-238 0,1 0-527 0,-1-2 234 15</inkml:trace>
  <inkml:trace contextRef="#ctx0" brushRef="#br0" timeOffset="-192714.92">24030 16028 78 0,'1'-10'269'0,"-1"10"-18"0,0 0-24 0,-1-10-25 0,1 10-12 16,0 0-10-16,0 0-15 0,0 0-2 15,-13 23-2-15,5-6-7 0,-2 7-15 0,0-1-2 16,2 1-11-16,0 0-18 0,2 0 2 0,1-5-4 16,0 4-10-16,2-3-8 0,3-4-9 0,0 1-34 15,1 0-9-15,5-1-2 0,-3-3 0 0,4-1-4 16,2 1-3-16,0-3 2 0,1 1-6 0,4-1-5 15,0-1-26-15,0-3-26 0,-2-2-37 0,0-1-41 16,4-1-53-16,-1 0-39 0,3-3-48 0,-7 1-159 16,0-3-443-16,-1 0 196 0</inkml:trace>
  <inkml:trace contextRef="#ctx0" brushRef="#br0" timeOffset="-192415.02">24247 16092 185 0,'0'0'227'0,"0"0"-7"15,-1-11-13-15,1 11-10 0,0 0-17 0,0 0-14 16,0 0-20-16,0 0-18 0,0 0-8 0,0 0-6 16,0 0-4-16,0 0-4 0,0 0-11 15,8 27-2-15,-8-14-13 0,-2 0-3 0,4 3-6 0,-4-3 8 16,6 4-2-16,-4-1-3 0,-2 0-7 0,0 2-1 15,1-5-12-15,1-2-5 0,-2 3-3 0,2-3-5 16,0 0-2-16,2 2-3 0,-4-1-2 0,2-1-3 16,0 0-4-16,0-1 0 0,-1 0-5 0,2-2-10 15,-1-8-18-15,-1 15-24 0,1-9-30 0,0-6-39 16,0 0-56-16,-1 16-45 0,0-13-50 16,1-3-168-16,0 0-451 0,-15 8 200 0</inkml:trace>
  <inkml:trace contextRef="#ctx0" brushRef="#br0" timeOffset="-192175.28">24238 15992 47 0,'13'-15'183'0,"-1"11"-5"0,0 1-5 15,-12 3-6-15,25-2-17 0,-13 4-9 0,-12-2-9 16,24 10-10-16,-14-4-11 0,-1 3-6 0,-1 2-10 15,-1 1-7-15,0 1-9 0,-4 0-4 0,-1-3-8 16,-2-10-1-16,-1 23-1 0,-2-12-3 16,-3 0-6-16,0-2-5 0,-1 0-5 0,-2 0 0 15,-2 0-6-15,-2-1-9 0,0-1-34 0,2-2-38 16,-2 1-67-16,2-2-61 0,-2 0-174 0,0-1-371 0,13-3 164 16</inkml:trace>
  <inkml:trace contextRef="#ctx0" brushRef="#br0" timeOffset="-191993.09">24398 16071 2277 0,'17'-2'108'0,"-4"0"-58"15,0 1-38-15,-1 5 9 0,-3 1 12 0,3 6 19 16,-3-2 13-16,0 4 0 0,0 1-1 0,-3 2 0 16,2-2 3-16,-5 1-6 0,-1 4-3 0,0 0-9 15,-5 0 5-15,-2 6-12 0,-3-1-3 0,-3 1-26 16,-1 0-31-16,-1-1-54 0,-6-2-67 0,-2-3-73 15,-1 2-248-15,-8-3-496 0,-4-1 220 0</inkml:trace>
  <inkml:trace contextRef="#ctx0" brushRef="#br0" timeOffset="-95609.49">15570 14530 16 0,'0'0'40'0,"0"0"-6"16,0 0-4-16,0 0 2 0,0 0-5 0,0 0-4 15,0 0 0-15,0 0-4 0,0 0-2 0,0 0 0 16,-15 2 0-16,15-2-3 0,0 0-2 0,-12 2 2 15,12-2-7-15,0 0-4 0,-8 0 3 0,8 0-2 16,0 0 4-16,0 0-3 0,0 0 3 0,-12 0-2 16,12 0-3-16,0 0 4 0,-6 2-5 0,6-2 1 15,0 0 2-15,0 0-2 0,0 0 0 0,-12 1-3 0,12-1 1 16,0 0 5-16,0 0-2 0,-9 0-1 0,9 0-6 16,-6 3 7-16,6-3-6 0,0 0 3 0,0 0 2 15,-12 0 1-15,12 0-5 0,0 0 3 16,-10 1 0-16,10-1-1 0,0 0 3 0,-6 2-4 15,6-2 1-15,0 0 3 0,-11 2-4 0,11-2 3 0,0 0 1 16,-10 0-2-16,10 0-3 0,0 0 1 0,-10 3-1 16,10-3 2-16,0 0 3 0,-5 2 2 0,5-2-1 15,0 0 2-15,0 0-2 0,0 0-2 0,0 0 9 16,0 0 4-16,0 0 4 0,0 0 1 16,0 0 3-16,14 11 5 0,-1-10 0 0,-2 0-8 0,3 2 1 15,3-1 5-15,0-1-5 0,2 2-5 0,-2 1 6 16,2-1-4-16,1-2-6 0,0 1 0 15,-1-2 4-15,2 0 2 0,1 2 1 0,-2 0 0 16,2-1-5-16,6-1 1 0,-6 2 4 0,5-1-10 0,2-2 7 16,-3 2-6-16,1-1 9 0,2 1-10 0,2-2 6 15,-1 0 3-15,2-1-2 0,0 0-5 0,3 2 7 16,0-3 1-16,0 3-5 0,-2-1-5 16,2-3 5-16,-1 3-3 0,1-2 4 0,-2 1-4 15,1-1 4-15,-2 2-6 0,-1 0 5 0,-2-4-6 0,0 4 0 16,-8-1 3-16,1-2-5 0,-5 3-4 0,0 0 5 15,3-1-6-15,-2 2-1 0,-6-3-1 0,6 1 1 16,0 1 1-16,-4 1 6 0,-1-1-2 0,5-1-4 16,1 4 2-16,-2-2-5 0,-3 1 3 0,0 0-2 15,-3-1-4-15,1 0 12 0,-1 2-4 0,-1-1-2 16,-3-1-1-16,-7 0 0 0,13 2-1 0,-7 0 6 16,-6-2-6-16,11 0 0 0,-11 0 2 0,8 2-4 15,-8-2 9-15,0 0-11 0,0 0-21 0,0 0-4 16,0 0-7-16,12-2-13 0,-12 2-11 0,0 0-7 15,0 0-16-15,0 0-10 0,0 0-55 0,0 0-158 16,0 0 70-16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5:05:24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7455 3344 84 0,'3'-7'150'0,"-3"7"-12"15,0 0-18-15,0 0-8 0,0 0-15 0,-14-7-13 16,1 7 26-16,2 3 1 0,-3 1-6 0,-4 1-10 0,-3 2-2 15,-4 3-4-15,0 1-4 0,0 4-7 0,-1-2-7 16,7-1-9-16,2-1-3 0,2 3-5 16,0 0-8-16,5-1-5 0,3-2-2 0,3-1-6 15,4 2 5-15,0 0-3 0,4 0 2 0,5 3 3 16,4-1-6-16,1 1 2 0,3-4-5 0,7 4 0 16,-2-2-3-16,3-2 1 0,-1 0 0 0,-7-5-5 15,9 7 0-15,-7-5 3 0,-1 1-8 0,-4-1-2 16,2 1 11-16,-7-2-2 0,0 0-4 0,-4-2 2 15,4 1 2-15,-4 3-1 0,-5-9 4 0,3 13-4 16,-3-13-3-16,-9 16-3 0,-1-7 5 0,-4 2-7 16,-8 7 4-16,-1-1-5 0,-1-2-2 0,-2-2 0 15,2 1-2-15,-3-1-1 0,7-6-23 0,2-1-21 16,1 1-27-16,2-2-42 0,3 1-50 0,2-3-62 16,1 2-160-16,9-5-403 0,-11 4 179 0</inkml:trace>
  <inkml:trace contextRef="#ctx0" brushRef="#br0" timeOffset="216.23">7652 3659 52 0,'6'-10'265'0,"-3"3"-10"0,2 2-5 0,-2 0-11 0,-3 5-14 16,5-8-29-16,-5 8-12 0,4-7-21 0,-4 7-23 15,0 0-9-15,0 0-14 0,0 0-5 0,2 17-12 16,-3-5-5-16,-4 2-9 0,1 5-10 0,0-1-6 15,0 2-7-15,-2 4-8 0,1 5-4 16,4-4-3-16,-1-5-21 0,1-1-29 0,1 0-27 0,-1-1-35 16,0-1-50-16,1 1-38 0,3-4-48 0,-3-2-207 15,-1-1-440-15,1-11 195 0</inkml:trace>
  <inkml:trace contextRef="#ctx0" brushRef="#br0" timeOffset="581.6">7900 3789 23 0,'0'0'137'16,"-11"12"-5"-16,11-12 4 0,-9-3 19 0,9 3-4 15,0 0-11-15,-12-19-14 0,11 13 5 0,1-4-1 16,-1 0-6-16,1-2-1 0,1 1-4 0,3-1-3 0,-1 1-7 16,3 2-15-16,0-1-11 0,1 2-10 15,3 3-9-15,1 0-3 0,1 3-9 0,4 6 2 16,-3-1-14-16,5 4-2 0,-3 3-3 15,1 2-6-15,0 7 1 0,-3-2-4 0,1 6-10 0,-4-7-15 16,-2 9-24-16,-3-8-39 0,0 0-50 0,2 0-55 16,-4-5-46-16,-1 2-116 0,0-4-356 0,1 0 158 15</inkml:trace>
  <inkml:trace contextRef="#ctx0" brushRef="#br0" timeOffset="955.62">8393 3623 159 0,'0'0'212'15,"0"0"-15"-15,-19 7-7 0,9 7-12 0,-5 8-14 0,4-4-15 16,-2 8-10-16,-2 2-11 0,3 0-11 0,5-5-10 16,3 5-11-16,1-8-8 0,3-1-7 0,3 0-10 15,1-3-6-15,0 0-6 0,5-2-6 0,0-1-1 16,3-1-2-16,4-3-1 0,-1-1-4 0,2-1-3 15,1-2 2-15,-4-2 0 0,6-2-5 16,-7-2 0-16,6 0-5 0,1-6-5 0,-1 3 2 16,-4-3 0-16,0-2 0 0,-1 0-4 0,-2 0-6 0,-1-3 3 15,-3 1-4-15,1-3 1 0,-4 0-5 16,0-4 6-16,-2 1 1 0,-6 0 0 0,3 5-1 0,-1 2 9 16,0 1-3-16,-2 0-1 0,0 2-5 15,3 7-2-15,-12-3-7 0,12 3 1 0,-19 13 0 16,5-4-5-16,-1 4 1 0,2 2-2 0,-2-1 0 15,4 0-3-15,3 1-17 0,2 0-23 0,2-4-32 16,3 1-40-16,1-1-37 0,5 0-41 0,6 1-24 0,9-3-26 16,6 1-140-16,9-7-405 0,5-3 179 0</inkml:trace>
  <inkml:trace contextRef="#ctx0" brushRef="#br0" timeOffset="1534">9596 3552 3229 0,'0'0'47'0,"1"-14"-29"0,0 10-4 15,-1 4-8-15,0-10-10 0,0 10-3 0,3-9 6 16,-3 9 1-16,5-5-2 0,-5 5-1 0,9-5 6 16,-1 2-7-16,5-1 3 0,0 3 0 0,7-1-2 15,2-2 3-15,3 0-5 0,2 0-3 0,-5 2-10 16,6-1-14-16,-7 1-14 0,-1 0-12 0,-2 1-23 15,0-2-14-15,-6 3-12 0,-1-2-8 0,-1 2-4 16,-10 0 0-16,11-4 13 0,-11 4 6 0,8 0 5 16,-8 0 8-16,0 0 12 0,3-5 6 0,-3 5 6 15,0 0 10-15,0 0 18 0,0 0 17 0,-20-8 21 16,20 8 22-16,-9-2 12 0,9 2 2 0,0 0 4 16,0 0-6-16,-9 0 0 0,9 0-9 0,0 0 2 15,-9 10 17-15,4 1 16 0,-2 4 0 0,0 9-1 16,0 3 7-16,0-1-4 0,1 3 3 0,3-3-2 15,1 1-4-15,-1 1-2 0,1-1-6 0,2 4 2 16,0-2-3-16,-2-3-3 0,4 0-10 0,-4-1-1 16,2-8-6-16,3 0 3 0,-3 2-8 15,1-7-6-15,1 4 7 0,-1-3-4 0,-1-2-2 16,0-2-4-16,1-2-3 0,-1-7 5 0,-2 13-1 16,0-5-1-16,-3-3-2 0,0 0-1 0,-2-1-4 0,-1-1 0 15,0 0-6-15,-2-2-2 0,2 1-3 0,8-2 0 16,-17-3 1-16,11 1-2 0,-5-1 0 0,4-1 3 15,1 0-3-15,6 4 1 0,-12-3 0 0,12 3 2 16,-7-3 0-16,7 3 1 0,0 0-2 0,-8-5-2 16,8 5-3-16,0 0-1 0,0 0 0 0,0 0 0 15,0 0 3-15,0 0 3 0,0 0-3 16,0 0 0-16,0 0 3 0,29 11 3 0,-16-8-2 16,-1 0-2-16,7 1-8 0,0-4-15 0,9-2-18 0,0 2-42 15,4-5-38-15,1-1-58 0,3 2-50 0,4-2-34 16,-6 0-141-16,-1 0-438 0,2-3 194 0</inkml:trace>
  <inkml:trace contextRef="#ctx0" brushRef="#br0" timeOffset="1934.65">10405 3807 86 0,'0'0'258'0,"-6"-7"-11"0,-2 3-12 16,-2 3-11-16,2-2-8 0,-5 3-8 15,13 0-9-15,-24 6-8 0,7 0-14 0,2 1-12 16,-2 1-9-16,5 3-10 0,-2 1-30 0,6-2 6 15,-1-2-18-15,0 2-6 0,4 1-8 0,2 0-9 16,1-1-13-16,2 1-3 0,1 0-9 16,2-1-3-16,3 0-10 0,2-1 5 0,-1 1-3 0,5-3-8 0,2 2 5 15,3-3-8-15,0-2-7 0,-5 0 3 16,2-1-3-16,-4-2 1 0,1 0-10 0,-1 0 6 16,-4 1-1-16,-6-2-1 0,12-2-2 0,-12 2 0 15,7-3-21-15,-7 3 18 0,7-5 9 0,-7 5 10 16,0 0-9-16,0 0-3 0,0 0-7 0,-14-11 0 15,14 11-5-15,-21 0 1 0,7 2-4 0,-3 1 2 16,-3 1 0-16,0 4 0 0,-6 1 4 0,2 1 7 16,6 1 3-16,4 0 3 0,-3-2-7 0,4 4 6 15,1 1-13-15,3-5 3 0,0 4-6 0,2-2 1 16,4 1 2-16,1-2-15 0,2-10 26 0,5 21-12 16,5-11 1-16,2 1-3 0,5-1-7 0,2-2 13 15,10-4-9-15,5 3-7 0,4-5-21 0,13-3-34 16,3 0-28-16,-2-4-38 0,-2 1-40 0,-13-3-37 15,4 1-50-15,-3-1-29 0,-2-1-43 0,-3-5-165 16,-1 1-524-16,-2-2 232 0</inkml:trace>
  <inkml:trace contextRef="#ctx0" brushRef="#br0" timeOffset="2128.58">10953 3775 266 0,'-2'-11'317'0,"2"11"-25"0,-6-8-21 0,6 8-26 0,0 0-20 15,-4-9-23-15,4 9-22 0,0 0-18 0,0 0-13 16,0 0-15-16,0 0-8 0,16-5-18 0,-16 5-3 16,29 3-12-16,-12-3-10 0,1 0-13 0,0 2-24 15,1-2-23-15,-1 4-34 0,-7-2-39 0,2 1-34 16,1-2-47-16,-3 1-33 0,1 3-35 16,-4 0-21-16,-2 0-153 0,-6-5-405 0,4 11 179 15</inkml:trace>
  <inkml:trace contextRef="#ctx0" brushRef="#br0" timeOffset="2287.92">11033 3892 168 0,'-11'8'217'0,"-3"-3"9"16,5 0 6-16,3-2-6 0,6-3-3 0,-13 7-9 16,13-7-8-16,-8 7-11 0,8-7-16 0,-9 5-13 15,9-5-10-15,0 0-22 0,0 0-7 0,0 0-20 16,-2 9 12-16,2-9-9 0,0 0-4 16,0 0-11-16,25 9 1 0,-10-6-33 0,5-6-30 15,7 3-46-15,5-1-49 0,0-2-49 0,2-1-49 0,5-2-59 16,12-3-48-16,-16 1-161 0,3-1-464 15,14-3 206-15</inkml:trace>
  <inkml:trace contextRef="#ctx0" brushRef="#br0" timeOffset="2617.73">11742 3706 273 0,'0'0'331'0,"0"0"-9"0,0 0-12 0,5-7-13 15,-5 7-11-15,0 0-19 0,0 0-19 0,0 0-12 16,0 0-26-16,0 0-18 0,0 0-34 0,-21 29 0 15,10-16-20-15,1 2-17 0,1 2-5 0,-1-1-11 16,1 2-10-16,1-2-8 0,1 1-2 0,5-2-17 16,-3 2-3-16,4 0-5 0,1-1 1 0,1-4-9 15,4-1-5-15,-1 0-1 0,3 0-3 0,1 0-5 16,2-3 0-16,4 2-2 0,2-2-2 0,-1 0-2 0,4-5-2 16,-2 0 6-16,5-2-2 0,-1-2-11 15,-4-2 2-15,3-2-3 0,0-1 3 0,-1-2-2 16,-3-2-2-16,-1-4 4 0,-4 0-6 0,1-2-1 15,-6-1 1-15,-2-2-2 0,1-4 3 0,-7-2 1 16,-3 7 8-16,-1 0-1 0,-6-5-3 0,-3 1-1 16,-4 5-8-16,2 7 3 0,-8-2-9 0,-2 4 1 15,-2 2-29-15,-2 3-28 0,0 3-39 0,3 2-78 16,-4 8-83-16,3 1-124 0,0 1-342 0,0-1-770 16,-3 1 341-16</inkml:trace>
  <inkml:trace contextRef="#ctx0" brushRef="#br0" timeOffset="5819.99">13367 3617 90 0,'0'0'183'0,"-2"-7"-8"0,2 7-4 16,0 0 14-16,-3-5-13 0,3 5-19 0,0 0-16 15,0 0-21-15,0 0-9 0,0 0-17 16,0 0-5-16,0 0-9 0,0 0-6 0,-4 22-2 16,4-3-4-16,0 5-6 0,-2 8-8 0,4-4 4 0,2-1-9 15,1 4-4-15,-1-4-1 0,2 0-4 0,4 0-8 16,-3-4 1-16,6 0 2 0,-3-6-9 16,3-2 1-16,-3 1-3 0,4-5-1 0,0 0-2 0,0 0 5 15,-1-5-5-15,3 1 2 0,-1-3-5 16,3-2 1-16,0-3-1 0,-2-3 0 0,-3-1-1 15,3-2 0-15,-5 0-2 0,3-2-3 0,-1-4 1 16,-2-1 5-16,-1 0-6 0,-1-3-1 0,-3-1-4 0,3-6 9 16,-4-1-6-16,1 1-5 0,-5 5 3 0,3 3 2 15,-2 3-2-15,0 2 8 0,-2 3 5 0,0 1-1 16,0 7-3-16,0-13-6 0,0 13-3 16,2-6-2-16,-2 6-4 0,0 0 2 0,0 0 0 15,0 0-1-15,7 35 0 0,-2-15 4 0,-3-1-1 16,1 7 3-16,3 1-1 0,-1-2 1 0,1 2-1 0,-2-2-17 15,4-1-31-15,-2-5-40 0,1-1-44 16,1 7-48-16,2-3-38 0,-3-5-140 0,-1-1-383 16,-1-1 170-16</inkml:trace>
  <inkml:trace contextRef="#ctx0" brushRef="#br0" timeOffset="6145.96">13899 3932 202 0,'0'0'214'0,"0"0"-23"0,2-8-20 0,-2 8-12 16,0 0-12-16,0 0-11 0,0 0-11 0,12 22-9 16,-10-13-9-16,2 2-6 0,-1 1-8 0,-1 1-10 15,0 2-5-15,2-3-7 0,-2 0-5 0,1-2-10 16,0 0-2-16,-1-3-4 0,0-2-5 0,-2-5-2 16,0 9-2-16,0-9 3 0,0 7 9 0,0-7-5 15,0 0-8-15,0 0 0 0,0 0-5 0,0 0-2 16,0 0-8-16,2-35-3 0,3 19-5 0,-3-2 2 15,4-6-9-15,3 0 2 0,-2 5-8 0,4-9 1 16,0 3-3-16,3 2-1 0,-5 7-1 0,0 3 0 16,2 0-2-16,-4 6 1 0,2 0-3 0,3 3 3 15,-4 4-4-15,3 4 2 0,1 3 1 0,-3 3 0 16,1 3 0-16,0 3 4 0,-3 2-3 0,-3 0-17 16,2 1-27-16,-3 0-34 0,1 8-33 0,2-7-44 15,-4-1-33-15,2-1-168 0,1 0-386 0,-1-3 170 16</inkml:trace>
  <inkml:trace contextRef="#ctx0" brushRef="#br0" timeOffset="6949.61">14516 3866 8 0,'-2'-19'214'0,"0"1"0"16,-3 0-7-16,-3 2-19 0,-4 3 5 0,3 0 3 15,0 3-14-15,-2 3-17 0,0 0-15 0,2 3-19 0,-2 3-14 16,-1 1-13-16,1 5-7 0,-5 6-11 0,3 4-2 15,-5 5-13-15,3 0-4 0,1 2-10 16,8-3-4-16,-3-1-8 0,4-1-4 0,5 1-2 16,0-2-3-16,5 2-3 0,-3-2 1 0,5-1-6 15,-1-3-3-15,4-3-2 0,1-2 0 0,2 2-4 16,-1-5-2-16,1-2-4 0,5-2-7 0,1-4 0 16,-2-3-5-16,0 1-1 0,1-5-3 0,-2-2 0 15,-3-3-1-15,2-7 1 0,-4-2 5 0,0-4-5 16,-5-3-3-16,-1-3 4 0,-2 1-1 0,-2-14-1 15,-1 3-1-15,-4-3 3 0,-1 2-2 0,-1 0-1 16,1 12 5-16,1 2 8 0,-3 6 6 0,3 1 0 16,-1 10 7-16,2 3 3 0,1 2-4 0,0 1-7 15,0 4-5-15,2 5-4 0,0 0 0 0,0 0 0 16,0 0 0-16,2 44-2 0,0-14 2 0,0 2-2 16,-2 2 2-16,3 2-1 0,2-1 2 0,-3-2 0 15,4-1-1-15,-2 3-1 0,1 0 3 0,0-3-2 16,4-2 1-16,0-1-2 0,4-3 3 0,1-2-3 15,1-4 5-15,2 1-1 0,-3-9 4 0,2-1-3 16,0-1 2-16,6-1-2 0,-3-1-2 0,-1-3 1 16,2-2 6-16,-2-3-5 0,0 0-1 0,2-6 1 15,-3 0 4-15,-2-1-5 0,2-4 2 0,-1 1-6 16,-3-3 3-16,3-2-4 0,0-5-7 0,-3-3-6 16,-1 0-6-16,-3-1-1 0,-2 4-1 0,-1-3 1 15,-2 3 3-15,-3 2 3 0,1 1 3 0,-4 5 0 16,-1-4-1-16,0 6 4 0,1 0 0 0,-1 4 3 15,0-1-4-15,3 7-2 0,-4-7-1 0,4 7-2 16,0 0 2-16,0 0 3 0,-13 12-1 0,6-2-1 16,3 6 9-16,-4-2-6 0,2 1 0 0,3 4-2 15,1-2 2-15,0 1 2 0,2 1 0 0,4-5 2 16,-2 3-2-16,2-3-1 0,1-2 6 0,4-1-2 16,-3-1 2-16,2-2 6 0,2-1-4 0,3 0 0 15,-3-2 3-15,3-1-1 0,-1-3 3 0,-5 1 0 16,-7-2-7-16,21-2 5 0,-21 2 1 0,17-7 0 15,-9 2-2-15,0-3-4 0,-3-2 2 16,3-6-2-16,-3 2-5 0,0-1-5 0,-1-3 1 16,-3 7-1-16,3-6 2 0,-2-1 0 0,0 5 1 15,3-3-3-15,-1 6-1 0,-2 1-2 0,5 0 4 0,-5 3-6 16,2 1 3-16,1 1-1 0,-5 4 1 0,9-4-1 16,-9 4-1-16,0 0 1 0,22 10 4 15,-15-5 1-15,2 3 3 0,-2 2-2 0,0 0 2 0,1 3 2 16,0 3 0-16,1 1-1 0,-3-1-14 15,-2 1-27-15,1-1-32 0,1-1-32 0,-1-4-27 16,-2 1-35-16,4 1-24 0,-1-4-11 0,4 1-113 16,3 0-343-16,2-2 152 0</inkml:trace>
  <inkml:trace contextRef="#ctx0" brushRef="#br0" timeOffset="7247.99">15720 3714 20 0,'4'-7'263'15,"-4"7"-16"-15,2-8-15 0,-2 8-23 0,0-7-23 16,0 7-20-16,0 0-19 0,0 0-13 0,0 0-9 16,0 0-12-16,0 0-10 0,0 0-11 0,-6 23-9 15,6-23-4-15,5 18-11 0,-2-10-4 0,-1 4-8 16,6-2-5-16,-3 0 1 0,9 0-6 0,-4-2-4 16,2-3-2-16,6 1-3 0,1-3-6 0,-1-3 0 15,-1 1-1-15,0-3-5 0,-3-1 4 0,-5 0-3 16,0-3 5-16,1-1 1 0,-2-2-3 0,-2 1 13 15,-2-3-5-15,-2-1-7 0,-1-1 2 0,0-4-2 16,-3-1-3-16,-2 3-5 0,-4-1 0 0,0 1-6 16,-3 3-2-16,-1 0-9 0,3 4 5 15,1-1-21-15,-3 5-20 0,1 1-25 0,-1 1-26 0,0 3-26 16,11-1-33-16,-19 5-38 0,14-2-36 0,-1 4-183 16,0 3-430-16,3-4 191 0</inkml:trace>
  <inkml:trace contextRef="#ctx0" brushRef="#br0" timeOffset="7507.89">16138 3605 1568 0,'11'-14'99'0,"-3"-3"-18"0,-3-2 6 0,-2 1-5 15,-1-2 17-15,0 1 0 0,-1 0-1 0,-2 2-3 0,1-2 1 16,0 8 20-16,-2 0 9 0,4 1 11 16,-2 10-17-16,0-13-15 0,0 13-12 0,0-9-18 15,0 9-9-15,0 0-12 0,0 0-7 0,0 0-2 16,7 27-3-16,-2-8-2 0,3 8-2 0,-2 0-11 15,-1 3 9-15,2 0-6 0,-1 3 0 0,1-1 6 16,-2 0-10-16,-1 2 0 0,-2 0 2 0,2-3-6 16,-1 2-1-16,0 0-11 0,4-3 7 0,-5 0-4 15,3-1-1-15,-2-2-21 0,0-1-25 0,-1-5-32 16,-1-2-30-16,-1-2-37 0,0 1-29 0,-2-3-58 16,1-1-25-16,-2-3-31 0,-1 0-151 0,-1-5-463 15,5-6 205-15</inkml:trace>
  <inkml:trace contextRef="#ctx0" brushRef="#br0" timeOffset="7906.21">16193 3871 1657 0,'-4'-37'22'0,"-2"1"70"0,-1 2-27 0,5 5 22 15,-1 0-25-15,3 11 1 0,1 2-5 0,2 4-14 16,5-2-9-16,0 4-2 0,0 2-2 0,1 4 2 16,4 0 1-16,0 3-8 0,1 3-3 0,2 4 2 15,-3-1-5-15,-3 4-1 0,5 1-1 0,-7 2-2 16,1 2 1-16,-4 1-4 0,-1 2 0 0,-4-1-5 15,-4 4-4-15,-1-2-15 0,-1-3-6 0,-2 3-5 16,-2-3 6-16,2-5-1 0,1 0 1 0,-3-3 1 16,6-2 1-16,4-5 6 0,-8 10 0 15,8-10 2-15,-5 7-4 0,5-7 5 0,0 0-1 0,0 0-2 16,0 0 2-16,0 0-3 0,0 0 1 0,25-20 2 16,-11 10-4-16,4 0 6 0,0 0 1 0,1 1-1 15,7-4-1-15,-2 1-1 0,3 0 0 0,-3 0 4 16,2-1 1-16,-7 4-5 0,-2-1 5 0,-1 0 4 15,-3-1 5-15,-1 0 13 0,-2 2 8 16,-5-2 6-16,0 0 3 0,-1 0 0 0,-3 2 11 16,-2-1 4-16,0 0 7 0,1 10 4 0,-3-12-5 0,-1 7-5 15,4 5-6-15,-9-7-10 0,9 7-3 0,-16 5-4 16,5 2 1-16,-2 2-6 0,-3 4-4 0,-3 6 2 16,1 1-4-16,3 1-20 0,4-3-40 0,4 7-48 15,2-8-54-15,3 2-58 0,2 0-52 0,2 0-137 16,7-3-419-16,0-2 186 0</inkml:trace>
  <inkml:trace contextRef="#ctx0" brushRef="#br0" timeOffset="8106.11">16717 3842 2066 0,'9'-14'88'16,"-4"3"-58"-16,1-4 18 0,1-2 10 0,-4 6 14 16,1-6-7-16,0-1-3 0,1 0-1 0,0-1-3 15,2 1 17-15,-2 0 0 0,0 1 4 0,1 2 0 16,-2 5 8-16,-1-1-5 0,-1 4-12 0,3 1-10 15,-5 6-15-15,4-9 2 0,-4 9-12 0,8 0-6 16,-8 0 6-16,0 0-12 0,19 11 4 0,-14-2-7 16,2 3-3-16,-5-1-19 0,2 5-30 0,-1-3-34 15,0 4-50-15,2 0-51 0,-2 0-80 0,-3 1-231 16,1-7-516-16,2 2 228 0</inkml:trace>
  <inkml:trace contextRef="#ctx0" brushRef="#br0" timeOffset="8406.14">17799 3495 55 0,'-9'-6'215'0,"-1"2"-11"15,1 2-19-15,-2 4-8 0,-2 0-10 0,1 6-10 16,-4 1-6-16,-5 7-16 0,5-2-7 0,-1 5-11 16,-1 1-10-16,8-2-6 0,1-2-13 0,3 1-9 15,2-2-6-15,3 2-5 0,6 1-1 0,-1-7-7 16,3 5-4-16,5-3-8 0,3 1-2 16,3-4-2-16,7 3-10 0,1-5-23 0,3-3-30 15,2-1-36-15,0-2-45 0,-2-2-63 0,-3 1-39 16,-6-2-137-16,-1-3-368 0,-2 0 163 0</inkml:trace>
  <inkml:trace contextRef="#ctx0" brushRef="#br0" timeOffset="8585.84">18058 3519 38 0,'0'-10'275'0,"0"-1"6"0,-2 2-19 16,2 9-20-16,0-11-23 0,0 11-25 0,0 0-22 15,-1-8-25-15,1 8-19 0,0 0-14 0,0 0-7 16,0 0-7-16,0 0-11 0,6 31-7 0,-3-18-5 15,1 4-7-15,-2 0-9 0,2 4 5 0,0-3-12 16,1 5-25-16,0-5-34 0,1 0-41 0,-1-1-40 16,-1 2-65-16,0-4-66 0,-2 2-167 0,0-6-416 15,-2-11 184-15</inkml:trace>
  <inkml:trace contextRef="#ctx0" brushRef="#br0" timeOffset="8750.42">17914 3439 2432 0,'-11'-23'1'16,"3"6"14"-16,4 2-14 0,-1 5-12 0,3 4-46 15,-1-1-46-15,3 7-3 0,0 0 4 0,0 0-4 16,0 0-17-16,0 0-15 0,32 24-8 0,-15-4-114 16,0 5-281-16,0 1 125 0</inkml:trace>
  <inkml:trace contextRef="#ctx0" brushRef="#br0" timeOffset="9085.52">18240 3774 8 0,'0'0'216'0,"8"2"-5"0,-8-2-5 0,0 0-8 15,0 0-1-15,14-10-11 0,-10 4 1 0,0 1-8 16,-2-5-13-16,3-2-17 0,2-3-15 0,-2-1-15 16,0 1-9-16,1-3-11 0,-2 2-5 15,2-1-11-15,-2-2 0 0,0 4-14 0,0 0-7 16,-1-1-8-16,-3 4 3 0,-2 1-10 0,0 2-4 15,-1 3-5-15,3 6-4 0,-3-14-3 0,2 9-5 0,1 5-5 16,-2-7-4-16,2 7-5 0,0 0-3 0,0-9-11 16,0 9-8-16,0 0-9 0,0 0-1 0,0 0 2 15,0 0 3-15,14 2 0 0,-5 3 8 0,0-1-1 16,2-1-4-16,7 2 5 0,-1 1 2 16,2 0-2-16,-4-1 1 0,-2-1-4 0,-2 4 5 15,0-2-6-15,0 1 6 0,-2 0-2 0,4 4 1 16,-5-3 0-16,-1 2 3 0,-3 1-2 0,0 0 4 15,-3 0-2-15,1 5 1 0,-2-3 3 0,-2 3 2 0,1-4-18 16,-2 1-37-16,2 0-38 0,-3 4-31 16,0-5-42-16,2 4-58 0,-2-1-158 0,0-3-410 15,4-12 181-15</inkml:trace>
  <inkml:trace contextRef="#ctx0" brushRef="#br0" timeOffset="9831.29">18848 3560 222 0,'-3'-7'244'0,"-1"1"-19"0,4 6-15 0,-5-10-19 15,0 7-22-15,5 3-9 0,0 0-11 0,-17 7-14 16,7 1-8-16,-3 5-10 0,1 0-12 0,2 3-9 16,1 0-16-16,2 2-2 0,3 0-4 0,2-1-9 15,2 1-6-15,4 0-6 0,4-3-2 0,5 2-4 16,3 2-20-16,5-2-22 0,1 0-29 0,-3-7-22 15,6 0-25-15,-4-5-26 0,-1 1-12 16,2-3-29-16,6-3-17 0,-10 2-6 0,0-5 7 16,-5-1 8-16,-2-2 11 0,-1 0 15 0,-1-1 9 15,1-1 7-15,-1 0 23 0,1-5 16 0,-2-2 25 0,-1 0 13 16,-2-1 28-16,-1-1 10 0,1 0 23 0,-1 1 34 16,-2 3 29-16,1 2 23 0,-3 1 12 0,0 3 14 15,0 7 4-15,0-11-6 0,0 11-12 16,0-8-14-16,0 8-14 0,0 0-16 0,0 0-12 15,0 0-3-15,0 0-10 0,0 0 3 0,-16 21-14 16,11-12-5-16,1 2-5 0,3 2 0 0,-3 2-5 16,3-3-3-16,1 2-7 0,4 0-2 0,0-4 2 15,1 2-2-15,4 2-1 0,2-2-3 0,5 1 0 16,0-4-1-16,2-1-1 0,1-3-1 0,-1-2 0 16,1-2-2-16,0-3 0 0,-2-3 0 0,0-1-1 15,-2 0 0-15,-1-2-3 0,-4-1 0 0,-1 2-3 16,0-3 3-16,0-5-2 0,-1 1 0 0,0-4-2 15,-1 4-2-15,-2-1 1 0,-1 3 0 0,1-3-1 16,-2 7 15-16,0-2 11 0,-3 10 4 0,2-11-9 16,-2 11-1-16,5-8-9 0,-5 8-3 0,3-6-10 15,-3 6-1-15,0 0 3 0,0 0 4 0,0 0-4 16,0 0-5-16,1 27 1 0,1-18 2 0,-2-9 0 16,2 21-2-16,0-11 2 0,1 2-3 0,1-3 1 15,1-1 3-15,4 2 1 0,-3-1 8 0,4-2-10 16,3-2-1-16,1 3 2 0,-1-5-5 0,1 1 3 15,0-3-1-15,5-2-4 0,-6-1 4 0,2 1-2 16,-3-1 12-16,-1-3-8 0,-2 0 2 0,-1-4 3 16,-2 1-6-16,2-3 0 0,-3 1 0 15,-1 0-2-15,0-6-2 0,-3 3-1 0,2 3 4 0,-3-3-2 16,0 4-1-16,1 3 5 0,-1 6 3 0,0-10 1 16,0 10-4-16,0 0-3 0,0-12-10 0,0 12 6 15,0 0-1-15,0 0-1 0,0 0 2 0,0 0 5 16,0 0-3-16,-9 31-3 0,8-21 3 0,1 2 0 15,-3 1-7-15,3-2-25 0,1 1-29 0,5 4-28 16,-1-4-36-16,2 2-47 0,2-3-54 16,-1-3-46-16,5 5-146 0,2-7-453 0,1 1 200 15</inkml:trace>
  <inkml:trace contextRef="#ctx0" brushRef="#br0" timeOffset="9986.82">19613 3497 2047 0,'-13'-16'72'16,"-1"1"-21"-16,1 1-21 0,4 5-15 0,2 1-9 16,1 3-6-16,1-2-17 0,1 3-36 0,4 4-29 15,0 0-19-15,-10-9-18 0,10 9-7 0,0 0-26 16,0 0-111-16,0 0-282 0,25 14 124 0</inkml:trace>
  <inkml:trace contextRef="#ctx0" brushRef="#br0" timeOffset="10198.11">19868 3404 213 0,'-2'-12'269'0,"2"12"-6"0,-3-10-13 16,3 10-9-16,-2-13-8 0,-1 10-9 0,3 3-23 15,0 0-17-15,0 0-27 0,0 0-23 0,0 0-16 16,0 0-10-16,0 0-6 0,-5 26-11 0,2-8-6 16,-2 6-5-16,2 2-9 0,0 1-12 15,-1-2-3-15,3 1 0 0,1-1-7 0,0 0-10 0,0 1 3 16,2-2-6-16,1-3-2 0,1-2-3 0,0 0-17 15,2-1-30-15,2 0-29 0,-2 0-37 0,2-1-47 16,1-4-56-16,-3-2-51 0,0-2-223 0,-3-3-495 16,-3-6 219-16</inkml:trace>
  <inkml:trace contextRef="#ctx0" brushRef="#br0" timeOffset="10340.93">19747 3611 1853 0,'-1'-5'59'15,"1"5"-34"-15,-3-14-8 0,3 14-15 0,0-9-4 0,0 9-6 16,4-9-1-16,0 6-16 0,3 1-9 16,4 0-32-16,0 1-31 0,7 1-46 0,1 1-119 15,2 1-285-15,2 0 126 0</inkml:trace>
  <inkml:trace contextRef="#ctx0" brushRef="#br0" timeOffset="10624.34">20045 3806 131 0,'7'1'259'0,"-7"-1"-18"0,0 0-10 0,19-14-9 16,-12 6-8-16,1-1-13 0,2 2-8 0,0-6-22 15,0 0-15-15,4 0-9 0,-2-3-19 0,1 0-11 16,1 2-12-16,2-7-12 0,-3 4-13 0,-4 1-4 16,4 0-10-16,-7 4-3 0,1 1-6 0,-5 1-6 15,1-1-3-15,-3 3-8 0,1-1-6 0,0 4-8 16,-1 5-5-16,0 0-2 0,0 0-4 0,0 0-1 15,-23 5-1-15,9 6-3 0,-2-1 1 0,2 4-7 16,-7 3 4-16,7-3-2 0,0 0-1 16,4 0-2-16,2 4-4 0,4-4-13 0,3-2-21 0,3 3-13 15,4-3-21-15,5 2-20 0,7-5-31 0,10 2-36 16,1-1-42-16,6-3-17 0,0-2-19 0,-1-3-116 16,3-2-380-16,-4-1 169 0</inkml:trace>
  <inkml:trace contextRef="#ctx0" brushRef="#br0" timeOffset="11013.95">20507 3741 402 0,'18'-6'1'0,"-1"-5"24"0,-3 1 10 0,0-2 17 15,-2-2 7-15,-2 0 14 0,-4 1 24 0,-1 1 40 16,-2 1 12-16,-1 0 4 0,-2-1 6 0,-1 2 8 16,-3 1-1-16,-1 2-6 0,1 1-6 0,-3 2-15 0,0 0-17 15,7 4-9-15,-20 2-13 0,1 3-7 0,-1 0-8 16,-4 6-8-16,5-2-6 0,1 1-9 16,-4 5-5-16,7-1-9 0,2-4-3 0,2 3-5 15,2 2 2-15,4-3-8 0,2-2-6 0,3 2-1 16,1 0-4-16,3-1 6 0,4 5-6 0,2-7-4 15,4 3-8-15,3-5-10 0,-1-3-4 0,-2-1-3 16,3-3-1-16,-3-4-3 0,-1 1 6 0,-2-4-2 16,1-1 1-16,-1-3 3 0,0-1-1 0,-3 2-2 15,-1-7 4-15,-1 1-2 0,-3-4 0 0,0-5 1 16,-2-1 3-16,-1 0-5 0,0-4 2 0,-3-1 1 16,3 0 0-16,-2 1 8 0,-1-3 1 0,2 1 5 15,-4 1 9-15,3 5 14 0,2 9 31 0,-1 4 15 16,1 3 7-16,-1 0 4 0,-1 4-15 0,2 6-12 15,-2-12-16-15,2 12-4 0,0 0-8 0,0 0-12 16,0 0 6-16,-14 35-4 0,6-8-3 0,1 3-4 16,-4 2 3-16,6 1-4 0,0 0 0 0,3-1 3 15,-5 4-4-15,6-2-1 0,1 0-2 0,0-2 0 16,5-3-11-16,0-2-40 0,2 4-48 0,3-5-45 16,-1-1-53-16,2-2-67 0,2-6-82 0,-4-3-203 15,4-2-576-15,-2-4 255 0</inkml:trace>
  <inkml:trace contextRef="#ctx0" brushRef="#br0" timeOffset="11446.54">20997 3717 115 0,'0'0'221'0,"1"-12"7"0,-1 12-10 0,4-14-10 16,-2 5-13-16,4 0 22 0,-2 1-14 0,2-1-13 15,0-1-19-15,2 0-14 0,1 1-11 16,1-1-2-16,-1 1-12 0,-1 1-11 0,1-1 0 16,1 0-14-16,-2-1-14 0,2 1-9 0,2-2-10 0,-5 2-4 15,1 2-8-15,-1-1 11 0,2 0-5 0,-2 2 12 16,-4 1-8-16,3 0-3 0,-3 1 3 0,-3 4-2 15,7-5-7-15,-7 5-8 0,5-6-9 16,-5 6-5-16,0 0-1 0,5-4-13 0,-5 4-4 16,0 0-7-16,0 0-5 0,0 0 6 0,8 12-11 15,-6-2-11-15,0 3 14 0,0 5 1 0,-1-1 1 16,3 10-2-16,-6-3-3 0,5 2 9 0,0-1-7 0,-1 0 3 16,0 3-5-16,0 0 7 0,0-2-8 15,-2 2 2-15,0-8 3 0,0 4-20 0,-2-7 23 16,2 3-9-16,-2-1-10 0,0-1-6 0,1-1-23 15,0-6-33-15,-2 1-32 0,0-1-39 0,-1-2-44 16,0 0-59-16,-2-3-72 0,-4 1-212 0,2-4-568 16,8-3 252-16</inkml:trace>
  <inkml:trace contextRef="#ctx0" brushRef="#br0" timeOffset="11614.1">20955 3485 2845 0,'-5'-26'-11'0,"-2"9"11"16,1 2 4-16,1 3-7 0,1 1 2 0,-1 3 2 16,2 0-4-16,1 4 0 0,2 4-1 0,-3-10-16 15,3 10-26-15,-3-8-39 0,3 8-50 0,0 0-49 16,0 0-32-16,0 0-141 0,12-7-386 0,-1 4 170 16</inkml:trace>
  <inkml:trace contextRef="#ctx0" brushRef="#br0" timeOffset="11956.45">21260 3324 1856 0,'10'-7'48'0,"-5"1"-15"0,2 1-6 0,-3 1 1 15,-4 4 9-15,5-6-3 0,-5 6-6 0,7-5-6 16,-7 5-4-16,5-2-7 0,-5 2 9 0,0 0 6 16,0 0 16-16,6 12 0 0,-5-3 3 0,0-2-3 15,2 3 2-15,-2 0-6 0,0-1 2 0,-2 1-7 16,2-1 1-16,1-4-5 0,-2-5 4 15,0 12-4-15,0-12 4 0,0 7 0 0,0-7 18 16,0 0 19-16,0 8 13 0,0-8 20 0,0 0 13 0,0 0-4 16,0 0-10-16,0 0-7 0,0 0-8 0,0 0-9 15,0 0-10-15,7-29-4 0,-3 20-8 16,2-7-9-16,2 0-3 0,0-1-5 0,2 1-6 16,2 4-11-16,-2-1-3 0,0 4-1 0,-1 1 2 15,0 1-8-15,1 3-2 0,-1 1-5 0,0 3-5 16,4 4-1-16,-4 3-5 0,5 6 3 0,-3 3 8 15,-2 1-6-15,3 9 3 0,-2 2-15 0,-2 1-23 0,-2 0-29 16,-2 1-45-16,-3 1-62 0,-1-1-69 0,2 2-74 16,-5-2-203-16,0-1-560 0,1-3 248 15</inkml:trace>
  <inkml:trace contextRef="#ctx0" brushRef="#br0" timeOffset="12114.7">21630 3889 4189 0,'0'0'125'0,"3"7"-67"0,-3-7-27 15,0 0-1-15,4 7 35 0,-4-7 45 0,0 5 7 16,0-5 2-16,0 0-11 0,0 0-3 0,1 7-12 0,-1-7-4 16,0 0-12-16,0 0-14 0,0 0-26 15,0 0-46-15,0 0-66 0,0 0-77 0,0 0-98 16,0 0-122-16,0 0-388 0,0 0-823 0,0 0 364 16</inkml:trace>
  <inkml:trace contextRef="#ctx0" brushRef="#br0" timeOffset="17554.41">8489 5409 90 0,'0'0'205'0,"16"15"-19"0,-10-5-19 0,4 6-19 15,-2 8-11-15,-2 3-24 0,-1 3-17 16,2-1-9-16,-5 4-9 0,0 2-6 0,0-3-10 0,-1-1 2 16,2-3-9-16,-2-3-8 0,1-6-2 0,-1 0-5 15,-1-2-3-15,0-6-4 0,0-2-2 0,0-1 4 16,0 0 1-16,0-8 7 0,1 10 9 0,-1-10 13 16,0 0 2-16,0 0-7 0,0 0-7 15,0 0-1-15,0 0-5 0,0 0-5 0,0 0 2 0,-6-31-8 16,7 13-4-16,3-1-6 0,2-8-3 0,3 1-1 15,3-2-7-15,-1-1-2 0,4-2-1 0,1 2 1 16,2 3-4-16,2 1-3 0,-1 3-1 0,3 6-2 16,-5 4-1-16,2 2-4 0,-1 3-1 15,-7 4 3-15,2 3-4 0,0 1 2 0,-3 5-4 0,5 5 2 16,-2 3 1-16,4 6 1 0,-4 2 0 0,-4 4 3 16,2 0-1-16,-2 2 0 0,-4-1 4 0,2 1 0 15,-2-3-4-15,1-1 1 0,-4-4 4 0,2-2-3 16,-1-1-33-16,-1 0-36 0,1 0-51 0,-2-7-43 15,1 3-57-15,-2-2-116 0,0-11-361 16,-2 16 160-16</inkml:trace>
  <inkml:trace contextRef="#ctx0" brushRef="#br0" timeOffset="17840.05">9109 5732 195 0,'0'0'190'0,"0"0"-18"0,0 0-23 15,13 9-14-15,-9-4-16 0,0 2-9 0,1 0-13 0,-3 0-8 16,3 3-7-16,0-2-12 0,2-1-11 0,2 0 3 16,1-2-6-16,-1 0-7 0,5 1-1 15,-2-3-2-15,0-3-1 0,1 0 1 0,1 0-2 16,0-4 4-16,3-1 4 0,-3 0 9 0,-4-2 7 16,3-4-2-16,-2-1-10 0,-4 2 5 0,-1-1 13 0,-2-1 3 15,-3-1-9-15,-1 2-5 0,-1-6-7 0,-4 0-6 16,-3 1-8-16,-1 2-4 0,-3 1-1 0,1 4-6 15,0-1-8-15,-6 3-2 0,-2 2-4 16,1 5-13-16,-1 2-24 0,-4 2-32 0,-3 5-35 16,-1 5-40-16,2-1-48 0,2 3-46 0,0 0-145 15,11-4-396-15,3-2 175 0</inkml:trace>
  <inkml:trace contextRef="#ctx0" brushRef="#br0" timeOffset="18479.97">9844 5384 270 0,'2'-18'257'0,"1"2"5"0,-2 4 2 15,2 5-20-15,-3-5-25 0,0 12-26 16,2-7-25-16,-2 7-21 0,0 0-12 0,0 0-19 16,0 0-8-16,6 44-11 0,-4-14 0 0,-2 4-11 15,3 12-5-15,-1-11-8 0,0-1-9 0,3 0-9 16,-2-3-2-16,0-2-6 0,1-3 0 0,-2 0-8 0,1-8-4 15,1-3 1-15,0 0-5 0,-2-2-4 0,1-5-1 16,-2 2-6-16,1-4 2 0,-2-6-2 16,2 8 2-16,-2-8 0 0,2 8 1 0,-2-8 0 15,0 0 1-15,0 0 0 0,4 3 1 0,-4-3-5 16,0 0 5-16,7-15-8 0,-2 2-3 0,5-3 1 0,4-7-6 16,4-6 1-16,0 7-4 0,0 0 0 15,1 2-1-15,1 5-2 0,-3 4 5 0,-6 5-11 16,1 0-5-16,-1 2-2 0,1 4 6 0,-4 2-6 15,2 1 0-15,0 2 3 0,0 4 5 0,-1 0-1 16,-1 1 0-16,0 1 1 0,-2 4 0 0,4-2-4 0,-3 1-15 16,-2-4-10-16,1-1-4 0,-1 0-5 15,3 0 2-15,1-2 3 0,-1 0-1 0,2-3-1 0,-1 1 5 16,0-5 2-16,5 0 9 0,-2 0-10 16,8-5 4-16,-5 1 1 0,1-3 2 0,-1-2 2 15,0-1 3-15,-2-3 3 0,1 0 2 0,-5 0-1 16,-3 3 3-16,3-6 1 0,-4 6 4 0,1 0 14 0,-2 2 5 15,-1 2 8-15,-3 6 0 0,4-7-6 0,-4 7-4 16,4-7-6-16,-4 7-1 0,0 0-3 0,0 0 4 16,0 0-4-16,0 0 3 0,7 20-5 15,-2-11 3-15,-2 1-1 0,1 1 0 0,0 1 4 16,-1-1-1-16,4-1-2 0,-2-2 5 0,3-1 2 16,-1 0-4-16,2-2 1 0,4 0 1 0,-1-4 2 15,3-1-1-15,4-1 3 0,-5-1-6 0,-2-2 5 0,0-2-3 16,0 0 3-16,-3-3 2 0,-1 2-3 15,-2-3 0-15,0 1-4 0,-2-1 1 0,-3 0-3 16,-1-1 3-16,-1 0-3 0,-2 0 1 0,-2 1-5 16,-1 0-17-16,-2 2-20 0,1-2-31 0,-2 5-43 15,-1 2-41-15,-2-1-52 0,1 4-42 0,-2 0-148 16,0 1-428-16,-1-1 189 0</inkml:trace>
  <inkml:trace contextRef="#ctx0" brushRef="#br0" timeOffset="18688.43">10760 5346 237 0,'2'-17'262'0,"-2"2"-7"0,0 3-1 15,1 1-4-15,1 1-7 0,-2 10-21 0,-3-10-17 16,3 10-22-16,1-8-33 0,-1 8-18 0,0 0-11 16,0 0-12-16,5 26-13 0,-4-1-5 0,2 3-6 15,-2 4-12-15,0 2-3 0,1-1-8 0,0 1-8 16,-2 12-1-16,0-15-15 0,3 2-30 0,-2-3-29 15,3 0-48-15,0-3-49 0,1 1-64 0,-1-11-53 16,-1 2-203-16,1-4-475 0,0-3 210 0</inkml:trace>
  <inkml:trace contextRef="#ctx0" brushRef="#br0" timeOffset="19138.16">10912 5760 33 0,'3'-7'237'0,"3"0"-20"0,-1-1-3 16,2-2-11-16,-2 0-8 0,3 0-5 0,-1 0-8 15,1 0-5-15,3-5-15 0,-2 2-10 0,2 3-15 16,0-4-4-16,1 1-9 0,-1-1-13 0,1 0-9 16,4-8-9-16,-5 6-8 0,0 1-8 0,-3 1-2 15,-2-1-4-15,2-1-3 0,-1 1-6 0,-4 6 8 16,1-1-5-16,-2 6-3 0,-2-4-2 0,0 8-4 16,0-8-7-16,0 8-6 0,0 0-8 0,0 0-2 15,0 0-7-15,0 0-2 0,-23 23-1 0,9-2-2 16,-1 2 4-16,5 0-10 0,2-5 3 0,-2 6-10 15,5-4 2-15,3-1-3 0,2 1 3 0,3-4-5 16,0 1-2-16,3-1-4 0,4-3-8 0,3-1-1 16,1-2-3-16,0-3-9 0,4 0 1 0,1-3-8 15,3-2-2-15,1-3-4 0,4-2 2 0,-2-3 3 16,-4 0-1-16,-1 1 2 0,-3-5 1 0,1 1 9 16,-4-3-4-16,2-1 3 0,-4 0-3 0,-2-2-2 15,-1 1 8-15,-1-5-1 0,-2 2 3 0,-2 4 4 16,0 1 2-16,-1-1 3 0,-1 5 7 0,-1 0 6 15,2 2 3-15,-3 6-4 0,1-10-6 0,-1 10-4 16,0 0 0-16,0 0 8 0,0 0 4 0,0 0 4 16,-5 29 9-16,0-13-2 0,-3 3 0 0,0-2-3 15,-2 8-1-15,4-6-1 0,-4 5 3 0,3-5-3 16,1 1-16-16,1-2-30 0,-2 0-40 0,3-1-36 16,2-1-51-16,2-5-67 0,2 0-45 0,1 0-157 15,3-5-463-15,3 1 205 0</inkml:trace>
  <inkml:trace contextRef="#ctx0" brushRef="#br0" timeOffset="19969.64">12078 5423 314 0,'-1'-10'303'0,"-1"2"-22"0,0 2-29 15,2 6-23-15,-7-7-23 0,7 7-18 0,-16 8-11 16,1 2-15-16,-5 8-11 0,2 3-7 0,-2 0-7 15,-1 5-12-15,1-3-14 0,4 1-12 0,3 1-11 16,3-6 0-16,6-2-14 0,2 2-11 0,2-2-1 16,2 0-7-16,4-1-5 0,2-1-4 0,1-1-5 15,2-3-13-15,1-4-3 0,0-2-13 16,1-2-4-16,1 0 4 0,-1-3-4 0,2 0 1 0,-4-4 3 16,1 2-6-16,0-4-4 0,-2-2 5 0,1-3 4 15,-2 0-6-15,-1-2 2 0,2-3 2 0,-5-1-5 16,3 1-1-16,-5 0 1 0,1-2-2 0,-2 1 1 15,2 5 3-15,-3 1 14 0,3 1 5 0,-3 2 7 16,1 2-7-16,-2 6 0 0,2-10-10 0,-2 10-5 16,0 0 2-16,0 0-4 0,0 0 0 0,0 0-2 15,0 0 0-15,0 0 1 0,-2 35-2 0,2-22-2 16,-2 3 3-16,2 0 3 0,0 0-3 0,4 0-4 16,-2 0-2-16,0-4 4 0,3 3 0 0,1-3 5 15,-2 0 0-15,4-3-4 0,0 1 1 0,-1-3 0 16,2-2 4-16,-2 3-2 0,2-4 1 0,2-2-3 15,-1 0 8-15,-1-1-1 0,3-2-1 0,1-2-6 16,-1-2-10-16,-1-3-3 0,1 0 5 0,1-3-5 16,1-3 0-16,-5-3-7 0,1 1-9 0,-2-2-7 15,-1-2-2-15,-1-3 1 0,-4-3 6 0,1 1-1 16,-4 7 0-16,-1-7 4 0,0 6 0 0,-2 2 3 16,-2 1 2-16,-2 2 3 0,3 4 0 0,1 1 11 15,0 0-7-15,-1 3-1 0,3 1-3 0,2 5 1 16,-6-8 1-16,6 8-4 0,-3-9 2 0,3 9-3 15,0 0-3-15,0 0 1 0,0 0 7 0,0 0-3 16,24 13 0-16,-13-5 3 0,5 0 3 0,-2 2 1 16,2 2-1-16,0-2 3 0,-1 2-5 0,-1-1 8 15,1 4-5-15,-2-4-1 0,-3 3 2 0,-1-5 1 16,-2 3 3-16,4 0 2 0,-6 1-1 0,3 1-7 16,-3 1 8-16,-1-1-3 0,1-3 4 0,-2 0-2 15,3-1 0-15,-4 1 2 0,1 0-2 0,3-1 3 16,-4-1 3-16,5-2-5 0,0 2 5 0,-5-5-5 15,7 2 5-15,0-3 3 0,5-1-7 0,3 0 2 16,2-2-1-16,4-4-1 0,5-2-4 0,-3-3 1 16,0-1-1-16,1-2 0 0,-9 1 4 0,0-1 0 15,1-1 3-15,-5-3-7 0,2-4 3 0,-7 3 0 16,3-6 2-16,-7 4-2 0,-1 1 4 0,-6-1 0 16,3 6 13-16,-4-2 7 0,-2 4-1 0,-1 3 4 15,-2 1-3-15,-3 2-1 0,-1 4-1 0,-5 2-4 16,-5 5-7-16,-3 4 6 0,-3 6-1 0,2 4 2 15,2 0-2-15,2 3-2 0,4-2 2 0,3 2-5 16,7-4-10-16,4 0-11 0,5-2-26 0,5 0-36 16,4 0-36-16,15 1-63 0,8-5-48 15,22 1-48-15,7 0-188 0,33-7-493 0,2-2 218 0</inkml:trace>
  <inkml:trace contextRef="#ctx0" brushRef="#br0" timeOffset="20352.41">13526 5642 152 0,'0'0'273'15,"0"-10"-23"-15,0 10-5 0,10-14-12 0,0 5-7 16,1-4-17-16,10-2-14 0,4-2-10 0,-1 0-18 15,3 1-5-15,0-2-15 0,2 0-7 0,-2 1-6 16,-4 2-9-16,2-1 1 0,-8 5 10 0,-3 0-6 16,-3-1 2-16,-2 1-7 0,-1-2-2 0,-2 2-10 15,-2 2-10-15,-1-1-11 0,-1 1-3 0,-2 2-2 16,0 7-6-16,-2-12-8 0,2 12-12 0,-3-10-4 16,-1 7-8-16,4 3-8 0,-12 0 3 0,12 0-16 15,-13 9-4-15,-1 4-3 0,3 3-3 0,-2 6 5 16,1 1-11-16,1 1 6 0,3 0-5 0,2 0 3 15,2-6-3-15,6 2-4 0,-2-2 2 0,5 2-2 16,0-2-36-16,4-2-31 0,3 0-24 0,2-3-56 16,0-2-22-16,2-2-25 0,1 0-31 0,2-2-40 15,3-2-34-15,-4-1-33 0,4 0-175 0,-3-5-539 16,0 0 239-16</inkml:trace>
  <inkml:trace contextRef="#ctx0" brushRef="#br0" timeOffset="20509.14">13913 5131 8 0,'-3'-11'210'0,"1"1"-23"15,-3 5-25-15,5-1-26 0,0 6-28 0,0 0-20 16,0 0-23-16,0 0-29 0,0 0-23 0,12 24-47 16,-4-8-16-16,1 11-30 0,1 2-62 0,1-1-154 15,2 6 69-15</inkml:trace>
  <inkml:trace contextRef="#ctx0" brushRef="#br0" timeOffset="20731.73">14133 5568 103 0,'0'0'251'0,"0"0"-13"0,4 2-5 0,-4-2-9 15,0 0-11-15,0 0-9 0,0 0-10 0,0 0-6 16,0 0 0-16,-2-28-9 0,2 18-13 0,0-3-18 16,4-4-8-16,3 2-6 0,1-2-26 0,0 0-3 15,3 1-7-15,5 2-10 0,-3 1-13 0,1 5-7 16,2 2-9-16,-2 3 0 0,3 2-13 0,-3 5-7 15,-1 0-6-15,3 3-2 0,-3 4-6 0,-2-1-3 16,1 4 2-16,-1 0 1 0,0 3-7 0,-4-1-2 16,0 0 9-16,-1 0-35 0,-2 3-30 0,-1-2-33 15,1 0-52-15,-4-2-59 0,0-2-74 0,-4-1-256 16,4 1-555-16,-3-4 246 0</inkml:trace>
  <inkml:trace contextRef="#ctx0" brushRef="#br0" timeOffset="21046.92">14493 5515 4 0,'8'-14'283'0,"-2"-2"-32"0,4-1-19 15,2 2-21-15,-2 0-11 0,4-2-3 0,-1 3-10 16,-2-2-3-16,1 2-11 0,1 0-6 0,1 1-7 16,-3 0 4-16,-3 3-7 0,-1 0-3 0,1 0-1 15,0 3-9-15,-2 2-7 0,-3-2-12 0,1 2-4 16,-4 5-16-16,7-5-7 0,-7 5-8 0,3-4-18 15,-3 4 3-15,0 0-20 0,8 13-8 0,-5-4-1 16,-1 9-2-16,3 8-4 0,-1 3-5 0,-2 0 0 16,1-2-2-16,1 3-2 0,-2-2-4 0,-2 4 4 15,3-1-4-15,-3-1 1 0,0-1-3 16,0 0-1-16,0 0-6 0,2-4 15 0,0 0-5 0,-2 0-8 16,0-7 2-16,0 3-14 0,-2-3-9 0,2-3-24 15,-2 2-32-15,2-6-34 0,-3 1-40 0,-1-1-43 16,-3 1-63-16,3-3-52 0,-3-2-58 0,-4-1-179 15,2 1-568-15,-4-4 252 0</inkml:trace>
  <inkml:trace contextRef="#ctx0" brushRef="#br0" timeOffset="21207.15">14494 5306 3021 0,'-11'-24'7'0,"6"-1"24"0,-3 11-33 0,5 3-9 15,-1 0-6-15,2 6-19 0,2-2-23 0,0 7-6 0,0 0-7 16,0-10-28-16,0 10-44 0,0 0-36 0,0 0-45 16,22 15-133-16,-9-2-389 0,3 5 172 0</inkml:trace>
  <inkml:trace contextRef="#ctx0" brushRef="#br0" timeOffset="21501.03">14870 5556 214 0,'13'-11'245'0,"3"-2"-15"16,2-5-21-16,-1 5-6 0,2-8-21 0,2 2-13 15,-4-1-17-15,1-4-8 0,0-1-19 0,-4 2-12 0,-1 7-7 16,0-6-8-16,0 6-4 0,-6 6-1 0,-2 0 5 16,-3 1-1-16,2-1-11 0,-2 3-3 0,-1 1-7 15,-1 6-12-15,-2-11-9 0,2 11-9 0,-9-1-4 16,9 1-6-16,-19 9-5 0,2 2 3 15,-3 9 0-15,-3-1-3 0,2 2 0 0,1 1-7 16,3 1 1-16,3 0-4 0,5-5-3 0,3 1 0 0,2 0 0 16,4-1-5-16,2 0 0 0,2-3-6 15,7 2-11-15,0-5-25 0,7-1-29 0,11 0-41 16,-2-2-44-16,5-4-40 0,4-2-34 0,0-1-27 16,-1-3-157-16,-4 1-433 0,-1-5 192 0</inkml:trace>
  <inkml:trace contextRef="#ctx0" brushRef="#br0" timeOffset="21701.79">15440 5331 92 0,'-1'-19'228'16,"1"3"12"-16,-3 5 2 0,2 0 3 0,-3 1-9 15,4 3-9-15,-2 0-15 0,2 7-20 0,-9-8-24 16,9 8-17-16,-16 4 0 0,3 6-15 0,-3 2-4 0,-5 6-13 16,1 6-1-16,-2-2-9 0,8 2-13 0,0 1-7 15,3 0-9-15,5 1-11 0,4-7 4 16,2 0-14-16,6 0-9 0,3 0 0 0,9 0-24 15,4-1-20-15,5-4-31 0,4-3-35 0,3-4-41 16,2 2-35-16,3-7-38 0,-3-2-46 0,2-1-23 16,-2-1-197-16,-4-2-476 0,-2-2 211 0</inkml:trace>
  <inkml:trace contextRef="#ctx0" brushRef="#br0" timeOffset="21914.08">15769 5138 287 0,'-3'-10'293'0,"2"3"-21"0,-1 1-25 0,2 6-26 16,-4-8-27-16,4 8-21 0,0 0-19 0,0 0-15 16,0 0-5-16,0 0-15 0,-8 25-8 0,6-8 3 15,0 8-5-15,-2 0-3 0,1-4 10 0,1 6-4 16,-2 1-11-16,3 1-6 0,-2 1-13 0,1-3-5 16,0 1-7-16,1-2-10 0,0-2 0 0,-3 0-8 15,4-5-15-15,0 1-41 0,-1-4-50 0,1 1-43 0,-2-1-61 16,2-7-85-16,-1 2-254 0,1-11-538 15,-2 12 238-15</inkml:trace>
  <inkml:trace contextRef="#ctx0" brushRef="#br0" timeOffset="22073.1">15682 5305 2479 0,'-4'-10'40'15,"2"0"6"-15,1 2-5 0,-1 2-23 0,2 6-1 16,-2-12-14-16,1 6-1 0,1 6-12 0,0 0-11 15,0 0-15-15,0 0-17 0,4-8-23 0,-4 8-39 16,0 0-39-16,27 11-47 0,-12-6-129 0,3 4-358 16,0 2 158-16</inkml:trace>
  <inkml:trace contextRef="#ctx0" brushRef="#br0" timeOffset="22350.64">15821 5501 88 0,'0'0'238'16,"-4"7"-9"-16,4-7 4 0,0 0-2 0,0 0-8 15,0 0-7-15,0 0-10 0,0 0-20 0,22-6-17 16,-11 0-18-16,3-1-16 0,3-3-11 0,0-1-11 16,6-2-12-16,-2-3-8 0,-4 4-10 0,2 0-8 15,-3-1-8-15,3-6-8 0,-3-1-22 0,-2 7-1 16,-5-1-1-16,1-1-7 0,-6 6-4 0,0-1-3 16,-3 0-3-16,-1 3-2 0,0 7-5 0,-11-12-3 15,5 8-2-15,-5 3-2 0,2-1-2 0,-5 6 3 16,-2 3-6-16,-1 3-1 0,-1-2 3 0,0 6-3 15,0 6-2-15,2-1 2 0,-1 2 2 0,4-1 0 16,4-2 1-16,2-1 1 0,4-2 0 0,5 2-19 16,0-5-25-16,6 2-37 0,3-1-45 0,3-4-42 15,5-3-45-15,8 2-32 0,1-2-155 0,0-2-430 16,3-3 190-16</inkml:trace>
  <inkml:trace contextRef="#ctx0" brushRef="#br0" timeOffset="22749.35">16303 5370 157 0,'-3'-9'231'16,"1"1"-6"-16,-4 1-11 0,1 1-5 0,-1 2-17 16,-5 2-10-16,0 0-7 0,-5 6-3 0,-2 3-10 15,-5 5-10-15,2-2-10 0,-1 7-12 0,-2 0-13 16,1-2-11-16,8-1-12 0,2 2-7 0,2-1-7 16,3 1-10-16,3-2-8 0,5 2-3 0,0-3-3 15,5-3-8-15,1-1-3 0,7 1-5 0,4-3-2 16,1-2-12-16,5-4-9 0,5-2-13 0,0-1-5 15,-6-1-7-15,6-4-5 0,-9-2 3 0,-1 0-1 16,-1-2 2-16,-2-1 0 0,-2-3 4 0,-2-1-1 16,-2-2-2-16,0-5 4 0,-3-4-3 0,1 3 3 15,-4-6-1-15,0 1 0 0,-2 0 5 0,-1 0 8 16,0-3 1-16,0 2 12 0,-1 4 16 0,1-1 11 16,-1 10 26-16,-1 0 29 0,2 5 22 0,0 0 16 15,-1 4-5-15,0 2-14 0,1 6-6 0,0-10-19 16,0 10-13-16,0 0-8 0,0 0-3 0,0 0-18 15,0 0 5-15,-1 40-12 0,-1-15-2 0,-4 5-4 16,2 5 8-16,-1-5-5 0,1 2-6 0,0 3-5 16,-2-2-3-16,1-1-2 0,0 0-4 0,2 0 0 15,-1-1-13-15,2-1-46 0,-1-3-54 0,3-7-56 16,0 4-60-16,-2-6-59 0,3-1-81 0,-2 1-310 16,1-7-708-16,1-1 314 0</inkml:trace>
  <inkml:trace contextRef="#ctx0" brushRef="#br0" timeOffset="23298.01">17402 5050 50 0,'-8'-14'241'0,"3"9"-9"0,-6 1-19 15,0 0-9-15,-4 2-10 0,-3 5-16 0,-2 4-15 16,-7 0-5-16,5 8-9 0,-2 2-15 0,3 2-11 16,3 2-4-16,1 1-8 0,2-1-10 0,5 3-11 15,4-9-8-15,2 2-9 0,1-2-2 0,5 1-13 16,2 0-1-16,1-4-6 0,1-2 0 0,8 3-8 16,0-4 1-16,3-2-3 0,2-2-7 0,1 0 1 15,2-4-4-15,-1-1 0 0,0-3-3 0,1 0 0 16,-4-2-6-16,0-2-2 0,-2 2-4 0,-1-7 2 15,1 3-1-15,-4-2 1 0,-5 0-5 0,0 0 1 16,-1 1-1-16,-2-3-1 0,-2 0-1 0,1-3-5 16,-2 6 3-16,1-1-7 0,-4 3 12 0,4 1 1 15,-2 7-4-15,1-9-5 0,-1 9-5 0,0 0-3 16,0 0-1-16,0 0 1 0,0 0 1 0,0 0-1 16,0 0 1-16,-7 22-2 0,4-6 4 0,1-3-1 15,1 3 6-15,0 0-6 0,-2-1-3 0,3 0-22 16,0 1-36-16,3 0-50 0,-2 0-81 0,0-4-72 15,1-1-202-15,1-3-505 0,-3-8 225 16</inkml:trace>
  <inkml:trace contextRef="#ctx0" brushRef="#br0" timeOffset="23845.96">17904 5034 174 0,'-9'-7'255'0,"3"3"-14"0,-7-1-18 0,1 4-14 16,0 2-12-16,-6 2-16 0,1 5-11 0,-2 1-13 16,1 3-12-16,-1 4-13 0,5-1-8 0,1 0-10 15,-1 8-7-15,5-6-11 0,3 0-6 16,0 2-8-16,3-2-7 0,4 3-9 0,3 4-3 0,1-5-5 16,7 3-3-16,-1-5 9 0,4 2-15 0,2-5-3 15,-3-2-3-15,12 0-7 0,-2 0-1 0,-5-5-6 16,7 0 2-16,-5-2-2 0,1 0-7 15,-1-3 1-15,-1 1 1 0,0-3 0 0,1-1-6 16,-2-1 1-16,0-3-7 0,-2-4-3 0,1 1-5 0,-3-3-6 16,0-1-6-16,-1 0-11 0,-1-3 0 0,-3-1-1 15,3-6-7-15,-1-1 5 0,-6-2-5 0,-1 1-4 16,-4-2 3-16,-1 1 2 0,-3 6 0 0,-1 0 2 16,0 0 3-16,-6 2 6 0,2 4 7 15,-1 0 0-15,1 2 5 0,-2 3 0 0,-4 1 4 0,4 1 3 16,2 4-8-16,2-2 2 0,6 4 0 0,-10-1-6 15,10 1 0-15,0 0 4 0,-16 3 3 0,16-3-4 16,0 0 3-16,-1 8 0 0,1-8 3 0,0 0-3 16,20 13 14-16,-7-9-3 0,6 2 9 15,9-1-5-15,-7-1 3 0,1-1 6 0,-1 0-11 16,0-2-4-16,-2 0 2 0,-1 1-1 0,-7 1-5 16,0-3 0-16,-2 3 0 0,1-1 5 0,-4 2-5 0,2 2 0 15,-1 1 6-15,0 2 6 0,-3 1 1 0,1 0 3 16,-2 3-5-16,0-3 2 0,1 6 4 15,-1-1-3-15,-2-1 1 0,0 1-2 0,2-3-6 16,-1 6-14-16,-2-7-21 0,2 5-22 0,-1-6-32 16,0 1-29-16,-1-11-30 0,7 22-39 0,-2-12-21 15,2-3-28-15,-2-1-187 0,2 1-448 0,-7-7 199 0</inkml:trace>
  <inkml:trace contextRef="#ctx0" brushRef="#br0" timeOffset="24139.48">18516 5238 87 0,'0'0'217'0,"4"-10"-22"16,-4 10-13-16,0 0-19 0,0 0-16 0,0 0 5 16,0 0 0-16,0 0-8 0,0 0-7 0,0 0-3 0,0 0-6 15,0 0-10-15,-6 40-10 0,7-31-7 0,-1 1-9 16,0-10-7-16,3 19 1 0,-1-10-13 16,2-1-11-16,3 0 4 0,-7-8-9 0,16 14-1 15,-5-11 3-15,-2-1-2 0,-9-2 2 0,25 3-1 16,-25-3-4-16,21-5 4 0,-7 0 4 0,-2 2 7 15,-1-5 10-15,-2 0-12 0,0-1-7 0,-2 0-4 16,-1-2-3-16,-1 1-3 0,3-7-6 0,-7 5-9 0,0-6-3 16,-2 1-1-16,-1 2-6 0,-2-2-2 15,-1 2-6-15,1 4-8 0,-2-1-19 0,-2 3-9 16,0 1-26-16,2-1-26 0,-3 3-36 0,9 6-39 16,-17-2-23-16,17 2-34 0,-20 11-26 0,4-1-26 15,1 5-170-15,-3 2-459 0,3-1 204 0</inkml:trace>
  <inkml:trace contextRef="#ctx0" brushRef="#br0" timeOffset="24731.76">18654 5401 143 0,'0'0'255'15,"14"-1"-16"-15,-14 1-15 0,19-11-7 0,-8 4-10 16,3-3-4-16,-3-1-11 0,3 0-6 0,0-3-11 16,4-5-2-16,-4 4-8 0,3-6-12 0,0-3-10 15,-2 2-19-15,1 1-7 0,0-4-11 0,-1 2-3 16,-2 2-5-16,-2 4-5 0,-3 2-2 0,0 1-2 15,-3 1-12-15,1 2-12 0,-2 2-5 0,1 2-5 16,-2-1-4-16,-3 8-12 0,2-6-8 0,-2 6-9 16,6-4-7-16,-6 4-1 0,0 0 1 0,0 0-2 15,8 18-1-15,-5-7-2 0,1 5 1 0,-2 1 6 16,1 3-17-16,-2-2 5 0,0 2 4 0,-1 4 0 16,2 2-5-16,-2-2-5 0,0-3 6 0,-2-2 1 15,2-2 0-15,-2 0-2 0,2-2 3 16,-1 1-1-16,-2-3-2 0,3-2-3 0,-1-2 2 0,1-9-2 15,-2 15 4-15,2-15-2 0,-2 11 1 0,2-11 7 16,0 0-4-16,-1 9 5 0,1-9 2 0,0 0-12 16,0 0-1-16,0 0-6 0,0 0-3 0,22-25-6 15,-7 12-4-15,4-9-2 0,3-1-4 0,1 4 2 16,1-2-9-16,0-1-6 0,2-3 1 0,-1 2-2 16,1-3 3-16,1 3 6 0,-9-1 7 0,1 2 5 15,-1 2-5-15,-8 5-1 0,-2 0 2 0,-3 5 5 16,1 0 1-16,-3 3 9 0,-1 1 5 0,1 0 2 15,-3 6 0-15,1-7 0 0,-1 7-4 16,0 0-5-16,0 0 5 0,0 0 2 0,0 0-6 0,-18 12-2 16,10-3 6-16,3 2 9 0,-1 3-9 0,0 2-4 15,2 0 0-15,3 1-2 0,2 0 7 0,1 0 3 16,3 3-2-16,-1-2 1 0,4 0 3 0,1-2-7 16,2 1 5-16,-3-2-6 0,1 1 5 0,2-2-1 15,-4-3 1-15,-1 0 0 0,-1-1 2 0,2-1-2 16,-5 1-1-16,3 0 2 0,-2-2 0 15,-3-8 5-15,0 0 16 0,0 21 10 0,-6-12-8 16,-2-3-4-16,-2 2 1 0,-9-1-4 0,-1-1 2 0,-9 1-4 16,2-2-2-16,0 1-26 0,4-3-19 0,7-1-35 15,-2 0-39-15,6-2-59 0,1 0-84 0,11 0-280 16,0 0-573-16,-18-4 254 0</inkml:trace>
  <inkml:trace contextRef="#ctx0" brushRef="#br0" timeOffset="25207.96">19981 4882 14 0,'0'-10'292'0,"0"10"-19"0,0 0-19 0,1-11-16 16,-1 11-18-16,0 0-14 0,3-8-23 0,2 4-12 15,-5 4-20-15,20-5-13 0,-2 3-13 0,10-1-17 16,3 1-8-16,2 2-12 0,-1-1-6 0,0-1-10 15,-3 2-11-15,-7 0-19 0,5 0-23 0,-10 0-18 16,-3 0-24-16,-3-2-8 0,1 2-11 0,-5-1 5 16,-7 1-8-16,11-1-9 0,-11 1-15 0,0 0-7 15,0 0 10-15,0 0 3 0,0 0 9 0,0 0 6 16,0 0 14-16,-20-13 9 0,20 13 19 0,-8-3 9 16,8 3 12-16,0 0 3 0,-12-1-1 0,12 1 2 15,0 0-3-15,-13 4 1 0,13-4-1 16,-7 4-1-16,4 2 4 0,-1 3 11 0,0 1 2 15,3 7-1-15,-3 0 6 0,0 8-2 0,3 2 4 0,-4-2 4 16,4 3-3-16,-2-1 0 0,2 1 3 0,2-3-8 16,-1-6-2-16,-2 6 0 0,0 3 0 0,1-9 6 15,0-2 1-15,2 1-4 0,-2 0-2 0,2-3-3 16,-4-2 3-16,2-1-1 0,0-2-2 0,0 1 8 16,-2-2 7-16,3-9 6 0,-9 14 7 0,0-8-4 15,0-1-3-15,-4 0-3 0,-6-3-4 0,-1-1-5 16,-1 1-1-16,-8-2-5 0,1-3-6 0,6-1 0 15,0 3-7-15,3-3-5 0,0-3-20 0,6 4-23 16,2-1-37-16,1 1-40 0,3 0-42 0,1-1-58 16,6 4-48-16,-5-9-232 0,5 9-525 0,0 0 232 15</inkml:trace>
  <inkml:trace contextRef="#ctx0" brushRef="#br0" timeOffset="25760">20443 5160 55 0,'3'-4'280'0,"-3"4"-14"16,8-7-5-16,-8 7-14 0,2-6-16 0,-2 6-17 0,0 0-17 16,0 0-4-16,-15-7 1 0,3 8-6 0,1 1-8 15,-7 4-7-15,1 2-11 0,1-1 4 0,-1 1-28 16,4-1-9-16,3 0-16 0,0 0-15 0,0 3-13 16,3-1-3-16,1 1-3 0,3-1-15 15,1 1-7-15,2-10-3 0,4 19 0 0,2-9-10 0,3-2 3 16,5-4-9-16,1 4-5 0,2-1-5 0,-2-1-6 15,3-1-1-15,0-3-6 0,-5-1-3 0,-2-1 3 16,1 0-1-16,-2-2 2 0,-3 1-4 0,3-4-3 16,-4 1 3-16,-1 1 6 0,-5 3-4 0,8-9-6 15,-8 9 8-15,3-7-7 0,-3 7 1 16,0 0-8-16,0 0 1 0,-12-6 2 0,12 6-4 0,-27 7 1 16,9 1 12-16,0-1 13 0,-2 1-1 0,-2 6 7 15,-1 0 15-15,7-4-10 0,3 3-1 0,-1 0-1 16,2-1 7-16,4-2-5 0,2 0-6 15,1 0-9-15,4-1 6 0,1-9-7 0,6 19 3 16,-1-11-1-16,4-1 2 0,9 1-13 0,3-2-12 0,7-3-24 16,5-1-40-16,3 0-39 0,-1-4-28 0,-1 0-18 15,-4-1-19-15,0 0-4 0,-10-2-1 0,7-1 0 16,1-1 11-16,-9 2 10 0,1-3 16 0,-1 3 14 16,-3-2 30-16,-2 1 54 0,-5 3 51 15,0-2 54-15,-1 2 58 0,-3 1 55 0,-5 2 36 16,9-6 22-16,-9 6 14 0,6 0 8 0,-6 0 12 0,0 0 1 15,0 0-3-15,0 0 3 0,9-3-3 0,-9 3-14 16,0 0-15-16,0 0-25 0,0 0-18 0,0 0-16 16,0 0-16-16,7-3-20 0,-7 3 0 15,0 0-17-15,0 0-8 0,0 0-14 0,6-4-10 0,-6 4-30 16,0 0-46-16,4-12-85 0,-1 3-96 0,-1-2-109 16,-1 1-122-16,-1 10-152 0,-7-25-539 0,-4 9-1171 15,-8-4 518-15</inkml:trace>
  <inkml:trace contextRef="#ctx0" brushRef="#br0" timeOffset="29806.67">21127 5527 59 0,'0'0'196'16,"0"0"-13"-16,0 0-10 0,0 0-18 0,0 0-18 16,0 0-14-16,0 0-10 0,0 0-11 0,-4 30-12 15,0-19-4-15,1 0-17 0,0 2-12 0,-1-1-27 16,-1-1-35-16,3 2-28 0,0-4-23 0,0 2-45 15,2-2-27-15,-3 1-81 0,2-4-225 16,1-6 99-16</inkml:trace>
  <inkml:trace contextRef="#ctx0" brushRef="#br0" timeOffset="30367.03">21609 5240 1934 0,'17'-25'-21'0,"-3"1"19"0,-4 1-4 0,-5 8 77 16,0 0-13-16,-1 0-5 0,0 2-8 0,-2 3 8 16,0-1 0-16,0 6 5 0,-2 5-6 0,3-10-7 15,-3 10-10-15,2-7-7 0,-2 7-3 0,0 0-5 16,0 0 1-16,8 17 2 0,-7-3 0 0,2 11-1 16,-1 1 3-16,5 4-2 0,-6 1-1 0,3 2-6 15,0 2 2-15,2-2 2 0,-2-1-3 0,2-3-1 16,1 0-2-16,-4-5-2 0,0-5-3 0,0 0 3 15,-1-4-1-15,1-4-1 0,-1-1-4 0,0 0-1 16,-2-3 4-16,2-2-1 0,1 2 4 0,-3-7-4 16,1 9 5-16,-1-9-1 0,0 0 3 0,0 0-1 15,1 6 5-15,-1-6-3 0,0 0 2 0,0 0-10 16,0 0 4-16,0 0-4 0,13-32-2 0,-7 18-3 16,3-1-1-16,1 1-2 0,1 1 1 0,0 1-1 15,1 3-4-15,2 0-1 0,-3 3 1 0,0 1 0 16,0 2-3-16,2 3 0 0,0 0 6 0,1 3-4 15,1 1 2-15,-2 1 0 0,-2 0 3 0,5 3 7 16,0-1-8-16,-4-1 0 0,4 0 1 0,-4 0 1 16,7-1 1-16,-1-2-1 0,2 1 3 0,1 1-3 15,-2-4 4-15,1 0-6 0,2-2 6 0,-4-1-1 16,4-1 0-16,-4-2-3 0,-2 2 1 0,2-3 1 16,-5 1 1-16,-3-3-6 0,2 2 0 0,-5-4 1 15,2 0-1-15,-2 0 1 0,-4 0 2 0,1-5-1 16,-2 2-3-16,-2 3 0 0,-2-2-1 0,1 1-1 15,-3 2 3-15,0-1-5 0,-3 1-1 0,2 3 3 16,-2 2 0-16,7 4-4 0,-15-4 1 0,15 4 0 16,-21 7-1-16,5 2 7 0,0 6-5 0,0 3-6 15,0 2-22-15,1 2-36 0,5-5-34 0,1 2-37 16,3-3-37-16,1 0-27 0,2 2-156 0,0-2-390 16,3-5 173-16</inkml:trace>
  <inkml:trace contextRef="#ctx0" brushRef="#br0" timeOffset="30661.44">22427 5525 131 0,'0'0'267'0,"8"-4"-7"0,-8 4-7 0,0 0-10 16,0 0-12-16,0 0-5 0,0 0-3 0,0 0-1 16,12-3-11-16,-12 3-12 0,0 0-19 0,0 0-12 15,0 0-16-15,0-12 3 0,0 12-27 0,0 0-20 16,0 0-3-16,-2-21-13 0,2 21-4 15,-2-17-9-15,4 8-8 0,-2 9-6 0,2-17-8 16,2 4-4-16,3-2-10 0,-1 0-5 16,3 0-4-16,-1 1-6 0,-2 3-7 0,2 2-3 0,0 1-5 0,-1 0 0 15,-7 8-5-15,10-6-6 0,-10 6-4 0,14-1 14 16,-14 1-14-16,0 0-7 0,18 9 6 0,-8-2 2 16,-3 1-17-16,2 7-18 0,-2 0-13 15,1 0-33-15,-4-1-36 0,0 1-39 0,0 1-55 0,-2-6-54 16,2 2-55-16,-4-1-167 0,1 0-526 0,-1-11 232 15</inkml:trace>
  <inkml:trace contextRef="#ctx0" brushRef="#br0" timeOffset="31031.64">22891 5266 42 0,'-5'-13'257'16,"-2"5"-11"-16,2 1-14 0,5 7-21 0,-14-13-20 15,6 12-20-15,8 1-17 0,0 0-15 0,-29 14-8 0,17-1-10 16,-1 2-9-16,-2 6-5 0,4-3-16 16,3 0-13-16,2-1-5 0,2 0-6 0,4 4-5 15,5-1-7-15,2-4-5 0,-1-1-5 0,4 1-2 16,2-1-2-16,5-5-1 0,2 0-6 0,2-4 1 16,11 0 2-16,0-3 0 0,-3-5-14 0,2 1-2 0,-1-4 3 15,-4-3-5-15,1 1-1 0,-9-2 1 16,3-1-2-16,-4 1 0 0,-2-1-5 0,1-4 2 15,-4-1-3-15,-2-1 4 0,1-1-5 0,-6 0 4 16,1 2-4-16,-3-1 6 0,-3 3 3 0,0 4 6 16,-2-2-1-16,-1 5 0 0,-1-4-1 0,4 10-4 15,-10-9 1-15,10 9-4 0,-13-2-3 0,13 2 2 0,-22 9-2 16,6-1-1-16,0 4-3 0,0 0-5 16,2 4 4-16,4-3-28 0,2 0-24 0,7 0-35 15,2 3-34-15,-1-1-41 0,4 1-32 0,6-3-41 16,4 1-204-16,2-3-466 0,9 3 206 0</inkml:trace>
  <inkml:trace contextRef="#ctx0" brushRef="#br0" timeOffset="31403.77">23722 5311 2244 0,'3'-11'208'15,"2"-3"-41"-15,-3 3-34 0,-1 2-9 0,-1 9-47 16,2-15-8-16,-2 15-20 0,3-9-14 0,-3 9-12 15,0 0-4-15,0 0-8 0,0 0 6 0,0 0-3 16,0 0 3-16,0 0 0 0,0 0-1 0,10 24-1 16,-8-14-3-16,-2-10 0 0,4 13 1 0,-2-3-2 15,1-3 0-15,-3-7-5 0,6 11 7 0,-6-11 1 16,0 10 2-16,0-10 3 0,0 0 7 0,0 0-6 16,0 0 12-16,5 11 22 0,-5-11-3 0,0 0 0 15,0 0-4-15,0 0-6 0,0 0-4 0,0 0-5 16,9-36-4-16,-5 21-3 0,1-1-2 0,3-2-2 15,-2-6-6-15,7 1-1 0,2 0-9 0,3 3-1 16,0-2 4-16,-3 8-7 0,1 2 1 0,-5 5-5 16,1 1 0-16,-2 2 1 0,0 1-4 0,1 3 2 15,1 3-8-15,-2-1 4 0,2 4 0 0,-2 1-1 16,-2 1 5-16,2 0-3 0,-2 7 4 0,-1 1-1 16,1-1 5-16,-2 2 1 0,-1 0-33 0,-1-2-43 15,-1-1-49-15,-2 2-66 0,4-4-69 0,-3-2-271 16,-2-10-574-16,3 22 254 0</inkml:trace>
  <inkml:trace contextRef="#ctx0" brushRef="#br0" timeOffset="32120.1">24281 5187 2253 0,'4'-7'117'0,"-4"0"-14"0,0 7-22 0,1-13-14 15,-1 13-25-15,-1-9-2 0,1 9-17 0,0 0 7 16,0 0 5-16,0 0 12 0,0 0-1 0,-19 18 5 15,14-9-2-15,-4 5-2 0,1 0-6 16,4-2-2-16,1 1-2 0,0-2-4 0,3 0 4 0,0 2-11 16,3-2-1-16,0 0 0 0,3 1 0 0,0-3-5 15,4 0 0-15,-1 0-1 0,0-4 4 0,4-1-1 16,-3-2-2-16,3-2 9 0,0 0-8 0,-13 0-4 16,14-2 1-16,-4-2-4 0,-10 4 3 15,11-9-2-15,-5 1-1 0,-2-1-7 0,0-2 2 16,-4-1-1-16,2 2-2 0,-4-4-1 0,2 14 3 0,-3-28-4 15,2 13 3-15,-1-2 1 0,2 0-12 0,2 1 0 16,-2 6-2-16,4-1-4 0,0 2 7 0,2 1-7 16,1 1-3-16,2 1 0 0,2 2 1 15,2 4 0-15,6 3 1 0,0 1-2 0,-2 3 2 0,0 2 0 16,-1-1 1-16,0 3-2 0,-3 2 1 16,-1-1 4-16,1-1-2 0,-8 1 3 0,3-2 1 0,-2 0-1 15,2 2 12-15,-4-4-6 0,-2 1-5 0,0-2 8 16,-2-7 1-16,3 13 8 0,-3-13 16 0,3 7-2 15,-3-7 9-15,0 0 11 0,0 0 8 0,0 0 5 16,0 0 3-16,0 0-10 0,0 0-5 0,0 0-2 16,0 0 4-16,0 0-14 0,0 0-6 15,0 0-9-15,0 0-4 0,8-36 2 0,2 20-3 0,0 1-4 16,2-2-3-16,3 3-6 0,-1 1 1 16,4 2-4-16,-5 0-4 0,-3 5 3 0,5 0-2 15,-3 2-1-15,-2 3-8 0,0 1 6 0,3 4-5 16,-2-1-5-16,-2 4 8 0,0-2-1 0,0 2 3 15,0 1-1-15,0 0 4 0,1 2 0 0,-2 0 0 0,0 0 1 16,3-3 3-16,0 2 2 0,-1-3-1 0,2 2 6 16,4-2-1-16,4 0-6 0,1-5 3 0,0-1 3 15,8 0-4-15,-1-4 6 0,-6-1 1 16,5-4-2-16,-2 1-3 0,-7 1 3 0,-2-3 0 16,-1 0-4-16,-1-4 5 0,-3 2-6 0,-3-5 8 15,-1 0-10-15,0 1 6 0,-5 1-2 0,-1-1 0 0,-2 0 0 16,0 3 9-16,1 3 5 0,-4 0-5 0,0 1-4 15,-1 3 1-15,-1 3-3 0,-7 3 2 16,-3 4-4-16,-5 2-1 0,-3 6-4 0,-3 4 6 0,1 1-8 16,3-1 1-16,3 4-1 0,6-5 2 15,3 2-25-15,5 0-26 0,2-2-40 0,8 2-41 16,2-2-59-16,7-1-67 0,14-2-48 0,0-2-222 0,9-3-570 16,18-2 253-16</inkml:trace>
  <inkml:trace contextRef="#ctx0" brushRef="#br0" timeOffset="32340.99">25830 5029 2320 0,'0'-15'154'15,"0"-1"-43"-15,-2 0-35 0,0 4-20 0,0 1 24 16,-3 2 9-16,2 2-11 0,-3-1-14 0,-1 5-8 16,0 2 0-16,7 1 0 0,-28 7 3 0,13 1-1 15,2 3-4-15,-3 3 2 0,-1 4-5 0,7-1-4 16,3 1-8-16,-1-2 3 0,5 4-9 0,2-1-2 15,2 0-10-15,6-2-20 0,2 2-21 0,2-4-24 16,9 2-32-16,-4-3-29 0,16-2-39 0,-3 1-43 16,3-5-34-16,3-3-18 0,1 1-17 0,-4-5-144 15,1-1-432-15,-4-2 191 0</inkml:trace>
  <inkml:trace contextRef="#ctx0" brushRef="#br0" timeOffset="32678.4">26203 5149 1 0,'17'-13'114'15,"-5"0"10"-15,-1-3 7 0,-6-2 4 0,1 1 22 16,-1 0 13-16,-3-1 9 0,-1 4 3 0,-1 1 4 15,0 2-6-15,-3 0-3 0,-4 2-7 0,0 3-13 16,-4 1-7-16,-2 3-14 0,-5 5-6 0,-11 5-5 16,-3 4-5-16,1 3-5 0,-1 2-2 0,3 2-16 15,0-3-10-15,4 1-8 0,5 1-9 0,6-4-9 16,6 1-7-16,0 1-5 0,4-2-4 0,2-1-6 16,6-3 3-16,1-1-2 0,4 2-4 0,2 0-2 15,7-2-11-15,-2-2-8 0,4-2-7 0,1-2 2 16,8-2-1-16,-10 1 0 0,0-5-1 0,-2 0-2 15,2-1 5-15,-3-2-6 0,-1-1 4 0,-4 0 2 16,5-3-2-16,-5-2 0 0,3 2-3 0,-7 0-2 16,3-5 2-16,-3 5 2 0,0-1 5 0,0-1 13 15,-3 4-3-15,1-2 8 0,-1 5 1 0,-4 5-6 16,5-10 3-16,-5 10-13 0,5-8 0 0,-5 8-6 16,0 0-3-16,0 0 0 0,0 0 0 0,0 0-7 15,0 0 8-15,0 0-7 0,-3 37 6 0,1-27-27 16,-3 0-35-16,5 1-41 0,0 0-45 0,0-11-56 15,0 24-74-15,0-15-284 0,0-9-602 0,0 20 266 16</inkml:trace>
  <inkml:trace contextRef="#ctx0" brushRef="#br0" timeOffset="32896.82">26427 5174 100 0,'3'-11'276'0,"-1"-6"-11"0,2 2 5 0,3-1-17 0,-2 0 4 15,1 0-16-15,3 2-18 0,1-2-15 0,-4 5-18 16,1 3-14-16,1-1-20 0,0 3-18 0,1 2-16 16,-1 3-14-16,1 2-17 0,3 1-6 0,-3 2-9 15,1 3-9-15,-2 2-7 0,-1 2 5 0,-1-2-14 16,1 3-7-16,0 2-7 0,-2 2-27 0,-1-6-34 16,2 6-39-16,-4 0-49 0,3-1-51 15,-3-5-67-15,5 2-50 0,-4 2-170 0,3-4-487 0,3-2 216 16</inkml:trace>
  <inkml:trace contextRef="#ctx0" brushRef="#br0" timeOffset="33460.11">27076 5254 242 0,'5'-9'290'0,"-1"-1"-12"16,-1-1-4-16,-1 1-3 0,3-3-2 15,-1-2-13-15,0-1-18 0,-1-1-18 0,1 2-12 16,-4-3-22-16,4 0-9 0,0 1-14 0,-2-1-17 0,0 1-6 15,0-2-9-15,2-1-19 0,-4 2-4 16,-2 1-8-16,2 0-7 0,0 1-8 0,0 5-8 16,-4 2-1-16,4-1-20 0,0 10-9 0,-8-12 8 15,8 12-16-15,-6-10-16 0,6 10-2 0,-9-4 0 0,9 4-6 16,0 0-3-16,-18 2-1 0,18-2-2 0,0 0-7 16,-11 8-4-16,11-8-10 0,-4 5-5 15,4-5 12-15,0 0-21 0,13 16 15 0,-2-11-11 16,7 0 2-16,4 0 6 0,4-3 0 0,3 2 2 15,0-2 1-15,-8-1-3 0,0 0-4 0,-2 1 8 16,-2-1 10-16,-3 0-14 0,-5-1-3 0,3 3-1 0,-4-1 2 16,-1 2 5-16,-3 0 0 0,1 4 1 15,-1 1-2-15,0 6 7 0,-2-5-2 0,2 2 10 16,-4 1-2-16,1 2 3 0,-2-2-4 0,1-2-2 16,0 1 1-16,0-1 1 0,1-1 4 0,2 0-4 15,-3 1 2-15,4-3-2 0,2 1 0 0,-1-1 9 16,1-2-6-16,4 0 2 0,1 0 7 0,2-5-7 0,7 4-2 15,-1-4 11-15,1 1-9 0,0-6-3 16,-1 2-5-16,3-1-1 0,-4-1 5 0,0-4 15 16,-2 0-18-16,1-3 4 0,-4 0 0 0,-2-2-2 15,0-2 3-15,-3-1-7 0,1-1 0 0,-2-1 4 16,-1 0 1-16,-5 3 0 0,3-3-1 0,-2 2-3 16,-2 4 3-16,0 1-2 0,-2 2 5 0,-2 3 2 15,4 6-2-15,-1-12-4 0,1 12 0 0,-9 0-5 0,9 0-5 16,-19 15 6-16,2-2-1 0,2 0 5 15,-6 4-7-15,6-4 1 0,4 3-3 0,2 0-12 16,0-2-29-16,5-3-37 0,4 2-43 0,6 3-39 16,1-2-66-16,8-5-46 0,4-1-247 0,11 2-572 15,2-6 254-15</inkml:trace>
  <inkml:trace contextRef="#ctx0" brushRef="#br0" timeOffset="33799.06">28079 5023 118 0,'-2'-9'259'0,"-1"-1"5"0,-2 1 10 0,-1 1-1 16,1 3-20-16,-2 0-19 0,7 5-8 0,-22-6-21 16,11 8-17-16,11-2-13 0,-23 5-16 0,5 0-17 15,4 4-14-15,-1-1-14 0,3-1-7 0,2 1-16 16,0 1-11-16,2 1-9 0,3-2-4 0,1 1-15 16,3 1-17-16,1-10-11 0,3 18-11 0,3-9-3 15,-1-2-5-15,5-2 2 0,0 0-4 0,-1-3 0 16,3 0 6-16,-12-2-5 0,24 1-1 0,-11-3 0 15,-3 1 0-15,-2-3-1 0,4 1 0 0,-4-2 9 16,0-1 4-16,1 0 1 0,-2-2-7 0,-1 0 5 16,1 0-1-16,2-1 1 0,-3 1 7 0,-3 2 13 15,2 3 0-15,-1-2 6 0,-4 5 3 0,4-7-4 16,-4 7-13-16,0 0-4 0,9-4-2 0,-9 4-15 16,0 0 0-16,0 0 11 0,0 0-5 0,1 19-6 15,-1-19 2-15,0 15-10 0,-1-6-21 0,2 1-35 16,3-1-42-16,-2 1-49 0,4-1-59 0,1-1-72 15,0-4-253-15,5 0-577 0,0-1 255 0</inkml:trace>
  <inkml:trace contextRef="#ctx0" brushRef="#br0" timeOffset="34012">28378 4960 56 0,'-6'-8'284'16,"1"7"-8"-16,5 1-20 0,-14-2-4 0,2 4-5 15,1 1-12-15,-6 2-14 0,2 4-12 0,-2-1-17 16,3 1-15-16,0 4-18 0,4-1-18 0,0 1-13 16,4-2-13-16,-1 3-6 0,6-1-16 15,-1-1 6-15,6 0-18 0,4-1-22 0,1 1-19 0,11-2-37 16,6-1-45-16,4-2-55 0,7-3-54 0,-2-3-43 16,-1-2-29-16,1-3-31 0,-6 1-159 0,-8 0-445 15,-1-1 198-15</inkml:trace>
  <inkml:trace contextRef="#ctx0" brushRef="#br0" timeOffset="34374.61">28667 4813 204 0,'5'-18'225'0,"-2"1"23"15,-1 8 19-15,1-3 4 0,-3 6-9 0,0 0-20 16,0 6-28-16,3-9-22 0,-3 9-28 0,0 0-15 16,0 0-16-16,0 0-10 0,-4 34 0 0,-3-9-6 15,2 3 6-15,-3 2-1 0,1 2-9 16,0-2 17-16,2 2-21 0,-1-3-9 0,1 1-4 15,0-2-8-15,2-3-10 0,3-7-8 0,0 0 2 0,-1-3-9 16,1-4-4-16,1 0-4 0,-1-11-10 16,0 12 1-16,0-12 1 0,-2 9 4 0,2-9 9 15,0 0 3-15,0 0-6 0,0 0-4 0,0 0 0 16,0 0-11-16,23-17-8 0,-13 9-5 0,2-6-12 16,3 1-2-16,4-7-14 0,-1 0 3 0,2 4-8 0,1-1-1 15,3 3-1-15,-9 4 4 0,-1 1-5 0,-2 3-1 16,-2 2-11-16,-4 1 10 0,-6 3-8 0,14-3 1 15,-14 3-3-15,0 0 2 0,16 8-7 16,-11-2 16-16,-5-6 5 0,4 16 3 0,-4-7-3 16,1 2 9-16,-1 0-6 0,0-11 0 0,-5 23 7 0,1-14-6 15,2 2 6-15,-1-2-24 0,3-9-49 0,-3 18-66 16,2-9-57-16,1-9-75 0,5 8-90 0,-5-8-257 16,22 5-661-16,1-6 293 0</inkml:trace>
  <inkml:trace contextRef="#ctx0" brushRef="#br0" timeOffset="34831.83">29359 4801 2576 0,'1'-10'72'16,"-1"1"-17"-16,0 1-29 0,0 8 7 0,1-10 6 16,-1 10 12-16,3-11 9 0,2 8-2 0,-2-1-19 15,7-1 0-15,0 0-11 0,6 0 4 0,2 3-3 16,5 0-1-16,5-1-3 0,3 0-4 0,-2 0 0 0,2-1-6 15,-9 2-1-15,7-3-23 0,-1-2-14 0,-1 2-16 16,-10 2-9-16,-3-1-6 0,-5 1-2 16,-2 0-6-16,-1 2-6 0,-6 1-5 0,0 0 7 15,5-11 11-15,-5 11 2 0,0 0 5 0,0 0 8 16,-16-13 11-16,16 13 13 0,-9-2 7 0,9 2 9 16,0 0 8-16,0 0-3 0,-10-5 3 0,10 5-3 15,0 0 1-15,0 0-8 0,-9 7 14 0,9-7 3 16,-6 14 0-16,3-2 13 0,-1 0 1 0,-3 5 12 15,2 2-4-15,1 3 2 0,-1-2 2 0,1 5 5 16,0-5 0-16,-2 5 6 0,2-5 6 0,0-1 2 16,1-2-3-16,2 2-9 0,-3-4 1 0,2 2-3 15,-2-3-5-15,1-2 1 0,2 0-2 0,1-1 1 0,-4-1-1 16,2-2 9-16,1-1 0 0,-2 0 10 16,2 0 8-16,1-7 10 0,-5 12 5 0,1-9 8 15,-2 0-4-15,6-3-7 0,-12 4 4 0,3-3-7 16,-4 1-9-16,0-2-4 0,0 0-9 0,-4-2-10 15,0 0-9-15,2 0-25 0,-2 0-36 0,3 0-26 16,1 0-40-16,1 1-40 0,4-1-38 0,-3 1-49 16,11 1-81-16,-11-2-292 0,11 2-639 0,0 0 283 15</inkml:trace>
  <inkml:trace contextRef="#ctx0" brushRef="#br0" timeOffset="35076.58">30028 4966 42 0,'0'0'324'0,"4"-5"-12"16,-4 5-8-16,0 0-5 0,0 0-12 0,0 0-2 15,-45 10 15-15,17-2 2 0,-5 1-8 0,1 3-11 16,3-1-13-16,-1 1-19 0,2-1-17 0,9 0-25 16,1-3-16-16,4 4-18 0,0-2-16 0,4-1-17 15,-2-1-15-15,7 0-12 0,1-2-10 0,2 1-9 16,0-1-7-16,2-6-13 0,5 13-11 0,3-4-14 15,6-3-21-15,7 2-44 0,11-6-75 16,4 4-83-16,3-5-79 0,-1-1-74 0,15-1-75 0,-18-2-295 16,3-1-753-16,0 1 334 0</inkml:trace>
  <inkml:trace contextRef="#ctx0" brushRef="#br0" timeOffset="35216.46">30349 5115 3333 0,'10'0'462'0,"-2"-1"-144"0,-8 1-58 0,13-1 7 15,-13 1-2-15,8-3 16 0,-8 3-12 0,0 0-11 16,8 0-32-16,-8 0 2 0,0 0-17 0,0 0-14 15,8-3-16-15,-8 3-20 0,0 0-11 0,0 0-16 16,0 0-21-16,6-4-63 0,-6 4-86 0,0 0-100 16,3-7-141-16,-3 7-172 0,0 0-190 0,-12-17-333 15,5 3-1052-15,-4-1 466 0</inkml:trace>
  <inkml:trace contextRef="#ctx0" brushRef="#br0" timeOffset="38770.18">30741 4657 115 0,'3'-4'265'0,"1"0"-16"0,-4 4-7 0,5-9-7 15,-4 3-15-15,2 0-12 0,-3 6-8 0,0-8-13 16,0 8-18-16,0 0-15 0,1-7-18 0,-1 7-15 16,0 0-18-16,0 0-12 0,0 0-9 0,0 0-1 15,0 0-22-15,0 0 2 0,-15 24-10 0,3-8-9 0,3 8 1 16,-5 6-9-16,2 1-3 0,2 1-1 15,0 3-4-15,0-2-5 0,0 2 8 0,5-3-8 16,-2 2-5-16,5-4 0 0,-1 1-4 0,3-2-5 16,0-1 6-16,1 0 3 0,1 0-4 0,0-9-1 15,1 6-2-15,-1-4-1 0,1 3 4 0,-2-6-14 16,2-1-16-16,2-2-22 0,-5-3-30 0,2 0-26 16,-2-1-38-16,0-2-31 0,0-9-35 0,0 10-16 15,0-10-12-15,-6 8-151 0,6-8-409 0,0 0 181 16</inkml:trace>
  <inkml:trace contextRef="#ctx0" brushRef="#br0" timeOffset="39646.53">30723 4968 157 0,'7'-2'158'15,"0"-1"-14"-15,1 1-14 0,-8 2-10 0,19 5-13 16,-10-3-8-16,1 4-9 0,1-1 0 0,-2 5-9 15,0-1-11-15,-1 0-5 0,0 2-5 0,-1 0-6 16,-2 0 2-16,0 0-6 0,-1-1-7 0,-2 1-1 16,2-1-7-16,-3-1-1 0,1-1-1 0,-1-1 0 15,-1-7-3-15,1 11 2 0,0-7-3 0,-1-4-5 16,2 8 1-16,-2-8-4 0,0 0 4 0,0 0 3 16,1 8-6-16,-1-8-2 0,0 0-4 0,0 0-2 15,0 0-3-15,15-18-7 0,-7 9 1 0,5-2-2 16,1-3 3-16,1 1 16 0,2-2 2 0,3-2-5 15,-3 4 1-15,-2 0-1 0,-2 1-2 0,1 2 0 16,-4 1 8-16,-2 2 7 0,-2 2 1 0,0 0 7 16,0 2-8-16,-6 3-8 0,7-6-7 0,-7 6-3 15,7-1-3-15,-7 1-2 0,0 0-2 0,0 0-2 16,8 10 2-16,-7-5-1 0,0 2 5 0,0 0-8 16,2 3 5-16,-1-3-5 0,0 2 0 0,2 1 6 15,-2-2-2-15,1-1-3 0,3 0 2 0,-2 0-1 16,0-4 1-16,-4-3 3 0,6 8 2 0,-2-3-5 15,0-1 2-15,-4-4 3 0,4 4 1 0,-4-4 10 16,0 0 9-16,5 4-2 0,-5-4-5 0,0 0-1 16,0 0-1-16,5-13-4 0,-5 13-2 0,1-14-2 15,1 4-8-15,-1 0 6 0,-2-2-2 0,3 0-4 16,-1-3-2-16,-1 2 2 0,4 0-16 0,-1 1 0 16,0 3-3-16,1-2 3 0,0 5-2 0,1-2-2 15,3 3 2-15,2 1-2 0,-2 2-1 16,2 2 1-16,1 1 3 0,2 4 1 0,3 1-3 0,-2 4 3 15,1-1 2-15,-3 2 2 0,-3-2-4 0,3 5 3 16,-5-5 0-16,-1 3 2 0,3-5 0 0,-3 3 3 16,-1-1-3-16,1-3 3 0,-3 0 1 0,1-2 0 15,-4-4 6-15,7 9 10 0,-5-5 11 0,-2-4 18 16,7 3 12-16,-7-3 23 0,0 0 7 16,2 6 0-16,-2-6 1 0,0 0-14 0,0 0-10 0,0 0 3 15,0 0-9-15,0 0-6 0,4-19-3 0,-4 19-23 16,4-13 0-16,-2 1-6 0,5 3-1 0,2-2-4 15,2-2-6-15,1-1-2 0,3 3-2 0,1-1-1 16,-1 4-2-16,0 2-2 0,-3 0-3 0,-3 4-2 16,-2 2-2-16,0-2 5 0,4 2-8 0,-11 0 6 15,14 3-6-15,-14-3-2 0,10 0 3 0,-5 3 1 16,-5-3 0-16,7 5 1 0,-7-5 4 0,8 2-4 16,-8-2-4-16,0 0 9 0,5 4 2 0,-5-4 1 15,0 0-2-15,0 0 5 0,0 0 1 0,0 0 1 16,0 0-3-16,0 0 0 0,0 0-7 15,11-10-3-15,-7 5-7 0,4 0-5 0,1-3 2 0,2 2 5 16,-1-1-4-16,3 2 0 0,-1-2 2 0,-1 4 2 16,1-2-6-16,-1 3-21 0,-2 2-2 0,-9 0 7 15,15 3-2-15,-7-1 7 0,-3 1-3 0,4 6 5 16,-1-2 3-16,-2 2 10 0,-2 1 0 0,0-1-3 16,-3 2-17-16,2-2-28 0,-4 3-40 0,-1 0-55 15,2 0-44-15,-5 0-201 0,-1 0-438 0,-1-2 194 16</inkml:trace>
  <inkml:trace contextRef="#ctx0" brushRef="#br0" timeOffset="40633.83">7690 6618 2156 0,'-1'7'127'0,"1"-7"-73"16,0 0 4-16,-2 10-45 0,2-10-4 0,0 0 0 16,0 0 1-16,0 0 1 0,0 0 8 0,0 0 5 15,0 0 11-15,0 0 10 0,0 0 4 16,3 6 4-16,-3-6-3 0,0 0-4 0,0 0-3 15,0 0-5-15,13-13-1 0,-5 8-10 0,2-3-1 0,-1-1-2 16,1 0-2-16,-1-2-1 0,2 1 2 0,-2-3-23 16,-1 3-2-16,-1-1 6 0,-1 0-3 15,-2-2 0-15,1-1 1 0,-1-3 0 0,-3 5 2 16,1 1 12-16,-2-2 1 0,-3 2-4 0,2 2 3 0,-2 1 0 16,-1 1 2-16,-2-1-2 0,-2 2-5 0,-2 3 1 15,-1 0-3-15,-5 3-2 0,-2 4-1 0,-6 9 0 16,-3 1-5-16,0 5 5 0,2 5-2 0,-2 1 5 15,4 1 2-15,3 0-6 0,3 0 2 0,5-3 0 16,5-4-6-16,3 1 7 0,4 0-2 0,5-3-3 16,4 0 0-16,4-1 7 0,7 2-2 0,6-2-11 15,2-3-15-15,4-6-26 0,5 1-30 0,14-1-30 16,-13-5-33-16,2-2-28 0,10-3-13 0,-11-2-27 16,-2 1 2-16,-2-3-5 0,-3 2-118 15,-5-2-353-15,-8 0 156 0</inkml:trace>
  <inkml:trace contextRef="#ctx0" brushRef="#br0" timeOffset="41314.97">8124 6695 357 0,'6'-9'20'15,"-3"3"11"-15,-1-2 22 0,1 1 33 0,-3 7 18 16,1-10 22-16,-1 10 11 0,3-8 10 0,-3 8-5 16,0 0-16-16,0-9-6 0,0 9-15 0,0 0-14 15,0 0-11-15,0 0-1 0,0 0 3 0,0 0-3 16,0 0 0-16,0 0-3 0,0 0-7 0,2 26-4 16,1-18-8-16,-2-1-4 0,-2 1-3 0,1-8-4 15,1 12-3-15,-1-6-6 0,0-6-1 0,0 9 2 16,0-9 11-16,0 0 13 0,1 8 17 0,-1-8 14 15,0 0 14-15,0 0 14 0,0 0-3 0,0 0-8 16,0 0-5-16,0 0-13 0,0 0-10 0,0 0-9 16,0 0 15-16,-12-18-32 0,9 9-9 0,2-1-10 15,-1-1-14-15,2 0-6 0,2 0 0 0,5-5-3 16,-3 0-6-16,6 2-8 0,1-3 4 16,0 7-5-16,3-2-2 0,-2 5 0 0,4-1 1 0,-3 4-7 15,5 2 0-15,-5 2 1 0,1 2-3 0,3 2-1 16,-1 3 4-16,3-1 1 0,-1 3 2 0,-4 0 0 15,0 0 1-15,-3-1-1 0,0 0 3 0,-3 1 0 16,-1-2-2-16,1-2 1 0,0 3-6 0,-5-3 1 16,0 0 10-16,0 0 0 0,-3-5 1 0,5 4 5 15,-5-4-6-15,4 7 5 0,-4-7 3 0,0 0 3 16,3 2 4-16,-3-2-8 0,0 0 6 0,0 0-3 16,0 0 0-16,0 0 0 0,0 0-4 15,0 0-4-15,0-22 7 0,2 16-9 0,0-6-4 0,3 2 2 16,2 0-6-16,0-6-1 0,1 8 3 0,5-6-6 15,-5 6-3-15,-1 0 0 0,3 0-2 0,-5 3 3 16,6 1 2-16,-5 1-3 0,3 3 8 0,-9 0-11 16,18 5 0-16,-10 0 4 0,3 1-3 0,-3 1 2 15,0 0 3-15,0 2 0 0,1 1 6 0,-2-3-7 16,2 3 3-16,0-1 1 0,0-1 9 0,-2 1-8 16,2 0 2-16,1-3 3 0,1-1-1 0,-2-1 4 15,1 1-7-15,0-3 7 0,0-1-6 0,3-2 2 16,-1 1 0-16,2-4 12 0,-4 1-7 0,1-2-2 15,1-2-2-15,-4-1 5 0,-1 0 0 0,2-1-1 16,-3-1 1-16,1-1 6 0,-2-1-6 0,1-2-2 16,-3-1-2-16,1 3 0 0,-2 1 6 0,0 0 2 15,-1 2 15-15,-1 1 6 0,0 8 3 0,2-10 0 16,-2 10-6-16,-1-8-7 0,1 8-3 0,0 0-6 16,0 0-1-16,0 0-5 0,0 0 3 0,-11 20-2 15,6-9 5-15,-1 3-5 0,1 0 5 0,0 3-6 16,0 1 2-16,1-4-19 0,3 4-28 0,0-6-39 15,1 3-26-15,4 0-36 0,-4-3-47 0,5-1-59 16,-2-2-55-16,-1-2-193 0,2-4-538 0,2 1 238 16</inkml:trace>
  <inkml:trace contextRef="#ctx0" brushRef="#br0" timeOffset="41473.71">8673 6335 176 0,'0'0'201'16,"-5"-6"-66"-16,5 6-70 0,0 0-38 0,0 0-36 15,0 0-48-15,0 0-33 0,0 0-97 0,0 0 43 16</inkml:trace>
  <inkml:trace contextRef="#ctx0" brushRef="#br0" timeOffset="41704.65">9014 6320 198 0,'2'-9'268'0,"-2"9"-12"0,-3-11-1 16,3 11-13-16,1-9-11 0,-1 9 2 0,0 0-10 15,-1-9-18-15,1 9-24 0,0 0-24 0,0 0-19 16,0 0-17-16,0 0-11 0,0 0-11 0,0 0-13 16,9 31-9-16,-5-7-3 0,-3 2-7 0,3 2-4 15,0-3-10-15,-1 0 2 0,2 2-12 0,0-2-4 16,-4 3-1-16,3-2-3 0,1-3-2 0,-2-4-3 15,-2 0-3-15,3 5-6 0,-2-6-26 0,2-1-24 16,-3-2-51-16,1 2-57 0,-1-6-60 0,0-1-53 16,-1-2-244-16,0-8-534 0,0 0 236 0</inkml:trace>
  <inkml:trace contextRef="#ctx0" brushRef="#br0" timeOffset="41876.65">8901 6583 234 0,'0'-10'219'0,"0"10"-29"0,0 0-19 16,10-9-15-16,-1 6-15 0,0 1-14 0,4-4-13 15,3 0-11-15,11 0-20 0,-8 0-28 0,10-2-29 16,0-1-32-16,2 1-45 0,-1-2-28 0,-2 2-30 16,0-2-120-16,-7 1-249 0,-4 2 110 0</inkml:trace>
  <inkml:trace contextRef="#ctx0" brushRef="#br0" timeOffset="42053.59">9257 6337 45 0,'-3'-6'198'16,"0"0"7"-16,3 6 3 0,-2-10-6 0,2 10-19 16,-4-7-19-16,4 7-19 0,0 0-18 0,0 0-17 15,0 0-10-15,0 0-6 0,0 0-3 0,0 0-2 16,1 34 2-16,0-17-2 0,1 2 5 0,-1 8-2 16,-1-3-9-16,0 1-5 0,2-5-10 0,-2 3-6 15,0 3-3-15,2-7-3 0,-2 6-5 0,2-6-6 16,-1-3-9-16,-1 2-26 0,2-4-36 0,-1 1-55 15,-1-3-60-15,0-1-62 0,1 0-201 0,-1-11-438 16,-4 16 193-16</inkml:trace>
  <inkml:trace contextRef="#ctx0" brushRef="#br0" timeOffset="42200.78">9123 6538 73 0,'0'0'141'16,"9"-4"-41"-16,-3 2-65 0,5 2-52 0,3 0-39 16,-4 0-59-16,2 2 26 0</inkml:trace>
  <inkml:trace contextRef="#ctx0" brushRef="#br0" timeOffset="42748.61">9403 6700 59 0,'0'0'232'0,"14"-3"-16"0,-9-1-4 0,2 0-10 16,0 0-7-16,3-3-1 0,-2 3-14 0,1-6-18 16,1 5-16-16,-1-4-13 0,2 0-13 15,1-5-12-15,2 1-11 0,0 1-10 0,0-4-6 16,-3 4-15-16,1-3 0 0,-4 6-6 0,0-1-8 16,-3-1-4-16,1 1-5 0,-2 0-1 0,-1 1-6 0,-2 2-4 15,-1 7-1-15,0-12-3 0,0 12 1 16,-8-11-6-16,1 8-2 0,-1 2-4 0,-2-1-1 15,-2 2 1-15,2 3-5 0,-2 1 5 0,-4 3-12 16,3 2 2-16,-1 0 0 0,3 5-5 0,0-1-2 16,4-2 1-16,-1 3 1 0,5-3 1 0,1 4 1 15,2-2-2-15,1 0 0 0,2-3 1 0,2 5 3 16,1-3 6-16,1-2 0 0,2-1-5 0,0-1-4 16,6 2 1-16,-4-4 1 0,1 0-1 0,6-3 3 15,1 3-1-15,-6-4-3 0,4 0 3 0,2-2-1 16,-2 0 1-16,1-2 0 0,-4 1 1 0,-2-2-3 0,-1-1 4 15,1 0 8-15,-3-2-12 0,1 1-2 16,-1-4-8-16,-1 3 0 0,-2-3-2 0,-1 0 1 16,-2 0-2-16,-3-3-2 0,1 0 0 0,-1 0 2 15,-1-1 2-15,-2 3 3 0,1-2-3 0,-1 4 1 16,2 1 5-16,1 7-2 0,-1-11 3 0,1 11-3 16,0-8 7-16,0 8-13 0,2-8 1 0,-2 8 9 15,13-6-10-15,-3 4 8 0,0 1-5 0,2 1 4 16,-1 1-10-16,2 1 3 0,-3 0 0 0,1 2 4 15,0 1 0-15,-2 2 3 0,-1 2 7 0,-1 1 4 0,1-1-2 16,-2 1 1-16,-1 1 1 0,1-2 4 0,-3 4-6 16,0-1 4-16,2 3 3 0,-3-2-5 0,0 2 2 15,0 2 0-15,-2-5-5 0,0 1-23 0,2-3-33 16,-2 1-56-16,0-11-81 0,0 21-79 16,1-15-164-16,-1-6-464 0,-3 10 205 0</inkml:trace>
  <inkml:trace contextRef="#ctx0" brushRef="#br0" timeOffset="42907.38">10152 6722 150 0,'6'-2'367'0,"-6"2"-30"0,0 0-10 0,0 0-10 0,0 0-5 16,8-2-11-16,-8 2-30 0,0 0-29 0,0 0-27 16,0 0-25-16,7-7-39 0,-7 7-48 0,0 0-64 15,0 0-76-15,0 0-95 0,2-7-115 0,-2 7-238 16,0 0-524-16,0 0 232 0</inkml:trace>
  <inkml:trace contextRef="#ctx0" brushRef="#br0" timeOffset="93282.21">9999 7659 68 0,'0'0'205'0,"-4"-4"-12"0,4 4-3 0,0 0-6 15,0 0-3-15,0 0-9 0,0 0-9 0,0 0-10 16,-4-9-15-16,4 9-16 0,0 0-8 0,0 0-14 16,0 0-11-16,0 0-10 0,0 0-6 0,13-4-9 15,-13 4-8-15,18 0-4 0,-1-2-4 0,3 2-7 16,8-2-7-16,-1 0-7 0,1 4-1 0,0-5-8 16,0 1-12-16,-6 2-23 0,-1-2-17 0,0 2-35 15,-3 2-32-15,-2-2-23 0,-3-1-19 0,-1 1-34 16,-2 1-146-16,-3 1-347 0,-7-2 153 0</inkml:trace>
  <inkml:trace contextRef="#ctx0" brushRef="#br0" timeOffset="93719.85">10246 7635 23 0,'-7'-4'205'0,"7"4"-7"0,0 0-15 15,0 0-15-15,0 0-18 0,-8-2-15 16,8 2-20-16,0 0-10 0,0 0-12 0,-2 13-6 15,2 0 1-15,-2 4-2 0,1 1-9 0,-1 8-5 16,-1-1-8-16,3 4-2 0,1 0-7 0,-1-4 0 16,3 2-8-16,-2 0-4 0,3-3-3 0,-3 1-3 0,1-4-6 15,-2-2-1-15,2 0 1 0,1 1-5 16,-2-4 0-16,1 1-6 0,0-4 1 0,-1 2-4 16,0-2 0-16,0-3 0 0,1 1-1 0,-1-1-6 0,0-1 3 15,-1 0-2-15,0-2 1 0,0-7-2 0,0 12 0 16,0-12-3-16,-1 9 2 0,1-9 1 0,1 7 2 15,-1-7-4-15,0 0 4 0,-7 6-4 16,7-6-3-16,-10 1-7 0,10-1 1 0,-11-1-2 0,11 1-1 16,-15-3-1-16,7-1 3 0,2 2-2 0,-2 0 4 15,8 2-1-15,-15-5-2 0,6 2 2 0,2-1 2 16,-1 2-1-16,1-1-7 0,7 3 9 0,-13-4 0 16,13 4 1-16,-10-2-2 0,10 2 5 0,-7-1-3 15,7 1-2-15,0 0-1 0,-8-4-1 0,8 4-1 16,0 0 1-16,0 0-3 0,0 0-2 0,0 0 5 15,0 0 1-15,0 0 1 0,0 0-3 0,0 0 6 16,23 10-1-16,-10-8-1 0,4 0-5 0,3 0-18 16,7-3-30-16,3 2-50 0,4-2-45 0,0 0-45 15,3-1-150-15,1-3-369 0,-1 2 164 0</inkml:trace>
  <inkml:trace contextRef="#ctx0" brushRef="#br0" timeOffset="93989.03">10849 8019 169 0,'-4'-4'261'15,"4"4"-18"-15,-11-4-5 0,4 3-15 0,-3 0-14 16,10 1-10-16,-20 1-11 0,6 3-15 0,1 1-10 16,-3 1-18-16,-2 4-8 0,-5 3-17 0,5 0-4 15,3 0-11-15,-3-1-7 0,4 1-13 0,1 2-9 16,4-1-6-16,1-1-6 0,2-2-8 0,2-2-7 15,2 4 8-15,0-4-18 0,4 1 2 0,3 0-5 16,1 1 0-16,2-1-5 0,5 1 0 0,2-2-2 16,4-2-14-16,0-2-25 0,2 0-12 0,2-3-27 15,5 0-33-15,1-3-34 0,2 0-37 0,1 1-40 0,-1-5-31 16,-1 3-219-16,-3-5-479 0,3 0 213 16</inkml:trace>
  <inkml:trace contextRef="#ctx0" brushRef="#br0" timeOffset="94150.85">11430 7963 129 0,'5'-6'258'0,"-5"6"-24"0,0 0-29 0,8-5-17 0,-8 5-21 16,8-2-15-16,-8 2-16 0,11 0-16 0,-11 0-18 16,18 1-30-16,-5-1-37 0,-1 0-46 0,-3 1-48 15,3 1-50-15,3 0-38 0,-6 0-99 16,1 1-266-16,0 0 118 0</inkml:trace>
  <inkml:trace contextRef="#ctx0" brushRef="#br0" timeOffset="94310.2">11512 8099 222 0,'0'0'245'0,"0"0"-6"16,0 0-15-16,0 0-16 0,-2 8-20 0,2-8-19 15,0 0-13-15,0 0-20 0,12 2-8 0,-12-2-15 16,15 1-26-16,-4-2-27 0,3-1-33 0,1 0-43 15,5 1-66-15,6-4-49 0,3 1-65 0,3-2-101 16,3 2-320-16,0-2 141 0</inkml:trace>
  <inkml:trace contextRef="#ctx0" brushRef="#br0" timeOffset="94714.24">13095 7747 26 0,'0'0'223'0,"-9"-2"-11"16,9 2-5-16,-8-4-10 0,8 4-10 0,0 0-17 15,0 0-11-15,0 0-15 0,-3-4-17 0,3 4-14 16,0 0-8-16,15-8-12 0,-2 7-12 0,8-2-9 15,6 0-6-15,4-1-4 0,1-1-12 0,-1 1-19 16,-4 1-23-16,3 3-30 0,-13 0-25 0,2 0-33 16,-5 0-43-16,-1 0-20 0,-3 0-39 0,-2 1-108 15,-2 1-313-15,-6-2 138 0</inkml:trace>
  <inkml:trace contextRef="#ctx0" brushRef="#br0" timeOffset="95183.63">13239 7701 151 0,'0'0'201'16,"0"0"-19"-16,0 0-14 0,0 0-15 16,0 0-16-16,-9-1-18 0,9 1-14 0,0 0-15 15,0 0-6-15,-2 11 3 0,2 0-1 0,0 5 2 0,-3 9-1 16,3-1 2-16,-2 2-1 0,0 3-10 0,-1 2-5 16,3-2-7-16,-2 1-4 0,0-1 0 0,2 0-5 15,2-4-5-15,-2 1-6 0,2-7-1 16,-2-2-4-16,0 2-1 0,3-1-7 0,-1 0-5 0,0-5-2 15,1 2-4-15,1-2 1 0,-2-3-1 0,-2 3-2 16,3-3-1-16,-3-1-3 0,2-2 1 0,-4 0-3 16,2-7 2-16,2 10-5 0,-2-10 3 15,2 8-1-15,-2-8-3 0,0 0 4 0,-2 9 1 0,2-9-1 16,0 0 2-16,0 0-4 0,0 0-1 0,0 0 1 16,-11-2-2-16,11 2-2 0,-14-5 6 0,5 0-10 15,-3 0-1-15,1 1 0 0,1 0 3 16,-2 1-4-16,1-1 3 0,2 0-6 0,-3 1 2 0,-1 0-2 15,3 1 2-15,2 0-2 0,8 2 1 0,-15-3 0 16,8 3 0-16,7 0-4 0,-12-1 0 0,12 1 2 16,-10 1-1-16,10-1 6 0,0 0-8 0,-9 0 1 15,9 0 3-15,0 0-3 0,0 0 2 0,0 0 1 16,-10 3-3-16,10-3 2 0,0 0-1 0,0 0 6 16,0 0-1-16,21 12-1 0,-11-12 4 0,3 3-2 15,4 0 3-15,5 0-3 0,-1-1 0 0,8 0-1 16,-1-2 1-16,5 3-17 0,0-5-17 0,-3 1-33 15,-8 1-39-15,7 0-45 0,-4 0-52 0,-3-2-204 16,-4 0-438-16,2 0 193 0</inkml:trace>
  <inkml:trace contextRef="#ctx0" brushRef="#br0" timeOffset="95494">13771 8141 71 0,'0'0'261'0,"0"-8"-8"0,0 8-7 0,0 0-11 0,0 0-16 16,-4-10-15-16,4 10-19 0,0 0-19 15,0 0-12-15,-9-4-22 0,9 4-9 0,0 0-3 16,-23 12-20-16,14-7-9 0,-2 4-5 0,0-2-10 16,0 5-4-16,-1 1-3 0,1-2 0 0,2 0-11 0,2-1-7 15,-4 3-6-15,7-4-1 0,-1 1-7 16,1 0-4-16,1 0-1 0,0 0-4 0,2 0-4 15,-2-1 0-15,5-2-1 0,-2-7-1 0,3 12 0 16,-1-5 3-16,5-1 1 0,0-1-10 0,4-1-1 16,1 1-16-16,5 1-23 0,-1-2-28 0,2-1-32 15,0-2-40-15,2 0-31 0,-2-1-14 0,4 0-38 0,-1 0-15 16,-1-2-182-16,0-1-437 0,3-1 194 16</inkml:trace>
  <inkml:trace contextRef="#ctx0" brushRef="#br0" timeOffset="95839.82">14101 8264 28 0,'0'0'249'0,"2"-6"-3"16,-2 6-4-16,0 0-11 0,0 0-14 0,0 0-16 0,0 0-17 15,0 0-12-15,0 0-5 0,0 0-25 0,0 0-14 16,-27 7-2-16,19 0-14 0,1-1-12 0,0 2-8 16,-4-2-7-16,4 3-11 0,1-1-5 15,0 2-10-15,0-1-1 0,2-1-8 0,1 2-3 0,1-1-4 16,-2 1-5-16,4 0-3 0,2 1-1 0,0-5-1 15,0 1-7-15,1-2 1 0,5 4-3 0,0-1-1 16,1-4-1-16,2 2 1 0,0-5-4 0,2 3 1 16,0-4 2-16,-1 2 6 0,-1-2 5 0,3 0 0 15,-3-2 4-15,2-2-1 0,-3 0 4 0,0-2 13 16,1 0-2-16,-1-1-6 0,-3-3 2 0,-1 3 14 16,0-3-18-16,2 1-3 0,-6-4 3 0,1 2-7 15,-2-3-3-15,-1 4-9 0,-3-2 6 0,2 2-4 16,-6-1 2-16,5 2-10 0,-5-1-3 0,1 2-4 15,-1 1 0-15,-2 2-9 0,0 0-4 0,0 4-16 16,1-2-34-16,-3 3-27 0,-1 0-33 0,0 0-29 16,3 3-46-16,1 1-41 0,1-1-59 0,-1 2-244 15,2-1-576-15,3 0 255 0</inkml:trace>
  <inkml:trace contextRef="#ctx0" brushRef="#br0" timeOffset="96233.34">14694 8229 71 0,'0'0'271'16,"0"0"-18"-16,0 0-12 0,0 0-10 0,0 0-9 15,-4-12-11-15,4 12-13 0,0 0-10 0,0 0-11 0,0 0-11 16,-7-7-16-16,7 7-14 0,0 0-9 0,0 0-13 15,0 0-15-15,0 0-6 0,0 0-4 16,0 0-6-16,0 0-22 0,0 0-2 0,0 0 0 16,0 0-13-16,0 0-6 0,0 0-3 0,0 0 1 0,20 0-5 15,-6 2-5-15,3-2 12 0,3 1-14 0,-3-1-7 16,0 1 9-16,1 0-15 0,-4-1 0 16,0 2 1-16,-2-1-2 0,-2-1 2 0,-1 1 4 15,-9-1-5-15,13 0 0 0,-13 0-1 0,9 0 1 0,-2 1 0 16,-7-1-6-16,0 0 3 0,11 0 0 0,-11 0-1 15,0 0-5-15,0 0 0 0,0 0 5 0,7 0-7 16,-7 0 4-16,0 0 0 0,0 0-3 0,0 0-7 16,0 0-24-16,0 0-33 0,0 0-41 0,0 0-44 15,0 0-65-15,4 5-54 0,-4-5-242 0,0 0-547 16,0 0 242-16</inkml:trace>
  <inkml:trace contextRef="#ctx0" brushRef="#br0" timeOffset="96773.87">15786 7892 121 0,'0'0'169'0,"0"0"-3"16,-11-6-5-16,6 4-9 0,5 2-6 0,-13-5-8 16,5 4-9-16,-2-1-6 0,0 2-2 15,1-2-2-15,9 2-6 0,-14-1-4 0,6-1-7 16,8 2-6-16,-12-2-7 0,12 2-9 0,-8 0-5 0,8 0-8 15,0 0-4-15,0 0-7 0,-12 0-5 0,12 0-9 16,0 0 2-16,0 0-9 0,0 0-1 16,0 0-2-16,0 0-4 0,40 9-1 0,-20-8-6 15,10 2 4-15,2-2-3 0,-2-1-2 0,1 1 1 0,-2 1-6 16,2-2-9-16,-10 1-23 0,-1 2-25 0,-5-6-22 16,-2 6-36-16,-7-6-25 0,4 3-32 0,-10 0-21 15,13-1-24-15,-13 1-121 0,9 0-349 16,-9 0 155-16</inkml:trace>
  <inkml:trace contextRef="#ctx0" brushRef="#br0" timeOffset="97454.6">15918 7871 190 0,'0'0'198'0,"0"0"-4"0,0 0-7 0,0 0-11 15,0 0-15-15,0 0-14 0,0 0-14 0,0 0-19 16,0 0-10-16,0 0-18 0,0 0-4 0,0 0-15 15,-4 9 0-15,4-9-2 0,0 17-2 0,-1-5-3 16,0 7 5-16,1 1-7 0,-4 6 4 0,1 0-9 16,1-2 0-16,1 3-3 0,-1-8-2 0,1 6-6 15,1-4-5-15,-1-2-2 0,1 0-1 0,1-2-5 16,0 0-3-16,-1-2 0 0,0-3-6 0,2 4 1 16,0-5-2-16,-2 5-2 0,4-7 1 0,-3-2-4 15,-1 1 2-15,1-2-2 0,-1-6-4 0,0 12 3 16,0-12 2-16,2 7-4 0,-2-7 0 0,2 7-3 15,-2-7 9-15,0 0-1 0,0 0 2 0,0 0-4 16,-9 8-2-16,9-8 0 0,-13-3-4 0,13 3-1 0,-15-5 4 16,5 2-7-16,-2-1 1 0,1 1 3 15,1 0-3-15,2 1 3 0,2-1-4 0,6 3-2 16,-12-5 1-16,12 5-2 0,-9-3-1 0,9 3 0 16,-5-2-3-16,5 2 1 0,0 0-3 0,0 0-1 15,0 0 4-15,0 0-2 0,0 0 4 0,0 0-2 16,0 0 2-16,31 5 1 0,-15-5 3 0,5 1-2 15,0 0-4-15,9 1-11 0,2-1-15 0,-3-2-18 16,3 1-31-16,-1 1-16 0,-1-1-19 0,0 0-7 0,-2-1 7 16,-7-1 1-16,-1 2 3 0,-1-1 9 0,-1-1 6 15,-8-1 9-15,2 2 8 0,-2-1 8 16,-4 1 19-16,2-4 8 0,-2 2 10 0,0 0 19 16,-6 3 7-16,6-9 24 0,-2 4 21 0,-4 5 17 0,4-8 13 15,-1 4 12-15,-3 4 6 0,0 0 4 16,2-11 14-16,-2 11-5 0,0 0 5 0,2-7-5 0,-2 7-3 15,0 0-11-15,0 0-8 0,0 0-4 16,3-6-18-16,-3 6-9 0,0 0-1 0,0 0-9 0,0 0 6 16,1 20-13-16,-1-11 1 0,-1 1 0 0,-1 1-4 15,1-1-2-15,0 1-1 0,0 2-3 16,-1-2-3-16,1 1 0 0,-1 1-1 0,0-4 1 0,2 1-3 16,-1 4-2-16,0-3 3 0,0 0-2 0,1 1-1 15,1-2-3-15,-2 2 3 0,1-2-2 0,1-1-2 16,-1-2 0-16,1 3-4 0,-1-3-11 0,0-7-8 15,1 10-32-15,-1-10-25 0,0 9-26 0,0-9-34 16,4 10-31-16,-4-10-32 0,1 6-33 0,-1-6-20 16,0 0-144-16,0 0-422 0,0 0 187 0</inkml:trace>
  <inkml:trace contextRef="#ctx0" brushRef="#br0" timeOffset="97714.1">16323 8231 196 0,'0'-7'223'0,"0"7"-12"0,0-12-7 0,0 12-8 16,1-11-19-16,-1 11-17 0,6-10-17 0,0 6-14 15,4 0-17-15,2 3-10 0,5 0-11 0,-1 2-6 16,3 0-11-16,-1 6-6 0,0 0-9 0,0 1-4 16,-3 1-9-16,-1 2-3 0,-4-3-5 0,-2 1-5 15,0 0-1-15,-2 1-1 0,-2-3-7 0,-2 3 0 16,-2-2 1-16,0-8 0 0,-3 17-4 0,-1-9 1 15,-4 0 0-15,-1-2-4 0,-1 2-3 0,1-3 3 16,-1 2-4-16,-1-1-8 0,0-1-24 0,0-1-29 16,0 0-48-16,0-1-26 0,3-1-54 0,0 0-206 15,8-2-413-15,-12 2 182 0</inkml:trace>
  <inkml:trace contextRef="#ctx0" brushRef="#br0" timeOffset="98050.04">16897 8288 168 0,'0'0'261'0,"-8"-7"-18"15,8 7-16-15,-5-6-14 0,5 6-17 16,-7-4-17-16,7 4-14 0,-12 1-15 0,12-1-12 15,-20 6-12-15,7 0-8 0,-3 2-2 0,1 0-9 0,-1 1-8 16,-1 4-6-16,3-6-5 0,-3 6-10 0,4 0-6 16,2-1-5-16,-2 1-9 0,4-1-1 15,0 2-6-15,0 1-4 0,6-4-7 0,-1-1-2 0,2 0-2 16,1-1-2-16,2 1-2 0,2 0 1 0,3-1-4 16,3-3-7-16,0 2 5 0,3 0 0 0,8-1-8 15,1-1-7-15,-1-2-22 0,3 0-17 0,4 1-35 16,-5-2-42-16,-3-3-43 0,3 0-43 0,-2-3-46 15,-2 2-213-15,2-1-485 0,1-4 214 0</inkml:trace>
  <inkml:trace contextRef="#ctx0" brushRef="#br0" timeOffset="98201.27">17155 8433 238 0,'0'0'311'0,"0"-8"-13"0,0 8-32 0,0 0-29 16,0 0-26-16,1-6-15 0,-1 6-20 0,0 0-22 15,0 0-19-15,0 0-32 0,0 0-36 0,0 0-47 16,0 0-54-16,0 0-61 0,0-10-63 0,0 10-197 16,0 0-383-16,0 0 170 0</inkml:trace>
  <inkml:trace contextRef="#ctx0" brushRef="#br0" timeOffset="113420.35">11541 9845 5 0,'-10'-1'152'0,"0"-1"-11"0,10 2-3 0,-14 0 17 16,14 0-6-16,-13-3-1 0,13 3-14 0,-7 0-8 0,7 0-10 15,0 0-13-15,0 0-8 0,0 0-9 0,0 0-9 16,0 0-8-16,0 0-7 0,22-7-7 0,-5 4-7 16,6 2-1-16,4 0-5 0,-4 2-8 15,5-1-3-15,3 0-13 0,-3 0-24 0,0 1-30 0,-8-1-26 16,-1 3-25-16,-1 1-29 0,1-1-16 0,-8-2-134 15,1 4-287-15,-4-4 127 0</inkml:trace>
  <inkml:trace contextRef="#ctx0" brushRef="#br0" timeOffset="113601.26">11529 9982 154 0,'-10'-3'166'15,"10"3"-11"-15,0 0-15 0,-9 2-11 0,9-2-19 16,0 0-11-16,0 0-4 0,0 0-14 0,0 0-5 16,34 1-13-16,-16-1-2 0,1 3-28 0,2-2-55 15,0-1-35-15,2 1-44 0,-3 2-96 0,0-3-214 16,13-3 94-16</inkml:trace>
  <inkml:trace contextRef="#ctx0" brushRef="#br0" timeOffset="114289.69">13322 9592 34 0,'-10'-5'135'0,"2"0"4"0,-1 1-4 15,0-3-4-15,2 5-4 0,1-2-1 0,6 4-1 16,-9-6-2-16,9 6-11 0,-8-3-8 0,8 3-12 16,-6-4-12-16,6 4-3 0,0 0-7 0,0 0-5 15,22-7-5-15,-1 3-9 0,5-1-3 0,9-2-7 16,5 3-3-16,14-2-4 0,-18 4-5 0,2-1 2 16,-1 2-8-16,-5 1-11 0,-1 0-31 0,-12 1-25 15,-2 0-29-15,-3 1-19 0,-3-1-22 0,1 1-3 16,-5 0-3-16,-1 2-14 0,0-1-88 0,-6-3-240 15,3 7 107-15</inkml:trace>
  <inkml:trace contextRef="#ctx0" brushRef="#br0" timeOffset="114725.25">13560 9519 4 0,'-7'-5'129'0,"0"2"-9"16,7 3 4-16,-10-4 3 0,4 1-13 0,6 3 6 0,-8-3-13 15,8 3-12-15,0 0-7 0,0 0-8 16,0 0-7-16,-9 10 14 0,9 1-4 0,0 6 0 15,0 2-5-15,2 4-8 0,-2 5 3 0,2-1-6 16,-4 4-4-16,2-3-3 0,-2 0-8 0,-2 0-4 0,4 0-3 16,2 1-8-16,-4-4-1 0,2 0-2 15,0-5-4-15,2-1-2 0,-2-1-1 0,0 0-2 16,-2 0-4-16,2-2-3 0,0-4 2 0,0-1-5 16,0-1-3-16,0-1-2 0,0 0-2 0,0-1 1 0,0-8 4 15,0 10-1-15,0-10-3 0,-3 6 5 0,3-6 0 16,0 0-1-16,-3 8-6 0,3-8 2 0,0 0 4 15,-8 1-8-15,8-1 4 0,0 0-1 0,-18-6-4 16,9 0 1-16,0 2-2 0,0 0 2 0,-3-1 0 16,1 2-1-16,-2-1-4 0,-1 0 0 0,3 2 0 15,-3-1 1-15,1 3 1 0,-1-3 0 0,6 3-2 16,-1-2 0-16,2 1-2 0,7 1-1 0,-14-1 1 16,14 1-2-16,-10-2 0 0,10 2-1 0,0 0 0 15,-9 4 2-15,9-4 2 0,0 0 0 0,0 0 0 16,0 0 4-16,0 0-1 0,19 12 0 0,-7-11 0 15,4 3-1-15,4-4 3 0,2 2-1 0,9 0-3 16,2-2 6-16,-5 3-5 0,3-3-11 0,-4 4-31 16,2-1-27-16,-6 0-37 0,4-3-17 0,-6 2-26 15,-1 0-10-15,0-2-22 0,1 2-93 0,-2-1-296 16,0-4 131-16</inkml:trace>
  <inkml:trace contextRef="#ctx0" brushRef="#br0" timeOffset="115284.36">13991 9997 8 0,'9'-7'172'0,"-6"3"-6"0,-3 4-3 0,4-10 3 16,-4 10 0-16,2-7-4 0,-2 7-8 0,-2-11-7 15,2 11-7-15,-5-11-14 0,1 6-13 0,4 5-12 16,-12-5-9-16,2 4-12 0,-2 1-3 0,1 3-2 0,-4 1-4 16,-2 4-7-16,-1 1-5 0,1 2-12 15,0 0 5-15,2 3-8 0,-1 0 0 0,3 2-7 0,2-1-4 16,-1 0-2-16,4-2-2 0,1 4-3 0,0-2-2 15,4-5-2-15,3 1-2 0,0 0-2 0,3 0-3 16,2-1 6-16,3 0-1 0,-1 1-6 0,4-4-1 16,3 2-12-16,1 0-10 0,-1 0-21 15,1-3-13-15,2-3-19 0,-2 0-15 0,5 0-11 0,-3-1 7 16,0-4-8-16,2 0-1 0,-2 1 8 0,1-3-7 16,0-2 12-16,-2 0 13 0,2-2 2 0,-1 2 2 15,-2-4 15-15,-5 4-3 0,1-4 4 16,-1 3 15-16,-1-2-5 0,-3 0 12 0,1 1 25 0,0-1 7 15,-2 4 8-15,-1 0 20 0,-4 5 11 0,4-10 6 16,-2 6 0-16,-2 4-9 0,0 0-5 0,3-7-2 16,-3 7-5-16,0 0-2 0,0 0 1 15,0 0-2-15,0 0-2 0,-13 21-2 0,9-12 2 0,-2 0-2 16,2-1-1-16,2 2-3 0,-1-3-2 0,3 0-3 16,0 3 2-16,0-3-1 0,3 0 0 0,1 0 0 15,-2-1-3-15,8 1 6 0,0-1 3 0,1-3-6 16,4 0-2-16,0 0 1 0,5-3 4 0,1-1-3 15,-1-2-1-15,0 1-3 0,1-1 1 0,-6-3 3 16,3 0 0-16,-7 1 0 0,3-3 2 0,-5 1-2 16,-3 1 2-16,0-4 1 0,-5 1-4 0,1-1-2 15,-4-1-4-15,1-1 4 0,-7 2-8 0,-1-4 1 16,-1 1-1-16,-2 2-1 0,-2 3-2 0,1 2-2 16,0 0 0-16,0 2 0 0,0 2-17 0,-1-1-8 15,1 5-23-15,1 0-27 0,0 1-42 0,3 2-38 16,0 1-33-16,2 1-182 0,4-3-397 0,1 3 175 0</inkml:trace>
  <inkml:trace contextRef="#ctx0" brushRef="#br0" timeOffset="115563.12">14786 10107 86 0,'4'-4'243'0,"-4"4"-7"0,0 0-10 0,0 0-11 15,0 0-16-15,7-3-19 0,-7 3-18 0,10-3-17 16,-2 2-12-16,4-1-7 0,2 0-12 0,6 0-17 16,1-1-4-16,8 1-3 0,-1-2-8 0,-1 1-9 15,0-1-6-15,1 1 1 0,-9-3 4 0,-1 3-15 16,1 2 0-16,-7 0-7 0,0-1-2 0,0 0-4 16,-1 1 1-16,-4 0-5 0,-2-2 0 15,-5 3-4-15,0 0-4 0,10-1-3 0,-10 1-2 0,8-2-6 16,-8 2-1-16,0 0-9 0,0 0-18 0,0 0-23 15,0 0-42-15,0 0-40 0,0 0-54 0,0 0-46 16,-24 13-233-16,15-10-480 0,0-2 212 0</inkml:trace>
  <inkml:trace contextRef="#ctx0" brushRef="#br0" timeOffset="116432.46">16119 9691 26 0,'6'-8'184'0,"0"-1"8"0,-3 4 0 16,1-2-8-16,-4 7-9 0,4-7-19 0,-4 7-17 16,4-6-13-16,-4 6-17 0,0 0-13 0,0 0-6 15,0 0-11-15,0 0 0 0,-15 28-9 0,-2-8-3 16,-3 2-3-16,-1 2-3 0,-2 2-2 0,-2-1-1 16,4 3-9-16,-2-1-3 0,1 1 2 0,3-4-8 15,-3 1-5-15,2 0 1 0,2-2-1 0,-2-2 0 16,0-2 1-16,1 0-7 0,0-1-4 0,3-4 0 15,0-2-1-15,-3 0 1 0,2-2-8 0,-1-2 2 16,3-1-3-16,2-2 0 0,0-1 3 0,0 0-4 16,1-4 1-16,-1 1-4 0,0-2 5 0,2-1-2 15,3-3-4-15,-3-4 3 0,4 1-3 0,-1-6 0 16,2-2-3-16,2-2 4 0,0-6-4 0,6 5 1 16,5-6-6-16,-2-3 3 0,4 2-2 0,5 3 1 15,0 0-2-15,2-1 3 0,-1 3-4 0,3 1-4 16,-7 6 0-16,5-2 3 0,-1 5 0 0,2-1-6 15,-2 4 4-15,2-2-2 0,-6 7 2 0,7-2 1 16,-5 3-1-16,1 0-6 0,3 2 3 0,-5 2 1 16,6 2 0-16,0 2 0 0,-1 1-2 0,1 2-1 15,-2 2 6-15,6 3 1 0,-5-2-2 0,3 6 4 0,-3-3-4 16,1 3 4-16,1 0 1 0,-3 1-3 0,-3-4 3 16,0 1-1-16,-2 0 0 0,0-1-2 15,-2 3 1-15,-2 0 3 0,3-1-2 0,-2-4 0 16,-1 3-10-16,1-2-20 0,-3-2-32 0,1 0-39 0,-2 0-52 15,-1 1-42-15,3-2-41 0,-4 1-133 0,1-2-396 16,2-2 176-16</inkml:trace>
  <inkml:trace contextRef="#ctx0" brushRef="#br0" timeOffset="116693.49">16600 9861 1437 0,'-1'-10'12'0,"-3"-2"62"16,2 1-22-16,-1 1-5 0,1 1 23 0,-1 1-13 15,3 8-2-15,-2-12-13 0,2 12-5 0,-2-10 0 16,2 10-7-16,0-7-5 0,0 7-1 0,9-8-8 16,0 2 2-16,-1 2-3 0,3 0-3 0,6 0 0 15,1-1 0-15,1 1 0 0,2 0-2 0,-1 3-3 16,-1 0 3-16,0 1-16 0,2 0-13 0,-5 1-25 15,0-1-24-15,-4 0-28 0,1 1-9 0,-1 1-17 16,-1-2-12-16,-3 1-10 0,-1 0-88 0,-7-1-249 16,11 2 111-16</inkml:trace>
  <inkml:trace contextRef="#ctx0" brushRef="#br0" timeOffset="117082.43">16801 9726 17 0,'0'0'144'0,"0"0"1"0,-9-4-7 16,9 4-9-16,0 0-15 0,0 0-11 0,0 0-8 15,0 0-14-15,-7 7 11 0,7 1 8 16,-2 3-4-16,2 5 7 0,-1 2-5 0,0 1-8 0,-1 6-10 16,2 4-1-16,-2-2-4 0,2 1-7 0,-2-2-1 15,-1 0-3-15,3 0-7 0,-2-7-4 0,4 5-6 16,-2-5-5-16,1-1-3 0,-1-1-2 16,0 1-2-16,0-7-8 0,1 1-1 0,-1-1 1 0,0-1-6 15,0 1 1-15,-1-5 0 0,2 1-3 0,-1-7-2 16,-1 12 0-16,1-12-2 0,-1 11-1 0,1-11-4 15,-4 5 4-15,4-5 1 0,-5 4 2 0,5-4-7 16,-10 0-1-16,10 0-2 0,-13-2 0 0,13 2 2 16,-18-5-2-16,11 1-3 0,-3-1 4 0,5 3-4 15,-1-2 1-15,-1 1-1 0,7 3 1 0,-11-7-4 16,7 4 1-16,4 3 2 0,-9-4-2 0,9 4 3 16,-5-5-3-16,5 5-2 0,0 0-1 0,0 0 0 15,0 0 3-15,0 0-4 0,0 0 1 0,0 0 0 16,0 0 0-16,23-4 3 0,-10 4 0 0,-2 1-2 15,5 1 1-15,3-2-2 0,1 3 1 0,8-3-18 16,3 3-30-16,-3 0-49 0,2-1-29 0,-2 0-37 16,-8-2-32-16,7 2-142 0,-7-4-364 0,2 2 162 15</inkml:trace>
  <inkml:trace contextRef="#ctx0" brushRef="#br0" timeOffset="117500.22">17278 10079 51 0,'0'0'171'0,"0"-11"-7"16,0 11 0-16,-4-10 6 0,0 5-12 0,4 5-6 16,-9-10-13-16,3 6-7 0,-2 4-7 15,0-2-8-15,-4 2-14 0,1 0-5 0,-6 5-12 16,0 1-4-16,-1 1-7 0,3 3-7 0,0 0-3 0,2 1-9 16,-1 2-9-16,6-3-1 0,-1 3-3 0,4-2-6 15,1 0-4-15,3-1 1 0,1 0-3 0,3 1-4 16,4-3 0-16,1 1-1 0,3-2-2 0,4 1-2 15,3 1-1-15,2-4-4 0,8 0-1 0,-2-3 2 16,-4-1-6-16,-4-1 3 0,0 0-1 0,-5-1-2 16,-1-1 0-16,-1 2 0 0,-3-2-3 0,-8 2 5 15,12-1-3-15,-12 1-2 0,9-1-1 0,-9 1-1 16,0 0-3-16,0 0-2 0,0 0 0 0,0 0 1 16,0 0-1-16,-40-5-5 0,21 9 0 0,-4 1 6 15,-2 1-4-15,-2 2 3 0,-1 1 0 0,2 1 3 16,7-1 4-16,1-1-1 0,-1 2 1 0,6-1 0 15,-2 3-1-15,6-5-3 0,3 2-2 0,-2 0 3 16,5 1 2-16,3-2 2 0,2 2-3 0,5-3 3 16,4 1 0-16,4 1 0 0,5-3-1 0,12 0 2 15,2-2-5-15,1-1-13 0,4-3-21 0,-1 1-27 16,-1-2-43-16,-2-2-30 0,-2-1-48 0,-2 0-48 16,-10 1-146-16,0-1-402 0,-3-2 178 0</inkml:trace>
  <inkml:trace contextRef="#ctx0" brushRef="#br0" timeOffset="175092.55">8284 11087 44 0,'-2'-12'110'0,"2"-2"-6"16,2 2 6-16,-4-1 13 0,5-4-1 0,-4 1-9 0,1 4 14 15,0 0-6-15,0 4 8 0,0-1 2 0,0 9-9 16,0-12-9-16,0 12-9 0,0-7-13 0,0 7-14 16,0 0-5-16,1-12-10 0,-1 12-10 15,0 0-4-15,0 0-6 0,0 0-4 0,0 0-6 0,-7 27 0 16,5-12-5-16,0 4 0 0,0 2-7 0,-2-2-1 15,0 7-1-15,4-2-4 0,2-6 1 0,0-1 1 16,2-1-2-16,0 0-4 0,0-1-3 0,-2-4 1 16,2-1 0-16,3-1-1 0,-5 1-1 0,6-4 0 15,-3 1-2-15,0-2 5 0,3-1-4 0,-1-1 4 16,5-2-2-16,-2 1-2 0,3-4 3 0,-3 1-2 16,2-2-2-16,-1-4 2 0,-1 1 0 0,-1 0-1 15,-2-1 1-15,0-2-2 0,-2 1-2 0,0-3 3 16,-2 1-5-16,1 1 4 0,-3 2-6 0,2 0 3 15,-2 1 1-15,-1 6-4 0,5-9 0 0,-5 9-3 16,3-5-2-16,-3 5 5 0,0 0-2 0,0 0-4 16,0 0 3-16,14 14 0 0,-9-4-2 0,-1-1 3 15,3 1-2-15,0-1 5 0,0 2-4 0,2 3 4 16,4-2 3-16,-1 0-1 0,2 0-1 0,-2-1-1 16,4-3-1-16,-2 1 5 0,2-4 0 0,-3-1-3 15,0 0 3-15,1-2-1 0,-1 1 1 0,-1-2-1 16,1-2-1-16,-1-2-6 0,-1 1-7 0,-2-2-12 15,-2 0-10-15,0-5-6 0,0 1-3 0,-3-1-11 16,-2-4-16-16,-1-3 1 0,-3-3 6 0,-3 1 2 16,-2-5 6-16,-1-1 7 0,-3 1 7 0,3 5 10 0,3 0-4 15,-2 0 12-15,3 2 14 0,0 5 5 16,2 3-1-16,-1 2-2 0,0-1 2 0,3 7-6 16,-2-7-2-16,2 7 5 0,0 0 5 0,5-10 2 15,1 8 0-15,-6 2-6 0,19-7 9 0,-6 5-1 16,8-3-2-16,2 1-9 0,-3 0 12 0,6-2 4 0,-5 2-3 15,-3-1-10-15,0-1 8 0,-6 2-1 0,0 0 8 16,0-1 6-16,-3 1 12 0,-1 0 4 16,-2-1-4-16,0 0-1 0,1-2 4 0,-2-1 1 15,0 3 7-15,-1-1-4 0,-3-1 1 0,3 0-3 0,-3-2-9 16,1 2 7-16,-2 7 2 0,3-10-6 16,-3 10-1-16,2-9-6 0,-2 9-7 0,0 0-2 15,0 0 2-15,0 0-3 0,0 0 0 0,9 29 3 16,-7-12 0-16,-2 8 5 0,0 2-2 0,-1 2 2 0,0 1-7 15,1 0 0-15,-2-3 2 0,1 1 0 0,0-2-1 16,0-6-3-16,2 0 4 0,-2-2-6 16,2-1 1-16,0-4 0 0,2-2 0 0,-3-1-3 0,0-2-1 15,0-8 5-15,0 11 0 0,1-7-1 0,-1-4-2 16,4 10 2-16,-4-10 1 0,0 0-4 0,3 3-4 16,-3-3-1-16,0 0-2 0,22-15-3 0,-12 7-3 15,2 2 0-15,5-4-1 0,-5 0 0 0,1 4 2 16,0 2 1-16,-3 0-3 0,2 0 3 0,-2 2 0 15,2-2 1-15,-1 3-7 0,0 0 14 0,2 1-2 16,0 0 4-16,5-2-6 0,2 1 4 0,1 0 1 16,-2-2 0-16,3-1-2 0,-1 2 1 0,2-2 3 15,-2-1-2-15,6-3-3 0,-7 2 3 0,-2 0-1 16,1 0 1-16,-1-1 3 0,-3-2-1 0,-4 2 2 16,-1-1-1-16,-2 2-5 0,-2-3 7 0,0 0-4 15,1-1-2-15,-4-1-3 0,-1 3 2 0,-1-5 1 16,-1 2-6-16,-3 0-2 0,1 1 5 0,-2 1-3 15,0 1 3-15,-1 3-8 0,1-2 3 0,4 7-1 16,-10-1 4-16,10 1-2 0,-16 7 9 0,5 0-5 16,-1 5 6-16,-1 2 2 0,1 2-1 0,1 1-1 15,4 0 1-15,1 1 3 0,0-2-2 0,2 3-1 16,1-2 2-16,6 0-5 0,-2 0 4 0,3-4 0 16,1 1-5-16,1-3 3 0,1 0-1 0,2-3 5 15,2 4-3-15,-2-4 6 0,3-2-8 0,-2-1 2 16,3-1 1-16,-1-3 1 0,0 1 1 0,-2-2 0 15,3 0-7-15,-3-3 8 0,2-1 1 0,-1-1-2 16,-2 0-2-16,4-2 2 0,-4 1-1 0,4-7 0 16,-2 4 0-16,1-2-4 0,3-2 1 0,-4-2 0 15,1 2-3-15,2-3 1 0,0 1-5 0,0 2 4 16,-1 2-3-16,1 2 2 0,-4 2-2 0,-1 6 0 0,0-1-4 16,-1 2 4-16,-8 0 1 0,15 3 0 15,-5 1 0-15,-1 2-2 0,-1 3 7 0,1 1 0 16,0 0-1-16,-3 1 2 0,3-2 0 0,4 3 2 15,-4-3-4-15,4 1 0 0,-3-2 4 0,1-2-1 0,2 0-1 16,1-3 2-16,-2 2 2 0,2-3-2 16,0 0 1-16,5-2-1 0,-4-3-1 0,5 1 1 15,-8-2 1-15,2 0-4 0,-2-2 3 0,1 0-4 16,-3-2 4-16,1-5 0 0,-3 5-1 0,0-3 0 0,-4 0 3 16,-2 0-4-16,1-5-2 0,-2 2-2 0,-2 4 3 15,-2-1-1-15,2 0 2 0,-2 2-4 0,1 3 7 16,2 6-6-16,-12-7 5 0,12 7-4 0,-18 4 9 15,6 2-1-15,-4 2 1 0,0 3 0 0,2 4-3 16,-6 3 1-16,9-2-3 0,2 1-8 0,-1 0-19 16,6 1-33-16,1-2-56 0,7-1-49 0,3 2-205 15,8-2-394-15,9-1 175 0</inkml:trace>
  <inkml:trace contextRef="#ctx0" brushRef="#br0" timeOffset="175496.54">11024 10932 61 0,'1'-6'276'0,"-1"6"-29"16,0-7-26-16,0 7-20 0,0 0-3 0,0 0-17 16,-22 27-1-16,5-6-8 0,-4 4-10 0,-11 11-9 15,6-9-19-15,-7 10-13 0,8-11-17 0,-1-1 1 16,5 1-20-16,2-5 0 0,-1 1-12 0,6-2-7 15,1-6-5-15,0 0-11 0,2-2-2 0,3-3-3 16,-2-3-1-16,1-1-1 0,1 0-6 0,-2-1-6 16,2-2-2-16,-2 0 1 0,0-3-4 0,0-2 1 15,1-2-9-15,0-1-1 0,-1-2-2 0,2-1 1 16,1-2-3-16,-1-2-2 0,3-3-2 0,2-2-1 16,2-7-7-16,2-1 2 0,7 2-2 0,2-2 1 0,1 3-3 15,5 0 1-15,-1 1-2 0,3 3 3 16,-3 6-5-16,3 3 0 0,-3 3-3 0,2 4 1 15,1 1-1-15,1 4 3 0,-1 5 4 0,-4 1 8 16,4 3 0-16,-5 5 15 0,-3-1-7 0,5 7 1 0,-6-4-3 16,1 5-2-16,1 4 1 0,-5-1 2 0,3 0-6 15,-3-7-18-15,1-1-33 0,-1 1-37 16,1-1-68-16,5-1-67 0,5 2-56 0,-6-5-189 16,5-1-497-16,7 1 221 0</inkml:trace>
  <inkml:trace contextRef="#ctx0" brushRef="#br0" timeOffset="176119.16">11839 11201 30 0,'7'-7'179'15,"-3"2"4"-15,2 1-7 0,-1-3-1 0,0 0-8 0,4 0 0 16,-4 0-3-16,0 1 5 0,1-4-14 0,-2 2-14 15,3-2-16-15,0 0-11 0,-3-3-13 16,4-1-7-16,-4 0-7 0,2 0-4 0,-4 1-5 16,1 1-6-16,-2 1-4 0,1 2-7 0,-1 1 0 0,0 0-4 15,-1 8-7-15,0-12-6 0,0 12-2 0,-1-8-10 16,1 8-4-16,0 0 0 0,0 0-5 0,0 0-1 16,0 0-5-16,-18 22-1 0,12-10-1 15,-2 6-1-15,2-1-5 0,1 1-1 0,3 0 0 0,0-3 4 16,4 2-2-16,1-3-3 0,4-2 3 0,0-1 1 15,6 0-5-15,2-2 4 0,5-2-4 0,6-3 1 16,3-1 0-16,4-6 1 0,1-1-5 0,-1-2 7 16,-1-4-9-16,-3 0 6 0,-2-1-3 0,-9 3 2 15,0-2 3-15,0 0-6 0,-5-4 1 0,1 3-1 16,-3-2-3-16,-4 2 5 0,0 1-2 0,-2-5 1 16,1 2-1-16,-4 4 2 0,1-1-4 0,-2 4-2 15,-1 6 1-15,1-11-1 0,3 6-1 0,-4 5-2 16,0 0-4-16,0 0 5 0,0 0 8 0,0 0 3 15,0 0-1-15,-6 26 3 0,3-9 1 0,1-1 1 16,0 3-2-16,-3 6 0 0,3 0-2 0,0-6 3 16,0 1-5-16,2-1-1 0,-2 0 2 0,-1-1-7 15,1 0-12-15,0-1-12 0,2 0-32 0,-1-2-47 16,-3-3-42-16,2-1-53 0,-3-1-39 0,-1-1-187 16,-2-1-460-16,2-3 204 0</inkml:trace>
  <inkml:trace contextRef="#ctx0" brushRef="#br0" timeOffset="176293.69">11909 10932 161 0,'-2'-8'256'16,"0"1"-26"-16,-1 2-28 0,3 5-21 0,-4-11-19 15,4 11-26-15,0 0-26 0,0 0-30 0,0 0-57 16,0 0-30-16,12-4-55 0,-2 6-45 0,-1 3-121 15,9-1-246-15,-2 0 108 0</inkml:trace>
  <inkml:trace contextRef="#ctx0" brushRef="#br0" timeOffset="176864.54">13475 11027 177 0,'2'-8'214'0,"-2"0"-5"0,0 8-15 16,0-10-18-16,0 10-18 0,4-7-20 0,-4 7-11 16,0 0-1-16,0 0-17 0,0 0 8 0,3 23 1 15,-1-7-8-15,-4 4-5 0,0 5-7 0,-3 4-4 16,0-3-11-16,1 3-6 0,-3-4-5 0,3 0-8 15,-1-6-3-15,3 0-3 0,-2 6-9 0,2-6-2 16,-4-2-10-16,6-1-1 0,-2 0-5 0,0 0-7 16,4-3-16-16,-2-2-22 0,0 3-30 0,0-4-36 15,2 1-28-15,-2-1-36 0,2-5-19 0,2 2-32 16,-4-7-4-16,4 9-130 0,-4-9-355 0,2 3 157 16</inkml:trace>
  <inkml:trace contextRef="#ctx0" brushRef="#br0" timeOffset="177071.57">13472 11298 81 0,'-4'-7'94'16,"4"7"-9"-16,-5-5 6 0,5 5 10 0,0 0-8 15,-4-7 1-15,4 7-4 0,0 0-3 0,0 0-10 16,0-7-6-16,0 7-4 0,0 0-7 0,0 0-8 16,0 0-3-16,0 0-3 0,0 0-3 0,0 0-7 15,-2-8-2-15,2 8-7 0,0 0 4 0,0 0 1 0,0 0-5 16,0 0-12-16,0 0-13 0,0 0-9 0,0 0-22 15,-19 5-7-15,19-5-9 0,-8 6-19 16,3-2-2-16,5-4-21 0,-11 5-13 0,11-5-76 16,-7 5-190-16,7-5 85 0</inkml:trace>
  <inkml:trace contextRef="#ctx0" brushRef="#br0" timeOffset="177460.16">13654 10936 144 0,'-4'-7'128'0,"-3"1"-3"16,1 0 1-16,-1 2-8 0,-3 1-17 0,-1 1 8 15,-3 2-1-15,3 2-5 0,-6 5-8 0,-1 2-5 16,1 4-3-16,2 1 3 0,-5 8-6 0,5 3-4 16,-2 1-3-16,4 4-1 0,1 0 0 0,4 1-1 15,1 3-4-15,1-2 1 0,1 0-2 0,2 1-5 16,1-2 0-16,0 1-5 0,4-1 0 0,3-2-6 16,-8 0-3-16,6 1-8 0,-3-5 0 0,0 3-5 15,2-8-4-15,-2 7 1 0,0-2-7 0,-5-7-1 0,5 0-3 16,0 0-3-16,-2-1 0 0,0-4-12 15,0 3-8-15,-1-6-7 0,1 1-10 0,0 0-22 16,-2-3-21-16,4-2-25 0,-5 0-25 0,5-6-31 16,0 9-16-16,0-9-32 0,-6 3-144 0,6-3-358 0,0 0 158 15</inkml:trace>
  <inkml:trace contextRef="#ctx0" brushRef="#br0" timeOffset="178048.37">13513 11332 38 0,'17'-5'150'0,"2"1"9"0,-1 2-1 0,-1 1-11 0,-3 2-11 15,0 0-7-15,-1 2-10 0,1 2-7 0,1 1-8 16,-3 2-8-16,-2-1-8 0,-3 3-1 0,3 2-5 16,-6 0-4-16,1 3-3 0,-5-2-10 0,-1 2-5 15,-1 0-4-15,-2 1-5 0,-1 0-5 0,-2-6-1 16,0 3-12-16,-1-1 5 0,1-3-7 0,-2-2-1 15,0 0-1-15,3-4-3 0,1 2-10 0,-2-1 6 16,7-4-3-16,-11 1-1 0,11-1-3 0,0 0-1 16,-13-3-5-16,13 3-4 0,-2-8-6 0,2 8-3 15,6-22-9-15,-2 12-2 0,5-6 0 0,0-2-1 16,5 2-4-16,3-4 4 0,2 0-2 0,1-2 4 16,-2 3-4-16,6 2 8 0,-5-1-6 0,-2 6-1 15,2 1 8-15,-4 0 0 0,-3 4-2 0,-4 1-1 16,1 1 5-16,1 2-4 0,-6 3 4 0,-4 0 7 15,11 2 8-15,-11-2 6 0,9 8 9 0,-4 1 9 16,-3 1 7-16,-4 2-2 0,2 4 2 0,-5 0 1 16,2 1 0-16,1-2-7 0,-2 1-2 0,0 2-1 15,3-6-3-15,0 0-2 0,-2 0-4 0,3-1-3 16,0-1 1-16,0 0 1 0,3-2-7 0,-2 0 7 0,2-2-4 16,1-2-2-16,3 0 0 0,-7-4 0 15,18 1-5-15,-9-2 3 0,2-2-2 0,-2 0-1 16,0-2-1-16,1-1-1 0,-1-2-1 0,-1 0-2 15,-1-2-4-15,-3-3-1 0,1 3-4 0,-1-2 1 0,-1-2-5 16,1 2 6-16,0 1 2 0,-3 3-1 16,0-1 2-16,0 3 6 0,1 1-3 0,-2 5-3 15,4-10 1-15,-4 10-2 0,0 0 0 0,0 0 7 16,0 0 6-16,0 0 0 0,0 0 0 0,3 30-1 0,-3-20-3 16,-3 2 4-16,3 4-1 0,0 1-2 0,0 0-7 15,0 1-14-15,3-3-21 0,-1 0-29 16,0 1-25-16,-1-4-33 0,1-4-25 0,4 3-26 15,-3-5-26-15,5 1-142 0,-3-1-367 0,6-3 164 0</inkml:trace>
  <inkml:trace contextRef="#ctx0" brushRef="#br0" timeOffset="178251.23">14308 11315 15 0,'-8'-7'202'16,"2"3"-3"-16,-1 1-10 0,-1 2-5 0,8 1-8 15,-23 5-5-15,7 3-12 0,1 1-7 0,1 2-14 16,-1 1-12-16,0 1-11 0,4 2-14 0,1 0-9 16,3 0-5-16,0 0-8 0,4 0-12 0,3 2-10 15,0-2-15-15,3-3-22 0,5 2-26 0,0-5-39 16,1-2-34-16,11-2-45 0,0 0-11 0,3-5-39 16,8 2-128-16,-2-2-326 0,-1-2 144 0</inkml:trace>
  <inkml:trace contextRef="#ctx0" brushRef="#br0" timeOffset="178490.34">14648 11053 144 0,'1'-9'255'0,"-1"2"-27"0,0 7-23 0,0-9-22 0,0 9 6 16,0 0 9-16,0 0-1 0,-4 35-14 0,-1-11-5 15,-4 3-4-15,1 2-15 0,1 1-8 16,-1 1-19-16,2-3-18 0,-2 2-8 0,1-1-10 15,4 0-7-15,-2-3-11 0,3 0-9 0,0 2-3 0,2-1-15 16,0-8-18-16,2-1-24 0,-2-3-20 0,2 1-22 16,-2-1-41-16,0-3-33 0,2-3-13 0,-2 3-19 15,0-7-23-15,0-5-5 0,0 10-20 16,0-10-9-16,0 0-8 0,0 0-111 0,0 0-340 0,0 0 150 16</inkml:trace>
  <inkml:trace contextRef="#ctx0" brushRef="#br0" timeOffset="178737.12">14534 11401 15 0,'-8'-18'84'0,"-1"3"12"0,2-3 8 0,0 4 25 15,0 3-10-15,-2 1 3 0,5 2 4 0,3-1-6 16,-2 5-6-16,3 4-15 0,0-12-10 0,0 12-3 16,0 0-13-16,10-7-4 0,4 3 5 0,7 1 6 15,3-1 1-15,7 0 1 0,2 0-8 0,1 1-3 16,-3-1-2-16,0 1-2 0,1 0-5 0,-7 3-5 16,-4 0-1-16,2-2 4 0,-8 2-8 0,-1 0-5 15,-1 0-7-15,-3 2 1 0,-2-2-8 0,-1 3 1 16,0 0 1-16,3 1 9 0,-5-1-4 0,0 3 1 15,-2 0 3-15,1 1 5 0,-2 3 5 0,0-1-5 16,0 1-7-16,-2 1 2 0,-2-1-9 0,2 2-1 16,-2 0-5-16,-2-2-20 0,2 4-31 0,-1-2-38 15,1-2-39-15,0 2-35 0,2-2-29 0,0 0-29 16,0-1-44-16,0-9-126 0,0 0-391 0,2 18 173 16</inkml:trace>
  <inkml:trace contextRef="#ctx0" brushRef="#br0" timeOffset="178903.43">14804 11042 27 0,'2'-6'139'16,"-2"6"-33"-16,0 0-27 0,0 0-25 0,13 14-26 15,-8-6-29-15,5 6-20 0,2-1-11 0,1 1-32 16,6 4-68-16,4-2 30 0</inkml:trace>
  <inkml:trace contextRef="#ctx0" brushRef="#br0" timeOffset="179392.05">15123 11236 39 0,'0'0'148'0,"7"3"-8"0,-7-3-6 0,0 0-5 16,0 0-4-16,1 6-4 0,-1-6 16 0,0 0 4 16,-10 11-7-16,7-5-1 0,0 0-6 0,0 1-6 15,-1 2-9-15,-1 1-5 0,1-3-10 0,3 2-10 16,-1 1-8-16,0 0-5 0,2-10-14 0,2 15 0 15,-2-7-6-15,2-3-5 0,0 1-1 0,-2-6-4 16,5 11-9-16,0-8 1 0,-5-3-6 0,7 8 2 16,-7-8-3-16,6 2-1 0,-6-2-4 0,0 0-1 15,11-2 1-15,-11 2-11 0,8-5-4 0,-8 5-5 0,4-10-7 16,1 3-5-16,-2-1-3 0,1-2 6 16,-3 0-4-16,3 0-2 0,2-1-7 0,-2 0-2 15,2 1-2-15,-1 0 5 0,1 1 1 0,0 1-3 16,-2 3 0-16,1 1 4 0,1 1-1 0,-6 3 3 0,13-1 5 15,-13 1 1-15,14 8 17 0,-4-3 2 16,-3 3-2-16,1 1 4 0,-1 1 8 0,-2 0-2 0,2 3-3 16,-2-3 6-16,0 2-1 0,0-1 7 0,-1 0-7 15,2-1 1-15,-3-1-5 0,-1-2 7 0,2-2-8 16,-4 0 1-16,0-5 1 0,5 7 16 0,-5-7-6 16,0 0-2-16,4 5-2 0,-4-5-5 0,0 0-1 15,0 0-1-15,0 0-2 0,18-12-1 16,-10 7 1-16,0-4-5 0,1 2-3 0,2 0-2 0,1-1-4 15,3-2 1-15,-1 3-5 0,-3 2 2 0,1-1-2 16,-2 1-3-16,-1 2 2 0,-3 0 2 0,3 3-4 16,-9 0 5-16,14 1 5 0,-6 3-5 0,-3-1 0 15,3 4 2-15,-5-1-1 0,1 0 3 0,-1 3 0 16,1 1 1-16,-3 0-3 0,0 0-3 0,-1-1-31 16,0 3-37-16,2-2-58 0,-1 1-56 0,1-1-71 15,-2-10-156-15,9 13-445 0,2-7 197 0</inkml:trace>
  <inkml:trace contextRef="#ctx0" brushRef="#br0" timeOffset="179937.61">16180 11168 27 0,'3'-6'271'0,"-3"6"-29"15,0 0-17-15,0 0 3 0,0 0-3 0,0 0-12 16,0 0-9-16,-13 32-18 0,5-18-14 0,0 1-20 15,1 2-12-15,2 1-17 0,2-1-8 0,3-1-12 16,0 1-8-16,3-3-9 0,2-1-4 0,5 1-11 16,2-2-3-16,2-2-9 0,1-3-5 0,-2-2-3 15,-1 0-8-15,3-1-2 0,-2-2-1 0,0-2-6 16,1-2-7-16,-3 0-6 0,-1-1-5 0,0-1-2 16,-1-1-7-16,-1-2 6 0,-3-2-20 0,-3 1-7 0,1-2 5 15,-2-2-14-15,-2-1-1 0,-2-2 3 16,-2 3 2-16,1 1-1 0,-1-2 3 0,-1 3 0 15,-2 1 12-15,5 0-4 0,-3 1 5 0,2 2-1 16,4 6-6-16,-3-8 1 0,3 8 1 0,0 0 0 16,0 0 3-16,7-8 0 0,-7 8 2 0,21-2-2 15,-6 1-1-15,7-1 1 0,-1 2-1 0,8-1-5 16,-1-2 2-16,0 0 3 0,-6 1 2 0,-1-3-3 16,0 1 5-16,-3-1-2 0,-2-4 3 0,-4 4 0 0,3-5 0 15,-5 2 2-15,-3-1 1 0,-1-2-3 16,-1 0 4-16,0-1 2 0,0-1 2 0,-3 0-1 15,0 3 3-15,-2 0 4 0,3 0 5 0,-2 3 6 16,-1 7 4-16,0-11-7 0,0 11-2 0,1-7-5 0,-1 7-4 16,0 0 3-16,0 0 18 0,-2 28 11 0,-2-10 3 15,-2 9 8-15,-3 0 10 0,1 5-6 0,0 0-1 16,-1-2 3-16,1 1-12 0,-3 2-2 16,1 0-3-16,-1-1-1 0,3-1-5 0,-1 2-6 15,1 0-1-15,2-3 3 0,-1-2-9 0,1 0-6 0,3-2-15 16,1-7-27-16,-1 0-32 0,2-4-26 0,-1 1-32 15,0-3-42-15,0 0-40 0,2-4-54 16,-1 0-27-16,-2-2-197 0,0-3-514 0,3-4 227 0</inkml:trace>
  <inkml:trace contextRef="#ctx0" brushRef="#br0" timeOffset="180088.96">16474 11426 185 0,'0'0'208'0,"1"-9"-24"0,-1 9-21 0,7-8-14 16,-2 4-8-16,2 0-24 0,4 0-30 0,2 1-34 16,4-5-34-16,5 2-78 0,4 1-54 0,-6-1-76 15,9 1-205-15,1 2 90 0</inkml:trace>
  <inkml:trace contextRef="#ctx0" brushRef="#br0" timeOffset="180465.16">17259 11178 24 0,'5'-2'169'15,"-5"2"-10"-15,4-5-9 0,-4 5-6 0,0 0 9 0,0 0 17 16,7 10 3-16,-5 0-1 0,-2 7 6 0,-4 7-12 16,0-5 0-16,-4 9-15 0,2 0-7 15,-2 4-16-15,0-3-6 0,1 0-14 0,1 2-9 0,-1-2-7 16,2-1-11-16,0-1-10 0,0-3-5 0,2-5-8 15,-1-2-12-15,2 0-14 0,1-1-23 0,-1-4-30 16,-2-2-33-16,3 0-36 0,0-2-40 0,0 0-37 16,1-8-35-16,-2 9-26 0,2-9-129 0,-4 5-386 15,4-5 170-15</inkml:trace>
  <inkml:trace contextRef="#ctx0" brushRef="#br0" timeOffset="180997.96">17167 11473 92 0,'1'-11'132'0,"1"2"-16"0,1 1-11 15,-1-4-9-15,2 3-6 0,2 1-12 0,1-1-8 16,6-3-1-16,0 0-9 0,2 4-2 0,0-4 1 16,3 3-5-16,0-3 4 0,1 2 1 0,-1-2-8 15,0 2 7-15,0-2 13 0,-4 3-5 16,-1-2-5-16,0-2-4 0,-2 3 2 0,-1 1 2 0,-2 4 2 16,-2-3 8-16,-2 4-5 0,2-1-6 0,-6 5-12 15,7-6-6-15,-7 6-6 0,5-3-5 0,-5 3 7 16,0 0 12-16,5 20 3 0,-3-9 6 0,-4 2-8 15,1 5-3-15,-2-1-3 0,0 9-1 0,0-1-5 16,-4-1-4-16,4-6-7 0,-1 6 2 0,-1-5-4 16,2 1-1-16,1-2-4 0,-1-1-1 0,2-6-2 15,1 0-3-15,-1-3 1 0,-1 0-5 0,2-8-2 16,-1 13 3-16,1-13-3 0,1 9 1 0,-1-9 0 16,0 0 0-16,3 4-6 0,-3-4 4 0,0 0-4 15,0 0 0-15,17-9-4 0,-11 4 3 0,5 0 1 16,0 1-4-16,-4 2-1 0,3-1 1 0,-2 3-4 15,3 1-1-15,-11-1-1 0,13 2 7 0,-4 1-2 16,1 2 0-16,0 0 3 0,-1 1 3 0,0-3-5 16,3 2 3-16,1 0-3 0,-1 1 4 0,7-3 0 15,-1 1 4-15,0-1-4 0,-2-3 4 0,-2-1-5 16,0-1 1-16,-1 1-5 0,-1 0 6 0,2-4-1 16,-3-2-1-16,1 0-2 0,-5-2 3 0,2-3 1 0,-2 2 2 15,-2 0-7-15,-2-2 4 0,0 2 2 16,0-2-1-16,-5 3-2 0,0-3-2 0,-1 3 0 0,-1 2 1 15,-2-1-5-15,-2 4 4 0,-3 1 0 0,-4 1-1 16,-3 4 3-16,-3 4 5 0,3 2-3 16,0 3-2-16,-3 5 2 0,0 3 0 0,10-3-2 0,0 0-11 15,3 2-28-15,4 0-33 0,4 1-35 0,10-1-25 16,9 1-19-16,12-1-34 0,23 4-29 0,8-5-136 16,31-3-375-16,1 2 166 0</inkml:trace>
  <inkml:trace contextRef="#ctx0" brushRef="#br0" timeOffset="181300.33">18524 11073 110 0,'5'-9'228'0,"-3"3"-29"0,1 3-16 0,-3 3 1 16,0 0 2-16,0 0 2 0,16 12 2 0,-13 1-3 16,4 4-12-16,0 8-9 0,-5 4 4 0,0-1-11 15,-1 5-14-15,-3-2-11 0,-3 1-10 0,1-2-14 16,-1 1-10-16,-3-2-10 0,2 0-8 0,1 1 6 16,-3-2-17-16,-1-2-9 0,4-7-7 0,1 1-5 15,-2-1-18-15,1-4-18 0,-2-2-22 0,2-2-26 16,0 0-37-16,-1-1-40 0,-1-1-38 0,3-3-61 15,-2 1-33-15,1-3-200 0,5-4-480 0,-10 4 213 16</inkml:trace>
  <inkml:trace contextRef="#ctx0" brushRef="#br0" timeOffset="181664.31">18308 11394 129 0,'-3'-6'166'0,"3"6"-14"0,-6-6-17 16,6 6-11-16,0 0-5 0,0 0-7 15,0 0-4-15,22-9-1 0,-6 7 2 0,6 0-10 16,7 2-9-16,2 0-6 0,1 0 1 0,0 0-6 0,-3 2-5 16,-7-1-7-16,0 2-9 0,-2-2 1 0,-2 1-5 15,-6 3-3-15,0-1-9 0,-3 0-1 16,0 0-4-16,-3 0-2 0,-1 0-4 0,1 0-3 0,-1 2 3 16,0-1 8-16,0 0-2 0,1 2-2 0,0-2-5 15,1 1 2-15,1 0-3 0,0 1-4 0,3-1-1 16,0 2-1-16,0-4-5 0,4 0 3 0,1-1-2 15,-2-3-4-15,4-2 7 0,2 1-6 0,-2-3-4 16,-1 0 4-16,-1-4-5 0,-4 3 3 0,-2 0 12 16,-1-2 2-16,-3-3-4 0,-1 1 0 0,-5-1-5 15,0-1-2-15,-5 0-2 0,-1-3-2 0,-7 0-4 16,-2 4-1-16,-4 0-1 0,1 1 2 0,-10 1-4 16,6 3-2-16,0 2-5 0,-6 3-11 0,7 0-12 15,0 1-22-15,1 4-22 0,1 0-26 0,0 4-29 16,10-3-30-16,-2 3-36 0,5-1-182 0,-3 1-403 15,7 0 178-15</inkml:trace>
  <inkml:trace contextRef="#ctx0" brushRef="#br0" timeOffset="181927.3">19122 11193 239 0,'3'-11'265'0,"-1"2"-5"15,-1 4-12-15,-1 5-22 0,3-11-31 0,-3 11-20 16,0 0-18-16,0 0 5 0,0 0-5 0,9 19-3 16,-7-7-3-16,-2 7-12 0,0 5-7 0,-2 0-5 15,2 3-6-15,-4-2-13 0,0 0-8 0,0-1-9 16,2-5-9-16,-3 3-11 0,1 4-5 0,4-6-6 16,-1-3-1-16,-1 1-12 0,1-2-17 0,0 0-22 15,-3-4-26-15,1-3-21 0,1-1-27 0,1-1-40 16,-1 0-38-16,0-1-30 0,2-6-37 0,-3 9-27 15,3-9-23-15,-6 4-135 0,6-4-428 0,0 0 189 16</inkml:trace>
  <inkml:trace contextRef="#ctx0" brushRef="#br0" timeOffset="182369.66">18993 11358 101 0,'8'-11'130'0,"2"10"-12"0,4-1-3 0,6 1-2 16,11 0-6-16,2-1-20 0,2 2 18 0,0-1-8 15,1-1-10-15,0 2-1 0,0-1 1 16,-3 0-14-16,2-1-8 0,-5-1 0 0,0 3-6 0,-2-2-4 16,-9 0 3-16,-6 2-2 0,-1-1 4 0,-3-1 5 15,-2 2 5-15,-7 0 5 0,14 0-2 0,-14 0-1 16,8 0-1-16,-8 0-6 0,0 0-4 0,0 0-6 16,0 0 4-16,0 0 2 0,-29 17-3 0,15-8 1 15,2-2-6-15,0-1-3 0,-1 1-7 0,6 0-2 16,-1 2 5-16,0 0-12 0,2-2-2 0,1 2-6 15,2-3 0-15,2 1 6 0,1-7-10 0,3 13 0 16,-2-6-2-16,4-1-1 0,3-3-4 0,2 2 2 16,-4-3-3-16,8 1-5 0,-2-3-2 0,-2 0 0 15,3 0-5-15,-3-3 4 0,0 1-4 0,2-2 0 16,-3 2-3-16,-3-2-3 0,0 0-1 0,-2-2-3 16,1 1-6-16,-2 0 1 0,1-1-2 0,-4 6 4 15,5-10-3-15,-4 6 4 0,-1 4 0 0,2-8 4 16,-2 8-7-16,0 0 0 0,0 0-3 0,0 0 9 15,0 0 5-15,0 0 5 0,0 0 1 0,0 0 0 16,0 0-1-16,0 0 3 0,1 24 2 0,0-17-5 16,5 2 3-16,-2-1-3 0,3-1-3 0,-1 1-13 15,4-1-25-15,3-3-35 0,0 1-31 0,5-4-36 16,0-1-34-16,3-1-21 0,1-2-14 0,0-1-133 16,-4-2-369-16,1 0 163 0</inkml:trace>
  <inkml:trace contextRef="#ctx0" brushRef="#br0" timeOffset="182581">19900 11056 219 0,'0'-6'211'0,"0"6"-22"0,0 0-12 0,0 0 8 16,0 0 8-16,0 0 11 0,-1 30-10 0,-2-11-2 15,-2 8-9-15,1 1-13 0,1 0-17 0,-4 0-13 0,4-1-11 16,-1 1-16-16,0-2-6 0,3 0-4 15,-1-1-15-15,0 0-17 0,0-5-17 0,4 0-27 16,-1 0-24-16,0-1-48 0,-1-1-39 0,2-1-60 16,-1-7-59-16,-1 3-236 0,0-4-474 0,1 1 210 0</inkml:trace>
  <inkml:trace contextRef="#ctx0" brushRef="#br0" timeOffset="183775.9">20418 11382 84 0,'9'4'189'15,"-3"-4"0"-15,-6 0-12 0,14-1-11 0,-3 1-15 16,0-2-11-16,2-1-17 0,3 1-5 0,-3-3-11 0,6 0-11 16,-3-1-7-16,1-1-7 0,-2-1-8 15,0 0-4-15,-4 2-6 0,5-2-7 0,-6 0-3 16,-1-1-2-16,-3-1-6 0,2-1-4 0,-3 2-5 16,-1-1-3-16,-1 1 0 0,-3-1-5 0,0 10-5 0,-6-12-1 15,4 6 2-15,-3 2-2 0,5 4-1 0,-16-1 4 16,7 1 2-16,-2 4 0 0,1 3 2 15,-4 5 2-15,-3 1 7 0,4 2-2 0,3 0 5 0,1 1-3 16,0 1-4-16,4 0 0 0,0 0-7 0,1 2-5 16,5 0 3-16,1-2 2 0,4 2-5 0,0-3-11 15,6-3-15-15,1 0-23 0,2-1-25 0,3-4-41 16,0 0-27-16,2-3-16 0,1-1-9 0,-2-2 4 16,3-3 1-16,-2 1-1 0,-2-3 7 0,1 0 14 15,-2 0 7-15,2-4 8 0,-4 1 12 0,1 0 6 16,-6-2 15-16,1 0 2 0,-3-2 4 0,1 2 12 15,-1-3 19-15,-1 1 1 0,-3-1 17 0,0 2 14 16,0-1 13-16,0 4 21 0,0-1 12 0,-2 2 18 16,-2 5 17-16,3-7-1 0,-3 7-4 0,5-6 4 15,-5 6 16-15,0 0 12 0,0 0 0 0,0 0 7 16,0 0-6-16,6 18 5 0,-6-11 6 0,0 3-7 16,0 0-4-16,0 0-6 0,-1-1-12 0,1 3-3 15,-2-2-8-15,1 0-5 0,1 0 1 0,-1-3-2 16,1-7 4-16,-1 9 14 0,1-9 4 0,-5 7-4 15,5-7 3-15,0 0-17 0,-5 5-7 0,5-5-7 16,0 0 4-16,0 0-19 0,-9-17-7 0,9 17 2 16,-3-14-9-16,0 6-6 0,2-2 0 0,2-1-13 15,3 0-3-15,1 0-8 0,4-3-6 0,3-1-5 16,-2 1-6-16,3 0-8 0,-2 4 1 0,3-1 10 16,-4 4-7-16,2 1-3 0,0 2 9 0,-2 0-8 15,-3 4 4-15,-7 0-1 0,16 5 3 0,-9 1-3 0,1 3 8 16,-4 0-4-16,1 2 5 0,0 5 7 15,2 0 3-15,-4-5-7 0,1 7 1 0,-1 0 2 0,1-1-1 16,-3-3-2-16,-1-1 6 0,1-4-3 0,1 1 6 16,-1-4-1-16,-1-6 2 0,1 9 1 0,-1-9 4 15,0 8 1-15,0-8-4 0,0 0 7 16,0 0-11-16,0 0 0 0,0 0 1 0,0 0 0 0,0 0-1 16,6-27-2-16,-2 17-9 0,1-1 0 0,2-3 1 15,3 0-2-15,4-1-13 0,-1 1-2 0,3-1 5 16,-1 2-7-16,2 4 2 0,0-1 0 0,0 2 3 15,-2 0 1-15,-2 5 0 0,-2 0 11 0,1 0-6 16,-2 3-1-16,-1 1 1 0,-1 1 2 0,2 1 3 16,-1 3-2-16,0 0 4 0,-2 1 9 15,1-4-7-15,-2 5-2 0,1-2 3 0,3-1 0 0,-1-1 3 16,-3 2 4-16,3-3-1 0,3 1-2 0,-2-2 4 16,-2 0 0-16,2-2 8 0,0-2-11 0,-2 0 0 15,-8 2 3-15,15-5-1 0,-10 3 2 0,2-4 2 16,-2 0-6-16,-1 1 16 0,-1-2-16 0,2 0 0 15,-3-1 0-15,0-2 0 0,1 1 3 0,-2 2-3 16,-1 7-3-16,0-15 12 0,2 9-3 0,-2 6 7 16,1-8-2-16,-1 8-2 0,0 0 1 0,0 0-10 15,0 0-4-15,0 0 12 0,0 0-11 0,0 0 6 16,0 0-1-16,-13 24-2 0,8-15 1 0,1 3-5 16,3-1-18-16,-2 1-19 0,2 1-35 0,1-2-43 15,1 2-37-15,2-1-43 0,1-3-32 0,-1 1-210 16,2-2-478-16,1-1 211 0</inkml:trace>
  <inkml:trace contextRef="#ctx0" brushRef="#br0" timeOffset="183941.39">21375 11069 73 0,'-5'-8'190'0,"2"2"-20"0,0 0-25 0,3 6-28 15,-8-5-12-15,8 5-38 0,0 0-36 0,0 0-49 0,0 0-45 16,0 0-74-16,15 21-147 0,1-11 66 0</inkml:trace>
  <inkml:trace contextRef="#ctx0" brushRef="#br0" timeOffset="184157.2">21724 11097 73 0,'0'0'236'0,"0"-7"8"0,0 7 1 15,0-9-5-15,0 9-15 0,0 0-15 0,0 0-27 16,0 0-21-16,0 0-9 0,0 0 9 0,0 0-10 16,6 26-5-16,-6-9-12 0,0 2-13 0,0 7-9 15,-1-1-11-15,-3 0-7 0,2-5-7 0,1 5-10 16,1-5-6-16,0 4-9 0,1-5-11 0,1-2-14 16,-2 1-15-16,4-2-27 0,-4 1-32 0,0-5-45 15,-1-1-56-15,-2 1-59 0,3-3-52 0,-3 3-205 16,-1-4-489-16,-1-5 218 0</inkml:trace>
  <inkml:trace contextRef="#ctx0" brushRef="#br0" timeOffset="184307.48">21638 11287 39 0,'12'-5'146'0,"7"-2"-17"0,-1 1-4 0,4 1-21 16,-2 1-8-16,-1-2-24 0,3 1-29 0,5 1-29 15,-8 0-30-15,1-1-29 0,9-1-15 0,-10 0-49 16,0-1-116-16,-1 0 52 0</inkml:trace>
  <inkml:trace contextRef="#ctx0" brushRef="#br0" timeOffset="184482.23">21986 11173 8 0,'12'-11'45'0,"-2"-4"15"15,-3 1 2-15,0-1 10 0,-2 0-1 0,-2-2 11 16,-1 3 0-16,-2-3 17 0,0 6 1 0,0 0 18 16,0 4 12-16,0 0 8 0,0 7-13 0,-1-10-15 15,1 10-14-15,0 0-1 0,0 0 24 0,0 0 8 16,0 0 4-16,-12 35 0 0,8-17-8 0,-3 8-5 15,-2 0-4-15,4-3-14 0,-4 2 3 0,2 0-19 16,0-2-4-16,7-4-4 0,-3 0-15 0,1 0-10 16,0-2-19-16,0 0-25 0,2 0-21 0,-2-2-59 0,0 1-62 15,3-2-48-15,-2-2-52 0,0-5-150 16,-1-1-418-16,2-6 185 0</inkml:trace>
  <inkml:trace contextRef="#ctx0" brushRef="#br0" timeOffset="184621.53">21946 11262 124 0,'11'-7'98'0,"1"3"-40"0,2 1-57 0,3 0-49 0,-3 1-50 16,-1 2 23-16</inkml:trace>
  <inkml:trace contextRef="#ctx0" brushRef="#br0" timeOffset="185122.13">22161 11407 92 0,'10'-2'209'0,"-10"2"3"0,17-6-9 16,-6 1-16-16,0 1-6 0,0-4-15 0,4 2-10 16,1-2-14-16,-2 1-15 0,1-3-10 0,1 2-12 15,-2-2-10-15,2-2-9 0,-2 1-11 0,0-2-8 16,-2 1-1-16,-2 2-10 0,-2-3-5 0,-1 2-7 15,0 1-4-15,-2 0-2 0,-1 1-5 0,-2-1-3 16,1 3-2-16,-5-1-6 0,2 8-4 0,-3-10-3 16,3 10-4-16,-12-6 0 0,3 6-6 0,-2 2 5 15,-2 3-2-15,-2 1 7 0,-2 5 0 0,2-2-3 16,-2 3-2-16,4 2 0 0,-1-1 0 0,5-1 0 16,0 1 1-16,2-2 1 0,2 0-3 0,2-1 3 0,3 0-3 15,0 0-1-15,3-1 2 0,1-1 0 16,4 1-2-16,1-2 8 0,2-2-9 0,5 3 1 15,-3-4 0-15,6-2-5 0,-2 2 0 0,-3-3 9 16,2-1-7-16,-2 0 3 0,-1 0-2 0,-1-1 1 0,-1 0-3 16,-2-3 2-16,3 1-6 0,-3 0 4 0,-2-3 1 15,1-1-12-15,1 0-6 0,-1-1-1 16,1 0 2-16,-3 1 0 0,3-2-1 0,-1 0-2 16,-1-1-3-16,2 0-1 0,0 0 9 0,-1 1-1 0,-2 2 2 15,-1 3 0-15,2-1 1 0,-4 1 5 0,-3 4-2 16,7-5-1-16,-7 5-1 0,0 0 0 15,0 0 13-15,0 0 28 0,9 8 27 0,-9-8 5 16,2 11-4-16,-3-1-5 0,-1 0 1 0,0 2-4 0,0-2-7 16,-1 2 0-16,-1 0-5 0,0 4-7 15,1-5 4-15,-1-1-13 0,-1 0-19 0,0 2-28 0,2-5-50 16,0 3-47-16,1 0-55 0,1-1-60 0,-1-2-235 16,2-7-507-16,4 14 224 0</inkml:trace>
  <inkml:trace contextRef="#ctx0" brushRef="#br0" timeOffset="186617.73">23701 11028 26 0,'-14'-1'187'0,"1"3"-4"0,1 2-12 15,-4 2-11-15,-2 5 2 0,3 2-10 0,-6 2-11 16,1 4-5-16,6-2-13 0,4-1-10 0,-3 1-3 16,4 0-8-16,1 0-8 0,2 0-10 0,2 0-6 15,2 0-8-15,4-1-6 0,-1-2-6 0,6 1-1 0,-1-2-9 16,2-2-4-16,2 2-8 0,4-2-8 0,-2-4-15 15,3 1-9-15,0-2-17 0,3 1-8 16,-4-5-4-16,0-1-5 0,7 1 6 0,-2-4-3 16,1-1-3-16,0-1 3 0,-1 1 4 0,-3 0 4 0,-3-1 2 15,1-5 4-15,-2 1-1 0,0-3 2 16,0 0 2-16,-2-3 1 0,-5 3 3 0,2-4 1 0,-1 0 3 16,3-1 8-16,-4 4 20 0,0-4 3 15,-2 5 1-15,-1 2 23 0,1 3 8 0,-2 0 3 0,2-1-3 16,-3 7-9-16,2-7-7 0,-2 7-5 0,0 0 0 15,0 0 1-15,0 0 2 0,0 0-1 0,-13 24-1 16,8-12 0-16,0 4-6 0,-2-3-3 16,0 2-1-16,3 0-6 0,3-1-1 0,-1-3-1 0,3 1-1 15,0 1-2-15,-1-3-2 0,4 1-1 0,0-2-2 16,2 1-2-16,0-3-8 0,3 0-3 0,1-3-11 16,2-4 0-16,0 3-10 0,-1-5 7 15,3 1-9-15,-2-1 1 0,2-3 1 0,-4 0-3 0,2-1-1 16,-2-1-4-16,-1-1 0 0,-3-2 1 0,2 0 0 15,-1-1-1-15,-1-1-2 0,-1-2 5 0,0-3 0 16,0 2 4-16,-1 1 3 0,1-3 1 0,-3 6 16 16,2 2 9-16,-2 1 9 0,-1 2 9 0,1-1-3 15,-2 7-1-15,3-9-8 0,-3 9-1 0,0 0-6 16,0 0 6-16,0 0 12 0,0 0 2 0,0 0-2 16,-6 22 10-16,2-12-4 0,1 1-1 0,0 1-7 15,1 1 1-15,-3 1-2 0,2-1-1 0,2-1-4 16,1-1-2-16,1 1 4 0,4 0-4 0,0-1-4 15,1-1 3-15,0-1 1 0,1-1-4 0,0-3 9 16,-1 0-6-16,3 0-3 0,-1-1-1 0,0-3 2 16,-1 2-2-16,5-3-2 0,-3-2 2 0,2 1-2 0,-2-3-3 15,-2 2-1-15,0-3-4 0,1-3-6 16,-2-1-4-16,1 1-2 0,-2-3-4 0,0-1-4 16,-1-3 3-16,-2-1-3 0,0-3-4 0,-4 3-3 0,1 0 5 15,0-2-1-15,-3 1 6 0,-2 2 1 0,2 3 3 16,2 1 4-16,-1 0-1 0,-1 3-2 15,0 0 5-15,2 3 1 0,-1-1 3 0,3 6-6 16,-6-9 1-16,6 9-2 0,-3-6-4 0,3 6 3 0,0 0-4 16,0 0 3-16,0 0 5 0,0 0-2 0,23 2 5 15,-10-1-2-15,3 0-4 0,5 2 4 0,-3-1 2 16,2 1 0-16,1 0 0 0,-3-1 0 0,-4 0-3 16,-3 1 0-16,-2 1 1 0,2 0 1 0,-3 1 2 15,0 1 3-15,-4 0 2 0,0-1 7 16,1 4 13-16,0-1-5 0,-5 2 8 0,1 0-1 0,-1 0-1 15,2 0-2-15,-1 1-3 0,-4-1 1 0,3 2-1 16,0-1-3-16,0-2-2 0,2 1 2 0,-1-1-1 16,0-1-1-16,1 1-4 0,2-1 3 0,3-1-2 15,0 1 1-15,2-2 2 0,0 0 0 0,-1-2-2 16,5-1 0-16,-4-1 1 0,2-2-3 0,-3 0-2 16,2-3 1-16,3 1-8 0,-3-2 0 0,2 0 0 15,-2-3-9-15,-4 0-10 0,1-2 5 0,-1-1-16 16,-1-2 2-16,-4 2-7 0,-1-6-3 0,-1 0 8 15,-4-2-3-15,0 2 8 0,-3 1 1 0,-1-1 2 16,3 5 3-16,1 0 6 0,-2 1-4 0,5 0 4 16,-2 1 2-16,4 2-1 0,0 7-1 0,-3-10 4 15,3 10-6-15,-1-9 1 0,1 9 5 0,0 0 1 16,17-2-4-16,-7 2 2 0,5 4 3 0,-2 0-1 16,4 1 0-16,-7 1 0 0,5 3 3 0,-5 0 4 15,-1 3 3-15,0-1 8 0,0 2 3 0,-1-1 6 16,-3-1 2-16,-2 1-3 0,2-1-4 0,-1 1-2 15,-2-2 0-15,-1 3 1 0,2-3 2 0,0 2-4 16,-2-2 1-16,2-3 0 0,0-1 0 0,2 3 0 16,4-3-1-16,1-2-1 0,1 1 1 0,5-1-2 0,1 0 1 15,5-3-2-15,-1-1-2 0,1-1 8 16,-3-5-11-16,3 4 2 0,-4-4 0 0,-1 0 1 16,-3-1-3-16,-2-1 1 0,-3 1-6 0,0-3 0 0,-1-2-4 15,0-4 5-15,-2 2-7 0,-2-2 1 0,-1-1 1 16,-1 0-1-16,-2 6 1 0,2 1 5 15,-2 1-2-15,-2-1 1 0,0 3 0 0,2 7-4 0,-8-9 2 16,3 6 1-16,5 3 2 0,-18 4 3 16,5 2-3-16,-2 2 4 0,2 3-3 0,1-1-2 0,0 5-23 15,0-2-19-15,2 0-48 0,0 1-52 0,2 1-30 16,4-5-29-16,1 3-37 0,1-1-142 0,4-2-412 16,0 3 183-16</inkml:trace>
  <inkml:trace contextRef="#ctx0" brushRef="#br0" timeOffset="186846.65">24997 11308 137 0,'5'-10'186'0,"0"1"-3"0,2-2 9 15,-2 0-4-15,5-3-13 0,0 0-9 0,-1-1 2 16,1 3-4-16,1 4-6 0,0-5-8 0,0 7-1 16,-2-1-7-16,-1 2-11 0,1 0-13 0,-3 2 1 15,1 0-24-15,-7 3-8 0,10 2 6 0,-2 3-5 16,-4 1 1-16,0 1 2 0,1 1-16 0,-1 3-1 15,-2-2-12-15,-1 4-2 0,-1-1-5 0,2-1-14 16,-2 2-18-16,-2-3-19 0,1 3-38 0,1-1-40 16,0-2-46-16,0-3-47 0,0 1-52 0,3-2-44 15,-3-6-168-15,6 7-468 0,-1-4 208 0</inkml:trace>
  <inkml:trace contextRef="#ctx0" brushRef="#br0" timeOffset="187089.18">25430 10953 264 0,'0'-7'263'0,"0"7"-27"0,0 0-11 0,0 0 6 16,0 0 7-16,0 0-7 0,0 25-8 0,-1-6-4 16,1 1-15-16,-5 6-14 0,-1 1-17 0,2 1-9 0,2-2-18 15,-2 2-20-15,6-2-5 0,0-2-8 16,0 0-25-16,3-3 7 0,-3-3-10 0,3 1-29 15,-2-2-20-15,1-1-24 0,0-1-29 0,-2-3-35 16,0-2-43-16,0-1-42 0,-1 0-41 0,-1-1-29 0,0-8-39 16,0 9-32-16,0-9-144 0,-9 6-457 0,9-6 203 15</inkml:trace>
  <inkml:trace contextRef="#ctx0" brushRef="#br0" timeOffset="187223.47">25324 11232 229 0,'0'0'213'0,"0"-8"-19"0,0 8-17 16,4-7-19-16,-4 7-15 0,14-9-10 0,-4 6-27 16,7-4-28-16,1 3-51 0,3-1-56 0,8 2-48 15,0-1-47-15,2 0-81 0,5 3-222 0,2 0 99 16</inkml:trace>
  <inkml:trace contextRef="#ctx0" brushRef="#br0" timeOffset="187624.92">25866 10923 199 0,'0'0'240'0,"-9"-8"-12"16,4 5-11-16,5 3-15 0,-11-2-11 15,11 2-4-15,-17 8 17 0,3 3-8 0,0 1-15 0,-4 6 1 16,-3 2-13-16,6 2-14 0,-3-2-13 15,5 4-6-15,4 0-4 0,-3 1-17 0,8-6-10 16,0 0-11-16,0 6-5 0,5-1-13 0,4-5-5 16,-1-1 0-16,5 5-13 0,3-6-6 0,3 3-12 0,-1-6-25 15,8 2-20-15,0-1-44 0,1-1-38 0,-2-5-46 16,-2 0-54-16,6-1-48 0,4 1-40 0,-10-5-188 16,3 0-501-16,0-2 221 0</inkml:trace>
  <inkml:trace contextRef="#ctx0" brushRef="#br0" timeOffset="188161.87">26120 10967 123 0,'0'0'209'0,"0"0"-16"0,8-13-17 15,0 8-14-15,3 1-16 0,2 0-12 0,7 0-10 16,3 0-7-16,4 0-13 0,0-1-12 0,-7 4-12 15,0 0-14-15,-2 1-26 0,0-3-28 0,-5 2-18 16,-1 0-28-16,-3 1-7 0,-1 0 2 16,-8 0-3-16,14-2-4 0,-14 2 2 0,9-3 3 0,-9 3 2 15,0 0 3-15,2-5 1 0,-2 5 6 0,0 0-5 16,0 0-2-16,0 0 18 0,-13-10 10 0,13 10 5 16,0 0 11-16,-10-1 8 0,10 1 13 0,0 0 3 15,0 0 10-15,-13 7 12 0,9-3 21 0,4-4-4 16,-2 16 21-16,-2-6-4 0,4 6 5 0,-5 0 6 15,2 3 10-15,1 1-10 0,2 5-4 0,-4-5 3 16,1 4-4-16,1-3-8 0,-2-4-10 0,4 2-2 0,0 0 6 16,0-3-14-16,0 2-9 0,0-3-3 15,2 1-6-15,-2-4-1 0,0 1-11 0,2-3 3 16,0 0-7-16,-2-1-3 0,2-2-1 0,-2-7-6 16,-2 11-5-16,2-11-10 0,2 10-3 0,-2-10 1 0,0 0-8 15,-2 7-7-15,2-7-9 0,0 0-3 16,-11 0-7-16,11 0-9 0,0 0 1 0,-16-6-4 15,8 3 2-15,1 1 2 0,0-1 2 0,7 3 3 16,-11-7 3-16,4 6 1 0,7 1 10 0,-8-6-5 0,8 6 4 16,-5-6 9-16,5 6 1 0,0 0 2 15,-10-4 1-15,10 4-1 0,0 0 4 0,0 0-7 0,0 0 2 16,0 0 1-16,0 0 2 0,0 0-1 0,0 0 2 16,0 0-13-16,39 0-17 0,-17 2-26 0,5-2-29 15,5 1-22-15,1-1-32 0,-1 1-15 0,1-1-18 16,1 0-14-16,0-1-99 0,-2 0-311 0,1-1 138 15</inkml:trace>
  <inkml:trace contextRef="#ctx0" brushRef="#br0" timeOffset="188510.78">26823 11207 87 0,'0'0'131'0,"0"-13"10"0,0 13 16 16,-7-11 7-16,1 5 4 0,0 2 1 0,-2 2 6 16,1-2-10-16,-1 2-5 0,-4 1-13 0,3 1-1 15,-2 3-15-15,1 1 0 0,-3-2-10 0,5 2-11 16,-2 1-14-16,1 1 0 0,3 1-18 0,-2-1-5 15,4 0-8-15,0 0-4 0,3 1-4 0,1-7-1 16,3 12-9-16,3-4-3 0,4-2-6 0,-1 1 0 16,1-1-5-16,2 0-6 0,1-3-4 0,-3 2 0 15,3-3-5-15,-4 1 1 0,-3 0 1 0,2-2-4 16,-8-1-1-16,9 3-4 0,-9-3 1 0,8-1-3 16,-8 1 4-16,0 0-8 0,0 0-3 0,0 0 0 15,0 0-4-15,0 0 1 0,0 0-1 0,-21-9 2 16,21 9 6-16,-19 4 7 0,10-1 2 0,-2 2 9 15,0 0 10-15,2 1-8 0,-3 0-5 0,1 0-1 16,3 3 3-16,-2-2-1 0,3 0-2 0,-1 0 1 16,5 0-2-16,3 0-4 0,-2 1-2 0,2-8 3 15,7 13 1-15,2-5-8 0,7 0-25 0,-1-4-13 16,6 1-37-16,6 2-31 0,-6-4-50 0,6 1-64 16,2-4-20-16,-1-1-46 0,-10-3-150 0,11 2-460 0,-11-2 204 15</inkml:trace>
  <inkml:trace contextRef="#ctx0" brushRef="#br0" timeOffset="188762.26">27153 10933 56 0,'0'0'207'15,"11"0"-1"-15,-11 0-1 0,13 16 3 0,-1-1-13 16,-4 3-10-16,5 4-7 0,-3 6-10 0,3-1-8 15,-3 4-7-15,-1-2-13 0,-1 2-11 0,-5-2 1 16,1 2-17-16,2-4-10 0,-2 1-6 0,-4 3-9 16,0-12-10-16,0 6-3 0,-2-4-14 0,-4-4-4 15,0 0 1-15,-3-1-11 0,0-3-2 0,-3 4-11 16,-1-4-16-16,-1 0-27 0,3-8-31 0,-7 2-46 16,1 2-79-16,3-6-29 0,1 0-67 0,0 0-146 15,1-2-440-15,12-1 195 0</inkml:trace>
  <inkml:trace contextRef="#ctx0" brushRef="#br0" timeOffset="188931.15">27472 11418 5 0,'0'0'270'0,"9"0"1"0,-9 0 7 16,0 0 0-16,9 1-22 0,-9-1-24 0,0 0-20 15,0 0-25-15,9 0-20 0,-9 0-22 0,0 0-22 0,8 3-33 16,-8-3-54-16,5 4-62 0,-5-4-83 15,4 4-83-15,-4-4-179 0,0 0-401 0,0 0 178 16</inkml:trace>
  <inkml:trace contextRef="#ctx0" brushRef="#br0" timeOffset="192500.16">19278 9815 114 0,'0'0'127'0,"-10"0"-3"16,10 0-8-16,-14-1-1 0,7 0-10 0,7 1 2 15,-16 0 4-15,16 0 4 0,-12-2 8 0,12 2-3 0,-9 0-5 16,9 0-7-16,0 0-4 0,-11 0-8 0,11 0-5 15,0 0-4-15,0 0 2 0,-8-1-11 16,8 1 1-16,0 0-10 0,0 0-6 0,0 0-10 0,0 0 0 16,0 0-11-16,0 0-8 0,0 0 2 0,0 0-2 15,29-1-4-15,0 0 2 0,8-3-1 0,24 1-5 16,35-6 5-16,0 2-4 0,3 1-1 16,-2-1 2-16,1-1-7 0,-6-1 6 0,-29 5-9 0,3-1 4 15,-4 0 3-15,0-1-5 0,-9 0-1 0,-14 3 1 16,-2-1-2-16,-5 1 1 0,-4 2 3 0,-8 0-3 15,-1-1-2-15,-7 2 6 0,-4-1 3 0,-2 0 2 16,-6 1 6-16,15 0-1 0,-15 0 4 0,9-1-3 16,-9 1-1-16,0 0-8 0,0 0 4 0,0 0-6 15,0 0 0-15,0 0-3 0,0 0-8 0,0 0-22 16,0 0-33-16,0 0-44 0,-32-2-66 0,32 2-68 16,-16 5-258-16,7-2-519 0,1-3 230 0</inkml:trace>
  <inkml:trace contextRef="#ctx0" brushRef="#br0" timeOffset="193144.81">21767 9525 163 0,'0'0'183'0,"-7"-6"-7"16,2 2-5-16,5 4 6 0,-8-6-4 0,8 6-9 15,-6-5-9-15,6 5-8 0,-6-5-10 16,6 5-7-16,-2-7-9 0,2 7-5 0,0 0-6 16,0 0-9-16,0 0-17 0,6-10-11 0,3 5-2 0,4 1-2 15,5 0-6-15,2 2-5 0,2 0-2 16,-1 0-5-16,-1 2-3 0,0 1-1 0,-2 0-6 16,-4 2-2-16,-1 1-6 0,-1 1 0 0,-1 1-7 0,-1 1 0 15,-1 2-3-15,0-1 0 0,-5 3-6 0,-3-3 1 16,-3 5 1-16,-2-2 0 0,-2 2-4 0,-3 2-1 15,-3-1 2-15,-2-3-4 0,0 0-3 0,-4-1 2 16,3 1 1-16,-2-4 3 0,6 1-6 0,-2-5-2 16,4 2 9-16,1-2-8 0,1-2-2 0,-1 2 0 15,8-3-2-15,-10 4 0 0,10-4-4 0,-8 3 5 16,8-3-5-16,0 0-2 0,0 0 0 0,0 0 1 16,0 0-2-16,0 0-2 0,24 5 4 0,-11-3-4 15,6 1 2-15,-1 1 1 0,1 0-2 0,-2 0 0 16,1 2-1-16,0 1-2 0,-4 1 5 0,1 0 0 15,-3 0 4-15,-3-2-6 0,0 2 7 0,-1 0-6 16,-2 1-3-16,-1 0 8 0,-4 1-5 0,-1-2 1 16,-2 2 2-16,-4-2 0 0,-1 0 0 0,-5 4 0 15,-1-4-3-15,-3-3-1 0,-2 2 2 0,-1 0-3 16,0-2-1-16,2 0-11 0,2-1-12 0,3-1-24 16,-1 0-29-16,-1-2-26 0,3 1-42 0,-2-1-41 0,3-1-37 15,-2 0-172-15,0-3-431 0,3 2 191 0</inkml:trace>
  <inkml:trace contextRef="#ctx0" brushRef="#br0" timeOffset="193414.2">22233 9391 43 0,'10'-1'181'0,"0"1"14"0,0 1-12 0,1 4 7 15,4 6-12-15,-1 0 4 0,4 10-10 0,0-2-13 0,-2 2-12 16,-2 1-11-16,-1 2-10 0,-4 0-11 0,-2 2-3 16,-5-7-11-16,-1 2-11 0,-4 3-5 0,-5-1-6 15,-1-4 0-15,-5 3-11 0,-2-1-7 0,-1-2-7 16,-3 2-2-16,-3-1-5 0,0-3-12 0,-1-1 1 16,2 0-5-16,-3-2-8 0,-1 0-21 0,1 3-22 15,-1-1-34-15,8-6-31 0,-6 2-35 0,4-2-29 16,2-4-32-16,-1 1-35 0,-1-1-141 0,2 0-385 15,7-4 170-15</inkml:trace>
  <inkml:trace contextRef="#ctx0" brushRef="#br0" timeOffset="193636.2">21678 9503 39 0,'-10'3'202'0,"0"4"-7"0,-5 6 0 0,-4 6-5 16,3 3-12-16,-2 1-9 0,2 4-12 0,2-2-15 15,7 4-11-15,3-3-18 0,5 3-6 0,4-1-8 16,6 1-13-16,5-1-14 0,1 3-19 0,6-2-42 0,1-3-47 16,4 0-60-16,0 0-67 0,-1-4-145 15,0 0-332-15,1-3 147 0</inkml:trace>
  <inkml:trace contextRef="#ctx0" brushRef="#br0" timeOffset="-213780.52">5937 12143 36 0,'0'0'107'0,"0"0"-8"0,0 0-4 15,0 0-6-15,0 0-7 0,0 0-19 16,0 0 9-16,0 0 0 0,0 0-8 0,0 0 7 0,0 0-8 16,0 0 9-16,0 0-5 0,0 0 1 0,0 0 3 15,0 0-9-15,0 0-4 0,0 0 7 0,0 0-3 16,0 0-3-16,0 0-5 0,0 0-3 0,0 0 2 15,0 0-11-15,0 0 0 0,0 0-2 0,-25 6 4 16,25-6 8-16,-9 0-13 0,9 0-2 16,0 0-3-16,-16 0-6 0,16 0 2 0,-10-1-4 0,10 1 4 15,-9 1 2-15,9-1-3 0,0 0 1 0,0 0 0 16,-11 0-5-16,11 0-1 0,0 0-3 0,0 0 0 16,0 0-4-16,0 0-4 0,0 0-6 0,0 0 9 15,0 0-5-15,0 0 1 0,0 0 0 0,42-6-2 16,-23 4-1-16,3 0 0 0,7-2 0 0,-2 0 0 15,1 2 0-15,-6 2-3 0,5-3-1 0,-7 3 1 16,-1 0-9-16,-1 0-27 0,0 0-27 0,-5 0-38 16,0 0-26-16,-1 1-31 0,0 1-23 0,-1-1-132 15,-3-1-332-15,-2 1 148 0</inkml:trace>
  <inkml:trace contextRef="#ctx0" brushRef="#br0" timeOffset="-213174.99">5892 12158 37 0,'0'0'109'0,"0"0"2"0,-10-2-6 15,10 2-11-15,-8-1-13 0,8 1-2 0,0 0 2 16,-8-2 1-16,8 2-6 0,0 0-3 0,0 0-7 15,-7-4 1-15,7 4-8 0,0 0-20 0,0 0 11 16,0 0-2-16,0 0-24 0,0 0 18 0,0 0-8 0,0 0 2 16,0 0-13-16,0 0 4 0,-9-3-1 0,9 3-7 15,0 0-1-15,0 0-1 0,0 0-1 16,0 0-2-16,0 0-4 0,0 0 3 0,0 0-10 0,0 0 13 16,0 0-10-16,0 0 1 0,0 0 1 0,0 0-1 15,0 0 1-15,0 0 1 0,0 0-4 0,-10 0 4 16,10 0-2-16,0 0 0 0,0 0-1 15,0 0 3-15,-9-2 6 0,9 2 7 0,0 0 1 16,0 0-1-16,-8-3 5 0,8 3-3 0,0 0 1 16,0 0 13-16,-3-5-3 0,3 5-2 0,0 0 7 0,0 0-4 15,0 0-2-15,0 0-2 0,0 0-4 16,-8-3-8-16,8 3 3 0,0 0-5 0,0 0-14 16,0 0 10-16,0 0-7 0,0 0-3 0,0 0-1 15,0 0 0-15,-4 17 3 0,5-7-2 0,-2 2 1 0,1 1 5 16,0 5-3-16,-1 7 16 0,2 1 2 0,-1-7 2 15,1 6-4-15,-3 3-4 0,3-4 3 0,-1 1 4 16,1-5-1-16,0-1-3 0,1-1 2 16,-2 0-3-16,1 1-2 0,-2-1-1 0,2-1 15 0,0 0-3 15,1-5-3-15,-4 0-3 0,2 1 3 0,2-2-4 16,-1 0-4-16,0 0-2 0,-1-2 3 0,0 2-4 16,2-3-1-16,-4 0 0 0,0-2-2 0,0 2 1 15,1 0-3-15,-2-3-2 0,3-5 0 0,-1 12-4 16,1-12-14-16,-5 10-13 0,5-10-15 0,-1 7-13 15,1-7-21-15,0 0-16 0,-1 7-26 0,1-7-19 16,0 0-28-16,0 0-35 0,0 0-137 0,0 0-360 16,0 0 160-16</inkml:trace>
  <inkml:trace contextRef="#ctx0" brushRef="#br0" timeOffset="-212531.94">5696 12471 71 0,'0'0'121'0,"0"0"-7"0,0 0 7 15,0 0-4-15,28 0-8 0,-10 1-5 0,3-1-8 16,11 1-12-16,-2-2-5 0,-1 2-11 0,4-2-9 16,1 0-6-16,-1-1-2 0,-1 2-9 0,-4-1 3 15,0 0-12-15,-6 2 2 0,-2-2-10 0,-2 1 8 16,-4 0-10-16,4-2 2 0,-4 2-7 0,-4 0-3 15,-1 0 1-15,0 0-2 0,-9 0-2 0,12 0 4 16,-12 0-3-16,10 0-1 0,-10 0-3 0,0 0 4 16,10 0 4-16,-10 0 6 0,0 0 8 0,0 0 10 15,8 0 12-15,-8 0 2 0,0 0-8 0,0 0-1 16,0 0-2-16,0 0 3 0,0 0 5 0,0 0-2 16,0 0 2-16,0 0 0 0,0 0 1 0,-2-11-3 15,2 11 1-15,0 0-3 0,0 0-6 0,0 0 2 16,0 0-4-16,0 0-4 0,0 0 1 0,0 0-4 15,0 0 1-15,0 0-8 0,0 0-3 0,0 0 0 16,0 0 2-16,0 0-8 0,0 0-3 0,0 0-3 16,0 0 5-16,0 0-6 0,0 0 1 0,-24 5-5 15,24-5 4-15,-11 6-5 0,4 0 2 0,0 0-8 16,0-1 0-16,1 5 3 0,-1-1 1 0,0 1-3 16,0 0 0-16,1 1 1 0,1 0 0 0,0 1 0 15,1-2-2-15,1 1-1 0,3 2 0 0,0-4 13 16,2 2-12-16,3-1-1 0,-3 1 6 0,3-2-5 15,2-1 4-15,-2 0-1 0,8-1 0 0,-3-1-1 16,2-1 0-16,5-1-15 0,-4 0 4 0,6-2-4 16,3-2 4-16,-4-1 2 0,1 0 4 0,-1-1-5 15,1-2 8-15,-2-2 2 0,-4 3-1 0,2-4 5 16,1 1 7-16,-4 0-6 0,-1 0 3 0,-3-2 1 16,-1-1 7-16,0-1-3 0,-1 0-2 0,-2 0-2 15,-2-2-2-15,-1-4 1 0,-2 5-2 0,-3-7-2 16,-1 7 1-16,-3-2-5 0,0 1 3 0,1 2-1 15,-1 1-3-15,-3 2-9 0,4-3-8 0,-2 5-21 16,0 0-22-16,0 0-20 0,2 4-29 0,-5 2-22 16,12-1-28-16,-14 8-26 0,8-4-19 0,-2 5-134 0,0 1-366 15,3-1 162-15</inkml:trace>
  <inkml:trace contextRef="#ctx0" brushRef="#br0" timeOffset="-212134.7">6467 12700 131 0,'0'0'176'0,"8"0"4"0,-8 0 3 0,7-6-10 16,-7 6-6-16,11-6-3 0,-7 1-11 0,0-1-12 15,0 0-8-15,3-3-9 0,0-1-9 0,-1 1-1 16,-1-3-2-16,-1 0-10 0,4-2-9 0,-3 0-9 16,0-2-8-16,-3-1-8 0,5 2-6 0,-6 2-3 15,2 1-13-15,-2-1 0 0,-1 3-3 0,1 2-1 0,-2 0-5 16,1 8-7-16,0-14 2 0,0 14-7 15,-1-10-1-15,1 10-4 0,0 0-2 0,-2-9-4 16,2 9-2-16,0 0-7 0,0 0-4 0,0 0-4 16,2-9-5-16,-2 9-5 0,0 0 2 0,4-5-1 0,-4 5 2 15,0 0 4-15,16 1-2 0,-16-1 0 16,17 3-2-16,-7 0 4 0,-2-2-4 0,2 0 1 16,1 1 2-16,-2 1-3 0,0-1 2 0,1 4-1 15,-3 0 2-15,0-1 2 0,0 2 1 0,-2 2-4 16,3-4 4-16,-6 3 0 0,5-1 1 0,-1 3-2 0,-2-1 0 15,-2 1 0-15,1 1 1 0,2 1-1 16,-5-2 3-16,2 2-1 0,1-1 3 0,-2 0-1 16,2 0 1-16,0-1-2 0,-2 2-1 0,1-1-27 15,0 0-32-15,0-1-37 0,1 0-46 0,-1 0-26 16,5-3-41-16,-5 0-133 0,-2-7-374 0,8 12 166 0</inkml:trace>
  <inkml:trace contextRef="#ctx0" brushRef="#br0" timeOffset="-211683.55">7301 12443 205 0,'0'0'258'15,"4"-10"-15"-15,-4 10-16 0,-2-9-18 0,2 9-21 16,-6-7-9-16,6 7-23 0,-17-5-17 0,8 5-13 15,-2 1-13-15,-3 3-14 0,1 0-7 0,-4 4-13 16,2 3-4-16,-3 0-9 0,4 3-10 0,0 0-3 16,1 1-9-16,2-1-2 0,-1 1-3 0,6 1-5 15,-1 0-3-15,5-5-5 0,1 5-1 0,1-4-5 16,1-2-1-16,3 2-2 0,0-4 0 0,2 1-4 16,-1-1 4-16,4 0-5 0,0-3-1 0,0-1-5 0,4-2 7 15,-2 2-3-15,0-3 1 0,2-1-3 16,-2-1 1-16,3-1-2 0,-4-1 3 0,0-1-3 15,2-1 0-15,-2-2-1 0,0 0 0 0,0-2-1 16,-3-1-2-16,-1 0 2 0,1 0 0 0,-1-2-1 16,0-2 3-16,-1 1-4 0,-1 1 3 0,0 2 3 0,-1 2 2 15,-1 0 13-15,1 3 3 0,-3 5 4 16,4-11-7-16,-2 8-4 0,-2 3-3 0,3-7-8 16,-3 7-4-16,0 0 2 0,0 0 1 0,0 0-2 15,0 0 2-15,9 23-2 0,-9-14-1 0,4 2 1 16,-3 2 2-16,0 2-5 0,-1 2-8 0,1-5-21 0,-2 5-37 15,4 0-57-15,-2-5-76 0,3 3-55 16,-2 1-190-16,7-2-476 0,3-1 210 0</inkml:trace>
  <inkml:trace contextRef="#ctx0" brushRef="#br0" timeOffset="-211122.62">8007 12518 22 0,'-1'-7'211'0,"1"7"-17"15,-4-10-16-15,4 10-9 0,-1-9-10 0,1 9-16 16,0 0-17-16,-1-7-15 0,1 7-9 0,0 0-13 16,0 0-3-16,0 0-9 0,13 28 1 0,-9-14-5 0,-1 4-5 15,2 0-6-15,-1 1 2 0,0-2-6 16,0 0-7-16,-2 0-2 0,1 0-4 0,-2-7-2 15,2 2-6-15,-2-2 2 0,-1-2 1 0,1 0 4 16,-1-8 5-16,2 10 11 0,-2-10 12 0,-2 7 18 16,2-7 4-16,0 0-7 0,0 0-4 0,0 0-9 15,0 0-7-15,0 0-2 0,0 0-6 0,0 0-9 16,0 0-4-16,-3-26-4 0,5 14 2 0,3-5-12 16,3 0-8-16,0-2-3 0,4-4-4 0,5 1-2 15,0 2-2-15,0 1-7 0,-4 7 3 0,0 1-4 16,4 1 1-16,-5 4-4 0,-1 3-5 0,0 0 3 15,-1 3-2-15,2 3-3 0,1 2 1 0,2 3 1 16,-1 3-2-16,-4 4 1 0,3 1 3 0,-4 0-2 16,0 7 1-16,-1-4 1 0,-3 0 2 0,2-2-3 15,-2 2 1-15,-1 1 0 0,-1-1-9 0,2-2-26 0,-2-2-37 16,-1-2-39-16,1 3-57 0,-1-5-70 0,3-2-241 16,-5-9-519-16,1 14 231 0</inkml:trace>
  <inkml:trace contextRef="#ctx0" brushRef="#br0" timeOffset="-210946.02">8594 12633 185 0,'0'0'220'16,"5"-3"-17"-16,-5 3-19 0,0 0-21 0,10-4-12 15,-10 4-17-15,12-2-14 0,0 2-11 0,0 2-13 0,5-2-34 16,2 0-40-16,-1-2-50 0,2 2-48 0,-1-2-37 15,-2 1-126-15,-4-1-259 0,-2 0 115 16</inkml:trace>
  <inkml:trace contextRef="#ctx0" brushRef="#br0" timeOffset="-210712.15">8917 12422 83 0,'0'-17'194'0,"-5"2"0"0,4 3 14 0,-1 2 8 15,0-1 4-15,0 3 1 0,0-2-7 0,2 10-13 16,-1-11-22-16,1 11-19 0,0 0-23 0,-1-6-16 15,1 6-13-15,0 0 4 0,0 0 10 0,8 33-8 0,-3-16-15 16,-2 2-1-16,1 11 0 0,-1-3-8 0,1 2-8 16,-3-2-12-16,0 1-4 0,0-2-5 15,-1-1-2-15,0 1-11 0,0-7-2 0,0 2-4 16,0-2-3-16,2 0-2 0,-2-1-5 0,1-1-8 16,-1-2 1-16,1-2-29 0,-1-1-23 0,0-1-34 0,0 1-38 15,-1 4-37-15,0-6-51 0,1 0-47 16,0-1-51-16,-3 0-180 0,3-9-503 0,-5 8 222 0</inkml:trace>
  <inkml:trace contextRef="#ctx0" brushRef="#br0" timeOffset="-210468.95">8931 12587 111 0,'11'-7'207'0,"0"0"0"16,2 2-5-16,3-2-9 0,0 3-15 15,-2 3-12-15,-3 0-10 0,2 3-19 0,0 0-14 0,-3 3-12 16,-1 0-8-16,0 1-8 0,-4 0-9 0,2 3-8 16,-2 0-9-16,-5 1 1 0,1-1-3 15,0 3-2-15,-2-2 2 0,-4 0-6 0,1-2 0 16,-4 2-9-16,-2 1-2 0,1-3-5 0,-2-1-2 16,-3 3-5-16,1-1-3 0,-5 0-25 0,3-4-44 0,-2 2-48 15,0-2-50-15,4-3-73 0,-4 1-201 0,-2-1-440 16,7-2 196-16</inkml:trace>
  <inkml:trace contextRef="#ctx0" brushRef="#br0" timeOffset="-210298.51">9239 12647 128 0,'8'-1'212'0,"2"-2"-17"0,1 1-13 16,-1 1-16-16,2-3-19 0,1 1-15 15,4 0-13-15,1 1-12 0,1 1-12 0,-1-2-13 0,4 2-39 16,-3-1-69-16,0 0-65 0,0 1-158 0,-6-1-269 16,1-1 119-16</inkml:trace>
  <inkml:trace contextRef="#ctx0" brushRef="#br0" timeOffset="-209915.56">9637 12446 233 0,'0'0'233'0,"0"0"-27"0,0 0-17 16,0 0-5-16,0 0-18 0,0 0-9 0,5 19-2 15,-4-7-9-15,2 3-11 0,-2 1-13 0,1 1-10 0,-1-2-10 16,1 2-9-16,0 1-6 0,1-1-8 0,-1-2-7 16,-1-3-7-16,-1-1-4 0,1-1-6 0,-1-3-3 15,0-7-4-15,1 13-5 0,-1-8 3 16,0-5-1-16,0 8 7 0,0-8 1 0,0 0 5 15,0 0-11-15,-2 10 2 0,2-10-10 0,0 0 0 16,0 0-3-16,0 0-2 0,0 0-3 0,0 0-3 16,0 0-5-16,-9-26 0 0,12 14-6 0,4-3 1 15,1-1-3-15,2-1 1 0,7-4-6 0,-3 7-3 16,0-1 3-16,0 3-2 0,1-1-2 0,-5 6-1 16,3 3 0-16,-1 0-3 0,-2 2 0 0,-1 4 0 0,2-1 0 15,0 4 3-15,-2 1 0 0,1 2-1 0,-3 1-2 16,0 1 10-16,-1 1-8 0,2 4-3 15,-4-1 7-15,-2 1 2 0,1 2-5 0,-3-2 2 16,0 2-23-16,0-1-46 0,-1 1-61 0,-1-2-81 16,4-4-52-16,-4 2-232 0,6-3-528 0,0 1 234 0</inkml:trace>
  <inkml:trace contextRef="#ctx0" brushRef="#br0" timeOffset="-209492.38">10599 12257 143 0,'3'-12'237'0,"-1"-3"-3"16,-2 5-4-16,2 1-10 0,-1 1-16 0,-1 8-20 16,1-9-21-16,-1 9-20 0,0 0-18 0,0 0-9 0,0 0-9 15,8 29-5-15,-4-3 4 0,-4 3-16 16,-2 4-9-16,0-4-5 0,1 3 17 0,-2 3-7 15,-1-2-3-15,0 0-8 0,2-2-9 0,-2 1-5 16,-1-4-1-16,1 2-12 0,0-3-2 0,0-1-7 0,3-2-6 16,-3-6-1-16,2 1 4 0,-1-1-10 15,1-1-1-15,-4-1-19 0,4-4-26 0,-2-1-24 16,0 1-41-16,0-2-53 0,-3 0-35 0,0 1-40 16,0-3-54-16,-2-1-139 0,1-2-441 0,2-1 195 15</inkml:trace>
  <inkml:trace contextRef="#ctx0" brushRef="#br0" timeOffset="-208940.12">10372 12556 121 0,'9'-6'166'0,"7"-3"-8"0,4 5-4 16,6-3 4-16,6 2-10 0,3 2-6 15,1 2-12-15,2 1-8 0,-1 2-12 0,-3 5-10 16,0 0-8-16,-2 2-4 0,-2 2-12 0,-3 3-10 15,-9-3-7-15,-4 2-6 0,-1 1-3 0,-2-1-5 0,-2 1-6 16,-1 2 1-16,0-2-3 0,-5-3-4 16,0 1 2-16,-3-1 1 0,0 0 0 0,-3-1 3 0,-2-1-2 15,-1 0-1-15,-2-2 2 0,-1-2 2 16,-2 2-7-16,-1-2-2 0,1 0-9 0,-3-1 3 16,2-1-3-16,3-2-1 0,1-1-2 0,8 0 1 0,-15-1 0 15,15 1-1-15,-10-6-5 0,6 2-3 0,4 4-1 16,2-11 6-16,-2 11-10 0,10-18 2 15,-2 8-2-15,3-4 0 0,7 0 0 0,-4 1-3 16,3-1 0-16,4-5 2 0,5 2 0 0,0 1-5 0,2 0 3 16,-2 2 5-16,-1 0-8 0,-9 2 1 0,0 3 2 15,-2-1 2-15,1 2-2 0,-5 0 0 0,-2 3-1 16,-1 0-1-16,-1 0 4 0,-1 1 1 16,-5 4 2-16,5-8 3 0,-5 8 7 0,5-6-1 15,-5 6 3-15,4-5-2 0,-4 5-1 0,0 0-4 0,0 0 5 16,0 0-7-16,0 0-2 0,0 0 0 0,0 0 10 15,-17 21 5-15,8-7 0 0,-3 2-4 0,-1 5 0 16,1-4-4-16,3-2 3 0,0 4-4 0,3-5 2 16,-3 2-6-16,4 0 3 0,0-2-4 0,2-1-1 15,3-1 6-15,1-2-6 0,1 1-1 0,0-1 3 16,3-2-2-16,4 1-3 0,0-4-11 0,2 0-20 16,1-1-13-16,0-2-16 0,1-1-18 0,1 1-19 15,-3-2-14-15,3-2-14 0,-4 1-6 0,2-2-11 16,1-2-7-16,-4-1-15 0,0 1-5 0,-2-4-1 15,1 2-4-15,-2-1-2 0,0-2-91 0,-4-1-283 16,2 1 125-16</inkml:trace>
  <inkml:trace contextRef="#ctx0" brushRef="#br0" timeOffset="-208562.94">11168 12662 896 0,'1'-12'-65'16,"3"-5"28"-16,-3 7 22 0,1-2 22 0,1 2 11 15,-3-1 28-15,4 2 24 0,-2 3 19 0,-2 6 5 16,1-12 2-16,2 8-12 0,-3 4-3 0,0 0-3 16,3-5 8-16,-3 5 10 0,0 0-3 0,0 0 4 15,10 15 2-15,-8-8 4 0,2 2-9 0,-3 0-5 16,0 1 4-16,0-1 2 0,1 0-9 0,-2 0-3 15,0-1-4-15,1 3-6 0,-1-4-9 0,0-7 4 16,-1 14-6-16,1-8-12 0,0-6-7 0,1 11 1 16,-1-5-5-16,0-6-6 0,1 7 1 0,-1-7-6 15,0 0 0-15,0 8-3 0,0-8-5 0,0 0 0 16,2 8-5-16,-2-8 1 0,0 0 0 0,0 0-2 16,0 0-1-16,0 0-2 0,0 8 1 0,0-8-1 15,0 0-1-15,0 0 1 0,0 0-5 0,0 0 6 16,0 0 1-16,0 0 1 0,2 6 0 0,-2-6-5 15,0 0 5-15,0 0-4 0,0 0-2 0,0 0 1 16,0 0-1-16,8-18-1 0,-8 18-1 0,2-10-1 0,-2 10-2 16,3-9 6-16,-3 9-4 0,1-6-5 15,-1 6-2-15,0 0-2 0,3-9 0 0,-3 9 1 16,0 0-4-16,0 0 2 0,0 0-1 0,0 0 1 16,0 0-1-16,10 17 0 0,-10-9 2 0,1-1 4 15,-1 1-5-15,2 2 3 0,0 1 1 0,-2-3 2 16,3 2-4-16,1 0-8 0,-2-1-28 0,0 0-38 15,0 1-53-15,-1-3-67 0,3-1-41 0,-2 2-228 16,0-3-505-16,-2-5 225 0</inkml:trace>
  <inkml:trace contextRef="#ctx0" brushRef="#br0" timeOffset="-207512.65">11379 12624 4 0,'0'0'202'15,"0"0"-17"-15,0 0-16 0,0 0-14 0,10 17-10 16,-7-11-10-16,-1 4-10 0,1-1-7 0,-1 2-5 16,0-1-12-16,-1-2-8 0,1 4-8 0,0-4-10 15,-1 0-5-15,3-1-4 0,-2-1-3 0,-2-6 7 16,0 10 4-16,0-10 6 0,0 8 8 0,0-8 8 15,3 6 3-15,-3-6 4 0,0 0-7 0,0 0-3 16,0 0-8-16,0 0 1 0,0 0-9 0,0 0-6 16,0 0-10-16,0 0-2 0,0 0-9 0,0 0-4 15,-5-24-4-15,7 13-5 0,0 0-3 0,3-5-3 16,1 1-7-16,7-2 0 0,-1 1-5 0,1 2 0 16,1 0-4-16,-3 3 0 0,-2 4-2 0,0 1 0 15,-2 0-7-15,2 1 0 0,3 3-6 0,-3 0 0 0,1 6 1 16,-1 0 1-16,0 3-3 0,-3 0 1 0,2 2-2 15,-2 1 2-15,-1 2 0 0,-1-1 2 0,-1 2-4 16,1-1 0-16,-3 1 0 0,1-3 0 16,2 2 5-16,-2-4-3 0,2 2 2 0,-2-1-1 15,3 0-1-15,-2-3 2 0,1 0 0 0,-1 1 5 0,3-3-2 16,-1-2-2-16,4 1 0 0,1-2 3 0,0 0-2 16,1-1 2-16,2-2-2 0,-1-1 5 15,2-2-5-15,5-2 0 0,-3 0 4 0,-5 1-4 16,3-4 1-16,-3 0 0 0,3-1-1 0,-5-1 3 0,-1 2-4 15,-2-4-2-15,2 2-1 0,-6-2-5 0,2-3-5 16,-1 3 4-16,0 3 1 0,-1 0-1 16,-2 1 2-16,1 2 5 0,-1 2-8 0,0 6 4 15,2-11-9-15,-2 11 1 0,0 0 0 0,0 0-2 16,0 0 1-16,0 0 3 0,0 0-3 0,5 25 2 0,-3-11 4 16,-2 3-1-16,0 0-1 0,0 1 6 0,0 0-5 15,2 1 0-15,-2-1 1 0,-2 1 0 0,2 0-1 16,0-3 4-16,-2 3-3 0,-2-4 3 0,0 0 0 15,3-4 6-15,-1-1-1 0,0 1-2 0,-1-4-1 16,-1-1 5-16,3 0-3 0,1-6 2 0,-1 11-1 16,1-11 9-16,-5 7-7 0,5-7 4 0,-4 6 0 15,4-6-4-15,0 0 0 0,0 0 2 0,0 0-6 16,0 0 0-16,0 0-11 0,9-20-1 0,-3 11-4 16,2-1 1-16,5-3 3 0,-2-1 2 0,5 1-2 15,-2 0 5-15,-1-2-6 0,2 1 5 0,-1-1 0 16,5-4 0-16,-1 1 1 0,-4 5 3 0,-2 0 0 15,2 1 0-15,-4-1 0 0,-1 4-1 0,-4 1 2 16,2 3 0-16,-3-2 3 0,3 4 3 0,-7 3 2 16,5-8 0-16,-1 4-3 0,-4 4-5 0,7-4-3 15,-7 4-1-15,0 0 3 0,0 0 1 0,0 0 0 16,0 0-1-16,2 17 6 0,-2-8 3 0,-2 0 1 16,-3-1-1-16,5 0 1 0,-2 0 2 0,2 2-2 15,0-2 0-15,0 2 0 0,0-10 4 0,0 13-4 16,2-6 0-16,0-2 1 0,-2-5 0 0,6 10 4 15,-2-6 0-15,2-1-3 0,-1-2 1 0,3 1 2 16,-8-2 1-16,19 0-4 0,-9-3 3 0,3 0-3 16,-3-3-2-16,-1 2-1 0,0-1-1 0,0-1 4 15,-2 0-2-15,-1 0 0 0,2-3-1 0,-2 1-1 16,-1-1-2-16,-1-1 0 0,1 1 4 0,1-1-3 16,-1 1-2-16,-1 2-2 0,1 2 0 0,-3 1-5 15,-2 4 2-15,4-8-5 0,-4 8 0 0,0 0 3 16,0 0 2-16,0 0-5 0,0 0 2 0,11 20 2 15,-11-10 3-15,-2 1-4 0,2 1 5 0,-2 1 2 16,0 2-3-16,-2 0 2 0,1-1 2 0,1-2-4 16,-2 3-1-16,1-2-12 0,0-1-12 0,-3 2-32 15,-1-2-48-15,1-4-55 0,0 2-52 0,1-2-42 16,-4 0-182-16,4 0-473 0,-4-3 209 0</inkml:trace>
  <inkml:trace contextRef="#ctx0" brushRef="#br0" timeOffset="-207355.73">11945 12508 1763 0,'-5'-10'9'0,"0"1"-2"0,1 2-16 0,0 2-32 16,4 5-22-16,-4-5-21 0,4 5 0 0,0 0-29 15,0 0-119-15,0 0-249 0,0 0 111 0</inkml:trace>
  <inkml:trace contextRef="#ctx0" brushRef="#br0" timeOffset="-207078.65">12442 12394 62 0,'4'-6'293'0,"-4"6"-4"0,4-9-18 16,-4 9-19-16,2-6-30 0,-2 6-22 0,0 0-27 15,0 0-12-15,0 0-14 0,10 16-11 0,-6 0 9 16,-2 1-11-16,-2 7-12 0,-2 3-5 0,2 0-14 16,0-1-8-16,-4 2-3 0,2-3-12 0,-2 0-4 15,2 1-11-15,-2-7-2 0,0 3-10 0,0-3-3 16,1-1-4-16,1-1-3 0,-3 1-4 0,2-7-6 16,2 1-3-16,-2-1-12 0,1-2-18 0,2 3-24 0,-2-6-32 15,0 3-31-15,1-4-25 0,1-5-52 16,-1 12-24-16,1-12-41 0,-3 4-41 0,3-4-144 15,0 0-448-15,0 0 199 0</inkml:trace>
  <inkml:trace contextRef="#ctx0" brushRef="#br0" timeOffset="-206736.81">12394 12611 112 0,'0'0'158'16,"12"-4"-6"-16,-4 2-12 0,1 2-17 0,1 0-8 15,-1 0-4-15,1 2-11 0,2 0-4 0,-3 0-14 16,-3 1-10-16,4 2-9 0,-1 2 4 0,-5-3-7 16,5 5 1-16,-5-1 0 0,2 0-7 0,0 2-3 15,-2 0-2-15,0 1-3 0,-1-2-3 0,1 3-6 16,-2-2-3-16,1 0-5 0,2-1 2 0,1 1-3 0,1-1 5 16,-3-1-10-16,3 0 1 0,2-2-1 15,0-1-4-15,-4-2-1 0,6 1 6 0,2-2 3 16,-2-2 5-16,1-1 1 0,1 0 13 0,-2-2 10 15,-1-1 14-15,-1 1 10 0,-3-3-1 0,2 0-3 16,-2-1-3-16,1-2-5 0,-3 1-4 0,-2-4-2 0,-2 0-6 16,2 0-6-16,-2 1-8 0,-6-4-4 0,4 3-4 15,-1 1 0-15,-1 0-7 0,-3 1-12 16,0 1-15-16,1 2-25 0,-1 0-28 0,-3 4-36 16,1 1-46-16,-2 1-48 0,-2 2-50 0,4 3-182 0,-2 1-447 15,2 4 198-15</inkml:trace>
  <inkml:trace contextRef="#ctx0" brushRef="#br0" timeOffset="-206338.84">12770 12903 35 0,'11'-3'252'0,"-11"3"10"0,16-6 2 0,-8 3-10 16,-1-2-9-16,0-1-18 0,4 1-10 15,-2-4-6-15,0-1-26 0,3-2-12 0,1 1-15 16,-5-4-17-16,4 1-6 0,-1 0-18 0,-2-3-5 0,1 0-1 15,-2 1-17-15,-1-3-10 0,-1-6-10 0,-2 8-9 16,0-2-11-16,-4 2-3 0,0 2-5 0,2 0-6 16,-2 2-7-16,-2 4-3 0,-2-2-3 0,0 3-2 15,2 1-5-15,2 7-4 0,-4-11-3 16,1 7 0-16,3 4-5 0,-4-9-3 0,4 9 2 0,0 0-7 16,0 0 2-16,-2-5-1 0,2 5 8 0,0 0-11 15,0 0 1-15,0 0 11 0,0 0-9 16,0 0-2-16,0 0 2 0,19 11 0 0,-11-7-2 0,-2-2 3 15,5 1 1-15,1 0-5 0,-1 1 1 16,0 1-1-16,1 0 0 0,-1 1-1 0,-3 1-1 0,2 1-1 16,-3 1 2-16,-1 1-3 0,1-1 3 0,2 5-3 15,-6-3 4-15,1 1 2 0,-2-2 14 0,2 4-19 16,-4-2 4-16,3 4 0 0,-1-1 3 0,-2-1-4 16,-2-3 5-16,2 3-2 0,-3-3-11 0,1-2-34 15,0 2-40-15,0-2-54 0,-2 1-76 0,2-4-56 16,1 1-238-16,1-7-548 0,1 11 243 0</inkml:trace>
  <inkml:trace contextRef="#ctx0" brushRef="#br0" timeOffset="-206205.65">13216 12800 10 0,'0'0'176'0,"0"0"-37"0,0 0-49 16,0 0-54-16,0 0-57 0,-6-14-51 0,6 14-78 15,-5-7 35-15</inkml:trace>
  <inkml:trace contextRef="#ctx0" brushRef="#br0" timeOffset="-203221.23">15331 12696 17 0,'0'0'183'16,"-15"-5"8"-16,11 3-5 0,4 2-4 0,-9-2-15 0,9 2-12 15,0 0-13-15,-6-2-16 0,6 2-11 0,0 0-8 16,0 0-17-16,0 0-6 0,0 0-5 0,27-10-9 16,-10 4 8-16,13 2-9 0,5-1-4 0,-1-1-9 15,3 1-5-15,-1-1-4 0,-2 3-4 16,-3-4-4-16,-2 2-20 0,-10 0-24 0,0 4-27 0,-8 1-37 16,2-1-38-16,-4 1-17 0,-1 0-20 0,-8 0-4 15,12 1 0-15,-12-1-9 0,8 1-82 0,-8-1-256 16,0 0 113-16</inkml:trace>
  <inkml:trace contextRef="#ctx0" brushRef="#br0" timeOffset="-202796.52">15587 12635 81 0,'0'0'108'15,"-10"0"7"-15,10 0 17 0,-10-2 6 0,10 2 0 16,0 0 0-16,-11 0 5 0,11 0-13 0,0 0-6 16,0 0-8-16,0 0-11 0,-9 2-13 0,9-2-2 15,-4 6 0-15,4-6-5 0,-2 16 7 0,1-5-8 16,-3 6-2-16,1 2 0 0,0 6-3 0,0-1-4 15,-2 2-5-15,1-2-6 0,1 0-5 0,1-5-3 16,1 8-2-16,-2-8-11 0,2 0-2 0,-2 6-4 16,3-6-4-16,-1-1-5 0,1 2 0 0,-1-4-1 15,1 0-2-15,0 2-4 0,-3-7-4 0,4 1-3 16,-1-2 0-16,2-2 1 0,-1 0-1 0,-1-8 0 16,1 11-3-16,-1-11-2 0,-1 8 3 0,1-8-2 15,1 7 4-15,-1-7-4 0,0 0 5 0,-4 8-6 16,4-8-10-16,0 0-5 0,-14 0-4 15,8 0-6-15,6 0 0 0,-23-4 2 0,13 2 2 0,-3 0-2 16,1-2 4-16,1 1 0 0,1 0 0 0,1 2 4 16,2-2 0-16,7 3-1 0,-15-3 2 0,15 3 1 15,-10-3-2-15,10 3 1 0,-7-2 1 0,7 2 2 16,-10-1 2-16,10 1-1 0,0 0-2 0,0 0-1 16,-7-3 0-16,7 3 3 0,0 0-3 0,0 0 2 15,0 0-1-15,0 0 6 0,0 0 1 16,0 0-3-16,31 8 1 0,-13-7-1 0,2-4 5 0,7 3-3 15,3 0-9-15,1 0-22 0,-2 0-32 0,3 0-32 16,-3-4-35-16,3 0-39 0,-2-1-33 0,0 1-175 16,-3-1-404-16,-10 1 179 0</inkml:trace>
  <inkml:trace contextRef="#ctx0" brushRef="#br0" timeOffset="-202365.69">16010 12958 164 0,'0'0'223'16,"0"0"-6"-16,-13-12-14 0,10 9-4 0,3 3-13 16,-13-3-13-16,5 3-14 0,-2 0-12 0,0 3-12 15,-2-1-10-15,-1 3-9 0,-2 3-12 0,1 2-11 16,1 3-7-16,0-1-7 0,2-1-11 0,2-1-7 16,0 3-5-16,4-1-5 0,1-1-4 0,3 1-8 15,-1 1-3-15,5-2-1 0,1 1-1 0,1-3-1 16,2 2-2-16,2-3-5 0,-1-1 1 0,4-3-3 15,-1 3-6-15,6-4 1 0,-4 0-1 0,-1 0-5 16,0-1 3-16,-4-1-3 0,-1 0 1 0,-7-1-2 16,0 0 1-16,18 1-3 0,-18-1 4 0,0 0-1 15,10-2-6-15,-10 2 0 0,0 0-5 0,0 0 2 16,0 0-1-16,0 0 0 0,0 0-1 0,0 0-1 16,0 0 1-16,-39 1 2 0,25 3-1 0,-2 1 2 15,0 2 8-15,4-2-4 0,1-1 5 0,-5 6-4 16,7-4 3-16,0 1 0 0,-1 2-1 0,1-1 3 15,3 0-4-15,1-2 0 0,-3 3 6 0,6-2-3 16,2 1-1-16,0-8 0 0,0 15 0 0,2-7 0 16,1-2-1-16,4 1 2 0,1-2 3 0,2 1-5 15,3-2 1-15,2-2-1 0,6-1-2 0,-1-1 0 16,8 0-29-16,1-3-37 0,0-1-38 0,-2 1-52 16,1-3-63-16,-8 1-287 0,7-1-537 0,-8 0 238 15</inkml:trace>
  <inkml:trace contextRef="#ctx0" brushRef="#br0" timeOffset="-192889.94">16841 13153 137 0,'0'0'145'0,"0"0"2"0,11-2-8 16,-11 2-4-16,14-5-9 0,-3 2 2 0,0-4-7 15,0 1-7-15,0 1 3 0,-1-2 0 0,5-2-1 16,-2-2-7-16,1-2-2 0,-1 0-4 0,-2 1-5 16,1-2-12-16,-3 1-4 0,2-1-10 0,0 0-5 15,-2-1-5-15,-2 0-6 0,2-3-3 0,0 1-3 16,-2 0-3-16,1 3 23 0,-5 3 3 0,1-1 8 15,-2 2-1-15,1 0-2 0,-2 3-9 0,1 2 1 16,-2 5-5-16,0-10-5 0,0 10-9 0,1-7-5 16,-1 7-7-16,0 0-6 0,0 0-5 0,0 0-5 15,0 0 0-15,0 0-6 0,0 0 1 0,-7 22 0 16,3-9-5-16,-1 2 1 0,0 3-3 0,3-2-3 16,-1-1-2-16,1 2 4 0,2 1-2 0,2 1-2 15,0-1 2-15,0-4-4 0,2-4 6 0,5 4-3 16,-3-1-2-16,1-5-1 0,0 1 1 0,3-3 1 15,-1-1-1-15,2 2 0 0,0-3 0 0,1-1 0 16,0-3 5-16,1-1-4 0,0-1-1 0,-2-2 2 16,1 0 1-16,-2-2-3 0,2-1 2 0,-3-2 0 15,-2 0-2-15,5-4 5 0,-7 0-3 0,-1 2-4 16,-3-3 1-16,2 4 2 0,-3-2-1 0,1 1 1 16,-1 0-2-16,1 1 2 0,-1 10-5 0,0-11-2 15,0 4 0-15,0 7-1 0,-1-9-1 0,1 9-1 16,0 0-3-16,0 0 4 0,0 0-4 0,0 0 0 15,0 0 2-15,0 0-3 0,0 0 3 0,0 0 4 16,0 0-2-16,-12 22-1 0,11-12 0 0,-3 2 4 16,2 0-3-16,-2 3 0 0,1 2 0 0,0-1-3 15,0-1 3-15,0 1 2 0,2-2-2 0,-1 0 3 16,0-1-3-16,0-1 3 0,2 0-6 0,0-2 6 16,-2 2-2-16,4-3 2 0,-4-1-1 0,1 1 1 15,1-9-2-15,-1 14 4 0,0-9 3 0,1-5-1 16,-3 11-1-16,-2-5 3 0,5-6-7 0,-2 10 4 15,-1-7-8-15,3-3-3 0,-7 9-4 0,4-3-11 16,-3-2-11-16,6-4-18 0,-10 4-11 0,7-1-8 16,3-3-9-16,0 0-19 0,-9 2-28 0,9-2-28 15,0 0-18-15,-11 0-23 0,11 0-30 0,0 0-163 16,-11-7-420-16,11 7 186 0</inkml:trace>
  <inkml:trace contextRef="#ctx0" brushRef="#br0" timeOffset="-192656.97">17043 12737 165 0,'-2'-6'196'0,"2"6"-11"15,0 0-17-15,0 0-12 0,0 0-16 16,0-9-19-16,0 9-10 0,0 0-19 0,0 0-35 0,0 0-32 16,0 0-48-16,0 0-47 0,0 0-151 0,0 0-239 15,0 0 106-15</inkml:trace>
  <inkml:trace contextRef="#ctx0" brushRef="#br0" timeOffset="-192230.43">18116 12908 170 0,'-9'0'173'0,"9"0"-4"0,-15-1-14 0,15 1-4 15,-10 0-8-15,10 0-13 0,-9-2-13 0,9 2-18 16,0 0-10-16,0 0-3 0,0 0-9 0,0 0-2 15,0 0 8-15,0 0-1 0,0 0-1 0,0 0-3 16,0 0-10-16,42 4-2 0,-22-2-4 0,8-4-5 16,-7 2-4-16,8-2-6 0,-7 0-7 0,0 1-1 15,-2 0-4-15,-1-2-8 0,-7 3-1 0,2 0-2 16,-4-2-3-16,2 2 1 0,-5 0-5 0,-7 0-21 16,15-1-29-16,-15 1-39 0,11 0-42 0,-11 0-55 15,11 0-193-15,-11 0-392 0,9-2 173 0</inkml:trace>
  <inkml:trace contextRef="#ctx0" brushRef="#br0" timeOffset="-191834.19">18588 12754 123 0,'0'0'231'0,"0"-8"-12"0,0 8-15 16,0 0-17-16,0 0-20 0,0 0-17 0,0 0-16 15,0 0-11-15,0 0-8 0,0 0 0 0,0 0-3 16,2 29-5-16,1-18-8 0,-2 6-8 0,0-2-5 16,2 1-12-16,0 0-4 0,-1 0 0 0,3 0-2 15,-1 0-9-15,2-2-2 0,-1-3-8 0,1 3-7 16,3-1 1-16,-3-1-3 0,-1-3-6 0,1 1 0 16,0-2-5-16,-1-1-4 0,-1 0-1 0,0-3 0 15,-1 0-2-15,-3-4 1 0,7 8 1 0,-5-3 6 16,-2-5 12-16,7 3 7 0,-7-3 3 0,0 0-5 0,0 0 3 15,14-12-11-15,-8 4-1 0,0-1-5 16,0-1 6-16,1-5-5 0,5 0-10 0,-2-2 1 16,3-6-6-16,2 2 9 0,0-1 13 0,3 0-2 15,-2-1-5-15,1 4 8 0,-4 3-17 0,5-3 0 0,-6 5-6 16,0 0-6-16,0 2 10 0,-3 5-10 16,0-1 0-16,-4 0-4 0,0 2-23 0,0 2-28 15,-5 4-40-15,5-8-48 0,-5 8-58 0,7-4-40 0,-7 4-28 16,0 0-37-16,0 0-155 0,0 0-485 15,1 16 215-15</inkml:trace>
  <inkml:trace contextRef="#ctx0" brushRef="#br0" timeOffset="-191479.47">19098 12911 118 0,'0'0'217'0,"10"-2"2"0,-10 2-2 0,13-2-2 16,-7-1-13-16,2 2-14 0,3-4-12 15,-2 1-16-15,3 1-8 0,0-2-9 0,-1 0-6 16,-1-1-5-16,3 0-6 0,-3-1-9 0,3 0-3 16,-4-1-2-16,-2 0 2 0,0-1-16 0,2 1-6 0,-3 1-6 15,-1 0-6-15,-4 0-7 0,1 1-2 0,-2 6-14 16,0-13-2-16,0 13-4 0,-7-9-6 0,1 5-10 16,-3 2-2-16,0 0-5 0,-3 3-7 15,-7 1 0-15,0 3-4 0,1 3 1 0,-1 0-5 0,2 3 3 16,0 0-1-16,1 3-7 0,1-2 4 0,1 5 0 15,4-5 1-15,3 0 0 0,1 2 3 0,3-2 2 16,2 0-6-16,2-1 2 0,3-1 0 16,1 2 1-16,3-3 1 0,5 2-2 0,1-1 3 15,4-2 1-15,0-2-3 0,2-1-6 0,2 0 2 0,5-1-2 16,-1 0 0-16,-5-3-17 0,-2-4-30 0,-1 1-32 16,1 0-36-16,-4 1-50 0,-3-2-64 0,2 0-58 15,-3 0-252-15,0-1-572 0,-1 0 254 16</inkml:trace>
  <inkml:trace contextRef="#ctx0" brushRef="#br0" timeOffset="-119100.03">15241 14054 2 0,'-9'-8'137'0,"-1"-1"-20"0,1 0-5 0,2 1-2 16,-2-1 5-16,2 2-2 0,0-1-11 0,-3 1-10 16,4 0-4-16,-2 2-1 0,2 0-3 0,-1 0-9 15,2 1-1-15,-2 0-8 0,1-1-4 0,6 5-4 16,-7-6-9-16,7 6-3 0,0 0-5 0,-7-4 1 15,7 4-15-15,-4-5-1 0,4 5 0 0,0 0 2 16,0 0-4-16,0 0 2 0,0 0-1 0,24-2-3 16,-5 2 3-16,9-3-4 0,2 3-2 0,2-2-4 15,0 1 0-15,3 0-2 0,-1 1-4 0,3-4 0 16,2 5-4-16,-6-4-17 0,-1 3-15 0,-2 0-21 16,-2 0-25-16,-7-1-13 0,1-1-16 0,-3 0-20 15,-6 1-11-15,1 0-101 0,-6 1-254 0,0-2 112 16</inkml:trace>
  <inkml:trace contextRef="#ctx0" brushRef="#br0" timeOffset="-118492.66">15518 13847 91 0,'0'0'91'0,"-13"-2"-6"0,13 2 13 0,-7 5-13 15,3-1-6-15,-1 1 6 0,-1 5 4 0,3 0 3 16,0 1-5-16,-3 4 8 0,2 4-8 0,0 0-4 15,2 7-7-15,-2 1-11 0,1 1-2 0,-2-1-4 16,0 2-5-16,2-1-4 0,1-1-7 0,-1-2-16 16,2-6-5-16,-3 0 3 0,3 0-4 0,-2 0-1 15,2 0-2-15,0 1 2 0,-2-3-7 0,1 0-2 16,2 0 5-16,-2-2-5 0,1 1-2 0,-3-3-2 16,3-1-1-16,1-2-2 0,-1 1 2 0,-1-3-3 15,2-8 7-15,-1 12-6 0,1-12-2 0,-2 11 2 16,2-11 4-16,0 5-15 0,0-5 5 0,0 0-1 15,-13 1-1-15,13-1-2 0,0 0 1 0,-14-10 2 16,5 6-4-16,2-4 5 0,1 4-1 0,0 1 4 16,-1-4-4-16,7 7-4 0,-9-9 8 0,5 7-7 15,4 2 2-15,-6-4 0 0,6 4-1 0,0 0-4 16,-6-5 6-16,6 5 0 0,0 0 2 0,0 0-1 16,0 0 1-16,0 0 0 0,20 8 1 0,-10-5-1 15,4 1 8-15,4 1-10 0,1 0 5 0,3 0-11 16,-3-1-18-16,3 1-15 0,6-2-18 0,-7 3-13 15,-1-3-9-15,2 2-9 0,-1-2-6 0,0 1 6 16,6-1 3-16,-7-3 5 0,2 0 7 0,-3 0 13 16,3-3 1-16,0 0 18 0,-7-2 4 0,7 0 9 15,-6-3 7-15,1 0 4 0,-2 1 16 0,-1-2 20 16,-3 0-2-16,-3 2 6 0,0-2-2 0,-3 2 24 16,0-1 0-16,-2 2 6 0,0 1 14 0,-3 5 5 15,3-11-4-15,-3 11 8 0,0-9 1 0,0 9-8 16,0 0-8-16,0 0-3 0,-6-6 4 0,6 6-5 15,0 0 3-15,-23 14 6 0,13-6-1 0,-3 5 3 16,-1-1-12-16,1 1-2 0,0 1-8 0,2 1 0 16,2-1-4-16,2-1-4 0,1 3-1 0,4-1-5 15,-1-2 0-15,7 4-5 0,0-1 0 0,2 0-15 16,3-2-23-16,3-2-32 0,3 0-25 0,-1-3-38 16,11 1-31-16,-4-1-140 0,8-4-305 0,-2-1 135 15</inkml:trace>
  <inkml:trace contextRef="#ctx0" brushRef="#br0" timeOffset="-118013.53">16735 14159 79 0,'2'-6'175'0,"2"1"-12"16,0 0 3-16,-4 5-6 0,5-10-8 0,-2 7-11 15,-3 3-12-15,0 0-10 0,2-9-14 0,-2 9-11 16,0 0-14-16,0 0-8 0,4-6-10 0,-4 6-3 16,0 0-9-16,0 0-7 0,0 0-2 0,0 0-2 15,0 0-6-15,5 18 0 0,-5-18-8 0,-1 14 5 16,-2-4-6-16,-1 0-1 0,-1 0-1 0,-2 6 0 16,0-5-2-16,-4 4 1 0,-2 1-2 0,0-2-2 15,-2 5 0-15,1-3-2 0,-3 3-2 0,3-4-1 16,3 1-5-16,0-3 5 0,0 0-3 0,2 0-4 15,0 3 4-15,0-7-1 0,3 1-3 0,3-1-1 16,1 0 1-16,-1-1 1 0,2 2-3 0,-1-4 1 16,2-6 2-16,2 15-2 0,-2-15-2 0,4 8 5 15,-3 0-3-15,-1-8 4 0,5 5-1 0,-5-5-3 16,6 3 3-16,-6-3 1 0,10-1 3 0,-10 1-5 16,11-7-3-16,-5-1 6 0,2 1-5 15,-3-2 3-15,0-1-3 0,-2-7 0 0,0 1-3 0,-1-1 2 16,-4-1 2-16,1 2-5 0,-4-2 3 0,0 1-1 15,-3 2-2-15,1 0-1 0,-5 1-1 0,-1 2 3 16,-1 2-4-16,-1 1 3 0,1 3-6 0,-4 2 6 16,1 0-14-16,1 2-14 0,3 4-31 0,-1 0-20 15,2 2-32-15,3 0-26 0,3 2-30 0,0 0-145 16,2 2-336-16,4 0 150 0</inkml:trace>
  <inkml:trace contextRef="#ctx0" brushRef="#br0" timeOffset="-116968.31">17655 14144 84 0,'-4'-3'160'0,"4"3"-19"0,0 0-14 16,0 0-17-16,0 0-4 0,19-7-7 0,-5 7-17 16,7 1-7-16,0 0-9 0,6 0-10 0,0 1-9 15,-5 0-18-15,-2 1-21 0,-2-2-5 0,1 2-8 16,-7-2 2-16,2-1-4 0,-4 1 2 0,0-1 6 16,-1 0-1-16,-9 0-1 0,12 2-1 0,-12-2 1 15,8 0-1-15,-8 0-5 0,0 0 5 16,0 0 3-16,7-3-2 0,-7 3-2 0,0 0 7 0,0 0-8 15,0 0 7-15,0 0 3 0,0 0-13 0,0 0 5 16,-23 14 2-16,18-10 3 0,-3 4 12 0,3 3 1 16,-1-2 7-16,1 3 5 0,-4 2 9 0,0 0-4 15,1 1 5-15,2 1-13 0,1 0 10 0,-3 0-3 16,3-1-4-16,0 0 1 0,0 1-4 0,-1-1-4 16,5-2 0-16,-3 3-4 0,1-6-1 0,0 4-2 15,1-4-2-15,0 2 4 0,0-1-4 0,-1 1 1 16,1-3-1-16,-2-2-5 0,1 1 7 0,-1 0-8 15,2-3 5-15,-5 1 0 0,4-2-4 0,-3 0-1 16,0 1-3-16,-2-3 5 0,0-2 3 0,-3 2-3 16,-2-4-2-16,1 0-5 0,-1 1 2 0,-1-2-2 15,2-1 3-15,1 1 3 0,-1 0-7 0,5 1 4 16,-1-1-11-16,3-1 13 0,5 4-1 0,-10-2 1 16,10 2-2-16,-8-2 3 0,8 2 3 0,0 0 1 15,0 0-1-15,0 0-5 0,0 0 0 0,0 0-1 16,0 0-1-16,34 0-1 0,-14 0 2 0,0 2 6 15,10-2-16-15,-2-2 6 0,4-2 0 0,0 1 5 16,0 1-2-16,-3 1-4 0,3-2 2 0,-1 1 0 16,-3-3 0-16,-2 1 1 0,-4 0 0 0,-1 0 0 15,6-5 1-15,-7 4-2 0,0-1 2 0,-3-1 5 16,-1 1-7-16,0-2 2 0,-5 3-6 0,0-3 11 16,-2 3-5-16,-2 0 2 0,1 0 5 0,-3 2 9 15,-1-2 1-15,1 1 2 0,-5 4-3 0,8-4-2 16,-8 4-2-16,6-3-1 0,-6 3-3 0,0 0 1 15,0 0-1-15,0 0 3 0,0 0 5 0,-18 19-4 16,10-12-3-16,-2 0-3 0,1 3 3 0,-1-2-6 16,2 2 5-16,-2-1-2 0,4 2-4 0,1 0 1 15,1-3 0-15,0 2-1 0,3-2 1 0,1-2-1 16,0-6 0-16,1 17 2 0,3-11-3 0,1 2 4 16,0-5-1-16,3 3 2 0,3-2-6 0,1-1 8 15,2 1-8-15,2-1 6 0,2-4-7 0,-1-1 0 16,-3 2 4-16,0-2-6 0,4-3 2 0,-5 2 0 15,-1-1 3-15,0-1 0 0,0-2-5 0,0 0 2 16,0 1-4-16,-2-1-2 0,1 1 0 0,-4 1 1 16,1 0-5-16,-2 1 8 0,0 0-3 0,-6 4-5 15,8-5-3-15,-8 5 3 0,0 0 0 0,0 0 2 16,0 0-1-16,6 10-2 0,-6-2 2 0,2-2 3 16,-2 4-2-16,1-2 0 0,0-1 4 0,1 6 1 15,-1-4 0-15,3 1 0 0,1-3 1 0,1 1 4 16,-1-1-5-16,4 0 3 0,1-1-1 0,-2-6 1 15,1 3 0-15,4-3-1 0,-3 0 4 0,3-3-5 16,-1 0 0-16,-1-4 8 0,0 3-3 0,1-2 0 16,-5-2-2-16,1-2 5 0,0 2-1 0,-3-2 1 15,-3-3-5-15,-2 2 1 0,0-5-1 0,-2 3-7 16,-3-1-2-16,-3 2-7 0,-3-1-3 0,0 1-12 16,-5-1-10-16,0 3-8 0,-3 2-19 0,0 1-17 15,4 2-23-15,-4 1-19 0,1 4-31 0,0 2-113 16,0 1-289-16,5-1 128 0</inkml:trace>
  <inkml:trace contextRef="#ctx0" brushRef="#br0" timeOffset="-116056.47">19559 14204 33 0,'-1'-10'165'0,"-4"1"-13"0,-3 0-1 16,-3 3-11-16,-2 2-2 0,-5 1-13 0,-11 4-6 15,-1 4-10-15,-1 3-7 0,0 3-14 0,1 5-1 16,1-1-11-16,2 3-6 0,2 0-9 0,5 0-5 16,7-3-4-16,2 0-3 0,4 2-4 0,1-3-3 15,3 1-8-15,3-2-2 0,0-2-1 0,4 0-1 16,1-1-4-16,1 0 2 0,4-1-8 0,0-4 3 15,-1 0-1-15,4 0 0 0,-1-1-5 0,6-2-1 16,-5-2 1-16,0-2-2 0,6-2-3 0,-1-2 4 16,0-1-2-16,-2 0 0 0,-1-4-2 0,-3 0-1 15,1-2-2-15,-4 1 3 0,2-2-3 0,-4-1-1 16,-2 4-1-16,2-5-2 0,-1 6 1 0,-2-1-1 16,1 0 1-16,-3 4-1 0,0-1 0 0,-1 0 2 15,-1 8-3-15,2-7-5 0,-2 7 5 0,4-6-5 16,-4 6 4-16,0 0-5 0,0 0 1 0,0 0-1 15,0 0 4-15,-4 25-5 0,2-12 6 0,-2-2-8 16,1 5 4-16,1 0-2 0,1-3 1 0,-2 1 3 16,4 0 0-16,2-3-1 0,-1 1 2 0,2-2-1 15,1 2 1-15,3-2 2 0,1-2-3 0,0 0 2 16,4-3 2-16,3 1 2 0,1 0-3 0,2-5 0 16,-6-1 0-16,5-1 1 0,-4-2 1 0,4-2 0 15,-2 0-2-15,0-2-2 0,2-3 1 0,-8 2 2 16,1-2 1-16,2-3-2 0,-4 0-1 0,-1 1 3 15,1-2-7-15,-6 1 3 0,1-3 1 0,-4 0-3 16,-1 4 3-16,0 1-6 0,-3-2 3 0,0 2-2 16,-2 1 1-16,-1 2-2 0,2-2 2 0,-2 4-4 15,0 2 5-15,2-1-3 0,0 1-2 0,5 4-2 16,-8-7 3-16,8 7-3 0,-6-3 3 0,6 3 2 0,0 0-1 16,0 0-2-16,0 0 3 0,0 0 2 15,0 0 3-15,22 13-4 0,-7-10 0 0,5 0 3 16,7-1-1-16,-5 2-2 0,6 2 1 0,-9-3-1 15,-5-1-2-15,3 3 1 0,-4-1 1 0,-3-2 0 16,1 3 3-16,-5-1-8 0,1 3 6 0,-2-1-3 0,2 2-2 16,-5 3 3-16,1-2 3 0,-2 1-5 15,0 2 4-15,-1-2-1 0,-2 3-1 0,0-3 1 16,1 2 0-16,0-1 4 0,1 4-1 0,0-6-4 16,1-1 3-16,-1 0 2 0,3-2 0 0,2 1 1 15,0 1 1-15,0-5-3 0,4 4 1 0,-1-4-3 16,2-2-5-16,0-1 10 0,3 0-2 0,0-1 1 0,1-3-1 15,-1-2 1-15,-1 3-1 0,-1-3 1 16,0-1 1-16,-1-1 3 0,-1-1-8 0,-1-2 3 16,-2 0-2-16,2 1 0 0,-3-1 5 0,-1-1-1 15,1-3-4-15,-2 2 2 0,-3 1-2 0,0 2-3 0,0 1 4 16,-3 1-2-16,1 1 0 0,2 7-4 0,-8-9 3 16,0 9-3-16,-2-2-4 0,10 2 4 15,-24 6 1-15,8 3-2 0,1 0 0 0,1 1 3 16,5-1 1-16,-2 4-3 0,4 1 4 0,2-1-32 15,4 2-28-15,3 2-28 0,5-2-37 0,14 2-28 0,4-1-16 16,7 0-127-16,3 0-321 0,22-4 143 16</inkml:trace>
  <inkml:trace contextRef="#ctx0" brushRef="#br0" timeOffset="-115722.27">21014 14361 149 0,'-6'-2'171'0,"6"2"1"16,0 0-7-16,-9-5-6 0,9 5-16 0,0 0 0 15,-7-3-16-15,7 3-9 0,0 0-10 0,0 0-12 16,0 0-9-16,0 0-7 0,0 0-10 0,22-7-6 0,-2 6-6 16,2-1-7-16,7 1 1 0,4 0-10 0,0 1-2 15,1-2-1-15,1 2-5 0,0 0-8 16,-3 0 0-16,-1 2-4 0,-2-1-1 0,-7-1-3 16,-3 3-8-16,1-3-24 0,-2 2-30 0,-5 0-50 15,1 0-41-15,-4 0-36 0,-3 1-135 0,-2-3-331 16,-5 0 147-16</inkml:trace>
  <inkml:trace contextRef="#ctx0" brushRef="#br0" timeOffset="-115472.41">21266 14201 56 0,'0'0'194'0,"-6"-8"-8"0,6 8-5 16,-4-7-5-16,4 7-17 0,0 0-18 0,-4-5-12 15,4 5-17-15,0 0-9 0,0 0-9 0,0 0-15 16,0 0 8-16,-1 26-1 0,0-14-5 0,0 1 0 16,1 2-8-16,1 2-5 0,-2-1 0 0,-2 0-11 15,0 1-5-15,3-2-6 0,-1 2-4 0,1 0-1 16,0 0-6-16,0-1-3 0,1 1-2 0,1-2-11 16,-1-3-23-16,-1 6-28 0,0-6-46 0,1 1-38 15,2 3-33-15,-2-5-45 0,0 2-129 0,2-4-349 16,-3-9 155-16</inkml:trace>
  <inkml:trace contextRef="#ctx0" brushRef="#br0" timeOffset="-115109.7">21678 14229 141 0,'4'-8'211'16,"0"-4"-9"-16,-3 5-5 0,2 1-14 0,-2 0-15 15,-1 6-17-15,0 0-19 0,0 0-16 0,7-4-11 16,-7 4-9-16,0 0-5 0,11 15-12 0,-5-7-7 16,-1 4-4-16,-1 3-7 0,2 2-9 0,-1-1-3 15,-2 1-4-15,0 1-3 0,0 0-7 0,0 0 1 16,1-1-6-16,-2-1-2 0,2 0-3 0,1-5-2 16,-1 1-1-16,-1-2-4 0,1-2 2 0,-2-2-2 15,1 1-3-15,1-3 2 0,-1-1 8 0,5 1 6 16,-8-4 5-16,10 3 1 0,-10-3-4 0,13-3-1 15,-3-4-6-15,-1 3 3 0,0-5-5 0,5 0-2 16,0-2 2-16,-4-3-6 0,1 2-3 0,-1-4-1 16,3-2-3-16,-2 4 1 0,1-4 0 0,4-3 0 15,-2-1-5-15,0 5 1 0,-3 2-5 0,-2 2-9 16,3 0-25-16,-5 4-27 0,-2 1-34 0,-1 2-45 16,1 1-40-16,-5 5-21 0,4-4-14 0,-4 4-133 15,0 0-374-15,0 0 166 0</inkml:trace>
  <inkml:trace contextRef="#ctx0" brushRef="#br0" timeOffset="-114775.6">22101 14394 146 0,'10'0'186'0,"-10"0"2"0,0 0 1 0,16-3-12 16,-8 1-16-16,3-3-7 0,-1 0-16 0,1-1-5 15,1-1-6-15,1 1-12 0,2-3-5 0,2-2-11 16,-2 2-10-16,-1-4-6 0,1 0-10 0,-2 4-2 0,1-3-8 15,-1 0-8-15,-3 2 0 0,-2 1 0 16,-2-1-9-16,1-2-1 0,-1 3-9 0,-3 3 0 16,-1-1-3-16,-2 7-5 0,0-8-4 0,0 8-4 15,0 0-3-15,-12-9 0 0,1 10-5 0,-8 4 0 16,0 2-4-16,-8 3 0 0,1 1-3 0,0 7 2 0,3-3-1 16,1 1-1-16,3 1 1 0,6-2 2 0,0-1 2 15,3 1-1-15,2 2 5 0,1-1-1 16,3-1-6-16,4-4 3 0,0 6 1 0,2-6 0 15,6 1 3-15,2 1 6 0,4 2-11 0,4-5 2 16,6 7-3-16,3-2-11 0,1-5-34 0,2 1-28 0,2-3-42 16,2-2-61-16,3-2-38 0,-2 2-31 15,-1-3-125-15,2 3-392 0,4-4 173 0</inkml:trace>
  <inkml:trace contextRef="#ctx0" brushRef="#br0" timeOffset="-114637.28">23026 14412 1458 0,'8'-14'139'0,"0"1"8"15,-3 1-50-15,-3 2-24 0,2 1-11 16,-1 2-1-16,-2 0-7 0,-1 7-11 0,1-13-10 16,2 7-2-16,-3 6-2 0,0-9-9 0,0 9-21 15,0 0-29-15,1-10-42 0,-1 10-59 0,0 0-35 16,0 0-143-16,0 0-333 0,0 0 149 0</inkml:trace>
  <inkml:trace contextRef="#ctx0" brushRef="#br0" timeOffset="-110183.7">7880 14823 8 0,'1'-16'145'0,"-1"1"0"16,1 4 3-16,-2 0-9 0,0-1 5 0,-1 3-11 16,1-1 6-16,0 1-6 0,-3 0-16 15,0 3-7-15,0-1-10 0,1 1-6 0,3 6-11 16,-8-7-7-16,3 3-11 0,5 4-3 0,-13-2-9 15,3 3-5-15,2 4-3 0,-1 0-8 0,-2 6 0 0,-1 0-6 16,-4 10-7-16,4 0 2 0,-1 5-2 0,4 0-3 16,2 2 5-16,0 0-7 0,3 1-4 0,-1 0 4 15,4 0-1-15,1 1 1 0,1-2-2 16,1 2-1-16,-2-4-5 0,3 2 3 0,0-1-2 16,1-2-1-16,-2-6 1 0,0-1-4 0,1 7 5 15,0-6-3-15,0-1-2 0,-2 2 1 0,-1-2-5 16,1 0-16-16,-1-1-17 0,0-1-24 0,-1 0-27 0,0-3-25 15,1-2-34-15,-3-1-17 0,0 0-23 0,1 0-104 16,-3-3-306-16,5-7 135 0</inkml:trace>
  <inkml:trace contextRef="#ctx0" brushRef="#br0" timeOffset="-109252.27">7876 15069 46 0,'13'1'113'16,"4"2"2"-16,0 3-12 0,2 1-18 0,-1 1 4 16,1 3-10-16,-1 0-11 0,-2 2 1 0,-1-1-11 15,-4 3 0-15,1-1 4 0,1 1-14 0,-4 0 1 16,0 0-5-16,-2-2-7 0,2 3-2 0,-5-6-8 16,-1 2 0-16,-1-2-3 0,0-2 1 0,-2-8-3 15,1 14-1-15,-1-14 1 0,0 0-3 0,-1 10-3 16,1-10 1-16,0 0 1 0,0 0 1 0,0 0-7 15,-11 1 2-15,11-1 0 0,0 0-1 0,-9-15-2 16,7 4-2-16,2-1-7 0,0-5 6 0,2 0-2 16,3 1-3-16,0-3-10 0,2 1 2 0,3 0 1 15,0 2-3-15,-1 0 10 0,4 1-3 0,-5 7-6 16,-1-2 10-16,1 0-6 0,0 4 0 0,-2 1-3 16,-2 1 0-16,2 1 1 0,-6 3-5 0,11-1 12 15,-11 1 1-15,10 5 4 0,-8 2 5 0,2 0 1 16,1 5-9-16,-2-2 9 0,-1 4 2 0,2 0-9 15,-1 2 6-15,1 0-11 0,1-5 7 0,0 5-1 16,0-4 4-16,0-2-2 0,0-1-5 0,4 0 4 16,-1-2-5-16,1-1 5 0,2-2 3 0,-1 0 3 15,2-2 0-15,2 0 2 0,-2-2-6 0,1-2-3 16,0 0 5-16,-1-5 1 0,1 3-8 0,-4-2 0 16,0-1-3-16,1 1 7 0,-3-3-1 0,-1 2 0 15,-3-5-7-15,1 3 4 0,-1 0-7 0,-2-3 6 16,-1 2-1-16,0-1 2 0,-1-1-4 0,1 0 2 15,0 1-6-15,1 2 3 0,-1 9-1 0,0-14-1 16,3 9-8-16,-3 5 12 0,5-6-2 0,1 3-6 16,-6 3 5-16,17-3 2 0,-7 5-1 0,9 2 4 15,-2 1-7-15,2 0 2 0,-2 3 0 0,2 0 5 16,-1 2-3-16,1 1-2 0,-3 0 4 0,1-2-1 16,-2 3-1-16,-1-2-1 0,-2 1 9 0,-1-3-9 15,-2 1 4-15,-2-2-6 0,0-2 5 0,-3 0-11 16,1-1 10-16,-5-4 0 0,7 5 13 0,-7-5 4 15,4 2 2-15,-4-2 1 0,0 0-4 0,0 0 7 16,0 0-1-16,0 0-3 0,0 0-2 0,0 0-3 16,-12-20 2-16,9 14 3 0,0 1 2 0,0-6-5 15,3 4 0-15,-2-6-6 0,5 3-2 0,0-3-2 16,1-2-2-16,3 2-2 0,2 0 2 0,3-1-3 16,-3 5-5-16,5 0 2 0,0-1-2 0,-2 6-2 15,-1 1 3-15,2 3-6 0,-3 1 1 0,3 3 1 16,-3 1-4-16,-1 2 4 0,4 6 3 0,-6-3-3 15,1 4 4-15,1 1-1 0,-5-5 0 0,0 5-1 16,-3-4 2-16,-1 2 0 0,4-2-1 0,-4 0 4 16,-2-4 0-16,1 1-5 0,1-8 6 0,0 11-1 15,0-11 3-15,1 8 0 0,-1-8-3 0,0 0 2 16,0 0-1-16,0 0-4 0,0 0-1 0,0 0-1 16,0 0 1-16,0 0 1 0,7-28 4 0,-1 18-6 15,4-4 2-15,-1 0-2 0,3 1 0 0,1 2 1 16,2-1 1-16,0 2-2 0,1 0 1 0,-4 6-2 15,-1-2-3-15,-2 2-3 0,0 3 2 0,-3 1 2 16,-6 0 3-16,18 5-2 0,-12 2 4 0,2-1-1 16,4 1-2-16,-4 4 4 0,-1 1-8 0,0 3 7 15,-1-5-24-15,0 7-26 0,3-2-32 0,-4-5-13 16,3 6-50-16,-4-6-25 0,2 0-92 0,3 1-284 16,0-5 127-16</inkml:trace>
  <inkml:trace contextRef="#ctx0" brushRef="#br0" timeOffset="-108602.85">9611 15172 112 0,'9'-6'145'15,"-1"2"-14"-15,1 0-10 0,0-2-3 0,1 1-2 16,-4-1-6-16,1 2-8 0,-2-1-2 0,1 1-10 16,2-3-6-16,0-2-8 0,-3 2-3 15,1-1-7-15,-1 0-4 0,-1-1-14 0,0 1 7 16,-2-2-6-16,-2 2 0 0,0 1-8 0,0 7-2 0,-6-16-5 15,1 7 6-15,-3 0-7 0,1 4-7 0,-5 0-4 16,1 3-3-16,-2 0 0 0,-1 2-1 0,-4 5-6 16,-1 4 1-16,-4 3 3 0,5-1-4 15,-4 7 3-15,6-2-3 0,3-1-4 0,-4 7 0 16,8-7 0-16,3 3-2 0,3-1 10 0,3-5-9 16,2 4 1-16,5 1-5 0,6-2 6 0,1-5-4 0,4 3 6 15,1-6-2-15,8 2 2 0,5-4-4 0,-3-4 7 16,2 0-4-16,2-2-1 0,-1-3 0 15,1-1-4-15,-3-4 3 0,1 0-3 0,-1 0 0 0,-3 0-1 16,1-4 1-16,-1 0 2 0,-8 3-1 16,5-8 1-16,-2 3 0 0,0-1 4 0,-4 0-8 0,-4 3 2 15,-1-2 2-15,-2 2-1 0,-3 2 4 0,-1 1 6 16,-5 3 8-16,0 0 0 0,-2 1-1 16,0 6-7-16,-5-9 0 0,5 9-6 0,-15-3 4 15,1 4-4-15,-3 6 0 0,-3-1-1 0,-6 6 3 0,1 3-8 16,2 1 3-16,7-4 0 0,-2 2 2 15,7-1-4-15,-1 0 1 0,2 3-2 0,5-6-1 0,1 2 1 16,2-2-8-16,0-1 6 0,1-2 3 16,4 0 6-16,-2 0-5 0,1 1-2 0,2-3 1 15,1-1-3-15,2 0 4 0,-7-4-1 0,13 4 1 16,-4-3 0-16,1 1-3 0,-3-2-1 0,1 4 4 16,2-4-4-16,-1 2-3 0,-1-1 1 0,-3 2-1 15,-5-3-2-15,14 3 0 0,-6 3 1 0,-2-1-1 0,-1 3 2 16,2 2 4-16,1 4-5 0,-4-3-1 15,1 6 0-15,-5 1 0 0,7 8 3 0,-3-8 1 16,-5 7-4-16,-1-7 1 0,4 0-2 0,-5 8 4 16,2-8-1-16,-1 1 0 0,1-4-2 0,-3 1 7 15,0 0-5-15,2-4 3 0,2-1 3 0,-2 0-4 16,0-3-4-16,1 1-7 0,-3-2-9 0,4-7-14 16,-3 9-18-16,3-9-16 0,-3 6-32 0,3-6-49 15,0 0-39-15,0 0-146 0,0 0-361 0,0 0 160 0</inkml:trace>
  <inkml:trace contextRef="#ctx0" brushRef="#br0" timeOffset="-108242.36">10065 14731 99 0,'0'0'171'15,"0"0"-19"-15,0 0-7 0,24 14-19 0,-20-9-9 16,5 7-10-16,-2-2-19 0,3 4 2 0,-5-4-15 16,1 1 1-16,2 6-9 0,-4-6-7 0,1-1-3 15,-1-1 0-15,-1 0-15 0,1-3 1 0,-2 0 6 16,-2-6 16-16,3 8 17 0,-3-8 1 0,0 0 2 16,3 3-10-16,-3-3-6 0,0 0-8 0,0 0-3 15,4-18-6-15,-3 12-5 0,2-5-1 0,1 0-6 16,1-2-8-16,1-3-4 0,2 3-3 0,1 0-3 15,-1 3-5-15,3-2 3 0,-2 3-7 0,0 2 1 16,0 0-5-16,-3 4-3 0,1 1 6 0,-7 2-5 16,17 5-3-16,-8 3-1 0,-1 1-2 0,3 6 1 15,-3 4 0-15,-1 5 1 0,-1 2 0 0,-2 0-17 16,-1 1-24-16,1 0-40 0,0 1-24 0,4-2-46 16,7-2-32-16,3 2-162 0,4-4-369 0,9-3 163 15</inkml:trace>
  <inkml:trace contextRef="#ctx0" brushRef="#br0" timeOffset="-107865.22">10981 15089 81 0,'0'-10'182'0,"0"10"-19"0,5-9-18 16,-1 5-11-16,-4 4-7 0,13 0-11 0,-3 0-4 15,-10 0-10-15,14 7-11 0,-3-1-11 0,-1 1-8 16,-1-2 0-16,-1 3-12 0,0 1-6 0,-1 0-7 16,-1 2-2-16,-3-2-5 0,-2 1-2 0,0-1-7 15,-2 0-2-15,-2 2-1 0,1-3-5 0,-1-1-3 16,-3 4 0-16,0-5 4 0,-2 3-6 0,4-4-4 16,0 3-3-16,0-4-11 0,4-4 3 0,-6 7-11 15,2-1 7-15,4-6 4 0,-2 9-2 0,2-9-2 16,1 9-4-16,-1-9 5 0,0 0-2 0,7 8 4 15,-1-5-2-15,-1 1-3 0,1 0 4 0,-6-4-1 16,10 7-1-16,-6-2-1 0,-1-2 1 0,1 3-8 16,-1 1 5-16,-3-7 3 0,3 9-2 0,-3-3 6 15,0-6 1-15,-5 14-1 0,0-5 5 0,-4-1-4 16,0 2-15-16,0-2-17 0,0 1-28 0,-2-3-34 16,-1 1-37-16,-5-1-150 0,1-1-299 0,2-1 133 15</inkml:trace>
  <inkml:trace contextRef="#ctx0" brushRef="#br0" timeOffset="-107626.13">11342 15101 10 0,'12'0'162'15,"0"1"-7"-15,0 1-13 0,0 2-1 0,-1 4-5 16,1 1-12-16,-4 3-12 0,-2 4-9 0,-2 2-7 15,-4 8-2-15,0-2-4 0,-2-1-9 0,-5 3-5 16,0-2-1-16,-2-6-8 0,-4 5-7 0,1-1-6 16,-5 1-7-16,0-4-2 0,-2 2-4 0,-3-1-5 15,0-3-18-15,2-1-27 0,-4-3-31 0,-1 3-38 16,7-7-35-16,0-2-20 0,-2 1-133 0,2-1-287 16,-1-4 127-16</inkml:trace>
  <inkml:trace contextRef="#ctx0" brushRef="#br0" timeOffset="-107412.93">10597 15167 61 0,'-12'24'178'0,"3"2"-12"0,4-2-21 0,3 7 1 16,-2-3-13-16,5 1-13 0,-1 0-15 0,5 0-8 15,5-1-4-15,-2-3-11 0,2 1-13 16,4-3-14-16,0-1-31 0,3-2-42 0,5-3-45 16,1-1-47-16,4 3-105 0,-3-6-230 0,4-2 101 15</inkml:trace>
  <inkml:trace contextRef="#ctx0" brushRef="#br0" timeOffset="-107218.83">11146 14737 2305 0,'-1'-19'-16'16,"1"1"9"-16,0 3 8 0,0 3-29 0,0 5-82 15,0 7-28-15,6-5-24 0,-6 5-19 0,0 0-97 0,0 0-300 16,19 14 133-16</inkml:trace>
  <inkml:trace contextRef="#ctx0" brushRef="#br0" timeOffset="-106779.88">12621 15805 5 0,'-6'-2'166'0,"6"2"-8"0,-12-1-17 0,12 1-12 16,-4-4-8-16,4 4-15 0,0 0-11 0,0 0-4 15,20-10-6-15,-7 6-17 0,14-1-2 0,2-2-11 16,7 2-18-16,-2-1-14 0,2 1-24 0,5 1-27 16,-8-1-13-16,-3 1-44 0,-1-1-27 0,-12 4-69 15,-3-1-194-15,-1-2 86 0</inkml:trace>
  <inkml:trace contextRef="#ctx0" brushRef="#br0" timeOffset="-106394.41">12850 15758 129 0,'-4'9'146'0,"3"3"-5"0,-1 3 8 0,-2 4-3 15,2 6-6-15,-3 0-2 0,4 3-7 0,-2-1-8 16,0 3-10-16,1-1-9 0,0 3-10 0,0-3-4 16,-1 0-11-16,1-1-9 0,2-1-1 0,0-1-9 15,0-8-6-15,-2 2-3 0,2-4-6 16,2 2-6-16,-4-4-2 0,2 3-5 0,0-7-1 0,-2 0-2 15,2 0-5-15,-2 1 3 0,0-5-5 0,1 1-3 16,-3 0 2-16,0-1-4 0,-2-3 1 0,6-3-1 16,-10 7 2-16,3-7-8 0,0 1 3 15,7-1-2-15,-16-2-1 0,10 0 1 0,-1-2 1 16,0 1-2-16,0-4-2 0,1 2-1 0,1 1 3 16,-3 0 8-16,8 4 0 0,-8-5 1 0,8 5-2 15,-6-4-3-15,6 4-4 0,0 0-2 0,0 0-4 0,-3-6 3 16,3 6-3-16,0 0 1 0,0 0 3 15,0 0-4-15,26 0 0 0,-14 1-2 0,2 0 2 16,0-1 0-16,6 2 0 0,0-2-1 0,9 0-4 16,-2-1-18-16,2 2-18 0,-2-3-42 0,5-2-47 15,-3 0-43-15,2 0-29 0,1 1-152 0,-3-1-377 16,-2 0 167-16</inkml:trace>
  <inkml:trace contextRef="#ctx0" brushRef="#br0" timeOffset="-106170.86">13315 16176 22 0,'10'-9'111'15,"-10"9"7"-15,4-8-2 0,-4 8 8 0,0 0-7 16,0 0 1-16,0-14-18 0,0 14 4 0,-10-7-2 16,4 7 3-16,-5-2 3 0,11 2 1 0,-19 3-1 15,8-1-5-15,-5 8 7 0,1-3-10 0,-1 1-5 16,1 2 0-16,1 0-6 0,1 2-5 0,4-3-7 16,-1 4-8-16,1-1-7 0,5-1-6 0,2 0-5 15,0 2-4-15,2-1 1 0,2-1-11 0,0 1-1 16,5-2-5-16,4 1 0 0,-2 1 0 0,2-3-3 15,5 0-8-15,0 0-23 0,4-2-31 0,-2-1-36 16,2-2-44-16,1-3-45 0,8 2-44 0,-10-2-161 16,11 1-393-16,-8-4 174 0</inkml:trace>
  <inkml:trace contextRef="#ctx0" brushRef="#br0" timeOffset="-105999.65">13775 16124 53 0,'14'-6'167'0,"-3"3"-16"16,3 1-15-16,-1 1-7 0,5-4-18 0,0 5-7 15,3 0-13-15,-2 1-25 0,0-2-35 16,-1 3-41-16,-5 0-42 0,-2 0-45 0,0 2-50 16,-6 0-159-16,-5-4 70 0</inkml:trace>
  <inkml:trace contextRef="#ctx0" brushRef="#br0" timeOffset="-105843.74">13848 16253 30 0,'-4'3'157'0,"4"-3"7"15,-6 6 5-15,6-6-7 0,0 0-1 0,0 0-5 16,0 8-6-16,0-8-13 0,0 0-12 0,12 3-9 16,-5-1-15-16,3-4-8 0,2 0-18 0,5 1-37 15,2-2-37-15,8-1-42 0,5-1-67 16,-1 0-173-16,3-3-305 0,5 2 134 0</inkml:trace>
  <inkml:trace contextRef="#ctx0" brushRef="#br0" timeOffset="-104391.97">15041 15821 8 0,'0'0'150'0,"-6"-2"-13"16,6 2-7-16,0 0-11 0,0 0-15 0,0 0-2 16,0 0-11-16,0 0-3 0,0 0-15 0,0 0 0 15,0 0-4-15,0 0-6 0,0 0-1 0,0 0-8 16,23-3-1-16,-12 2-2 0,0-1-1 0,-1 1-6 16,0-2-4-16,3 2 2 0,-2-2-7 0,1 3 3 15,0-1-3-15,1 1-4 0,1-1-2 0,-3 1-1 16,3-1-7-16,-1 1 2 0,-2 0-4 0,0 0-2 15,0 0 4-15,-2-2 18 0,-9 2-1 0,16 0 1 16,-8 0-10-16,-8 0-1 0,14 0-3 16,-8 2-3-16,-6-2 0 0,11-2-3 0,-11 2-1 0,11 2 0 15,-11-2-4-15,12 0 5 0,-12 0-4 0,8 0 3 16,-8 0-1-16,8 0 3 0,-8 0-2 0,0 0-5 16,0 0 3-16,13 1-3 0,-13-1 3 15,0 0-1-15,0 0 1 0,0 0-2 0,8-1 1 16,-8 1 2-16,0 0 0 0,0 0 2 0,0 0 3 15,0 0 0-15,0 0-3 0,0 0 1 0,0 0 3 0,0 0-5 16,0 0 1-16,0 0-3 0,0 0 0 0,0 0-5 16,0 0 3-16,0 0-7 0,0 0 8 0,0 0-7 15,0 0 1-15,0 0-1 0,0 0-2 16,0 0 2-16,0 0-5 0,0 0 0 0,9-2-2 16,-9 2 3-16,0 0 2 0,0 0-4 0,0 0 1 15,0 0-2-15,0 0 4 0,0 0 0 0,0 0-2 0,0 0-1 16,0 0 0-16,0 0-1 0,0 0 0 0,0 0 2 15,0 0-2-15,0 0 0 0,0 0 2 0,0 0-4 16,0 0 3-16,0 0-2 0,0 0 1 16,0 0-1-16,0 0 1 0,0 0-2 0,0 0 3 15,0 0-4-15,0 0 3 0,0 0 0 0,0 0-2 16,0 0-1-16,0 0 4 0,0 0-2 0,0 0 2 16,0 0-1-16,0 0-1 0,0 0 1 0,0 0 2 15,0 0-3-15,0 0 2 0,0 0-2 0,0 0-1 0,0 0 2 16,0 0 1-16,0 0-3 0,0 0 0 15,0 0 0-15,0 0 3 0,0 0 3 0,0 0-6 16,0 0 2-16,0 0-1 0,0 0-5 0,0 0 4 16,0 0 0-16,0 0 2 0,0 0-2 0,0 0 0 15,0 0 0-15,0 0 4 0,0 0-7 0,0 0 5 16,0 0 4-16,0 0-5 0,0 0-2 0,0 0 9 0,0 0-8 16,0 0 4-16,0 0-3 0,0 0 3 15,0 0 0-15,0 0-1 0,0 0 1 0,0 0 2 16,0 0-3-16,0 0 3 0,0 0-2 0,0 0 3 15,0 0-4-15,0 0 0 0,-20-10 1 0,20 10 0 16,-8-4-4-16,8 4 4 0,-5-5-3 0,5 5 4 16,-9-2-7-16,9 2 4 0,-9-7-2 0,9 7-1 15,-12-3 1-15,12 3-5 0,-9-2 3 0,9 2 0 16,-10 2-2-16,10-2 0 0,-14 3-1 0,6 4 3 16,-2-2-2-16,0 4 2 0,-3 0 3 0,-1 5 2 15,1-1-4-15,0 2 7 0,-1 1-2 0,3 0 0 16,-7 3 2-16,0 2 1 0,-2-2 2 0,2 2-2 15,5-7 2-15,0 1-2 0,-2 0 0 0,-5 3 2 16,5-7 0-16,-1 4-1 0,2-2 7 0,-2 1-4 16,3-2-4-16,-5-3 3 0,3 1-1 0,-1-4 1 15,0 2-1-15,5-2 1 0,-2-1-1 0,-3 1 1 16,4-5-1-16,-1 1 0 0,7 0-2 0,-4-2 4 16,10 0-3-16,-15-3-3 0,5 1 2 0,1-2 2 15,3-3-4-15,-3 0 2 0,4-5-1 0,-4 2-1 16,2-4 1-16,4 1 1 0,0-5-4 15,-1 0 1-15,8-3-2 0,-4 2 2 0,5-8-1 0,1 3-3 16,2 0-1-16,0 5 1 0,0 0-1 0,1 2 4 16,-2 0-1-16,2 1-1 0,3 4-3 0,0-1 1 15,-4 3-1-15,1 2-1 0,1 1 2 0,4 1-3 16,-2 2 1-16,6 3 0 0,-5 1-2 0,6 3 3 16,-3 1-3-16,1 4 1 0,-4 0-2 0,1 5 5 15,1-2-3-15,-1 5 2 0,-1 0 0 16,0 1 0-16,3 4-2 0,0-1 4 0,-5 2-1 0,3 0 5 15,-2-6-3-15,-2 0 4 0,3 2-2 0,-3-4 1 16,-1 4-3-16,5 4 4 0,-4-7-1 0,0 2 0 16,2-1-2-16,-4-3-22 0,2-3-33 0,-3-1-35 15,4-1-46-15,-1 0-60 0,1-1-229 0,1-2-458 16,6-4 203-16</inkml:trace>
  <inkml:trace contextRef="#ctx0" brushRef="#br0" timeOffset="-104158.45">15620 15738 101 0,'-1'-9'228'0,"1"9"-25"15,9-7-18-15,1 2-18 0,7-3-18 0,1 3-13 16,1 0-14-16,9 0-10 0,-1 0-13 0,-7 2-8 0,3 1-4 15,-6-2-33-15,-1 1-30 0,-4 1-36 16,-1 0-21-16,-11 2-30 0,13-3-26 0,-5 1-18 16,-4 0-16-16,-4 2-5 0,6-4-73 0,-6 4-217 15,0 0 96-15</inkml:trace>
  <inkml:trace contextRef="#ctx0" brushRef="#br0" timeOffset="-103810.13">15850 15661 394 0,'-15'3'-17'16,"10"-1"8"-16,5-2 9 0,-12 4 3 0,6-1 15 15,6-3 5-15,-8 10 12 0,3-7 3 0,-1 5 5 16,1-3 14-16,-2 4 25 0,2-1 0 0,0 3 5 15,1-1 9-15,-2 6 9 0,1 0 1 16,0 1 12-16,0 0-5 0,1 2 2 0,-1 0-11 0,1-1-5 16,-3 7-8-16,1-7-2 0,1 7-3 0,1-7-5 15,0 2-6-15,-2-2-7 0,3-1-6 0,-1 1-9 16,-1 8-2-16,2-9-3 0,-5 1-9 0,5-2 1 16,-2 0-7-16,-1-3 5 0,-1-1-9 0,2-1-3 15,0 0-3-15,0-2 0 0,1 0-1 0,0-4-2 16,2 2-1-16,2-7-2 0,-7 9 3 0,7-9-3 15,-5 5-4-15,5-5 0 0,-7 1 0 0,7-1-2 16,0 0-4-16,0 0-3 0,-9-13 0 16,7 6-2-16,2 7 2 0,-1-11-2 0,1 11 0 15,1-14-2-15,-1 7 3 0,0 7-5 0,3-13 1 0,-3 13-3 16,4-8 0-16,-4 8-1 0,4-6 2 0,-4 6-1 16,11-2 2-16,-3 2-3 0,3 0 6 0,1 0-3 15,2 0 4-15,-1 0-6 0,4 0 8 0,1 4-3 16,4-1-9-16,-2-1-17 0,1 0-33 0,6-4-36 15,1 0-42-15,-1-2-41 0,-6 1-37 0,9 3-136 16,-10-3-380-16,2 1 169 0</inkml:trace>
  <inkml:trace contextRef="#ctx0" brushRef="#br0" timeOffset="-103443.93">16180 16057 13 0,'10'-4'59'0,"-1"-1"16"0,-2 1 20 16,-7 4 12-16,12-7 4 0,-12 7 13 0,5-10-7 15,-3 5-2-15,-2 5-3 0,0 0-1 0,0 0 2 16,-9-10-3-16,9 10-1 0,-17-1 5 15,6 3 11-15,-7 3-4 0,0 1-11 0,3 3-6 16,-3-1-11-16,1 1-8 0,1 2-9 0,1 0-6 16,6 3-4-16,1-4-8 0,1 5-5 0,2-7-5 15,1 0 0-15,4 3-10 0,1-4-1 0,2 1-2 16,1 0-4-16,1-2-3 0,6-1-1 0,1-1 0 0,0-1-1 16,0-1-2-16,1 3-4 0,0-5-3 0,-2 0-3 15,1 2 0-15,-2-2 0 0,-2-2-3 16,-8 2 1-16,13-3 2 0,-6 1-4 0,-7 2-1 15,8-2 2-15,-8 2-5 0,0 0-1 0,4-4-1 16,-4 4-4-16,0 0 4 0,0 0 0 0,-27 0-2 16,15 2-4-16,0 1 4 0,0 0-1 0,2 0-2 15,-3 1 4-15,1 2 2 0,-4-1 0 0,7-1 1 16,-1 2-1-16,1-2 2 0,4 1-4 0,-3 2 1 16,2 0 0-16,3-2 0 0,3-5 6 0,-1 12-3 15,1-12-1-15,4 10 1 0,3-3-8 0,2-2-19 16,9 2-21-16,9 2-37 0,6-6-42 0,17 0-60 15,2-1-62-15,2-1-155 0,0-4-430 0,0 1 191 16</inkml:trace>
  <inkml:trace contextRef="#ctx0" brushRef="#br0" timeOffset="-103222.21">16874 16015 1830 0,'-5'-6'48'0,"1"-1"6"0,1 0 1 0,3 7-24 16,2-10-2-16,-2 10-13 0,14-9 2 0,-1 6-7 16,7-2 4-16,8 3-3 0,0-1 3 0,3 2-3 15,3 0-1-15,1 2-1 0,-2-1 0 0,-2 3-11 16,0-2 1-16,-5 0-16 0,-5-1-24 0,-8 1-23 16,-1 1-27-16,0-1-28 0,-3-1-16 0,-3 0-7 15,-6 0-10-15,0 0-87 0,0 0-256 16,0 0 113-16</inkml:trace>
  <inkml:trace contextRef="#ctx0" brushRef="#br0" timeOffset="-103028.41">17226 15953 339 0,'-11'-4'-17'16,"2"0"10"-16,-1-1 12 0,0 2 13 0,1 0 12 16,-1-3 11-16,2 3 11 0,3-1 10 0,-3 1 26 0,8 3 19 15,-9-6 19-15,4 3 0 0,5 3 3 0,-6-4 6 16,6 4-1-16,0 0-12 0,-8-5-10 0,8 5-13 16,0 0-7-16,0 0-7 0,0 0 8 15,0 0-4-15,-11 15 0 0,9-10 6 0,1 6 0 16,0-1-2-16,1 7-3 0,-1 0-8 0,-2 1-5 15,-1-2-3-15,2 10-12 0,-2 0-6 0,1-7-4 16,0 4-8-16,-2-4 0 0,-1 6-13 0,4-7-23 16,-1-2-36-16,2-3-50 0,-2 2-55 0,3-4-67 15,-1 1-236-15,1-3-472 0,1-2 209 0</inkml:trace>
  <inkml:trace contextRef="#ctx0" brushRef="#br0" timeOffset="-101903.36">17682 15894 2215 0,'4'-13'21'0,"-2"2"14"16,4 0 7-16,1 2-24 0,2-1-9 0,1 2 3 16,7 1 0-16,3 0-6 0,6 2-1 0,4 0-2 15,0 1 2-15,2 2 4 0,-4 0-12 0,0 1 7 16,-8 2-7-16,1-2-17 0,-3 1-9 0,-4 0-6 15,-3 1 1-15,0-1-2 0,0 0 7 0,-2 0 5 16,-9 0-1-16,10-1 4 0,-10 1 3 0,8-2-12 16,-8 2 14-16,0 0 10 0,4-5 2 0,-4 5 5 15,0 0 7-15,0 0-3 0,0 0 1 0,0 0 2 16,0 0 1-16,0 0-3 0,0 0 1 0,0 0-2 16,-26-3 5-16,26 3-1 0,-8 5-1 0,1-1 9 15,7-4 3-15,-9 13 7 0,2-5 5 0,3 4 0 16,-3 2 12-16,1 3 2 0,0 1 1 0,0 1-5 15,1-2 5-15,-3 2 8 0,4 0-4 16,-1-1-1-16,-1 8-2 0,1-2-9 0,-2-3 3 0,5-2-6 16,-2-2 0-16,2-1-5 0,0 1-3 15,1 0-1-15,0-2-2 0,1-1-7 0,-2-2-2 16,4-3 4-16,-4 2-4 0,5-3 3 0,-6 2-4 0,3-10-7 16,-1 13 0-16,1-13 3 0,-1 9-4 0,1-9 1 15,-2 8-2-15,2-8 6 0,0 0-3 0,-2 9 0 16,2-9-5-16,0 0-8 0,-14 0-11 0,14 0 1 15,-14-3-3-15,4-1 0 0,-1 1 2 16,0-2-1-16,-1 0 3 0,1 3 3 0,-1-3-1 0,2 0-2 16,0 1 5-16,2 1 5 0,0-2-6 0,1 3 2 15,7 2 1-15,-8-4 2 0,8 4 2 16,-7-2-6-16,7 2-1 0,0 0-1 0,0 0-2 0,0 0 5 16,0 0-1-16,0 0 4 0,0 0 0 15,0 0 0-15,0 0 5 0,25 6-4 0,-12-5 4 16,10 0-3-16,5 1 4 0,3-4-7 0,1 4 8 0,1-2-3 15,3 2-3-15,-2 0-3 0,2 0-13 16,0-5-7-16,-3 0 3 0,-1 3-7 0,-3-2 5 16,-8 1-2-16,6-3 4 0,-7 3-1 0,-1-2 3 15,-1-3 3-15,0 1 4 0,0 2-4 0,-2-2 6 0,1 0 2 16,0 0 0-16,-4 0 3 0,-2 2 5 0,1-1-1 16,-3-2 3-16,-2 3 5 0,-2-2 3 15,-1 2 6-15,-4 3 8 0,8-9 2 0,-4 4 5 16,-4 5 2-16,5-5 0 0,-5 5 1 0,1-6 2 15,-1 6-4-15,0 0-5 0,-2-13-2 0,2 13-5 16,0 0 0-16,-8-4 6 0,8 4-3 0,-17 6 8 16,6-1 1-16,-2 8 0 0,-2-2-1 0,2 0 3 0,-1 4-7 15,1-3-1-15,3 0-2 0,-3 3 1 16,4-4-5-16,1 4 1 0,2-4-30 0,1 1 3 16,2-1-1-16,-1-3 3 0,3 1 2 0,2 1 4 15,5-1-2-15,-1-4 0 0,3 3 4 0,3-2 0 16,4 3-1-16,0-4-2 0,5 1 1 0,-2-4 3 15,2 0 0-15,0 0 1 0,2-2-1 0,-3-1 0 16,-1 1 6-16,0-4-7 0,2 1 0 0,-1-2 1 16,0 1 0-16,-4-2 2 0,3-1-4 0,0 1 4 15,-7 0-4-15,1 0 2 0,0-1-1 0,-3 0 1 16,-1 0 1-16,0-1-2 0,-2 1-3 0,-1 1 4 16,-5 6-2-16,8-8 8 0,-8 8-5 0,5-7 2 15,-5 7 4-15,0 0-12 0,0 0 1 0,0 0 0 16,0 0-5-16,0 0 8 0,0 0-3 15,0 0 2-15,-18 19-3 0,13-10 3 0,-1-3-5 0,-1 3 3 16,3-1-4-16,1 3 7 0,-1-2-3 0,2-2 0 16,2-7 5-16,3 15-2 0,-2-9 0 0,3 0 6 15,4 2 4-15,-3-4 3 0,5 2 2 0,2-2 8 16,-2 0 1-16,3-4 3 0,-2 2 9 0,3-2-3 16,-1-2 0-16,0-1-2 0,-2-2-1 0,0 0 3 15,5-2-2-15,-6 1 4 0,-1-1-6 16,-1-3-4-16,-2-2-4 0,2 1-1 0,-4 0-2 15,-3-2-6-15,1-2 2 0,-5 3-5 0,-1-3-5 16,0 1-10-16,-5 0-16 0,-2 3-22 0,-5 0-21 16,-4 4-29-16,-5 0-41 0,-4 4-44 0,4 1-53 15,-6 3-289-15,-3 4-562 0,0 0 249 0</inkml:trace>
  <inkml:trace contextRef="#ctx0" brushRef="#br0" timeOffset="-101279.89">12019 15621 115 0,'0'0'118'0,"0"0"22"16,8 18 5-16,-4 0 29 0,-2 8-8 0,-2 6-8 15,0 1-8-15,-2 17-4 0,-2 0-4 0,0-1-8 0,-2 3-11 16,3 3-6-16,3 0-13 0,0-6-9 16,-1-3-11-16,1-10-5 0,0-1-31 0,4-1-4 15,-2-1-4-15,-2-3-3 0,2 1-2 0,0-1-5 16,0-5-3-16,0 1 1 0,0-6-7 0,-2-2 3 15,0-1-3-15,0-4-2 0,2 0-1 0,-2-3-4 16,-2 0-17-16,2-10-11 0,0 16-22 0,0-16-24 16,-1 9-22-16,1-9-46 0,0 0-53 0,0 0-168 15,0 0-378-15,0 0 168 0</inkml:trace>
  <inkml:trace contextRef="#ctx0" brushRef="#br0" timeOffset="-99907.14">12144 15537 38 0,'0'0'173'0,"-2"-12"-13"0,2 12-13 0,0-10-15 16,0 10-15-16,12-17-8 0,3 9-14 15,13-1-12-15,5-2-3 0,22-1-9 0,9-1-4 16,26-2-3-16,6 0 5 0,1 2-5 0,2 2-2 0,7-1-6 15,3 0 1-15,-5 3-4 0,1 3 3 0,-4-1-5 16,1 3-5-16,-1-3 0 0,-3 4-5 16,3-4-8-16,8 1 1 0,1 4-6 0,-1 2 6 15,2-1-5-15,8-2-3 0,2-2-2 0,7 0 1 16,5 2 0-16,3 3-7 0,4-1 4 0,-5 1-5 16,2 0 5-16,4-2-3 0,1 6 1 0,-7 1 1 15,0-2-4-15,0-2-1 0,-5 5 6 0,2-3-7 16,2 7-1-16,-1-5 1 0,0 5-4 0,2-5-3 15,-4-1 6-15,-2-6-4 0,2 4 1 0,0-1-7 16,-7-1 5-16,-2-3-3 0,-6 6-4 0,-7-4 4 16,-4-1 2-16,-5 0-2 0,-5 2-1 0,-1 0 3 15,-29-3-1-15,27 3-6 0,-31-1 0 0,2 0-5 16,1-2 6-16,-5 0 2 0,-1-1 0 0,1-1-2 16,-8 1-1-16,-14 0 7 0,-1 2-6 0,-1-1-3 15,-2-3 1-15,-4 6 1 0,-7 0 0 0,-4-1 1 16,-4 1-1-16,-1-1-1 0,-13 1 3 0,19 0 0 15,-19 0-1-15,12-2 3 0,-12 2-7 0,0 0 0 16,13 2 8-16,-13-2-5 0,0 0 1 0,11 0-5 16,-11 0 4-16,0 0 0 0,0 0 0 0,11 2-1 15,-11-2 2-15,9 7 4 0,-9-7-4 0,12 5-2 16,-6-1 2-16,3 0 6 0,-9-4-6 0,15 8 3 16,-6-4 1-16,-1 0-2 0,-8-4 4 0,14 5-3 15,-6 1 4-15,-1 0-1 0,0-2-3 0,-7-4 7 16,13 6-11-16,-7 1 8 0,1-3 1 0,-7-4-2 15,10 10 3-15,-5-4-1 0,0 2-6 0,-1-3 2 16,2 4 2-16,-4-4-1 0,2 2-2 16,1 1 2-16,1-1 0 0,-4 0-1 0,2 2-1 0,1 0-1 15,-1 1 5-15,1 1 3 0,-1 0-4 0,0 1 4 16,-2 0 0-16,1 4-1 0,-1 2 2 16,1 1 3-16,-3 0 5 0,0 0-2 0,-1 6 2 0,-4 0-1 15,2 0-1-15,-2 3 3 0,-2-3-1 0,2 3 2 16,-3 0 3-16,-2-1-3 0,3 3 0 0,-3 0-2 15,2 0 3-15,-1 2-2 0,2 1 6 0,0 1-7 16,1 0-1-16,0-2-3 0,4 3-3 16,-5-3 2-16,5 1-3 0,-1 1-2 0,-2-3 3 15,4 2 1-15,-3-2 3 0,0 1 1 0,2 0-2 16,0-3-1-16,0 1-1 0,2-1-1 0,-3 0-3 16,2-4-1-16,0 5 0 0,-1-5-1 0,0 3-6 0,1-2 7 15,-1-2-3-15,-1 2 2 0,0-7-4 16,2 6 3-16,-2-8 6 0,-1 11-6 0,2-8-2 0,-3 4 0 15,-2 0 2-15,3-5 0 0,-3 5-4 16,3-5 0-16,-1 7 5 0,1-7-7 0,-1 4 33 16,0-3-7-16,-3 4 8 0,0-5-10 0,5 0-2 15,-6 5-2-15,0-4 0 0,2-4-7 0,1 2-5 16,-2 0 7-16,1-1-6 0,-1 0 2 0,-1-2-1 16,4 0-6-16,-5 1 7 0,3-1-7 0,-2-1-2 15,4-4 5-15,-1 1-11 0,-3-2 6 0,1 2 3 16,-1-3 3-16,2 2-4 0,-1-2-5 0,0-1 3 15,2 0 0-15,-4-1-5 0,2 1 8 0,-1-1-15 16,-7 1 15-16,5-1-12 0,-2-1 12 0,-6 0 3 16,0-2 2-16,-9 1-5 0,7-1 1 0,-5-1 0 15,-4 0-2-15,-2-3 0 0,-2 2 0 0,-3-4-6 16,-14 2 5-16,-2-5 1 0,-3 2-3 0,-4-1 0 16,-3-1-2-16,-2-2 1 0,-27-1-2 0,-1-1 1 15,-2 0 3-15,5 2-8 0,-2-4 7 0,28 6-1 16,-31-5 0-16,4 2 0 0,-1 0 5 0,30 2-7 15,-28-1-1-15,1-2-2 0,-7 3 4 0,0 0 3 16,0-1-4-16,3 1 0 0,-9-4-5 16,3 6 5-16,-3-1 3 0,0-2-6 0,-6 3 5 15,-3-4-13-15,-1 3 13 0,-3-2-1 0,-2 3 5 0,-3-1-10 16,1 6 5-16,2-6-5 0,-5 4 5 0,5-3-4 16,3 1-8-16,3 0 13 0,6 0-2 15,4 3 3-15,2-4-5 0,5 4 7 0,0 0-7 0,-1-1 2 16,1 1 5-16,0 1-4 0,-3-2-1 0,0 1 0 15,0 2 5-15,9-3-3 0,-4 4-6 0,-8-3 6 16,5 0-4-16,1-2 1 0,-2 3 2 16,1 0 3-16,1-2-3 0,2-2-5 0,27 4 8 15,-27-3-3-15,27 2 8 0,-1-2-5 0,3 2-1 16,5-6-3-16,2 3-5 0,4-2 2 0,14 3 1 16,3-1 4-16,1-1-5 0,1 1 5 0,7 1-2 15,5 0 0-15,3 0 1 0,1 3 1 0,3-4 3 16,3 1-2-16,0 1-3 0,11 2 0 0,-12-2 4 0,12 2-13 15,0 0-14-15,-13-2-20 0,13 2-23 16,0 0-24-16,0 0-25 0,0 0-37 0,0 0-24 16,0 0-49-16,-2-10-26 0,2 10-39 0,0 0-149 15,23-17-474-15,-15 7 210 0</inkml:trace>
  <inkml:trace contextRef="#ctx0" brushRef="#br0" timeOffset="-99105.85">12052 16433 14 0,'0'0'102'0,"0"0"1"0,4-16-4 0,-4 16 2 15,0 0 7-15,-1-17-9 0,1 17 1 0,0 0-3 16,-1-14-8-16,1 14 5 0,0 0-13 0,-3-15-7 16,3 15 1-16,0 0-13 0,-5-12-6 0,5 12-14 15,0 0 9-15,0 0-3 0,-6-12-15 0,6 12 6 16,0 0-6-16,0 0-7 0,0 0 3 0,0 0-8 15,0 0 0-15,0 0-1 0,0 0 2 0,0 0 6 16,0 0-5-16,0 0 4 0,0 0 7 0,0 0-1 16,10 32 5-16,-5-17-3 0,-4-4-9 0,5 6 3 15,-4 2 8-15,0 0-2 0,1 5 3 0,-1-3-5 16,0-4-3-16,2 9 2 0,-4-7-3 0,1 6-6 16,-1-5 2-16,0 6 3 0,-1-7-2 0,2 7 2 15,-1-7-5-15,1 5 1 0,-2 2 5 16,0-2-4-16,-1-5-2 0,2 1 0 0,0-3-2 0,0 2 2 15,0-3-6-15,2 0 3 0,-1-5-3 0,-1 1-1 16,1-2-4-16,1 2 5 0,1-2-4 16,-3-1 4-16,2-2-4 0,1 1-2 0,-3-1 0 0,0-7-1 15,3 12 3-15,-2-7-7 0,-1-5 3 0,1 9-3 16,3-5-4-16,-4-4 4 0,2 8 0 0,-2-8 2 16,2 6-4-16,-2-6 1 0,0 0-3 0,4 8 6 15,-4-8-5-15,0 0 1 0,0 0-2 16,1 6 0-16,-1-6 7 0,0 0-2 0,6 4 9 15,-6-4 5-15,0 0 4 0,10 5 2 0,-4-3 2 16,-6-2 4-16,13 1-1 0,-3-1-1 0,3 2-6 16,0-2 7-16,6 0-7 0,1-2-3 0,10 1-2 0,0 1 0 15,2-4-3-15,4-1-13 0,2 2 9 0,12 1-6 16,-10 0-9-16,14-3-29 0,-1 3-26 0,-3-1-39 16,-12 2-38-16,16-3-52 0,-6-1-65 15,-8 6-164-15,16-4-448 0,-2 0 198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6:43:41.7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4140 7767 137 0,'-1'-11'279'0,"-3"-3"-17"0,2 3-17 16,-1 2-4-16,-2-3-6 0,1 3-15 16,1-2-4-16,0 4-1 0,-2 1 3 0,3-2-16 0,2 8-2 15,-5-10-14-15,5 10-19 0,-2-6-13 0,2 6-20 16,0 0-13-16,0 0-22 0,0 0-9 0,0 0-9 15,0 0 9-15,0 0-25 0,1 24 0 0,3-9-14 16,0 11 6-16,4 0-10 0,-4 1 6 0,1 2-7 16,3 2-10-16,2-5-16 0,-1-1 9 0,-2-1-4 15,-1-6 0-15,3-1-37 0,-1-2 3 0,-3-3-2 16,3-1 0-16,-2-1 2 0,3 1 2 0,-3-5-4 16,2 3 5-16,-4-2 1 0,3-4 4 0,0 1-4 15,-2 0-2-15,0-2-1 0,0 2 2 0,-5-4 4 16,11 3 4-16,-11-3 1 0,11-1-4 0,-11 1 2 15,10-6 5-15,-6-1 5 0,3-1-8 0,-1-2-9 16,-1 0 9-16,-1-1-4 0,0-1 9 0,-1 0-6 16,1-4-4-16,-3 3 5 0,2-4 3 0,-2 7-16 15,-1 0 1-15,0 1 1 0,1 2 1 0,-1 7 0 16,2-9 0-16,-2 9-9 0,1-9 2 0,-1 9 0 16,0 0-3-16,0 0-2 0,0 0 4 0,0 0 1 15,0 0 1-15,22 13 0 0,-16-5 3 0,2-1 4 16,0 2 4-16,2 1-9 0,-1-3 7 0,2 2-1 15,-1-1 2-15,2-1 4 0,-2-1-3 0,3-1-5 16,-2-2 6-16,1 0-1 0,2-2 7 0,-1-1-5 16,5-3 3-16,-5-1-9 0,-1 1 7 0,4-3-7 15,-1-4 4-15,-6 2-10 0,2-5-3 0,2-1 1 16,-4 0 2-16,0 1-12 0,-3-3-10 0,-1 0-3 16,-3-2-10-16,-2 1-2 0,-3-2-4 0,-2 1 10 15,-4-7-1-15,1-1 3 0,-3 5 3 0,-4-2 3 16,0-1 5-16,3 9 2 0,3 2 3 0,-1 4 10 15,1 2 9-15,2 0-1 0,2 0-1 0,1 3 3 16,-1-1-2-16,5 5-1 0,-6-6-1 0,6 6 0 16,0 0-4-16,-4-7 2 0,4 7-1 0,0 0 0 15,0 0 2-15,0 0 2 0,0 0 7 0,0 0-13 16,17-3 4-16,-17 3 1 0,20 0-3 0,-7-2 1 16,2 0 2-16,3-1-2 0,0-3 3 0,0 0-3 15,-5 0 9-15,-2 2-6 0,-1-3 2 0,1 0 2 16,-2 1-1-16,-2-2 2 0,0 1 2 0,0-1 1 15,-3-2-4-15,-1 1 6 0,-2 0-2 0,0-1 5 16,0 2 1-16,-1 8 4 0,-3-16 2 0,1 10 4 16,2 6-3-16,2-12 3 0,-2 12-8 0,-3-8 1 15,3 8-8-15,0 0 1 0,0 0-5 0,0 0 6 16,0 0 2-16,13 42-1 0,-5-10 1 0,0 16-2 16,0 5 4-16,1-4 3 0,-4 4-1 15,2-6 1-15,0-10-3 0,0-3 1 0,-1-3 3 0,2 1-8 16,-3-4 0-16,1-4 2 0,-1-6-5 0,-1-2 5 15,0-3-2-15,0-4-1 0,1 0 2 0,-3-2-1 16,0-3 3-16,-2-4-1 0,1 11 1 0,-1-11 2 16,3 6 1-16,-3-6 1 0,0 0-1 0,0 0-4 15,0 0-1-15,0 0-4 0,0 0-7 16,5-26 2-16,-4 13-1 0,4-1-4 0,0-1-7 0,0 4 3 16,2-1 0-16,-2 2 0 0,3 1-1 0,-3 2 2 15,1 4 1-15,-6 3 0 0,14-11-1 0,-7 9 4 16,-7 2-1-16,19-1 6 0,-19 1-2 0,20 1 1 15,-8-1-4-15,-1 2 5 0,1-2 0 16,0 0 3-16,0 0-1 0,-1-2 3 0,1 1 4 16,2-4 9-16,-3 1-2 0,7-6 2 0,-1 3-1 0,-1-3-3 15,-1-2 4-15,-1 2 1 0,-2-3 3 0,-2 4 1 16,0-5 4-16,-3 3-5 0,-2-1 1 0,2 2-4 16,-5-4-1-16,1 3-3 0,-2-2 2 15,-1-5-1-15,-2 3 4 0,0-4-5 0,-3 4 3 16,1 3 1-16,1 2 5 0,-3-1 6 0,1 3-8 15,5 8 11-15,-7-12-1 0,7 12-10 0,-5-4-2 0,5 4-2 16,0 0-4-16,0 0-1 0,-15 26 5 0,12-7-8 16,-4 0 5-16,5 7-2 0,-3 0-4 15,3-7-2-15,1-1-23 0,2-1-14 0,1-4-27 16,0 3-32-16,5 0-29 0,-1-2-22 0,0-5-32 16,3 1-27-16,2-2-10 0,0-1-31 0,-1-2-165 15,2-2-444-15,-2-1 197 0</inkml:trace>
  <inkml:trace contextRef="#ctx0" brushRef="#br0" timeOffset="334.96">5398 7678 119 0,'6'8'199'16,"2"2"3"-16,0 3-4 0,-3-3-18 0,0 0-3 15,0 2-4-15,0 0-11 0,-1-1-15 0,1-1-12 16,-1-2-12-16,-3 0-10 0,2-2 6 0,-1-2 1 15,-2-4 10-15,4 10 12 0,-4-10 7 0,0 0 9 16,0 0 9-16,0 0-2 0,0 0 4 0,0 0-21 16,0 0-13-16,0 0-12 0,0 0-13 0,0 0-9 15,0 0-15-15,-1-40-5 0,1 28-7 0,0-6-11 16,0 3-8-16,2-5-10 0,2 2-8 0,1 0-9 16,-1 0-3-16,1 3-4 0,0 4 1 0,-1 4-9 15,1-1-5-15,0 1 0 0,-5 7 1 0,12-6-3 16,-12 6 2-16,13 3-4 0,-13-3 0 0,19 11-3 15,-10-4-1-15,2 6 7 0,-1-2 0 0,-1 4-10 16,2 2 1-16,-4-1-7 0,2 1-32 0,-1 1-21 16,-1 2-33-16,0-1-39 0,-5 1-50 0,2 4-71 15,0-5-74-15,-1 0-232 0,-2-1-607 0,0-3 269 16</inkml:trace>
  <inkml:trace contextRef="#ctx0" brushRef="#br0" timeOffset="717.37">6222 7422 134 0,'0'0'241'0,"0"0"-13"15,0 0-12-15,0 0-11 0,0 0-19 0,0 0-14 16,0 0-11-16,0 0-10 0,0 0-7 0,0 0-10 15,28-11-9-15,-9 5-15 0,-1 1-10 0,9-2-9 16,-7 0-9-16,10-1-10 0,-6 0-5 0,-3-1-20 16,-1 3-24-16,-3 0-28 0,2 0-37 0,-7 1-39 15,5-1-26-15,-5 1-44 0,-1-1-42 0,-2 0-159 16,-5 2-381-16,-4 4 169 0</inkml:trace>
  <inkml:trace contextRef="#ctx0" brushRef="#br0" timeOffset="1083.99">6419 7306 84 0,'-4'5'124'0,"4"-5"13"16,-1 11 17-16,3-1 19 0,0 3-9 15,0 3-2-15,4 4 8 0,-2 5-1 0,4 2-3 16,0 1-9-16,-1-1-1 0,1 1-16 0,1 1-4 0,-1 0-9 16,2 0-1-16,-4-1-10 0,-1-10-11 15,1 0-10-15,-1 1-10 0,1-2-8 0,-1-2-6 16,-1 0-6-16,0-3-7 0,-2-3-3 0,1 0-7 15,0-3-3-15,-1 0-6 0,-2-6 0 0,1 9-3 16,-1-9-10-16,3 6-6 0,-3-6 0 0,0 0-9 0,0 0-9 16,-9 9-4-16,9-9-10 0,0 0-8 15,-17-3 1-15,17 3 0 0,-14-6-1 0,8 2 3 16,-1 0 3-16,7 4 3 0,-12-7 3 0,5 5 0 16,7 2 3-16,-7-4 2 0,7 4 0 0,-7-4 0 15,7 4-1-15,0 0-4 0,0 0 4 0,0 0-7 16,0 0 4-16,0 0 4 0,0 0 0 0,0 0 2 0,0 0 4 15,0 0 3-15,0 0 2 0,23 15-1 16,-11-12 4-16,-3-3 1 0,5-1-8 0,-3 1-12 16,10-2-16-16,-6-1-28 0,4-1-33 0,-1-1-41 15,4-2-46-15,6-3-43 0,-1-1-20 0,0 0-147 16,-4 0-412-16,-3 0 182 0</inkml:trace>
  <inkml:trace contextRef="#ctx0" brushRef="#br0" timeOffset="1500.12">6986 7487 82 0,'0'0'231'0,"3"-9"5"0,-3 9 0 0,0 0-8 16,-7-10-3-16,7 10-8 0,0 0-17 0,-13 2-4 0,13-2-7 15,-17 11-11-15,7-4-9 0,-3 5-11 0,4-2-12 16,-3 4-16-16,1 0-8 0,2 5 7 16,0-3-25-16,3 1-12 0,-2 0-15 0,4-6-4 15,3 2-11-15,1-2-2 0,1 2-8 0,0-4-9 16,2 1-1-16,2-1-19 0,2-5-2 0,1 4-12 15,1-4-8-15,3 0 0 0,-1-4-17 0,2 2-3 16,0-4-4-16,1 0-3 0,-1 0 1 0,1-2 1 16,-3 1 2-16,2-1 4 0,-7 2 6 0,0 2 0 15,-6 0 5-15,10-4 7 0,-10 4 5 0,5-4 1 16,-5 4 4-16,0 0 8 0,0 0 9 0,0 0-1 16,0 0-3-16,0 0-1 0,0 0-1 0,0 0 6 0,-33 6 4 15,20 0-2-15,-4 3-1 0,3 1-6 16,-4 3 6-16,3-2 2 0,-2 3 15 0,6-1-1 0,1 0-4 15,-2 0-4-15,3 0 3 0,3 0-4 16,-1-2 6-16,2-1-16 0,3 2 3 0,2-2-2 16,1 2-10-16,0-1 2 0,4-3 4 0,0 1-8 15,2-1-5-15,2-2-16 0,2 0-19 0,1-2-23 0,7-1-24 16,0-3-31-16,3-1-27 0,9-3-39 16,-2-4-50-16,3-2-49 0,0-2-49 0,-4 2-174 15,1-3-533-15,-1 1 235 0</inkml:trace>
  <inkml:trace contextRef="#ctx0" brushRef="#br0" timeOffset="1768.3">7377 7516 50 0,'0'0'295'0,"0"0"-12"0,-14 0 1 0,14 0-8 16,0 0-8-16,0 0-14 0,-9 0-10 0,9 0-16 15,0 0-18-15,0 0-4 0,0 0-18 0,0 0-32 16,0 0-15-16,0 0-7 0,0 0-13 0,0 0-1 16,0 0-13-16,0 0 0 0,39 3-8 0,-24-4-6 15,-3-1-13-15,0 0 2 0,15-3-14 0,1 0-5 16,-7 0-5-16,7-3-5 0,-1 3-10 0,-3-3-3 16,-2 3-22-16,-2 0-20 0,1 0-32 0,-2-1-34 15,-6 4-33-15,-2-1-42 0,-5 1-40 0,1 0-49 16,1 1-41-16,-8 1-22 0,11 1-212 0,-11-1-549 15,0 0 244-15</inkml:trace>
  <inkml:trace contextRef="#ctx0" brushRef="#br0" timeOffset="2000.76">7352 7722 150 0,'0'0'270'0,"-5"7"-1"16,5-7 4-16,-5 4-6 0,5-4-4 0,0 0-12 15,0 0-10-15,0 0-8 0,0 0-1 0,0 0-16 16,16 9-9-16,-16-9-17 0,26-1-15 0,-7-5-6 16,0-1-14-16,11-2-16 0,-1-3-20 0,3 4-15 15,-3-5-22-15,2-4-29 0,1 4-26 0,-3-1-30 16,-2 3-31-16,0-4-39 0,-1 4-34 0,-7 1-46 16,0 0-46-16,-2-2-56 0,-2 3-40 0,-5 2-200 15,-3-1-536-15,1 0 239 0</inkml:trace>
  <inkml:trace contextRef="#ctx0" brushRef="#br0" timeOffset="2268.13">7478 7218 115 0,'-5'-5'299'0,"-1"1"5"0,1 1-3 16,5 3-6-16,-8-4-11 0,8 4-21 0,-6-3-29 15,6 3-20-15,0 0-30 0,0 0-17 0,-7 11-9 16,7 7-9-16,-2 9-7 0,2 7 1 0,3 16-3 16,-1 2 4-16,3 3-6 0,-5-1-14 0,-4 3-1 15,1-1-11-15,0-1-4 0,-2-4-18 0,-3 3 2 16,2-4-14-16,-2 0-2 0,-1-4-12 0,4-11-2 16,0-2-14-16,0 2-24 0,1-9-19 0,0 2-31 15,-1-1-36-15,4-8-37 0,-2-3-48 0,1 0-55 16,-1-7-61-16,2 2-57 0,-1-2-274 0,2-9-643 15,-2 10 285-15</inkml:trace>
  <inkml:trace contextRef="#ctx0" brushRef="#br0" timeOffset="3300.86">7677 7205 11 0,'0'0'139'0,"0"-9"-2"0,0 9 4 0,0 0-1 16,0-12-7-16,0 12-5 0,0 0-2 0,-2-10-3 15,2 10 9-15,0 0-1 0,0 0-2 0,-1-7-6 16,1 7-7-16,0 0-4 0,0 0-12 0,0 0-8 16,0 0-12-16,0 0-9 0,0 0-1 0,0 0 7 15,-1 26 3-15,2-7 0 0,-4 10 0 0,6 16-1 16,0 1 5-16,-3 3-3 0,-2-3-7 0,1 0 0 16,1 8-9-16,-1-7-1 0,1 1-9 0,-2-2-5 15,-1-1-3-15,-1-12-2 0,-2 2-7 0,0-3-23 16,2 0-23-16,-1-3-30 0,1-1-36 0,-2 1-37 15,1-3-47-15,1-6-41 0,0-4-48 0,-1 2-168 16,4-5-449-16,-2 0 199 0</inkml:trace>
  <inkml:trace contextRef="#ctx0" brushRef="#br0" timeOffset="3968.12">8142 7335 19 0,'0'0'206'0,"-4"-12"-6"15,4 12 3-15,0 0-6 0,0 0-6 0,0 0-31 16,0 0-9-16,0 0-14 0,0 0-9 0,0 0-11 16,0 0-2-16,0 0-8 0,-19 16-4 0,14-6-6 15,1-1-9-15,-1 6-3 0,-1 1 2 0,3 1 1 16,-3 0-5-16,3 2-2 0,-1-1-5 16,1-1-5-16,1 2-2 0,1-1-2 0,-1-1-11 0,2-1 0 15,0 0-8-15,0 0-2 0,2 0-6 0,-1-2-4 16,0-5-7-16,0 2 0 0,2-2-1 0,2-1-2 15,-3-1-4-15,2-3-3 0,0 2-1 0,3-2 3 16,-2-1-3-16,2 0 3 0,0-1 2 0,3-2 3 16,0-2 0-16,3-2 15 0,-1-1-6 0,1-6-1 15,-1 4 0-15,5-4 2 0,-5-2-8 0,1 3 2 16,1-5-4-16,-1 0-1 0,-2-2-6 0,0 2-1 16,-2 0 3-16,0-1-8 0,-4-2-2 0,-4-1 6 15,-1 1-3-15,-1 1-5 0,-2-2-1 0,-3 0-3 16,-2 1 4-16,2 7 0 0,-2-2-4 0,-5-2 1 15,4 6-1-15,-2-1 4 0,-4 4-6 0,-1-3 2 16,2 9 0-16,-3 2-4 0,-3 0-6 0,0 5-11 16,0 2-5-16,1 2-11 0,3 1-29 0,-2 0-38 15,4 2-47-15,-3 5-52 0,6-3-66 0,-1 0-262 16,2 0-570-16,1-3 253 0</inkml:trace>
  <inkml:trace contextRef="#ctx0" brushRef="#br0" timeOffset="5252.46">3761 7616 30 0,'-9'-13'161'16,"2"1"-7"-16,-2 2 2 0,0-4 2 0,0 1-3 16,3 4 2-16,-1 0 7 0,-1 2-10 0,1-2-8 15,3 4-1-15,1 0-5 0,-2 0-12 0,5 5-9 16,-7-8-14-16,7 8-9 0,-5-4-12 0,5 4-6 15,0 0-11-15,-6-3-5 0,6 3-7 0,0 0-4 16,0 0-9-16,-14 17-4 0,10-2-3 0,1 1-5 16,-1 1-2-16,1 13 0 0,-3 1-3 15,8 3 2-15,-4 12-6 0,4-11-2 0,-2 13 0 0,2-2 0 16,0 5-3-16,-1-5 0 0,1 3 27 0,4-1-4 16,0-3-3-16,-2 1-5 0,-2-10-2 0,5-1-3 15,-1 10-2-15,-2-13-2 0,0 2-5 0,1-1 0 16,2 0 3-16,-1 1 0 0,-1-1-5 0,1 1 0 15,-2 2-4-15,2-3 0 0,-1 2-1 0,-1-3-2 16,0 0 5-16,0 1-6 0,0-3 1 0,-2 1-5 16,2-1 3-16,0-3 0 0,1-2-11 0,-2 0-1 15,2-6-16-15,-3 1-13 0,2-3-16 0,0 2-13 16,4-3-5-16,-2 0-20 0,4-2-15 0,-1-5-26 16,7 1-33-16,4-1-27 0,8-5-29 0,-1-3-151 15,8-5-400-15,4-5 176 0</inkml:trace>
  <inkml:trace contextRef="#ctx0" brushRef="#br0" timeOffset="6184.92">8547 7161 16 0,'-9'-5'201'0,"9"5"-8"0,-8-5-8 16,8 5-5-16,-5-4 3 0,5 4-12 0,0 0-12 16,0 0-14-16,0 0-13 0,-8-4-14 0,8 4-13 15,0 0-10-15,0 0-7 0,0 0-15 0,0 0-9 0,0 0-7 16,0 0-7-16,0 0-4 0,0 0-2 0,0 0-8 15,25 8-4-15,-15-3-5 0,0-2 0 16,2-1-5-16,2 4 1 0,-1-2-6 0,-2-1-3 0,2 2 0 16,0-1 0-16,1-1-1 0,-4 1-4 15,1-1 0-15,-2 3 0 0,0-2-6 0,-1-1 4 0,-2 0-5 16,1 1 2-16,-2 1-3 0,-1 1 1 16,1-2 2-16,-1 6-2 0,1-1 3 0,-3 2 4 15,2 2-1-15,-1 3 4 0,-1 8 2 0,1 2-3 16,-2 0 3-16,2 4 1 0,-1 2-6 0,1 4 1 0,-2-2-2 15,4 13 0-15,-1-12-1 0,-2 12 2 0,1-12-2 16,-2-1 1-16,2 1-2 0,2 1 0 16,-1-1 5-16,2-2-5 0,0 2 5 0,1-2-5 15,-1 0-1-15,0 1-2 0,-3-8 5 0,4 4-5 16,-4-1-1-16,1-2 4 0,1-2-2 0,-3-1 0 0,-2-5 2 16,-2 1-1-16,0-4 0 0,-2 4 1 15,-2-3-2-15,-2-1 8 0,-1 1-9 0,-1-2 3 16,-3 0-4-16,-1-2 0 0,-3 1-9 0,-3 1-19 15,1-5-16-15,-4 2-22 0,-7-4-23 0,11-3-30 16,0 0-10-16,2-2-35 0,1-4-31 0,3 1-151 0,2-4-370 16,11 4 163-16</inkml:trace>
  <inkml:trace contextRef="#ctx0" brushRef="#br0" timeOffset="6650.76">9150 7941 30 0,'-10'1'255'0,"10"-1"-14"15,-5 3-18-15,5-3-13 0,0 0-14 16,0 0-14-16,0 0-19 0,-13-2-15 0,13 2-19 0,0 0-9 15,0 0-13-15,0 0-14 0,0 0-4 0,0 0-9 16,0 0-6-16,0 0-8 0,27 12-7 0,-17-10-4 16,3 1-4-16,0 0-4 0,4-1-5 0,-4 0-3 15,2 1-2-15,2-2-3 0,-3 1-3 16,3-1-3-16,-5-1-1 0,3 0-3 0,2 0 1 0,0-1-2 16,0-1-3-16,-3 2-4 0,0-1 1 0,4-2-5 15,0 0 2-15,-2-3-4 0,2 2-6 0,0-1 1 16,-5 1-18-16,1 0 1 0,-1 0-1 0,-3 0 9 15,1 2-4-15,-4-1-1 0,-1 2-1 0,-6 1-4 16,11 0 1-16,-11 0 2 0,8-2 4 0,-8 2 3 16,0 0 4-16,0 0 14 0,4 10 9 0,-4-10-10 15,-7 16 5-15,0-4-1 0,-2 3 0 0,-1-1-3 16,-1 2-1-16,-2-1 1 0,0 1 1 0,0-3-1 16,3-1-1-16,-3-2-23 0,5 1-16 15,-1-3-30-15,3-1-27 0,-1 2-32 0,1-2-53 0,1-3-38 16,1 2-200-16,2 0-438 0,2-6 194 0</inkml:trace>
  <inkml:trace contextRef="#ctx0" brushRef="#br0" timeOffset="6833.6">9587 7921 48 0,'-4'-9'373'16,"0"0"-46"-16,-2 3-31 0,-3-4-24 0,-1 3-25 15,-4 0-11-15,-3-2-10 0,2 1 4 0,-2 2-12 16,1-2-15-16,-1-1-5 0,4 4-3 0,-3 0-21 15,3 0-23-15,0 0-10 0,3 0-21 0,2 3-11 16,2-1-15-16,-2 0-32 0,8 3-43 0,-10-5-44 16,5 0-46-16,5 5-50 0,-5-7-68 0,5 7-93 15,-8-6-261-15,8 6-586 0,-1-17 259 0</inkml:trace>
  <inkml:trace contextRef="#ctx0" brushRef="#br0" timeOffset="6969.12">9467 7731 3538 0,'-4'6'164'0,"-2"-2"-108"16,6-4-25-16,-7 6-25 0,7-6-20 0,-5 4-27 15,5-4-20-15,-5 3-17 0,5-3-28 0,0 0-56 16,0 0-72-16,0 0-283 0,0 0-560 0,0 0 249 16</inkml:trace>
  <inkml:trace contextRef="#ctx0" brushRef="#br0" timeOffset="41616.82">17228 8303 42 0,'0'0'76'15,"0"0"-9"-15,0 0-4 0,0 0 6 0,0 0-3 16,0 0 5-16,0 0-5 0,0 0-9 0,0 0-7 16,0 0 12-16,0 0-10 0,0 0-7 0,0 0-4 15,0 0-3-15,0 0-8 0,0 0-2 0,0 0-1 16,0 0 0-16,0 0-12 0,0 0 9 0,0 0-10 16,0 0 1-16,0 0 2 0,0 0-5 0,0 0 0 15,0 0 1-15,0 0-3 0,0 0-7 0,0 0-1 16,0 0 2-16,0 0 2 0,0 0 1 0,-2 20-4 15,2-20 4-15,0 0-3 0,0 0 5 0,0 0 2 16,0 6-5-16,0-6 8 0,0 0 3 0,0 0 7 0,0 0-11 16,0 0 6-16,0 0 10 0,0 0-4 15,0 0 1-15,0 0 4 0,0 0-10 0,0 0-1 16,0 0 4-16,10 0-6 0,-10 0-14 0,15-9-26 16,3-2-24-16,4-3-29 0,2-3-40 0,3-6-82 0,12-8-215 15,0-2 95-15</inkml:trace>
  <inkml:trace contextRef="#ctx0" brushRef="#br0" timeOffset="53205.48">16547 8368 33 0,'0'0'37'0,"0"0"2"16,0 0-6-16,0 0-9 0,0 0-13 0,0 0-13 15,0 0-13-15,0 0-12 0,0 0-29 16,0 0 13-16</inkml:trace>
  <inkml:trace contextRef="#ctx0" brushRef="#br0" timeOffset="120845.83">25785 11469 6 0,'0'0'19'0,"0"0"-4"0,-9-1 4 0,9 1-2 15,0 0-6-15,0 0 3 0,0 0-4 0,0 0 4 16,0 0-6-16,-11-4 5 0,11 4-2 15,0 0 3-15,-5-2-2 0,5 2-2 0,0 0-4 16,0 0 1-16,0 0 3 0,-9-3-7 0,9 3 9 0,0 0 1 16,0 0-5-16,-8-2-2 0,8 2 1 0,0 0 2 15,0 0 1-15,0 0 1 0,-5-5 2 0,5 5 2 16,0 0-8-16,0 0 0 0,0 0 2 0,0 0 5 16,0 0-6-16,0 0 1 0,0 0 4 0,0 0-9 15,0 0 7-15,-6-3-1 0,6 3 4 0,0 0-10 16,0 0 2-16,0 0-1 0,0 0 12 0,0 0-8 15,0 0 4-15,0 0 3 0,0 0-2 0,0 0 2 16,0 0-3-16,0 0 4 0,0 0-2 0,0 0 0 16,0 0 1-16,0 0 7 0,0 0-11 0,0 0 1 15,0 0 2-15,0 0-7 0,0 0 14 0,0 0-8 16,0 0-6-16,0 0 6 0,0 0 1 0,0 0-4 16,0 0 4-16,0 0 0 0,0 0-7 0,0 0 4 15,0 0 3-15,0 0-5 0,0 0 4 0,0 0 0 16,0 0 5-16,0 0-11 0,0 0 11 0,0 0-11 15,0 0 8-15,0 0-3 0,0 0 9 0,0 0-9 0,0 0-1 16,0 0 6-16,0 0-6 0,0 0 5 0,0 0-7 16,0 0 2-16,0 0 3 0,0 0 0 15,0 0-3-15,-10-4 6 0,10 4-3 0,0 0-1 16,0 0 0-16,0 0-8 0,0 0 6 0,0 0-2 0,0 0 5 16,0 0-2-16,0 0 2 0,0 0 6 15,0 0-14-15,0 0 9 0,0 0-9 0,0 0-3 0,0 0 4 16,0 0-7-16,0 0-1 0,0 0 4 15,0 0 4-15,0 0-14 0,0 0 8 0,0 0-7 0,0 0-5 16,0 0-14-16,0 0 6 0,0 0 6 16,0 0 0-16,0 0-2 0,0 0-8 0,0 0 13 15,0 0 1-15,0 0-6 0,0 0 3 0,0 0 2 16,0 0 6-16,0 0-5 0,0 0 6 0,0 0 2 0,0 0-12 16,0 0 3-16,0 0 4 0,0 0-10 0,0 0 2 15,0 0 0-15,0 0 1 0,0 0-5 0,0 0 6 16,0 0-2-16,0 0-1 0,0 0 2 0,0 0 2 15,0 0-12-15,0 0 4 0,0 0-7 0,0 0 2 16,0 0-2-16,0 0-8 0,0 0 8 0,0 0-7 16,-11 2 1-16,11-2 0 0,0 0-4 0,0 0 5 15,0 0 0-15,0 0 0 0,0 0 0 0,-9 4-1 16,9-4-2-16,0 0-12 0,0 0-29 0,0 0-80 16,0 0 35-16</inkml:trace>
  <inkml:trace contextRef="#ctx0" brushRef="#br0" timeOffset="196084.22">19928 12727 80 0,'0'0'125'0,"0"0"0"0,0 0-6 0,0 0-13 0,0 0-11 16,0 0-7-16,0 0-4 0,0 0-5 0,0 0-11 16,0 0-7-16,0 0-2 0,0 0-5 0,7-4-13 15,-7 4 2-15,0 0-6 0,0 0-1 0,0 0-12 16,0 0 6-16,0 0 0 0,0 0-4 0,0 0-6 16,0 0 9-16,0 0 1 0,0 0-4 0,0 0 1 15,0 0 3-15,0 0-3 0,4 13-7 0,-4-13 2 16,0 0-6-16,0 0 2 0,0 0-1 0,3 7-14 15,-3-7 11-15,0 0-8 0,0 0 11 0,7 3-3 16,-7-3-5-16,0 0-1 0,17-6-7 0,-6-1-15 16,3-2-22-16,3-4-33 0,6-8-40 0,5-4-31 15,9-12-93-15,1-1-253 0,2-8 113 0</inkml:trace>
  <inkml:trace contextRef="#ctx0" brushRef="#br0" timeOffset="199899.24">14146 16339 17 0,'0'0'37'0,"0"0"-10"16,0 0-4-16,-7 5-10 0,7-5-12 0,0 0-21 15,0 0-22-15,0 7 11 0</inkml:trace>
  <inkml:trace contextRef="#ctx0" brushRef="#br0" timeOffset="200803.16">16207 16326 88 0,'0'0'112'0,"0"0"-22"0,0 0-6 15,0 0-19-15,0 0-14 0,0 0-25 0,0 0-19 16,0 0-21-16,-33 4-14 0,33-4-15 0,1 8-30 16,-1-8-80-16,0 0 36 0</inkml:trace>
  <inkml:trace contextRef="#ctx0" brushRef="#br0" timeOffset="201103.72">17236 16131 110 0,'0'0'118'0,"0"0"-30"0,-9 7-16 0,9-7-24 16,-4 5-21-16,4-5-23 0,-4 8-21 0,4-8-20 16,-1 8-33-16,1-8-74 0,0 0 33 0</inkml:trace>
  <inkml:trace contextRef="#ctx0" brushRef="#br0" timeOffset="202369.08">19519 16018 78 0,'2'8'165'16,"-2"-8"-13"-16,0 15-7 0,0-8-11 0,0 4-12 16,1-4 5-16,-1 3-10 0,1 2-8 0,2-1-8 15,-3-1-1-15,1 0-6 0,2 1 1 0,-3-1-1 16,4 3-11-16,-3-3 1 0,-1 2 5 0,2-6-9 15,-2 2 1-15,3-2 0 0,-3-6 5 0,2 10 0 16,-2-10 3-16,3 7 10 0,-3-7 2 0,0 0-5 16,0 0-4-16,0 0-20 0,12-22 6 0,-3 1-11 15,3-4-5-15,2-3-10 0,2-5-15 0,0 2-14 16,12-17-26-16,0 1-23 0,4 2-22 16,3-2-36-16,1-2-38 0,17-20-59 0,-17 21-61 15,1 6-170-15,0-2-444 0,-1 1 197 0</inkml:trace>
  <inkml:trace contextRef="#ctx0" brushRef="#br0" timeOffset="204015.18">18253 16551 102 0,'-3'-10'115'0,"3"10"-6"16,0 0-27-16,0 0-8 0,0 0-26 0,0 0-11 15,0 0-13-15,0 0-10 0,0 0-11 0,7-4-22 16,-7 4-27-16,0 0-45 0,0 0-98 0,0 0 43 15</inkml:trace>
  <inkml:trace contextRef="#ctx0" brushRef="#br0" timeOffset="205363.05">18520 16276 62 0,'0'0'61'15,"0"0"0"-15,0 0-10 0,0 0-2 0,0 0-7 16,0 0 0-16,0 0-14 0,0 0-15 0,0 0-13 16,0 0-18-16,0 0-16 0,0 0-26 0,-6 23-64 15,6-23 28-15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5:11:01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6061 3591 23 0,'-11'0'123'0,"0"0"-1"0,1 1 4 16,0 0-9-16,10-1 0 0,-14 0-3 0,9 2-1 15,5-2-12-15,0 0-4 0,-14 1-11 0,14-1-3 16,0 0-10-16,-7 2 3 0,7-2-17 0,0 0 0 15,0 0-11-15,0 0 4 0,47-3-2 0,-17-1-5 16,4-2-9-16,5 3-1 0,12-5-3 0,0 5-6 16,-13-2 2-16,-1 2-9 0,-5-4-15 0,-2 4-24 15,-10 2-32-15,1-2-39 0,-2 3-35 0,-9-1-137 16,-3 1-284-16,-7 0 126 0</inkml:trace>
  <inkml:trace contextRef="#ctx0" brushRef="#br0" timeOffset="270.57">6019 3521 104 0,'-12'3'139'0,"12"-3"-2"16,-3 6 3-16,0 0 2 0,0 4 5 0,1 6-8 15,-1 3 3-15,1 5 2 0,-3 4-6 0,2 4-9 0,-1-1-5 16,2 3-5-16,-3 12-5 0,1-11-6 15,1 1-7-15,-1-2-8 0,-2-2-12 0,-2 1 0 0,4 0-10 16,1-2-7-16,0-2-6 0,0-2-3 16,0-1-8-16,-1-3-2 0,1-4-5 0,0-1-1 15,0-5-17-15,2-1-22 0,-2-1-28 0,1-3-25 16,2-8-33-16,-3 13-37 0,3-13-24 0,-1 10-25 16,1-10-31-16,-3 4-123 0,3-4-352 0,0 0 156 0</inkml:trace>
  <inkml:trace contextRef="#ctx0" brushRef="#br0" timeOffset="707.32">5841 3965 56 0,'16'-2'138'0,"5"-4"-3"16,10 2-7-16,1 0-8 0,4 1 3 0,0 1-16 16,4 0-2-16,12-1-8 0,-14 1-8 0,3-1-5 15,-3 1 6-15,-1-2-19 0,-2 6-1 0,-3-7-5 16,0 4-5-16,-6-3-2 0,1 1-5 0,-9-1-7 15,-6 2-1-15,-2 0 4 0,-1 1 3 0,-3 0 14 16,-6 1 11-16,13 0 4 0,-13 0-6 0,8-1-5 16,-8 1-9-16,0 0-6 0,0 0-6 0,0 0-3 15,0 0-7-15,0 0-5 0,0 0-3 0,-31-1-5 16,20 6-3-16,-1 2-4 0,-1 3-1 0,0 1-2 16,2 4 0-16,-2-2-3 0,4 3 1 0,0-1-2 15,2-1 0-15,-1 2-3 0,5-4-2 0,2 1 3 16,2-1-2-16,1-1 0 0,2-1-1 0,1 0 2 15,3-1-2-15,1-1 0 0,2-3 0 0,3 2 1 16,2 0 1-16,2-5 2 0,3-1-1 16,-3-1 1-16,1-3-2 0,-6 1 2 0,6-4 0 0,-6 0 3 15,3 0-1-15,-3-4 1 0,2 1 2 0,-7 0 5 16,0 0 6-16,-1-8-2 0,1 2-6 0,-3 0 5 16,-4-2-4-16,2 0-2 0,-4-1-4 0,-2 0-1 15,-2 3-5-15,-3-2 1 0,-1 1-11 16,4 5-8-16,-3 2-11 0,0 2-16 0,-3 2-23 15,2 1-29-15,-2 2-28 0,11 2-32 0,-22 6-28 16,12 1-29-16,-3 5-168 0,-1 2-404 0,3 1 179 16</inkml:trace>
  <inkml:trace contextRef="#ctx0" brushRef="#br0" timeOffset="1055.55">6626 4146 140 0,'0'0'172'0,"16"-8"-10"0,-6 4 2 15,-1-1-2-15,-1-1-3 0,0-2-8 0,1 0-14 16,-3-1 1-16,2-1-8 0,0 0-1 0,1-5-12 16,-3-1-7-16,3 1-10 0,-3-1-8 0,1-1-9 0,-1 0-2 15,-3-2-5-15,-1 2-7 0,1 1-3 16,-3 3 4-16,0 2-8 0,-1 0-3 0,-3 0-5 16,4 11-9-16,-4-17-5 0,4 17-1 0,-4-12-5 15,4 12-5-15,-2-10-5 0,2 3-4 0,0 7-6 16,0 0-13-16,0 0-2 0,0-8-3 0,0 8 0 15,0 0-1-15,0 0 3 0,24 8-1 0,-9-3 3 16,4-1-2-16,2 1-1 0,4 2 1 0,-4 0-4 16,0-1 3-16,-1 1-1 0,-2 2 0 0,-2 1 2 15,-3-5-2-15,1 6 0 0,-3 2 1 0,-2 3 2 16,-2-2-3-16,2 2 3 0,-5 2 3 0,-2 1-2 16,-1 1 2-16,1-3-1 0,-4 0 3 0,1 2-3 15,-1-2-6-15,0 0-25 0,-4 0-45 0,3-4-50 16,2-1-48-16,0-1-30 0,1 0-175 0,0 0-409 15,2-1 181-15</inkml:trace>
  <inkml:trace contextRef="#ctx0" brushRef="#br0" timeOffset="1423.15">7705 3966 186 0,'0'-13'226'0,"-2"3"-4"16,2 1-9-16,0 9-11 0,-4-13-18 15,2 7-15-15,-3 2-16 0,5 4-15 0,-15 2-9 16,6 2-4-16,-8 7-5 0,-4 7-8 0,-2 1-10 0,3 1-4 16,1 1-8-16,1 0-11 0,4-1-9 0,5-3-11 15,3 0 0-15,-1 0-8 0,3-6-6 0,3 0-1 16,2 3-5-16,3-3-4 0,0-3 0 16,-1 3-5-16,3-3 0 0,0-5-1 0,5 4-3 15,-2-6-3-15,3 1-1 0,-1-2-5 0,-2 0 3 16,1-3-3-16,-1-2-4 0,0 0 0 0,-2-1-1 0,1-1-5 15,-2-2-3-15,-1 0-3 0,1-1-1 0,-1-1 3 16,0 1-3-16,-2 1 0 0,-1 1 1 16,-1 0 1-16,-1 8-4 0,3-9 6 0,-3 9-5 15,2-7-5-15,-2 7 2 0,0 0-4 0,0 0 2 16,0 0-2-16,0 0 3 0,8 18 0 0,-8-7 4 16,1 5 2-16,1 1 1 0,0 0-9 0,1 1-26 15,3-2-35-15,0 2-47 0,2-1-49 0,1 0-52 0,10 4-220 16,-2-8-472-16,8-1 209 0</inkml:trace>
  <inkml:trace contextRef="#ctx0" brushRef="#br0" timeOffset="1718.15">8575 3907 2187 0,'23'-44'-22'0,"-8"11"115"0,-3-1-29 0,-1 2-5 16,-2 3 19-16,-2 4 14 0,-2 7-1 0,0 3-2 15,-3 3 0-15,1 0 4 0,1 5-3 0,-3 0-10 16,0 1-11-16,-1 6-14 0,0 0-7 0,4-6-12 16,-4 6 2-16,0 0-3 0,7 22 0 0,-5-3-11 15,1 11 16-15,-1 4-4 0,1 12 4 0,-2 1-4 16,0-10-2-16,1 10-6 0,-1 1 1 0,3-3 6 16,-4-9-15-16,1 0 1 0,-1-1 1 0,0 1 1 15,0-3-6-15,0-2 2 0,1 2 0 0,-2-3-5 16,1-4 2-16,0-1-21 0,0-6-16 0,1-1-24 15,0-1-23-15,-2-1-33 0,0-4-34 0,0-3-37 16,1-9-45-16,-2 13-32 0,2-13-28 0,-5 10-154 16,5-10-466-16,0 0 206 0</inkml:trace>
  <inkml:trace contextRef="#ctx0" brushRef="#br0" timeOffset="1946.11">8755 3895 183 0,'12'-12'169'0,"-2"4"-1"16,5 0-12-16,-3 5-15 0,-1-1-6 0,3 4-6 16,-2 2-12-16,2 0-15 0,-3 4 3 15,0 2-12-15,1 3-1 0,-3 2-1 0,-2-2-7 16,-1 6-6-16,-2-3-1 0,0 2-5 0,-3-1-1 16,-6 1 0-16,0-1 2 0,-3 2-8 0,-4-2-4 0,-3 0-4 15,0 0-6-15,-4 2 1 0,2-6-9 0,-1-1-6 16,0-1-27-16,3-1-33 0,-2-2-49 15,5-1-57-15,-2-2-62 0,1 1-171 0,1-4-391 16,12 0 173-16</inkml:trace>
  <inkml:trace contextRef="#ctx0" brushRef="#br0" timeOffset="2423.01">8951 4070 70 0,'11'0'200'16,"-11"0"-18"-16,17 1-23 0,-11-1-10 0,2 0-19 15,3 2-13-15,2-2-15 0,0 0-5 0,1 0-14 16,4 1-21-16,1-2-16 0,-2 1-19 0,0 0-24 16,4 0-19-16,-3-3-2 0,2 1-32 0,-3 2-9 15,-4-2-3-15,5 0 3 0,-1-2 10 0,1 0 10 16,-6-1 5-16,1 0 14 0,-2-2 35 0,-2 0 8 16,0-2 24-16,-1 1 9 0,-2-2 9 0,0 1 3 15,0-2 13-15,0 1 6 0,0 1 9 0,-2 3 5 16,-1-1 6-16,1 1-2 0,-4 6-8 0,3-8-7 15,-3 8-15-15,3-6-12 0,-3 6-7 0,0 0-6 16,0 0 0-16,0 0 4 0,6 20-3 0,-6-7-2 16,2 3-2-16,-4 0-5 0,2 1-3 0,-1 0-5 15,2-2 0-15,-2-2-4 0,0-2-4 0,0-1 2 16,1 1-4-16,-2-5-1 0,2-6-2 0,2 13 4 16,-2-13-3-16,-2 8-1 0,2-8-1 0,0 9 7 15,0-9 9-15,0 0 9 0,0 0 7 0,0 0-10 16,0 0-9-16,0 0 7 0,0 0-9 0,0 0-3 15,12-24-6-15,-7 12 1 0,1 1 0 0,5-2-6 16,1-2-3-16,0 2-3 0,1 0-5 16,-3 4 5-16,1 2-11 0,-3 0 1 0,2 4 1 0,-2 0-4 15,-2 2-3-15,-6 1 0 0,17 4 2 0,-11 0 1 16,2 1 0-16,1 3-1 0,-2 1 4 0,0 3-3 16,-3 0-4-16,1 0-24 0,-1 0-27 0,3 4-33 15,-3-1-54-15,0 0-56 0,1-2-67 0,-2-2-165 16,1-3-468-16,1 3 207 0</inkml:trace>
  <inkml:trace contextRef="#ctx0" brushRef="#br0" timeOffset="2585.57">9802 4092 2605 0,'0'0'86'0,"2"-7"-24"0,-2 7-40 0,4-6-9 15,-4 6-10-15,5-6 3 0,-5 6-3 0,5-4-2 16,-5 4 0-16,12-3-2 0,-3 1-4 0,4 1-10 15,0-2-25-15,4 2-19 0,1-2-30 0,3 2-37 16,7-2-35-16,-5 1-33 0,5-2-158 0,-8 1-382 16,7-3 169-16</inkml:trace>
  <inkml:trace contextRef="#ctx0" brushRef="#br0" timeOffset="2813.9">10241 3741 42 0,'3'-17'217'0,"-3"2"8"16,1 3 4-16,0 0 3 0,-1 2-14 0,2 4-13 15,-2 6-22-15,2-9-25 0,-2 9-18 0,0 0-17 16,0 0 2-16,-1 28 10 0,1 4 6 0,0 17-2 16,-5 2-6-16,-1 3-22 0,1-1 11 0,-1 0-14 15,-1-1-19-15,0-5 7 0,1-12-10 0,5-2-12 16,-3 1-9-16,3-6-6 0,-2 1 2 0,4-4-10 16,-1-6 8-16,2 0-17 0,-2 0-12 0,1-7-26 15,0 3-23-15,-1-3-28 0,1-5-37 0,-1-7-41 16,0 13-28-16,0-13-30 0,0 0-51 0,0 10-47 15,0-10-149-15,0 0-465 0,0 0 206 0</inkml:trace>
  <inkml:trace contextRef="#ctx0" brushRef="#br0" timeOffset="3015.01">10265 3950 89 0,'15'-7'210'0,"-2"3"-18"0,1 1-9 16,-4 3-4-16,1 3-11 0,3 1-8 15,-3 0-8-15,0 5-11 0,-3 1-8 0,2 3-13 16,-2 3-7-16,-1-2-10 0,-3 2-5 0,0 0-5 0,-3 2-4 16,-3-3-15-16,2 2-2 0,-3-7-6 0,-2 4-4 15,-4 2-7-15,-9 3-6 0,3-6-26 0,-8 2-38 16,0-2-50-16,-3-1-52 0,-1-1-83 0,-3 0-172 16,0-6-402-16,4 1 179 0</inkml:trace>
  <inkml:trace contextRef="#ctx0" brushRef="#br0" timeOffset="3446.55">11478 3814 81 0,'-3'-16'262'0,"3"7"-11"0,0-2-20 0,-2 1-13 0,2 1-12 15,0 9 20-15,0-13-21 0,0 13-19 0,-2-9-23 16,2 9-20-16,0 0-19 0,0 0-19 0,0 0-6 16,0 0-6-16,0 0-9 0,9 29-7 15,-7-10-4-15,1 7-7 0,-2 3-3 0,0 1-4 16,3 2-1-16,-4 0-6 0,2 2-4 0,-2-1-6 0,1-1 0 16,-2 1-5-16,-1-4 0 0,0 0-6 0,0-3-3 15,2 1-3-15,-3-8-11 0,1-4-23 0,-2 2-31 16,1 1-38-16,-1-7-40 0,1 0-38 0,1-2-48 15,0-4-47-15,-3 1-179 0,-1-2-464 16,6-4 206-16</inkml:trace>
  <inkml:trace contextRef="#ctx0" brushRef="#br0" timeOffset="4042.43">11413 3982 153 0,'9'-3'163'0,"4"2"-9"15,1 2-4-15,5 3-3 0,2-2-8 0,-3 6-10 16,4 5-10-16,-5-2-11 0,-3 2-11 0,2 0-6 16,-3 3-5-16,4 4-8 0,-9-1-3 0,-1-2-6 0,0 2-9 15,0-3-3-15,-5 1-3 0,-1-3-4 16,1-3-3-16,-4-1-4 0,0 2-6 0,-1-2-4 16,-2-3 5-16,1-1-8 0,-1 1-2 0,0-2-3 15,0-1 3-15,5-4-2 0,-10 3-1 0,10-3-3 16,0 0-1-16,0 0-2 0,0 0-7 0,-12-10-4 15,12 10 0-15,5-16-1 0,2 6-2 0,2-3-3 16,2-1-2-16,1 0 0 0,6-6 1 0,-3 6-2 16,7-4-2-16,-2 0 1 0,0 1-5 0,1 0 4 15,1 1-1-15,-1 0 1 0,-5 8-3 0,-5 0 2 16,3-1 3-16,-4 1-4 0,-3 4 3 0,-2 0 0 16,0 1-4-16,-5 3 1 0,8-4-1 0,-8 4 0 15,0 0-2-15,0 0 5 0,0 0 1 0,0 0 7 16,5 10 6-16,-5-10 1 0,-7 16 5 0,1-4-8 15,3-2 13-15,-8 6-1 0,6-4-2 0,-3 2 0 16,3-3-2-16,0 0-3 0,1-1 0 0,0 2-3 16,-1-3 0-16,3 3 0 0,2-6 0 0,0-6 4 15,2 14-6-15,0-7-1 0,-2-7 0 0,7 8 2 16,0-5-2-16,-1-2 0 0,-6-1 1 0,23 0 0 16,-14-1-3-16,2-2 1 0,0-1 8 0,0-3-5 15,1 2-4-15,-1-2-3 0,-3-2 2 0,1 1-4 16,1-4 4-16,-4 3-2 0,1 0 3 0,-5 3-3 15,2-1-1-15,2 3 2 0,-4-2 3 0,-2 6-1 16,4-7-6-16,-4 7 3 0,2-7-6 0,-2 7-3 16,0 0 2-16,0 0 0 0,0 0 1 0,0 0 0 15,0 0 3-15,12 20 0 0,-11-9 2 0,0-3-2 16,4 4 1-16,-3-1 2 0,0 1-1 0,2 3-1 16,1 0-2-16,-2-4-25 0,3 5-43 0,0-1-41 15,2-3-49-15,-4-2-58 0,2 0-145 0,1-1-392 16,-1-2 174-16</inkml:trace>
  <inkml:trace contextRef="#ctx0" brushRef="#br0" timeOffset="4977.96">12176 4141 145 0,'0'0'161'0,"0"0"-10"0,0 0 3 0,0 0-6 0,0 0-5 16,0 0-9-16,10 14 0 0,-10-3-18 0,0-5-3 15,0 4-11-15,0-10-12 0,-2 13-6 0,2-13-10 16,0 11-3-16,0-11-8 0,0 9 2 0,0-9 0 16,0 8 7-16,0-8 11 0,0 0 14 0,0 0 10 15,0 0-4-15,0 0 2 0,0 0-11 0,0 0-12 16,0 0-7-16,0 0-8 0,0 0 2 0,0 0-15 16,1-34-1-16,2 24-4 0,3 0-3 15,-1-6-10-15,3 1-1 0,2-2-2 0,1 2-6 16,0 0-7-16,3 2-1 0,-4-1-5 0,4 3 2 0,-6 4-6 15,2 1-2-15,-3 0-5 0,2 4 0 0,-2-2 1 16,-1 3-5-16,-6 1 0 0,12 3-1 0,-3 0-3 16,-4 3 1-16,3 1 1 0,-3 4 0 15,2 0-2-15,3 4 7 0,-3 0-7 0,-3-1 6 16,4 2-1-16,-2-2 1 0,-1-3 0 0,0 1 3 16,1-3-5-16,1 1 5 0,0-2 1 0,-1-2-7 0,3 1-4 15,1-3-1-15,3 0-4 0,-2-4-1 16,3 0-5-16,3-3-6 0,2-1 0 0,-1-2-2 15,-1-1 1-15,-1 1 4 0,-4 0 0 0,-2-3 3 16,-2 1-2-16,-2-3-7 0,7-1 4 0,-8-2-1 16,0 2-2-16,-1 1 2 0,-3-5 2 0,0-2-1 15,-1 1 4-15,2 6 2 0,-4-1 2 0,4 3-1 0,-2 3 0 16,1-2 5-16,-1 8 0 0,0 0-4 0,-1-12-5 16,1 12 2-16,0 0 1 0,0 0 1 15,0 0 1-15,0 0 3 0,5 25 1 0,-5-13 5 16,-2 3 2-16,0 4 2 0,1-3-1 0,2 0 2 15,-4 1 4-15,5 1 3 0,-4-1 7 0,1-3-1 16,0-3-1-16,1 2-2 0,0-3 0 0,0 0 1 0,0-3-2 16,0-7-2-16,-2 10 4 0,2-10-2 15,2 9 2-15,-2-9 5 0,0 0-4 0,-4 7 3 16,4-7-5-16,0 0 6 0,0 0 1 0,0 0-3 16,0 0-5-16,0 0 0 0,0 0-5 0,0 0 3 15,13-14-4-15,-4 4 1 0,-3 1-5 0,0 1-2 16,5-5-4-16,-1 0 1 0,4 1-1 0,-3-2-3 0,3 0 3 15,-1 1 1-15,0-1 0 0,-1 2 2 0,-3 2 1 16,-2 3 1-16,4-1 0 0,-8 4 0 16,3-2 0-16,-2 2 1 0,-4 4-7 0,7-6-1 15,-7 6 1-15,0 0-4 0,0 0 1 0,0 0 2 16,9 9 2-16,-8-2 5 0,1 2 1 0,-4 1 1 16,2 0 2-16,2 0-2 0,-2-1 9 0,0 2-7 15,2-2-1-15,2 0-1 0,-2-2 3 0,0 2 0 16,3-3 2-16,-1 0 2 0,2-2 0 0,7 2 0 15,-7-4-1-15,6 0 2 0,-1-2 1 0,0 0-1 16,1-1 0-16,1-2 0 0,-3-1-2 0,2-2 4 16,-1 1-4-16,-2-2 0 0,1-2-2 0,-4 1 1 15,1-1 1-15,-1-3-6 0,-4 2 6 0,4-1-4 16,0 2 3-16,-4-1-2 0,0 3 2 0,1 1 1 16,-3 6-2-16,4-9-6 0,-4 9 0 0,2-6-5 15,-2 6 4-15,0 0-2 0,0 0 3 0,0 0-1 16,0 0 6-16,0 25 3 0,-2-16-3 0,-2 2 2 15,0 2 0-15,3-1-1 0,-3 2 3 0,-2 2 0 16,0 0-1-16,2-1-15 0,-3-1-30 0,3-2-43 16,0 1-64-16,1-4-71 0,-1 2-216 0,-1-3-469 15,1 1 208-15</inkml:trace>
  <inkml:trace contextRef="#ctx0" brushRef="#br0" timeOffset="5388.69">13302 3759 166 0,'2'-3'267'0,"-2"3"-8"0,4-6-23 16,-4 6-23-16,0 0-24 0,0 0-23 0,0 0-17 15,0 0-10-15,9 10-5 0,-7 6 14 0,-2 9-12 16,3 3-9-16,-1 3-1 0,-2 1-3 0,-2 1-11 0,-3-1-15 15,1 2-11-15,1-2 0 0,-1 1-9 0,0-6-10 16,1 2-10-16,1-1 2 0,-2-2-5 16,-1-7-6-16,2-1-16 0,1 2-21 0,2-5-30 15,0-3-29-15,-2-1-34 0,2-1-39 0,0-10-39 16,-2 16-38-16,2-11-13 0,0-5-31 0,-4 6-139 16,4-6-412-16,0 0 182 0</inkml:trace>
  <inkml:trace contextRef="#ctx0" brushRef="#br0" timeOffset="5691.96">13264 3998 134 0,'6'-2'125'0,"7"1"-8"16,1 1-13-16,-5 2-4 0,0 0-9 0,1 3-5 16,0 2-5-16,-1 0-2 0,3 0-6 0,-3 3-4 15,-1 4 3-15,-1-6-16 0,0 3-2 0,0-1-2 16,1-3-5-16,-3 3 1 0,-1-3 0 0,2-2 6 15,4 2-10-15,-7-2 6 0,7 1 6 0,-2-3 1 16,-2 0 14-16,3-1-7 0,-2-2-2 0,-7 0-5 16,22-5 0-16,-11-2 3 0,-1 1 2 0,1 1 2 15,-2-3 2-15,0-1 1 0,0-1-5 0,-5 1-2 16,1-1 2-16,2-1-8 0,-2-1-5 0,-5 1 0 16,0-2-9-16,0 2-1 0,-3 1-8 0,1-1-7 15,-5 3-11-15,2 0-16 0,-1 5-23 0,-5-2-27 16,-1 3-27-16,12 2-32 0,-29 4-42 0,14 3-36 15,1 5-26-15,-8 4-114 0,3 2-357 0,-1 4 158 16</inkml:trace>
  <inkml:trace contextRef="#ctx0" brushRef="#br0" timeOffset="6078.04">13519 4285 201 0,'11'-3'202'0,"1"-1"-9"0,1-2-9 16,4-3-10-16,-7 1-5 0,3-1-14 0,1-3-6 15,-1 1-2-15,-1-2-10 0,-1-1-8 0,0-3-15 16,7-6-13-16,-4 1-6 0,-5 5-6 0,0 0-6 16,0-9-6-16,0-2-13 0,-4 3 0 0,-1 9 5 15,-2 0 8-15,0 1-6 0,-2 4-8 0,-2-3-7 16,2 3-1-16,-2 1-8 0,-2 3-4 0,1 0-3 16,-1 0-5-16,4 7 0 0,-7-11-7 0,6 7-7 15,1 4-1-15,-6-8-5 0,6 8-7 0,0 0 0 16,-4-3-3-16,4 3-4 0,0 0 4 0,0 0-4 15,0 0-2-15,0 0 5 0,0 0 3 0,18 10-2 16,-7-5 2-16,2 1-4 0,5 1-3 0,1-2 6 16,0 2-1-16,2-1-1 0,0 1-1 0,-6 0-2 15,1-2-4-15,-5 0-4 0,0 1 9 0,1 2-5 16,-2-1 2-16,-3 1-4 0,2 1 0 0,-2 1 8 16,-2 2 2-16,-1 4 7 0,0-1-1 0,0 2 2 15,-3-1 2-15,-1 2-2 0,-1-2 2 0,-1 0-4 16,0-1 3-16,-2 1-4 0,2 0-7 0,2-4-33 15,-3 0-43-15,1 0-62 0,0-1-79 0,2-2-274 16,-2 1-528-16,2-10 234 0</inkml:trace>
  <inkml:trace contextRef="#ctx0" brushRef="#br0" timeOffset="6254.75">14240 4260 68 0,'12'-3'300'0,"-12"3"-16"0,0 0-20 16,6-2-26-16,-6 2-20 0,0 0-23 0,0 0-28 0,0 0-20 16,0 0-22-16,0 0-37 0,0 0-25 0,0 0-31 15,0 0-34-15,0 0-45 0,0 0-55 0,5 13-47 16,-5-13-167-16,0 0-340 0,0 0 151 16</inkml:trace>
  <inkml:trace contextRef="#ctx0" brushRef="#br0" timeOffset="7804.63">14148 4253 2 0,'0'0'98'0,"0"0"3"16,0 0-2-16,0 0-11 0,0 0 4 0,0 0-12 15,0 0-1-15,0 0-20 0,0 0-2 0,0 0-1 16,0 0-8-16,0 0 9 0,0 0-9 0,0 0 6 16,0 0 2-16,-9 21-8 0,5-15-14 0,2 1 1 15,-5 4-7-15,0 4-17 0,-2-1-23 0,-2 0-26 16,-1 1-42-16,-3 0-104 0,-3 6-198 0,-2-2 87 15</inkml:trace>
  <inkml:trace contextRef="#ctx0" brushRef="#br0" timeOffset="10278.49">13661 5066 48 0,'0'0'180'0,"-11"-5"-7"0,11 5 2 15,-7-2-11-15,7 2-9 0,0 0-14 0,0 0-9 16,-9-3-11-16,9 3-10 0,0 0-15 0,0 0-7 16,0 0-8-16,0 0-10 0,30-6-6 0,-7 3-8 15,7-2-6-15,3 3-10 0,2-1-21 0,-2 0-19 16,-3 2-24-16,-9-1-32 0,0 0-11 0,-2 0-34 16,-5 0-19-16,-2 1-12 0,-1 0-9 0,-2-1-83 15,-2 2-243-15,-7 0 108 0</inkml:trace>
  <inkml:trace contextRef="#ctx0" brushRef="#br0" timeOffset="10690.96">13875 4999 33 0,'-8'3'74'0,"8"-3"1"0,-6 5 14 0,4 2-4 16,1 2 12-16,-3 4-1 0,0 4 16 0,0 0 0 15,-2 2-8-15,4 0 0 0,-4 5-4 0,3-5-8 16,-1 0-5-16,4 0-10 0,-4 7-4 0,2 2-2 15,-1-2-4-15,3-2-4 0,0-5-9 0,0 0-2 16,0-2-7-16,-2 2-3 0,2-2-2 0,0-2-8 16,0 0-2-16,0-4-4 0,0 1-1 0,0-2-2 15,0-1-5-15,2 1 4 0,-2-3-3 0,0 0 0 16,0-7-3-16,0 0 1 0,-2 12-2 0,2-12-1 16,0 0-6-16,0 9 5 0,0-9 0 0,0 0-1 15,-7 1 0-15,7-1-6 0,0 0 0 0,-16-3-1 16,16 3-4-16,-16-6-1 0,8 2 3 0,-3-2 4 15,1 3-6-15,-3-3-4 0,4 1-2 0,-3 0 2 16,2 2 3-16,5-1-1 0,-1 0-1 0,6 4-1 16,-8-3 3-16,8 3-4 0,-8-4 3 0,8 4-4 15,0 0-2-15,0 0 2 0,0 0 2 16,0 0-6-16,0 0 12 0,0 0 0 0,0 0 5 0,22 17-1 16,-9-14 6-16,6-1-3 0,2 0 0 0,12 1-14 15,0-1-3-15,1-2-22 0,2 0-24 0,4 0-29 16,-2-5-24-16,12-1-21 0,-13 2-11 0,-1 0-18 15,-4 3-96-15,-1-3-272 0,-1 0 121 0</inkml:trace>
  <inkml:trace contextRef="#ctx0" brushRef="#br0" timeOffset="11061.69">14391 5340 89 0,'0'-9'136'0,"0"9"2"0,0 0-3 0,-9-13-9 15,9 13-5-15,-13-4-6 0,13 4-4 0,-23 7-8 16,12-4-4-16,-1 4-7 0,-5 2 3 0,1-1-7 15,0 3-8-15,5 0-8 0,-2 3-8 0,5-3-8 16,1-1-2-16,1 5-7 0,2-6 0 0,2 4-8 16,4-4-4-16,0 1-3 0,2-1-2 0,0 0 2 15,1-1-4-15,5-3-1 0,-1 2-5 0,-1-4-3 16,6 3 0-16,-5-3-1 0,-3 0-4 0,1-2-1 16,-7-1 4-16,14 1 0 0,-8-1-2 0,-6 0-4 15,0 0-1-15,9-3-1 0,-9 3-3 0,8-3 5 16,-8 3-2-16,0 0-4 0,0 0-3 0,0 0-4 15,0 0 4-15,-14-14-3 0,14 14 2 0,-18 0-3 16,8 1 3-16,-2 1-2 0,0 0 3 0,1 2 7 16,-2-1 3-16,1 3 0 0,1-2 3 0,0 5-3 15,1-2 9-15,-3 4 0 0,4-3-6 0,0 0 0 16,4 1-3-16,-1-1 2 0,2 2 0 16,2 0 1-16,1-3-2 0,1-7-1 0,3 14 1 0,5-5 1 15,1-3-2-15,5 1-13 0,6-2-26 0,7-1-32 16,2-1-43-16,4-3-52 0,7-2-50 0,-2 2-132 15,14-3-363-15,-13-2 161 0</inkml:trace>
  <inkml:trace contextRef="#ctx0" brushRef="#br0" timeOffset="11711.39">15002 5350 53 0,'-5'7'107'0,"5"-7"6"0,0 0 1 0,0 0 6 16,0 0 10-16,0 0 3 0,0 0 3 0,0 0 7 15,0 0 4-15,0 0 0 0,0 0 2 0,0 0 3 16,0 0 2-16,0 0-10 0,0 0-8 0,0 0-13 15,0 0-4-15,0 0-11 0,23-12-2 0,-14 5-2 16,-3 0-3-16,1 1-1 0,5-2-12 0,0 2 2 16,2-5-5-16,-4 3-9 0,4-3-4 0,0 1-5 15,0-2-3-15,-4 4 1 0,2-5-7 0,-2 2 0 16,-2 0 2-16,-1 0-11 0,0 1-11 0,-2 0 19 16,1 2-28-16,1-1 9 0,-2 4-4 0,-4-2-7 15,-1 7 3-15,3-9-3 0,-3 9-11 0,5-5 1 16,-5 5-7-16,0 0-4 0,0 0-1 0,0 0-4 15,0 0-4-15,0 0 3 0,0 0 0 0,-9 28 0 16,2-16 1-16,5-2-7 0,-2 2 0 0,0 2 15 16,4-4-9-16,1 5-3 0,1-2-1 0,3-3 3 15,-3 1 3-15,3 0-2 0,-1-1 5 0,4-2 0 16,0 1 2-16,3-3 1 0,0 1 3 0,2-4-6 16,4-2 2-16,-4-2-1 0,0 1-1 0,-2-2 6 15,1 1 2-15,0 0-9 0,-3-5 5 0,0 0 12 16,-1 1-16-16,-4-1 1 0,1-3 1 0,-1 1-5 15,3-2 1-15,-4 1-2 0,-1 0 1 0,-3 0-1 16,1 9 2-16,1-12-6 0,-1 12 4 0,0-13-2 16,0 13-6-16,-1-7 2 0,1 7-8 0,0 0-5 15,0 0 4-15,0 0 2 0,0 0-1 0,0 0-3 16,0 0 7-16,-11 23-1 0,10-11 6 0,-3 4-3 16,-2 2 0-16,4 1 5 0,-2-2-5 0,-1 1 6 15,1 0 2-15,0-1-8 0,2 0 8 0,-1-4-2 0,0-1-3 16,1 4-7-16,-2-5-16 0,3-1-18 0,0 1-26 15,-2 0-34-15,-2-3-38 0,1 2-35 16,2-3-37-16,-1-3-43 0,-1 4-231 0,4-8-529 16,-6 4 234-16</inkml:trace>
  <inkml:trace contextRef="#ctx0" brushRef="#br0" timeOffset="11896.74">15018 5053 83 0,'-5'-3'175'0,"5"3"-14"0,0 0-23 16,0 0-29-16,0 0-27 0,0 0-50 0,22 14-48 16,-9-8-38-16,3 2-65 0,11-1-128 0,3 1 57 15</inkml:trace>
  <inkml:trace contextRef="#ctx0" brushRef="#br0" timeOffset="12153.6">15894 5282 109 0,'0'0'254'0,"0"0"-11"0,0 0-8 0,6 4-10 16,-6-4-12-16,0 0-12 0,0 0-14 0,0 0-14 15,9 1-14-15,-9-1-17 0,0 0-11 0,12-2-14 16,-1 2-9-16,2-3-16 0,5 3-7 0,3-3-9 16,8 1-11-16,1 0-4 0,0 1-8 0,-1 0-6 15,-2 1-8-15,-7-2-27 0,3 1-20 0,-4 1-21 16,-2-2-30-16,-3 2-23 0,-2 0-31 0,-2-2-24 16,-10 2-21-16,15-3-28 0,-8 0-22 0,-2 0-134 15,-5 3-369-15,6-6 163 0</inkml:trace>
  <inkml:trace contextRef="#ctx0" brushRef="#br0" timeOffset="12371.12">16210 5125 136 0,'0'0'170'0,"-7"-8"3"0,4 4 15 15,3 4-1-15,-2-7-2 0,2 7-7 0,-5-6-12 16,5 6-13-16,0 0-16 0,0 0-13 0,-4-7-15 16,4 7-13-16,0 0-10 0,0 0-8 0,0 0-9 15,-8 16 1-15,6-6-3 0,-1-1-4 0,2 4-7 16,0 2-2-16,-2 1-4 0,-1-3-4 0,2 3-3 15,-1-1-6-15,0 3 2 0,1 0-4 0,2-2-5 16,-1 1-3-16,-1 0 1 0,4-1-12 0,-6 3-24 16,4-5-27-16,2 2-43 0,-2-4-56 0,2 0-42 15,-4-1-49-15,2 1-149 0,0-12-404 16,0 20 179-16</inkml:trace>
  <inkml:trace contextRef="#ctx0" brushRef="#br0" timeOffset="12743.72">16554 5183 2265 0,'4'-10'34'0,"-1"-2"35"0,-1 2-20 0,0 0-15 16,0 3 7-16,-2 7 3 0,3-10-4 0,-3 10-4 16,2-9-5-16,-2 9-3 0,2-6-8 0,-2 6-1 15,0 0-6-15,0 0-2 0,0 0 0 0,0 0 0 16,11 20 0-16,-8-8-2 0,-2 3 2 0,1 2 0 15,1 2-1-15,1-2 0 0,0 1-4 0,-2 2 4 16,4-1-1-16,-5-3 1 0,4 2 0 0,-3-1-4 16,1-3 2-16,-1 0 0 0,0-4 1 0,0 1 0 15,1-1-3-15,-2-2 0 0,0-1 1 0,-1-7 5 16,4 9 3-16,-4-9 17 0,2 8 19 0,-2-8 29 16,2 5 7-16,-2-5 8 0,0 0-2 0,0 0-1 15,0 0-22-15,24-17 4 0,-13 9 1 0,0-4 0 16,1-1-10-16,2-3-8 0,2-4-4 0,3 0 2 15,-3 1-12-15,3-1-2 0,-6 4-3 0,-1 2-11 16,1-3-3-16,1 5-1 0,-3 0-2 0,-4 2-22 16,3 2-28-16,-5-1-28 0,-1 3-49 0,2 2-47 15,-4-3-58-15,-2 7-74 0,7-6-278 0,-7 6-611 16,0 0 271-16</inkml:trace>
  <inkml:trace contextRef="#ctx0" brushRef="#br0" timeOffset="13080.43">16957 5336 131 0,'13'-5'209'0,"-4"2"0"0,1-2-3 15,-4 1-1-15,3-1-2 0,0 0 2 0,-1 0-8 16,0 0-9-16,-1-3-14 0,1-2-13 0,1 2-6 16,-1-2-8-16,-2-1-9 0,2 0-14 0,2-3-11 15,-4 0-11-15,-1 3-10 0,-1-2-2 0,0 4 6 16,-1-1-16-16,-1 1-9 0,-2 1-4 0,1 1-9 15,-1 7-9-15,-3-12 0 0,3 12-7 0,-3-7-7 16,3 7-8-16,-10 0-1 0,10 0-6 0,-28 7-3 16,12 3 0-16,-3 1-4 0,-4 3-3 0,6-1 2 15,-3 4-5-15,7-2 3 0,-1-1-1 0,0 1 2 16,3 1 7-16,3 1-11 0,4-5 6 0,2 5 0 16,0-1-2-16,2-1-4 0,3-3 0 0,2 5 7 15,4-1-5-15,5-2 5 0,0-2 0 0,9 2 0 16,3-1-9-16,4-4-30 0,1-1-34 0,0-2-42 15,2 0-40-15,0-3-53 0,-1-3-37 0,0 0-35 16,-3 2-218-16,-7 0-525 0,0-3 232 0</inkml:trace>
  <inkml:trace contextRef="#ctx0" brushRef="#br0" timeOffset="13230.34">17489 5396 118 0,'0'0'318'0,"0"0"-19"0,2-7-7 0,-2 7-3 16,0 0-9-16,0 0-11 0,0 0-21 0,0 0-25 15,0 0-17-15,0 0-26 0,0 0-16 0,0 0-26 16,0-7-28-16,0 7-48 0,0 0-55 0,0 0-63 16,0 0-82-16,0 0-106 0,0 0-218 0,0 0-499 15,0 0 222-15</inkml:trace>
  <inkml:trace contextRef="#ctx0" brushRef="#br0" timeOffset="15301.38">13497 6183 118 0,'0'0'143'0,"-15"-1"-4"15,8-2 5-15,7 3-3 0,-14-1-7 0,14 1-2 16,-11 1-11-16,11-1-13 0,0 0-7 0,-10-1-12 16,10 1-12-16,0 0-9 0,0 0-3 0,0 0-4 15,0 0-6-15,28 7-4 0,-10-7-6 0,9 3-3 16,4-2-7-16,1 1-1 0,1-4-10 0,1 4-13 16,-3-2-15-16,-4 0-11 0,-6 1-25 0,-4-1-29 15,2 0-4-15,-6 1-29 0,-4-1-8 0,5 2-16 16,-8-4-7-16,-6 2-78 0,14 0-230 0,-14 0 102 15</inkml:trace>
  <inkml:trace contextRef="#ctx0" brushRef="#br0" timeOffset="15657.84">13750 6166 56 0,'0'0'124'16,"-8"-2"-19"-16,8 2-16 0,0 0-6 0,0 0-9 16,-7 9 2-16,5 0 20 0,2 2 3 0,-4 5-3 15,4 2 11-15,-3 0 7 0,1 1-6 0,2 1-5 16,-5-1-10-16,8 6-5 0,-6-4-6 0,3-2-6 15,0 0-8-15,-2 0-6 0,2-2-6 0,2 0-3 0,-2-1-7 16,0 1-2-16,0-4-6 0,0-3-1 16,0 2-6-16,0-3 1 0,0 1-3 0,0-3-7 15,3 0 1-15,-3-7-1 0,-3 11 0 0,3-11-4 0,0 9-1 16,0-9 0-16,-4 6-2 0,4-6 2 16,-3 6-4-16,3-6-10 0,-10 3 1 0,10-3-8 15,-11 0 5-15,11 0-1 0,-16-3 1 0,9 0-4 16,0 2 3-16,7 1 0 0,-16-4-2 0,10 2-1 15,6 2 1-15,-12-4 5 0,12 4-1 0,-9-2-1 16,9 2 3-16,-7-3 0 0,7 3 1 0,0 0-4 16,0 0-1-16,-8-2 3 0,8 2-5 0,0 0 3 15,0 0-2-15,0 0 3 0,0 0 0 0,29 1 0 16,-18-1-14-16,10 0-12 0,-2 0-16 0,8 0-31 16,2-1-20-16,1 0-34 0,-1 0-24 0,0-2-22 15,-2 1-111-15,-4-1-305 0,-3 1 135 0</inkml:trace>
  <inkml:trace contextRef="#ctx0" brushRef="#br0" timeOffset="15847.47">14133 6479 104 0,'0'0'185'15,"0"-5"-7"-15,0 5-10 0,0 0-4 0,0 0-9 16,0 0-8-16,0 0-6 0,-11-10-15 0,11 10-2 0,0 0-9 16,-20 9 1-16,10-3-1 0,-4 3-1 15,0 3-4-15,-3-1-11 0,4-1-8 0,-1 3-12 16,3-2-7-16,4-2-6 0,-2 2-4 0,5 0-4 15,1-3-8-15,-1 3-3 0,4-1-4 0,2-2-7 0,2 1-25 16,1-2-42-16,7-1-47 0,-1 0-45 0,9-2-59 16,10-2-212-16,-1-2-426 0,5 0 188 15</inkml:trace>
  <inkml:trace contextRef="#ctx0" brushRef="#br0" timeOffset="16230.66">14865 6232 160 0,'5'-4'243'0,"-5"4"-19"0,4-7-23 15,-4 7-21-15,4-7-19 0,-4 7-19 0,0 0-9 0,0 0-7 16,0 0-2-16,-4 24-2 0,-1-9-1 16,-7 2-5-16,-4 9-4 0,-1-1-6 0,-2 0-5 15,-2 2-2-15,-1-3-1 0,0 0-9 0,-1 0-3 16,4-5-11-16,6-2-6 0,0-3-13 0,4 1-4 0,0-2 1 15,4-2-9-15,-2-2-4 0,5 1-2 0,-2 0-2 16,4-3-8-16,0-7 0 0,2 13 3 16,2-7-6-16,0 0 1 0,2-1 0 0,2-3-7 15,-1 1 1-15,5-3-3 0,-2 0 1 0,0-3-3 16,1 3 2-16,0-5-3 0,-2 0 6 0,1-1-3 0,-4-1-1 16,2-5 4-16,-3 2-9 0,-1-7 1 0,-3 0-5 15,-1-1 2-15,-2 0-2 0,-5-2-2 0,-2-5-3 16,-3 8-4-16,-3-2 5 0,-5-1-5 15,-1 2 1-15,5 6-1 0,-4 2 1 0,3 1-5 0,-2 3 1 16,0 2-18-16,0 1-31 0,7 3-35 0,-1 0-55 16,3 1-78-16,3 1-71 0,7-2-170 0,-7 4-501 15,7-4 221-15</inkml:trace>
  <inkml:trace contextRef="#ctx0" brushRef="#br0" timeOffset="17174.59">15370 6259 28 0,'0'0'292'0,"6"-6"-28"0,2 3-32 16,1-2-27-16,1 1-23 0,3-1-23 0,-2 0-21 16,2 2-17-16,1-1-21 0,-2 1-15 0,-1-3-12 15,-1 3-10-15,-1 1-6 0,-1 1-9 0,0-2-3 16,-8 3-8-16,11-4-4 0,-11 4-1 0,8 0-2 15,-8 0-4-15,0 0-5 0,9-1-5 0,-9 1-5 16,0 0-1-16,0 0-1 0,0 0-6 0,0 0 5 16,2 11-5-16,-2-11 2 0,-6 13-2 0,3 0 0 15,1 2 10-15,-2 4 9 0,3-2 2 0,-3 9 7 16,0 0-3-16,1-1 4 0,2 0-1 0,-1-1-1 16,0-4-2-16,1-1-2 0,0 1 6 0,-2-2-8 15,3 0-1-15,0-1-3 0,-1-2 0 0,1-2-1 0,-3-1 0 16,3-2-3-16,-1 0 0 0,1 0 1 15,0-1 0-15,-1-2-1 0,1-7 2 0,-3 10 1 16,3-10 1-16,-2 6 2 0,2-6-1 0,-9 6 0 0,9-6-2 16,-14 1-1-16,7-2-3 0,7 1 2 15,-20-6-3-15,12 2-3 0,-2 2 5 0,2-1-3 16,1 0-5-16,-1 0 3 0,8 3 0 0,-10-6-4 16,5 4 0-16,5 2 1 0,-9-3-5 0,9 3 0 0,0 0-5 15,0 0 1-15,-9-3 0 0,9 3-5 0,0 0 5 16,0 0-1-16,0 0 5 0,0 0-5 0,0 0-5 15,32 5-6-15,-18-4-10 0,6-1-20 16,10 0-18-16,-1 0-25 0,4-1-19 0,0-1-12 16,0 1-13-16,-2-2 4 0,3 0 0 0,-1-1 9 0,1 1 13 15,-4-2 9-15,0 1 5 0,-4 0 9 0,-7-2 9 16,1 3 4-16,-3-3 14 0,0 0 11 0,-4 1 11 16,-2 1 19-16,-1-1 29 0,-1-1 31 15,-1 3 21-15,0 2 25 0,-8 1 14 0,9-6 11 16,-9 6 5-16,6-2-3 0,-6 2-3 0,0 0-4 0,6-4-9 15,-6 4-17-15,0 0-6 0,0 0-7 0,0 0-9 16,0 0 3-16,0 0-6 0,-15 21 4 16,1-11-7-16,4-1-7 0,1-1-3 0,-3 1 1 0,5-1-10 15,-1 1-4-15,3 0-11 0,1-1-3 0,0 2-2 16,2-3 0-16,2 1 1 0,0-8-4 0,5 12-4 16,1-5-7-16,2 0-12 0,1-3-9 0,3 1-10 15,4-1-12-15,3 0-6 0,3-2-6 16,-4 0-5-16,2-2-4 0,-1-1 0 0,0-1 2 15,0-1 6-15,-2-1 2 0,1-1 3 0,-6 1 4 0,4-3 5 16,-4 1 6-16,-3-1-1 0,-1 0 6 0,-1-1 10 16,-2 3 15-16,-1 1 16 0,0 0 13 0,-4 4 5 15,7-5 0-15,-7 5-3 0,4-4-8 16,-4 4-5-16,0 0-3 0,0 0-3 0,0 0 2 0,0 0-3 16,0 0-3-16,0 0 1 0,0 17-1 15,0-17 0-15,0 11 1 0,1-6 2 0,-1-5 1 0,4 11 2 16,-1-5 3-16,1 1 10 0,5-3 8 0,1 1-2 15,-1-1 4-15,1-2 0 0,3 0 4 0,-3-1-6 16,4-2 4-16,-2 0-5 0,-1-1 0 0,2-1-3 16,-2-1 2-16,1-3-1 0,-3 0 1 0,0 1 0 15,-5 1-1-15,-2-3 1 0,1-2-8 0,-2 1-1 16,-2-1-2-16,-2-1-5 0,-2 0-3 0,0 2-15 16,-5-4-11-16,-2 4-17 0,1 0-14 0,-6 1-27 15,2 1-30-15,2 5-44 0,-4 0-54 0,5 2-43 16,0 1-250-16,1 2-531 0,3 0 235 0</inkml:trace>
  <inkml:trace contextRef="#ctx0" brushRef="#br0" timeOffset="18939.04">17036 6334 105 0,'0'0'123'0,"0"0"-12"0,0 0-8 0,0 0-2 16,0 0-3-16,0 0-4 0,0 0-7 0,0 0-5 15,0 0-9-15,0 0-10 0,0 0-1 0,0 0-3 16,0 0-2-16,0 0-14 0,0 0-6 0,0 0 5 16,0 0-7-16,0 0-3 0,0 0-6 0,0 0 0 15,0 0-9-15,0 0 2 0,0 0-1 0,0 0-11 16,0 0 4-16,0 0 2 0,0 0 1 0,0 0-7 0,0 0 4 16,0 0-1-16,0 0-5 0,0 0 0 15,0 0-6-15,0 0 12 0,0 0-7 0,0 0 3 16,0 0 1-16,0 0-7 0,0 0 6 0,0 0-6 15,0 0 0-15,0 0 11 0,0 0-10 0,0 0 5 0,0 0-14 16,0 0 11-16,0 0 2 0,0 0-4 0,0 0 0 16,0 0-1-16,0 0-4 0,0 0 1 15,0 0 5-15,0 0-4 0,0 0 3 0,0 0 0 16,0 0-3-16,0 0-1 0,0 0 1 0,0 0 1 0,0 0-3 16,0 0 11-16,0 0-3 0,0 0-8 0,0 0 8 15,0 0-4-15,0 0 0 0,0 0-4 0,0 0 6 16,0 0 5-16,0 0 12 0,0 0-2 15,8-2 7-15,-8 2 8 0,0 0 7 0,0 0 9 0,0 0 3 16,0 0-1-16,0 0-4 0,0 0 10 0,0 0-8 16,0 0-6-16,0 0 0 0,0 0-7 0,-15-7-3 15,15 7-4-15,-11 0 0 0,11 0-4 0,-17 0-2 16,6 3 6-16,0 0-11 0,-2 1 2 0,3 2-3 16,-6 0 2-16,1 4-2 0,-2 1 2 0,3 4 2 15,-1-2 0-15,2 1-1 0,-1 0-2 0,3 0 2 16,2 2-7-16,1 0 0 0,2 0-2 0,2-5-3 15,1 1 2-15,3 0 0 0,0-2 2 0,3 0-2 16,-1 0-2-16,1-2-1 0,1-3 1 0,5 1 2 16,-3-2-3-16,3 3 6 0,1-4-6 0,2-1 1 15,-2-2 2-15,4 0-3 0,-1-2 0 0,0 0-1 16,-1 0 1-16,1-4-2 0,-1 1 1 0,-2 0 0 16,-1-2 3-16,0-2 1 0,-2 1-5 0,3-1 1 15,-5-1-4-15,-1-2 5 0,2 0 1 0,-2 1 7 16,-2-1-2-16,-1 2 4 0,-1-3 4 0,2 3 3 15,-1 1 4-15,0 1 3 0,-1 8-3 0,3-9-1 16,-3 9-3-16,0-9-4 0,0 9-5 0,0 0-5 16,0 0-6-16,0 0 3 0,0 0-6 0,0 0-1 15,0 0 1-15,0 0 0 0,-5 25-1 0,3-14 2 16,1 3-1-16,1-2 0 0,0-1 4 0,1 3-1 16,2-2 0-16,0 0 0 0,0-1-2 0,3-1 3 15,-4-1-1-15,6 1 2 0,-1-3 4 0,2-1 0 16,2 1 5-16,0-2-2 0,1-1 2 0,0-1 0 15,1 0 2-15,0-3 1 0,0 0-3 0,-4-3 1 16,1 1-2-16,0-1 0 0,-1 0-2 0,0-4 0 16,0 0 0-16,-3-1 0 0,-1-1-5 0,2-1-1 15,-3-2-1-15,2-6 1 0,-2 1-3 0,-3 2-1 16,0-4-2-16,1 1 2 0,0 2 2 0,0 1-1 16,-2 2-1-16,3 1-4 0,3 2-2 0,-3 1-1 15,0 3-3-15,5-1 0 0,-2 3-1 0,0 1-3 16,-6 3 4-16,16 1-3 0,-5 5 0 0,0 0 0 15,2 3 1-15,2 5 1 0,-3-3 2 0,-1 5-1 16,-1-2-1-16,0 1 1 0,-4-1 1 0,2 0-1 16,1-1 3-16,-3 1 0 0,-2 1 0 0,0-5 1 15,1 1 3-15,-1-2 0 0,0 0 2 0,2-1 5 16,1 0-2-16,-1-1 5 0,-1-3-1 0,4 1 3 0,1-1 0 16,-1-1 0-16,2-3 3 0,-3 0 0 15,3 0 5-15,0-2-4 0,-1-1-3 0,2-2 6 16,-2-1-6-16,0-3-1 0,-1 1-1 0,0-2 3 15,1-4-5-15,-2-2 4 0,0 0-4 0,-2 0-2 16,-2-1-1-16,1-2-2 0,-4 2 0 0,2 2 2 16,-3 2-4-16,0 0 2 0,0 4-3 0,-1-2-1 0,-1 4 3 15,2 7-1-15,-2-10-5 0,2 10 2 16,-8-6-4-16,8 6-2 0,-14 5 0 0,3 0 2 16,-3 5 0-16,-3 0 3 0,4 1-2 0,4-1-1 0,-2 4-16 15,3-2-17-15,2 4-21 0,2-3-25 0,2-3-32 16,2 1-36-16,7 0-43 0,-1-1-46 15,10 0-188-15,0-2-465 0,6-4 206 0</inkml:trace>
  <inkml:trace contextRef="#ctx0" brushRef="#br0" timeOffset="19124.53">18066 6487 81 0,'5'-6'331'16,"-5"6"-17"-16,7-5-28 0,-2 3-25 0,1-2-28 15,6 2-22-15,-2-2-18 0,4 1-23 0,4-1-11 0,4 1-20 16,6-2-14-16,1 0-12 0,1-1-17 16,0 5-31-16,-2-5-33 0,1 2-49 0,-2 0-51 15,-1 0-51-15,-4 1-55 0,-3 0-53 0,-2-2-141 16,-6-1-397-16,8 3 175 0</inkml:trace>
  <inkml:trace contextRef="#ctx0" brushRef="#br0" timeOffset="19471.95">18629 6212 51 0,'0'0'267'0,"1"-5"-28"0,-1 5-22 0,0 0-24 15,0 0-21-15,0 0-19 0,0 0-2 0,0 0-12 16,0 0-6-16,14 18-11 0,-11-7-8 0,2 0-5 16,-3 1 8-16,2 3-8 0,0 0-9 15,0 1-11-15,-3-3-4 0,4 3-9 0,0-5-7 0,-1 1-4 16,1 4-9-16,-1-4-1 0,2 2-8 0,-4 2-7 15,2-7 0-15,-1 2 0 0,0-2-3 0,2-1-5 16,-1-1 1-16,-2-2-3 0,1 0-2 16,-3-5 10-16,4 7 13 0,-4-7 18 0,1 6 18 0,-1-6 22 15,5 4 14-15,-5-4 10 0,0 0-11 0,0 0-13 16,0 0-14-16,18-18-10 0,-10 7-4 0,2-2-10 16,0-2-6-16,0-2-3 0,6-6-6 0,-2 1-8 15,0 1-9-15,1 0-3 0,-3 6-4 16,3-6-14-16,-6 6-19 0,4 1-23 0,-3 1-37 0,-2 4-29 15,-1-1-34-15,-2 4-42 0,-1-1-42 0,0 4-45 16,-4 3-40-16,7-5-2 0,-7 5 5 0,0 0-2 16,0 0-148-16,1 16-477 0,-2-7 210 0</inkml:trace>
  <inkml:trace contextRef="#ctx0" brushRef="#br0" timeOffset="19802.06">19021 6395 146 0,'0'0'211'16,"13"-2"-8"-16,-13 2-7 0,13-2-6 0,-2 0-2 15,-2-2-10-15,0 1-3 0,2-2-4 0,0-2-18 16,-1 0 0-16,1-1-11 0,0 0-11 0,-1 1-7 16,0-2 10-16,0-1-5 0,-2 0-15 0,1 0-1 15,-3 1-1-15,1 0 6 0,-2 0-3 0,1 2-7 16,-2 0 0-16,0 1-4 0,-4 6-5 0,1-9-9 16,-1 9-8-16,0 0-6 0,-5-11-12 0,5 11-4 15,-13 0-7-15,13 0-21 0,-26 9 13 0,10-1-12 16,-8 5-6-16,0 1-6 0,7-3 2 0,-1 2 3 15,5 3-3-15,-1-5 1 0,5 4-9 0,1 1 0 16,3-2-13-16,2-2 9 0,0 1 10 0,4-2-4 16,7 3 6-16,1 0-2 0,3-1 3 0,10 2 4 15,1-2-9-15,8 0-3 0,1-3-3 0,-3-1 1 16,5-2 3-16,-5-1 0 0,2 1-6 0,-2-4 3 16,0-2 7-16,-8 0-14 0,2-1-20 0,-5-2-35 15,-1-1-40-15,-3 1-46 0,-3-2-49 0,7-2-61 16,-8-1-62-16,2 0-295 0,-5-3-651 0,0 1 288 15</inkml:trace>
  <inkml:trace contextRef="#ctx0" brushRef="#br0" timeOffset="19999.5">19725 6342 211 0,'0'0'287'0,"0"0"-24"0,8 3-22 16,-8-3-21-16,0 0-21 0,0 0-19 0,5 2-22 16,-5-2-21-16,0 0-32 0,0 0-34 0,0 0-45 15,0 0-46-15,0 0-60 0,0 0-73 0,0 0-155 16,0 0-333-16,0 0 148 0</inkml:trace>
  <inkml:trace contextRef="#ctx0" brushRef="#br0" timeOffset="22684.02">5887 6620 52 0,'-1'-14'210'0,"0"10"6"16,-3-3 1-16,4 7-14 0,-4-11-8 0,4 11-3 16,-5-8-7-16,5 8-11 0,-3-6-13 15,3 6-21-15,0 0-13 0,-6-6-17 0,6 6-12 16,0 0-13-16,0 0-6 0,-8 13-8 0,-1 2 1 0,-6 8-4 15,2 5-1-15,-3 3 4 0,0 13-6 0,5-11-5 16,-6 9 1-16,-1 3-6 0,9-13-1 0,0 14-8 16,2-13 1-16,-1 1-2 0,6-2-8 15,-2 2-3-15,-1-1-4 0,2-3 0 0,-2-1-2 16,2 3-2-16,2-6-1 0,0 0-4 0,-2-5-1 0,6-2 1 16,-6-2-2-16,6 3-14 0,-6-4-21 0,2-5-24 15,1 1-38-15,-3-2-33 0,3-10-38 16,-1 16-24-16,1-16-36 0,0 9-24 0,-2-5-187 0,2-4-453 15,0 0 202-15</inkml:trace>
  <inkml:trace contextRef="#ctx0" brushRef="#br0" timeOffset="23654.45">5767 6964 120 0,'21'3'141'0,"0"0"-12"0,-3 4-6 16,1 2-12-16,-1 2-9 0,-2 1-3 16,-2-2-3-16,1 5-3 0,-3-4-12 0,-1 1-3 0,-3-1-4 15,-2 5 7-15,1-1 1 0,-2-5-3 16,0 0 3-16,-3 2 5 0,-1-1-3 0,-1 0-5 0,-2 0-6 16,-1-2-3-16,0-2-8 0,-1-1-5 0,0 0-1 15,0-2-3-15,4-4-5 0,-6 9-3 0,6-9-2 16,0 0-5-16,-3 7-3 0,3-7-1 15,0 0-1-15,0 0-7 0,0 0-6 0,0 0-11 16,0 0-2-16,-5-22-6 0,7 13-3 0,1-2-6 0,1 0-2 16,1-2-1-16,2-2-8 0,1 1 1 0,0-1-2 15,2 0 1-15,-2 1 4 0,2-2 4 0,-3 8-3 16,-2 0 3-16,-1 2 0 0,-2 2 3 0,-2 4-2 16,4-13 0-16,-4 13-2 0,6-3 1 0,-6 3-3 15,0 0 1-15,0 0 5 0,0 0 4 0,8 12 4 16,-8-2 2-16,0-1-1 0,0 2 2 0,0 3 5 15,3 2 3-15,-1 3 0 0,-1-8-5 0,3 3 4 16,-1-3-3-16,1 0 1 0,2 0-2 0,-1-1 2 16,1-2-1-16,2 2 7 0,1-3-5 0,0-3-3 15,0 1 5-15,1 0-2 0,-1-4 0 0,0 2 2 16,-2-3-5-16,-7 0 3 0,16-3 1 0,-10-1-1 16,1 0-3-16,1-2 2 0,-2 1-1 0,-1-4-1 15,0 2 1-15,0-3-1 0,-3 0 1 0,0-2-3 16,-2 0-1-16,0 0 0 0,0-1-6 0,0-4 2 15,1 6-1-15,1-2 2 0,-1 1-6 0,0 1 2 16,2 0-4-16,-3 3 1 0,4 2-5 0,1 0 4 16,2 3-5-16,-7 3 6 0,17 1-3 0,-6 0 2 15,0 3 1-15,0 3-2 0,3 3 1 0,0 2 2 16,-2 0 1-16,-1 0-2 0,1 3 0 0,-4-4 6 16,1 4 4-16,-1 1 8 0,-1-6-7 0,-3 3 1 15,-1-3-2-15,3 2 0 0,-4-4 2 0,-1-2 4 16,2 2 5-16,1-3 4 0,-4-5 8 0,1 9 6 15,-1-9 1-15,0 0-1 0,0 0-2 0,-9 6-1 16,9-6 0-16,0 0 3 0,0 0-3 0,-15-6 11 16,15 6-5-16,-7-9-5 0,2 2 0 0,3 0-2 15,1-2-1-15,1-3-3 0,0 1 0 0,1-2-3 16,1-3-4-16,1 1 0 0,4-2-2 0,2 1-3 16,2-2-3-16,4 3-1 0,3-4 1 0,-1 8-5 15,-2 3 0-15,-1 3-7 0,1-1-1 0,-1 4 0 16,-2 5 2-16,2 0 2 0,-3 1-2 0,0 3-2 15,3 1-1-15,-4 2 1 0,4 2 6 0,-5-2-4 16,1 4-3-16,-5-3 2 0,0 1-1 0,2 0 3 16,-5-3 1-16,-2-3 0 0,2 1-1 0,0 0 2 15,-2-7 3-15,1 10-1 0,-1-10 0 0,4 7 2 16,-4-7 2-16,2 5 2 0,-2-5 2 0,0 0 4 16,0 0 4-16,0 0 0 0,0 0 2 0,0 0-6 15,0 0 3-15,12-18-5 0,-8 11 3 0,3-5-3 16,4-1-5-16,0-1-2 0,2-2 0 0,3 2 2 15,-4 3-5-15,1 1 0 0,1 0 2 0,-2 3-7 16,-2 3-1-16,-2 2-5 0,-1 3 4 0,-7-1 3 16,17 5-6-16,-9-1 1 0,-2 5 1 0,0-2-1 15,2 4 2-15,1 3 0 0,-6 1 6 0,-2 0-5 16,0 3 1-16,0-1-15 0,-1 0-38 0,-1-1-50 16,1 3-44-16,0-3-44 0,3 0-43 0,-1 0-175 15,2-3-444-15,5-3 196 0</inkml:trace>
  <inkml:trace contextRef="#ctx0" brushRef="#br0" timeOffset="24389.89">7227 7151 164 0,'0'0'244'0,"7"-6"-27"0,0 1-20 15,2-1-16-15,1-1-19 0,4 1-17 0,2-3-13 16,-1 0-12-16,0-1-13 0,0-1-12 0,3-1-7 15,-1-1-9-15,-1 1-3 0,0 1-5 0,-2-4-7 16,1 6-2-16,-5-2 3 0,-2 1 8 0,0 3-5 16,-2-1 6-16,-2 1 0 0,-4 7 0 0,4-12-9 15,-4 12-5-15,0 0-10 0,-9-13-1 0,9 13-5 16,-13-5-3-16,3 5-4 0,-6 0-4 0,-1 4-3 16,1 4-1-16,-3 3 3 0,-3 6 0 0,-1 1-5 15,3 1-1-15,1 1-2 0,2 0-2 0,5-5-2 16,2 2 0-16,4 2-3 0,1-2 1 0,4 1-6 15,2-1 4-15,3 0-5 0,3-2 0 0,5-1 0 16,-1-3 2-16,8 0-3 0,6 1 1 0,-5-6 4 16,10 1-4-16,0-3-4 0,1-4-6 0,2-2-3 15,-1 0-4-15,0-5-2 0,-1 1 0 0,-4-3-1 16,1 2 3-16,-3-4-2 0,-7 3 1 0,-2-4 2 16,-1 1-2-16,1-1 3 0,-1-4-2 0,2-3-3 0,-5 5 6 15,2-11-7-15,-4 10 4 0,-2-3 1 16,1 3-1-16,-5 4 4 0,-2-2 13 0,1 4 3 15,-2 0 7-15,0-1 11 0,1 5-1 0,-2 5 0 16,0 0-4-16,-3-11-3 0,3 11-5 0,0 0 1 16,-20 14-1-16,7-3 1 0,-8 6 2 0,2 2-8 15,3 0 8-15,-1 2-6 0,4-7 2 0,4 2-8 16,0-3-2-16,2 1 4 0,4-3-7 0,-2 2 1 16,2-5 2-16,1-1-2 0,2 0-2 0,0-7 1 15,5 11 7-15,0-7-4 0,3-1-3 0,-2 0 0 16,2-2 1-16,0 1 1 0,-8-2-6 0,16 0-1 0,-6-2 0 15,-3 2 3-15,-7 0-3 0,15-1 2 16,-10-2 4-16,-5 3-7 0,10-3 0 0,-10 3-2 16,9-1-2-16,-9 1-3 0,0 0-1 0,9 4-1 15,-9-4 0-15,5 6 2 0,-2-2 2 0,0 6 0 16,-2 0 3-16,-1 3 0 0,0 2 1 0,-1 4-1 0,-2-2 0 16,-2 1 5-16,-2 9-1 0,2-8-1 15,-2-2 2-15,0 2 9 0,1 1-5 0,-2-4-4 16,3 0 3-16,0-4-4 0,3-1 6 0,-1-1-2 15,0 0-4-15,1-1 4 0,-2-1-5 0,4-8 5 16,0 0-2-16,-3 13 6 0,3-13-7 0,0 0 6 0,-4 6 1 16,4-6 7-16,0 0-6 0,0 0-9 15,0 0-14-15,20-14-31 0,-5 1-32 0,0 2-33 16,2-2-50-16,5-6-52 0,-3 0-52 0,1-1-230 16,-3-2-534-16,-2 0 237 0</inkml:trace>
  <inkml:trace contextRef="#ctx0" brushRef="#br0" timeOffset="24758.59">8061 6674 247 0,'0'0'235'0,"-1"-10"-28"0,1 10-19 0,0 0-18 16,0 0-9-16,0 0-14 0,0 0-6 0,5 22-10 15,-4-11-7-15,2 0-6 0,-2 1-11 0,2 0-8 0,-1 0 2 16,-2 0-4-16,2-3-3 0,-1 0-5 16,0 2-6-16,0-4-7 0,-1 0-5 0,0-7-4 15,5 8 1-15,-5-8 5 0,0 8 14 0,0-8 9 16,0 0 19-16,0 0-1 0,0 0-11 0,0 0-7 16,0 0-16-16,0 0 7 0,0 0-9 0,0 0-3 0,0 0-6 15,2-27-7-15,-1 16-7 0,1-1-11 0,4-3 11 16,-3 3-17-16,4 2 3 0,-2 0-7 15,3 1-6-15,-5 0-8 0,1 4-5 0,0 1-10 16,-4 4-2-16,8-5-1 0,-8 5-3 0,10 1 3 0,-10-1-1 16,15 12-3-16,-7-3 0 0,0 2-20 0,1 5-11 15,-3 3-48-15,4 3-25 0,-5-3-43 0,-2 10-66 16,2-3-72-16,-2 1-281 0,-1-2-613 0,-1-7 272 16</inkml:trace>
  <inkml:trace contextRef="#ctx0" brushRef="#br0" timeOffset="25127.85">8450 7040 296 0,'0'0'293'0,"7"-5"-26"0,-2 4-27 16,-5 1-25-16,7-3-21 0,-7 3-19 0,0 0-18 15,11-3-18-15,-11 3-12 0,12 4-10 0,-7 1-14 16,0-2-8-16,0 2-10 0,-1 0-13 15,1 1-1-15,-2 1-6 0,0-2-10 0,-3-5-6 0,4 11-4 16,-1-3 0-16,-3-2-5 0,0 4-4 0,-1-1-4 16,1-9-6-16,-3 16-2 0,0-8-13 0,2-1-7 15,-3 3-13-15,3-3-8 0,1-7-8 0,-5 13-12 16,4-8-10-16,1-5-3 0,-1 11-2 16,-1-7-2-16,2-4 4 0,3 10 6 0,-3-10 5 0,2 9 3 15,3-6-2-15,-1 1 9 0,-4-4 0 0,7 8 4 16,-4-3 0-16,1 0 6 0,0-1-3 0,0 1 1 15,-4-5 8-15,6 8 0 0,-3-4 3 0,-3-4 1 16,1 9 4-16,-1-9 10 0,0 7-5 0,0-7 2 16,-4 8 1-16,-1-3 4 0,1 1-6 0,-5 0-12 15,2-2-30-15,-5 1-47 0,3-2-50 0,-1 1-48 16,-3-1-133-16,13-3-347 0,-20-1 154 0</inkml:trace>
  <inkml:trace contextRef="#ctx0" brushRef="#br0" timeOffset="25373.94">8825 7006 172 0,'12'4'218'16,"-1"1"-10"-16,5 4-18 0,-3 2-10 0,-1-1-8 15,-1 4-10-15,-1 2-10 0,-3-1-8 0,1 4-11 16,-3 0-3-16,2 6-14 0,-5-5-9 0,-2-3-8 15,-1 2-7-15,-2 0-9 0,-1 3-6 0,-2-5-6 16,-7 5-4-16,2-3-8 0,-6 0-6 0,2-5-5 16,-7 2-12-16,0-2-26 0,-5 1-32 0,-1-4-50 15,0 2-54-15,1-4-52 0,-1-3-57 0,-2-2-123 16,8-1-387-16,-6-4 170 0</inkml:trace>
  <inkml:trace contextRef="#ctx0" brushRef="#br0" timeOffset="25583.87">8393 7078 2130 0,'-10'-7'75'0,"0"3"-14"0,0 2-24 0,-3 2-18 16,0 3-8-16,1 3 9 0,-4 6 9 0,1 1 12 16,-2 9 13-16,3-1 10 0,1 4 10 0,2-2-6 15,1 2 3-15,3-1-11 0,5 2-5 0,4-8-5 16,1 1-1-16,6 4-1 0,1-5-7 0,7 0-14 15,7-3-22-15,5 0-31 0,3-4-44 0,3-3-63 16,3-5-70-16,3-1-241 0,-3-2-479 0,-1 0 213 16</inkml:trace>
  <inkml:trace contextRef="#ctx0" brushRef="#br0" timeOffset="32307.67">12580 7323 52 0,'0'0'168'16,"0"0"-10"-16,0 0-8 0,-4 5 1 0,4-5-21 15,0 0-10-15,0 0-11 0,0 0-3 0,0 0 3 0,22 7-6 16,-3-7-10-16,-2 1-5 0,2-2-9 0,10 1-6 16,-2-3-11-16,2 3-3 0,0-1-9 15,-4-1-36-15,-3 2-30 0,-8 0-21 0,-1 2-38 16,-2-2-31-16,3 0-17 0,-7 0-26 0,-1 1-79 0,-6-1-247 15,0 0 109-15</inkml:trace>
  <inkml:trace contextRef="#ctx0" brushRef="#br0" timeOffset="32680.15">12774 7365 93 0,'0'0'104'16,"0"0"12"-16,-4 5 7 0,4-5 17 0,-6 11-2 15,2-1 1-15,2 1-5 0,-1 1 5 0,-1 2-3 16,0 5-9-16,-1 4-14 0,3-3-8 0,-2 6-3 15,-3-1-11-15,2-2-11 0,3 3-7 0,-2-1-5 16,-1-7-9-16,5 2-4 0,-2-3-8 0,2-1 1 16,-2 1-6-16,2-7-3 0,-4 2-3 0,6 1-3 15,-2-1-8-15,0-4 1 0,0 2-2 16,0-1-4-16,0-9-2 0,-2 10-1 0,2-10-11 0,-2 9-2 16,2-9-6-16,-1 7 3 0,1-7-6 0,0 0-6 15,-5 5-1-15,5-5 0 0,0 0-2 0,-13-2-12 16,13 2-2-16,-12-4 6 0,3 1-1 0,1-1 2 15,-3 1 4-15,3-2 3 0,2 1 1 0,-3 2 1 16,0 0 5-16,9 2 7 0,-9-4 5 0,9 4 2 16,-9-4-3-16,9 4-2 0,-6-2-3 0,6 2 3 0,0 0-6 15,0 0 4-15,0 0-2 0,0 0 4 16,0 0 8-16,0 0-3 0,0 0 4 0,0 0 3 16,0 0 0-16,33 9-1 0,-10-7-1 0,-5-2-5 15,11 0-10-15,2-1-27 0,-2 1-35 0,3-2-55 16,1 0-27-16,1-2-30 0,-3 3-131 0,1-1-333 15,-1-1 148-15</inkml:trace>
  <inkml:trace contextRef="#ctx0" brushRef="#br0" timeOffset="32916.44">13335 7613 180 0,'0'-7'217'0,"0"7"-15"16,0 0-18-16,0 0-11 0,-13-1-5 0,13 1-2 0,-20 8-5 15,4 1-5-15,0 2 0 0,-4 3-13 0,2-4-7 16,-2 8-9-16,4-5-13 0,2 2-12 0,1-2-12 16,4-4-8-16,2 1-5 0,3 1-6 15,0-1-10-15,1-1-7 0,3-1-8 0,0 0-3 0,3-1 1 16,1 0-16-16,5-2-16 0,2-2-23 0,2 0-25 16,8 2-30-16,6-3-41 0,-1-3-29 15,4 1-34-15,3-1-12 0,2-2-23 0,-4 1-142 16,3 2-376-16,1-4 167 0</inkml:trace>
  <inkml:trace contextRef="#ctx0" brushRef="#br0" timeOffset="33065.1">13960 7616 46 0,'0'0'145'0,"14"-2"-16"15,-14 2-28-15,13 0-21 0,-7 1-29 0,-6-1-28 16,12 1-16-16,-12-1-22 0,9 4-17 0,-5-2-13 15,-4-2-37-15,6 6-88 0,-6-6 38 0</inkml:trace>
  <inkml:trace contextRef="#ctx0" brushRef="#br0" timeOffset="33166.33">14014 7657 106 0,'-3'6'17'16,"1"-1"4"-16,2-5 9 0,-7 7 15 0,7-7-3 15,-7 9 6-15,3-6-2 0,4-3 10 0,-5 8 1 16,5-8-2-16,-4 8 4 0,4-8-10 0,-2 4-5 16,2-4-2-16,0 0 4 0,2 12-10 0,-2-12-5 15,9 6-36-15,0-4-32 0,0 0-95 0,4 0-142 16,6-4 63-16</inkml:trace>
  <inkml:trace contextRef="#ctx0" brushRef="#br0" timeOffset="34296.18">15353 7515 96 0,'0'0'210'0,"0"0"-20"0,0 0-14 15,22-14-20-15,-8 10-12 0,5 2-18 0,2-3-11 16,0 3-17-16,7-3-7 0,-7 3-18 0,-2-1 2 16,-1 2-6-16,-6-2-10 0,0 3-6 0,0-1-7 15,-5 1-7-15,-7 0-11 0,12-1-14 0,-12 1-9 16,10-2-14-16,-10 2-9 0,0 0 3 0,9 0-7 15,-9 0 2-15,0 0 3 0,0 0 9 0,0 0-4 16,0 0 2-16,0 0-2 0,0 0 8 0,0 0 2 16,0 0-6-16,-35 0 5 0,35 0 8 0,-11-2 2 15,11 2 1-15,-10 0 6 0,10 0-2 0,0 0 7 16,-11 0-4-16,11 0-3 0,0 0-2 0,0 0-6 16,-11 2-1-16,11-2 8 0,-4 12 1 0,-1-1 12 15,3-1 5-15,-4 5-3 0,1 3 7 0,-1 7 5 16,1-1 5-16,1 1 13 0,1 0-6 0,0-1-5 15,-1 3-1-15,0-10-9 0,1 2-4 0,0 0 2 16,-1 0-4-16,4-1-4 0,-3-1-1 0,2-6-3 0,0 2-1 16,-2 0 0-16,3 0-1 0,-2-3 1 0,-1 0-4 15,2-1-3-15,-1-1-1 0,0 0-2 16,0-2 2-16,2-6 1 0,-3 10-2 0,-1-4 0 16,4-6 3-16,-5 7-1 0,-1-5-3 0,6-2 1 0,-13 1-5 15,4-1 2-15,9 0-2 0,-18-3 0 0,4 1-6 16,5-2 1-16,0 0 1 0,1 1 0 0,1 2 1 15,7 1 2-15,-11-6-1 0,6 4 0 16,5 2-3-16,-6-4 4 0,6 4-5 0,0 0-2 0,-10-1 0 16,10 1 1-16,0 0-5 0,0 0 1 0,0 0 3 15,0 0-1-15,0 0 1 0,0 0 0 0,0 0 4 16,0 0-3-16,34 7 5 0,-14-7 0 0,2 1-10 16,6-1-8-16,-7 3-10 0,10-4-18 0,-1 4-21 15,0-5 0-15,-1 1-10 0,-1 1-7 0,0-5 5 16,0 3-9-16,0 0 1 0,0-1 5 0,-1-1 8 15,1 1-13-15,-8 0 21 0,0-1 8 0,-1-1 5 16,0-1 1-16,-1-2 6 0,-1 3 10 0,-4-1 11 16,-4 1 10-16,0 1 27 0,-3 0 22 0,3 3 17 15,-4-4 8-15,-5 5 7 0,6-5 9 0,-6 5 5 16,6-6 3-16,-6 6-2 0,2-6-5 0,-2 6-6 16,0 0-6-16,0 0-3 0,0 0-5 0,0 0-1 15,-23 1-1-15,12 4 2 0,-2 3-6 0,-4 0-5 16,3 1-3-16,0 1-6 0,1 0-1 0,3 2-5 15,-1-3-4-15,4 1-2 0,-1-2-3 0,2 3-4 16,1-3 0-16,3 1-3 0,0 1-2 0,2-1 0 16,4-1 3-16,1-2-4 0,3 0 1 0,2 1-2 15,8-1-1-15,-3 0-9 0,3-1-1 0,1-3-3 16,0-2-6-16,4 2 2 0,-5-2-9 0,4-2 1 16,-2 0 2-16,1-2-5 0,-1 1-2 0,1-2 0 15,-3-1-5-15,1 0 5 0,-5-3 2 0,-1 2 2 16,1-1 2-16,-4 1-1 0,-2 0 7 0,-1 3 6 15,-1-2 10-15,-3 2 13 0,2 1-1 0,-5 3-4 16,7-6-2-16,-7 6-4 0,0 0-9 0,6-1 2 0,-6 1-2 16,0 0 6-16,0 0-7 0,0 0 0 0,-4 17 1 15,4-17-1-15,-4 17 5 0,3-7-6 16,1-1 1-16,-1 1-3 0,1-1 2 0,0 0 0 16,2 0 0-16,1-2 0 0,1-1 5 0,2 1-3 0,0 0 3 15,2-4-2-15,3 1 6 0,-1-1 3 16,1 0 4-16,-2-3 6 0,2 0 0 0,0 0 10 15,1 0-1-15,-3-3-2 0,1 0 2 0,-1-2-2 16,0 1 5-16,-5-1 6 0,2 0-6 0,-1-3-2 0,-1-1-5 16,-2 0 13-16,-2-1-17 0,0 0-7 0,-1-3-2 15,-2 1-4-15,-2 1 6 0,-1 2-5 0,1-2-7 16,-2 2-4-16,-2 0 2 0,-1 2-13 16,0 0-9-16,-5 0-29 0,1 3-25 0,2 2-28 15,-2-1-29-15,0 3-37 0,1 0-46 0,6 1-54 0,-5 2-187 16,6-3-490-16,6 0 216 0</inkml:trace>
  <inkml:trace contextRef="#ctx0" brushRef="#br0" timeOffset="34971.43">16920 7950 179 0,'0'0'278'0,"0"0"-15"0,0 0-21 0,1-7-13 16,-1 7-21-16,0 0-14 0,0 0-14 0,-9-10-1 15,9 10-10-15,-7-5-8 0,7 5-6 0,0 0-15 16,-6-3-9-16,6 3-1 0,-6-4-21 0,6 4-10 16,0 0-5-16,0 0-12 0,0 0-4 0,0 0-11 0,-9-2-5 15,9 2-8-15,0 0-4 0,0 0-4 16,0 0-13-16,0 0 1 0,0 0 2 0,0 0-5 15,0 0-2-15,0 0-2 0,0 0 1 0,0 0-2 16,0 0-2-16,0 0 3 0,0 0 2 0,0 0-5 16,0 0 7-16,0 0-5 0,0 0 5 0,0 0-3 0,0 0 3 15,0 0 3-15,0 0-9 0,0 0 12 16,0 0-10-16,0 0 6 0,0 0-5 0,0 0 2 0,0 0 3 16,0 0 8-16,0 0-14 0,0 0 10 0,0 0 3 15,0 0 4-15,0 0-10 0,0 0 1 0,0 0 1 16,0 0-7-16,0 0-3 0,0 0 7 0,0 0-12 15,0 0 0-15,0 0-5 0,0 0 0 0,0 0-2 16,-6-4-2-16,6 4-7 0,0 0 10 0,0 0-6 16,0 0-1-16,0 0 4 0,0 0-6 0,0 0 0 15,0 0-4-15,0 0 8 0,0 0-6 0,0 0 12 16,0 0-19-16,0 0 9 0,0 0-2 0,0 0 0 16,0 0-2-16,0 0 2 0,0 0-2 0,0 0-4 15,0 0 5-15,0 0 1 0,0 0-9 0,0 0 12 16,0 0-3-16,0 0-8 0,0 0-2 0,0 0 1 15,0 0-1-15,0 0 3 0,0 0-5 0,0 0 7 16,0 0-10-16,21 10 14 0,-10-8 1 0,-1 2 3 16,8-2-4-16,0 2 2 0,-2-2-8 0,0 0 9 15,-3 0-5-15,-1 1 1 0,2-1-3 0,-3-1 2 16,0 1-2-16,-1-2 14 0,-5 1-9 0,-5-1-4 16,12 0-2-16,-12 0 1 0,10 0-3 0,-10 0 4 15,0 0 0-15,9 3-3 0,-9-3 1 0,4 2-9 16,-4-2 7-16,0 0 1 0,0 0-4 0,0 0-8 15,0 0-28-15,0 0-33 0,6 3-35 0,-6-3-27 16,0 0-37-16,0 0-47 0,4 8-47 0,-4-8-48 16,4 6-271-16,0-1-636 0,3-3 282 0</inkml:trace>
  <inkml:trace contextRef="#ctx0" brushRef="#br0" timeOffset="35456.86">18027 7784 211 0,'2'-4'272'0,"-2"4"-9"0,4-7-23 0,-4 7-21 15,3-6-20-15,-3 6-18 0,0 0-24 0,0 0-16 16,3-6-17-16,-3 6-11 0,0 0-12 0,0 0-4 15,-17 25-4-15,8-11 1 0,-8 0-6 0,2 7-4 16,-6-1-5-16,2 1-8 0,-1-1-5 0,-2-1-7 16,0 3-5-16,4-3 6 0,-2 2-11 0,-4-5-1 15,3 0-4-15,-3-1-4 0,6-4-4 0,3-2 9 16,-4 1-12-16,2-4-7 0,2 1-4 0,2-4 4 16,-5 1-5-16,5-2 0 0,-1-1-1 0,4-1 2 15,-2 0-8-15,1-3 8 0,1 2-7 0,2-2-1 16,-1-2-3-16,3 1 0 0,0-3 4 0,1 0-4 15,3 2 0-15,-2-5-2 0,3 0-4 0,1-1 4 16,2 0-6-16,3 0 0 0,2 1-4 0,2-4 1 16,2 4-1-16,1 0 13 0,-2 2-18 0,1 0 7 15,0 6-10-15,0-1 6 0,1 1-2 0,-2 4-7 16,1-1 1-16,0 2 7 0,-1 5-4 0,1-1 0 16,-2 2 2-16,2 6-1 0,0-4 2 0,-2 2-2 0,-1 0 2 15,-2 2 6-15,4-2-5 0,-3-3-1 16,2 5 6-16,-4-5 0 0,3 2-4 0,-1-4-19 15,2 2-26-15,4 2-31 0,-4-4-47 0,5 0-60 0,5-1-51 16,0-1-243-16,2-5-520 0,8 2 230 0</inkml:trace>
  <inkml:trace contextRef="#ctx0" brushRef="#br0" timeOffset="35981.78">18372 7840 2645 0,'0'-8'69'0,"0"8"3"0,-3-10-30 16,3 10-19-16,-1-9-6 0,1 9-10 0,0 0 7 16,4-10-10-16,-4 10-3 0,9-3-1 0,-4 2 3 15,6-1-3-15,3 1-1 0,3 0 5 0,3-1-4 16,1-1-3-16,-1 3-10 0,3 0-15 0,-4 0-23 16,-2 0-20-16,-4 0-19 0,-2 0-12 0,0 0-7 15,-2 0-10-15,-9 0 5 0,11 0-8 0,-11 0 2 16,8-4-5-16,-8 4 7 0,0 0 7 0,0 0 12 15,0 0 15-15,0 0 6 0,0 0 24 0,0 0 14 16,-22-11 15-16,14 10 7 0,8 1 24 0,-7-3 17 16,7 3 6-16,-8-2 1 0,8 2 1 0,0 0-3 15,0 0 7-15,-15 8 12 0,10-3 9 0,-2 3 4 16,2 2 8-16,-1 6 14 0,-2-1 7 0,2 0-7 0,1 4-7 16,-3 6-3-16,3-1-5 0,-3-5-1 15,3 5-8-15,2-7-6 0,0 2-6 0,0 1-5 16,2-4-2-16,-2 1-4 0,-1-2-6 0,-1-2 2 15,3 0-3-15,1 0 0 0,-2-2-5 0,2-2 2 16,1 2-4-16,0-11-2 0,-3 10 0 0,3-10 0 16,-3 10-4-16,1-7 0 0,2-3-14 0,-7 6-2 15,1-5-14-15,6-1-1 0,-13-1-8 0,13 1 1 0,-13-3 2 16,6 0 3-16,1-2 2 0,6 5 0 0,-11-7 1 16,6 3 7-16,5 4 0 0,-9-3 1 0,9 3 6 15,-3-6 5-15,3 6 3 0,0 0 0 16,-6-5-3-16,6 5 3 0,0 0-6 0,0 0 7 0,0 0 0 15,0 0 8-15,0 0-6 0,26 8 1 0,-13-5-3 16,3 0 3-16,5 0-16 0,11 1-17 0,1-1-29 16,3 0-47-16,3-2-38 0,0-2-46 0,0 1-171 15,12-2-382-15,-11 1 169 0</inkml:trace>
  <inkml:trace contextRef="#ctx0" brushRef="#br0" timeOffset="36367.46">19145 8073 180 0,'-1'-10'213'0,"1"10"-2"0,-7-9-11 16,7 9-4-16,-11-8-20 0,3 6-7 0,-3 0-10 16,-2 2 5-16,-7 5-8 0,1-1-5 0,0 2-13 15,-1 1-10-15,1 0-15 0,1 2-9 0,4-2-16 16,2 2-5-16,2-1-12 0,5 1-4 0,1-2-6 16,0 2-6-16,3-3 1 0,1-6-7 0,4 14-4 15,2-5-4-15,3-3-1 0,3 1-3 0,3 0-2 16,2-2-6-16,-5 0-3 0,2-2 1 0,-1-1-5 15,-1 0-1-15,2 0 7 0,-7 1-9 0,4 0-1 16,-11-3-4-16,12 0 0 0,-8 2 2 0,-4-2-1 16,8 1 3-16,-8-1 0 0,0 0-7 0,0 0-5 15,0 0 1-15,0 0 7 0,-33 8-6 0,6-3 3 16,-1 0 7-16,-4 0-2 0,4 2 7 0,0-1 7 0,10 1 2 16,-1-1 0-16,3 0-7 0,4-3-1 15,1 3 0-15,3-2-7 0,1 0 2 0,2 1-6 16,2-1-1-16,3-4 4 0,-1 9 0 0,1-9 1 15,8 10-3-15,3-7 1 0,5 1 4 0,4 0-6 0,9 1-2 16,2-2-12-16,-4-3-14 0,2 2-22 16,-2-4-17-16,-9 2-32 0,1 0-32 0,-5 0-41 15,0-2-48-15,-1 1-60 0,-3-2-232 0,0-1-540 16,-3-1 240-16</inkml:trace>
  <inkml:trace contextRef="#ctx0" brushRef="#br0" timeOffset="38040.37">11482 8874 39 0,'0'0'194'0,"0"0"-11"15,0 0-8-15,0 0 1 0,0 0-6 0,0 0-9 16,0 0-4-16,0 0-15 0,0 0-6 0,0 0-6 0,0 0-6 15,0 0-10-15,0 0-7 0,0 0-5 0,0 0-1 16,-7 1-10-16,7-1-4 0,0 0-7 16,0 0-5-16,0 0-6 0,-9 2-5 0,9-2-7 0,0 0-2 15,0 0-4-15,-8 1-4 0,8-1-3 0,0 0-3 16,0 0-3-16,0 0-6 0,0 0-3 0,0 0-8 16,0 0 1-16,0 0-1 0,0 0-3 0,0 0 0 15,0 0-1-15,26 7-1 0,-12-6-2 0,6-1-2 16,3 1 2-16,-2 2-3 0,0-3 6 0,2 0-8 15,6 1-3-15,-10 0-1 0,-5-1 4 0,4 1-1 16,-1 0-2-16,-5 1 9 0,1 1-12 0,-2-3 1 16,3 1-2-16,-6 0 6 0,0 1-8 0,-1-2 3 15,5 1-2-15,-12-1 1 0,15 2 2 0,-10-2-1 16,-5 0-4-16,13 2 3 0,-13-2-7 0,7 1-15 16,-7-1-27-16,0 0-31 0,11-1-39 0,-11 1-51 15,7-2-42-15,0-1-44 0,-3-1-157 0,5-3-445 16,0 1 198-16</inkml:trace>
  <inkml:trace contextRef="#ctx0" brushRef="#br0" timeOffset="38688.65">12208 8645 202 0,'0'0'211'0,"0"0"-17"15,0 0-18-15,0 0-13 0,0 0-14 16,0 0-14-16,9-6-11 0,0 2-8 0,9 4-7 16,1-3-10-16,13-1-9 0,0 1-9 0,1 0-3 15,1-5-12-15,-3 7-5 0,-2-2-9 0,-6 2-10 0,-2 0-26 16,-4-1-11-16,0 2-33 0,-7-2-27 0,0 2-6 16,-2 0-24-16,-1-1-6 0,-7 1-3 15,11 0-3-15,-11 0 7 0,0 0 6 0,0 0 13 16,0 0 5-16,0 0 6 0,0 0 6 0,0 0 4 0,0 0 7 15,-31-7 9-15,24 7 20 0,7 0-9 0,-15-1 29 16,15 1 14-16,-12 0 8 0,12 0 14 16,-9-3 6-16,9 3-4 0,0 0 14 0,0 0 1 15,-13 1-6-15,13-1-4 0,0 0-5 0,-9 6 1 0,9-6 11 16,-5 7 3-16,1 1-4 0,1 1 6 0,-1 5 12 16,0 3-2-16,-3 2 0 0,2 7 5 0,1 1 1 15,-1 1-2-15,1-3-3 0,-1 2-1 16,1-1-7-16,-1 0 4 0,1-7 0 0,0 5-6 0,3 1-6 15,-3-9-7-15,4 3-2 0,-4-2-7 0,4 1-2 16,0-3-1-16,0-3-4 0,2 0-3 0,-2 0-5 16,0-1 7-16,0-2-13 0,2 0 4 0,-2 2-5 15,0-5 3-15,0-6-8 0,0 13 1 0,0-7-1 16,0-6-4-16,4 10-3 0,-4-10-6 0,0 6-3 16,0-6 1-16,0 0-5 0,0 0-7 0,0 0-16 15,-6 5-7-15,6-5-10 0,0 0 4 0,0 0 3 16,-23-10 4-16,16 7-1 0,-4 0 1 0,0-1 2 15,0 0 8-15,-3 0 1 0,-1 0 0 0,1 2 2 16,1-1 4-16,2 0 1 0,1 1-2 0,1 1 5 16,9 1-2-16,-12 0 3 0,12 0 1 0,0 0 2 15,-13 0-2-15,13 0 2 0,0 0 2 0,-4 5 1 16,4-5 8-16,0 0 5 0,0 0 3 0,17 11 1 16,-5-10 8-16,1 2-6 0,6 0-2 0,2-3 0 15,7 1-3-15,0 0 2 0,3 2-2 0,-11-4-21 16,9-2-35-16,-8 2-49 0,8 0-45 0,-10-2-44 15,-1 0-167-15,3 0-384 0,-3 0 171 0</inkml:trace>
  <inkml:trace contextRef="#ctx0" brushRef="#br0" timeOffset="38963.85">12856 9026 116 0,'6'-5'245'16,"-6"5"-9"-16,0 0-15 0,0 0-11 0,0 0-9 0,-10-12-14 15,10 12-5-15,-9-5-21 0,3 4-14 0,6 1-6 16,-21 3-9-16,8 2-11 0,-7 2-7 0,4 1-1 16,-4 2-14-16,-3 6-3 0,-2-1-1 0,8-4-9 15,-6 4-6-15,3 4-1 0,6-5-13 0,2-1-7 16,0 1-5-16,5-3-6 0,1-1 10 0,3 1-19 16,1 0 0-16,-1 1-1 0,6-2-7 0,-2-3 1 15,1-1-7-15,6 2 0 0,1-2 0 16,5-1-3-16,5-1 1 0,2 0-4 0,8-1-7 0,-2-3-19 15,1 0-24-15,1-3-32 0,-10 1-39 0,2-2-46 16,0 3-45-16,0-3-40 0,2-1-251 0,-5-1-523 16,2-2 231-16</inkml:trace>
  <inkml:trace contextRef="#ctx0" brushRef="#br0" timeOffset="39216.21">13611 9014 2204 0,'0'0'165'0,"0"0"-31"0,0 0-58 15,0 0-13-15,0 0-2 0,0 0 2 0,0 0 0 16,0 0 6-16,0 0-1 0,0 0 9 0,0 0-5 16,0 0-10-16,0 0-2 0,0 0-6 0,-2-15-3 15,11 13-3-15,5 2-4 0,4-3-10 0,2 2 0 16,0 0-3-16,0 1-5 0,-1-2-21 0,0 4-18 0,-1-2-30 15,-5 0-42-15,1 1-35 0,-5 0-46 16,-2-1-44-16,0 2-28 0,-7-2-19 0,11 1-149 16,-7 2-439-16,-4-3 195 0</inkml:trace>
  <inkml:trace contextRef="#ctx0" brushRef="#br0" timeOffset="39379.56">13679 9103 56 0,'-3'3'211'0,"3"-3"2"0,-10 4-2 0,10-4-8 0,-5 4-11 15,5-4-9-15,0 0-16 0,-5 5-10 0,5-5-7 16,0 0-2-16,0 0-11 0,0 0-16 16,12 12-7-16,-4-11-10 0,3 2-16 0,3-2-13 0,2 2-38 15,-2-3-48-15,1 0-65 0,-3 0-68 0,9-2-77 16,-4-2-132-16,-2 2-382 0,-3 0 169 0</inkml:trace>
  <inkml:trace contextRef="#ctx0" brushRef="#br0" timeOffset="42205.1">15314 9139 11 0,'0'0'162'0,"0"0"-9"0,0 0-7 0,0 0-15 15,0 0-7-15,0 0-5 0,0 0-7 0,0 0 0 16,0 0-4-16,0 0-6 0,-20 2-3 0,20-2-1 15,0 0-5-15,-12-2 0 0,12 2-11 0,0 0-3 16,-13-2-2-16,13 2-5 0,-8-1-7 0,8 1-5 16,-10 1-1-16,10-1-6 0,0 0 0 0,0 0-8 15,-13 0-5-15,13 0-4 0,0 0-1 0,0 0-5 16,0 0-7-16,0 0 2 0,0 0-5 0,0 0-1 16,0 0 3-16,0 0-1 0,0 0 1 0,33 9-5 15,-12-8 0-15,-2-1-2 0,3 0-1 0,0 1-4 16,-1 1 1-16,2-3-16 0,-2 1-23 0,2 2-27 15,-3-2-33-15,-1 2-37 0,0-4-29 0,1 2-41 16,-8-1-145-16,1-1-367 0,-3 2 163 0</inkml:trace>
  <inkml:trace contextRef="#ctx0" brushRef="#br0" timeOffset="42854.64">15756 8910 112 0,'0'0'175'0,"9"-4"-23"0,-3 4-14 16,4-3-10-16,6 3-14 0,5-3-13 0,5 0-8 15,-6 0-13-15,10 1-6 0,-9 0-15 16,-3 1-14-16,4-1-19 0,-2 1-11 0,-1 0-16 0,1 1-3 15,-7 0-22-15,-1-1-5 0,-1 1 7 0,-4 0-17 16,-7 0 0-16,13-1 7 0,-13 1 5 0,5-4-8 16,-5 4 5-16,0 0 3 0,0 0 8 0,0 0 0 15,0 0 10-15,-15-12 17 0,7 8 4 0,-2 1 9 16,1 1 13-16,1-1 18 0,8 3 17 0,-12-5 1 16,6 4 4-16,6 1 3 0,-10-2-8 0,10 2-5 15,-7-1-6-15,7 1-7 0,-8 4 1 0,3 0 3 16,1 2 10-16,-4 5 12 0,3 3 0 0,-2 4 0 15,0-1-7-15,-3 5 2 0,4 1 0 0,0 2-3 16,1-1-4-16,3-5-1 0,-1 0-5 0,3 6-9 16,-2-6-1-16,2-1-3 0,-2 0-3 0,1 0-6 15,1-1-3-15,0 1-1 0,-1-7-3 0,2 2-3 16,-2-2 0-16,1 1-5 0,1-2 5 0,-1-2-6 16,0 2-7-16,0-2 3 0,0-1-4 0,0-7 1 15,0 11-6-15,0-11-1 0,0 8-7 0,0-8 0 16,-4 7-8-16,4-7-5 0,-6 4-12 0,6-4-9 15,-13 0-11-15,2-1-7 0,0 0 2 0,0 1 5 16,-2-4 3-16,2 1 6 0,-2 0 3 0,0 0 2 0,3-1 6 16,-2 0-1-16,5 3 7 0,7 1 4 0,-12-1-3 15,12 1 6-15,-10-2 0 0,10 2 6 0,-9-1-2 16,9 1-7-16,0 0 4 0,0 0 7 0,0 0 5 16,0 0 12-16,0 0 4 0,0 0 5 0,0 0 4 15,26 15 1-15,-14-14-5 0,7 2 3 0,3-2-2 16,6 2-2-16,-8-2-7 0,8-1 1 0,4 2-2 15,0-1-9-15,-2-2-16 0,0 2-27 16,-2-1-23-16,0-1-27 0,-8 1-21 0,-1-3-22 0,3 2-8 16,-3-1-12-16,-1-1-9 0,-3 1-97 0,-2 0-281 15,0 0 125-15</inkml:trace>
  <inkml:trace contextRef="#ctx0" brushRef="#br0" timeOffset="43370.12">16354 9233 87 0,'0'0'180'0,"2"-6"3"0,-2 6-10 0,0 0-5 15,0 0-8-15,-6-12-2 0,6 12-5 0,-13-2-10 16,13 2-5-16,-16 0-9 0,5 4-5 0,-1-1-13 16,-1 3-2-16,-4 3-7 0,0 1-1 0,1 1-7 15,-1 1-7-15,2-2-10 0,2 2-7 0,1 1-7 16,3 0-8-16,1-3 0 0,3 0-10 0,0 1-4 16,2-1-3-16,4 0-3 0,1-1 0 0,4 1-6 15,0-3-7-15,2 1-21 0,2-2-24 0,4 0-29 16,4-2-29-16,1 1-27 0,0-3-18 0,1 2-18 15,1-4-6-15,-1 0 2 0,-1 0-4 0,0-4 13 0,-1 0 10 16,0 1 0-16,0 0 16 0,-2-4 11 16,1-1 3-16,-2-1 11 0,-1-2 8 0,0 1 13 0,-5 1 19 15,1 1 27-15,-2-1 20 0,-1 2 30 16,-3-1 21-16,2 2 22 0,-4 0 9 0,-2 6 16 16,4-10 7-16,-4 10-3 0,1-6-3 0,-1 6-13 0,0 0-6 15,0 0-3-15,0 0 0 0,0 0 3 16,0 0 3-16,-23 15-6 0,16-6-3 0,-1 0-9 15,1 0-3-15,0 3-10 0,2-3-1 0,1 2-6 0,3-1-4 16,-2-1-2-16,4 1-3 0,1 0 1 0,2 0-7 16,0-2 0-16,2 0-5 0,2-2-1 0,2-1-4 15,0 0 6-15,3-2-2 0,-4 0-3 16,2 0-1-16,1-4 1 0,-1-1 3 0,1-1 6 0,-1 1 4 16,-3 1 9-16,1-4-2 0,1 0 5 0,-2-3-9 15,-2 0 12-15,-2 1-11 0,0-2-1 0,-2-1-3 16,0-2-9-16,-1 0-4 0,-1-2 2 0,-3 3-4 15,1-2-1-15,-3 1 0 0,-2 2-4 0,1 1-1 16,-2 0-2-16,1 2-3 0,-2 1-3 0,0 1-19 16,-3 2-20-16,1 1-26 0,-2 1-34 0,1 2-37 15,1 1-28-15,2-1-59 0,3 3-236 0,6-4-490 16,-8 5 216-16</inkml:trace>
  <inkml:trace contextRef="#ctx0" brushRef="#br0" timeOffset="43664.4">17154 9293 2235 0,'0'0'164'0,"1"-6"-39"0,-1 6-27 16,0 0-2-16,0 0-13 0,1-7-8 0,-1 7-9 16,0 0-7-16,8-3-4 0,-8 3 6 0,15-2 10 15,-3 2 10-15,7-1-6 0,-1 2 3 0,4 1 1 16,1-2 5-16,-4-3 3 0,3 3 5 0,-1 0 20 15,0-1-13-15,-3 1 2 0,-1 0-7 0,-4 0-1 0,1 1 0 16,-5-2-4-16,2 1-7 0,-5-2-1 0,-6 2-4 16,13 0-7-16,-13 0-8 0,9 0-5 15,-9 0-7-15,0 0-5 0,7-2 0 0,-7 2-8 16,0 0-1-16,0 0-5 0,0 0-18 0,0 0-26 0,10 2-28 16,-10-2-55-16,0 0-52 0,0 0-53 0,0 0-70 15,0 0-98-15,0 0-297 0,0 0-721 16,0 0 319-16</inkml:trace>
  <inkml:trace contextRef="#ctx0" brushRef="#br0" timeOffset="44216.23">18597 9090 103 0,'0'0'231'0,"0"0"-22"0,0 0-18 0,6 9-3 15,-6-9-16-15,-11 15 3 0,-2 0-5 16,-4 5-8-16,-2-2-16 0,-1 1-12 0,-1-1-13 16,-1-2-15-16,2 1-11 0,3-4 1 0,-4 1-16 0,3-4-3 15,0 2-2-15,1-4-4 0,-1 1-7 0,-1-1 3 16,2-3-4-16,1 0-4 0,2-3-6 16,0-1 1-16,2-1 1 0,1 2 5 0,-2-4-1 15,5 1-2-15,8 1-4 0,-14-4-2 0,8 1-9 0,1-2-3 16,0 0-5-16,5 5 0 0,-5-12-8 15,2 4-1-15,3-1-6 0,1-4 7 0,1 3-14 0,4-5 1 16,-2 4 1-16,5-4-6 0,0 1-2 16,-3 4 3-16,6-2-7 0,-2 3 3 0,0 1 0 0,0 3-6 15,7-2-2-15,-6 5 3 0,3 1-5 0,-1 1 4 16,5 4-5-16,-3 3 2 0,2 2 5 0,-3 0-2 16,1 3 0-16,-3 3 4 0,0-2-7 0,0 4 4 15,-2-2-2-15,2 0 3 0,-4 2-2 0,-2-2 3 16,2 1 0-16,-3 1-4 0,1-2 6 0,1-1-4 15,2 2 3-15,-4-5-20 0,2-2-28 0,1 3-42 16,0-3-64-16,-1-2-70 0,5 0-73 16,1-4-171-16,2-1-503 0,4-2 223 0</inkml:trace>
  <inkml:trace contextRef="#ctx0" brushRef="#br0" timeOffset="44770.11">18916 9105 101 0,'0'0'264'0,"0"0"-21"0,0 0-23 0,5-9-25 15,-5 9-19-15,16-3-16 0,-5 3-21 0,7 0-8 16,4 0-13-16,-2 0-12 0,7 0-15 0,-5 2-18 16,-2-6-22-16,1 4-18 0,-2-1-24 0,-5 1-13 0,-1 0-13 15,-3 0-9-15,-1-3 6 0,0 2 8 0,-9 1-15 16,10-3-1-16,-10 3 4 0,6-5-2 15,-6 5 6-15,0 0 1 0,-3-10 4 0,3 10 7 16,-8-8 7-16,8 8 2 0,-9-2 15 0,9 2 7 0,0 0 2 16,-8-6 0-16,8 6-7 0,-7 0 3 0,7 0 19 15,-8 8 22-15,3 0-3 0,-1 1-5 0,2 4 11 16,-1 3 22-16,-3 1 3 0,0 7 9 0,-1 0 0 16,4 1-4-16,0-7-7 0,-1 1-1 0,-1 6-5 15,5-6-7-15,-2-2 1 0,0 3 1 0,0-1-17 16,3 0-7-16,0-2-1 0,-2 0-7 0,2-2 3 15,-1-4-8-15,2 0-2 0,0-1-2 0,0 0-1 16,0-3 10-16,0-7-18 0,-1 13 0 0,1-13-4 16,0 9 0-16,0-9-4 0,-1 7 3 0,1-7-5 15,0 0 4-15,-1 7-4 0,1-7-1 0,0 0-10 16,0 0-17-16,0 0-8 0,0 0-9 0,-17-3-3 16,17 3-4-16,-9-9-4 0,4 3 4 0,-3 3-1 15,1-4 4-15,-1 2-3 0,3 0 6 0,-3 3 2 16,8 2 2-16,-9-7 4 0,9 7-3 0,-9-3 3 15,9 3-1-15,-6-4-2 0,6 4 4 0,0 0 2 16,0 0 3-16,0 0-2 0,0 0 12 0,-10 7-4 16,10-7 1-16,0 0 2 0,14 11 1 0,-4-6 0 15,7 0-2-15,2-2-6 0,8 1-17 0,3-3-25 16,1-1-39-16,0 0-46 0,1 0-47 0,-2-1-29 16,0-3-35-16,-1 2-133 0,-7-1-416 0,5-1 184 15</inkml:trace>
  <inkml:trace contextRef="#ctx0" brushRef="#br0" timeOffset="45204.11">19560 9367 38 0,'4'-7'232'0,"-1"1"6"0,1-1-6 15,-1 1-7-15,-1 0-6 0,-2 6-4 0,1-13-3 16,-1 13 1-16,-3-9-5 0,3 9-22 0,-6-10-10 16,2 6-14-16,4 4-13 0,-13-2-6 0,2 4-20 0,-6 2 2 15,-3 3-14-15,2 0-9 0,-1 2-15 0,-7 4-2 16,8-3-8-16,2 1-12 0,2 0-6 0,1 0-5 15,5-2 5-15,2 3-17 0,1-5-6 16,2 3 0-16,1 1-2 0,4-3 1 0,3 2-4 0,0-1-3 16,4 0 1-16,5 1-4 0,6-4-1 15,0 0-6-15,2-2 4 0,-2 0-3 0,-1 0-3 0,-1-2-5 16,0-2 4-16,-5 0 6 0,-2 0-5 0,-2 0 1 16,-9 0-8-16,14-3-3 0,-14 3 15 0,8 0-12 15,-8 0 0-15,0 0-2 0,6-3-7 0,-6 3 2 16,0 0 4-16,0 0-15 0,0 0 21 15,-30 6-9-15,12-3 1 0,-1 2 3 0,-8 3 4 0,1 1 3 16,0 0 17-16,5-4 4 0,2 4-1 0,0-1-3 16,3 1 4-16,0 1-4 0,6-3 0 15,-1 1-2-15,4 0-2 0,2 1-3 0,2-1 3 0,0 0-5 16,3-8 3-16,7 14-2 0,2-7-2 0,2 0-6 16,10-1 8-16,7 2-3 0,1-4-1 0,3 1-4 15,-1-4-1-15,-2 0-2 0,-1-1-7 0,-6-1-14 16,0 0-23-16,-2 0-26 0,-1-1-32 0,-1-1-32 15,-6 0-39-15,-2-1-57 0,1 0-55 0,-3-2-65 16,-3 1-268-16,-1-2-655 0,-1 1 291 0</inkml:trace>
  <inkml:trace contextRef="#ctx0" brushRef="#br0" timeOffset="46125.67">12601 10320 37 0,'0'0'230'0,"-11"-2"-27"0,11 2-23 15,-6-3-12-15,6 3-9 0,0 0-10 0,0 0-6 16,0 0-10-16,33 2-9 0,-16-1-11 0,6-2-14 15,8-1-7-15,-1 4-13 0,3-4-8 0,-1 2-6 16,3-1-4-16,-5 0-16 0,-1 0-20 0,-9-1-30 16,-2 1-27-16,0-1-21 0,-7 2-32 0,1-3-13 15,-6 2-17-15,3-1-14 0,-9 2-9 0,9-4-7 16,-9 4-85-16,5-6-248 0,-5 6 110 0</inkml:trace>
  <inkml:trace contextRef="#ctx0" brushRef="#br0" timeOffset="46494.68">12985 10291 718 0,'-14'-10'-44'0,"14"10"7"15,-10-4 18-15,3 3 9 0,7 1 9 0,-19-4 5 16,9 3 13-16,2 1 7 0,-3 0 13 0,11 0 17 15,-13-2 11-15,13 2 8 0,-12-1-3 0,12 1-5 0,-8 3-2 16,8-3 25-16,-3 7 14 0,1 1 0 16,2 1 5-16,2 8 0 0,-2 0 10 0,0 4-11 15,0 4 5-15,0 3-8 0,3-3-3 16,-1-1-8-16,-2 2-6 0,0-7-12 0,0 6-1 0,2 0-5 0,-4-5-8 16,0-1-5-16,-1 0 4 0,3-4-8 15,-2 2 1-15,0 1-5 0,0-1-2 0,-2-5-4 16,3-2-6-16,-4 1-1 0,3-2-3 0,0 0-4 15,0-2 1-15,-1 2 0 0,3-9-6 0,-4 10-2 16,2-5-4-16,2-5 2 0,-7 7-1 0,3-5 1 16,4-2-5-16,-14 2 1 0,14-2-3 0,-11-2 0 15,11 2-5-15,-16-5-5 0,5 3-2 0,5 0 0 16,-6-3 1-16,3 0 1 0,0 3-1 0,0-1-2 16,2 0 0-16,7 3-2 0,-13-4 3 0,13 4-5 0,-10 0-1 15,10 0-2-15,-11 3 1 0,11-3 2 16,-8 4 1-16,8-4 0 0,-2 8 0 0,2-8 0 15,2 11 4-15,-2-11 1 0,7 7 1 0,1 0 2 16,2-2 0-16,7 3-2 0,0-5 1 0,4 0 3 0,8-2-10 16,3-1-23-16,-1 0-39 0,-1 2-51 0,3-4-61 15,-2-2-48-15,1 1-207 0,-1-4-469 0,-1 2 208 16</inkml:trace>
  <inkml:trace contextRef="#ctx0" brushRef="#br0" timeOffset="46735.97">13390 10641 38 0,'0'0'262'0,"-12"0"-13"15,12 0-12-15,-16 1-5 0,2 3 2 0,-5 0-11 16,0 4-9-16,-3 3-11 0,-4 2-15 0,5 1-7 16,3-2-23-16,2 0-15 0,0 3-8 15,3-4-18-15,2 4-9 0,2-1-12 0,2-3-6 0,3 0-10 16,2-3-8-16,2 1-7 0,0 1-6 0,4-2-3 15,0-1-2-15,5 0-8 0,3-1-12 16,5-3-18-16,2 0-19 0,3-2-30 0,-4-1-36 0,0-1-35 16,2-2-44-16,2 0-43 0,3-4-25 0,-4 2-51 15,0 0-160-15,4-4-462 0,-4-1 204 0</inkml:trace>
  <inkml:trace contextRef="#ctx0" brushRef="#br0" timeOffset="47040.61">13844 10645 66 0,'0'0'244'0,"8"-2"-24"0,-1 1-14 16,-7 1-16-16,13 0-15 0,-13 0-14 0,18-1-14 15,-5-1-14-15,-1 5-16 0,-1-2-11 0,3-2-17 16,-3 4-20-16,2-2-20 0,-2-1-22 0,-4 2-25 16,-7-2-21-16,11 5-23 0,-4-4 5 0,-7-1-14 15,7 5-2-15,-7-5-4 0,0 6 2 0,0-6-8 16,-7 10 17-16,7-10-2 0,-14 7 5 0,4-3 14 15,0 1 7-15,-1 1 13 0,0 1 3 0,-1-1 17 16,2 2 12-16,-2-3 10 0,3 1 5 0,2 1 12 16,-1-1 3-16,5-3 10 0,-1 2 9 0,4-5 4 15,-7 6 12-15,7-6 6 0,0 0 2 0,0 0-1 0,9 9-7 16,-9-9-6-16,14 6-9 0,0-6-4 16,3-3-15-16,-1 2-28 0,4-3-57 0,-2-1-53 15,3 0-69-15,-2-2-80 0,-1 1-118 0,0-2-380 16,0-1 168-16</inkml:trace>
  <inkml:trace contextRef="#ctx0" brushRef="#br0" timeOffset="48033.21">15504 10547 7 0,'0'0'160'0,"0"0"-4"0,0 0-2 15,5-6-8-15,-5 6-1 0,0 0-4 0,0 0-9 16,0 0-4-16,0 0-5 0,4-5-8 0,-4 5-5 16,0 0-7-16,0 0-9 0,0 0-10 0,0 0-7 0,0 0-8 15,0 0-6-15,0 0-4 0,0 0-9 0,0 0-5 16,0 0-2-16,0 0-4 0,0 0 1 0,-22 1 1 16,22-1-2-16,-13 3-1 0,5-2 3 15,-4-1-2-15,3 0-1 0,0 1-3 0,9-1 0 16,-13 3-6-16,8-2 2 0,5-1-6 0,0 0-1 0,-13 1 0 15,13-1-4-15,0 0-2 0,0 0-2 16,-7 2-2-16,7-2-2 0,0 0 0 0,0 0-2 16,0 0-3-16,-5 3 2 0,5-3 0 0,0 0-3 0,0 0-1 15,0 0 4-15,0 0-4 0,0 0 4 0,21 1 2 16,-14 1-8-16,-7-2 1 0,11 2-2 0,-4-1 2 16,-7-1-3-16,11 1 4 0,-11-1-4 0,8-1 7 15,-8 1-8-15,0 0 2 0,8 1 2 0,-8-1-1 16,0 0 2-16,0 0 4 0,7 3 2 0,-7-3 0 15,0 0 4-15,0 0-1 0,0 0 5 0,0 0-4 16,0 0 1-16,0 0-2 0,0 0-2 16,0 0-1-16,-10 14 11 0,1-5-8 0,-1 2 6 0,-7 0 7 15,-1 6 1-15,-2 4 2 0,-2-4 2 0,-1 5-3 16,0-2 6-16,-1 2-5 0,1-2-2 0,-1-2-1 16,2 0-3-16,-1-3-7 0,0 1 5 0,0-1-5 15,5-6 0-15,0 1-1 0,-1-2 0 0,0 1-3 16,1-2 0-16,1-2 1 0,-1-3-2 0,5-1 3 15,-1-2-1-15,3-2-6 0,-1 0 3 0,0-1-2 16,2-4-6-16,2 1 14 0,-2 0-9 0,1-4-5 16,0 2 0-16,5 0-2 0,-3-3 1 0,2 1-2 15,3-1-6-15,0 1-2 0,2-6 2 0,3 2-3 16,0-2 2-16,5 2 0 0,0 0-2 0,3 1 2 16,-2 1 7-16,5 1-4 0,-1 1-8 0,1 2 3 0,-3 2 1 15,3 3-1-15,-1 1 7 0,6 1-9 16,-7 3 1-16,6 0-3 0,-5 4 0 0,4 3 5 0,1 2 3 15,-2 3 2-15,3 4 5 0,-3-4-3 16,-3 3 2-16,6 3 5 0,-9-3 3 0,3-1 3 0,-3 2-6 16,3 5 1-16,-3-7 2 0,1-1-1 15,-1 2-1-15,1 1-2 0,-1-2 1 0,-1 0 4 16,3-2-5-16,-1 0-17 0,-2-3-21 0,0-1-31 0,0 0-52 16,-1-2-43-16,2 0-48 0,-1-1-45 0,0 0-209 15,0-3-499-15,3-3 221 0</inkml:trace>
  <inkml:trace contextRef="#ctx0" brushRef="#br0" timeOffset="48560.2">15870 10596 2503 0,'7'-8'-31'0,"-1"1"17"15,1 0 16-15,-1 0-10 0,3 2 4 0,5-2 1 16,2 1 0-16,3 0 3 0,9-1 2 0,3 3-4 15,1-2 1-15,-4 4 0 0,0-1-10 0,-8 0-24 16,1 1-15-16,-2 0-30 0,-2 1-17 0,-1-3-21 16,-3 2-3-16,-2 0-7 0,-2 0 4 0,-2 0-1 15,-1 0 6-15,-6 2 15 0,8-3 12 0,-8 3 5 16,0 0 17-16,0 0 13 0,0 0 20 0,0 0 14 16,-27-8 11-16,17 10 7 0,-1-2 11 0,11 0 4 0,-20 2 8 15,14 0 5-15,-2-2 2 0,-2 3 15 16,2 1 14-16,-1 0 12 0,4 4 5 0,-1 1 4 15,-5 1 15-15,4 7 11 0,-1-1 4 0,-1 1 8 0,3 2 14 16,-1 6-11-16,2-5-6 0,1 6-2 0,-5 1 0 16,3-1-11-16,4-1 0 0,0-6-11 15,1 0-5-15,2 0-2 0,1 0-14 0,0-3-7 16,-3 2 0-16,5-2-9 0,-1-1-4 0,0-2-2 16,-2-3-9-16,0 2-1 0,1-6-2 0,0 3 0 15,-2-4-1-15,0-5-3 0,0 0-5 0,2 10 0 16,-2-10-2-16,0 0-9 0,-9 4-5 0,9-4-5 0,-13-2-4 15,13 2-4-15,-15-9-4 0,4 3-3 16,5 0 0-16,-2 0 6 0,1 1-3 0,0-1-1 0,1-2 6 16,2 3-4-16,0 1 7 0,4 4-6 0,0 0 0 15,-8-8 1-15,8 8-1 0,0 0-3 0,-3-5 2 16,3 5 2-16,0 0 2 0,0 0-2 0,0 0-1 16,0 0 7-16,0 0 1 0,28 11-3 0,-12-8 6 15,5 1-5-15,8-2-17 0,1-4-35 0,3 4-51 16,0-2-36-16,7-2-50 0,-2 1-47 0,2-2-159 15,-2-1-432-15,-1 0 192 0</inkml:trace>
  <inkml:trace contextRef="#ctx0" brushRef="#br0" timeOffset="48909.51">16690 10791 64 0,'-10'-8'203'0,"1"7"2"0,0 0 0 15,9 1-4-15,-24 2-4 0,7 3-5 0,3-1-9 0,-4 3-14 16,0 1-12-16,1 2-13 0,1 1-15 15,4-4-15-15,1 1-14 0,2 1-4 0,2 1-4 16,2 0-16-16,2 1-5 0,3-1-8 0,0 0-4 16,3-3-9-16,2 0 1 0,1 2-12 0,1-6 6 0,5 3-11 15,-3 0-7-15,1-2-5 0,-1-3-2 16,1 2-4-16,-2-2 1 0,-8-1-1 0,13-1-2 16,-13 1 1-16,11 0 0 0,-11 0-5 0,0 0-6 15,0 0 0-15,0 0 4 0,0 0-7 0,0 0 2 0,0 0-3 16,0 0 3-16,-38 2-1 0,19 2 7 0,-2 1 7 15,-6 4 3-15,0 3 5 0,7-4 10 0,-6 2-2 16,7-1 3-16,4 1-3 0,0-1 0 16,4 0-5-16,2-1 1 0,3 1-7 0,0 0 0 15,3 0-2-15,2-2 1 0,1-7 3 0,9 14-6 0,0-9 1 16,6 2-15-16,8-2-19 0,6 0-21 0,5-1-36 16,3-3-46-16,-3 2-52 0,3-6-56 15,-4 2-261-15,-2-1-528 0,-3-1 234 0</inkml:trace>
  <inkml:trace contextRef="#ctx0" brushRef="#br0" timeOffset="49185.59">16980 10635 152 0,'9'-2'240'0,"-9"2"-18"15,8-2-13-15,-8 2-11 0,13-2-13 0,-3 2-14 16,1 0-14-16,3 0-16 0,3 0-12 0,3 2-17 0,0-2-5 16,-1 2-14-16,2 0-9 0,-4 0-26 0,-3-2-29 15,-1 2-41-15,-3 0-34 0,1-1-38 16,-3-1-31-16,-8 0-19 0,14-1-34 0,-7-1-120 15,-7 2-312-15,7-2 138 0</inkml:trace>
  <inkml:trace contextRef="#ctx0" brushRef="#br0" timeOffset="49382.48">17183 10578 96 0,'-4'-3'160'0,"4"3"10"0,-7-7 16 0,7 7 5 0,-8-4 7 16,8 4 1-16,-4-6-3 0,4 6-7 0,0 0-19 15,-5-4-16-15,5 4-17 0,0 0-11 0,0 0 4 16,0 0 9-16,-8 18 13 0,6-8-11 15,-1 1-5-15,-2 4-5 0,0 0-16 0,1 1-10 0,0 1-4 16,1 0-13-16,1 0-1 0,0 0-12 0,-2 1-10 16,3-1-5-16,-1-1-10 0,-1-5-27 0,1 1-39 15,1 4-38-15,1-4-46 0,-1-2-62 0,1 0-75 16,0 1-76-16,0-1-169 0,0-3-521 0,1 1 230 16</inkml:trace>
  <inkml:trace contextRef="#ctx0" brushRef="#br0" timeOffset="50629.56">17987 10478 139 0,'0'0'197'0,"0"0"-18"0,0 0-19 0,0 0-12 16,0 0-11-16,0 0-12 0,12-6-19 0,0 6-5 15,1 1-11-15,8 1-8 0,2-2-10 0,3 0-10 16,-5 2-21-16,-2-4-22 0,-1 4-15 0,0-2-10 16,-4-2-9-16,-1 2-6 0,-3 0 0 0,1-2 2 15,-3 1 10-15,-8 1-14 0,12-3 12 0,-6 2 8 16,-6 1-14-16,8-3 9 0,-8 3 1 0,0 0-3 15,0 0 3-15,0 0 11 0,0 0 8 0,0 0-5 16,0 0 9-16,0 0-1 0,0 0 3 0,-29 3-10 16,24 4 15-16,-1-1 5 0,0 5 16 0,-2 4 9 15,3 4 8-15,-4 5 6 0,1 0 3 0,1 2 3 16,0 3 0-16,2-3-3 0,-1 2-2 0,1-3 5 16,-1-1-4-16,4 2-7 0,-1-6-6 0,1-1-4 15,-1 1-3-15,1-1-6 0,0 0-2 0,1 1-4 16,-3-4-5-16,3 1 0 0,0-5-3 0,-2 4 4 15,2-4-13-15,0-1 1 0,-1-5-1 0,1 2-1 16,-1-2-2-16,2-6 2 0,-4 11-7 0,1-7 5 16,3-4 1-16,-10 6-5 0,4-5-2 0,6-1 4 15,-15 2-4-15,5-4-2 0,0 2 0 0,1-2 1 0,0-1-1 16,-1-1-3-16,2 2 1 0,0-1 1 0,1 0 3 16,7 3 8-16,-10-3 8 0,10 3 3 15,-8-3 0-15,8 3-3 0,0 0-3 0,-9-3 0 16,9 3-5-16,0 0 0 0,0 0-7 0,-9 0 6 15,9 0-5-15,0 0 1 0,0 0 1 0,0 0-4 0,0 0 17 16,28 10-14-16,-14-9-1 0,6 2 1 16,6-2 0-16,4-1-6 0,0 0-14 0,1 1-15 0,0-5-29 15,-3 2-22-15,1 0-33 0,-1-2-22 16,-6 0-21-16,4-2 4 0,-7 2 2 0,1 1-1 0,-2-3 5 16,1 3 2-16,2-2 18 0,-5 0 6 0,5 1 8 15,-6-2 1-15,3 2 15 0,-5 1 17 16,0-1 2-16,-4 0 19 0,0 0 26 0,-3 2 23 15,0-2 18-15,-2 0 19 0,-4 4 11 0,8-7 12 0,-8 7 12 16,5-6 13-16,-5 6 13 0,0 0 7 0,4-5 5 16,-4 5 5-16,0 0-1 0,0 0-8 15,0 0-8-15,0 0-10 0,0 0-2 0,0 0 5 16,0 0 3-16,-27 13 8 0,14-4-4 0,-1 2 4 0,-3-1-7 16,1 2-11-16,-1 0-5 0,1 0 4 0,2-2-23 15,1 2-9-15,0 2-4 0,5-5 0 0,2 1-7 16,-2-1 6-16,5 1-12 0,1-4-5 0,2-6-5 15,4 14 4-15,2-5-18 0,5-4-16 0,1-1-2 16,10 0-24-16,5-3-13 0,2-1-9 0,2 0-7 16,-3-2 1-16,3 0-1 0,-2-3 4 0,2 0 2 15,-1-1-7-15,-3-2-2 0,-1-2 3 0,2 1 0 16,-2-1-2-16,-2-1 4 0,1-3 4 0,-2 1 1 16,-6 3 6-16,-2-2 7 0,-1 3 19 0,-3 2 14 15,-2 1 16-15,-4 0 12 0,0 1 10 0,-1 2 4 16,-4 3-1-16,9-3-5 0,-9 3-2 0,0 0 0 15,0 0 9-15,0 0 4 0,0 0 1 0,0 0 2 16,-12 24-4-16,7-14 2 0,2-1-5 0,-2 4 6 16,0-4-11-16,4 1-4 0,0 3 3 0,1-2-6 15,1 0 1-15,3-1-2 0,0 0-5 0,2-2 0 16,0 1 0-16,5-4-1 0,0 0 2 0,1-2 2 16,4 1 2-16,2-3-7 0,0-2 5 0,-1 1 1 15,-5-4 6-15,1 0-1 0,0-1-3 0,-3 0 1 16,2-2 2-16,-2 0-2 0,-2-2-2 0,-2-1 0 15,-2 0 1-15,0 0-4 0,-3-4-2 0,-1 3-4 16,-1-6-4-16,-2 5 0 0,-3-3-4 0,-2 2-1 16,-2-1-6-16,-4 3-9 0,0 0-30 0,-5 3-23 15,-10 0-29-15,-3 1-46 0,-2 4-41 0,-2 0-57 16,-2 2-65-16,-2 1-184 0,-11 0-525 0,0 1 233 16</inkml:trace>
  <inkml:trace contextRef="#ctx0" brushRef="#br0" timeOffset="51205.54">11807 10190 98 0,'1'-7'242'0,"4"1"-25"0,-5 6-23 0,0-10-19 15,0 10-17-15,0 0 0 0,0 0 7 0,4 40-1 16,-6-7-7-16,0 13 0 0,-4 5-5 16,-2 1-3-16,-5 5-10 0,1-2-16 0,1-3-8 0,0 5-6 15,0-2-7-15,2-2-10 0,-2-7-10 0,5-11-7 16,2 12-4-16,-1-14-12 0,2 2 0 0,1-4-5 16,-1 1-8-16,-1-1-2 0,2 0-5 0,1-6-3 15,-1 2-7-15,-1-8 5 0,1 0-6 0,0-2-11 16,1-5-26-16,-1 1-22 0,1-5-24 0,0 1-33 15,-1-3-33-15,2-6-26 0,-1 13-30 16,1-13-26-16,0 0-249 0,0 0-488 0,0 0 216 0</inkml:trace>
  <inkml:trace contextRef="#ctx0" brushRef="#br0" timeOffset="52590.4">11818 10178 142 0,'0'0'157'0,"-1"-7"0"0,1 7-9 0,-2-8-5 16,2 8-12-16,0 0-7 0,-2-9-14 0,2 9-3 15,0 0-14-15,0 0-8 0,4-10-7 16,-4 10-6-16,4-5-6 0,-4 5-1 0,14-6-5 0,1 2-9 16,3 0 3-16,11-2-5 0,1 4-4 0,5-1 0 15,4-1-5-15,14-2-7 0,4 3 1 0,1-4-3 16,3 4-1-16,4-2-6 0,27 1-4 0,-27 1-2 16,37-3 0-16,-4 5 0 0,1 2-3 0,4-2-3 15,4 1-1-15,4-5 0 0,4 6-2 0,8-2-4 16,3-1 2-16,2 6 1 0,10-5 0 0,0-2-3 15,-3 3 1-15,4 0 0 0,3-1 1 0,2-3-2 16,-1 0-3-16,0 3 1 0,5 0-1 0,3 1-4 16,-4-6 1-16,7 3 4 0,-1 0-1 0,3 2-6 15,0-1-4-15,-2-2 2 0,0 2 0 0,0 0-5 16,-2 0 1-16,-7-1-4 0,-7 1 1 0,-3 0 4 16,-7 3-2-16,-4 0 3 0,-3-1-1 0,-6 5 0 15,-5-2 4-15,-5 4-3 0,-5 0-1 0,-3-4 7 16,0 1-2-16,-6 3-1 0,-25-2 0 0,31 4 3 15,-8-2-2-15,-24-3 1 0,0 0 3 0,27 4-3 16,-30-5 3-16,0 1-1 0,0 1 2 0,2-1 1 16,-5-3-7-16,1 0 4 0,-2 3-5 0,-3-1 8 15,0 0-2-15,-2-2 2 0,-13-1 1 0,12 3 0 16,-13-1-7-16,13-2 3 0,-16 2-2 0,1-2 0 0,-2-1 6 16,-5 2 8-16,0 1-6 0,-4-1 0 15,-7-2 5-15,-6 2 7 0,0 0-3 0,0-1 0 16,-3-1 5-16,2 2-2 0,-3-2-3 0,1 2 1 0,1-1-2 15,0-1 1-15,-1 1 1 0,-10 0 5 0,16 0 0 16,-5-3 12-16,-4 3-4 0,5-1 5 16,-1 1-3-16,2 0 6 0,0-1-5 0,0 1-7 15,1-2 3-15,-1 2-1 0,0 2-3 0,0-1-2 0,5 0-3 16,-4 1 2-16,0 0-1 0,0 0-6 0,2-1 2 16,-4 1-2-16,1 0 0 0,0 0-4 15,0 2 0-15,1 0 1 0,-3 0 1 0,0-1-2 16,0 0 4-16,-1 1-3 0,2-1-1 0,-3 3 1 0,0-3 4 15,0 3-3-15,0-1 5 0,-3 1-7 0,0 2-2 16,1-3-1-16,0 4 7 0,-2 1-5 16,1 2 2-16,-2 0-3 0,-2 4 9 0,1 2-7 0,-2-1 1 15,-1 8 3-15,0-6 10 0,-3 6-3 0,1 1-1 16,-3-2 1-16,2-5-3 0,-2 8 8 0,0-2 3 16,1 4-2-16,-1 1 5 0,0-2-1 0,2 5 0 15,1 3 1-15,-1-2 12 0,-1 1-8 0,4-1 12 16,0 1-10-16,-2 0 2 0,-1 0-7 0,-1 0 6 15,3 1 6-15,0-1-3 0,-2 0-4 0,1 1 1 16,-1-3 3-16,2 2-6 0,-3-2 5 0,1 2 8 16,-2-1-16-16,0 1 4 0,3-2 7 0,-2 14-10 15,-1-11-5-15,0 11 0 0,-2-14-5 0,3 2 1 16,-3 12-1-16,3-14-14 0,-1 3 9 0,-3 9-3 16,3-13 0-16,-1 1 7 0,1 0-10 0,1-1 2 15,-4 0-5-15,3-3 2 0,1-1-5 0,-3 0-1 16,1-2 4-16,1-1-5 0,-1-5 3 0,-1 3-2 15,0-4 4-15,0 0-8 0,0-3 2 0,-1 0-2 16,0 3 9-16,-1-6-11 0,-1 1-1 0,0 0 8 16,0 0-1-16,-1-1-1 0,3-4 0 0,-3 2 8 15,1-1-8-15,-4 1-4 0,0-1 3 0,-1-2 4 0,-1-1-4 16,-1-2 2-16,-3 1-1 0,0-2 4 0,-8-1-3 16,-2 2 0-16,-2-3 0 0,-3-1 1 15,-3-1-5-15,-13 0 5 0,-1-3 4 0,-3 2-11 16,-1-6-4-16,-3 5 3 0,-4-2-2 0,-3 0 1 15,-26-6-1-15,-1 6 1 0,-3-2-6 0,-5 0-6 0,-3-1 3 16,-7 1 2-16,-1 0-3 0,-3-1 4 16,-4-1-3-16,-3 6 13 0,-3-5-10 0,-3 1 2 15,-3 3 3-15,-3-2 1 0,3 1-6 0,-6 0 4 0,-7-2 8 16,-4 6-3-16,-4-6-6 0,-3 6 2 0,-2 0-8 16,-4 0 11-16,-5 2-1 0,-2 1 15 15,-4-2-15-15,4 2 3 0,0 1 6 0,1-4-15 0,-1 3 11 16,3 1-2-16,10-5-1 0,-2 3 4 0,4-3-5 15,2 4 3-15,1-5-8 0,5-2 5 0,5 3 7 16,4-3-3-16,0 1 3 0,8-3-9 0,0 0 5 16,5-3 2-16,6-2-1 0,8 0-6 0,5-3 5 15,7 0-2-15,7 1-2 0,25 4 5 0,0 0 2 16,0-2 1-16,2 2-4 0,2-1-3 0,5 0 0 16,2 4-4-16,16 1 7 0,2-2-5 0,3 4 7 15,3-2-3-15,9 1 2 0,3-1-22 0,1 3-10 16,6 0-17-16,-1-1-23 0,4 2-18 0,8 1-21 15,-9-2-24-15,9 2-19 0,-10-2-38 0,10 2-30 16,0 0-32-16,0 0-34 0,-2-9-187 0,2 9-512 16,0 0 227-16</inkml:trace>
  <inkml:trace contextRef="#ctx0" brushRef="#br0" timeOffset="53226.52">11669 11059 42 0,'-3'-10'112'0,"3"10"4"0,-2-9-7 16,2 9 0-16,-2-11-7 0,2 11 3 0,-2-7-5 15,2 7 6-15,0-7-9 0,0 7 0 16,0 0-4-16,0 0-6 0,-5-7-7 0,5 7-8 16,0 0-8-16,0 0-7 0,0 0-8 0,0 0-2 15,0 0 4-15,0 0 5 0,6 35 6 0,-2-16 4 16,0 9 2-16,-2 3 1 0,-2 0-8 0,-2 5-2 16,1 9-1-16,-2-10-4 0,2 12-4 0,-3-12-4 15,2 0-3-15,-2 13-6 0,2-12 2 0,-2 0-4 16,2-1-3-16,-3 0-1 0,2-2-5 0,1-2-1 0,-1-3 1 15,3 0-1-15,-5-1-1 0,1-2-3 16,2-5-2-16,1-2 0 0,-1 0 0 0,-2-2 0 16,3-3 1-16,-2 0-2 0,3 0-1 0,-2-2 0 15,1 2-3-15,-1-5 1 0,2 2-3 0,0-2-2 0,0-8 0 16,0 12-2-16,0-12 2 0,0 10-3 0,0-10 2 16,2 10-1-16,-1-5-3 0,-1-5 7 15,6 9-4-15,0-6 1 0,4 2-1 0,0-2-2 16,3 1 1-16,6 0 0 0,4-2 1 0,4 1-5 0,6-1 3 15,1-1-2-15,2 0 0 0,0 0-16 0,1-1-18 16,1 0-34-16,-1-1-36 0,2 0-41 0,14-2-45 16,-4-2-47-16,-10 3-147 0,14-6-412 15,-3-1 182-15</inkml:trace>
  <inkml:trace contextRef="#ctx0" brushRef="#br0" timeOffset="91507.23">5194 12830 8 0,'-2'-8'144'0,"2"8"-9"16,-1-13 31-16,-2 7-17 0,3 6-11 0,-4-11 0 15,4 11-5-15,-2-10-13 0,2 10-18 0,-1-5-10 16,1 5-11-16,0 0-15 0,0 0-8 0,0 0-6 16,0 0 0-16,0 0-3 0,0 0-6 15,2 36-4-15,-3-12 1 0,-2 1-4 0,1 5-1 0,-3 2-7 16,1 3 2-16,-6 11-1 0,2-8-2 0,-2 5-7 15,2-11 2-15,2 0-7 0,1-2 2 0,-2 1-5 16,2-5 1-16,1 3-5 0,3-10 1 16,-2 0-1-16,1-1 0 0,-1-3-2 0,2-2 3 15,1-1-4-15,-3-3 1 0,2-1 2 0,0-2 0 0,1-6 0 16,0 10 6-16,0-10 12 0,0 0-8 0,0 9 7 16,0-9-4-16,0 0 2 0,0 0 2 0,0 0-3 15,0 0-2-15,16-19-2 0,-9 11-1 0,1-2-3 16,0 1-5-16,1 0 5 0,2 1-8 0,0-1 2 15,1 3-2-15,3-2-1 0,3 3 1 0,0-1-1 16,1 3-2-16,1-1-1 0,2 2-7 0,-1 0 8 16,0 4-3-16,7-2 0 0,-7 3-14 0,6 0-23 15,-7 0-33-15,0 2-37 0,0-3-34 0,1 2-25 16,0 0-158-16,-8-1-351 0,6-2 155 0</inkml:trace>
  <inkml:trace contextRef="#ctx0" brushRef="#br0" timeOffset="92243.23">5919 13068 135 0,'-9'-6'188'0,"-1"-1"2"16,-1 1-3-16,-2 3-13 0,-2 0-5 0,-1 3-14 16,-2 3-10-16,0 2-13 0,-1 6-7 0,-6 6-13 15,2 2-11-15,-1 3-7 0,3 1-12 16,-2 0-6-16,6 1-10 0,2-3-7 0,3 3-5 0,2-6-7 15,5 0-7-15,1 1-2 0,2-4-5 0,2 2-3 16,2-5-4-16,0 0 2 0,1 0-1 0,4-2-3 16,-2-1-4-16,2-2 5 0,-1-5-8 0,0 3 0 15,3-2 0-15,-3-1-1 0,2-2-4 0,-8 0 1 16,19-10-1-16,-7 5-2 0,2-7 1 16,-5 3-1-16,1-7-5 0,1 1 1 0,1-1-1 0,2-6-7 15,-3 0 1-15,1-2-1 0,2 3-2 0,-5 4 1 16,-1-1 3-16,-4 5 2 0,1 3-3 0,1-5 7 15,-4 7 2-15,2 2 1 0,-1 1-3 0,-3 5-1 16,5-9-2-16,-5 9-4 0,0 0-6 0,0 0 5 16,0 0-1-16,0 0 1 0,0 0-2 0,1 26 5 15,-1-14-3-15,-4 5-2 0,3-1 3 0,1 1 1 16,0 2 0-16,1 0 0 0,1-2 0 0,0-2 0 16,1 0 0-16,1 2-3 0,0-4 3 0,4 2 2 15,-1-5-1-15,1 1 3 0,4 0-3 16,-1-2 1-16,-1-2 2 0,2-1 2 0,1-2 1 0,4 1-2 15,0-1-1-15,2-3-1 0,-3-2 8 0,1-2-4 16,0-3-1-16,0 1-1 0,0-2 1 0,-3-1 2 16,-2-5-2-16,2 0-1 0,-3 1 0 0,-1-3-1 15,-2-2 0-15,0 2 0 0,-4-3 0 0,-4-1-1 16,-2-1-2-16,-2 1 1 0,1 0-3 0,-8-5-3 16,3 7 5-16,-3 2-1 0,2-1 2 0,-1 2 4 15,-1 1-4-15,-1 0 1 0,2 7-1 0,0-3 2 16,1 3-4-16,0 0 0 0,4 1 0 0,0 1 0 15,5 4-5-15,-8-7-5 0,8 7 4 0,0 0 2 16,0 0 1-16,0 0 5 0,0 0-5 0,0 0 1 16,32 2 1-16,-12-2 0 0,7 4-2 0,4-6 2 15,1 3 0-15,0 0 1 0,-4 0-1 0,-7 1-1 16,1-1 1-16,-5 3-5 0,-3-2 4 0,-3 0 1 16,0 1-4-16,0 3 4 0,-2-1-3 0,-1 1 1 15,1 2-2-15,-4 2 3 0,0 1-2 16,-4 0 4-16,4 4-2 0,-3-3 1 0,-1 1-2 0,-1 4 4 15,0-2 0-15,0 2 0 0,0 2-2 0,0-2 3 16,0 0-1-16,0 0 2 0,0-2-6 0,1 2-13 16,-1-1-25-16,0-5-31 0,3-1-37 0,3 2-41 15,0-5-31-15,1 3-19 0,1-3-138 0,-2 1-364 16,5-4 162-16</inkml:trace>
  <inkml:trace contextRef="#ctx0" brushRef="#br0" timeOffset="92899.42">6779 13156 110 0,'-6'-16'187'0,"-2"6"-9"16,-3 1-3-16,1 1 2 0,-1 2-6 0,0 2-10 15,-2-1-10-15,0 5-14 0,-5 2-10 0,4 1-17 16,0 7-8-16,-4-2-8 0,3 4-11 0,0 2-11 16,6 1-4-16,0-2-9 0,1 2-7 15,1 2-4-15,5-6-4 0,1 1-5 0,2 1-3 16,3-2-4-16,1-1-4 0,1-1-2 0,1 0-1 0,1-2-3 15,2-1-2-15,0-3-2 0,-2 0 1 0,2-1 1 16,-1-2-4-16,1-3 1 0,0-1-4 0,2 1 3 16,-3-3-3-16,-3-4-2 0,2 2-2 0,-2 1 2 15,-1-3-2-15,0-1 2 0,1 1 1 16,-3 1-3-16,1-1 1 0,2 2 12 0,-3 3 6 0,-3 5 3 16,4-9-5-16,-4 9-4 0,4-8-8 0,-4 8 0 15,0 0-4-15,0 0-2 0,0 0 5 0,11 22 5 16,-6-4-4-16,-1 10 7 0,-1 3 2 0,-1 2 0 15,0 1-1-15,-1 13 10 0,-2-2-4 0,-1-12 0 16,2 2-3-16,-5 11 1 0,5-12-4 0,-6 1 5 16,2-1-3-16,-2-2 3 0,-2-1-4 0,1-2-3 15,-1-3 0-15,-3-1-1 0,2-7 1 0,-2 0 0 16,-3 1-4-16,0-3-1 0,-1-4 4 0,-1 0-4 16,1-3 0-16,-3-1-2 0,6-5-4 0,0-1-10 15,-4-1-12-15,5-1-4 0,-2-4-5 0,3-2-2 16,1-4-7-16,1-2-2 0,6-5 0 0,-2 0 2 15,5-7 1-15,11-3 0 0,0-1 2 0,6-1 2 16,2-2 2-16,13-7 2 0,1 0-1 0,1 1 5 16,2 3-1-16,0-1 4 0,0 3-2 0,-3-3 5 15,3 3 0-15,0 1 3 0,-7 7 1 16,6-9 6-16,-8 8-7 0,-1 0 3 0,-2 0-1 0,0-1 3 16,-3 4 0-16,0-4 3 0,-5 4 0 0,-1 0 7 15,-5 7 8-15,-4-3 9 0,1 8 4 0,-3 0 4 16,-2-2 11-16,-1 3 0 0,-1 1-7 0,-1 8-3 15,0-9-3-15,0 9-7 0,-7-5 1 0,7 5-7 16,-22 13 3-16,-1 3 1 0,0 1 1 0,-3 7-2 16,-2-3-2-16,4 4 0 0,0-2 0 0,6 2-9 15,4 1-1-15,4-2 3 0,3 1 1 0,6-6-8 16,2 7-22-16,4-8-29 0,4-2-45 0,9 2-52 16,3 2-49-16,9-6-47 0,7-2-220 0,16 2-497 15,3-6 221-15</inkml:trace>
  <inkml:trace contextRef="#ctx0" brushRef="#br0" timeOffset="93376.25">7606 13568 143 0,'17'-14'189'0,"5"-4"-8"0,3 0-2 0,2-3-11 15,0-3-10-15,1 0-2 0,1-2-12 0,-4 1-9 16,12-10-9-16,-13 9-5 0,-2-6-5 0,4-5-10 16,-6 6-8-16,-6 2-6 0,1-3-1 0,-3 5-8 15,-3-4 3-15,-1 8 3 0,-5 5-2 0,-1 1-4 16,-2 5-4-16,-1 3-4 0,-1-3-8 0,-2 4-5 15,0 2-10-15,-2 1-3 0,-3 2-9 0,-4 2-4 16,-4 5-7-16,-1 0 4 0,-1 3-8 0,-8 7-1 16,2 1-3-16,3 3-5 0,4-2-2 0,3 0-5 15,7 0 0-15,3 0-1 0,4 3-3 0,2-2 0 16,4 2-3-16,3-1 1 0,6 5-1 0,3-2-20 16,2 0 0-16,0-2 4 0,3 1 0 0,1-2 6 15,-3 0-7-15,-7-3 10 0,1-2-6 0,-1 1 5 16,-4 0-6-16,-4-2 2 0,-3-1 1 0,1 1-1 15,-1-1 3-15,-5 1 1 0,0-1 2 0,-3 0 1 16,-3 3-2-16,-5-2 0 0,1 0 2 0,-5 1-10 16,0-3-18-16,-1 0-23 0,2-3-22 0,-2 2-30 15,4-4-36-15,3 0-27 0,5-2-21 0,-1-1-23 16,4 0-141-16,4-2-382 0,0 0 169 0</inkml:trace>
  <inkml:trace contextRef="#ctx0" brushRef="#br0" timeOffset="93560.61">8165 13258 158 0,'7'-18'177'0,"2"5"15"0,-2 2 8 0,-3 2-1 16,1 1-16-16,-3 3-14 0,-2 5-23 0,4-9-16 15,-4 9-15-15,0 0-12 0,0 0-3 0,5 16 2 16,-4-3-6-16,-1 3-1 0,-3 3-10 0,-4 3-3 16,2 2-11-16,3 5-5 0,-4-4-7 0,2-1-5 15,1 1-8-15,-5 0-2 0,4-7-28 0,0 0-38 16,1-1-54-16,0 0-65 0,2-3-55 0,-3 0-180 15,1-4-407-15,1 2 180 0</inkml:trace>
  <inkml:trace contextRef="#ctx0" brushRef="#br0" timeOffset="93723.32">8052 13032 1282 0,'0'-9'-41'0,"0"9"67"0,0 0-58 16,4-14-3-16,-4 14-19 0,0 0-17 0,0 0-15 16,32 30-80-16,-21-14-178 0,2 1 79 0</inkml:trace>
  <inkml:trace contextRef="#ctx0" brushRef="#br0" timeOffset="94100.19">8698 13204 21 0,'-12'-10'190'0,"-2"-3"6"0,-5 5-3 16,-1-1 3-16,1 3-4 0,-1 2-7 0,1 1-11 15,-2 3-9-15,1 4-11 0,-2 0-16 0,2 3-12 16,-7 5-10-16,7-4-13 0,-1 7-8 0,4-2-14 16,5 0-6-16,-1-1-12 0,5-1 2 15,3 1-11-15,4-2-3 0,1 3-5 0,0-3-5 16,2 0-4-16,4-1-3 0,3 0-3 0,2-3-1 0,3 2-5 15,3-2 0-15,-1-2-5 0,-3-2 0 0,0 0-2 16,-2 0 3-16,1-1 2 0,-3 0-13 0,0 1-3 16,1-2 2-16,0 1-7 0,-2-1 1 0,2 2 0 15,-2 0-3-15,-2 3-2 0,1-1-2 0,-1 4-1 16,1 0 2-16,-1 3 0 0,-1 2 3 0,-1 3-3 16,1 0 3-16,-3 4 0 0,-2-1 3 0,-1 0 11 15,-4 8 3-15,-1-2 4 0,-2 1 11 0,-4 0 5 16,0-1 5-16,-5 2 0 0,0 1-3 0,-4-2-1 15,-1 0 1-15,-5 0-3 0,1 0-6 0,-2-2-3 16,-1-1-30-16,0-5-33 0,-2 3-46 0,-1-5-63 16,1-2-82-16,2-1-264 0,0-4-531 0,0 0 235 15</inkml:trace>
  <inkml:trace contextRef="#ctx0" brushRef="#br0" timeOffset="94540.11">8473 13355 191 0,'2'-9'248'0,"2"0"-23"0,-1 4-25 0,-1 0-23 16,-2 5-19-16,6-5-17 0,-6 5-12 0,0 0-13 15,0 0-15-15,15 17-7 0,-11-8-12 0,-2 5-6 16,3 1-6-16,-2 3-6 0,-1 0-4 0,-1-1-5 15,1 0-3-15,-2-2-5 0,1 3-4 0,-1-6-4 16,0-2-4-16,1 0-3 0,-1 0 0 0,2-2-4 16,-2-8 7-16,0 9 11 0,0-9 16 0,0 8 11 15,0-8 15-15,0 0 3 0,1 6 2 0,-1-6-9 16,0 0-5-16,0 0-6 0,0 0-9 0,0 0-2 16,0 0-7-16,8-23-12 0,-6 12 2 0,3 0-5 15,4-5-7-15,-2 0-2 0,7-5-9 0,1-2-6 16,0 0-7-16,6 1 0 0,2 2-2 0,0 1-4 15,1 2 0-15,0 4-1 0,-3 4-2 0,-2 4 2 16,-2-1-4-16,-3 6-4 0,4 2 0 0,-7 2 4 16,3 1-3-16,0 7 1 0,-2 0-4 0,-2 3 5 15,-2 0 0-15,-2 1 0 0,1 0 1 0,-3 2-4 16,-1-1 7-16,-2 0-2 0,-1 2-1 0,0-3 1 16,0 1-16-16,-1-5-32 0,0 0-37 0,-1 0-49 15,1-3-53-15,0 0-54 0,-2-2-241 0,3-7-522 16,-2 9 230-16</inkml:trace>
  <inkml:trace contextRef="#ctx0" brushRef="#br0" timeOffset="95048.48">9238 13391 76 0,'1'-9'247'0,"-1"9"-10"0,2-13-5 16,-4 4-20-16,0-1-14 0,1 3-15 0,-3 0-6 16,4 7-12-16,-5-12-12 0,-3 7-11 0,-1 0-15 15,-3 5-10-15,-1 3-10 0,-5 1-4 0,-2 4-3 16,1 0-13-16,-4 5-5 0,2 3-9 0,5-1-6 15,2 0-7-15,5-2-8 0,-2 3-8 0,4-1-2 16,2-2-4-16,4-2-3 0,-2 0-4 0,5 0 2 16,-2-2-7-16,3 1 0 0,0-4-2 0,4 1-4 15,1-1 1-15,0 0-2 0,-2-5-2 0,6-1 0 16,-1 0-1-16,1-1-3 0,2-2 0 0,-4-2 2 16,2-1-3-16,-1 1 4 0,1-5-4 0,-1 0-1 15,-2-1-2-15,0-3-3 0,0 3 3 0,-4-1-5 16,3 1 9-16,-4-1-11 0,0 0 4 0,-1 2 0 15,1 1-3-15,-1 2-4 0,-3 1 2 0,0 6-6 16,4-9 1-16,-4 9-4 0,0 0 2 0,0 0 2 16,0 0-3-16,0 0 1 0,0 0 7 0,-7 31-1 15,7-22-3-15,-1 2 2 0,0 1 2 0,1 1-3 16,1-1 1-16,2-1 1 0,3 3 0 0,1-3 3 16,2-2-1-16,1 0 1 0,3-1-25 0,4-2-28 15,4-1-38-15,-1-2-47 0,-2-1-61 0,10-5-59 16,-8 0-208-16,0-3-500 0,0-3 221 0</inkml:trace>
  <inkml:trace contextRef="#ctx0" brushRef="#br0" timeOffset="95273.21">9630 12897 242 0,'-1'-6'255'0,"1"6"-27"0,-1-8-13 16,1 8 0-16,0 0-11 0,0 0-2 0,1 28 0 15,-1-11-9-15,1 13-3 0,1 2-1 0,0 2-13 16,0 1-14-16,0 1-11 0,1 9-19 0,-2-10-8 16,-1 1-16-16,3 0-11 0,-1 8-6 0,0-11-11 15,-1-2-8-15,-1 0 1 0,0 0-19 0,-3-1-31 16,-1-2-45-16,-3-1-53 0,-2 4-70 0,-1-6-64 16,2-7-78-16,-4-1-203 0,1-1-532 0,-1-2 236 15</inkml:trace>
  <inkml:trace contextRef="#ctx0" brushRef="#br0" timeOffset="97241.49">10618 13067 106 0,'0'0'175'0,"-3"-9"-16"0,-1 4-6 0,-1 0-7 16,-2 1-4-16,-3 0-9 0,-1 0-10 0,-1 2-7 16,-2 5-5-16,-4 0-14 0,-1 3 1 0,-4 7-2 15,-1 1-4-15,2 4-3 0,0-1-12 0,3 2 9 16,-1 3-4-16,3 2-7 0,0-5-7 0,4 5-9 16,-2-1-4-16,10-4-6 0,1 0-6 0,0-1-4 15,4 1-2-15,2-2-2 0,2 1-6 0,1-2-1 16,1 0-2-16,5-3-3 0,1 0-2 0,0-2-1 15,3 1-2-15,0-3-8 0,3-1-12 0,0-2-16 16,0-3-20-16,0 0-21 0,0-1-12 0,1-2-16 16,0-2-1-16,-2 1-14 0,3-3 4 0,-2-1-1 15,1-3 4-15,3 3 4 0,-4-4 8 0,9-3 8 16,-6-2 3-16,2-1 7 0,-1 0 8 0,-1-2-4 16,0-3 16-16,-2 1 1 0,-1-1 3 0,-2-2 11 15,0 2 13-15,-4-2 10 0,-3 5 18 0,-2-2 11 16,1 4 16-16,-1-1 4 0,-4 2 21 0,2 4 7 15,-2 0 12-15,-3 10 11 0,2-10-2 0,-2 10-6 16,2-11-12-16,-2 11-7 0,0 0-6 0,0 0 3 16,0 0-2-16,-13 21-1 0,5-5-3 0,-1 2-3 15,-2 8-2-15,1-4-6 0,-1 5-3 0,6-3-6 16,0-6-5-16,4-1-3 0,0 3-1 0,-1-2-5 16,4-1-1-16,4-2-1 0,-1 1-2 0,0-4 0 0,2-1-3 15,3 0 2-15,-1-2-2 0,2-2-2 16,0-2 0-16,1 0 4 0,0-2-7 0,6-1-1 15,-7-2 0-15,9-2 2 0,-7 0-3 0,4-4 1 16,-7 0-3-16,2-2 2 0,2-3-3 0,-2-2 0 16,0 1-1-16,-2-4-4 0,1 1-1 0,-3-3 5 15,1 1-8-15,-1-2-2 0,-3 1 4 0,2 0 1 16,-2 2 1-16,0 0-5 0,-1 1 0 0,-2 6 4 16,2 0-6-16,-4 3 6 0,0 6-2 0,0-11-1 15,0 11-1-15,0 0 3 0,3-5 1 0,-3 5 2 0,0 0 8 16,0 0 2-16,-5 27-3 0,3-12 2 15,-2 1-3-15,1-1 0 0,-1 2 3 0,1 0-4 16,1 0 2-16,2 1-1 0,-2 2-3 0,4-4-2 16,-2 0 0-16,1-5 0 0,1 1-2 0,2 1 4 15,-2-4 0-15,3 1 1 0,1 0-1 0,2-3 1 16,-2 1-3-16,2-2 2 0,0-1 0 0,1 0 3 0,-1-3 2 16,3 0-5-16,0-2 3 0,1-2-1 15,-1 0-4-15,1-3 2 0,-2 2 2 0,0-3-3 16,1-2 0-16,2-2 2 0,-2-3-3 0,1-2-1 15,-3 0 1-15,0-2-4 0,0 0-4 0,0-2-4 0,-5 0-3 16,-1 0 0-16,-2 0-3 0,0-7 1 0,-2 2 1 16,-2 5 1-16,1 1-1 0,-1 0 3 15,-3 1-2-15,1 6 7 0,-2 1-2 0,1 0 5 16,-1 0-2-16,2 5 6 0,-2-2-5 0,0 4 3 16,5-2-3-16,2 5 0 0,-11-5-3 0,11 5 0 0,-5-3 1 15,5 3 0-15,0 0 4 0,0 0 1 0,0 0-1 16,0 0 0-16,0 0-2 0,23 13 3 15,-11-10 0-15,1-1 0 0,7 0 1 0,-3 0 0 16,-1-1 0-16,-2-1-1 0,0 2 0 0,-3-1 0 16,1 0-1-16,-3-1-1 0,1 3 2 0,-3-3-2 0,0 2-2 15,-1 1-3-15,-1 4 3 0,0-4 0 0,3 4 6 16,-5 2-5-16,-1 1 0 0,-1 0 3 0,2 3-4 16,-2-3 3-16,-1 2 0 0,1 4-2 15,-1-3 3-15,1-1 3 0,-1 4-6 0,2-3 5 16,0 1-4-16,-2-4 4 0,4 2 0 0,0 0-3 0,2-1 3 15,-3-1 2-15,3 0 0 0,1-2 2 0,1 1-2 16,2-4-2-16,-4-2 0 0,3 2 4 16,2-3 0-16,0 0-3 0,-1-1 3 0,3-2 0 15,-3-2-3-15,2-1 0 0,0-1-2 0,-4-2-3 16,1-2-5-16,1-2-5 0,1-1-8 0,-5 1 0 0,1-6-5 16,-2 2 0-16,0-2 6 0,-1 0-2 0,-4 0-1 15,0-1 2-15,-2 1 2 0,0 2 1 16,0 5 5-16,2-1-2 0,0 11 2 0,0-21 0 15,0 21 2-15,-1-12 1 0,1 12-3 0,3-11 4 0,-3 11-2 16,9-8 2-16,-1 7 1 0,-8 1-2 0,23 1 3 16,-7 0 0-16,-1 2 1 0,3 4-1 0,-4 1 1 15,-1 3-1-15,-1-1 3 0,-3 0-2 0,4 5 1 16,-7-2 2-16,2 2-1 0,-2-1 1 0,-4 0 0 16,2-2 0-16,1 4 2 0,-4-3-3 15,1-1 9-15,0 0-7 0,0 0 4 0,0 1 7 0,0-2-10 16,1 0 0-16,-1-2 3 0,2 0 2 0,0-4-1 15,2 2 6-15,-1-1 2 0,5-2 2 0,-4 0 0 16,5-2 0-16,1 1 3 0,1-4-3 0,6-2-2 16,-1 0 1-16,2-4 0 0,3-5-1 0,-3 3 0 15,2-5-4-15,-1-1 1 0,-5 1-3 0,-1-2 4 16,3-3-2-16,-3-3-1 0,-6 7 2 0,-1-4-4 16,0 1 7-16,-5 1 2 0,-2 4 10 0,0-3 5 15,-1 5 0-15,-1 2-2 0,-2 3 0 16,0 1-2-16,-3 0-2 0,6 5-5 0,-15 0 0 0,9 5-5 15,-7 2 0-15,-3 5 0 0,0 3 2 0,-2 2-2 16,-2 2-1-16,3 2-3 0,6-3-11 0,-3 2-27 16,3-3-46-16,3 0-60 0,2 1-48 0,5-2-24 15,4 0-34-15,1-1-138 0,6-1-409 0,2-2 181 16</inkml:trace>
  <inkml:trace contextRef="#ctx0" brushRef="#br0" timeOffset="97608.64">12337 13243 21 0,'4'-7'207'0,"2"2"-5"0,-3 2-15 0,-3 3-6 15,8-1-5-15,-8 1-4 0,0 0-1 0,10 10-14 16,-8-4-10-16,-2 1-11 0,0 2-8 0,0 1-6 16,0 0-6-16,0-1-8 0,-3 1-11 0,3-3-8 15,0-7-7-15,-4 13-5 0,3-8-1 16,1-5 8-16,-2 7 9 0,2-7 10 0,0 0 11 0,0 0 10 15,0 9-17-15,0-9-3 0,0 0-13 0,0 0-9 16,0 0-7-16,0 0-13 0,7-25 0 0,-4 16-6 16,4-2-4-16,-1 0-5 0,3-3-7 0,4-1-8 15,1-6-3-15,4 0-6 0,-9 6-4 0,5-1-2 16,1 4-2-16,-1-1-3 0,-1 3-2 0,-4 4 2 16,0 2-11-16,-9 4-3 0,13-2-1 0,-13 2 0 15,11 6 3-15,-11-6 0 0,12 14 0 0,-7-5-4 16,-1 3 0-16,-2 3 8 0,0-2-3 0,2 3-2 15,-3 2-1-15,1 2 3 0,-2-4-1 0,0 2-7 16,-2-2-22-16,2 1-41 0,0-5-32 0,0 0-47 16,-1-1-56-16,1-11-57 0,1 14-45 0,-1-14-189 15,6 9-537-15,-6-9 238 0</inkml:trace>
  <inkml:trace contextRef="#ctx0" brushRef="#br0" timeOffset="97869.99">12818 12836 160 0,'0'-10'281'0,"0"4"-27"15,0 6-26-15,0-11-24 0,0 11-16 0,0 0-8 16,0 0-15-16,0 0-15 0,-4 37 0 0,-2-11-4 16,3 1 0-16,-5 1-2 0,2 0-5 0,0 2-13 15,2-1-10-15,-1 0-10 0,-1-1-10 0,0 1-3 16,2-2-1-16,-1-1-16 0,1-3-12 0,2 2-5 15,0-5-5-15,0-2-2 0,2 0-7 0,0-3-2 16,-3 2-6-16,6-3-19 0,-3-5-15 0,2 2-31 16,0-4-25-16,-2-1-34 0,0-6-35 0,2 10-32 15,-2-10-42-15,4 3-45 0,-4-3-215 0,0 0-494 16,0 0 219-16</inkml:trace>
  <inkml:trace contextRef="#ctx0" brushRef="#br0" timeOffset="98025.67">12677 13013 81 0,'-7'-8'215'0,"7"8"-25"0,-7-7-15 0,7 7-12 0,0 0-13 15,0 0-4-15,0 0-22 0,0 0-8 0,0 0-13 16,0 0-7-16,38 6-24 0,-12-1-43 0,7-1-42 16,21 1-56-16,7 1-75 0,4-3-95 15,36 1-260-15,-6-2 116 0</inkml:trace>
  <inkml:trace contextRef="#ctx0" brushRef="#br0" timeOffset="99656.14">13753 13136 113 0,'-11'-18'202'0,"0"4"-2"16,-3-1-3-16,-2 2-10 0,-2-1-11 0,1 5-13 16,1 2-19-16,-2 2-12 0,-2 4-15 0,3 4-8 15,0 2-13-15,-6 7-7 0,10 0-10 0,-3 0-7 16,3 2-10-16,3 2-5 0,4 0-5 0,-1 0-5 16,7 1-4-16,-2 0-4 0,2-2-5 0,4 1 2 15,3-3-5-15,0-2-5 0,2 1 2 0,0-6 11 16,0 0-2-16,4-1-2 0,-2-1-1 0,1-3-5 15,1-2-2-15,-4-1-2 0,5-4 1 0,-5 1 2 16,0-3 4-16,0-2 0 0,-2 3 1 0,-1-6-3 16,1-1 0-16,-3 2-1 0,1-4-2 0,-2 4 1 15,1-1-2-15,-2-3 0 0,0 7 3 0,0 2 0 16,-1 0-7-16,-1 7-5 0,0 0-3 0,0 0-3 16,0 0-1-16,0 0 6 0,8 32 1 0,-8-2 2 15,-2 15 4-15,-2 6 3 0,1-1 8 0,-3 0-4 16,2 1-6-16,-6 0-3 0,3-3 2 0,1 1-2 15,-3-3 7-15,2-10 1 0,-2 11-6 0,-2-3 8 16,5-12-4-16,-2 0 2 0,1-4-1 0,-1 2 1 16,1-4 0-16,-2-2-4 0,0-6 9 0,0-2-16 15,0-3 4-15,2-2 3 0,-6-1-2 0,-1-4 3 16,-1 2-7-16,-2-4 5 0,-2-1 1 0,-2-4-8 16,-1-2-7-16,-5-5-9 0,3-1-11 0,-3-5 0 15,2-3-11-15,2-1 2 0,0-2 0 0,4-2 6 16,3-2-5-16,3 1-1 0,1-3 4 0,7-2-3 15,5 3-4-15,4-2-2 0,4-2-1 0,7 1-5 16,4 3-3-16,6-1 0 0,10-9 1 0,5 1-3 16,3 4-1-16,2 2 0 0,2 3 1 0,1-1 3 15,4 2 1-15,-4-2 2 0,4 4 2 0,0 1 1 16,-5 0 6-16,-11 8 0 0,1-3 2 0,-2 3 0 16,-1 0 4-16,-1 0 2 0,-4 3 0 0,-2-4 7 15,-9 4-5-15,1 2 7 0,-2-2-3 0,-5 0 2 0,-1 1 1 16,-3 1-1-16,0-1 1 0,0-1 1 15,-3 0 0-15,-1 0 1 0,0 2 3 0,-1-1 4 16,-5 2-3-16,2 7 4 0,0-13-3 0,0 13 4 16,-5-9-4-16,1 5 0 0,4 4 1 0,-11-9-1 15,6 8-5-15,5 1 7 0,-16 0-5 0,4 7 4 16,-5 0 0-16,2 5-4 0,-3-2 5 0,-1 7-5 16,0 5 0-16,5-7 3 0,1 8-4 0,1-1-1 15,1 1 2-15,2-6-4 0,2 0 4 0,3-2-2 16,1-1 3-16,3 3-1 0,3-5-2 0,0-2 2 15,1 1-1-15,0-2 3 0,5-1 0 0,-3-1-1 16,4-2 3-16,-1-1 1 0,4-1 0 0,-1-3-1 16,1 0-1-16,0-3 5 0,-1 0-6 0,1-2 0 15,-2-1 4-15,-2-2 0 0,0-2 0 0,1 5-2 0,0-9-5 16,-3 4 3-16,3-3-2 0,-1-3 1 0,-3 2 1 16,1 0-1-16,-3 3 0 0,1 0 1 15,0 3-1-15,-1 1-1 0,-4 0-2 0,4 4-1 16,-4 3-2-16,5-8 2 0,-5 8-7 0,0 0 0 15,0 0 3-15,0 0 2 0,2 18-2 0,-3-8 3 0,0 3-3 16,-2-1 4-16,3 4-2 0,-2 1 3 16,4-1 0-16,1-4 2 0,1 2 0 0,-2-2-1 15,0 1 1-15,5-4 1 0,-2 1-2 0,4-3-2 16,-1 0 5-16,2-1 1 0,1-2 0 0,0-1-3 16,3-2 1-16,-1-1 3 0,-1-2-2 0,8-1 1 15,-4-3 0-15,-4 2 1 0,0-4-3 0,2 0 2 16,-3-1 4-16,-4 0-4 0,6-2 0 0,-9-1 5 15,6-2-3-15,-5 0-5 0,-1-1 1 0,2-1 1 16,-4 4 0-16,0-4-3 0,0 3 2 0,-2 2 2 16,0 0 4-16,1 5 6 0,-1-2 6 0,0 8-3 0,0-10-2 15,0 10-2-15,0 0-2 0,0 0-2 0,0 0-1 16,0 0-6-16,0 0 4 0,-14 22 1 0,8-11-2 16,1 4-2-16,1 1 2 0,-1-2 1 15,3-2-2-15,-1-1 1 0,1 3 2 0,3-3 4 16,0 0-8-16,0-1 1 0,3 1-1 0,2-2 5 15,0-1-6-15,0-2 4 0,3-2 0 0,0 1 6 16,0-3-4-16,5 0-5 0,-2-2 4 0,2 0 2 16,-1-3-4-16,-1-1 2 0,1-2 1 0,4 0-7 15,-7-2 4-15,0 0 2 0,3-5-7 0,-4 2-5 16,2-3-1-16,-1 0-3 0,0-3-1 0,-1 2 3 0,1-1-3 16,-4 0 2-16,-1 2-1 0,2 3 1 0,-2 3 0 15,-1-2 5-15,-2 4-2 0,2 2-2 0,-4 4-1 16,3-7-3-16,-3 7-1 0,0 0 1 15,0 0 0-15,0 0 4 0,0 24 4 0,-4-13 2 16,1 0-3-16,-1 3 3 0,-1 1-1 0,3 0-1 0,-3-1 4 16,3-1-1-16,0-4 7 0,-1 2-8 0,2-3 3 15,1 0-2-15,0-8 1 0,-3 10 3 16,1-5 6-16,2-5 9 0,0 0 5 0,0 0 2 16,5 10-3-16,-5-10 1 0,0 0-4 0,0 0-2 15,24-10-3-15,-15 5 2 0,2-1-2 0,3 2 0 0,1-3-5 16,3 0 4-16,-3 4-11 0,-2-1 7 0,0 3-8 15,-1-2-2-15,0 3 0 0,-5 0-2 0,-7 0 4 16,18 6 0-16,-11-2-1 0,-3 1 0 16,2 4-5-16,-1-1 4 0,0 2 0 0,-3-1 1 15,-1 1-5-15,0 0 1 0,-1 2 3 0,0-1 1 0,-1 2-1 16,1-2-24-16,-3 1-18 0,1-2-24 0,-3-1-35 16,2 0-41-16,-1-2-57 0,0-2-56 0,-1 0-240 15,-1-2-534-15,6-3 236 0</inkml:trace>
  <inkml:trace contextRef="#ctx0" brushRef="#br0" timeOffset="99843.37">14387 12991 2252 0,'-21'-22'3'15,"5"3"48"-15,3 5-8 0,0 2-9 0,6 2 6 0,-2 4-24 16,4 1-3-16,1-1 1 0,-1 1-5 0,5 5-1 15,-6-6-2-15,6 6-4 0,0 0-5 0,0 0-29 16,0 0-31-16,0 0-54 0,0 0-60 0,13 25-174 16,-1-18-378-16,1 2 167 0</inkml:trace>
  <inkml:trace contextRef="#ctx0" brushRef="#br0" timeOffset="100390.02">16006 13043 11 0,'3'-4'224'16,"1"-1"-19"-16,-4 5-18 0,0 0-12 0,0 0-3 15,0 0-1-15,-12 19 1 0,-2-3-3 0,-8 10-11 16,1 1-9-16,-10 9-6 0,-4 3 6 0,10-13-11 16,-7 9-8-16,8-8-8 0,1-1-12 0,-2-3-6 15,5 0-11-15,-4-3-6 0,6-2-6 0,-2-2-7 16,8-4-1-16,-1-1-2 0,3-2 1 0,0-2-2 0,1-1 12 15,0 0 2-15,-3-4-4 0,3 0-4 16,0-2-4-16,-4-2-11 0,3-3-5 0,-1 0 0 16,1-2-9-16,1-3 4 0,0-2-16 0,0-2 16 15,5 1-24-15,-1-3-13 0,3-4 10 0,2-5-6 0,6 0-3 16,0 0 0-16,4-3 5 0,2 2-5 16,3 2-3-16,2 2 5 0,0 1-15 0,-4 6 6 15,3 3-8-15,-5 3 0 0,0 1 6 0,0 4 3 16,-1 1-7-16,2 3-22 0,-1 3 18 0,1 2-7 15,0 2 4-15,2 7 0 0,-2-1 3 0,3 9-1 0,-1-2-4 16,2 2 1-16,-3 2 4 0,-1-3 11 16,-2 2-7-16,2 1-3 0,-3-7 3 0,1 6 5 15,2 1-2-15,-2-6 3 0,0-2-2 0,4 6-24 16,-5-6-51-16,1-1-49 0,2 0-74 0,2-3-89 16,-3 1-313-16,3-3-644 0,-3-3 285 0</inkml:trace>
  <inkml:trace contextRef="#ctx0" brushRef="#br0" timeOffset="100554.21">16332 13544 2224 0,'0'0'101'15,"0"0"-20"-15,0 0-15 0,5-8 15 0,-5 8 3 0,0 0 14 16,0 0 3-16,0 0-6 0,-1-9-5 0,1 9-14 16,0 0-11-16,0 0-4 0,0 0-29 15,0 0-40-15,0 0-49 0,0 0-56 0,0 0-57 16,0 0-62-16,0 0-215 0,0 0-482 0,-22-1 213 15</inkml:trace>
  <inkml:trace contextRef="#ctx0" brushRef="#br0" timeOffset="101878.21">4276 14030 112 0,'-34'-6'192'0,"2"0"-3"0,4-1-14 16,8 4 4-16,2-1-3 0,5 1-3 0,2 1-12 16,3 1-17-16,1-1-13 0,7 2-13 0,-11-1-15 15,11 1-9-15,0 0-12 0,0 0-8 0,-8-1-9 16,8 1-3-16,0 0-8 0,0 0-4 0,29 5-6 16,-11-2-5-16,3 0-5 0,10-1 0 0,1 2-7 15,5 0 0-15,1-2-1 0,15 2 0 0,0 2-3 16,5-3-2-16,1 1 1 0,1-1-3 0,1 1 2 15,-3 1-1-15,34 0 2 0,-30-2-2 0,34-1 0 16,-6 4 2-16,0-4-3 0,5 2 2 0,1-3-2 16,-1 1 0-16,-1 4 2 0,3-4-2 0,1 0 4 15,3-2-1-15,3 0-2 0,-1 0 0 0,7 2 0 16,-1 0-6-16,7 2 0 0,2-6 8 0,-6 1-8 16,6 1 1-16,3 1-1 0,3 1 0 15,0-4-1-15,-2-2-3 0,2 4 2 0,-2 3 4 16,1-6-3-16,4 2 4 0,-1 0-3 0,-2 5 0 0,4-6-2 15,-2 5 4-15,1 1 0 0,1-5 0 0,-3 2 1 16,3 1 5-16,3-1-13 0,-3 0 2 0,5 3-4 16,-5-3 7-16,2 1 1 0,4 1 2 0,1 1-2 15,-8-1 0-15,4 1-1 0,-2-1 7 0,-2 2-1 16,6-1-3-16,-2 3-1 0,-5 3-1 0,-2-6 1 16,-2 1-1-16,1 1 3 0,-5 1 2 0,6-1-5 15,-2-1-7-15,-1 0 4 0,-2 2 19 0,-2-3-8 16,0-1-7-16,3 2-1 0,-1 1-3 0,1-2 0 15,3 1-3-15,-6 1 6 0,2-1-2 0,-4-2 6 16,-1 1-5-16,1 1 5 0,0-1-5 16,0-2-4-16,0 1 4 0,0-2 4 0,2 0-7 0,-7 3 2 15,6-1-6-15,-3 0 2 0,-1-1-3 0,-4 2 3 16,2-2 0-16,-4 3-2 0,-3-2 6 0,-1 0-5 16,-1 0-4-16,-1 1 6 0,1 0-3 0,-3-2-4 15,-2 1 9-15,1 0-3 0,-5-2-7 16,3 1 15-16,0-1-11 0,-1-1 3 0,-2 1-2 0,0 0-3 15,-2 0-1-15,-1-2 5 0,-24 1-2 0,26 3 0 16,-28-2 4-16,27-2-1 0,-27 2 3 0,0-1-3 16,-1 0 4-16,5-1-2 0,22 1-1 0,-29 0 1 15,2 0-3-15,-1-2 2 0,-2 4-1 16,2-1 0-16,-5-2 0 0,2-1 7 0,-3 4-4 0,-4-2 10 16,-13 0-8-16,-1 0 3 0,-1 2 5 0,-3-2-2 15,-1 0-3-15,0 2 3 0,-4-1-2 0,-7 0-2 16,0 1 2-16,1-2-3 0,-5 1 1 0,-3-1 0 15,-3 0-6-15,2 1 5 0,-4 0-5 0,-3-1 8 16,-6 0-7-16,11 0-2 0,-11 0-3 0,9 0 5 16,-9 0-3-16,0 0-1 0,0 0-3 0,0 0-24 15,11-1-45-15,-11 1-51 0,0 0-91 0,0 0-103 16,-23-12-338-16,6 5-702 0,-9-5 310 0</inkml:trace>
  <inkml:trace contextRef="#ctx0" brushRef="#br0" timeOffset="107448.67">21534 11082 4 0,'58'-7'126'0,"2"1"2"0,1-1-1 0,-7 3 3 16,0-5-14-16,-3 6 0 0,-14 0-5 0,3-1-4 15,-3 0-8-15,-5 2-6 0,-3 1-4 0,-11 1-6 16,-4-2-1-16,-1 1 2 0,0-1-5 0,-7 2-3 16,-6 0 1-16,12-1-4 0,-12 1-6 0,11 0-3 0,-11 0-3 15,8-1-8-15,-8 1-6 0,0 0-5 16,0 0-6-16,0 0-9 0,0 0-27 0,0 0-30 15,0 0-43-15,0 0-39 0,0 0-56 0,0 0-135 16,0 0-328-16,0 0 147 0</inkml:trace>
  <inkml:trace contextRef="#ctx0" brushRef="#br0" timeOffset="107890.71">23157 10703 49 0,'3'-9'221'0,"1"1"-4"0,-2 3-4 0,-1-1-1 16,-1 6-11-16,4-10-17 0,-4 10-23 0,1-6-15 15,-1 6-19-15,0 0-11 0,0 0-20 0,0 0-4 16,0 0-10-16,0 0-3 0,5 24-12 0,-4-13-6 16,3 6-4-16,0 1-6 0,2-1-5 0,5 8-1 15,3-2-9-15,1-1-1 0,4-2-5 0,4-1 0 16,-2 0-4-16,3-5 0 0,0-2-1 0,-5-4-3 15,2-2-3-15,-1-1-1 0,1-1 1 0,-8-3-4 16,-1-2 2-16,1 0-1 0,-3-4 4 0,-1 0 2 16,3-3-4-16,-3-2-2 0,1-3-4 0,0-4 5 15,-2-2-3-15,-3 0-4 0,1-7-3 0,1 3 2 16,-5 4 2-16,1 0 11 0,-2 1 5 0,-1 2 3 0,0 1 0 16,1 3 5-16,1 2 6 0,-4 2 6 15,2 8-6-15,-1-11-9 0,1 11-4 0,0 0-6 16,0 0-5-16,0 0 2 0,0 0-4 0,0 0-2 15,-3 33 1-15,-2-8 3 0,-1 3 0 0,0 2 5 0,-3 2-9 16,1 0 0-16,-2-1 3 0,3 0-7 0,1 1 4 16,-2-1-6-16,1-1 0 0,3-1 3 0,-1-2-2 15,2 0-8-15,1-3-21 0,-2-5-28 16,1-3-41-16,1 3-46 0,0-6-54 0,1-2-62 0,-1-1-225 16,-1 0-517-16,1-5 229 0</inkml:trace>
  <inkml:trace contextRef="#ctx0" brushRef="#br0" timeOffset="108117.9">23833 10785 2108 0,'11'-16'25'0,"2"5"-6"0,-5 0-29 0,1 4 2 0,-4 4 3 16,4 2 0-16,-9 1 4 0,12 6 15 0,-4 5 8 15,-3-1 3-15,4 8 8 0,-2 8 7 0,-5 3 6 16,1 2 4-16,-6 1-4 0,1-2-3 0,0 6-3 15,-3-5-2-15,0-1-7 0,-3 0-3 0,1-3 1 16,-2-1-2-16,-6-3-2 0,-1-1-5 0,-2-1-19 16,-2-2-26-16,-3-3-30 0,-3 0-32 0,-2-3-43 15,1-4-34-15,2-2-45 0,-6-3-127 0,0-3-363 16,1-1 162-16</inkml:trace>
  <inkml:trace contextRef="#ctx0" brushRef="#br0" timeOffset="108327.96">23033 10619 2125 0,'-19'-16'21'0,"3"3"5"0,1 6-8 16,3 3-15-16,-2 6-3 0,-1 7-2 0,-3 4 5 16,-5 8 13-16,-3 5 7 0,-2 15 13 0,5-12-2 15,-1 15 0-15,4 2-4 0,7-11-1 0,4 10-4 16,2-11 0-16,7 11-1 0,6-9-5 0,1-1-15 15,7 0-31-15,2-5-42 0,11 11-49 0,6-6-48 0,-6-9-187 16,1-4-381-16,0-1 169 0</inkml:trace>
  <inkml:trace contextRef="#ctx0" brushRef="#br0" timeOffset="108921.87">18569 13247 8 0,'15'-11'182'15,"4"6"-16"-15,8 0-23 0,5-3-10 0,4 1-11 0,-2 1-9 16,2 2-18-16,1 2-2 0,-3 1-9 0,-3 0-10 16,-3-1-14-16,-10 1-10 0,-4 1-33 0,3 0-20 15,-6 1-31-15,-3-1-40 0,-2 2-19 0,-6-2-97 16,10 0-205-16,-10 0 91 0</inkml:trace>
  <inkml:trace contextRef="#ctx0" brushRef="#br0" timeOffset="109166.28">18654 13183 55 0,'-12'0'115'0,"3"2"1"16,1 0-3-16,1 1-5 0,0 1 4 0,0 3 2 15,1 3-2-15,1 6 14 0,0 4 9 0,-4 8 5 16,2 1-1-16,2 1-8 0,-1 2 14 0,1 0-9 15,-1 2 1-15,2-4-6 0,-3 1-9 0,3 0-15 16,2-1-5-16,-1 1-11 0,2-4-4 0,-2 1-6 16,0-2-13-16,1 3-4 0,2-1-8 0,-2-1-3 15,1-6-3-15,-2 2-6 0,2-3-2 0,-2-3-7 16,2 1-2-16,0-1-19 0,2-4-23 0,-4-3-25 16,2 1-24-16,-2-3-32 0,2-2-28 0,1-6-24 15,0 10-16-15,0-10-46 0,0 0-180 0,-4 6-415 16,4-6 183-16</inkml:trace>
  <inkml:trace contextRef="#ctx0" brushRef="#br0" timeOffset="110069.43">18657 13543 92 0,'10'-6'137'0,"-2"4"-4"0,2 1 5 15,1 2 2-15,3-1 2 0,-2 2 2 0,8 2-5 16,0 2-10-16,0 1-5 0,-1 1-9 0,0-1-8 15,6 3-8-15,-6 1-3 0,-4-1-11 0,2 3-11 16,-6-2-3-16,2-1-7 0,-4-1-4 0,-1 1-2 16,-2-1-8-16,-2 0-6 0,-1 0-2 0,-1 1-1 15,-2-2 2-15,0-8-4 0,-2 13-2 0,-2-6-2 16,-3-3-1-16,1 0-2 0,-3 0-6 0,-1 0-1 16,2-2-1-16,2-1-2 0,6-1-1 0,-14-3-3 15,14 3 0-15,-11-6 0 0,7 0-4 0,4 6 1 16,0-14-8-16,3 4-4 0,2-2-2 0,4-2 0 15,4-3-8-15,1 2 1 0,6-3 2 0,2 1-2 16,0 2 1-16,-4 4 1 0,-3 0-2 0,2 1 2 16,-3 2 0-16,-4 5-2 0,-1-1 0 0,-3 0-2 15,1 4 0-15,-7 0 2 0,11 2 1 0,-11-2 2 16,9 9 0-16,-5 0 5 0,0 1 2 0,-4 2 3 16,0 0 0-16,-1 0-4 0,2 0 2 0,-2 1-2 15,1-2 3-15,0 6 0 0,0-7-1 0,1 1-3 16,1 1 0-16,2-2 0 0,0 0 1 0,0-1 3 15,1-1 1-15,0-2 2 0,2-3-4 0,-2-1 6 16,-5-2-2-16,17-2-3 0,-6 2 3 0,0-3-5 16,-1-1 2-16,-1-1-2 0,4-3 0 0,-4-2 0 15,-1 1 1-15,-1-2 1 0,0 3 0 0,-2-3-6 16,0-2 5-16,0-2-2 0,2 0 1 0,-4-1-1 16,0 5-1-16,-2-2-1 0,2 1 0 0,-2 1-1 15,3 1-2-15,-3 1 1 0,0 3-3 0,-1 6-1 16,6-7-1-16,-6 7-1 0,11 0 4 0,-11 0-2 15,15 9 1-15,-6-1 3 0,3 4 10 0,-1 2 7 16,-2 2 0-16,0-1-1 0,-4 3 0 0,3-3 1 16,0 1-1-16,-3 0-1 0,0-1 1 0,-1 0 2 15,-2-3 1-15,2 0 0 0,-1-1-6 0,-2-6 5 16,0 3 8-16,-1-8 12 0,0 0 10 0,2 11 2 16,-2-11-4-16,0 0-3 0,0 0-3 0,0 0 2 15,0 0-7-15,0 0 7 0,0 0-12 0,0 0-1 16,-11-24-7-16,13 13-2 0,-1 1 3 0,0-2-9 15,3 0 0-15,2-4-6 0,6 0-5 0,-1 0-1 16,7-3-3-16,-4 6-1 0,2 2 4 0,-1 1-6 16,-2 4 0-16,-2 3-3 0,2 1 0 0,0 4 1 15,-3 0 2-15,2 2 3 0,-2 1-2 0,-1 1-1 16,0 3-1-16,0 0 5 0,-3 1 2 0,0 0-1 16,1-1-2-16,-2 1-1 0,1-3 1 0,-2 1-3 15,-1-1 3-15,-1-3 0 0,-2-4 3 0,4 7-1 16,-4-7 3-16,4 5 1 0,-4-5 6 0,0 0-6 0,5 4 0 15,-5-4 1-15,0 0 1 0,0 0-5 16,15-9 3-16,-7 3-1 0,1 1 2 0,2-5-4 16,2 0-1-16,5-1-4 0,-1 1 3 0,8-2-7 15,-6 2 2-15,-3 2-1 0,0-1 1 0,1 3-3 16,-6 3-1-16,0 2-2 0,-1 1 0 0,-10 0 3 0,15 3 2 16,-10 0 2-16,2 4 0 0,-5 0 1 15,2 2 4-15,-1 1-17 0,-2 0-15 0,-1 2-24 16,0 4-40-16,-1-3-41 0,2 2-42 0,5-1-33 15,3 0-45-15,2 2-153 0,8-3-444 0,9 2 196 16</inkml:trace>
  <inkml:trace contextRef="#ctx0" brushRef="#br0" timeOffset="110841.02">20597 13662 156 0,'5'-4'189'16,"0"-1"-9"-16,4-1-4 0,1 0-1 0,2-1-11 15,-1 0-7-15,2 2-11 0,2-5-12 0,3 3-7 16,-1-3-8-16,1-2-9 0,-3 0-4 0,-1 1-4 16,1-2-7-16,-6 3 0 0,0-1 5 0,-3-1 3 15,-1 2-3-15,-2 0-11 0,-3 1-10 0,-1 1-6 16,1 8-7-16,-9-13-10 0,2 7-5 0,-5 2-6 15,-5 3-9-15,-3 2 1 0,-6 6-4 0,-2 5-4 0,-1 4-1 16,-1 4-3-16,5 1-1 0,-1 2-5 0,5 1 2 16,4 1-7-16,4-1 1 0,2 0-4 0,7 1 5 15,3-6-4-15,3 1 3 0,3 0-5 16,9 0 3-16,-2-3 0 0,6 1-5 0,5-5 0 16,2 1 4-16,5-5-2 0,0-4 0 0,2-1-2 15,2-2-1-15,-1-4 2 0,3-1-3 0,-1-2 2 0,0-4-1 16,-2 0 3-16,2-2 0 0,-2-4-6 15,0-1 1-15,-4 3 4 0,2-6-1 0,0 0 7 16,-3 2-9-16,-5-2 0 0,-3-1 0 0,2-2-1 16,-7 0-1-16,-6 5-1 0,-1 0-1 0,-1-1 4 0,-5 2-4 15,-1-1-1-15,2 6 8 0,-7 1-1 0,0 1 1 16,0 1 1-16,-1 2 4 0,-1 2-7 16,-4 2-2-16,-1 3 2 0,-5 3-2 0,-2 3 2 15,-6 3 1-15,6 2-3 0,-4 4 0 0,-1-1-6 16,10-2 7-16,-1 2 0 0,4 0-2 0,2-1-4 0,2-2 0 15,1 0 6-15,2-1 0 0,3 0-6 0,2-1 3 16,-1-2 5-16,4 2-5 0,-1-6 2 16,-1 0 3-16,6 1 1 0,-1-3-4 0,1-2 1 15,3-1 1-15,-1 0-4 0,-1-2 2 0,-2 1 2 16,-2 0 2-16,6-1-4 0,-5 0 0 0,1-1-1 0,-1 3 8 16,-7 1-13-16,10-6 9 0,-10 6-9 0,6-3 1 15,-6 3 1-15,0 0 1 0,0 0-8 16,10 4 1-16,-7 2 0 0,0 1 0 0,-2 3 1 15,-2 2-3-15,1 5-1 0,-2 2 8 0,2 0-2 0,-2 6-1 16,-1 1 0-16,-2-3 6 0,1-3-5 0,-1-1 0 16,-1 0-2-16,4 1 2 0,-1-2 1 0,-3 0 4 15,3 0-1-15,-3-1 4 0,3-2-5 16,0-4 4-16,2 2-1 0,-4-3-3 0,5 1-1 0,1-1 3 16,-1-3-3-16,1 0 5 0,-1-7 1 0,3 13 1 15,-3-13 0-15,1 6 2 0,4-3 5 0,-5-3-6 16,0 0-2-16,18-4 2 0,-4 0-3 0,0-5-6 15,3 0-20-15,-2-1-29 0,7-6-35 16,-7 1-43-16,6-5-68 0,0 1-51 0,-1-6-272 16,-4 2-563-16,1-3 249 0</inkml:trace>
  <inkml:trace contextRef="#ctx0" brushRef="#br0" timeOffset="111177.97">21339 13258 1971 0,'0'-11'-5'0,"2"3"53"16,-2 0-24-16,0 8-15 0,1-8-5 0,-1 8 0 16,0 0 10-16,0 0 10 0,0 0 14 0,0 0 13 15,0 0 0-15,20 18 4 0,-17-9 2 0,2 7 0 16,-1-3 1-16,-3-2-8 0,3 4 2 0,-1 3-7 16,-3-8-3-16,1 1 0 0,-1 0-2 15,1-4-1-15,-1-7 2 0,0 11 0 0,1-5 7 0,-1-6 11 16,0 0 19-16,0 0-4 0,2 7-4 0,-2-7-2 15,0 0-13-15,0 0-3 0,6-23-8 0,-1 11-2 16,4-3-7-16,0-3-1 0,4 1-4 16,-3 1-3-16,8-5-5 0,-5 7 0 0,1 0-6 0,-3 4 0 15,-2 1-3-15,0 3-2 0,-3 2-2 0,1-2-5 16,-1 6-3-16,-6 0 5 0,14 7 0 0,-7-1-6 16,-1 7-13-16,-1 3-12 0,2 9-15 15,-1 1-26-15,-2-1-30 0,-2 3-43 0,2 1-38 16,4-4-29-16,3 4-37 0,3-1-206 0,3-3-485 0,6 0 215 15</inkml:trace>
  <inkml:trace contextRef="#ctx0" brushRef="#br0" timeOffset="111546.76">22246 13490 222 0,'0'-11'245'16,"-2"-2"-3"-16,1 5-8 0,-2 1-21 0,3 7-22 15,-2-11-18-15,2 11-21 0,0 0-11 0,0 0-12 16,0 0-11-16,-19 22-11 0,14-8-6 16,2 2-13-16,-1 1-9 0,4-3-7 0,-1 2-6 0,5-1-4 15,1 0-6-15,4 1-5 0,2-3 3 0,1-2-4 16,0-2-5-16,4-2 0 0,-2-2-1 0,3-1 2 16,2-2 0-16,0-2-1 0,-1-2-3 0,2-2-1 15,-1-3 3-15,1 2-4 0,-6-4-2 16,-2 2-2-16,1-4 2 0,1-1-8 0,-5 4-2 0,0-3-4 15,0 1 3-15,-3 0 0 0,1 1-8 0,-3 4 3 16,1 0-3-16,-1-2-1 0,-4 7-5 0,6-5-6 16,-6 5 1-16,0 0 0 0,0 0-4 0,2 18 0 15,-3-6 1-15,-3 3 2 0,-2 4-2 0,-2 6-3 16,-1 0 2-16,0 1 4 0,-2 1-5 0,3-2 1 16,2 1 6-16,1-6-20 0,-1-3-33 0,0 8-41 15,2-7-53-15,1-2-51 0,0-3-62 0,-1-2-249 16,0-3-540-16,-1-1 240 0</inkml:trace>
  <inkml:trace contextRef="#ctx0" brushRef="#br0" timeOffset="111788.92">22703 13441 74 0,'13'12'232'0,"-8"-3"-9"15,3 8-8-15,-5 1-9 0,1 8-8 0,-1 3-15 16,-2-2-11-16,-1 1-17 0,-2 4-6 0,-2-2-15 16,2 0-9-16,-1-1-13 0,-5 0-13 0,1 1-6 15,-1-3-4-15,0-1-15 0,-5 0-5 0,-1-2-4 16,-4-1-8-16,0-2-20 0,-3 0-24 0,-1-4-31 16,-5-2-30-16,0 0-27 0,-1-2-38 0,1-4-31 15,0-5-44-15,6 1-177 0,-8-4-396 0,8-2 176 16</inkml:trace>
  <inkml:trace contextRef="#ctx0" brushRef="#br0" timeOffset="111992.33">21966 13535 1979 0,'-9'-9'29'0,"2"0"10"0,-2 4-27 0,6 2-17 15,3 3 4-15,0 0 12 0,-19 13-6 0,13-2 17 16,-1 6 1-16,3 1 3 0,-1 8 6 0,3-1 4 15,1 3-1-15,1 0 2 0,4 0-2 0,2-1-5 16,4 0-5-16,-2-2 4 0,2 0 4 0,2-2-19 16,-1 0-32-16,-2-7-33 0,5 1-50 0,0-5-42 15,0 2-50-15,-6 1-131 0,1-1-350 0,-4-5 155 16</inkml:trace>
  <inkml:trace contextRef="#ctx0" brushRef="#br0" timeOffset="113481.82">14013 15281 149 0,'-4'-8'164'0,"4"8"-7"0,0 0-10 0,0 0-16 15,-2-7-6-15,2 7-21 0,0 0-12 0,0 0 7 16,-12 14-1-16,4-5-5 0,-4 7-3 0,-4 6 4 0,-3 3 4 15,0 2-9-15,-3 2-2 0,-5 10 20 16,-1 3-6-16,7-13-7 0,2 4-9 0,-5-5-3 16,6 2-3-16,-2-2-8 0,0 1-7 0,2-4-9 15,-3-1 0-15,6-2-6 0,-3-2-4 0,2-5 1 16,2 6 6-16,-1-7-2 0,-3-2-3 0,3-1 0 16,0 0-2-16,0-2 1 0,5-5 3 0,0 1-4 15,3-2 1-15,0 0 1 0,-2-2-1 0,9-1-6 16,-13-1-4-16,4-4-3 0,0-1-2 0,0-3-6 15,4-2-11-15,-1-4 8 0,-2-2-4 0,2-8 1 16,2-1-2-16,6-2-1 0,2-2-7 0,4 3 3 16,-2-3-1-16,5 3 0 0,3 3-5 0,-3 1 2 15,2 1-5-15,-1 6 2 0,1 3-3 0,-1 1 0 16,3 3-2-16,1 2-1 0,1 3-2 0,-3 2 1 16,4 8 0-16,3-1 2 0,3 5-5 0,-2 7 0 15,-1 1 3-15,-1 2 1 0,-4 2-10 0,2 2 9 16,-3 0 2-16,1 1 2 0,-3 0-2 0,1 3-2 15,-1-7 2-15,3 4-1 0,-9-8-6 0,4 7 10 16,1-8 1-16,-1 2-5 0,-1 0-37 0,4-4-30 16,-3 3-44-16,0-4-65 0,3-1-58 0,-3-3-256 15,-2-1-532-15,3-3 236 0</inkml:trace>
  <inkml:trace contextRef="#ctx0" brushRef="#br0" timeOffset="113779.74">14928 15577 149 0,'0'0'230'15,"-11"0"-9"-15,11 0-3 0,-9-1-9 0,9 1-12 16,0 0-20-16,0 0-17 0,-10 0-15 0,10 0-16 16,0 0-13-16,0 0-10 0,0 0-10 0,0 0-9 15,33 3-10-15,-15-3-7 0,3 1-8 0,8-1-3 16,-7 0-22-16,6-1-29 0,-10 1-33 16,9 0-48-16,-9-2-45 0,2 1-47 0,-1 0-38 15,-5 1-126-15,-2-3-355 0,-12 3 158 0</inkml:trace>
  <inkml:trace contextRef="#ctx0" brushRef="#br0" timeOffset="113962.85">14914 15706 1 0,'-6'5'204'0,"6"-5"7"0,-3 9-6 15,3-9-6-15,0 0-10 0,7 9-13 0,5-6-11 16,3 2-9-16,5-1-19 0,9 0-14 0,-1 2-11 0,1-5-14 15,3 3-30-15,-6-2-46 0,3-2-52 16,0 1-85-16,-8-2-73 0,-3 1-102 0,0-1-312 16,-4 0 139-16</inkml:trace>
  <inkml:trace contextRef="#ctx0" brushRef="#br0" timeOffset="115416.16">16966 15327 10 0,'0'0'121'0,"0"0"-13"16,0 0-3-16,0 0-2 0,0 0-13 0,0 0-4 15,0 0-3-15,0 0-7 0,0 0 0 0,0 0-2 16,0 0-6-16,0 0-4 0,0 0 1 0,0 0-12 16,0 0 5-16,0 0-6 0,0 0-4 0,0 0-6 15,0 0 5-15,0 0 0 0,0 0-1 0,0 0-2 16,0 0-5-16,0 0 1 0,0 0-4 0,-27 7-1 16,19-6-3-16,-2-1-1 0,0 0 6 0,1 0-1 15,-2 2 4-15,3-2 5 0,-2 0-13 0,1 2-1 16,0-1-1-16,9-1-2 0,-14 0 1 0,14 0 1 15,-9 0-1-15,9 0-2 0,-9 1 1 0,9-1-4 16,0 0-2-16,0 0-1 0,0 0 0 0,0 0-1 16,0 0 1-16,32-4 0 0,-10 2 0 0,9 0 0 15,5 0-1-15,1-1-15 0,14-3 1 0,-15 2-5 16,1 4 4-16,0-3-2 0,-4 0-5 0,-3 4-5 16,-11-1-21-16,0-1-23 0,-6 2-38 0,-1-5-25 15,-2 7-29-15,-4-6-29 0,-6 3-133 0,10-1-330 16,-10 1 146-16</inkml:trace>
  <inkml:trace contextRef="#ctx0" brushRef="#br0" timeOffset="115854.25">17122 15245 50 0,'0'0'152'0,"0"0"-4"0,0 0-15 15,0 0-10-15,-7-4-3 0,7 4-5 0,0 0 4 16,0 0-4-16,0 21-1 0,0-8-2 0,2-1 11 15,-2 14-5-15,-2 0-4 0,-1 3-9 0,-4-1-1 16,4 2-8-16,-1 1-2 0,-1 0 25 0,-1-1-9 16,4-1-15-16,-3-6-7 0,0 5-7 0,2-1-6 15,1-7-8-15,-1-1-12 0,0 1 2 0,2-3-4 16,-1-1-6-16,2-3-5 0,-2 4-4 0,2-5-7 16,-1-2-4-16,2 0 4 0,-1-3 0 0,0-7-9 15,-1 14 1-15,1-14-4 0,-1 8-1 0,1-8 2 16,2 8-8-16,-2-8 9 0,0 0-3 0,0 0 1 15,-4 8-5-15,4-8 3 0,0 0-4 0,0 0-1 16,0 0-5-16,-20-7 1 0,11 2-2 0,3 1 0 16,-3-1-1-16,0 2 3 0,-2-3-4 0,1 1 3 15,1 0-5-15,-1 1-1 0,-1-1 1 0,0 0-1 16,2 1 1-16,-2-1 1 0,3 3 0 0,8 2 0 16,-9-3-1-16,9 3-2 0,-7-3-4 0,7 3-2 15,0 0 3-15,-9-2-1 0,9 2 1 16,0 0-1-16,0 0 4 0,0 0-2 0,0 0 2 0,33 8 1 15,-19-7 0-15,5 0 1 0,3 1-4 0,6 1-21 16,1-3-21-16,0 1-35 0,-1-1-45 0,1 0-37 16,-1-1-50-16,1-4-32 0,-8 3-173 0,1-1-450 15,5-5 200-15</inkml:trace>
  <inkml:trace contextRef="#ctx0" brushRef="#br0" timeOffset="116098.72">17568 15664 59 0,'9'-5'176'0,"-9"5"-1"16,0 0-3-16,4-3-6 0,-4 3-1 0,0 0-6 16,0 0-1-16,0 0-6 0,-14-8-3 0,14 8-5 0,0 0 3 15,-22 3 0-15,11 2-7 0,-2 1-4 0,-5 2-2 16,1 1-1-16,-6 5-8 0,5-1-14 0,3-1-6 16,3 1-10-16,2 3-7 0,0-4-13 15,1 2-5-15,3 2-3 0,2-3-10 0,3-2-3 16,2 2-6-16,1-1-3 0,5 0 0 0,0-3-10 15,5 2-3-15,1-4-12 0,2 1-17 0,4-2-37 16,2-1-31-16,7-2-49 0,4 1-51 0,5-4-65 16,-3-1-55-16,-3-3-164 0,2 0-487 0,0-5 215 15</inkml:trace>
  <inkml:trace contextRef="#ctx0" brushRef="#br0" timeOffset="116291.27">18094 15582 92 0,'0'0'226'0,"-5"-3"-19"0,5 3-16 15,0 0-4-15,0 0-11 0,0 0-7 0,0 0-12 16,0 0-14-16,0 0-12 0,27 9-11 0,-14-7-14 16,0 0-12-16,3 2-17 0,0-1-31 0,-1 0-58 15,-2-2-74-15,6-2-74 0,-1 0-151 0,1-2-337 16,0-2 150-16</inkml:trace>
  <inkml:trace contextRef="#ctx0" brushRef="#br0" timeOffset="116915.67">18700 15343 2004 0,'-6'-8'130'0,"1"4"-1"16,0-1-42-16,2-1-40 0,3 6-15 15,-6-5-12-15,6 5-9 0,0 0 1 0,20-8-1 16,-2 6-4-16,1 2 2 0,3-1-2 0,9-1 0 0,-1 4 1 16,0-1 0-16,-2 2-9 0,0-2-5 15,-9 5-8-15,-1-5-19 0,-4 1-17 0,-3-2-16 0,-4 0-7 16,1 0 0-16,-8 0 5 0,0 0 3 16,11-2 6-16,-11 2 6 0,0 0 3 0,0 0 3 15,0 0 10-15,0 0-2 0,-26-7 9 0,26 7 5 16,-15-1 2-16,9 0 4 0,6 1-6 0,-14-2 9 0,14 2 2 15,-14 2 10-15,14-2 4 0,-9 0 7 0,9 0 1 16,-9 2 13-16,9-2 7 0,-9 9 17 16,5-3 1-16,1 3 15 0,-2 2-1 0,0 3 10 15,1 3 9-15,-1 1 5 0,2 1 0 0,-4 9-5 16,-1-2 3-16,4-1-2 0,-1 1-4 0,-1 1-4 16,2-2-2-16,2 0-8 0,-1-6-2 0,2 5-4 15,-2-4-11-15,5-2 1 0,-4 0-1 0,4-2-5 16,-1 2-10-16,-1-7 2 0,0 1-3 0,2-2-2 15,0 0 1-15,-2 0-7 0,2-4-1 0,-2-6-3 16,2 13 0-16,-2-8-2 0,0-5 1 0,0 11-5 16,0-11 3-16,0 7 2 0,0-7 1 0,-6 8 1 15,6-8-3-15,-6 4-3 0,6-4 0 0,-13 2-1 16,13-2 4-16,-13-2-6 0,3-1 2 0,-1 2 1 0,2-3-4 16,-2 0 2-16,1 1-1 0,1-1 0 0,0 0-5 15,2 0-5-15,-1 0 8 0,0 3-4 16,8 1 2-16,-11-5 3 0,6 2-6 0,5 3 2 15,-8-4-5-15,8 4 0 0,0 0-2 0,0 0 0 16,0 0-1-16,0 0 3 0,0 0 0 0,0 0-3 16,0 0 4-16,0 0-5 0,0 0 9 0,28 8-4 15,-15-8 0-15,8 0 3 0,0 1-1 0,6 0 2 16,4-1-7-16,-1-1-11 0,1 1-12 0,1-2-36 16,0-1-35-16,-4 1-40 0,0-2-37 0,-6 0-37 15,5 1-23-15,-8-2-9 0,1 1-146 0,-3-2-419 16,2 0 186-16</inkml:trace>
  <inkml:trace contextRef="#ctx0" brushRef="#br0" timeOffset="117449.65">19403 15634 37 0,'0'0'200'16,"5"-5"2"-16,-5 5-5 0,5-4-4 0,-5 4-2 16,0 0-5-16,0 0-4 0,0 0-6 0,0 0-3 15,-16-9-4-15,7 9-12 0,9 0 11 0,-25 7-5 16,8 1-8-16,0 0-10 0,-1 2-10 0,0 2-7 15,4 0-11-15,0 1-1 0,1-2-11 0,2 1-8 16,1 4-13-16,-1-4 6 0,5-1-16 0,2 1-2 16,0-1-14-16,3-1-5 0,1 2-3 0,1-3-1 15,2 0-27-15,2-1 26 0,1-1-8 0,3 1-7 16,4-2-31-16,1 1 0 0,0-2-22 0,4-3-17 16,0 2-16-16,-1-4-6 0,3 0-7 15,3-2-1-15,-4 0 0 0,3 2 3 0,6-3-4 0,0-3 2 16,-1-1 6-16,-5 3-4 0,3-5 0 15,2 0-1-15,-1-2 6 0,-8 1 5 0,-3 1 5 16,1-1 5-16,-1 0 4 0,-1-2 2 0,-8 5 11 0,-1-2 11 16,2 2 17-16,-3 3 12 0,-1-1 11 0,-3 5-2 15,7-7-5-15,-7 7 4 0,0 0 5 0,0 0 4 16,0 0 7-16,0 0 9 0,-21 19 2 16,13-9-2-16,2-2 3 0,0 4 3 0,1-3-11 15,0 1-1-15,-1 0-7 0,4-1-13 0,0 1 10 16,2-3-1-16,0-7 8 0,4 13-2 0,-1-7 10 0,3 0 6 15,3 0 1-15,4-4 1 0,1-1 8 0,7 0 8 16,-2-1-2-16,1-2-19 0,1-2 17 16,2-1 8-16,-4 0-3 0,0-3 1 0,-2 0 1 15,1-3-1-15,-6 2-5 0,1-3-4 0,-1 1-5 16,-6 1-9-16,2-2-4 0,-6 2 0 0,-2-8-5 16,-2 2-5-16,-1 5-7 0,-5-5 0 0,-1 3-6 15,-3 2-5-15,-7 2-2 0,-1 1-22 0,-5-1-15 16,-3 3-33-16,7 3-41 0,-7 3-43 0,0 4-43 0,1 1-49 15,8 2-60-15,0 1-62 0,-7 4-247 16,10-2-649-16,-1 0 287 0</inkml:trace>
  <inkml:trace contextRef="#ctx0" brushRef="#br0" timeOffset="118131.8">16781 16323 30 0,'0'0'195'0,"0"0"-18"16,-8 0-10-16,8 0-9 0,0 0-4 0,-8 5-9 15,8-5-3-15,0 0-10 0,0 0 0 16,0 0-5-16,17 12-4 0,-4-8-5 0,3-1-1 16,11 1-2-16,4-2-5 0,6-1-2 0,15-1-33 15,7 2-7-15,7-1 0 0,36-4-7 0,5 2-5 16,-4-2-5-16,12-4-8 0,-1-1 0 0,4 4-5 15,3-2 0-15,3 2-2 0,5-2-4 0,5 0 1 16,-5-2 3-16,1-1 5 0,-1 3 1 0,1 0 2 16,3-3 2-16,-3 6 3 0,-2-6 3 0,-4 4 3 15,-10 2 0-15,-6-3 3 0,-3 0-3 0,-6 5 0 16,-5-5 2-16,-27 1-2 0,-5 4 0 0,0-1-11 16,-5-1 0-16,-17 6-1 0,-2-5-7 0,-2 4 1 15,-4-1-3-15,-12 0-7 0,-2 0-2 0,-6 1 5 16,-12-2-9-16,19 0-3 0,-19 0 2 0,16 1-5 15,-16-1 3-15,0 0-3 0,0 0-3 0,13 1 2 16,-13-1 5-16,0 0-8 0,0 0-14 0,0 0-22 16,0 0-25-16,-47-2-30 0,29 2-29 0,0-2-23 15,1 0-32-15,2-1-23 0,-2 2-25 0,5-1-31 16,0 1-26-16,-2 1-174 0,14 0-480 0,-24-2 213 16</inkml:trace>
  <inkml:trace contextRef="#ctx0" brushRef="#br0" timeOffset="119139.8">18227 16545 215 0,'0'0'211'0,"0"0"-18"0,2-7-16 15,-2 7-13-15,0 0-15 0,0 0-14 0,0 0-14 16,0 0-11-16,9-1-8 0,-9 1-5 0,25-3-5 15,-8 3-7-15,5-2-5 0,10-1-7 0,0 3-10 16,1-3-4-16,-1 3-1 0,1-1-11 0,-4 0-4 16,-7-1-8-16,0 1-20 0,-2 1-20 0,-3-1-26 15,-6 1-26-15,-11 0-26 0,22-4-21 0,-22 4-20 16,13-3-25-16,-8 1-4 0,-5 2-4 0,8-6-87 16,-8 6-264-16,0 0 117 0</inkml:trace>
  <inkml:trace contextRef="#ctx0" brushRef="#br0" timeOffset="119516.36">18633 16494 605 0,'0'0'-45'16,"-23"-10"15"-16,23 10 9 0,-12-4 6 0,12 4 22 15,-19-3 7-15,19 3 14 0,-19-3 8 0,19 3 9 16,-16-1 5-16,16 1-5 0,-11 1 7 0,11-1 5 16,-14 3 21-16,6 6 3 0,0-4 1 0,3 5 11 15,-1 4 9-15,2 3 5 0,0 2-7 0,-1 3 7 16,4 6-3-16,0-4-6 0,-2 0-7 16,-2 2-8-16,5-1-7 0,-1 1-5 0,-1 0-6 15,2-1-7-15,2-5-5 0,-2-2 1 0,-2-1-9 16,0 0-3-16,2 1-7 0,-3-8-4 0,6 3-1 0,-3-1-7 15,0-2 2-15,0-4 2 0,1 3-6 0,-1-2-4 16,0-7 0-16,-1 10-2 0,1-10 5 16,-3 7-4-16,3-7-2 0,-6 5-2 0,6-5-7 15,-10 1-4-15,2-1-1 0,8 0 1 0,-14-3-7 16,14 3 5-16,-17-5-2 0,7 1 5 0,1-1-5 16,0 3 6-16,3-2-6 0,-3 1 4 0,2 1-5 15,0 0 4-15,7 2-1 0,-12-4 6 0,12 4-6 0,-6-3-3 16,6 3-1-16,0 0 5 0,-8-4-3 15,8 4 1-15,0 0-1 0,0 0-3 0,0 0 6 16,0 0 5-16,0 0-4 0,28 6 2 0,-17-3 0 16,3-1 2-16,2 0-4 0,3-1 1 0,1 2-1 15,0-1 1-15,7 0-12 0,-5-1-16 0,4 0-26 16,1-1-39-16,1-1-33 0,1-3-37 0,-8 3-42 16,0-3-139-16,-2 2-370 0,-1-2 164 0</inkml:trace>
  <inkml:trace contextRef="#ctx0" brushRef="#br0" timeOffset="120006.18">19217 16731 75 0,'0'0'222'0,"-16"-9"-9"0,7 6-8 0,-2 1-11 0,-2 1-11 16,3 2-8-16,-4 3-13 0,-4 0-12 15,1 2-7-15,1 4-16 0,-1-2-5 0,5 4-12 16,-2-1-10-16,2 5-7 0,1-3-16 0,5-2-1 0,-2-1-8 16,6 2-6-16,-2 1-6 0,4 2-6 0,1-4-6 15,2 1-3-15,4-2 0 0,1 1 1 0,1-2 22 16,6 2-3-16,-3-6-7 0,7 2-5 16,-4-1-1-16,3-5-7 0,0 3 2 0,0-2-7 15,-4-2-3-15,0 1 2 0,-2-2 6 0,-1 1 6 16,-3-2-1-16,-8 2 5 0,13-4-4 0,-13 4 0 15,10-1-6-15,-10 1 0 0,0 0-17 0,10-4 8 16,-10 4-1-16,0 0-5 0,0 0-6 0,0 0-1 16,-27-2 2-16,13 3-3 0,-5 4-2 0,0 0-3 15,-10 2 1-15,2 1 4 0,1 1 7 0,-2 1 0 16,8-3 6-16,-5 5 12 0,9-2-1 0,-1 0 2 16,2-1-2-16,2 3 7 0,4-2-10 0,0-2 2 15,1 2-4-15,2 0-7 0,3 0 2 0,0-2-10 16,3 1 5-16,1-1 10 0,3-2 2 0,1 2-6 15,6-3 1-15,1 1-5 0,1 0-4 0,6-4 1 16,0 0 4-16,3 1-5 0,-1-5-4 0,7-1-10 16,-6 2 1-16,-1-4-25 0,0 1-41 0,1 0-32 15,-3-2-41-15,2-1-46 0,-1 0-46 0,-1-2-53 16,7-3-58-16,-8 1-252 0,-2 1-629 0,9-5 280 16</inkml:trace>
  <inkml:trace contextRef="#ctx0" brushRef="#br0" timeOffset="120180.85">19528 16945 177 0,'0'0'259'0,"0"0"-7"0,0 0-9 0,0 0-2 0,0 0-2 15,0 0-13-15,0 0-16 0,0 0-22 0,0 0-20 16,0 0-18-16,0 0-7 0,0 0-16 0,0 0-16 16,0 0-25-16,0 0-1 0,0 0-22 0,0 0-26 15,0 0-38-15,0 0-41 0,0 0-48 0,0 0-60 16,0 0-66-16,0 0-202 0,0 0-452 15,0 0 199-15</inkml:trace>
  <inkml:trace contextRef="#ctx0" brushRef="#br0" timeOffset="55445.5">18178 11300 3 0,'0'0'2'0,"-8"11"1"0,8-11-5 0,0 0-1 0</inkml:trace>
  <inkml:trace contextRef="#ctx0" brushRef="#br0" timeOffset="57767.24">17958 11219 2 0,'0'0'0'0,"0"0"0"16,0 0-1-16</inkml:trace>
  <inkml:trace contextRef="#ctx0" brushRef="#br0" timeOffset="-206140.86">13569 16079 26 0,'0'0'37'0,"0"0"-9"16,0 0 6-16,0 0-10 0,0 0-4 16,0 0-4-16,0 0 4 0,0 0-14 0,-16-9 5 15,16 9 0-15,0 0 0 0,-6-4-5 0,6 4 0 16,0 0 1-16,-11 0-3 0,11 0 2 0,-10 0-2 16,10 0-3-16,-9 0 21 0,9 0-13 0,-14 0-2 15,14 0 9-15,-11 0 0 0,11 0-6 0,-11-3 3 16,2 2-4-16,9 1 4 0,-15-1-6 0,15 1 1 15,-13 0 3-15,13 0 2 0,-10 0 6 0,10 0 1 16,-9 1 4-16,9-1-3 0,-9 1 4 0,9-1 5 16,0 0 5-16,-13 0-11 0,13 0 5 0,0 0-7 15,0 0 0-15,0 0 1 0,-9 0-4 0,9 0-2 16,0 0 12-16,0 0-19 0,0 0 9 0,-5 3-3 16,5-3-4-16,0 0 5 0,0 0 5 0,0 0-5 15,16 7 3-15,-4-4 0 0,5 0-2 0,3 1 5 16,8-1-3-16,3 4 2 0,3-4-8 0,1 1-5 15,17 1 5-15,-3 2-1 0,5-3-8 0,2-2-3 16,-1 2-13-16,5-1-8 0,-6-2-11 0,2 4-19 16,0 0-20-16,1 0-82 0,-17 1-165 0,-3-1 73 15</inkml:trace>
  <inkml:trace contextRef="#ctx0" brushRef="#br0" timeOffset="-196096.75">23148 15101 15 0,'0'0'144'0,"0"0"-3"15,0 0-6-15,0 0 1 0,0 0-15 0,-8-13-6 16,8 13-8-16,-6-2-5 0,6 2-2 0,-8-2-8 16,8 2-3-16,-10-2-7 0,10 2-1 0,-14 1-5 15,14-1-2-15,-18 1-4 0,6 0-4 16,1 0-1-16,-1 2-5 0,2 1-5 0,-2 0 0 0,2 2-8 15,-1-1-3-15,-1 3-1 0,1-1-5 0,1 0 1 16,-7 3-4-16,3 0-2 0,5 0-6 0,-4 0 0 16,3-1-4-16,-4 2-1 0,6 1-7 15,-2-1 1-15,4-2 0 0,2 2-1 0,0 1 1 16,2-3-1-16,-1 3-3 0,0-1 2 0,2 2-1 0,4-3-1 16,-2 3-3-16,3-2 5 0,1-2-6 0,0 2 3 15,3-3 0-15,-1-1-5 0,2 0 0 0,0-1 3 16,1 1-2-16,1-3 1 0,3 0-1 0,-3 0 1 15,3-1 0-15,0-2 0 0,0 0 7 16,-1-2-3-16,5 1-4 0,-1-3 2 0,-3 0-5 16,1-3 4-16,3-1-2 0,-3 1-1 0,-1 1-1 0,0-4 0 15,-3 2 1-15,4-5 0 0,-5 1 2 0,2-2-5 16,-5-2 2-16,-2 4 1 0,1 0 2 0,-1-2 3 16,-3-3-7-16,2 0-1 0,-4 4 1 0,0-4 3 15,0 6 2-15,-1-2 2 0,-2 0 0 0,1 1 7 16,-2 1-12-16,-1 0 2 0,0 2-3 0,-1 3 2 15,1-1-1-15,-2 2-3 0,-1-3 1 0,0 2-3 16,-2 3-1-16,-1-5 4 0,0 4-2 0,-1 2-3 16,0 0 3-16,-1 0-1 0,-1 2-8 15,0 0-5-15,3-1-11 0,-2 1-12 0,1 1-22 16,-2 3-20-16,5-2-27 0,-2 1-31 0,3 0-19 0,3 0-25 16,5-4-170-16,-8 9-377 0,8-9 167 0</inkml:trace>
  <inkml:trace contextRef="#ctx0" brushRef="#br0" timeOffset="-195903.4">23380 15293 19 0,'0'0'186'0,"0"0"-3"0,7 2-11 15,-7-2-15-15,0 0-14 0,0 0-21 0,0 0-6 16,0 0-16-16,0 0-7 0,6 3-17 15,-6-3-23-15,0 0-19 0,0 0-33 0,0 0-43 16,0 0-37-16,1 7-39 0,-1-7-85 0,0 0-220 0,0 0 98 16</inkml:trace>
  <inkml:trace contextRef="#ctx0" brushRef="#br0" timeOffset="-195363.93">23932 15157 33 0,'2'-7'223'0,"-2"7"-7"0,1-10-10 0,-1 10-11 16,-1-12-3-16,1 12-20 0,-7-11-9 0,2 5-17 16,-1 0-6-16,-4 2-14 0,2 0-8 0,-1 1-12 0,-1 0-10 15,-3 2-10-15,1 4-6 0,-2 1-11 16,3 1-5-16,-8 1-8 0,3 2-5 0,0 2-6 15,3 1-2-15,-1 2-8 0,4-2-3 0,-1 0-4 16,3 0-1-16,2 1-2 0,1-2-5 0,3 0-2 16,0 2 0-16,1-2-2 0,0 0-4 0,1 1 3 15,1-3-1-15,4-1-1 0,-2-1-4 0,1 0 4 0,2-1-1 16,2-2-3-16,-2 0-1 0,1-1-2 16,0-1 1-16,6-1 2 0,-2 0 1 0,1-1-2 15,-1 1 3-15,0-3-1 0,-1-1 0 0,-1-2-2 16,0-2 1-16,-1 2-4 0,-3-4 4 0,2 2-6 15,-2-4 7-15,2 2-4 0,-2 0 0 0,0-3 2 0,0 3 7 16,-1-2-1-16,-2 3 12 0,1 3-5 16,-2-4 9-16,1 5 0 0,-2 5 7 0,3-9-2 15,-3 9-5-15,3-9-5 0,-3 9-5 0,1-6-4 16,-1 6-2-16,0 0-3 0,0 0 1 0,0 0-4 16,0 0-5-16,0 0 4 0,4 27-2 0,-5-16-4 0,1 2 2 15,0 4 1-15,-3 0 1 0,1 1 0 16,0 1-1-16,1 6 4 0,0-6-2 0,0 1-4 15,-5-1 5-15,5-2-2 0,0 2 5 0,-2-1-6 16,2-1 7-16,-3-1-14 0,4 0 9 0,-1 1-3 16,0-2-6-16,0-2-12 0,-3-3-19 0,4 2-24 0,-2-1-35 15,1-2-51-15,-2 2-53 0,2-4-35 16,0 0-227-16,1-7-496 0,-3 11 220 0</inkml:trace>
  <inkml:trace contextRef="#ctx0" brushRef="#br0" timeOffset="-195048.89">24458 15122 212 0,'4'-13'248'0,"-2"3"0"0,1 0-6 15,0 1 0-15,0 2-10 0,-3 7-18 0,2-11-19 16,-2 11-17-16,0-8-22 0,0 8-19 0,0 0-13 15,0 0-18-15,0 0-9 0,0 0-2 0,0 0-9 16,-5 32-4-16,1-14-8 0,1 1-7 0,-1-1 0 16,-1 8-9-16,-2 1-2 0,2-2-4 0,0-1-7 15,3-5 6-15,-2-1-13 0,1 0 2 0,1-1-14 16,-1 1 8-16,1-1-8 0,0 1-3 0,1-3-1 16,-2-3-6-16,3 0-13 0,0-1-6 0,0-1-25 15,0-1-22-15,-2-1-21 0,2 2-28 0,-3-2-27 16,3-8-29-16,0 0-24 0,0 0-25 0,2 16-18 15,-2-16-188-15,0 0-443 0,0 0 197 0</inkml:trace>
  <inkml:trace contextRef="#ctx0" brushRef="#br0" timeOffset="-194646.51">24363 15281 1 0,'0'0'137'15,"0"0"-15"-15,0 0-1 0,0 0-8 0,0 0-1 16,22-9-6-16,-9 9-5 0,-13 0 0 0,24 1-8 16,-2-1 2-16,-6 2-5 0,5-1-7 0,-2 3-7 15,-8-3-11-15,2 3-1 0,4 0-11 0,-7 0 1 16,-2 1-7-16,0-1-2 0,-2 3 5 0,0 2-6 16,-1 0-3-16,0-2-3 0,-1 4 3 0,-2 0 0 15,0-1-10-15,-2 0 1 0,0-10 0 0,1 17-6 16,-1-8-2-16,0-2-3 0,0 2 1 0,3-5-5 15,-1 4 3-15,1-1-2 0,1-1 2 0,0-4-2 16,1 4 5-16,5-3-1 0,-1 1 1 0,1-1 2 16,2-2-2-16,2-1 0 0,3-4-4 0,3 3 0 15,-4-4 2-15,-2 0-2 0,0 2 1 0,-2-2 8 16,0-3 0-16,-4 3 7 0,0 0 0 16,0-5 1-16,-3 0-6 0,0-2-2 0,-1-4 1 15,-3 5-6-15,0-1-1 0,-3-4-6 0,-2 4 4 0,-4-1-2 16,2 4-6-16,-1-1 3 0,-4 3-7 0,-2-6-15 15,3 5-14-15,0 0-26 0,-2 4-19 0,3 4-31 16,9 0-27-16,-14-3-35 0,14 3-34 0,0 0-161 16,0 0-383-16,0 0 170 0</inkml:trace>
  <inkml:trace contextRef="#ctx0" brushRef="#br0" timeOffset="-194154.79">25443 15215 150 0,'3'-7'181'0,"-3"7"-14"0,0 0-12 0,0 0-3 0,0 0-6 16,-20 1 2-16,20-1-10 0,-18 8-4 0,7-1-2 16,1 0-5-16,-5 5-15 0,1-1-8 0,3 1-7 15,-2 1-8-15,3 3-7 0,0-2-4 16,3 2-8-16,-1 0-7 0,0-1-4 0,5-3-5 0,1 1-6 16,2-1-5-16,-4 0-5 0,8-2 0 0,0 0-3 15,1 2 3-15,2-4-6 0,2 1 3 0,0-1 4 16,0-3-5-16,5 0-3 0,3-1-2 0,-3 0 1 15,3-3 10-15,-3-1-4 0,5-1-10 16,-2-3-1-16,0 0 1 0,-5 0-1 0,2-1 1 0,-1-1-2 16,1-3-1-16,0-2-4 0,-1 0-1 0,-6 3-1 15,4-6-1-15,-5-1-3 0,-1-2 1 0,-1-2-3 16,-3 0-1-16,-2 1-2 0,1 0 1 16,-4 1-3-16,-2 2 2 0,-1 1-2 0,1 3-4 15,-2 0 1-15,1 0-1 0,-3 3-4 0,0 0 2 0,-1 4-16 16,3-1-7-16,-3 2-17 0,0 3-13 0,1 3-21 15,3 1-26-15,-5 0-33 0,4 1-36 0,2 1-28 16,1 2-30-16,-1-2-155 0,6-6-412 0,-6 16 182 16</inkml:trace>
  <inkml:trace contextRef="#ctx0" brushRef="#br0" timeOffset="-193962.67">25675 15363 197 0,'7'2'214'15,"-7"-2"-3"-15,0 0-7 0,0 0-8 0,9-2-7 16,-9 2-12-16,0 0-14 0,0 0-13 16,0 0-16-16,0 0-11 0,6 3-12 0,-6-3-13 0,0 0-7 15,0 0-14-15,0 0-11 0,0 0-15 0,0 0-29 16,0 0-38-16,0 9-55 0,0-9-79 0,0 0-47 16,0 8-143-16,0-8-369 0,0 0 163 0</inkml:trace>
  <inkml:trace contextRef="#ctx0" brushRef="#br0" timeOffset="-193491.38">26160 15258 104 0,'0'-8'242'0,"0"-2"-2"0,-3 0-5 0,1 1-8 15,-2 0-19-15,0 0-10 0,-3 3-14 0,-3-3-16 16,2 4-17-16,-3 1-11 0,2 1-16 0,-1 2-11 0,-3 3-3 15,1 3-18-15,0-1-11 0,-2 4-7 16,0 1-2-16,1 3-14 0,-1-1-2 0,4 3-7 16,3-4-4-16,0 1-4 0,4 1-4 0,-1 4-6 15,2-6 0-15,2 3-6 0,2-3 3 0,0 1-7 16,0 0-2-16,4-3 2 0,0-1-3 0,3 0 2 0,-1-1-5 16,4-2-1-16,-3 0-4 0,2-3 3 0,1 1 1 15,-1-2 3-15,0 0-4 0,3-2-4 16,-4-2 1-16,2-1-2 0,-3-1 0 0,2-1 2 0,-1 0-3 15,-2-2 3-15,6-3-4 0,-1-1 2 16,-2 0-2-16,-2-1-4 0,1-1 1 0,-2 2 0 0,-3 3 4 16,3 1 5-16,-2-1-2 0,-2 3 3 0,0 1 8 15,1 0 5-15,-3 2-6 0,-2 4 3 16,4-9-7-16,-4 9-2 0,0 0-2 0,0 0-7 0,0 0 1 16,0 0 6-16,0 0-4 0,-6 32 4 15,1-19 0-15,1 6 7 0,-3-2 9 0,2 0 0 16,-1 8 4-16,1-6 1 0,-1-1-8 0,-1-3 3 0,2 3-1 15,-1 2-8-15,3-4 1 0,-1 2-7 0,2-1 3 16,-2-4-4-16,3 2 1 0,-1-4-4 16,0 0-11-16,2 0-24 0,0 0-30 0,0-1-36 15,0-1-43-15,-2-3-52 0,2-6-60 0,0 10-49 16,0-10-198-16,2 7-534 0,-2-7 237 0</inkml:trace>
  <inkml:trace contextRef="#ctx0" brushRef="#br0" timeOffset="-193034.86">26578 15370 109 0,'2'-13'231'0,"-2"3"-2"0,-2-2-8 0,2 1-13 16,-4 2-2-16,1-1-22 0,-3 3-19 16,0 3-14-16,0 0-16 0,-1 1-15 0,7 3-10 15,-22 4-11-15,11 1-8 0,0 1-8 0,-3 4-4 16,1-1-12-16,3 0-7 0,1 1-4 0,3 3-2 15,-1-1-9-15,0 2 5 0,5-4-14 0,0 0-4 0,2 0-7 16,0-4 6-16,0-6-6 0,0 15-2 0,4-10 0 16,-2 1-4-16,4-3 2 0,0 2 0 15,-2-2-1-15,-4-3-4 0,13 1-2 0,-5-1 1 16,-8 0-1-16,13-6 0 0,-4 2-1 0,3-2 1 16,-2-1-4-16,-1-1 6 0,1-2-1 0,-2 2 15 0,1-6-8 15,3 0-1-15,-5 5 1 0,-1-1 13 16,3 2 4-16,-2 0 5 0,-2 4 6 0,1-3 0 15,-4 3-3-15,-2 4-10 0,5-6-6 0,-5 6-3 16,6-5-5-16,-6 5-1 0,0 0-1 0,0 0-3 16,0 0 6-16,-2 26-2 0,0-14 5 0,-5 5 3 15,1-1 12-15,1 0-1 0,-2 0-7 0,0 1-3 16,1 0 1-16,-1-2-5 0,1 1-3 0,0-1-3 16,0 0-1-16,2-3 0 0,1 0-4 0,-3-1-2 15,2 1-6-15,1-2 6 0,-2-1-2 0,1-2-17 16,4 0-29-16,0-7-1 0,-5 12-43 0,5-6-40 15,0-6-42-15,-2 7-42 0,2-7-61 0,0 0-56 0,0 0-174 16,0 0-534-16,0 0 237 0</inkml:trace>
  <inkml:trace contextRef="#ctx0" brushRef="#br0" timeOffset="-192745.01">26814 15372 157 0,'2'-5'240'0,"0"-1"3"0,-2 6-6 0,2-11-13 15,-2 11-16-15,3-6-20 0,-3 6-20 0,0 0-22 16,2-7-14-16,-2 7-12 0,0 0-3 0,0 0-11 16,0 0-7-16,2 24-9 0,0-15-7 0,0 2-3 15,1 1-7-15,-1 0 0 0,3 4-8 0,0 0-6 16,1 1-5-16,-2-1-4 0,1 0-1 16,-1-4-7-16,-2 5-1 0,4-2-4 0,-4-4-7 0,2 7-1 15,0-7 1-15,-1 1-6 0,-1-1 1 0,2 1-5 16,-6-4 0-16,4 2 5 0,-4-2-8 0,2-8 0 15,-4 10 3-15,1-2-1 0,-1-3-3 0,-2-1 0 16,0 1-15-16,0-2 4 0,6-3-13 0,-11 4-20 16,4-4-23-16,7 0-27 0,-16-4-34 0,7 1-40 15,-2-4-44-15,4 0-38 0,-2-2-206 0,1 1-475 16,0-3 210-16</inkml:trace>
  <inkml:trace contextRef="#ctx0" brushRef="#br0" timeOffset="-192588.64">26867 15398 34 0,'12'-7'182'0,"-3"-1"-4"16,2 5-11-16,1-2-12 0,5 2-7 0,1-2-8 16,1 1-8-16,0 3-15 0,2-3-3 0,-2 2-9 15,4-1-7-15,4 0-13 0,-8 3-6 0,-2 2-5 16,-5-2-13-16,1-2-24 0,-13 2-37 16,0 0-34-16,23 2-61 0,-23-2-52 0,10-2-125 0,-10 2-295 15,0 0 131-15</inkml:trace>
  <inkml:trace contextRef="#ctx0" brushRef="#br0" timeOffset="-191676.91">21862 15045 99 0,'0'0'180'0,"0"0"-15"16,0 0-1-16,-22 24 2 0,7-3-6 0,-7 5-10 16,-2 1-10-16,-11 7-14 0,1 6-8 0,-1-7-8 15,10-6-11-15,-11 11-5 0,9-13-11 0,-1 1-4 0,3-1-7 16,-2-1-4-16,-1-2-7 0,3-2-5 15,0-2-1-15,2-2-6 0,4-5-4 0,-3 3-5 16,3-5-4-16,3-3-2 0,-2 0-3 0,6-3 2 16,-2-3-1-16,1 1-7 0,-1-2 5 0,4-3-2 15,-1-1 3-15,0-2 2 0,2-1-1 0,1-6-3 16,-1-2-4-16,3-3-2 0,1 0-4 0,7-5-5 0,-2-5 1 16,4 2-2-16,3 2 4 0,1-2-5 15,4 4 0-15,2 1-1 0,-4 5-3 0,3 3 3 16,1 1-1-16,0 3 0 0,3 0-2 0,-2 5-5 15,-3 0 3-15,-1 3-6 0,1 2-1 0,0 2 2 16,0 1-4-16,4 5 2 0,-5-1 0 0,5 6-1 16,-3 2 1-16,0 0 3 0,0 2 1 0,3 6 2 15,-2-1-3-15,-2-7 5 0,3 8-1 0,-2-1 6 16,-3-6-2-16,0 1 30 0,-1 0-6 0,-1-2-1 16,1 3-5-16,-1-1 4 0,-2-2-10 0,2-2 1 15,-2-1-7-15,-2 1-17 0,1-3-23 0,-2 1-33 16,-1-4-38-16,1 1-46 0,-1-2-67 0,1-2-52 15,-3-4-149-15,3 9-443 0,-3-9 197 0</inkml:trace>
  <inkml:trace contextRef="#ctx0" brushRef="#br0" timeOffset="-191502.85">22036 15370 2029 0,'9'-5'67'0,"-2"-1"-42"0,0 1-7 0,-7 5-16 16,10-7-3-16,-10 7 0 0,10-6 7 0,-1 0-9 15,3 4 6-15,-1-3-3 0,1 2 4 0,2-1-2 16,-3 3 6-16,8-1-10 0,-6 2-10 0,0 2-30 16,-13-2-24-16,21 0-31 0,-14 2-40 0,1 2-19 15,-8-4-119-15,11 5-297 0,-11-5 132 0</inkml:trace>
  <inkml:trace contextRef="#ctx0" brushRef="#br0" timeOffset="-191341.17">22118 15459 68 0,'-12'3'177'0,"4"1"-1"0,-2-2-9 0,5 0-6 16,5-2-9-16,-10 3-12 0,10-3-12 0,-5 3-8 16,5-3-5-16,0 0-6 0,0 0-3 0,0 0-10 15,0 0-9-15,27-1-9 0,-13-2-10 0,4-1-27 16,-2 0-26-16,5 1-46 0,-3 0-50 0,3-3-44 16,1 1-46-16,-4 1-95 0,2-2-289 0,1-2 128 15</inkml:trace>
  <inkml:trace contextRef="#ctx0" brushRef="#br0" timeOffset="-190946.05">21459 14966 1602 0,'-1'-8'1'0,"0"-3"36"0,0 4 0 0,1 7 3 15,-2-10-6-15,2 10-14 0,-1-8-4 16,1 8-7-16,0 0 10 0,0 0 8 0,0 0 17 16,0 0 5-16,-4 23 1 0,3-5 7 0,-2 8-2 15,0 1 9-15,-1 4-4 0,-1 4-3 0,1 10 2 16,0 8-1-16,0-2 1 0,0 1 5 0,2 2-3 0,-2 1 2 15,3-2 28-15,-3 4-3 0,1-7-7 0,1 0-16 16,-1-1 7-16,0-1-9 0,1-16-1 16,2 4-2-16,-1-4-23 0,-3 1 13 0,3-2-5 15,-2 1-4-15,1-2-3 0,-2-1-7 0,0-2 2 16,-1 1-5-16,-3-3-2 0,-1 0-11 0,3-8-12 0,-3-1-31 16,2-3-33-16,0-1-33 0,0-2-29 0,1-2-35 15,2-4-47-15,1 0-42 0,3-4-196 16,0 0-479-16,0 0 212 0</inkml:trace>
  <inkml:trace contextRef="#ctx0" brushRef="#br0" timeOffset="-188999.37">21342 14850 2 0,'-8'-2'170'0,"8"2"-11"0,0 0-6 16,-6-3-17-16,6 3-12 0,0 0-13 0,0 0-12 15,0 0-8-15,18-12-7 0,1 6-11 0,14 1-3 16,5-2-8-16,17-3-3 0,7 3-3 0,-2-2-10 16,2-1-4-16,2 3-3 0,0 1-6 0,0-2-1 15,0 3-4-15,28-3-2 0,-32 3-1 0,3 0-3 16,3 0-2-16,28 1-3 0,-4-2 2 0,-23 4-3 16,25 1 3-16,-1-1-6 0,2 7-3 0,-29-4 0 15,33 0-3-15,0 0 3 0,-1 3-3 0,0-3 4 16,2 1-1-16,2-2-1 0,-2 1-6 0,0 1 1 15,3 2 0-15,-1-4 0 0,5 2 2 0,-5 0 1 16,2 0 3-16,-5 2-7 0,0-1-2 0,-1 0 0 16,-4 1 2-16,-26-3-2 0,32 8-3 0,-4-4 16 15,3 0-19-15,-7-6 7 0,4 8 4 0,-2 1 3 16,-29-6-11-16,30 4-2 0,-27-4 2 0,26 5 2 16,-31-3-3-16,5-1 5 0,-1-2-3 0,0-1 1 15,-2 5 1-15,-9-3 2 0,2 2-1 0,-5 2 1 16,-12-4-2-16,-2 3 4 0,2-2 0 0,-3-2 5 15,0 0 3-15,-3 3 4 0,-1-2-4 0,-5 2 2 16,-6-2-1-16,-2-2 3 0,-2 1-7 0,-2-1 4 16,-3 1 4-16,-2 1 2 0,-3-1 6 0,-7-1-1 15,14 1 3-15,-8-1 0 0,-6 0-6 0,13 0-2 16,-7 1-1-16,-6-1-3 0,13-1-2 0,-13 1 2 16,9-2-1-16,-9 2-5 0,0 0 2 0,11 1-1 15,-11-1-3-15,7-1-2 0,-7 1 0 0,9 2-4 16,-9-2 4-16,10 0-4 0,-10 0 5 0,17 0-1 15,-11 1-7-15,4-1 7 0,-1 0-3 0,2 2 1 16,2-2 0-16,-6 0-1 0,6 0 0 0,-1 0-1 16,-1 0 1-16,7 1-1 0,-1-1 0 15,0 3-1-15,4-1 0 0,7-1 2 0,-8 1 0 0,3-1-6 16,-3 2 3-16,0-2 6 0,0 2-7 0,-4 0 1 16,-2-3 0-16,-3 0 2 0,2 2 0 0,-1-2-2 15,-2 1 1-15,-1 0 1 0,3-1-1 0,1 0 1 16,1 0-4-16,3 1 3 0,4 1 1 0,0-1 0 15,-2 0-3-15,4-1 1 0,-1 1 2 0,-2 1-4 16,1-2 5-16,2 1-3 0,-4 1 3 0,1-1 3 16,-3-1 4-16,-4 1 0 0,7 1 0 0,-4-2 0 15,-2 2 0-15,5-2 3 0,0 0-1 0,-2 1-6 16,1 0 4-16,-1-1-1 0,-4 2 0 0,0-1-1 16,1 0 1-16,-1-1 1 0,-2 2-4 0,-4-2 6 15,-7 0-5-15,11 1-3 0,-3-1 3 0,-8 0-3 16,8 1-1-16,-8-1 2 0,0 0-4 0,11 1-1 15,-11-1 5-15,0 0-5 0,5 4 11 0,-1 0 1 16,-4-4 1-16,7 8-2 0,-7-8 1 0,5 6 3 16,-3-1 2-16,2 1-3 0,-2 1 1 0,1-1-1 15,-1 2-3-15,0 2 2 0,-2-3-2 0,4 3 1 16,-4 3-1-16,0-2 0 0,0 2 2 0,0-2-3 16,-4 6 4-16,2 1 3 0,-3-1-2 0,3-1 6 15,-2 1-1-15,0 1-6 0,-4-5 0 0,1 6 0 16,1-2 2-16,-1 1-1 0,-2 0 3 0,4 1-3 15,-1 0-1-15,-5 6 4 0,5-2 0 0,-4 1 1 16,1-6-3-16,0 6 3 0,2-4-4 0,-4 3-1 16,4 2 0-16,1-5-1 0,-4 3 0 0,3 0 1 15,1-4 0-15,0 5-3 0,-2 1 3 0,2-9-4 16,-1 4 2-16,3-2-5 0,-1-2 4 0,-1 2 0 16,1-1 2-16,0 1-1 0,1 0-6 0,0 0 8 15,1 0-3-15,-1-3 1 0,2 3-1 0,2-1-4 16,-2-4-1-16,4 2-1 0,-5 1 2 0,3-3 2 15,1-1-7-15,-2 5 3 0,0-4 4 0,1-1-3 16,0 1 0-16,1-2 3 0,-2 3 2 0,-1-6 1 16,2 5-1-16,-2-2-4 0,0 0 1 0,0-1 1 15,0 2-6-15,-2 2 4 0,-1-2 7 0,1-1-1 16,-1 5-6-16,3-6 1 0,-5 2-15 0,7 1 13 16,-5-1 2-16,1-2-3 0,2 2 3 0,0-2 2 15,-3 1-4-15,1-1 2 0,2 2-5 0,-1-2 5 16,-2 1-2-16,3 0 0 0,-4 0 7 0,3 0-1 15,-3-2-9-15,4 3 5 0,0-3 3 0,-2-1-2 16,0 2-4-16,0 1 1 0,-1-6 1 0,3 3 2 16,-4 1 0-16,1 0 0 0,-4-1-1 0,4-4 2 15,-4 2 2-15,-1 2-8 0,0-3 9 16,-1 0-1-16,-9 0-2 0,6-1 3 0,-6 0-2 0,3-2-37 16,-6 1 7-16,2-1 2 0,-8 0 0 0,10-2 3 15,-13-4 0-15,1 3 1 0,1-1 0 0,-1 2 3 16,-6-2-1-16,4 0 5 0,-7 2 0 0,-10-3-2 15,-4 0 3-15,-4 0-1 0,-5-1 1 0,2 0 4 16,-1 1-4-16,-26 1 6 0,21-4-5 16,-25 2-1-16,1-5 2 0,24 5-2 0,-23 0 3 15,-9 4-1-15,1-3 3 0,3 2-1 0,1-5-1 0,-5 8 0 16,1-2-2-16,-2 0 1 0,-1 4-2 0,0-7 1 16,2 0 2-16,-2-1 0 0,1 6-1 0,3-1 10 15,1-6-10-15,-1 3-3 0,32 1 4 0,-32-1-3 16,2 1 8-16,30 2-6 0,-31-5-3 15,3 3 7-15,-1-1-5 0,28 1 1 0,-26 2 1 16,1 1-5-16,26-2 4 0,-27 0-1 0,25 1 1 16,-23 0-5-16,25-1 5 0,-31 3 0 0,28-4 0 15,2 1-2-15,-26 0 2 0,26 1 0 0,-23-1 3 16,29 2-5-16,1-2 1 0,4 0-3 0,0-2 4 16,3 2 2-16,16-3-3 0,-2 3 1 0,-1-1 5 15,5 1-4-15,-1 0 2 0,3 1-4 0,2-1 4 16,-1 0-5-16,2 2 5 0,2-1 0 0,5-1-1 15,-5 2 6-15,-1-2-6 0,6 2-1 0,1-2 2 16,0 1-1-16,1 0-3 0,-1 2 3 0,1-1 0 16,1-1 1-16,1-1-3 0,4 1 2 0,-3-1 2 15,3 2 2-15,0-2-7 0,3 2 4 0,-1-2-3 16,4 2 2-16,-1-2 2 0,0 2 0 0,-1-1 0 16,10-1-1-16,-15 1 3 0,7-1-3 0,-1 1-1 15,-2-2 1-15,1 2 8 0,-2-2-8 0,-3 1-3 16,-2 1 1-16,3 2-1 0,-5-1 3 0,1-2 0 15,-2 0 0-15,3 0-1 0,-1 2 5 0,1 1-7 16,-2-3 2-16,0 1 2 0,5-1 1 0,0 0-3 16,1-1 0-16,2-2 4 0,-1 3-4 0,4 0 2 15,8 0 4-15,-12-3 4 0,4 2-9 0,8 1 5 16,-10 0-4-16,10 0 4 0,0 0-4 0,-9-2-3 16,9 2 5-16,0 0 4 0,-9-2-6 0,9 2 0 15,0 0 2-15,0 0-3 0,-12-4 1 0,12 4 2 16,0 0-7-16,0 0 7 0,0 0 1 0,-7 0-6 15,7 0 3-15,0 0-3 0,0 0-6 16,0 0-7-16,0 0-9 0,0 0-14 0,0 0-16 16,0 0-20-16,0 0-38 0,0 0-25 0,0 0-43 0,0 0-40 15,26-20-43-15,-16 11-154 0,7 0-452 0,5-7 200 16</inkml:trace>
  <inkml:trace contextRef="#ctx0" brushRef="#br0" timeOffset="-188627.5">21414 15918 137 0,'-3'8'139'0,"0"3"-16"0,1 1 1 15,-2-2-17-15,3 10-3 0,-5-1-15 0,1 5-1 16,-1-1-16-16,1 3-4 0,0-2 1 0,2-6-23 16,-1 7-29-16,1-6-22 0,-1-1-33 0,0-3-41 15,-1 4-99-15,0-2-191 0,0 0 85 16</inkml:trace>
  <inkml:trace contextRef="#ctx0" brushRef="#br0" timeOffset="-105563.26">18689 11213 10 0,'0'0'31'16,"0"0"-3"-16,0 0-5 0,0 0 0 0,0 0-4 16,0 0-1-16,1-6-3 0,-1 6-4 0,0 0-6 15,0 0 2-15,0 0-7 0,0 0-4 0,0 0 1 16,0 0-12-16,0 0-13 0,0 0-31 0,0 0 14 0</inkml:trace>
  <inkml:trace contextRef="#ctx0" brushRef="#br0" timeOffset="-93449.76">17826 11282 35 0,'27'3'25'15,"-14"-3"-25"-15,7 0-10 0,7 0-12 16,1 1 6-16</inkml:trace>
  <inkml:trace contextRef="#ctx0" brushRef="#br0" timeOffset="-93249.8">18259 11330 11 0,'54'7'29'0,"7"0"-36"0,1-1-7 0,2-2 2 16</inkml:trace>
  <inkml:trace contextRef="#ctx0" brushRef="#br0" timeOffset="-61083.96">18610 10881 8 0,'0'0'39'0,"0"0"-3"16,0 0 1-16,0 0-4 0,1-9-2 0,-1 9-2 15,0 0 2-15,0 0-2 0,0 0-3 0,0 0 1 16,0 0-1-16,0-8-3 0,0 8-7 0,0 0-5 16,0 0 14-16,0 0-2 0,0 0 1 0,0 0-3 15,0 0-2-15,-1-10 3 0,1 10-2 0,0 0-4 16,0 0 6-16,0 0-8 0,0 0 3 0,0 0-5 15,0 0 4-15,0 0-3 0,0 0 2 0,0 0-3 16,-3-7 0-16,3 7 0 0,0 0-3 0,0 0-3 16,0 0-12-16,-4-6 17 0,4 6 0 0,0 0-5 15,0 0 7-15,-4-6-3 0,4 6-5 0,0 0 4 16,0 0 2-16,-7-3-6 0,7 3-1 0,0 0-4 16,0 0 1-16,-12 1 5 0,12-1-10 0,0 0 1 15,-10 2 5-15,10-2 5 0,-8 4-7 0,8-4 2 16,-10 4-2-16,6 0 0 0,4-4 3 0,-10 7 5 0,5-3-2 15,-5 0-6-15,2 3 3 0,0-2-4 16,1 0 8-16,-4 3-2 0,2-2-5 0,2 0 8 16,-1-1 2-16,-1 1-9 0,1-3-4 0,3 3 6 15,-2-1 0-15,-1 0-2 0,2-1 4 0,-2 2-3 0,3-2 0 16,0 1 3-16,-3 0 0 0,8-5-13 0,-9 6 9 16,5-3 3-16,4-3 1 0,-7 7 7 15,0-3-16-15,7-4 9 0,-7 6-6 0,4-2 9 0,3-4-4 16,-6 4 3-16,6-4 5 0,-6 5-10 0,6-5-5 15,-5 7 1-15,5-7 8 0,-5 2-9 0,5-2 7 16,0 0-3-16,-6 4 2 0,6-4 0 0,0 0-6 16,-5 4 15-16,5-4-9 0,0 0 3 0,0 0-5 15,0 0 6-15,-7 4 0 0,7-4-3 0,0 0-6 16,0 0 7-16,0 0-5 0,0 0 6 0,0 0 2 16,0 0-4-16,0 0-5 0,0 0 0 0,0 0 1 15,0 0-3-15,0 0 1 0,0 0 0 0,0 0 4 16,0 0-5-16,0 0-3 0,0 0-5 0,15-19 2 15,-10 16-4-15,1-1 12 0,0 1-8 0,3-3-7 16,0 1-1-16,3-1 5 0,-3 1-9 0,3-1-3 16,0 1 3-16,-2 0-3 0,2 2 3 0,-1-3 1 15,0 2 2-15,0 0 7 0,0-2-9 0,-2 1 1 16,3 1 3-16,-2 0 3 0,-1-1 0 0,2 3 0 16,-2-4 4-16,2 3 6 0,-1-1-8 0,-4 0 2 15,3 0 4-15,-2 0 1 0,0 2-1 0,-7 2-5 0,11-5 7 16,-11 5 2-16,7-3-1 0,-7 3-2 15,7-4 4-15,-7 4 1 0,8-4-1 0,-8 4 0 16,0 0-1-16,7-2 7 0,-7 2-6 0,0 0 5 16,0 0 4-16,0 0 2 0,0 0-7 0,5-5 1 0,-5 5-5 15,0 0 0-15,0 0 1 0,0 0 0 16,0 0-1-16,0 0-3 0,0 0 4 0,0 0-7 16,0 0-8-16,0 0-11 0,-20 9-9 0,13-6-17 15,1 3-32-15,-2-5-89 0,-1 3 40 0</inkml:trace>
  <inkml:trace contextRef="#ctx0" brushRef="#br0" timeOffset="-59567.72">18151 11294 8 0,'0'0'45'0,"0"0"-8"16,0 0-4-16,1-7-2 0,-1 7-8 0,0 0 2 15,0 0-1-15,0 0-3 0,0 0-11 0,0 0 10 16,0 0-7-16,0 0 4 0,0 0-5 0,0 0-3 15,-6-12 0-15,6 12 3 0,0 0-5 0,-6-6-6 16,6 6 13-16,0 0-9 0,-7-4-5 0,7 4 6 16,0 0 1-16,-12-1-4 0,12 1 0 0,-9-2 3 15,9 2-2-15,-9-2 4 0,9 2 1 0,-9-1-2 16,9 1 3-16,-11-1-3 0,11 1-1 0,-12-2-3 16,12 2 9-16,-11-1-5 0,11 1 6 0,-9 0-2 0,9 0-5 15,0 0 2-15,-12-1 6 0,12 1 3 16,0 0-8-16,-10 0 4 0,10 0-1 0,0 0 4 15,0 0 0-15,0 0-3 0,0 0 5 0,0 0-2 0,-9-1 2 16,9 1 3-16,0 0-4 0,0 0 1 0,0 0-7 16,0 0 3-16,0 0 0 0,0 0-5 0,0 0 1 15,0 0 3-15,0 0 2 0,25-5-6 16,-9 5-5-16,6-2 0 0,9 2 2 0,-1 0 2 0,5 0-4 16,-1 0-2-16,3 0 6 0,0 2-7 0,-1-1 2 15,3 0 16-15,-1-1-16 0,-1 1-1 0,0-1-1 16,1 2 6-16,-2-1-10 0,5-1 7 0,-4 1-4 15,0 0 4-15,-1 5-3 0,-3-4 2 0,-1-1-8 16,1-1 4-16,-3 2 1 0,-1-1 0 0,-7 2-4 16,-2-3 1-16,0 4 5 0,-3-2 4 0,-4-1-6 15,1-1 0-15,-4 1 1 0,0-1 1 0,1 2 1 16,-5-2-2-16,-6 0 8 0,9 0-11 0,-9 0 7 16,10 0 10-16,-10 0-13 0,0 0 23 0,8 1 0 15,-8-1 9-15,0 0-15 0,0 0 5 0,7 2 6 16,-7-2-8-16,0 0-4 0,0 0-1 0,0 0 0 15,0 0 5-15,0 0-4 0,0 0-16 0,0 0 11 16,0 0 0-16,0 0 0 0,0 0-5 0,0 0-2 16,-20-12 3-16,20 12-6 0,-7-3 7 0,7 3-2 15,-7-2-1-15,7 2 0 0,0 0-2 0,-10-3 3 0,10 3-4 16,0 0-5-16,-9-2-4 0,9 2 10 16,0 0-10-16,0 0 4 0,0 0-16 0,0 0-9 15,0 0 0-15,0 0-25 0,-11 2-19 0,11-2-17 16,0 0-87-16,-9 5-188 0,4-2 84 0</inkml:trace>
  <inkml:trace contextRef="#ctx0" brushRef="#br0" timeOffset="-57872.47">12875 10946 29 0,'0'0'56'0,"0"0"-5"0,0 0-8 0,0 0-5 16,0 0 1-16,0 0-7 0,0 0-1 0,0 0 4 16,0 0-7-16,0 0 5 0,0 0-10 0,0 0 3 15,0 0-10-15,0 0 4 0,0 0-2 0,0 0 0 16,0 0-5-16,0 0 1 0,0 0-7 0,0 0 2 15,0 0-3-15,0 0-2 0,0 0 1 0,0 0 10 16,0 0-8-16,0 0-2 0,0 0 0 0,0 0-1 16,0 0-4-16,0 0-5 0,0 0 10 0,0 0-6 15,-27-3 1-15,27 3 1 0,0 0 10 0,-13 2-9 16,6-1-3-16,7-1-2 0,-12 3 8 0,12-3-6 16,-15 2-3-16,6 1 6 0,0-3 1 0,2 1-3 15,7-1 0-15,-16 3 0 0,7-3-4 0,0 1 1 16,3 0 7-16,-6-1-4 0,12 0 3 0,-15 0-1 15,7 0-3-15,8 0 1 0,-12 2 2 0,12-2 2 16,-12 0-5-16,12 0 5 0,0 0-9 0,-9-2 4 16,9 2 6-16,0 0-6 0,0 0 2 0,0 0 2 15,-11 0 1-15,11 0 0 0,0 0 2 0,0 0-6 16,0 0 2-16,0 0-1 0,0 0 4 0,0 0-2 16,0 0 2-16,-9 2-2 0,9-2-4 0,0 0 4 15,0 0-2-15,0 0 5 0,0 0-3 0,0 0-1 16,0 0-6-16,28 6 18 0,-15-5-3 0,-1 1 4 0,9 0-6 15,-2 0 0-15,2 0 5 0,9 0-3 16,1 1-1-16,2-2-4 0,2 1 4 0,-1 0 0 16,-1-2-7-16,3 2 5 0,-3-1 5 0,3 0-8 15,-4 0 3-15,3 1 1 0,-3-2-1 0,1 0 2 0,-5 2 0 16,1-4-14-16,-9 2 17 0,-1 0-3 0,0 0-3 16,0 0 7-16,-6 0-4 0,-1 0 3 0,-1 0-11 15,-5 0 10-15,-6 0 4 0,12 3 5 16,-12-3 10-16,7-1 8 0,-7 1 5 0,0 0 7 0,8 1-12 15,-8-1 7-15,0 0-5 0,0 0-7 0,0 0 0 16,0 0-11-16,0 0-4 0,0 0-2 0,0 0 0 16,0 0-12-16,0 0-18 0,0 0-21 0,0 0-31 15,0 0-31-15,-27 6-111 0,14-4-224 16,1 0 101-16</inkml:trace>
  <inkml:trace contextRef="#ctx0" brushRef="#br0" timeOffset="-55990.83">12699 11152 39 0,'0'0'53'0,"-8"5"-2"0,8-5-6 16,0 0-8-16,0 0-2 0,0 0-2 0,-7 2-3 15,7-2 1-15,0 0-7 0,0 0-4 0,-8 3-3 16,8-3 4-16,0 0-2 0,0 0-9 0,0 0 5 16,0 0 0-16,0 0-1 0,0 0 0 0,0 0-3 15,0 0-3-15,0 0 0 0,0 0-1 0,0 0-7 16,0 0 6-16,0 0-4 0,0 0 3 0,0 0 1 16,-8 2-4-16,8-2 7 0,0 0-10 0,0 0 10 15,0 0-6-15,0 0-3 0,0 0-2 0,0 0 5 16,0 0-5-16,0 0 7 0,0 0-5 0,0 0 1 15,0 9-2-15,0-9 3 0,0 0 2 0,0 0-4 16,0 0-3-16,0 10-7 0,0-10 5 0,0 0 3 16,0 0 2-16,0 0-3 0,0 0 3 0,2 10 6 15,-2-10-5-15,0 0 3 0,2 4-2 0,-2-4-4 16,0 0 4-16,0 0 3 0,5 7-3 0,-5-7 4 16,0 0-9-16,5 3 3 0,-5-3 2 0,0 0-4 15,4 5 2-15,-4-5 2 0,0 0-3 0,7 3 0 16,-7-3-2-16,0 0 6 0,6 4 2 0,-6-4-7 0,10 4 2 15,-10-4 0-15,0 0-2 0,4 3-5 0,-4-3 1 16,0 0 3-16,5 4 0 0,-5-4-2 16,0 0-6-16,8 2 9 0,-8-2-5 0,0 0-12 15,5 5-4-15,-5-5-3 0,9 6-4 0,-9-6-15 0,5 3-26 16,-5-3-76-16,4 5 34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6:47:19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17985 5028 39 0,'0'0'54'0,"6"3"-15"16,-6-3 1-16,0 0-2 0,0 0-2 0,0 0-1 15,0 0-5-15,4 3-4 0,-4-3 3 0,0 0 5 16,0 0-7-16,2 7 0 0,-2-7-6 0,0 0 9 15,0 0 8-15,5 7 0 0,-5-7 0 0,3 5-14 16,-3-5-3-16,0 0 2 0,4 7 5 0,-4-7-3 16,2 6-5-16,-2-6 4 0,0 0 10 0,4 6 6 15,-4-6 4-15,3 6 7 0,-3-6-22 0,0 0 7 16,2 6-7-16,-2-6 2 0,0 0-7 0,8 5 2 16,-3-3 4-16,-5-2 0 0,12 1 9 0,-6 0 0 15,-6-1-5-15,13 2-1 0,-13-2-2 0,10-2-5 16,-10 2-3-16,8 0-1 0,-8 0-5 0,9-4 0 15,-1-1 0-15,7-6-4 0,6-6-12 0,6-5-15 16,10-16-22-16,6-1-4 0,20-17-36 0,-17 12-30 16,25-18-99-16,-6 3-222 0,6-2 99 15</inkml:trace>
  <inkml:trace contextRef="#ctx0" brushRef="#br0" timeOffset="1856.4">15711 6632 33 0,'0'0'22'0,"0"0"-15"0,0 0-10 0,0 0-8 16,0 0-9-16,0 0 4 0</inkml:trace>
  <inkml:trace contextRef="#ctx0" brushRef="#br0" timeOffset="3509.62">18893 6542 2 0,'0'0'54'0,"0"0"-8"16,0 0-14-16,0 0-9 0,0 0-15 0,0 0-9 16,0 0-14-16,0 0-11 0,0 0-26 15,0 0 12-15</inkml:trace>
  <inkml:trace contextRef="#ctx0" brushRef="#br0" timeOffset="18959.47">15067 11550 50 0,'0'0'86'0,"-13"0"-26"0,13 0-13 15,-9 0-6-15,9 0-7 0,0 0-6 0,-5 8-10 16,5-8-19-16,0 7-13 0,0-7-45 0,1 12-63 15,-1-12 29-15</inkml:trace>
  <inkml:trace contextRef="#ctx0" brushRef="#br0" timeOffset="20449.91">20464 10835 85 0,'0'0'119'0,"0"0"-2"16,0 0 1-16,0 0-6 0,0 0 1 0,0 0-3 15,0 0 0-15,0 0-4 0,0 0-3 0,0 0-2 16,0 0-2-16,4 6-4 0,-4-6 0 0,0 0-9 15,0 0-6-15,0 0-6 0,0 0-2 0,0 0-7 16,0 0-5-16,0 0-7 0,0 0-2 0,0 0-4 16,0 0-3-16,0 0-1 0,0 0-3 0,0 0 3 15,0 0 2-15,0 0-2 0,0 0-2 0,3 8 4 16,-3-8-3-16,0 0 1 0,3 6-1 0,-3-6-2 16,1 7-1-16,-1-7-2 0,2 10-6 0,-2-10 0 15,1 14-3-15,-1-10-2 0,0-4-4 0,1 10 6 16,-1-10-8-16,3 7-2 0,-3-7-3 0,1 7 8 15,-1-7-6-15,1 10 2 0,-1-10-5 0,0 8 0 16,0-8-2-16,0 0 2 0,0 7 0 0,0-7-7 16,0 0 0-16,0 0 2 0,0 0-3 0,0 0-1 15,0 0 0-15,0 0 0 0,3 7-3 0,-3-7 2 0,0 0-2 16,19-15-1-16,-5 1-9 0,9-9-12 16,-1-6-21-16,10-12-18 0,4-3-26 0,1-3-25 15,1-1-42-15,17-24-31 0,-19 21-48 0,8-20-131 16,-3-2-391-16,-3-2 173 0</inkml:trace>
  <inkml:trace contextRef="#ctx0" brushRef="#br0" timeOffset="40698.81">19089 15286 7 0,'0'0'107'0,"0"0"-8"0,0 0-11 15,0 0-7-15,11 0-15 0,-11 0-4 0,0 0-2 16,0 0-14-16,0 0 12 0,0 0-20 0,0 0-4 16,0 0 3-16,0 0-11 0,0 0-26 15,0 0-9-15,0 0-9 0,0 0-21 0,0 0-17 0,0 0-59 16,0 0-124-16,0 0 55 0</inkml:trace>
  <inkml:trace contextRef="#ctx0" brushRef="#br0" timeOffset="41242.54">18773 16967 9 0,'0'0'55'0,"0"0"-2"15,0 0-5-15,0 0-2 0,0 0-5 0,0 0-1 16,0 0-6-16,0 0-8 0,0 0 2 15,0 0-4-15,0 0-11 0,0 0-3 0,0 0-11 0,0 0-11 16,0 0-4-16,0 0-14 0,0 0-32 0,0 0-66 16,0 0 29-16</inkml:trace>
  <inkml:trace contextRef="#ctx0" brushRef="#br0" timeOffset="48148.24">17183 16052 25 0,'0'0'48'16,"0"0"-4"-16,0 0-4 0,0 0-9 0,0 0 4 16,0 0-13-16,0 0-3 0,0 0-3 0,0 0-9 15,0 0-12-15,0 0-23 0,0 0-15 0,13 18-46 16,-13-18 21-16</inkml:trace>
  <inkml:trace contextRef="#ctx0" brushRef="#br0" timeOffset="95518.15">26798 4950 163 0,'4'-11'166'0,"-4"5"-7"0,2-2 6 0,-2 8 0 16,-2-11-4-16,2 11-11 0,-4-12-7 0,2 7-9 15,2 5-7-15,-5-10-8 0,1 5-12 0,0 0-11 16,-6 0-9-16,5-1-7 0,-1 4-8 0,-5-1 21 15,-1-1-8-15,2 3-7 0,-1 1-8 0,-3 1-9 16,-2 3-7-16,0 1 0 0,1 3-9 0,-3 1-3 16,4 5-7-16,0-1-3 0,1 1-2 0,-3 8-2 15,5-8-6-15,2 3-1 0,2 1-1 0,1-2-4 16,3 1-1-16,3-2-1 0,0 1-4 0,0-5-1 16,3 1 4-16,1-1-6 0,2-1 2 0,2 0-2 15,-1 0-2-15,-1-4-2 0,3 1-2 0,0 0 2 16,0-1-3-16,0-2 2 0,1 0-4 0,-2-2 4 15,1-1 0-15,-9-1 8 0,14 0-4 0,-14 0 2 16,11-1-1-16,-7-3 3 0,-4 4-2 0,9-8 1 16,-5 4-1-16,1-2 2 0,-2-3-3 0,-1 2 1 15,0 0 0-15,0-1 1 0,-2 1 5 0,0 7-2 16,4-13-3-16,-4 13 1 0,1-7-2 0,-1 7-5 16,0-9-2-16,0 9-4 0,0 0 0 0,0 0 3 15,0 0-6-15,0 0 5 0,18 14 4 0,-9 3 6 16,4 6 3-16,-1 3-1 0,0 4-1 0,-3 0 2 15,1 2-5-15,1 3 1 0,1-1-8 0,-4 2 13 16,1 9-1-16,-3-12-1 0,-1-1-2 0,-2 0 5 16,1-3-4-16,-3-1 1 0,-1 1-3 0,0-4 5 15,0-6-4-15,-3 0-1 0,-2-1-2 16,1-1 4-16,-3-1-1 0,1-3-3 0,-3 0 2 16,1-3-2-16,0-1 3 0,1-1-7 0,-1-1-9 0,-2-3-5 15,1-2-13-15,9-2-5 0,-20-2-9 0,20 2-10 16,-22-7 0-16,10 0-1 0,1-5-4 0,-1-4 2 15,6 1 5-15,-1-3 0 0,5-1 6 0,2-6 7 16,0 1-2-16,4-3 3 0,1-2 7 0,6 3-1 16,0 0 4-16,0-2 0 0,5 3 4 0,-2 0-1 15,2-1 6-15,1 0-1 0,2 7 1 0,-3-3 0 16,3 0 4-16,2-1 0 0,-4 0-1 0,4 1 2 16,-1 1 2-16,0 0-4 0,3 2-4 0,-5 0 10 15,2-1 2-15,0-1-1 0,-7 4-2 0,-1 2 2 16,1 2 3-16,1-2 2 0,1-5-4 15,-3 5-1-15,-5 2 2 0,2-3 8 0,-5 5-9 16,0 0 1-16,-4 1 3 0,2 0 1 0,-2 10 10 16,-2-16 13-16,2 11 3 0,0 5-3 0,-4-9-1 0,4 9-3 15,-9-1-3-15,9 1-3 0,0 0 2 0,-19 14 1 16,7-1-3-16,1 3-1 0,1-1 0 0,-1 6-4 16,3-4 3-16,-2 1-1 0,5-2-2 15,-1 3-3-15,4-2 1 0,0-1 0 0,1-3-3 16,1-4-1-16,1 2 2 0,1-2-1 0,2 1-3 15,-2-3 2-15,-2-7 0 0,9 10 1 0,-5-6 0 16,-4-4 1-16,12 7 10 0,-5-5-1 0,-7-2 2 0,18-1-1 16,-18 1 1-16,15-4 0 0,-6 0 0 15,1-1-1-15,-1-2 1 0,-1 2-1 0,2-1 0 0,-6-3 1 16,0 1-3-16,-4 8 3 0,5-19-6 16,-1 10 9-16,-4 0-1 0,0 9-2 0,2-20-2 15,-2 9 2-15,3 2-6 0,-4 1 0 0,1 8-3 16,0 0-4-16,1-15-1 0,-1 15 0 0,0 0-1 15,0-7-3-15,0 7-5 0,0 0 3 0,0 0 0 16,0 0 2-16,0 0-2 0,9 17 5 0,-9-17-4 16,9 18 3-16,-7-9-2 0,5 1 0 0,-3 1-1 15,3-1 1-15,-2-3 1 0,-1-1 1 0,3 0 1 16,-1 1-1-16,-6-7 1 0,14 9 1 0,-9-6-4 16,3-1 3-16,-3-1 0 0,4-1-2 0,2-1 3 15,0-1 3-15,-1-3 0 0,1 0 0 0,-1-2-1 0,2 0 0 16,-3-2 1-16,0 1-4 0,0-2 1 15,-2 1 0-15,1-2-3 0,-1-2 6 0,0 1-4 16,-2-2 2-16,2-2-2 0,-5 5 0 0,0 2-6 16,0-1 9-16,0 5-2 0,-2 5-5 0,3-10 0 15,-1 5-1-15,-2 5-2 0,5-7 0 0,-5 7-1 16,0 0 4-16,0 0-1 0,0 0 6 0,8 15-1 16,-7-8 2-16,1 1 0 0,-2 0-1 0,4 0 1 15,0 2-3-15,-3-4 0 0,1 2-1 0,0-3-2 16,-2-5 6-16,7 9-6 0,-4-6 6 0,-3-3-4 15,4 5 2-15,-4-5 1 0,4 6-2 0,-4-6 3 16,0 0 1-16,6 4 2 0,-6-4-2 0,0 0 3 16,0 0-4-16,0 0 2 0,15-8-2 0,-13 3 0 15,-2 5 0-15,7-8-2 0,-7 8-1 0,4-6 0 16,-4 6-4-16,0 0 0 0,7-5 1 0,-7 5-5 16,0 0 4-16,11 2-1 0,-11-2 1 0,9 4-1 15,-3 0 4-15,-1 1 3 0,1-1-7 0,0 2 2 16,3 2 2-16,-5-3 2 0,4 1-2 0,-2 1 0 15,0-1 2-15,-1-1-1 0,-1 1-2 0,3-3-18 16,-3 1-21-16,-4-4-27 0,11 4-29 0,-11-4-33 16,0 0-48-16,5 7-37 0,-5-7-212 15,0 0-461-15,0 0 204 0</inkml:trace>
  <inkml:trace contextRef="#ctx0" brushRef="#br0" timeOffset="95673.6">27443 4893 177 0,'-5'-5'213'0,"5"5"-21"16,-4-6-10-16,4 6-13 0,0 0-15 0,-3-8-12 15,3 8-14-15,0 0-15 0,-2-6-12 0,2 6-12 16,0 0-26-16,0 0-36 0,0 0-37 0,18-15-61 0,-8 11-64 16,1-1-121-16,0-1-277 0,3 0 123 0</inkml:trace>
  <inkml:trace contextRef="#ctx0" brushRef="#br0" timeOffset="95949.55">27761 4864 39 0,'5'2'178'0,"-5"-2"-7"0,7 4-13 16,-7-4-15-16,9 3-12 0,-9-3-15 0,11 2-10 16,-11-2-10-16,11 4-15 0,-11-4-28 0,11 3-22 15,-11-3-24-15,0 0-8 0,17 0-22 0,-17 0-29 16,15-2-13-16,-15 2-6 0,14 0-2 0,-14 0 8 15,10 2 13-15,-10-2 17 0,5 6 23 0,-5-6 29 16,0 0 13-16,2 13 18 0,-2-13 20 0,-2 14 13 16,2-14-7-16,-8 17 1 0,5-9 0 0,-1 1 4 15,-3-1 2-15,4 1 1 0,-1-2-7 0,1-3-7 16,2 4-9-16,1-8 2 0,-3 10 2 0,3-10-1 16,3 7 3-16,-3-7-18 0,4 9-8 0,-4-9-25 15,14 1-42-15,-14-1-54 0,29-8-74 0,-16 4-154 16,14-7-335-16,1-1 147 0</inkml:trace>
  <inkml:trace contextRef="#ctx0" brushRef="#br0" timeOffset="97056.68">29066 4473 34 0,'0'0'207'0,"-3"-7"-4"16,3 7 1-16,-4-9-6 0,4 9 17 0,-7-4-12 16,7 4-9-16,-7-5-16 0,7 5-16 0,0 0-18 15,0 0-10-15,-15 5-13 0,10 2-9 16,-1 0-8-16,0 4-9 0,1 0-8 0,-1 8-8 15,1-2-4-15,-1-1-10 0,4 0-11 0,0 0-3 16,2 0-5-16,1-3-6 0,3 1-4 0,-2-2-1 0,5-1-4 16,-2-1-5-16,-1-2 1 0,2 1 1 0,0 0 9 15,2-5 0-15,0 0 12 0,1 0-5 0,-1 0-3 16,1-3 1-16,-1 0-3 0,0-1 1 16,-8 0-4-16,18-6-1 0,-7 0 0 0,-2 1-1 15,1-3-7-15,-2-1 0 0,-3 0-7 0,3-1-5 16,-3-2-12-16,-2-3 13 0,-1-2-4 0,-2 3-2 15,-2-4 2-15,-2 3-7 0,-3-2 0 0,1 3-3 0,-3 1-5 16,3 3-8-16,-2 0 18 0,2 3-13 0,-2-1-2 16,-2 3-1-16,2 1-12 0,3 2-6 15,-3-2-20-15,8 4-18 0,-18-2-15 0,9 4-22 0,-1 0-21 16,0 2-20-16,2 1-27 0,2-1-31 16,1 1-29-16,1 2-8 0,4-7-151 0,-4 7-422 0,4-7 186 15</inkml:trace>
  <inkml:trace contextRef="#ctx0" brushRef="#br0" timeOffset="97666.68">29243 4423 139 0,'0'0'169'15,"8"-4"-6"-15,-8 4-7 0,0 0-3 0,0 0-10 16,0 0 6-16,0 0 1 0,10 6-5 0,-10-6-7 16,3 9-6-16,0-1-10 0,-1 0-5 0,3 2-9 0,-4 0-9 15,3-1-14-15,0 1-5 0,1-1-9 16,0 1-2-16,2-1-5 0,0 1 8 0,1-5 8 15,0 1-1-15,2 2-8 0,1-5 3 0,1 1-1 16,1-2-6-16,-2 0-3 0,2-2-13 0,1-4 4 16,-1 0-5-16,0-1 0 0,-2-1-5 0,-1 0-6 15,2 1-2-15,-3-3 0 0,-1-1-9 0,-1 1 1 0,-1-1-6 16,1 0-5-16,-3-1 0 0,0-1-2 16,0-2 1-16,-2 0-1 0,-1 4-4 0,-1-4-6 15,0 4 2-15,0-1 2 0,3 5-1 0,-3 5 0 16,0-12-2-16,0 12-3 0,0-8-2 0,0 8-2 15,0 0-5-15,0 0-1 0,1-7 1 16,-1 7 2-16,0 0 0 0,0 0-2 0,0 0 2 0,10 25 3 16,-6-16-3-16,1 2 1 0,-1-3 3 0,2 3-2 15,-2-5 2-15,3 5-3 0,-1-3 3 0,2-1 5 16,1 2-2-16,-3-5-6 0,2 1 4 0,2-1-3 16,0 0 2-16,0-1 3 0,2-3 1 0,-2 0-2 15,3-3 1-15,-2 2 0 0,0-2-5 0,0-1 5 16,2-2 0-16,-4-1-3 0,0 1 3 0,0 0-3 15,0-4 0-15,-3 1 0 0,-1 0 1 0,-1-1 1 16,2 0-1-16,-3 0-3 0,1-3 0 16,0-1 1-16,-2 2-1 0,0-2-4 0,-1-1 0 0,-1-1 2 15,1 1 0-15,0 2 4 0,-1 4 4 0,0 1 0 16,0 1 7-16,0 7-1 0,-1-10 1 0,1 10-3 16,0 0-5-16,1-11-5 0,-1 11-1 0,0 0 3 15,0 0 1-15,0 0-18 0,0 0 19 0,0 0 12 16,12 19-1-16,-7-8 4 0,-3 1-7 15,4 6-11-15,-3-6 19 0,4 5-7 0,-2-2 1 0,0-2-11 16,1 2 14-16,0-3-2 0,-3 1-11 0,1-2-20 16,0 0-25-16,0 1-38 0,1-1-32 0,-2-1-41 15,-3-10-48-15,5 15-37 0,-3-10-45 0,-2 7-165 16,0-12-484-16,2 9 214 0</inkml:trace>
  <inkml:trace contextRef="#ctx0" brushRef="#br0" timeOffset="98020.34">29895 4355 115 0,'4'-5'146'0,"-4"5"-12"16,7-5-14-16,-2 1-14 0,5 1-9 16,-3-3-17-16,4 1-28 0,1-1-24 0,4-4-15 15,0 1-27-15,1 3-22 0,1-5 0 0,-3 4-19 16,2-3 6-16,-3 2 1 0,-3 1 10 0,-3 0 18 15,1 0-1-15,-2-1 14 0,0 1 25 0,-4 0 22 16,2-1 10-16,-3-1 12 0,0 1 14 0,-2 8 15 16,2-13 15-16,-2 13 2 0,1-8 10 0,-1 8 0 15,2-8 3-15,-2 8-9 0,0 0-7 0,0-10-11 16,0 10-15-16,0 0-4 0,0 0 15 0,0 0 27 16,0 0 3-16,9 36-3 0,-4-12 1 0,1 1-5 15,-2 2-11-15,1-1-4 0,-2-1-13 0,2 0-4 16,-1 2-7-16,1-7-2 0,-3-1-20 0,1 2 0 15,-1-2-6-15,0-1-1 0,0 0-23 0,1 0-25 16,-2-1-24-16,2-5-27 0,-2-1-33 0,-1-11-31 16,1 14-34-16,-1-14-31 0,0 0-29 0,-1 14-19 15,1-14-149-15,0 0-411 0,0 0 182 0</inkml:trace>
  <inkml:trace contextRef="#ctx0" brushRef="#br0" timeOffset="98232.59">30143 4339 109 0,'0'0'128'0,"10"-1"8"0,-10 1 1 15,0 0 12-15,16 3-9 0,-11 1-5 0,-5-4-11 16,8 5-6-16,-5 1 1 0,1-3 2 0,-4-3-4 16,5 10-10-16,-5-10-10 0,2 12-8 0,-2-12-15 15,0 0-15-15,-8 17-25 0,3-8-17 0,0-2-26 16,-2-2-29-16,1 1-19 0,6-6-24 15,-6 8-29-15,6-8-24 0,-8 5-130 0,8-5-285 0,0 0 126 16</inkml:trace>
  <inkml:trace contextRef="#ctx0" brushRef="#br0" timeOffset="98724.46">30279 4320 123 0,'0'0'161'0,"15"12"-14"0,-15-12-7 0,2 7-1 16,-2-7-5-16,4 8 4 0,-4-8-16 0,4 10-7 15,-4-10-11-15,5 7-12 0,-5-7-5 0,0 0 5 16,8 6 7-16,-8-6-8 0,0 0 4 0,10 3-8 16,-10-3-2-16,0 0-13 0,14-7-2 0,-14 7-11 15,16-9 0-15,-11 2-10 0,0 0 3 0,-1 2 2 16,-4 5 1-16,7-13-3 0,-3 6-2 16,0-2-5-16,0 1-3 0,-2-1 1 0,0 2-3 15,0 1-6-15,-2 6 0 0,2-10-9 0,-2 10 6 16,2-8-1-16,-2 8-6 0,1-8 0 0,-1 8-6 15,0 0-2-15,4-6-4 0,-4 6 2 0,0 0-1 16,0 0 4-16,0 0-5 0,0 0-1 0,14 21-2 0,-9-15-1 16,-1 0-2-16,3-1-1 0,0 1 4 15,-7-6-4-15,12 10 2 0,-3-6 2 0,-3-2-4 16,-6-2 0-16,15 6 3 0,-2-8-2 0,-13 2 2 16,23-4-5-16,-12-1 4 0,-1 1-1 0,0-1 1 15,-1-3-4-15,0 3 3 0,-4-1-4 0,0-2 0 16,0-1 1-16,-1-1 0 0,-1 2-3 0,0-1 2 15,2-2-1-15,-2 0-2 0,-2 1 3 0,-2-1-3 16,2 1 4-16,-1-1-6 0,0 1 5 0,0 10-1 16,0-13-1-16,0 13 3 0,0-9-3 0,0 9-1 15,0-6-6-15,0 6 1 0,0 0-1 0,0 0 3 16,0 0 5-16,0 0-4 0,8 18 4 0,-4-11 0 16,-2 4-2-16,2-1 3 0,-1 1-5 0,-1 0 2 15,2 0 9-15,1-1-14 0,-2 1-19 0,-1-2-28 16,1 0-28-16,-1 0-35 0,-2-9-34 0,4 13-31 15,-1-7-32-15,-3-6-188 0,3 11-435 16,-3-11 193-16</inkml:trace>
  <inkml:trace contextRef="#ctx0" brushRef="#br0" timeOffset="99065.58">30670 4228 130 0,'0'0'116'0,"0"0"-13"0,6-5-16 0,-6 5-5 15,0 0-6-15,17-4-31 0,-8 0-20 0,4 2-10 16,3-2-23-16,3 0-16 0,0-1 0 16,2 0-3-16,-2-1 2 0,2 1 8 0,-1-1 0 15,-2 0 5-15,0 1 4 0,-3 0 19 0,-1-1 18 16,-2 2 23-16,-1-2-5 0,1 0 6 0,-5 0 10 16,1-1 18-16,-2 1 14 0,1 2 12 0,-2-1 1 15,-1 0 3-15,-4 5 6 0,6-7 4 0,-1 3 2 16,-5 4-5-16,4-5-12 0,-4 5-9 0,0 0-11 15,0 0 12-15,0 0 22 0,13 11-12 0,-9 1 0 16,2 5-1-16,0 9-11 0,2 1-4 0,-3-1-12 16,0 1-6-16,1-1-7 0,0-1-6 0,-1 1-3 15,-1-7-10-15,0-2-17 0,-2-6-18 0,1 5-29 16,-3-4-21-16,1-3-25 0,-1-9-26 0,3 14-32 16,-3-14-18-16,0 0-36 0,0 0-32 0,0 15-26 15,0-15-123-15,0 0-386 0,0 0 171 0</inkml:trace>
  <inkml:trace contextRef="#ctx0" brushRef="#br0" timeOffset="99248.64">31012 4147 45 0,'2'-13'129'16,"-2"13"-3"-16,1-11-13 0,-1 11 1 0,0 0 5 16,0 0 6-16,6-6-1 0,-6 6-11 0,0 0 9 15,0 0-1-15,0 0 1 0,14 17-18 16,-11-6-2-16,-3-11-15 0,5 12-2 0,-1-2-12 15,-3-4-8-15,2 4-4 0,-3-10-32 0,1 15-34 16,0-7-29-16,-1-8-39 0,3 11-37 0,-3-11-48 16,5 13-109-16,-5-13-288 0,0 0 127 0</inkml:trace>
  <inkml:trace contextRef="#ctx0" brushRef="#br0" timeOffset="99426.49">31178 4217 114 0,'0'0'140'15,"0"0"-7"-15,8 6-3 0,-8-6-6 0,0 0 3 16,0 0-6-16,0 0-3 0,0 0-13 0,0 0-10 16,0 0-3-16,0 0-6 0,0 0-10 0,0 0-13 15,0 0-9-15,0 0-19 0,0 0-20 0,0 0-27 16,0 0-27-16,0 0-38 0,0 0-16 0,0 0-17 16,4-17-11-16,-4 17-75 0,0 0-213 15,0 0 94-15</inkml:trace>
  <inkml:trace contextRef="#ctx0" brushRef="#br0" timeOffset="99611.61">31258 4166 73 0,'3'8'136'0,"-3"-8"-5"16,0 0-4-16,0 0-6 0,4 9-13 0,-4-9 1 16,0 0-9-16,7 6-5 0,-7-6 2 0,0 0-12 15,10 7-8-15,-10-7-7 0,0 0-10 0,15-1 5 16,-15 1-17-16,17-4-9 0,-17 4-26 0,0 0-24 15,0 0-30-15,18-2-4 0,-18 2-34 0,0 0-17 16,0 0-18-16,1 9-81 0,-1-9-211 0,0 0 93 16</inkml:trace>
  <inkml:trace contextRef="#ctx0" brushRef="#br0" timeOffset="99916.68">29906 4940 70 0,'90'-27'143'0,"1"1"-10"0,4-4 9 15,0 0-11-15,4 3-7 0,-5-3 8 0,1 3-12 16,-2 3-3-16,-4 0-10 0,-28 8-13 0,27-4-10 16,-33 6-9-16,-2 2-6 0,-1 3-7 0,-19 6-14 15,0 0-23-15,-7 3-30 0,-7-2-23 0,-6 4-27 16,-3 0-36-16,-2-1-21 0,-8-1-20 0,3 12-78 16,-3-12-226-16,-15 17 101 0</inkml:trace>
  <inkml:trace contextRef="#ctx0" brushRef="#br0" timeOffset="100316.09">30196 5205 78 0,'-8'8'197'0,"-1"-3"2"0,0 2 6 15,-2 0 2-15,0-2-3 0,-3-2-5 16,3 2-1-16,-2-1-7 0,-5-2-8 0,5 1-11 0,13-3-8 16,-25 2-4-16,12-2-6 0,13 0-1 15,-18-2-15-15,18 2-9 0,-15-4-18 0,15 4-14 16,-9-10-15-16,9 10-6 0,-1-13-11 0,1 13-4 16,0 0-8-16,20-21-12 0,-9 14 1 0,1 3-7 15,6-2-3-15,1 3-6 0,-2 2-1 0,3 1-5 16,-3 2-1-16,-1 3-4 0,0 2 1 0,-4-1-2 15,-3 2 0-15,4 3-3 0,-5-1 0 0,-3-1 1 16,1 2 3-16,-2-1 1 0,-1 1 0 0,-3-11 8 16,1 24-2-16,-2-13-2 0,-4 0 2 0,5-11-3 15,-13 26-7-15,5-16-9 0,-3 3-5 0,-1-2-18 16,1-4-20-16,-1-2-31 0,1 1-34 0,-3-4-50 16,14-2-60-16,-31 2-55 0,19 1-247 0,12-3-560 15,-20-7 248-15</inkml:trace>
  <inkml:trace contextRef="#ctx0" brushRef="#br0" timeOffset="100603.7">30277 5312 23 0,'0'0'220'0,"0"0"-22"0,9 7-19 0,-9-7-15 16,0 0 9-16,0 0-3 0,0 0 9 0,10 5-8 15,-10-5 2-15,0 0-7 0,0 0-3 16,0 0-3-16,0 0-6 0,0 0-9 0,0 0-7 15,0 0 1-15,0 0-14 0,0 0-15 0,0 0-6 16,0 0-10-16,0 0-10 0,17-10-8 0,-17 10-8 16,9-18-12-16,-5 11-3 0,-4 7-10 0,8-13-12 15,-8 13-4-15,9-10-1 0,-9 10-8 0,6-10-1 16,-6 10-7-16,13-7-5 0,-13 7 1 0,0 0-3 16,13-3 0-16,-13 3-3 0,0 0-17 0,0 0-13 15,17 1-10-15,-17-1-13 0,0 0-15 0,11 9-23 16,-11-9-17-16,0 0-28 0,0 0-22 0,11 12-18 15,-11-12-18-15,0 0-18 0,0 0-17 0,6 6-132 16,-6-6-390-16,0 0 173 0</inkml:trace>
  <inkml:trace contextRef="#ctx0" brushRef="#br0" timeOffset="100799.76">30512 5124 83 0,'0'0'185'0,"4"-10"-2"0,-4 10-11 0,0 0 0 15,0 0-8-15,0 0-14 0,0 0-6 0,0 0 13 16,0 0-4-16,0 0-4 0,0 0-14 0,0 39-12 16,-1-22-13-16,-3 2-8 0,2-3-10 0,-3 2-11 15,1 8-19-15,3-7-24 0,-1-2-28 16,2-4-33-16,0-13-29 0,0 26-39 0,0-26-36 16,3 17-49-16,-3-17-157 0,6 12-361 0,-6-12 160 15</inkml:trace>
  <inkml:trace contextRef="#ctx0" brushRef="#br0" timeOffset="100976.63">30601 5210 174 0,'0'0'169'16,"0"0"-6"-16,0 0-16 0,0 0-13 0,0 0-18 15,7-8-9-15,-7 8-11 0,0 0-10 0,0 0-6 16,0 0-25-16,0 0-26 0,0 0-31 0,0 0-26 15,0 0-48-15,0 0-30 0,0 0-85 0,0 0-207 16,0 0 92-16</inkml:trace>
  <inkml:trace contextRef="#ctx0" brushRef="#br0" timeOffset="101107.3">30855 5172 42 0,'0'0'71'0,"12"-3"-37"0,-12 3-47 0,0 0-10 16,0 0-24-16,0 0 11 0</inkml:trace>
  <inkml:trace contextRef="#ctx0" brushRef="#br0" timeOffset="108919.93">28649 6597 252 0,'0'0'244'0,"0"0"-9"0,-7-4-13 0,7 4-12 16,0 0-10-16,0 0-9 0,0 0-13 0,0 0-16 15,0 0-13-15,0 0-8 0,0 0-13 0,0 0-13 16,0 0-12-16,0 0-10 0,0 0-10 0,0 0-12 15,0 0-10-15,22-4-26 0,-11 1-14 0,-1 0-25 16,1 2-31-16,0-2-33 0,1 1-31 0,-4 1-31 16,0-1-23-16,-8 2-25 0,10 0-8 15,-10 0-11-15,11 3-111 0,-11-3-332 0,1 6 147 0</inkml:trace>
  <inkml:trace contextRef="#ctx0" brushRef="#br0" timeOffset="109036.65">28728 6661 131 0,'-11'6'188'0,"7"-3"-7"0,-1 1-7 15,5-4-3-15,-8 4-6 0,8-4-2 0,-8 3-3 16,8-3-9-16,-6 5-9 0,6-5-11 0,0 0-11 16,0 0-16-16,0 0-10 0,0 0-10 15,0 0-16-15,0 0-32 0,0 0-35 0,0 0-41 0,25-3-67 16,-11-2-50-16,4-3-170 0,1-1-354 0,6 0 157 16</inkml:trace>
  <inkml:trace contextRef="#ctx0" brushRef="#br0" timeOffset="111599.74">29791 6166 93 0,'0'0'106'0,"0"0"-9"16,0 0-2-16,0 0-11 0,0 0 6 0,0 0-11 16,0 0-5-16,0 0 1 0,0 0 4 0,0 0-7 15,0 0 7-15,0 0-4 0,0 0 0 0,0 0-5 16,0 0-3-16,0 0-7 0,0 0 3 0,0 0-7 15,0 0-1-15,0 0-6 0,0 0-1 0,0 0-1 16,0 0-2-16,0 0-3 0,0 0 1 0,0 0-2 16,0 0-1-16,0 0 1 0,0 0-2 0,0 0-2 15,0 0 2-15,0 0-6 0,0 0-3 0,0 0-1 16,0 0 3-16,0 0-4 0,0 0-2 0,0-10 2 16,0 10-3-16,0 0-4 0,0 0 0 0,0 0-4 15,0 0-2-15,0 0 0 0,0 0 3 0,-19 3-3 16,19-3 1-16,-11 2-4 0,11-2 0 0,-11 2-1 15,4 1-1-15,7-3-1 0,-12 2 2 0,4-1-5 16,8-1-3-16,-12 1 3 0,12-1-1 0,-6 2 0 16,6-2 2-16,-9 2-3 0,9-2-1 0,0 0 1 15,0 0-5-15,0 0 3 0,0 0-3 0,0 0-2 16,0 0 3-16,0 0 6 0,0 0-5 0,25-10-3 16,-9 7 3-16,0-1-2 0,3-1 0 0,0-1 4 15,7 0-7-15,-8-1-12 0,0 2-18 0,-1 0-28 16,-4 1-22-16,0 1-28 0,-1 0-26 0,1-1-39 15,-2 3-142-15,-6-2-344 0,6 0 152 0</inkml:trace>
  <inkml:trace contextRef="#ctx0" brushRef="#br0" timeOffset="112082.59">29803 6173 3 0,'0'0'178'0,"-2"5"-25"16,2-5 8-16,0 10 8 0,0-10 4 0,1 17 2 16,0-4 2-16,0 3 4 0,1 3-5 0,3 0-14 15,-8 6-2-15,5-4-9 0,0-3-14 0,2 6-4 16,0-5-9-16,-3 1-9 0,1-4-5 0,1 3-8 16,1-3-4-16,-1 1-8 0,-2-5-1 0,0-1-10 15,0 1-11-15,-1-2-1 0,3-1-4 0,-2 1-7 16,-1-3-10-16,0-7 0 0,3 9-3 0,-3-9-8 15,1 10 2-15,-1-10-4 0,0 7-2 0,0-7-3 0,0 0-4 16,0 0-3-16,0 0 2 0,0 0-4 16,0 9 20-16,0-9-20 0,0 0-4 0,0 0 2 15,0 0-14-15,0 0 0 0,0 0-1 0,0 0-3 16,0 0-2-16,-21-10 0 0,21 10-1 0,-11-4 0 16,11 4 6-16,-10-5-5 0,5 3 4 0,5 2-5 15,-12-4-1-15,12 4 1 0,-10-5 0 0,10 5 0 16,-10-3 1-16,10 3 9 0,-8-2-11 0,8 2 6 15,0 0-3-15,0 0 2 0,0 0-2 0,0 0 1 16,-7-2 1-16,7 2-6 0,0 0 1 0,0 0 2 16,0 0 1-16,0 0 0 0,0 0-2 0,0 0 8 15,0 0-3-15,0 0 2 0,0 0-3 0,0 0-5 16,26 2-2-16,-14-5-9 0,6 0-20 0,0 0-41 16,2-1-18-16,2 0-30 0,5-3-28 0,-3-1-21 15,3-1-39-15,0 1-27 0,1 0-14 0,-8 1-144 16,6-1-430-16,-7-1 191 0</inkml:trace>
  <inkml:trace contextRef="#ctx0" brushRef="#br0" timeOffset="112282.64">30321 6341 158 0,'5'-1'185'0,"-5"1"2"16,0 0 6-16,0 0 1 0,0 0 2 0,0 0 0 0,0 0-6 15,-17 16-7-15,8-9-8 0,-5 7 3 0,0-2 6 16,-1 1-16-16,1 0-8 0,1 1-4 15,0 1-16-15,2-3-11 0,-2 1-13 0,4 0-13 16,1-5-9-16,5 2-16 0,-1-1 4 0,2-3-14 0,0 0-15 16,2-6-29-16,6 14-13 0,-1-9-28 0,6 0-32 15,1-2-29-15,5-1-55 0,3-2-63 16,10-5-45-16,-1 0-241 0,-1-4-521 0,-1 1 231 16</inkml:trace>
  <inkml:trace contextRef="#ctx0" brushRef="#br0" timeOffset="114504.03">29847 6850 93 0,'0'0'101'0,"0"0"-4"0,0 0-4 0,0 0-10 15,0 0 4-15,0 0-11 0,0 0 3 0,0 0-4 0,0 0 1 16,0 0-6-16,0 0 10 0,0 0-14 0,0 0 6 15,0 0-5-15,0 0-3 0,0 0 1 0,0 0 1 16,0 0 1-16,0 0-4 0,0 0-1 0,0 0 4 16,0 0-3-16,0 0-1 0,0 0-6 0,0 0-7 15,0 0-2-15,0 0-5 0,0 0-1 0,0 0-3 16,0 0-8-16,0 0-1 0,-12 4-4 0,12-4 1 16,0 0 1-16,-11 2 2 0,4-1-3 0,7-1 1 15,-9 3-3-15,3 0-1 0,6-3-3 0,-14 4-2 16,8-4-1-16,6 0 0 0,-13 3-3 0,5 0 2 15,2 0-4-15,-3 0 1 0,1-1 0 0,8-2 5 16,-13 2 1-16,7 1 0 0,-1-1 0 0,7-2 1 16,-11 0 3-16,11 0-3 0,0 0 5 0,-11 1-2 15,11-1-1-15,0 0-2 0,-8 2-3 0,8-2-1 16,0 0-2-16,0 0-3 0,0 0 2 0,0 0 4 16,0 0 5-16,0 0-1 0,0 0 0 0,0 0 3 15,38 1-1-15,-16-5-3 0,7-5-4 0,6 3 0 16,4-2-2-16,16-4-10 0,4-3-11 0,0 1-11 15,-3 0-14-15,-1-1-14 0,4 1-27 0,-8 3-22 16,-14-2-31-16,13 1-19 0,-13 4-19 0,-2-1-30 16,-5 2-152-16,0 2-373 0,-4-2 166 0</inkml:trace>
  <inkml:trace contextRef="#ctx0" brushRef="#br0" timeOffset="114967.86">29898 6970 103 0,'-5'2'177'0,"5"-2"-5"0,0 0 5 0,0 0-10 16,0 0-5-16,0 0-9 0,0 0-14 0,0 0-8 16,0 0-11-16,0 0-10 0,0 0-9 0,30-11-13 15,-18 9-10-15,6-8-14 0,0 6-13 0,-2 0-19 16,-3 1-17-16,5-1-22 0,-5 1-21 0,1-3-27 0,-4 3-20 16,2 0-19-16,0-2-17 0,0 1-8 15,-6 4-18-15,3-4-99 0,-9 4-256 0,10-1 114 16</inkml:trace>
  <inkml:trace contextRef="#ctx0" brushRef="#br0" timeOffset="115316.29">30087 6914 129 0,'0'0'133'0,"-9"4"-5"15,3-3 3-15,2 4-9 0,4-5-8 16,-8 7-1-16,3-3 7 0,2 2 22 0,1-1 18 16,-1 5 3-16,1 1-10 0,-1 1 15 0,2 5-8 0,0 0-5 15,1 2-5-15,0-1-7 0,-1 0-2 0,2 6-14 16,1-6-8-16,2 0 1 0,-1 0-19 15,-2-1-10-15,3 0-8 0,-2-4-8 0,1 0-7 0,-1-2-7 16,0-3-3-16,0 2-11 0,0-3 0 16,-2-2-8-16,0-5-9 0,2 10-13 0,-2-10-6 0,3 10-9 15,-3-10-5-15,0 0-15 0,0 0-15 0,0 0-6 16,-4 7-4-16,4-7-11 0,0 0-6 16,0 0 7-16,0 0-1 0,-18-7-4 0,9 0 4 15,1 3 4-15,-1 0 10 0,0-1 1 0,1 1 2 0,-1 0 0 16,-2 1 4-16,2 2 14 0,9 1 8 15,-14-3 7-15,14 3 3 0,-10 0 7 0,10 0 4 0,-13 4 5 16,8-2 7-16,5-2 0 0,-5 4 1 0,5-4 8 16,0 0 1-16,-4 8 3 0,4-8 5 15,0 0-3-15,10 6-9 0,-10-6-4 0,16 5-8 0,-6-5-16 16,3 0-21-16,6-1-34 0,0-3-34 0,3 2-32 16,0-2-34-16,6-7-25 0,-2 4-17 0,1-2-17 15,-2 1-151-15,0-1-396 0,-3 2 175 0</inkml:trace>
  <inkml:trace contextRef="#ctx0" brushRef="#br0" timeOffset="115639.02">30395 7105 151 0,'5'-6'178'0,"-5"6"-15"0,0 0 0 15,0 0 4-15,0 0 10 0,0 0 5 0,0 0-4 16,0 0-6-16,0 0 0 0,-34 10 0 0,23-5-2 16,1 3 3-16,-4 2-8 0,5-1-6 0,-5 1-12 15,5 3-9-15,-2 0-12 0,4-6-7 0,2 2-7 16,-1 1-14-16,3-5-10 0,1 2-12 0,0 1-3 15,2-8-12-15,2 12-21 0,-2-12 2 16,6 7-9-16,0-3-25 0,1-3-7 0,0 2-9 0,5-3-8 16,-3 0-6-16,4-3-7 0,-3 2 1 0,-1-3 0 15,0 4-3-15,-9 0 0 0,10-4 1 0,-4 3 5 16,-6 1 1-16,0 0 4 0,8-2 4 0,-8 2 2 16,0 0 5-16,0 0 18 0,0 0 13 0,-23 16 13 15,8-6 4-15,1 3 2 0,-8 4 15 0,0 1 6 16,3 1-3-16,-1 0-4 0,4-5 0 0,5 1 0 15,-2-1-6-15,4-1-8 0,3-2 1 0,2-3-18 16,1-1-25-16,2 1-36 0,1-8-37 0,6 10-46 16,0-8-67-16,7-2-75 0,4-2-294 0,2-1-603 15,3-4 267-15</inkml:trace>
  <inkml:trace contextRef="#ctx0" brushRef="#br0" timeOffset="116832.59">30276 7415 162 0,'0'0'167'0,"0"0"-6"15,0 0 2-15,0 0 0 0,0 0-8 0,5-4-7 16,-5 4-9-16,0 0-14 0,0 0-11 0,0 0-9 0,0 0-8 15,0 0-12-15,0 0-7 0,0 0-7 0,0 0-5 16,0 0-7-16,0 0-3 0,0 0-9 16,0 0-3-16,0 0-4 0,0 0-5 0,0 0-3 15,0 0-1-15,0 0-4 0,0 0 2 0,0 0-1 16,0 0 4-16,0 0 0 0,0 0 1 0,2 13 1 0,-2-13 4 16,0 0 0-16,1 8 2 0,-1-8-6 0,1 7-1 15,-1-7-1-15,0 0-1 0,0 0 3 16,3 9 3-16,-3-9 5 0,2 7 3 0,-2-7 3 15,3 6-3-15,-3-6 2 0,0 0-4 0,3 7-5 0,-3-7 1 16,6 8 5-16,-6-8-2 0,4 6-6 0,-4-6 1 16,5 3 0-16,-5-3-6 0,4 5 3 0,-4-5-9 15,6 5 3-15,-6-5-5 0,6 1-4 16,-6-1-8-16,10 0-1 0,-10 0-14 0,17-3-4 0,-9 1-15 16,1-1-15-16,0 1-17 0,-1 1-21 0,3-3-22 15,-5 2-29-15,3-1-36 0,-3 0-32 0,1 0-27 16,-1 0-210-16,1 1-468 0,-7 2 207 0</inkml:trace>
  <inkml:trace contextRef="#ctx0" brushRef="#br0" timeOffset="140250.28">13818 16117 81 0,'0'0'106'0,"-9"2"-12"16,9-2 2-16,0 0-7 0,0 0-2 15,0 0 4-15,0 0-3 0,-5 5 5 0,5-5-10 0,0 0-2 16,-8 3-6-16,8-3-2 0,0 0-9 16,0 0-12-16,0 0-2 0,-11-3-7 0,11 3-1 15,0 0-7-15,0 0-1 0,0 0-8 0,0 0-12 16,-10 0 14-16,10 0-33 0,0 0-4 0,0 0-24 15,0 0-12-15,0 0-20 0,0 0-15 0,0 0-9 16,0 0-15-16,0 0-79 0,0 0-197 0,2 12 87 0</inkml:trace>
  <inkml:trace contextRef="#ctx0" brushRef="#br0" timeOffset="145649.71">24293 12696 199 0,'0'0'207'0,"-4"-9"2"0,4 9 0 0,-4-12-6 16,0 8-6-16,4 4-2 0,-5-7-4 0,5 7-4 16,-4-7-8-16,4 7-9 0,-5-5-9 0,5 5-8 15,0 0-9-15,-8-5-6 0,8 5-5 0,-8-1-5 16,8 1 9-16,0 0-7 0,-17 9-6 0,11 0-7 15,-3 2 1-15,-2 4-8 0,-3 10 2 0,1 1 7 16,0 2-7-16,-3 4-5 0,0 12-4 0,4-11-3 0,4 1 0 16,-3 13 0-16,3-13-3 0,2 10-4 0,1-9-4 15,3-3 1-15,2 3-5 0,3-3 1 16,-2-3-2-16,6 1 0 0,0-1-4 0,2-2-5 16,0-5-5-16,-2-6-1 0,5 0-7 0,-1-1 2 15,3 1-1-15,-3-5-4 0,2 2-8 0,2-3 0 0,1-1-8 16,0-1-1-16,0-2-6 0,-2-1 1 0,-1-1-6 15,0-2-12-15,0 0-5 0,0 1-18 16,0-2-20-16,-2-1-24 0,1 2-26 0,-2-4-44 16,-3 1-40-16,4-3-41 0,-6 1-47 0,1 0-44 0,-6 3-49 15,11-11-50-15,-6 6-325 0,-3-5-772 0,3 0 343 16</inkml:trace>
  <inkml:trace contextRef="#ctx0" brushRef="#br0" timeOffset="146183.75">24868 12665 206 0,'-2'-10'262'0,"2"10"2"0,-4-8 9 16,4 8-7-16,-5-8-21 0,1 4-7 0,4 4-2 15,-8-5-8-15,8 5-11 0,-9-3-7 0,9 3-10 16,-12 1-19-16,12-1-3 0,-15 5-9 0,5-1-3 16,1 4-3-16,0 1-4 0,-4 5-7 0,-3 5-7 15,4-3-8-15,-1 6-6 0,2-4-8 0,-2 4 0 16,4 2-11-16,2 0-4 0,-2-7 3 0,6 3-10 16,1-1-6-16,0 1-4 0,2-1-5 0,-1 0-8 15,5-1 0-15,-2-3-4 0,5 1-2 0,0 1-5 16,-2-6-5-16,3-3-1 0,5 3-5 0,-2-1-2 15,0-2-1-15,1-1-13 0,1-2 6 0,1-1-1 16,4-2-4-16,0 1-5 0,-5-3-2 0,5 0-7 16,-2 0-3-16,-1-2-25 0,-2 0-24 0,6-1-31 15,-6-1-36-15,-1-1-30 0,-1-2-45 0,0 0-52 16,0 0-43-16,-1 0-47 0,-2 0-46 0,0 0-39 16,2-2-32-16,-4 1-224 0,2-3-703 0,1 1 311 15</inkml:trace>
  <inkml:trace contextRef="#ctx0" brushRef="#br0" timeOffset="146515.71">25194 12582 59 0,'0'0'338'0,"-7"-7"-13"0,3 0 1 0,4 7 2 16,-4-7 13-16,4 7-24 0,-7-6 3 0,7 6-12 15,-4-5-8-15,4 5-18 0,0 0-18 0,-3-7-23 16,3 7-22-16,0 0-22 0,0 0-15 0,0 0-5 16,0 0-3-16,0 0 2 0,-6 21-6 0,6-9-5 15,-1 6-10-15,2-1-8 0,-1 0-19 0,0 2-5 16,2 0-12-16,0 1-10 0,0 1-8 0,0-3-11 16,2 0-8-16,-2-2-5 0,1 0-7 0,2-2-8 15,-4 2-2-15,2-3-9 0,2-1-2 0,-1-1-11 16,-3-1-20-16,2-4-25 0,2 3-19 0,-3 0-24 15,0-3-29-15,1 0-30 0,0-1-38 0,-3-5-39 16,4 8-36-16,-4-8-26 0,4 8-23 0,-4-8-28 16,0 0-33-16,1 6-34 0,-1-6-38 0,0 0-209 15,0 0-673-15,0 0 297 0</inkml:trace>
  <inkml:trace contextRef="#ctx0" brushRef="#br0" timeOffset="146965.5">25212 12650 68 0,'1'-11'268'0,"0"-1"-8"0,2 2-3 0,-3 0 0 15,4-3-7-15,1 2-3 0,-1 3-5 0,2-4-4 16,2 2 3-16,-1 0-36 0,1 4-13 0,-2-1-13 16,2 0-9-16,1 5-4 0,2 0-14 0,-2 0-16 0,0 2 4 15,-9 0-2-15,13 3-8 0,-3 2-16 16,-2 2-5-16,-1 1-1 0,-2 1-15 0,-1 0-7 15,1 4-9-15,-4-1-8 0,0 4-21 0,-1-1 11 16,-2 2-5-16,-1-5-3 0,-3 7-7 0,1-2-7 0,1-6-3 16,-3 0-4-16,3-3-1 0,-3 2-7 0,2-2-1 15,3-3-4-15,2-5-14 0,-5 9-1 16,5-9-8-16,0 5 1 0,0-5 2 0,0 0 2 16,7 9-1-16,-7-9-1 0,12 3 2 0,-5-1-5 0,3-2 3 15,-1 2 5-15,3-1-1 0,-1 2-5 0,0-1 1 16,0 1-2-16,0 1 6 0,1 0 0 0,-1-1 2 15,-2 1-22-15,-1 0 20 0,0 1-3 0,-2-2 2 16,-1 2 0-16,-1 0 3 0,-4-5 0 16,2 10-3-16,-2-10 0 0,-4 16 11 0,-1-10 0 0,-1 3-5 15,-2-2 0-15,-2 3 6 0,1-1-6 0,-2-3-9 16,-2 0 8-16,3 1-2 0,-6-2 2 16,4 0-14-16,0-1 3 0,-2-1-33 0,4-2-29 15,1 3-34-15,1-4-48 0,-1 1-47 0,9-1-64 0,0 0-76 16,-11-8-311-16,11 8-702 0,0 0 310 0</inkml:trace>
  <inkml:trace contextRef="#ctx0" brushRef="#br0" timeOffset="147266.4">25908 12398 212 0,'-2'-7'353'0,"-2"-1"0"16,1 1 3-16,-1 0 6 0,2 0 8 0,2 7-7 16,-7-12-5-16,2 8-14 0,5 4-24 0,-4-7-20 15,4 7-33-15,-5-6-24 0,5 6-27 0,0 0-13 16,0 0-12-16,0 0-3 0,0 0-5 0,9 36-9 16,-6-18-13-16,4 7-13 0,-3 3-13 0,-1-1-8 15,1 4-12-15,-2-1-14 0,0 0-10 0,0 1-6 16,0-3-25-16,-4 0 8 0,2-4-8 0,2 1-17 15,-1-6-24-15,0-2-31 0,2-1-38 0,-3-4-31 16,3-1-43-16,-3 1-43 0,2-3-55 0,0-1-48 16,-4-1-51-16,2-7-51 0,2 12-48 0,-2-12-335 15,0 0-819-15,0 0 363 0</inkml:trace>
  <inkml:trace contextRef="#ctx0" brushRef="#br0" timeOffset="147882.54">25868 12599 98 0,'0'0'261'16,"2"-9"-20"-16,3 4-8 0,1 1 6 0,4-1 9 16,-2 2 9-16,5 1 2 0,0-1 6 0,2 1-13 15,3 1-1-15,0 2-27 0,2 2-15 0,-2 1-20 16,0-1-11-16,0 4-10 0,-3 1-19 0,2-1-10 16,-7 0-6-16,2 2-14 0,-3 0-9 0,-3 1-14 15,1 0-8-15,-3 0-13 0,0 1 2 0,-4 0-12 16,2 1-6-16,-4-1-5 0,-4 0 3 0,2 1-28 15,-5-3 8-15,1 1 2 0,-2-4-7 0,1 2-12 16,0 0-4-16,-3-3-6 0,4 0 0 0,-1-1-12 16,1-1-10-16,8-3 5 0,-12 0-8 0,12 0-31 15,0 0-18-15,-5-13 4 0,5 13 2 0,7-16-5 16,2 2 7-16,3 0-3 0,6-5-6 0,-1-1 0 16,4-1 2-16,-2 4 8 0,2-1-4 0,-1 0 11 15,-2-1 7-15,-2 5 3 0,1-4-1 0,-2 5 5 16,0 0 7-16,1 3 1 0,-5-1 8 0,0 3-1 15,-4 1 1-15,0 0 10 0,-1 3 16 0,-2 1 7 16,-4 3 11-16,6-9 13 0,-6 9 4 0,0 0 5 16,0 0 2-16,0 0 9 0,0 0-5 0,0 0 22 15,-10 25-3-15,4-12 4 0,1-2-8 0,-1 4-9 16,-2 1-3-16,4 0-5 0,-3 0-4 0,5-6-7 16,0 2-5-16,2-1-3 0,2-1 3 0,0-2-5 15,1 1-7-15,3-4-2 0,-1 0-6 0,2-1-9 16,2-3-5-16,1 1-4 0,0-2 9 0,1-3-18 15,0-1 0-15,1-1 5 0,-1 0 0 0,-5-3-5 16,6 1 6-16,-6-1-3 0,3-1 5 0,-5-1 0 0,2-1-2 16,-2-1-2-16,-1 0 2 0,-1 0 8 0,0 0 1 15,-2 1 6-15,-2 1 18 0,2 10 6 16,0-14 17-16,0 8 8 0,0 6 1 0,2-8-5 16,-2 8-5-16,0 0 1 0,0 0 3 0,0 0 8 0,0 0 8 15,0 0 1-15,-5 24-8 0,3-7-7 0,2-2-5 16,0 5 0-16,2-4-9 0,1 2-10 0,-3-2-33 15,4 0-36-15,0 0-43 0,1 0-57 16,1-4-66-16,0-3-74 0,0 2-82 0,0-4-87 16,1 0-282-16,-2-1-787 0,-5-6 348 0</inkml:trace>
  <inkml:trace contextRef="#ctx0" brushRef="#br0" timeOffset="148821.74">26647 12562 2960 0,'0'-6'292'0,"0"6"-118"0,0 0-83 16,0 0-52-16,0 0 11 0,0 0 22 0,0 0 40 16,0 0 11-16,0 0 4 0,0 0 11 15,0 0 1-15,-19 13-3 0,19-13-5 0,-8 7-4 0,6-3-8 16,2-4-4-16,-4 6-2 0,4-6 0 0,-3 5 2 16,3-5 2-16,0 0-7 0,0 0-6 0,-6 4-6 15,6-4-9-15,0 0-7 0,0 0-7 0,0 0-11 16,0 0-9-16,0 0-8 0,2-23-8 15,2 13-3-15,1-1-5 0,1-3-13 0,2-2-5 0,1 2-6 16,-1 1 0-16,2 0 3 0,-4 4-5 0,1 0 0 16,-1 4-1-16,-3-2-2 0,3 4-2 0,-6 3 3 15,10-4-4-15,-10 4 5 0,9 2 10 16,-9-2-1-16,11 8 2 0,-4-2-3 0,-3-1 0 16,3 5-2-16,1-3-2 0,0 1 1 0,-1 0-1 0,1-2-2 15,5 1 1-15,-3-1 0 0,1-4-1 0,3-1-1 16,-1-2-2-16,7-3-10 0,-4 0 3 0,0-3 1 15,-1-1-3-15,4-1-3 0,-6-1-4 16,1-2 7-16,-1 2-1 0,-5 1 2 0,2 0 0 0,-3-2-1 16,-1 2-1-16,1-1 0 0,-3-1 3 0,1 0-1 15,-2-2 1-15,-3 3 1 0,1-2 0 0,-5-2-4 16,4-1 2-16,0 3 2 0,-5 2 1 0,5 3 2 16,0 7-1-16,-4-11 0 0,4 11-3 0,0-6-1 15,0 6 1-15,0 0 4 0,0 0 2 0,0 0 19 16,0 0 7-16,0 0 4 0,0 0-2 0,-1 39-4 15,2-23-4-15,-1-1 9 0,2 5-3 0,-2 0-5 16,0-1-2-16,2-1-11 0,-2 6 7 0,3-7-3 16,-1 2 3-16,-2-3-5 0,0-3 1 0,3-1-1 15,-2 0-4-15,0-6-8 0,1 2 0 0,0-2-5 16,0 0-5-16,-2-6-4 0,2 7-2 0,-2-7 2 16,0 0-7-16,9 0 5 0,-9 0-8 0,14-11-6 15,-5 1-8-15,-3 0-3 0,6-2 1 0,-1-2 5 16,0 1-2-16,1-1 3 0,-2-2 1 0,1-6 4 15,-1 7-7-15,-1 1 0 0,-5-2 3 0,3 1 1 16,0-2 8-16,-2 6 3 0,-1-1-2 0,-4 1 9 16,4 2-2-16,-1 1-1 0,-1 3 7 0,-2 5 5 15,0-9 2-15,0 9 6 0,4-9 5 0,-4 9 1 16,0 0-2-16,0-8 0 0,0 8 5 0,0 0 4 16,0 0 7-16,0 0 7 0,0 0 1 0,7 24 2 15,-6-14-4-15,1-3-1 0,0 2-2 0,2 0-6 0,-2 0 2 16,2 2-2-16,1-1-2 0,-1-1-3 15,2-1 0-15,0-3-1 0,-1-2-1 0,3 1-1 16,2 1-4-16,-1-4-1 0,2-1 1 0,3-4 4 16,-2 4-6-16,1-6 1 0,2 0-6 0,2-2 6 15,-3-2-1-15,-1 5-2 0,-3-3 2 0,-3-1 1 0,1 0-1 16,-1-1-2-16,0 0 0 0,0 0 2 0,-1-1 0 16,-1 0 1-16,-3 2-1 0,0 2-2 15,0-3-1-15,0 4 0 0,-2 6 2 0,5-12 6 0,-4 7 4 16,-1 5 2-16,0 0 2 0,2-8-3 0,-2 8 7 15,0 0 6-15,0 0 6 0,0 0 5 16,0 0-2-16,0 29 0 0,0-15-16 0,0-2 11 0,-1 5-2 16,0 1 0-16,0-2-7 0,1 1-2 0,-2-1-2 15,2-1-14-15,-3-2 11 0,3-2-14 0,0 1-18 16,3 1-24-16,-1-3-28 0,-2 2-34 0,-2-3-41 16,4-3-53-16,-2-6-54 0,0 9-60 0,0-9-64 15,-5 9-72-15,5-9-400 0,-7 5-916 16,7-5 406-16</inkml:trace>
  <inkml:trace contextRef="#ctx0" brushRef="#br0" timeOffset="148980.4">27256 12144 170 0,'-4'-3'301'0,"4"3"-31"0,-9-6-25 0,9 6-25 16,-10-4-25-16,10 4-37 0,0 0-45 0,-10-1-64 15,10 1-66-15,0 0-57 0,0 0-57 0,0 0-120 16,0 0-269-16,0 0 119 0</inkml:trace>
  <inkml:trace contextRef="#ctx0" brushRef="#br0" timeOffset="149235.04">27449 12027 229 0,'0'0'331'0,"0"-9"-21"15,0 9-15-15,0 0 7 0,0 0 9 0,-2-13 13 16,2 13 1-16,0 0-7 0,-2-7 1 0,2 7-13 15,0 0-17-15,0 0-14 0,0 0 8 0,0 0 9 16,0 0-15-16,9 20 3 0,-2-3-12 0,0 7-22 16,1 2-15-16,-1-1-20 0,0 5-16 15,-1 1-19-15,-1-1-12 0,-3 4-24 0,3-4-3 0,-3 2-15 16,0-3-10-16,0-1-14 0,0-3-19 0,1 1-17 16,-1-9-20-16,-1 1-28 0,3-2-30 0,-4-4-33 15,2 1-39-15,0-5-47 0,-2-1-48 0,2-2-35 16,-2-5-39-16,3 10-46 0,-3-10-34 0,0 0-43 15,4 4-51-15,-4-4-34 0,0 0-286 0,0 0-812 16,7-24 359-16</inkml:trace>
  <inkml:trace contextRef="#ctx0" brushRef="#br0" timeOffset="149584.6">27457 12269 52 0,'-10'-10'306'16,"1"4"-19"-16,2-2-24 0,3 3-25 0,-3 2-14 15,4-2-8-15,3 5-14 0,-6-7-4 0,6 7 3 16,0 0-4-16,0 0 0 0,11-14-12 0,-1 12-15 15,2-2-14-15,7-1-8 0,-2-1-18 0,2 1-25 16,-2 1 10-16,1 1-4 0,-3 2-8 0,-2-2-4 16,0 4 6-16,-2 1 3 0,-1-1 6 0,0 3 4 15,-2 0-9-15,1 1-4 0,-1 1 1 16,-3-2 1-16,-1 5-5 0,4 0-1 0,-4-2-8 0,0-1-13 16,0 3-3-16,1 0-6 0,-1-5-7 0,4 1-4 15,-2 1-7-15,3 0-5 0,-1-5-2 0,0-1-5 16,3 2 0-16,-1-2-8 0,1-2-3 0,0 1-1 15,-1-3 0-15,4-1 0 0,-5 1 9 0,0-1 6 16,1-2 0-16,-4-2-7 0,-2 3-1 0,0-3 0 16,-1 0-1-16,-3 1-5 0,-1-1-5 0,-2-1-8 0,-2 1-15 15,2 0-16-15,-3-1-22 0,-3 3-22 16,0-2-25-16,0 6-30 0,0-3-31 0,-1 1-37 0,0 3-28 16,1 3-26-16,-3 1-24 0,3 2-19 15,-1 2-16-15,2-1-13 0,2 3-5 0,3 1-10 0,2 4 10 16,1-2-187-16,0 1-539 0,4 1 239 15</inkml:trace>
  <inkml:trace contextRef="#ctx0" brushRef="#br0" timeOffset="149919.65">27701 12237 1661 0,'9'9'-110'0,"0"-2"70"0,0-2 37 16,2 0 46-16,1-3 32 0,2 1 27 16,-4-2 12-16,6-2 12 0,-3-3 8 0,5-3 8 15,-4 5-3-15,1-6 0 0,4 2 2 0,-1-2-2 16,-3 1-12-16,5-2 17 0,-2-1-16 0,-1 1 10 16,-2-4-6-16,0 3 4 0,1-3-3 0,-2 1 0 15,-3 1-7-15,-3-1 9 0,0 3-1 0,-1-5-12 16,-3 3-4-16,-2-3-12 0,0 3-1 0,-2 0 0 0,0-1-1 15,0 2 20-15,-2 1 4 0,-2 0 8 0,0 1-5 16,-1 2-7-16,2 0 3 0,3 6-2 0,-11-7-7 16,9 2-14-16,2 5-20 0,-5-7 1 0,5 7-5 15,0 0-10-15,-8-5-12 0,8 5-5 0,0 0-9 16,0 0-6-16,0 0-1 0,0 0-1 0,0 0-15 16,17-2 6-16,-5 2-4 0,-2-2-4 0,2 2-1 15,-2 2-4-15,4 0 2 0,-4 0-3 0,3 1 0 16,-4 0-5-16,0 1 4 0,-1 1-3 15,0 0 0-15,0 1 1 0,-1 1-3 0,2 1 0 0,-2 2-3 16,-2-3 3-16,-1 3-1 0,1 0 1 16,0-1 2-16,-1 1-6 0,0-1-4 0,-3 0-20 15,3-1-25-15,-2 4-35 0,0-1-34 0,0-2-35 0,2-3-58 16,-3-1-61-16,-1-5-69 0,0 0-81 0,5 14-78 16,-5-14-295-16,0 0-857 0,0 0 380 0</inkml:trace>
  <inkml:trace contextRef="#ctx0" brushRef="#br0" timeOffset="150140.65">28370 11821 364 0,'2'-10'477'0,"-2"10"-52"16,6-4-15-16,-6 4 0 0,0 0 6 0,22 10-8 15,-14-4-23-15,8 6-22 0,-3 3-33 0,4 7-24 16,-2 3-31-16,-1 1-30 0,-1 5-24 0,1 0-21 15,-3 12-39-15,0 1-46 0,-1 2-53 0,-4-13-63 16,1 2-56-16,-7-2-73 0,0 12-83 0,-5-10-59 16,-4-1-74-16,-5-1-58 0,-12 9-288 0,5-13-750 15,-4-3 333-15</inkml:trace>
  <inkml:trace contextRef="#ctx0" brushRef="#br0" timeOffset="150783.12">25275 13487 227 0,'-18'7'313'0,"1"0"-3"0,-1 1 2 15,-1-3 5-15,3 2 10 0,1 0-2 0,4-2-24 16,-1-1-7-16,1 0-16 0,2 0-15 0,2 0-11 16,1-3-12-16,6-1-7 0,-12 4-17 0,12-4-13 15,0 0-11-15,0 0 9 0,0 0-4 0,0 0-18 16,55-5 1-16,-1-8-10 0,10-1-9 0,33-15-8 15,8-2-11-15,-1-3-9 0,10-3-9 0,1 0-9 16,8-2-7-16,5 0-14 0,5-1-3 0,6-1-16 16,-1 4-11-16,-2-3-2 0,-6 4-2 0,-13 5-5 15,-6 2-3-15,-6 1-1 0,-13 3-9 0,-33 6 6 16,1 2-14-16,-6 1 4 0,-7 0-11 0,-14 6 8 16,-3 0 3-16,-3 1 4 0,-7 3-3 0,-4-3 4 15,-2 5 21-15,-3-3 4 0,-5 5 7 0,2-1 7 16,-4-1 7-16,-4 4-3 0,9-1 9 0,-9 1-10 15,0 0 2-15,2-6-83 0,-2 6-4 0,0 0 0 16,0 0 0-16,0 0 0 0,-18-3 0 0,18 3 0 0,-16 0 0 16,8 0 0-16,-4 0-26 0,-1 1-155 15,-3 1-68-15,2 0-93 0,-6 2-102 0,-12 0-119 16,-3 2-502-16,-1 5-1153 0,-16 1 510 0</inkml:trace>
  <inkml:trace contextRef="#ctx0" brushRef="#br0" timeOffset="-153162.41">25176 13456 41 0,'-9'0'46'0,"9"0"-6"0,0 0-15 0,0 0-14 16,0 0-11-16,0 0-14 0,0 0-12 0,0 0-26 15,0 0 12-15</inkml:trace>
  <inkml:trace contextRef="#ctx0" brushRef="#br0" timeOffset="-152871.45">27660 12583 78 0,'0'0'97'0,"0"0"-12"0,0 0-5 15,0 0-7-15,0 0-10 0,-10-15 3 0,10 15-14 16,-7-4-21-16,7 4-24 0,0 0-27 0,-10-1-35 16,10 1-39-16,0 0-100 0,-22 5 45 0</inkml:trace>
  <inkml:trace contextRef="#ctx0" brushRef="#br0" timeOffset="-130395.85">23051 15708 2 0,'0'0'157'0,"0"0"-10"0,0 0-22 16,0 0-16-16,0 0-15 0,0 0-2 0,0 0-5 0,0 0-14 15,0 0-12-15,0 0 2 0,0 0-11 16,0 0 1-16,0 0-2 0,0 0-10 0,0 0 5 16,0 0-5-16,0 0-1 0,0 0-2 0,0 0 6 0,0 0-2 15,0 0-6-15,0 0 1 0,0 0-11 16,0 0 0-16,0 0-3 0,0 0-4 0,0 0 3 16,0 0-5-16,0 0-7 0,0 0-16 0,0 0-7 15,0 0-7-15,0 0-8 0,0 0-3 0,0 0-16 16,0 0-3-16,0 0-9 0,10-2-3 0,-10 2-21 15,0 0-3-15,0 0-11 0,4 7-85 0,-4-7-198 16,0 0 88-16</inkml:trace>
  <inkml:trace contextRef="#ctx0" brushRef="#br0" timeOffset="-129883.45">24151 15596 3 0,'0'0'30'0,"0"0"-36"0,0 0-6 0,0 0 3 16</inkml:trace>
  <inkml:trace contextRef="#ctx0" brushRef="#br0" timeOffset="-128447.2">22927 15963 15 0,'-8'2'75'0,"-1"0"-1"15,1-1-5-15,-3 1-2 0,4 0 7 16,0 1-10-16,-2 1-6 0,-1 1 0 0,2-3 10 0,1 1 4 16,7-3-3-16,-11 1 0 0,6 2 4 0,5-3 1 15,-9 0-3-15,9 0-3 0,0 0-4 0,-8 2 3 16,8-2-7-16,0 0-7 0,0 0-8 0,0 0-5 16,-10 3-5-16,10-3 1 0,0 0-12 15,0 0 9-15,0 0 0 0,0 0-3 0,0 0 2 16,0 0 2-16,11 13-9 0,-11-13 6 0,12 2-4 0,-7 0 6 15,-5-2-9-15,13 3 2 0,-3-3 1 0,-2 0 11 16,3 2-5-16,0-1 0 0,-1 0-2 0,3-1-3 16,-2-2-3-16,1 4 4 0,2-2 2 15,2 0-6-15,2 0 0 0,0-1-2 0,-1 2 3 16,0-1-4-16,3-2 4 0,-1 2 2 0,0-2-7 16,-1 2 6-16,1 0-6 0,2 2 5 0,-1-2-3 0,2 0 2 15,1 0-6-15,-3-2-1 0,1 5 2 0,7-4-1 16,-8 3 0-16,2-2-3 0,1-2 0 0,-1 2 0 15,6-2-3-15,-1-1-1 0,0-1-2 16,1 2 3-16,-8-1 0 0,2 2-1 0,-2 0 0 0,8 0-2 16,-5-2 0-16,-2 2 1 0,1-3 1 15,-1 2-1-15,1-1-3 0,5-2 8 0,0 3-9 0,0-4 1 16,-8 0 1-16,2 5 1 0,-3-1 1 16,3 0-3-16,-1 1 3 0,-2-3 0 0,2 2 0 15,0 0 2-15,-4-1 2 0,3 2-2 0,-4-2-4 16,2 3 4-16,0-1 4 0,2 1-8 0,0-1-2 0,-1 0-2 15,0-1 5-15,-1 2-2 0,2 0-1 0,-2 2 3 16,0-2-3-16,-4 0 10 0,6 0-8 0,-2 0 3 16,3-2 4-16,-2 1-5 0,-1 2-5 15,-1 1 7-15,3-2-1 0,-7 0 9 0,6 0-7 16,1-3-2-16,-2 3 0 0,2-3 5 0,-5 3-8 0,3 0 7 16,2 0-12-16,-1-1 2 0,1-1 3 0,0 1 3 15,-2-2-2-15,4 1-1 0,0-1-2 16,-1 1 5-16,2 0-6 0,-4-1 4 0,2 2-3 15,0-2 5-15,0 1-3 0,1 1 0 0,0-3-1 16,0 1 8-16,-1 0-14 0,-1 3 2 0,1-3 4 16,0 0-4-16,-1 1-2 0,2-1 30 0,-1 0-2 0,7-3 1 15,-8 5-5-15,5-3-2 0,-3 1 4 0,2 2-7 16,-2 0-5-16,-1-2 2 0,1 1 4 16,-3-1-1-16,3 2-4 0,-3 0 1 0,3 1-2 15,2-2-3-15,-5 1 1 0,4-1-3 0,-3 1 0 16,2-2 1-16,0 1-1 0,-2 0-1 0,9 0-5 15,-8 0 3-15,-1-1-2 0,5 3-4 0,-6-1 3 0,0 0 4 16,5 1 5-16,-8-2-7 0,4 1 2 0,-2 1-2 16,4 0 3-16,-1 0 2 0,-7 0-6 15,3 0 3-15,2-2-1 0,0 2 3 0,-1 2-3 16,-2-2-2-16,-2 1 4 0,5-4-6 0,-1 3-1 16,-3 0 0-16,3 0-1 0,-4 0 4 0,-3 2-3 0,4-1-6 15,-1-1 3-15,0 0 7 0,1 0-2 0,-1 0-2 16,1 2-1-16,-1-4-3 0,1 5 2 0,-1-4 2 15,-1 2-1-15,0-1 4 0,1 1-5 16,1-1 2-16,-2 2-1 0,0-2-1 0,3 1-2 16,-2-1 4-16,2 0 6 0,-2 2-10 0,-1-2-2 15,-1 1 1-15,1-1 1 0,0 0-1 0,1-1 0 0,-3 1 1 16,3 0 1-16,-2 0 2 0,-1-2-4 0,1 2 0 16,2-1-2-16,1 1 4 0,-4-2-4 15,3 1 5-15,-3 1 0 0,5 0-1 0,-1-1-1 16,-2 1-1-16,1 0 8 0,5 1-6 0,-2-2-1 15,1 2 1-15,-3 0-3 0,-1 2 5 0,6 0 1 16,-4-2-4-16,-3 1-1 0,1-2 2 0,5 4-1 0,-5-3-4 16,-1 0 7-16,1 1-3 0,-2 2-15 15,1-4-3-15,-1 1-7 0,3 3-11 0,-1-2-25 16,-4 1-26-16,3-3-24 0,0 3-34 0,-3-2-46 16,3-1-64-16,-5 3-245 0,-7-3-541 0,0 0 239 15</inkml:trace>
  <inkml:trace contextRef="#ctx0" brushRef="#br0" timeOffset="8903.37">26810 8546 6 0,'0'0'155'0,"0"0"-6"16,0 0-9-16,-25 1 0 0,17 1-3 0,2 2-8 16,-3-2 0-16,0 1 0 0,0-1 4 0,0 1 0 15,-2 1 5-15,5-3-1 0,-4 1-8 0,3-1-3 16,-1 2-5-16,8-3-4 0,-12 4-8 0,8-1-4 16,4-3-3-16,-7 1-6 0,7-1 2 0,0 0-8 15,-9 2 4-15,9-2-8 0,0 0-5 0,0 0-7 16,0 0-9-16,0 0-7 0,0 0-7 0,24-16-5 15,-5 8-4-15,1-1-4 0,7-1-9 0,-1 1-11 16,1-1-14-16,-8 3-16 0,1 1-20 0,-4 1-30 16,-2 4-33-16,-1-5-42 0,-2 5-36 0,2 0-28 15,-4 1-36-15,0 1-178 0,-9-1-448 0,10 1 198 16</inkml:trace>
  <inkml:trace contextRef="#ctx0" brushRef="#br0" timeOffset="9336.91">26873 8547 45 0,'0'0'213'0,"0"0"-10"0,0 0-8 0,0 0-11 15,0 0-16-15,0 0-16 0,0 0-16 0,0 0-7 16,-4 8 22-16,4 2-2 0,0 0-9 0,4 1-9 16,-2 7 13-16,0 0-10 0,-2 1-9 0,4 0-13 15,-2 0-10-15,1 5-8 0,-1-6-4 0,0 2 0 16,2-1-4-16,-1-1-9 0,-1-1-4 0,1 0-9 15,-1-1-7-15,0-5-4 0,2 5-8 0,-3-4-3 16,1-1-4-16,0 0-2 0,0-3-6 0,0 1-2 16,0-1 2-16,0-2-6 0,-1 1-1 0,-1-7-7 15,0 10-3-15,0-10-3 0,0 8-5 0,0-8-5 16,6 6-4-16,-6-6 0 0,0 0-4 0,0 7-4 16,0-7 4-16,0 0-3 0,0 0-4 0,0 0-1 0,0 0 4 15,0 0-7-15,0 0 2 0,-7 6 3 16,7-6 4-16,0 0-6 0,-12-1 4 0,12 1 2 15,0 0 1-15,0 0 3 0,-14-2-3 0,14 2-1 16,0 0 5-16,0 0-1 0,-11-3-4 0,11 3 2 16,0 0 0-16,0 0 2 0,0 0-2 0,0 0 0 15,0 0 2-15,-7-2-2 0,7 2-1 0,0 0-2 16,0 0-1-16,0 0-2 0,0 0-1 0,0 0 0 16,0 0 1-16,0 0-6 0,0 0-17 0,0 0-16 15,31 5-30-15,-24-5-35 0,4 0-40 0,3-1-44 0,3-3-38 16,-5 2-151-16,8-2-422 0,0-2 187 0</inkml:trace>
  <inkml:trace contextRef="#ctx0" brushRef="#br0" timeOffset="9569.95">27319 8826 126 0,'0'0'229'0,"2"-4"7"0,-2 4-2 15,0 0-9-15,0 0-12 0,0 0-16 16,0 0-16-16,0 0-15 0,0 0-10 0,0 0-10 0,0 0-6 15,-25 6-3-15,17-1-11 0,-1 5-5 0,3-3-9 16,-4 1-8-16,3 2-3 0,1 1-13 0,1-1-7 16,-2 0-12-16,4-1-5 0,-1 2-4 0,2-2-12 15,0-1-1-15,0 1-6 0,0-2-4 16,2-7-10-16,4 13-14 0,-2-7-17 0,0 0-27 0,3-1-27 16,2 0-35-16,-2 0-40 0,3-1-41 0,5-1-46 15,5-2-249-15,-4-1-508 0,4-1 225 0</inkml:trace>
  <inkml:trace contextRef="#ctx0" brushRef="#br0" timeOffset="10102.81">27665 8867 20 0,'2'-12'285'0,"-2"12"-2"0,2-10-9 0,1 4 0 15,-3 6-11-15,3-14-12 0,-1 8-15 0,0-1-21 16,0 0-18-16,0-2-12 0,2-1-8 0,-2 0-13 15,1 1-4-15,1-1-16 0,3-1-3 0,-2 0-29 16,-1 0 4-16,1 1-19 0,-1 0-10 0,0-2 7 16,0 2-20-16,-1 2-8 0,0-2-3 0,-1 4-4 15,-2 6-10-15,5-12-5 0,-4 8-4 0,-1 4-8 16,1-9-6-16,-1 9 3 0,2-8-1 0,-2 8-5 16,0 0-7-16,0 0 5 0,4-3-8 0,-4 3-16 15,0 0 8-15,0 0-15 0,0 0 6 0,0 0 3 16,0 0 0-16,1 25 6 0,0-14 4 0,0 0-9 15,1 1-11-15,-2 2 13 0,0-3 2 0,1 1 4 16,2-1-2-16,-1-1-3 0,-2-3-3 0,8 1 5 16,-6-2 0-16,2 1-4 0,1-3 4 0,-1-1-2 15,4 0-3-15,0-2 2 0,3-1-4 0,0-1-2 16,1-2 13-16,-1 0-5 0,1-4-7 0,-6 1 13 16,5 2-5-16,-1-4-3 0,-2 1 7 0,-1 0-8 15,-5-2 6-15,4 0-1 0,-1 0-1 0,2-1-3 16,-4 2 4-16,-2-2-3 0,2 2 1 0,-3 2 4 15,0 6 3-15,4-9 0 0,0 4-15 0,-4 5 10 16,3-7-1-16,-3 7-6 0,0 0 5 0,0 0-9 16,0 0 4-16,0 0 10 0,0 0-8 0,6 22 5 15,-6-11 2-15,0 6-2 0,2 0 6 0,1 0-6 16,-1 0-9-16,1 1 15 0,-3-1-5 0,0-2 4 16,0 2 12-16,0-5-10 0,0 2-6 0,0-2-3 15,0-2-18-15,0 1-20 0,2-1-31 0,-4-2-32 16,2-8-30-16,0 16-31 0,-3-11-38 0,1 1-42 15,-3-1-70-15,-1 1-255 0,1-3-609 0,-1 0 269 16</inkml:trace>
  <inkml:trace contextRef="#ctx0" brushRef="#br0" timeOffset="10282.51">27746 8438 159 0,'0'0'316'0,"-4"-10"-34"0,4 10-23 0,-5-4-26 0,5 4-28 16,0 0-23-16,0 0-40 0,0 0-57 0,0 0-73 15,0 0-59-15,0 0-44 0,0 0-58 16,0 0-116-16,0 0-287 0,0 0 127 0</inkml:trace>
  <inkml:trace contextRef="#ctx0" brushRef="#br0" timeOffset="11153.34">28633 9009 210 0,'-12'-4'260'0,"12"4"-11"0,0 0-14 15,-11-5-13-15,7 2-19 0,4 3-6 0,-4-9 9 16,4 9-17-16,-3-11-18 0,3 3-19 0,0 8-21 0,3-22-11 15,3 6-14-15,1-2-13 0,0-1-10 16,5-6-13-16,-1 2-6 0,2-1-10 0,1-1-4 16,-3 2-4-16,2 1-6 0,-5 3-3 0,0 1-4 15,2 0-4-15,-2 2 1 0,-2 0-7 0,-1 1 4 16,-1 4-7-16,-1-3 4 0,-1 7 5 0,1-3-4 16,-5 1 1-16,2 9 0 0,0-12 2 0,0 12 0 15,0-9-1-15,0 9-1 0,-3-7-3 0,3 7-2 16,0 0 5-16,0 0-11 0,3-7-7 0,-3 7 1 15,0 0-1-15,0 0-1 0,0 0-2 0,-6 23 0 0,2-7 2 16,2 1-5-16,-1 4-3 0,-2 2 6 16,2-4-4-16,1 2 2 0,-1-2 0 0,1 0 1 0,0-2-5 15,2 0-3-15,3-2 5 0,-2-3 3 16,1-1-5-16,-1 0 1 0,4-3-2 0,-1 4 9 0,2-6-7 16,-2 1 3-16,6-2-2 0,-2-1 1 0,-1-2 1 15,0 1 1-15,-7-3-1 0,14 0-3 0,-6 0 1 16,1-3 2-16,2 1 1 0,-4-2 2 15,2-4 2-15,1 2-2 0,-4-1-5 0,1-2 2 0,-1 0-3 16,0-2 0-16,1-1-1 0,0-3 2 0,-4 3-6 16,3-4 1-16,0 5 1 0,0 0-1 0,-4 3 1 15,1 1-4-15,-1 2 2 0,-2 5-5 0,4-7 0 16,-4 7 3-16,7-4-2 0,-7 4-4 0,0 0 3 16,0 0 2-16,14 16 2 0,-12-8 2 0,2 1-3 15,-1-1 5-15,-1 1 1 0,1 1-5 0,-2-1-1 16,3-2 2-16,-1-1 1 0,-1 0 1 0,-2-6 3 15,3 12 1-15,-3-12 3 0,2 5 1 0,-2-5 10 16,3 5 7-16,-3-5 12 0,0 0 20 0,3 5-6 16,-3-5-3-16,0 0 1 0,0 0-3 0,0 0-3 15,0 0-17-15,11-17 2 0,-9 7 1 0,5-1-7 16,-2 2-9-16,2-4-8 0,0 3-2 0,-2-1-2 16,1 4 1-16,2-2 5 0,-3 2-11 0,2 0-3 15,-4 4 0-15,-3 3-3 0,9-5 8 0,-2 4-2 16,-7 1-1-16,0 0 0 0,14 6 3 0,-9-3 0 15,0 3 1-15,0 2-3 0,0 1 3 0,0-2 0 16,-2 0 1-16,2 1 0 0,-1 1-3 0,0 2-12 16,1-3-25-16,-3 0-20 0,-2-2-35 0,3 1-38 15,-3-7-36-15,-3 12-49 0,3-5-47 0,-2 2-230 16,-3-3-539-16,2 0 239 0</inkml:trace>
  <inkml:trace contextRef="#ctx0" brushRef="#br0" timeOffset="11331.8">28849 8446 95 0,'0'0'157'15,"0"0"-18"-15,0 0-15 0,0 0-34 0,0 0-51 16,0 0-47-16,-3 15-98 0,9-5-116 0,3-2 52 0</inkml:trace>
  <inkml:trace contextRef="#ctx0" brushRef="#br0" timeOffset="11986">29344 8603 13 0,'0'0'278'0,"-25"-6"5"0,25 6 0 0,0 0-1 15,-12 0-16-15,12 0-24 0,-8 3-21 0,4 1-25 16,-1 1-15-16,-2 4-19 0,2 0-16 0,1 3-11 0,-5 4-19 16,4 2-6-16,0-1-14 0,1-1-13 15,-1 2-6-15,4-6-9 0,-1 6-6 0,0-7-9 16,4 1 3-16,0-2-9 0,-1 2-6 0,2-2-3 16,2-2-10-16,-3-3-8 0,2 1 1 0,1-2 1 0,-1 0-11 15,-4-4-1-15,9 3 0 0,-9-3 0 0,13-3-4 16,-4-2-2-16,0-1 3 0,-2-5-1 0,1 2-5 15,0-6 3-15,2 1-3 0,-2-3 1 16,-3-3 2-16,0 3-4 0,-3-2 3 0,-2-7 4 16,2 0-4-16,0 0 0 0,-4 4 5 0,-1-4 7 0,1-1-6 15,-1 8 2-15,-1-2 16 0,2 3 14 0,-1-1 7 16,0 4 5-16,2 3 6 0,0 2-11 16,-2-1 11-16,2 7 7 0,1 4-6 0,-5-11 2 15,5 11-26-15,0-7-6 0,0 7-5 0,0 0 1 0,0 0 1 16,0 0-8-16,0 0-2 0,0 32-7 0,2-13 2 15,1 0 1-15,-2 5 2 0,2 4 2 0,1-2-8 16,2 0-1-16,-2-7 2 0,1-1-5 16,1 1 4-16,1-2 2 0,1 0 1 0,-1-2-6 0,2 0 2 15,-3-5 0-15,2 0-2 0,0-1-1 0,2-2-2 16,0-1-6-16,-1 0 15 0,3-2-9 0,-2-2-6 16,2-1-10-16,1-2 6 0,0-1-10 0,0-2-2 15,2-3-6-15,-3 1-4 0,3-4 4 0,-3-3-3 16,0 1-4-16,0 0-6 0,-2-2 4 0,3 1-3 15,-8-3-5-15,3-1 8 0,-3 2 3 0,0 4 5 16,0-1-1-16,-4 2 12 0,1 0-5 0,0 1 4 16,-3 1 1-16,1 8 6 0,-1-13 6 0,1 13 4 15,-2-8 12-15,2 8-13 0,0 0 0 0,-12-1 0 16,12 1 2-16,-11 14 1 0,4-5 1 0,-2 1 2 16,1 4 3-16,1 2-1 0,0-1-2 0,3 1 4 15,-1-1-5-15,1 0 5 0,2-3-6 0,3 1-3 16,2-3-19-16,2 7-21 0,-2-7-36 0,4 1-30 15,6-1-33-15,-4-3-51 0,2 1-45 0,8-4-34 16,1 1-251-16,1-4-563 0,1 0 249 0</inkml:trace>
  <inkml:trace contextRef="#ctx0" brushRef="#br0" timeOffset="12237.64">29899 8414 188 0,'0'-11'282'0,"-1"1"4"0,-1 3 3 0,2 7-4 16,0-13-19-16,0 13-24 0,-1-10-27 0,1 10-21 16,0 0-19-16,0 0-8 0,0 0 9 0,0 0-11 15,5 25-9-15,-3-6-9 0,2 6-13 0,-3 4-2 16,0 2-13-16,0-1-14 0,2 3-16 0,1-2-3 16,-2-2-4-16,1 1-2 0,-2 0-21 0,2-2-10 15,2-2 4-15,-5-1-7 0,4-5-17 0,-4-3-32 16,2 1-16-16,1-3-43 0,-1-2-30 0,0-2-37 15,-2 1-44-15,1-4-43 0,-1-1-41 0,1 1-36 16,-1-8-216-16,-1 10-552 0,1-10 245 0</inkml:trace>
  <inkml:trace contextRef="#ctx0" brushRef="#br0" timeOffset="12703.05">29917 8600 140 0,'6'-4'219'0,"-1"0"14"0,1-1-6 16,-6 5-13-16,10-3-11 0,-10 3-12 0,13-1-20 16,-13 1-12-16,11 4-18 0,-6-1-13 0,0 0-12 15,0 3-12-15,-1-1-8 0,-3 1-9 0,2 2-10 0,-2-1-8 16,-1 3-15-16,0 0-15 0,-2 1-14 0,-3-2-9 16,2 0-4-16,-2-2-13 0,1 2-2 15,0-4-6-15,1 1-5 0,3-6 5 0,-4 12-4 16,4-12-1-16,-3 6 3 0,3-6 2 0,0 7 0 0,0-7 1 15,0 0 3-15,7 7 5 0,-7-7 6 0,10 2 4 16,0-2 2-16,-10 0 3 0,21-6 5 16,-5 1 1-16,0 0 0 0,4-1-1 0,-2-4-1 15,0 2-1-15,1-1-1 0,0 0 2 0,-2-1-3 16,-2 1 3-16,-1-2 6 0,-4 3-2 0,4-3-2 0,-3 2 1 16,-2-1-6-16,-2 0 2 0,-1 0 2 0,0-1 0 15,-1 0-4-15,-1-1 5 0,-1 2 1 0,-1 0 14 16,-1 2 11-16,-1 0 1 0,0 8-3 15,-1-12 6-15,1 12 8 0,-7-10 6 0,7 10-5 0,-7-1 1 16,7 1-9-16,0 0 12 0,-21 14 3 0,14-5-10 16,-4 4-4-16,0 3-1 0,2-1-2 0,0 1-8 15,-1 1-4-15,3 0-3 0,1-2-6 0,5-2-11 16,-1 2-24-16,1 0-23 0,1-4-34 0,0 2-36 16,3-4-33-16,0 1-42 0,3-1-36 0,0-3-37 15,3 0-23-15,-1-2-209 0,-1 0-519 0,0-2 230 16</inkml:trace>
  <inkml:trace contextRef="#ctx0" brushRef="#br0" timeOffset="13035.96">30322 8614 141 0,'0'0'196'0,"8"-3"14"0,-8 3 7 0,0 0 12 16,7 12 7-16,-4-4-12 0,-3 0-10 0,3 0-10 15,-2 3 1-15,0 0-15 0,2 1-5 0,-2-1-8 16,4-3-12-16,-5-1-10 0,1 1-3 0,-1-8-10 15,2 10 5-15,-2-10-14 0,1 8 9 0,-1-8 0 16,0 0 2-16,1 6-1 0,-1-6-6 0,0 0-11 16,0 0-5-16,0 0-17 0,0 0-14 0,0 0-14 15,0 0-9-15,3-22-12 0,-2 11-3 0,3-2-7 16,1 1-12-16,1-2-8 0,3-6-10 0,5-2-8 16,-2 6-10-16,-1-1 5 0,1 3-8 0,1 0 5 15,-2 3 6-15,-3 3-14 0,1 0 2 0,-4 3 0 16,1 2-3-16,3 2-16 0,-9 1 20 0,13 7 6 15,-9-3 0-15,1 4 8 0,1 1 1 0,-3 2-9 16,1 1-1-16,-2 0-17 0,-2 0-27 0,-1-1-27 16,2 0-44-16,-1 1-39 0,-1 0-55 0,1 0-63 15,5-2-55-15,-2 0-302 0,2-1-682 0,1-4 302 16</inkml:trace>
  <inkml:trace contextRef="#ctx0" brushRef="#br0" timeOffset="13657.93">30777 8513 23 0,'-6'-3'266'0,"1"-4"9"15,5 7-5-15,-11-4-5 0,11 4-11 0,-12 2-19 16,12-2-14-16,-13 8-16 0,6-2-11 0,-1 3-12 16,1-1-11-16,1 2-13 0,-3 3-11 0,2-1-15 15,5-1-2-15,-3 1-20 0,3 1-8 0,2-3-13 0,2-1-3 16,-1 2-13-16,3-1-3 0,-3-2-14 15,4-1 1-15,-1-2-5 0,1 1-7 0,2-2-5 16,-2 0 7-16,2-3-2 0,2-1-8 0,1-1-2 16,1-2-4-16,1-2-4 0,-3 0 4 0,-3 1-5 15,4-4 8-15,-3-1-26 0,0 1 14 0,-1-7-14 16,1 1 2-16,-4-1 6 0,1-3-7 0,-1 0-2 16,-2-1 2-16,-4 0 6 0,2-6-4 0,-3 0-3 15,-1-4 3-15,3 4 9 0,-3 0-13 0,-2 0 5 16,5 8 3-16,-2-2 10 0,0 2-5 0,-1 2 12 0,4 4 10 15,-2 2 0-15,1 2 0 0,-1 2-9 16,3 5 2-16,-1-10-13 0,1 10-3 0,0 0-4 16,0 0-16-16,0 0 19 0,0 0 8 0,0 0 10 15,-2 40 2-15,2-14-17 0,-1 1 16 0,2 4-2 16,-1-1-7-16,2-2 4 0,-2 1 1 0,2-3-11 0,1-7 2 16,1-1-4-16,1 1-3 0,0-1-1 15,-3-3 1-15,4-3-2 0,3 1 1 0,-2-4-7 16,1 0 10-16,1-3-9 0,0-1 2 0,2-1-5 15,1 0-8-15,0-4 3 0,1 0 8 0,1-2-10 0,4-2 2 16,0 0-10-16,-3-5-4 0,2 1 1 16,-2 0 1-16,-1-3-10 0,-1-1 1 0,-1 0 4 15,-3 1-1-15,1-2-17 0,-2-2 0 0,-2 4 0 16,0 0 4-16,-1-2-13 0,-1 6 17 0,-2-2 8 0,-1 2-4 16,-1 7-1-16,0-11 0 0,0 11 9 0,-4-9 2 15,4 9-4-15,-6-3 12 0,6 3 2 0,0 0 6 16,-20 8-1-16,14 0 1 0,-2-1-1 15,0 3 5-15,-1 1-4 0,3-2 0 0,1 2 2 16,0 0-1-16,0-1-17 0,3 0-33 0,0 2-49 0,1-3-53 16,0-1-29-16,1 0-38 0,0-8-41 0,5 14-19 15,1-7-45-15,0 2-240 0,2-3-605 0,1-3 267 16</inkml:trace>
  <inkml:trace contextRef="#ctx0" brushRef="#br0" timeOffset="13886">31132 8654 8 0,'0'0'217'0,"0"0"0"0,8-8 4 15,-8 8 2-15,5-5 2 0,-5 5 7 0,3-9-4 16,-1 4-1-16,-2 5-7 0,4-13-23 0,-1 8-7 16,-1-1-8-16,-1-2-11 0,2-1-21 15,1-3-5-15,0 2-15 0,1-1 3 0,0 0-17 0,4-5-15 16,-4 7 1-16,1 1-5 0,-3 0-11 0,2 0 8 16,0 5-25-16,-1-1-6 0,-4 4-13 0,6-3 0 15,-6 3-17-15,0 0 7 0,13 4 0 0,-13-4-9 16,8 10-2-16,-3-1 9 0,-3 0-15 15,1 1-6-15,1 2-17 0,-3-2-21 0,2 1-28 0,-2-2-33 16,2 3-37-16,-2-4-52 0,-1 2-59 0,1-4-60 16,2 4-283-16,-2-4-619 0,-1-6 274 0</inkml:trace>
  <inkml:trace contextRef="#ctx0" brushRef="#br0" timeOffset="14120.05">31396 8256 151 0,'-3'-9'318'0,"2"1"6"0,1 8-13 0,-4-11-16 15,4 11-36-15,-1-8-17 0,1 8 3 0,0 0 14 16,0 0-2-16,0 0-10 0,-2 31-17 0,2-11 3 16,-1 0-12-16,-1 4-15 0,2-4-18 0,-2 4-14 15,2 0-15-15,0 2-18 0,-1-2-12 0,1-3-11 16,0-4-13-16,1 2-10 0,-1-5-27 0,2 1-45 15,-2-5-50-15,2 3-45 0,1-5-57 0,-2 0-58 16,-1-8-69-16,5 13-89 0,-4-6-319 0,-1-7-719 16,0 0 318-16</inkml:trace>
  <inkml:trace contextRef="#ctx0" brushRef="#br0" timeOffset="14268.74">31380 8385 86 0,'5'-5'184'0,"-5"5"-29"16,16-9-39-16,-6 7-42 0,2-4-68 0,1 1-56 15,4-2-46-15,11 0-103 0,2 1 47 16</inkml:trace>
  <inkml:trace contextRef="#ctx0" brushRef="#br0" timeOffset="14855.87">31911 8317 6 0,'-7'10'291'0,"5"-4"13"16,-2 3 8-16,-1-1-3 0,-1 2-10 0,0 1-10 15,2-1-20-15,1 1-14 0,0 0-10 0,0 1-17 16,2-2-15-16,1 3-9 0,0-1-21 0,1-3-15 16,1-3-9-16,0 2-6 0,2-3-13 0,0 1 2 15,3 0-11-15,3-1-6 0,-1-3-14 0,0 2-9 16,2-4-4-16,1-2-17 0,-2 0-6 0,1 0-15 15,-1-1-17-15,1-3-6 0,-1-1-23 0,0 2-11 16,-1-2-14-16,0-5-18 0,-4 3-11 0,0-2-2 16,-2-5-22-16,-1 0-5 0,1-1-9 0,-4 0-2 15,-4-2-1-15,-1 0 0 0,-1 4 12 0,-2 0 6 16,0 1 15-16,1 5 11 0,-1 1 17 0,2 1 12 16,1 1 6-16,1 0 1 0,0 2-4 0,0-1 4 15,5 5 8-15,-11-1-3 0,11 1-3 0,-8-3-1 16,8 3-15-16,0 0 15 0,0 0 7 0,0 0 1 15,0 0 4-15,0 0 6 0,0 0 4 0,0 0-4 16,0 0 5-16,0 0-6 0,38 0-5 0,-20-5-2 16,0 1-4-16,1-3 10 0,-1-1-6 0,-4 0 0 15,0-1 4-15,-4 2-10 0,-1-2 7 0,3-2 15 16,-3 1-22-16,0-4 3 0,-4 3-1 0,1-4 0 16,1 0-3-16,-5 3 1 0,1-1 1 0,-1 1-2 15,0 2 21-15,0 4 4 0,0-1 10 0,-2 7 5 16,2-8-1-16,-2 8-1 0,1-8-15 0,-1 8 5 15,0 0 6-15,0 0-1 0,0 0-4 0,-7 36 6 16,3-11-3-16,-3 2 10 0,0 4 2 0,-1 0 4 16,2 2 3-16,-1 1 0 0,1-2-4 0,2 0 6 15,3 0-3-15,0 1-2 0,1-5 3 0,1 1-3 16,-2-1-5-16,3-4-4 0,-1-5-3 0,1 0-3 16,1-2-4-16,1 2-5 0,-2-6-4 0,0-2-1 15,2-1-12-15,-1 1-17 0,-1-5-29 0,1-1-33 16,-1 3-38-16,1-3-38 0,-3-5-32 0,4 8-38 0,-4-8-55 15,0 0-85-15,0 0-73 0,0 0-236 16,0 0-720-16,0 0 319 0</inkml:trace>
  <inkml:trace contextRef="#ctx0" brushRef="#br0" timeOffset="15012.34">32154 8400 157 0,'0'0'214'0,"7"-8"-16"0,3 3-19 0,-2 0-20 0,1 0-16 16,0 2-10-16,4-2-32 0,-2 1-35 0,3 2-42 16,-1-1-55-16,1 1-45 0,-2 2-136 0,-2 0-229 15,-4-2 102-15</inkml:trace>
  <inkml:trace contextRef="#ctx0" brushRef="#br0" timeOffset="15568.99">29712 9285 97 0,'-3'-7'308'0,"-1"3"-24"0,4 4-11 0,-6-9-11 16,2 5-14-16,4 4-13 0,-5-3-19 0,5 3-17 15,0 0-12-15,0 0 4 0,0 0 9 0,1 24 0 16,4-7-10-16,4 7-12 0,0 4-17 0,0 0-16 15,0 2-8-15,2 0-11 0,-2-1-13 0,1 0-13 16,2-4 8-16,1-1-23 0,-7-6-3 0,3 0-17 16,1-1 1-16,1-2-11 0,-9-6-2 0,6 0 0 15,-2-2-14-15,-2-1 14 0,1-2 19 0,-5-4 15 16,8 4 15-16,-8-4 21 0,9-1-9 0,-9 1-3 16,12-11-15-16,-3-2-7 0,1-1-8 0,1-3-8 15,4-7-9-15,-2-2-4 0,1 1-6 0,0-1-4 16,0-3-8-16,1 1-3 0,0-2-5 0,-2-2-6 15,-1 4 1-15,-3-2-7 0,2 4 1 0,-2 10 0 0,-2-1-4 16,-1 6-1-16,-2 1 0 0,0 2-2 16,-3-1-4-16,2 2-4 0,-2 1-16 0,-1 6-9 0,0 0-22 15,3-8-22-15,-3 8-27 0,0 0-36 16,2-7-31-16,-2 7-39 0,0 0-27 0,0 0-34 0,0 0-43 16,-4 26-49-16,2-14-46 0,-2 6-277 0,1-1-725 15,2-1 321-15</inkml:trace>
  <inkml:trace contextRef="#ctx0" brushRef="#br0" timeOffset="15854.03">30316 9456 70 0,'12'0'283'0,"-12"0"0"16,0 0 13-16,11-1 8 0,-11 1 13 0,0 0 4 16,0 0-11-16,6-1-19 0,-6 1-18 15,0 0-14-15,0 0-12 0,0 0-14 0,0 0-13 0,0 0-10 16,-13 19-17-16,7-9-4 0,-8 0-16 0,4 4-13 15,-4 1-3-15,2-1-15 0,-1 1-10 16,1-2-10-16,3 3-9 0,0 0-11 0,2-2-6 0,2 2-9 16,1-1-10-16,1-4-5 0,0-2-10 15,4 2-12-15,-1-4 3 0,3 1-9 0,-3-8-6 0,8 12-16 16,0-6-20-16,1-1-30 0,3-3-39 0,1 0-20 16,3-2-46-16,-2-4-36 0,6 3-27 0,-1-3-34 15,2-1-18-15,-1-1-29 0,-3 0-23 16,1 0-11-16,1-2-7 0,1-2-10 0,-6 0-2 0,1 1-168 15,-5 0-538-15,3-3 239 0</inkml:trace>
  <inkml:trace contextRef="#ctx0" brushRef="#br0" timeOffset="16049.18">30546 9558 951 0,'5'-14'4'0,"0"-3"33"0,0 3 30 0,-2 4 21 0,0-2 21 15,0 2 26-15,0-2 19 0,-3 7 20 0,0 5 7 16,1-11 19-16,0 6 9 0,-1 5-6 0,0 0 1 16,0-9-3-16,0 9 0 0,0 0 0 0,0 0-1 15,0 0 11-15,0 0 6 0,0 0-8 0,5 22-10 16,-6-11 2-16,0 1-10 0,2 1-19 0,-1-1-9 15,1 1-15-15,-1 1-18 0,-1 1-11 0,1 1-15 16,0-1-8-16,1-3-9 0,2-1-9 0,-2 1-16 16,0-1-27-16,1 0-24 0,-1-1-36 0,0-1-43 15,1-2-28-15,-1-1-45 0,3 1-44 0,-1-1-47 16,-1 0-46-16,-2-6-53 0,1 9-42 0,-1-9-35 16,1 6-229-16,-1-6-688 0,0 0 305 0</inkml:trace>
  <inkml:trace contextRef="#ctx0" brushRef="#br0" timeOffset="16469.09">30614 9472 199 0,'0'-9'287'0,"1"1"-5"0,0 0 3 16,6 0 10-16,-1 0 3 0,-2 3-8 0,2-1-13 16,0-1-24-16,1 4-16 0,3-2-13 0,-1 3-30 15,3 2 7-15,-2 0-21 0,-1-2-14 0,1 4-11 16,0-2-15-16,0 2-12 0,-5 2-10 0,5 0-10 15,-4 1-11-15,1 1-6 0,-3 1-7 0,0-1-8 16,-3 2-14-16,1 0-2 0,-4 0-7 0,1 2-6 16,-4 0-10-16,0 1-14 0,0 0-3 0,-4 0-9 15,0 0 0-15,-1 3-5 0,1-6-1 0,1 1 1 16,3-1-15-16,2-1 1 0,1 0-9 0,-1 0 4 16,2 0 1-16,1-7 4 0,2 12-2 0,1-6 4 15,2 1-10-15,0-2-1 0,4 1 2 0,4-2 5 16,0 0-1-16,3 2 5 0,1 1-3 0,1-5-2 15,-1 2 0-15,-1 1 4 0,-4-1 0 0,2 0 2 16,-3-1-5-16,2 0 9 0,-4 1-15 0,-3 0 16 16,1 0 10-16,-1 0 11 0,-6-4-2 0,0 10 7 15,0-10-9-15,-9 13 7 0,-1-4-2 0,-4 0-8 16,-3-1 6-16,1 1-5 0,-2-1 5 0,-3-2-10 16,-4 3-15-16,6-2-15 0,1-1-15 0,-3-1-30 15,5-2-30-15,-1 1-48 0,4 0-55 0,2-1-82 16,-1-3-84-16,12 0-267 0,-18 0-683 0,18 0 301 15</inkml:trace>
  <inkml:trace contextRef="#ctx0" brushRef="#br0" timeOffset="16623.12">31187 9635 24 0,'0'0'398'0,"9"-2"-7"0,-9 2 9 16,8-2 2-16,-8 2-1 0,0 0-38 0,0 0-39 15,3-7-48-15,-3 7-56 0,0 0-69 0,0 0-75 16,0 0-84-16,-16-10-114 0,11 6-136 0,-8 1-249 16,3 0-549-16,-8-2 244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5:32:16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1288 3236 104 0,'0'0'201'15,"0"0"-5"-15,6-9-2 0,-6 9-6 0,0 0-16 16,0 0-20-16,3-10-8 0,-3 10-15 0,0 0-16 15,0 0-12-15,0 0-11 0,0 0-13 0,0 0-4 16,0 0-3-16,-14 25-8 0,5-11-8 0,-2 1-6 16,0 2-12-16,-3 0 4 0,1 5-4 15,1-7-3-15,-1-1-3 0,4 3-5 0,-2-5 0 0,2 2-7 16,3-2 3-16,-1-3-7 0,0 1 2 16,0-1-2-16,2-2 0 0,1 0-3 0,2-3-1 15,2-4 1-15,-5 9-1 0,5-9 0 0,-7 7 1 16,7-7 12-16,0 0 7 0,0 0 5 0,-4 3 13 15,4-3-15-15,0 0 9 0,0 0-10 0,0 0 0 16,10-21-7-16,-6 8-4 0,2-1-1 0,3-4-5 16,7-7-1-16,0 3-2 0,0-3-1 0,-1 1-5 15,1-2 1-15,3 0-14 0,-2-2 10 0,3 6 0 16,-4 1-2-16,2-2-1 0,-7 7 0 0,7-3 0 16,-9 7 1-16,0 5-1 0,0-1 1 0,-3 3-8 15,-3-2 6-15,-3 7 1 0,9-9-5 0,-9 9 0 16,9-3-1-16,-9 3 1 0,15 2 1 0,-15-2-3 15,14 12 3-15,-5-3 0 0,0 3 4 0,0 4-1 16,-1 3 6-16,-2 0-3 0,-2 5 4 0,1-5 0 16,-1 6-2-16,-2 2 3 0,0-6-2 15,0-2 1-15,-1 5 0 0,2-5-2 0,-3 0 6 16,1-2-6-16,2 1 1 0,-1-1 2 0,-2 0-2 16,-2-5 1-16,2 3 1 0,2-1-5 0,-4-3-10 15,2 1-22-15,-3-2-34 0,3-10-19 0,-2 18-32 0,2-18-31 16,-2 12-46-16,2-12-204 0,-7 11-428 15,7-11 190-15</inkml:trace>
  <inkml:trace contextRef="#ctx0" brushRef="#br0" timeOffset="185.54">1169 3315 43 0,'0'0'133'16,"0"0"-14"-16,0 0-10 0,0 0-7 0,50-5-9 16,-19 2-11-16,5 2-15 0,4-2-18 0,19-2-39 15,-4-1-47-15,0 5-92 0,-5-2-139 0,1 0 62 16</inkml:trace>
  <inkml:trace contextRef="#ctx0" brushRef="#br0" timeOffset="1009.94">2274 3160 47 0,'0'0'218'0,"0"0"-14"0,0 0-16 0,0 0-12 16,-9-18-13-16,9 18-21 0,0 0-8 0,0 0-17 15,-19-1-7-15,19 1-10 0,-24 15-15 0,7-2 11 16,-6 6-7-16,0 3-7 0,-2 1-6 0,-2 0-9 16,5 3-5-16,2 0-10 0,4-2 0 0,-1 1-6 15,4 0-4-15,-4-2 0 0,6 2-3 16,0-2-2-16,5-5 2 0,1 0-9 0,0 2-1 16,5-5-2-16,-2-2 0 0,4 3-2 0,2 1-2 15,-1-8 0-15,3 3 0 0,0-2-2 0,7 2-2 16,-3-4-4-16,5-1 2 0,1 1 1 0,1-5-2 15,0 1 1-15,4-3-3 0,-2-2 0 0,1 1 0 16,2-2-3-16,-2-2 0 0,0-3-2 0,-2 4-2 16,-1-4 3-16,1-2-4 0,-2-1-3 0,-1 0-3 15,-5-4 1-15,4 0-7 0,-4-1 1 0,-2 1 2 16,1-3-1-16,-4 1 0 0,-2 0 0 0,-2 4-1 16,-1 12-2-16,-3-24 1 0,-1 13 0 0,-2 0 1 15,-1 0-3-15,-2 1 3 0,-3 3-2 0,-3-1 3 16,1 2-10-16,0 1 14 0,3 2-2 0,1-1 3 15,10 4-5-15,-10-5-1 0,10 5-2 0,0 0-4 16,-9-3 0-16,9 3-1 0,0 0 2 16,0 0 2-16,0 0 3 0,0 0 1 0,0 0 2 15,36 14 0-15,-15-13-2 0,9 1 4 0,-2 1 0 16,-7 0-2-16,5 0 0 0,-5-2 2 0,-1 3 1 16,1-3-3-16,-6 1 4 0,2 1-5 0,-5 0 6 15,-1 1-4-15,-2 0-1 0,1 0-3 0,-1 2 4 0,-4-1-4 16,1 4 5-16,1 0 1 0,-1 4-5 0,-5-3 9 15,3 2-4-15,-4-12 3 0,0 25 0 16,-1-14 1-16,1-11-2 0,1 28-2 0,0-13 3 16,1-3 2-16,-2 1-4 0,4-2 1 0,-4-11 0 15,3 25 1-15,1-14 0 0,0 0 1 0,2-1-1 16,2 0 0-16,0-3 0 0,1-2 1 0,2 2-2 16,1-1-1-16,2-2-2 0,-3 0 3 0,6-3-10 15,1 0 13-15,0-1-2 0,-2-3 2 0,-2-1-3 16,-1-2 1-16,4 1 1 0,-3-2 2 0,-3 0-9 15,3-4 1-15,-2-2-3 0,1-1 1 0,-4 1 5 16,0-2-8-16,-3 0 8 0,3 0-3 0,-7 2-1 16,0 3 3-16,0-3 0 0,-2 13 7 0,2-14 4 15,-2 14 1-15,-3-11-5 0,3 11-2 0,0 0 3 16,-4-11-9-16,4 11 2 0,0 0-2 0,0 0-4 16,-29 16 5-16,13-5-2 0,5 2 1 0,-1 2 1 15,1 1 0-15,2-1-2 0,1 2-11 0,1-1-35 16,5 0-33-16,2-16-49 0,2 28-41 0,3-15-66 15,-2 1-133-15,5-3-399 0,4 3 176 0</inkml:trace>
  <inkml:trace contextRef="#ctx0" brushRef="#br0" timeOffset="1944.37">3078 3553 58 0,'0'0'244'0,"4"-10"-31"0,-4 10-25 0,0 0-17 16,0 0-16-16,0 0-10 0,0 0 1 0,0 0-6 16,0 0-13-16,0 0-4 0,1 48-5 0,-3-33-12 15,-1-2-3-15,1 2-11 0,-1-3-11 0,2 5-1 16,-2-5-11-16,3-12-6 0,-4 17-5 0,4-17-8 16,-5 14 0-16,5-14-11 0,-2 10 6 0,2-10 3 15,0 0 16-15,0 0-7 0,-4 11-4 0,4-11-5 16,0 0-5-16,0 0-8 0,0 0 2 0,0 0-6 15,0 0-6-15,0 0-11 0,-5-42 7 16,5 42-2-16,9-26 0 0,-2 10-6 0,2 0-6 16,2-2 5-16,5-2-8 0,1 0 0 0,-2 4-6 15,-1 2-2-15,1 4 1 0,-2-2-2 0,-2 7-3 16,1 0 1-16,-3 0 1 0,-9 5-2 0,18-4 0 16,-18 4 1-16,0 0 0 0,21 11 2 0,-13-6 0 15,4 6 1-15,-5 0 0 0,3 1 1 0,-7 0-2 16,6 2 2-16,-1 1 1 0,-1-3-3 0,-1-2 2 15,0 6 1-15,2-5 4 0,1 2 2 0,4-1-3 16,1-3 0-16,1-1 6 0,-3-3-3 0,7 3-2 16,-4-3 4-16,4-2 0 0,-1-5-1 0,3 2 0 15,-4-1 2-15,3-2 0 0,-2-3-3 0,-7 2 1 16,8-2 2-16,0-3-5 0,-5 0 1 0,4-2 0 16,-2 0 2-16,-2-3-2 0,-1 0 0 0,-2-2-3 15,-1-1-6-15,-1 2 4 0,-2-2 1 0,-1 1-3 16,-3 0 3-16,0 0-5 0,-3 3 0 0,2 1 4 15,-2 12 2-15,-2-21-2 0,2 21 3 0,-5-15 7 16,5 15-7-16,-5-12 2 0,1 8-3 0,4 4-1 16,0 0-3-16,-23 2-2 0,12 5 4 0,-3 3-1 15,-7 7-2-15,1 0 1 0,3 2 2 0,-2 0-1 16,9-3 5-16,-2 1-5 0,5-2 0 0,2 0 3 16,1-1 0-16,1 0 3 0,2 0-2 15,2 2-1-15,-1-16-6 0,7 20 11 0,-2-8 2 16,2-2-1-16,6 3 3 0,-4-6 3 0,3 0 1 15,7-2 2-15,-3 1 0 0,4-3-2 0,-1-1 1 16,2-2 1-16,0 0-2 0,1-2 0 0,-1 1-2 16,1-4-2-16,0 1 1 0,-1-1-2 0,-1-3 2 15,4-3-7-15,-5-1 1 0,0 5-5 0,3-9-7 16,-5 5-2-16,1-6-8 0,-7 4-8 0,-2-2 3 16,-3-3-4-16,2 2 2 0,-2 1 5 0,-1 0 0 15,-3 3 1-15,-2 12 0 0,0-20 1 0,0 20 2 16,-7-20 4-16,2 11 2 0,5 9-6 0,-10-13 6 15,5 7 1-15,5 6-2 0,-7-9 3 0,7 9 2 16,0 0-6-16,-11-8 0 0,11 8-1 0,0 0 2 16,0 0 0-16,0 0-1 0,0 0 1 0,0 0 2 15,0 0 2-15,0 0 3 0,0 0-2 0,0 0 4 16,41 11-2-16,-26-6 2 0,-1-2 2 0,2 3-2 16,-2-1-2-16,-1-1 4 0,-3 1-2 0,0 1-3 15,3 1 5-15,-5-2 0 0,0 3 2 0,0-1 10 16,-2 1-2-16,1 2 8 0,-1 0-4 15,1 1 5-15,-5 0-2 0,1 1 5 0,-3-12-1 16,-2 24 0-16,2-24 2 0,-3 23-8 0,-1-10 2 0,0 4 1 16,0-3-3-16,4-14-4 0,-2 24-28 15,2-24-34-15,0 22-44 0,0-22-45 0,7 22-66 16,0-12-235-16,-1-1-476 0,3 0 210 0</inkml:trace>
  <inkml:trace contextRef="#ctx0" brushRef="#br0" timeOffset="2885.93">4489 3521 87 0,'-13'-2'222'16,"-1"2"-3"-16,-2 1-11 0,2 2-13 16,0 1-8-16,-3 3-10 0,-1 2-14 0,1 3-8 15,2-2-10-15,4 3-14 0,-3 0-10 0,2 2-11 0,6-4-12 16,2-1-8-16,-1 2-11 0,0-2-5 0,3 2-10 15,2-3 1-15,3 1-12 0,1-2-2 0,-2-1-8 16,2-1 0-16,1-1-6 0,0-1 0 16,1 0 0-16,2-2-4 0,-8-2 0 0,17 4-6 15,-8-6-1-15,2 1-1 0,-3-1-5 0,0-3 2 16,2-1-5-16,-2 1-1 0,-1-5-2 0,0 3 1 16,2-1-4-16,-4-3 1 0,1 1-1 0,-2-1 1 15,5-4-8-15,0 2 4 0,-4 2-4 0,1 1 1 16,-3 5-2-16,1-2 3 0,-2 1-3 0,-2 6-2 15,3-10-3-15,1 7-6 0,-4 3 1 0,0 0 0 16,0 0 1-16,0 0 1 0,0 0 3 0,0 0 2 16,-3 26-1-16,2-16 3 0,-2 6-2 0,1 0 1 15,1-3 1-15,-1-1-2 0,2 3 1 0,2-3-1 16,1 1 2-16,0-3 2 0,1 0-10 0,1-2 10 16,1 2 0-16,2-3 2 0,0 3-9 0,0-4 11 15,4-2 1-15,0-2-1 0,2-1 0 0,-2-4-1 16,2 2 1-16,3-3 3 0,-2-2-2 0,2-1 2 15,0-1 0-15,-3-3 2 0,2-1-5 0,-3-2-1 16,5-5 3-16,-4-2-5 0,1-2 3 0,-6-1-4 16,3-1-1-16,-2-1 1 0,-1-3 0 0,-1 0-2 15,-3-2-5-15,0 1 4 0,1 0-2 0,-4 4 5 16,0 7-5-16,1-2 10 0,-3 4 2 0,0 5 12 16,1 0-1-16,0 4 6 0,-2 1-5 0,1 7-6 15,0-13-7-15,0 13-3 0,1-6-13 0,-1 6 11 16,0 0 1-16,0 0-3 0,-7 34 5 0,1-7 0 15,1 0 3-15,-2 1-4 0,3 1 2 0,-1-2 1 16,0 0-3-16,1 0 6 0,1-1-3 0,1 2 1 16,2-7 0-16,2 2 0 0,-1-3 2 15,2-3-2-15,2 2-13 0,2-5 12 0,0 2 2 16,1-6 1-16,2 3-4 0,-1-2 3 0,1-4-1 16,0 0-5-16,1-1 2 0,3-1 4 0,-3-4 2 15,8 0-4-15,2-1 3 0,-1-3-6 0,-1-2 1 0,-2-2 6 16,1-1-7-16,-3-2 1 0,2-1 1 0,-4-3-2 15,-1 1-5-15,-1-1 5 0,-4-2-6 16,2 2 1-16,-4-2-6 0,1 5 10 0,-3 0-5 16,0 1 2-16,0 3-8 0,-3-3 6 0,3 3-2 15,-3 7 0-15,2-7-8 0,-2 7-1 0,0 0 1 16,0 0 0-16,0 0 1 0,-16 14-12 0,10-3 15 16,-6 2 3-16,1 1 0 0,2-1-2 0,1-1 3 15,3 3 0-15,-1 0 2 0,1 2-8 0,3-5-22 16,2 5-27-16,2-1-40 0,-2-4-44 0,0-12-56 15,7 24-74-15,-1-13-228 0,1-2-538 0,1-2 239 16</inkml:trace>
  <inkml:trace contextRef="#ctx0" brushRef="#br0" timeOffset="3060.95">5046 3283 202 0,'-2'-6'220'0,"2"6"-27"0,-5-8-33 0,2 3-36 16,3 5-21-16,0 0-17 0,0 0-33 0,0 0-60 15,-5 20-65-15,8-3-105 0,0-1-192 0,4 1 85 16</inkml:trace>
  <inkml:trace contextRef="#ctx0" brushRef="#br0" timeOffset="3663.78">5132 3773 156 0,'0'0'266'0,"14"-10"-17"0,-5 2-19 16,2 0-10-16,4-4-12 0,1 1-19 0,5-6-14 16,2 2-17-16,-2 0-16 0,4-3-15 15,-1 0-10-15,0-3-13 0,0 2-11 0,1-1-18 16,-2-2 3-16,-3 4-9 0,-5 2-6 0,-3 3-4 15,-2 1-8-15,0 3-3 0,-2 1-3 0,-3 3 3 16,2 1-8-16,-5-2-14 0,-2 6 7 0,8-8 0 16,-6 5-9-16,-2 3-11 0,0 0 6 0,3-8-6 15,-3 8-3-15,0 0 5 0,0 0-16 0,-15 17 9 16,7-9-1-16,2 3 0 0,0-3-3 0,1 6 1 16,-1-2 0-16,4 6-1 0,0-2 2 0,4 2-2 15,-2-1 0-15,3 1 2 0,4-3-5 0,0 2 2 16,1-2-1-16,0 1 3 0,2-3-16 0,-1 2 16 15,2-2-2-15,-3-2 1 0,-2 0-3 0,1-2 6 16,-2 1-7-16,0 1-1 0,-2-5-2 0,-3-6-2 16,7 11-6-16,-7-11-1 0,1 10-3 0,-1-10-9 15,0 0-3-15,0 0-6 0,-11 9-7 0,11-9 2 16,0 0 2-16,-15 0 7 0,15 0 1 0,0 0 4 16,0 0-4-16,0 0 0 0,-13-10-4 0,13 10-3 15,0 0 3-15,0 0 2 0,20-19 5 0,-9 10-1 16,5-2 4-16,1 2 1 0,6-3 0 0,0 0 3 15,2 0 0-15,-4 3 2 0,-3-1 1 0,6-3 3 16,0 0 4-16,-8 3 0 0,-1-1 5 16,-5 3 9-16,-2 1 2 0,2-3 1 0,-4 2 6 15,0-1 7-15,-4 4 16 0,1-3 4 0,-2 2-2 0,-1 6-4 16,-1-11 4-16,1 11-4 0,-7-9-1 0,-2 5-3 16,0 4-4-16,-2 0-2 0,-2 0-7 0,-6 4-1 15,0 5-4-15,3-1 4 0,0 2-5 0,2-2 0 16,2 2-6-16,2 2 3 0,1 1-1 15,1 2 1-15,3-4-2 0,3 1-15 0,3-2-28 16,2 2-25-16,-3-12-50 0,17 22-52 0,3-13-71 16,3 3-183-16,5-4-451 0,5-4 199 0</inkml:trace>
  <inkml:trace contextRef="#ctx0" brushRef="#br0" timeOffset="4096.02">6142 3651 42 0,'-3'-8'231'15,"-1"-2"2"-15,-2 4 1 0,-2-2-15 0,-2-1-13 16,0 5-13-16,-2-2-5 0,-1 2-12 0,1 1-19 16,-2 2-11-16,-3 4-6 0,-1 2-18 0,1 2-7 15,-2 3-7-15,3 1-14 0,-2 2-2 0,6-1-12 16,-8 4-6-16,7-3-10 0,4 3-2 16,1 2-9-16,5-1-5 0,3-4-3 0,2 1-3 0,1 0 0 15,1-3-2-15,2 0-19 0,2 0 12 0,2-4-6 16,1 0 2-16,8 0 0 0,-4-6-14 0,4-1 8 15,0-1-2-15,-1 0-1 0,0-5-1 0,-4-1-3 16,1-2 0-16,-2-3-6 0,0-2 6 0,-2-1-4 16,-2-2 1-16,2 0-3 0,-1-8 0 0,-1 2-1 15,-3-2-6-15,4 0 3 0,-6-4-6 16,4-1 4-16,-2 2 3 0,0-3-3 0,-1-1-2 16,-1-1 3-16,-1 1 5 0,-1 2 6 0,1 3 11 15,-3 0-4-15,1 2 0 0,-1 8 22 0,2 5 9 0,-2 3 6 16,2-1-8-16,-2 3-11 0,0 7 0 0,0-8-13 15,0 8-4-15,0 0-12 0,0 0 9 16,0 0-8-16,1 32-14 0,-3-3 15 0,-2 1 3 16,0 0-3-16,-2 2-3 0,2 0 4 0,-2 1 2 15,2-1-8-15,0-3 3 0,1 0-4 0,-1 2-2 16,4-2 2-16,0-3-28 0,-1 1-41 0,0 0-41 16,1-7-45-16,-3 5-55 0,5-7-64 0,-4 1-309 15,1-7-623-15,-2-1 276 0</inkml:trace>
  <inkml:trace contextRef="#ctx0" brushRef="#br0" timeOffset="4644.64">6742 3295 162 0,'-1'-10'249'0,"0"0"-4"0,1 2-6 0,0 8-8 16,-2-14-12-16,2 14-20 0,-1-8-22 0,1 8-22 15,0 0-18-15,0 0-18 0,0 0-13 0,0 0 0 16,0 0 1-16,3 30 4 0,-3-2-4 0,-4 2 3 16,2 3 0-16,1 2-2 0,-4-1-6 0,-2 0-3 15,1 1-10-15,0-2-8 0,-2 1-5 0,-1-3-10 16,4-1-8-16,-2-2-4 0,-1-3 13 0,2 1-19 16,-1-2-6-16,1 1-3 0,2-6-6 0,0-2-12 15,0-1-23-15,-2 0-28 0,3-6-32 0,1 0-28 16,2-10-23-16,-4 14-32 0,4-14-19 0,-3 9-12 15,3-9-28-15,0 0-40 0,0 0-18 0,0 0-135 16,0 0-430-16,0 0 191 0</inkml:trace>
  <inkml:trace contextRef="#ctx0" brushRef="#br0" timeOffset="5304.21">6614 3600 141 0,'-3'-11'178'0,"1"5"-3"0,-3 0-10 15,5 6-7-15,-2-10-18 0,2 10-8 0,-3-7-14 16,3 7-15-16,0 0-15 0,0-10-8 0,0 10-10 15,12-3-2-15,-3 2-8 0,3 0-2 0,10-1-6 16,1 4-9-16,4-2 0 0,-7 1-5 0,1-2-3 16,-2 2-2-16,-2 0-6 0,-3 1-3 15,-3-1-4-15,-1 2 0 0,2-1-5 0,-2 3-2 0,-2 0 5 16,2 1 3-16,-2 1 2 0,-2 3 3 0,2 3 2 16,-2-3 10-16,-1 3 0 0,-1-1 1 0,-1 1-1 15,-1 4 1-15,1-5-3 0,-2 3-1 0,-1-2-8 16,3-2 3-16,-3 2-8 0,0-2 7 0,-2 1-4 15,0-1-2-15,0-1 0 0,1-3 0 0,-1 0-2 16,-2 0-2-16,1-2 0 0,-1 0 0 0,4-5-2 16,-11 4 0-16,11-4-3 0,0 0-1 15,-16-2 0-15,16 2 0 0,-10-9-4 0,7 6-1 0,3 3-4 16,-4-10-5-16,4 10-2 0,2-10-8 16,3 1-2-16,3-1-8 0,0 1 2 0,2 1-4 0,6-3 5 15,-1-2-6-15,9 0-5 0,-5 3-1 0,4-3-1 16,3 0-2-16,-1 0 7 0,-1 2-5 0,3-1 3 15,-9 5 6-15,1-3 3 0,-1 2 3 0,-2-1 3 16,-4 0 0-16,5 1 5 0,-8 0 10 16,-1 2 8-16,0 0 4 0,-4 2 3 0,0-2 7 15,-4 6 11-15,5-8 1 0,-5 8-2 0,2-7-5 0,-2 7-2 16,0 0-4-16,0 0-4 0,0 0-1 0,-26 11 4 16,18-3-4-16,-5 4 3 0,1 2 0 15,-2 0 0-15,1-1-3 0,4 1 0 0,0 0-4 0,3-2-1 16,-2 3 1-16,4-3-3 0,2 0 0 15,2-2 4-15,0-1-4 0,1 1-1 0,4-3 1 16,1 0-1-16,-1 2-1 0,2-5 3 0,1-2-6 16,2 2 0-16,3-2-6 0,-3-1-4 0,4-2-2 0,-1-2 3 15,-2-1 1-15,1 0 0 0,3-4-3 16,-2-1-7-16,-3-1-1 0,-1 1 1 0,4-5-1 16,-6 5 3-16,1-2 2 0,-2 2-1 0,1 0 4 15,-3 3 0-15,-1 0 2 0,1 2-3 0,-4 4-3 16,4-7-4-16,-4 7 2 0,0 0 1 0,0 0 0 15,0 0 7-15,0 19 3 0,-2-6 2 0,-4 2-2 16,-1 3 4-16,0 1-1 0,1 5-1 0,-4 5-3 16,3-5-31-16,0 0-54 0,0-5-66 0,4 0-71 15,-4 0-170-15,5-1-425 0,-2-4 188 0</inkml:trace>
  <inkml:trace contextRef="#ctx0" brushRef="#br0" timeOffset="6321.02">7417 3682 86 0,'4'-4'240'0,"-4"4"-25"0,4-5-23 16,-4 5-16-16,0 0-13 0,0 0-5 0,5 16-10 16,-5-7-13-16,1 4-14 0,-2-1-7 0,2 3-9 15,0 2-7-15,1-4-8 0,-1 4-11 0,-1-6-5 16,1 2-7-16,-1-3-6 0,3 0-6 0,-3-10-2 15,1 13-3-15,-1-13-2 0,0 0-1 0,0 11 6 16,0-11 18-16,0 0 18 0,0 0 19 0,0 0 7 16,0 0-7-16,0 0-12 0,0 0-17 0,0 0-3 15,0 0-10-15,8-33-14 0,-6 18 1 0,5-3-11 16,0 1-13-16,5-6 2 0,-1 0-3 0,5 1-6 16,3 0-10-16,-1 1 2 0,1 1-3 15,1 2-2-15,-4 6-12 0,-2 1 6 0,-4 4 2 16,0 0-5-16,-1 2 3 0,-1 4-9 0,2 0 5 0,-10 1-4 15,18 5-7-15,-10 0 2 0,0 3 2 0,0 6 1 16,-3-3 6-16,1 5-5 0,-4-1-3 0,-1 4 4 16,3-2 4-16,-1 1-1 0,-2-2-3 0,0 1 2 15,0 1 5-15,1-1-6 0,0-5 6 16,1 1 3-16,1-2 0 0,0-1-1 0,-1-1 1 16,5-3 1-16,0 1-2 0,2-2 2 0,1-1 0 15,2-4-2-15,5-2-2 0,-5 1-4 0,7-3-6 0,-3-1-3 16,1-2-1-16,-3-5-5 0,3 0-4 0,-3 0-15 15,1-1 5-15,-3-3-1 0,0 1-3 16,0-8-13-16,-5 5 1 0,2 1 4 0,-2 2 1 16,-3-6 5-16,2 7 3 0,-4 1 4 0,1 3 5 15,-1-1 1-15,-1 3 7 0,-1 3-4 0,-1 5 0 16,3-8-4-16,-3 8 5 0,0 0-4 0,0 0 3 16,0 0 13-16,0 0 1 0,-15 32 0 0,7-18 4 0,2 3-2 15,-1 0 5-15,-3 7 0 0,2 0 3 0,2 1 2 16,-1-7 0-16,0 8 1 0,1-10-3 15,0 0 2-15,3 1 2 0,0-3-1 0,-1-3-1 16,2-1 1-16,0-4 0 0,1 2 1 0,1-8 0 16,-4 9 3-16,4-9 4 0,-4 6-2 0,4-6 4 15,0 0-2-15,0 0-2 0,0 0-3 0,0 0-4 16,0 0-8-16,0 0 1 0,0 0-5 0,14-31 2 16,-2 19-1-16,2-3-3 0,4-4-1 0,-3 5 2 15,5-4-1-15,0 2-3 0,-2 2 6 0,-2 2-3 16,6-5 3-16,-9 8 2 0,1-1-2 0,0 0 3 15,-4 2 0-15,4-1 1 0,-5 0 5 0,-1 3 2 16,-1 0 6-16,-1 2 5 0,-1-2 5 0,-5 6 9 16,6-4 2-16,-6 4 5 0,5-3-8 0,-5 3-2 15,0 0-10-15,0 0-1 0,0 0-6 0,0 0 1 16,0 0 1-16,0 0 4 0,-5 20-2 0,0-11 1 16,0 0 3-16,0 3-3 0,1-3 1 0,-1 2-4 15,2-2 2-15,1 4 2 0,2-13-8 0,0 17 4 16,2-6 1-16,2 1-2 0,2-3-11 0,0 0 16 15,3 0-5-15,2-4 3 0,2-1-10 0,-2-1 12 16,5 0-2-16,-3-3-3 0,-1-1-2 0,8-1-6 16,-7-1 10-16,-1-2-8 0,3-4-1 0,-2 0-1 15,0-3-6-15,0 1 3 0,-6 2-2 0,2-5 1 16,-2 2-2-16,0-4-9 0,-2 1 6 0,-1 4-2 16,0 0-2-16,0 0 6 0,-3 5-5 0,3 0 2 15,-1 0-1-15,-3 6 1 0,3-8-9 0,-3 8 1 16,0 0-3-16,0 0 6 0,0 0 2 0,0 0 4 15,0 0 5-15,-16 30-2 0,8-15 0 0,0 1 3 16,-5 7-2-16,5-5 7 0,-4 6-12 0,3-6 11 16,0 5 2-16,2-5 0 0,0-3-24 0,1 4-26 15,1-4-29-15,-2-1-35 0,5-2-49 0,1 0-71 16,-5-2-248-16,3-2-514 0,3-8 227 0</inkml:trace>
  <inkml:trace contextRef="#ctx0" brushRef="#br0" timeOffset="6485.04">8149 3570 2226 0,'-7'-11'5'0,"2"2"4"16,1 1-13-16,-1 2-5 0,5 6-36 16,-6-9-6-16,3 6-7 0,3 3 1 0,0 0-21 15,0 0-42-15,0 0-57 0,0 0-97 0,0 0-297 16,0 0 133-16</inkml:trace>
  <inkml:trace contextRef="#ctx0" brushRef="#br0" timeOffset="6727.57">8663 3483 2401 0,'5'-10'7'0,"1"-1"54"0,-2 0-7 16,0 2 23-16,0 2 30 0,-1 2 6 0,-3 5 7 15,4-10-2-15,-4 10-16 0,3-6-15 0,-3 6 1 16,0 0-11-16,0 0-6 0,0 0-13 0,0 0 2 15,0 0-2-15,2 27 0 0,-5-8-1 0,1 8-1 16,-2-2-9-16,-3 2-2 0,2 4-7 0,-4-3 10 16,3 2-5-16,-1 1-17 0,1-5 7 0,1 5-4 15,-4-1-10-15,4-2-1 0,1-2 13 0,1-1-17 16,-2-7-21-16,3 1-32 0,2-6-30 0,-2 1-39 16,1-3-43-16,0-1-46 0,1-10-62 0,0 11-55 15,0-11-200-15,-5 9-555 0,5-9 246 0</inkml:trace>
  <inkml:trace contextRef="#ctx0" brushRef="#br0" timeOffset="7089.61">8535 3687 2204 0,'0'0'20'0,"-4"-9"-6"16,4 9-11-16,0 0-3 0,0-12-1 0,0 12-2 16,8-5 1-16,1 3 6 0,-3-2-2 0,7 2-1 15,5-1 3-15,0 0 3 0,4 2 0 16,5 1 2-16,-6 0-1 0,5 3 1 0,-4-3-1 15,-3 2-5-15,0 0 1 0,-2 2-2 0,-1 0 1 0,2 3-2 16,-8-1 0-16,2 0 3 0,-2 1 3 0,-2 3 3 16,-1 0 8-16,-2-1 7 0,1 2-3 0,-1 0-1 15,-3 1 1-15,1-2-2 0,-1 3-1 16,2-1-3-16,2-2 1 0,-3 1-3 0,0-3 5 16,2 2-5-16,-1-4 0 0,1 2 7 0,2-4-2 15,0 1 3-15,0-2 4 0,0-1 3 0,-1-1 11 16,6-1 5-16,-12 0 19 0,14-1-2 0,-8-1 3 15,-6 2 7-15,17-8 4 0,-12 3-6 0,0-2-5 16,1-6-6-16,-1 0-8 0,-1 2-6 0,0-1-6 16,-3-1 7-16,1-3-10 0,-4 4-7 0,2 0-11 15,0 1-9-15,-2 0-19 0,-1 1-22 0,1 2-36 16,-2 2-44-16,-1 1-43 0,5 5-45 0,-10-7-28 16,5 6-23-16,5 1-170 0,-20 9-455 0,10-2 202 15</inkml:trace>
  <inkml:trace contextRef="#ctx0" brushRef="#br0" timeOffset="7493.96">9023 3941 205 0,'18'-2'206'0,"2"1"-10"0,-3-1-8 0,3-1-9 16,0 0-6-16,-1 0-3 0,-6-1-8 0,0-2-6 16,3-3-7-16,1 1-12 0,-2-3-9 0,-1 0-12 15,0 0-12-15,-2-1-5 0,3 0-10 0,-3-3-12 16,-1-2-7-16,-3 2-2 0,2-2-6 0,-2 1-4 15,-2 0-6-15,-1 2 0 0,-3 2 4 0,-1 1-7 16,-2 0-1-16,-1 0-6 0,-2 3-5 0,-1-2-10 16,2 3 0-16,-1 4-5 0,-1-4 0 0,5 7 1 15,-8-9-10-15,8 9-1 0,-4-7 0 0,4 7-4 16,-4-4 2-16,4 4-6 0,0 0-3 16,-5-6-2-16,5 6 4 0,0 0-4 0,0 0 3 0,0 0-1 15,26 6 4-15,-12-3 1 0,4 2-1 0,1-2-5 16,0 0 5-16,-1 1-11 0,0 1 12 0,-4-1-5 15,-3-1-3-15,2 2-2 0,0 1 1 0,-2 0 0 16,-2 1 1-16,-1 1 2 0,1-1 1 0,-4 5 0 16,0-3 1-16,-1 3 14 0,-3 5 2 15,-1-1 5-15,0-5 1 0,0 2 1 0,-1-1-4 16,-1-1 1-16,-1 4-2 0,0-3-6 0,2-1 5 0,-2 1 0 16,1-3-6-16,1 1 1 0,-2-1-21 0,3 1-29 15,-1 0-37-15,-2-3-37 0,3-7-62 0,0 0-71 16,0 14-246-16,0-14-530 0,0 0 235 0</inkml:trace>
  <inkml:trace contextRef="#ctx0" brushRef="#br0" timeOffset="9585.5">10414 3603 62 0,'-6'-8'211'0,"-2"1"-17"15,-1 0-8-15,1 1-12 0,-1 2-16 0,-1 2-9 16,-4 2-16-16,0 2-11 0,-4 2-12 0,-1 5-7 16,-4 2-8-16,1 4-6 0,1 2-9 0,6-2-9 15,0-1-8-15,1 7-1 0,5-5-7 0,2 0-4 16,3-1-4-16,4 3-6 0,0-1-3 0,2-3-1 15,2 0-5-15,4 0-3 0,-3-3-2 0,2-3-1 16,2 1-4-16,1-1 3 0,1-3-2 0,-1 3-2 16,0-5-1-16,-1 0 0 0,-1-2-1 0,-2-1-2 15,-6 0-1-15,12-4 0 0,-12 4 0 0,10-6-3 16,-6 4 3-16,-4 2-5 0,6-11-2 0,-3 5 0 16,-2-1 2-16,-1 7-2 0,-1-11 0 0,1 11 3 15,-7-12-3-15,1 9-3 0,-4 0 1 0,0 0-2 16,10 3 2-16,-25 4-3 0,6 1-2 0,0 2 3 15,1 3-1-15,-6 3 0 0,6 0-2 0,1-1 2 16,1 2 0-16,-2 3-1 0,4-3-2 0,3 2 4 16,4 0-3-16,-1-2 1 0,4 3 4 0,4-1-3 15,7-2 2-15,-1 1 1 0,3-1-3 0,4-2-16 16,3-1-16-16,10 2-23 0,2-3-31 0,4-2-43 16,4-4-28-16,2-1-12 0,16-3-16 0,-14 1 3 15,11-5 9-15,2 1 8 0,-17-2 19 0,-1-2 14 16,-2-1 13-16,-1-2 24 0,-3-2 25 15,-2 0 20-15,-2-4 18 0,-7 6 15 0,-1-5 24 0,1-2 3 16,-4 1 33-16,1-4 7 0,-6 4 18 0,-1 0 4 16,-2 5 14-16,-3-4 15 0,-2 2 9 0,-1 2-6 15,0-3 5-15,-2 2-1 0,-4 3-7 0,0 0-5 16,-2 3-9-16,-3-1-6 0,-2 6-4 0,-5 2-5 16,-1 0-5-16,-7 8-1 0,0 4 3 15,0 4-5-15,1 1-14 0,2-1 1 0,7-5-6 16,1 2-5-16,5 0-11 0,1 2 3 0,1-1-2 15,3-3-4-15,4 1-3 0,-2 0 0 0,4-3 4 16,3 3-7-16,2-6-3 0,0 4 2 0,1-6-1 0,1 1-2 16,3 0 1-16,1-3 0 0,0-2-6 0,-1 0 0 15,2-2-3-15,0-1 2 0,-2-2 0 16,-1 0 0-16,3-2 2 0,-4-2-5 0,1 0 0 16,2-6-1-16,-5 4-1 0,2-3 0 0,2 1 1 15,-5 1-4-15,0 3 13 0,0 1 2 0,-3 0-4 16,0 4 0-16,-3 3-10 0,0 0-2 0,10-12-6 15,-10 12 3-15,0 0-4 0,0 0-2 0,0 0 3 0,8 23 0 16,-8-10 0-16,-3 3 1 0,1 4 0 16,-4 5 3-16,4-2 6 0,-4-3-4 0,3 5 2 15,-1-7-1-15,3 0 3 0,-2 0-4 0,2 0-9 16,0-3 10-16,0-2-1 0,-1-2 4 0,1-4-4 16,1 3 4-16,0-2-1 0,0-8-1 0,1 11-3 15,-1-11 6-15,2 8 6 0,-2-8 5 0,0 0 2 16,2 5 0-16,-2-5 0 0,0 0-3 0,20-13-2 15,-10 4 2-15,4-6-5 0,9-4-2 0,-6 0 2 16,-1-3-8-16,3 0-1 0,-1-2 0 0,0-1 3 16,0 1-1-16,0-3-7 0,-2 1 2 0,0 4 0 15,-5 5-3-15,4-4 2 0,-7 3 4 0,2 2 4 16,-3 0-9-16,-1 3-1 0,-2 1 3 0,0 2-3 16,-2 3 17-16,-2 7-3 0,7-10-3 0,-7 10-19 15,2-9 12-15,-2 9-5 0,0 0 1 0,0 0-3 16,0 0 1-16,0 0-5 0,0 36 5 0,-2-20 1 15,-1 2 2-15,-1-1-3 0,3 1 5 0,-2 0 1 16,3 0-1-16,-1-1-3 0,2-1 0 0,-1 0 3 16,3-3 2-16,-2 0-2 0,4-4 1 0,0 2-13 15,2-2 17-15,1 0 3 0,-2-6 0 0,1 2-6 16,1-3-1-16,3-1 3 0,1-1-1 0,1-1-2 16,0-3-18-16,-2-2 18 0,3-3 6 0,-4 1-10 15,3-4 2-15,-2-2 0 0,0 0 6 0,-2-4-5 16,1 0 1-16,0-4-2 0,-2 5-8 0,-3-2 5 15,2 4-13-15,-1-2 7 0,-2 2 3 0,0 2-2 16,-2 6 5-16,0 0-5 0,-1 0-2 16,-1 7-8-16,3-6-1 0,-3 6 0 0,0 0 1 0,0 0-1 15,0 0 7-15,0 23-2 0,-2-12 3 0,2 0-1 16,2 5 3-16,-2 0 1 0,1 0 0 0,-1-5-2 16,4 5-5-16,-2-3-2 0,2 1-22 0,3-3-17 15,0-1-23-15,-1 1-21 0,3-4-23 0,1 0-22 16,-1 0-23-16,4-3-14 0,5 0-3 0,2-3-1 15,0 0 8-15,1-2 12 0,6-4 12 16,-6 1 18-16,-5-2 12 0,5-1 29 0,-4-3 17 0,-4 1 20 16,0-4 17-16,0-2 26 0,-4 0 15 0,0 1 17 15,-3-2 15-15,2 1 30 0,-6 5 21 0,1-1 1 16,-2 0 19-16,-1 11-3 0,-2-16-6 0,0 6-7 16,-3 5-10-16,5 5-8 0,-11-5-2 0,1 8-6 15,-3 2-1-15,-6 2-1 0,0 5-1 0,-6 0-7 16,10-1-1-16,-4 3-10 0,3-3-3 15,4 2-5-15,0 0 2 0,6-3-4 0,1 2-6 0,1 0-2 16,3-2-1-16,1 0-3 0,-2-1 2 0,7-2-5 16,2 0 8-16,2-3-8 0,0 2 1 15,2-3 1-15,2-2-5 0,1-2 1 0,-2-2-2 16,5-2 1-16,-5 1-1 0,0-2-2 0,3-3-4 16,-5 1 4-16,3-2 0 0,-2-3-2 0,-1 4 2 15,-1-1-6-15,-1 0 1 0,-2 1 4 0,2 2 7 16,-3 1 2-16,-5 6 20 0,5-11-5 0,-5 11-3 15,5-7-11-15,-5 7-4 0,0 0-5 0,6-4-1 16,-6 4-3-16,0 0-4 0,0 0 3 0,-2 18-1 16,2-18 2-16,-4 17-1 0,2-7 2 0,-1 2-3 15,3-1 2-15,-3 1-1 0,3 2-14 0,3-4-34 16,0 2-31-16,1 0-37 0,1-3-42 0,5-1-74 16,-1-2-260-16,1 0-526 0,3-6 233 0</inkml:trace>
  <inkml:trace contextRef="#ctx0" brushRef="#br0" timeOffset="9843.23">11986 3674 194 0,'1'-11'289'0,"2"1"1"0,-2 4-17 0,-1 0-16 16,0 6-35-16,0 0-27 0,3-11-23 0,-3 11-17 15,0 0-15-15,0 0-9 0,0 0-1 0,-8 40-14 16,3-13-4-16,-3 3-8 0,3 2-6 0,-5 0-7 15,0 0-3-15,1 0 3 0,1-3-17 0,-2 0-6 16,5 0-6-16,-2-2-5 0,3 1-6 0,-1-4-7 16,3-7-15-16,-5 1 13 0,3 0-3 0,2-1-9 15,1-7-24-15,-1 1-34 0,2-2-36 16,-2-1-26-16,2-8-25 0,0 0-35 0,-2 16-29 16,2-16-30-16,0 0-35 0,0 5-185 0,0-5-464 15,0 0 205-15</inkml:trace>
  <inkml:trace contextRef="#ctx0" brushRef="#br0" timeOffset="10115.94">11826 3905 174 0,'0'0'204'0,"-6"-12"-8"0,6 12-10 15,-3-6-18-15,3 6-18 0,0 0-18 0,-4-9-15 16,4 9-11-16,0 0-6 0,0 0-12 16,21-1-9-16,-7 1-3 0,6 2-11 0,10-3 0 15,1 4-15-15,0-2-2 0,-1-1-2 0,-1 0-4 16,2 2 0-16,-10-1 0 0,1-1 7 0,-2 2-7 0,-1 0-1 15,-7-2-2-15,1 2-3 0,-5-2-5 16,1 0 5-16,-9 0-7 0,11 1-2 0,-11-1 1 0,9 1-3 16,-9-1 5-16,9 7 12 0,-7-1 15 15,0-1 3-15,-1 5 7 0,1 1 6 0,-5 1-1 16,1 4-4-16,-4-1-7 0,2 2-8 0,-1-2-12 16,1 2 7-16,-1 0-5 0,0-1-35 0,-1 0-32 0,1-1-40 15,1 1-51-15,0-6-68 0,4 1-78 16,-3-2-179-16,3-9-476 0,0 0 211 0</inkml:trace>
  <inkml:trace contextRef="#ctx0" brushRef="#br0" timeOffset="10279.04">12286 3636 123 0,'-4'-6'198'0,"-1"4"-26"15,5 2-35-15,-11-1-36 0,11 1-46 0,-9 5-55 16,9-5-52-16,-4 15-71 0,4-15-133 0,0 19 60 16</inkml:trace>
  <inkml:trace contextRef="#ctx0" brushRef="#br0" timeOffset="10832.15">12469 3882 37 0,'-3'5'221'15,"-1"-3"-7"-15,-6 7 1 0,6 0-11 0,-3 1-19 16,1-3-17-16,0 1-15 0,0 2-8 0,-2-1-10 16,3 3-10-16,3 0-16 0,-2 0-5 15,2-1-9-15,2 0-13 0,0 0-8 0,4-1-4 0,2 1-9 16,-3-1-3-16,5-1-5 0,1 1-2 16,0-1-6-16,2-3-3 0,3 2-4 0,-3-5-2 0,1-1-3 15,-3 0-2-15,4-1 1 0,-4-1-2 16,-9 0-7-16,18-6-6 0,-9 2-11 0,0-2 5 15,-2-3-2-15,-1-1-2 0,1-5-7 0,-3 4 5 16,0-6-4-16,2 1-3 0,-6 0-4 0,4-2-3 16,0-2 1-16,-1 1 1 0,3 4-2 0,-3-1 2 15,-1 4 5-15,1 3 4 0,-1 1-2 0,-2 8 0 0,4-9-3 16,-4 9 1-16,9-3-4 0,-9 3 4 0,0 0 1 16,22 9-2-16,-12-1-1 0,0 2-1 0,0 3 0 15,-3 2 4-15,1 2-1 0,2-1 2 0,-4 0 3 16,-3 0-1-16,3 0 0 0,-2-4 0 15,-3 2 3-15,3-3-2 0,-4-1 2 0,5-2-1 16,-5-2 5-16,4-2 3 0,-4-4 5 0,0 7 12 16,0-7 15-16,0 0 11 0,0 0-4 0,0 0-8 0,0 0-5 15,0 0-4-15,0 0-4 0,13-20-4 0,-6 11 0 16,1-5-7-16,2 1-5 0,9-6-6 16,0 1-2-16,2-3-4 0,1 3-8 0,3 3 6 15,1 1-2-15,-1 3-1 0,-4 2-3 0,-3 3 2 16,-4 2-1-16,-1 6-3 0,-3-4-2 0,2 2-1 15,-3 2 3-15,-3 1-1 0,4 4 0 0,-8 0 2 16,3 2-2-16,-3 3 6 0,2-1-3 0,-2 2 5 0,-2 3-3 16,-2 0 4-16,-2 2 2 0,2-1-2 0,-3 0 2 15,1-2-2-15,-1 0-21 0,2-3-39 16,-5-2-51-16,4 2-81 0,3-3-70 0,-5-2-169 16,6-7-464-16,-8 7 205 0</inkml:trace>
  <inkml:trace contextRef="#ctx0" brushRef="#br0" timeOffset="10995.08">13214 3947 2513 0,'4'-10'169'0,"-4"0"-82"0,3 3-45 15,-1-3-14-15,-2 3 5 0,0 7 12 0,0-10-3 16,0 10-8-16,2-6-6 0,-2 6-7 0,0 0-16 16,0 0-22-16,3-8-11 0,-3 8-20 0,0 0-29 15,0 0-26-15,0 0-39 0,17 26-46 16,-10-14-40-16,3 4-142 0,-2 0-400 0,1 1 178 0</inkml:trace>
  <inkml:trace contextRef="#ctx0" brushRef="#br0" timeOffset="11119.07">13333 4134 151 0,'2'7'185'0,"-2"-1"5"0,0-6 3 15,2 9 4-15,-1-3 9 0,-1-6 6 0,0 0 2 16,2 9-5-16,-2-9-12 0,0 0-15 0,2 7-17 16,-2-7-12-16,0 0-13 0,0 0-21 0,0 0-28 15,0 0-40-15,0 0-63 0,0 0-103 16,0 0-133-16,35-15-166 0,-18 4-448 0,8-4 199 0</inkml:trace>
  <inkml:trace contextRef="#ctx0" brushRef="#br0" timeOffset="11269.26">13756 4004 33 0,'0'0'283'0,"0"0"-5"0,6-7-9 15,-6 7-15-15,0 0-20 0,0 0-23 0,2-8-22 16,-2 8-28-16,0 0-35 0,0 0-41 0,0 0-54 0,0 0-56 15,0 0-60-15,7-7-65 0,-7 7-166 0,0 0-342 16,0 0 152-16</inkml:trace>
  <inkml:trace contextRef="#ctx0" brushRef="#br0" timeOffset="12550.98">1271 3933 29 0,'-10'1'106'0,"1"-2"-2"0,9 1-1 0,-16 3-3 15,11-2-6-15,5-1-2 0,-10 1-8 0,10-1-14 16,0 0-7-16,0 0-10 0,-10 3-3 0,10-3 1 16,0 0 6-16,0 0-7 0,0 0 1 0,19 14-5 15,-7-8 6-15,7 2-4 0,8 0-1 0,2-2-2 16,2 2 1-16,1-1 2 0,19-1 0 0,1 1 0 15,4 2-2-15,3-5 0 0,5 0 0 0,27 5-5 16,-2-4-3-16,-23 2-3 0,28-4 0 0,-2 1-10 16,0-1 5-16,1 2-3 0,-3-1 3 0,-24-4-5 15,33 10 2-15,-6-3-5 0,0 0 2 0,-25 1-6 16,28 3 1-16,-3-2-2 0,-2 2-1 0,1-4 2 16,0 5-2-16,4-6-4 0,2 3 5 0,2-3-3 15,2 2-4-15,3-2 3 0,-4 1 3 16,7 1-7-16,-1-3 11 0,1-2-3 0,0 6-2 15,5-5-4-15,0 3 2 0,-5-1 0 0,4-1 0 0,-1 2-2 16,0 2-2-16,5-4 5 0,-1-2 0 0,2 5 0 16,-1-5 0-16,3 5 0 0,-5-3-3 0,-1 0 0 15,7 1 9-15,-1 2-6 0,0 0 9 16,-5-4 0-16,5 2-1 0,-3 2 1 0,2 0 7 16,0 1-6-16,0 1 2 0,2-1-3 0,-1-3-2 15,-3 1-2-15,6-1 0 0,0 3 1 0,-3 0 3 16,0 4-2-16,1-7-1 0,-1 3-4 0,1 0 1 15,-3-1 1-15,1-1-2 0,0 0-4 0,3-2 5 0,3 3-7 16,-2-4-2-16,-1 4-5 0,2-1 5 16,-3-5 4-16,-2 5-2 0,3-3 0 0,-1 4-1 15,-1 2-1-15,-4-7-1 0,1 1-2 0,-6-1-1 16,4-2 6-16,-4 2-2 0,2-2-1 0,-1 3-1 16,3 5-1-16,-6-4-1 0,7-1-1 0,-8 4 4 15,3 0-3-15,0-3 3 0,-3 1 0 0,-6-4-7 16,0 7 3-16,-7-6 2 0,0 6-2 0,-31-3 1 15,34 4 1-15,-32-8 5 0,29 0-9 0,-28 3 4 16,28 1-3-16,-33-1 2 0,4 0-2 0,-2-3 0 16,1 1 1-16,-2 0 1 0,-4 0 0 0,-4 0 1 15,0 1 0-15,-14-6 3 0,0 4 1 0,-4-2-2 16,1 2 3-16,-5 1 2 0,3-2-2 0,-8 1 2 16,-5-1-1-16,-1 0 3 0,-1-1 0 0,-3 2 0 15,-3-2 1-15,-14 0 3 0,24 0-3 16,-24 0 5-16,14 2-6 0,-14-2 7 0,0 0-5 15,13 2 4-15,-13-2-4 0,0 0-1 0,0 0-3 16,0 0 0-16,0 0-11 0,17 0-12 0,-17 0-24 16,0 0-32-16,0 0-40 0,0 0-63 0,0 0-60 0,0 0-251 15,0 0-521-15,0 0 232 0</inkml:trace>
  <inkml:trace contextRef="#ctx0" brushRef="#br0" timeOffset="19869.58">2086 5246 97 0,'0'-12'191'0,"0"1"-14"0,2-1-3 15,-2 0-11-15,1 2-12 0,-1-2 2 0,-1 1-12 16,2 1-5-16,-1 10-5 0,0-15-11 0,0 8-6 16,0 7-11-16,1-9-9 0,-1 9-11 0,0 0-11 15,0-10-10-15,0 10-9 0,0 0-7 0,0 0-7 16,0 0 4-16,0 0-2 0,0 0-1 0,0 30-2 15,0-14-4-15,-2 5-2 0,0-2-2 0,1 8-3 16,0-1-2-16,0-1-3 0,1 3 4 0,0-8-10 16,1 4 1-16,0-6 0 0,-1-1-3 0,4 0 3 15,-3-5-7-15,2 0 1 0,1-2-4 0,-2-1 7 16,3 0-4-16,2-3 0 0,-3-1 0 0,-4-5 3 16,12 7-4-16,-12-7 6 0,18 2 0 15,-18-2-4-15,14-2 3 0,-6-3-4 0,3 1 0 16,-2-3 6-16,0-1-7 0,2 1 0 0,0-8 1 0,-2 2-1 15,0-1-3-15,1 0 3 0,-5-2-2 0,3 2-2 16,-2 4-1-16,-1-2 3 0,2 6-5 0,-5-1-1 16,-2 7 0-16,7-9-6 0,-7 9 1 0,5-8-3 15,-5 8-1-15,0 0 1 0,0 0 3 16,0 0-3-16,0 0 3 0,20 14 0 0,-17-5 1 16,2 0 1-16,-1 1-2 0,1 1-1 0,-1 2 3 15,1-2-2-15,0-1 2 0,0 1 0 0,2-2 4 0,0 1 0 16,1-2 2-16,-2 0-2 0,2-2 1 0,0-3 2 15,-8-3-2-15,11 7 3 0,-11-7 2 0,12 0-2 16,-12 0 0-16,14-7-1 0,-4 0 3 16,-2-1 15-16,0 1 2 0,0-4 1 0,1-2-2 15,0-3 0-15,-3 2 1 0,1-3-2 0,-1 1-7 16,-1-2 2-16,3 1-5 0,-4-2-8 0,0 2 7 16,1 2-1-16,-3-2-7 0,1 6-11 0,-2 2-23 0,-1 9-34 15,3-15-52-15,-3 15-62 0,0 0-50 16,0 0-25-16,0 0-141 0,0 0-426 0,0 0 188 15</inkml:trace>
  <inkml:trace contextRef="#ctx0" brushRef="#br0" timeOffset="20157.87">2686 5455 42 0,'18'-6'188'0,"-3"-4"-2"0,0-1-11 0,0 0-3 16,2 0-1-16,-4-3-2 0,2 0-8 0,-3 1-2 15,1 1-6-15,-7 2-6 0,-1-2-11 0,2 2-17 16,-1-4-5-16,-2 2-12 0,1 2-7 0,-3 2-3 16,-2 8-9-16,3-18-10 0,-3 18-6 0,-1-10-8 15,1 10-8-15,-3-9-6 0,3 9-5 0,0 0-6 16,-21 1-6-16,21-1-6 0,-26 13-2 16,11-1 0-16,1-1-4 0,-3 10-2 0,3-5-3 0,2 1-1 15,6-1 2-15,-2 2-3 0,3-1 0 0,4-1-2 16,4 1-6-16,0 0-9 0,6-2-16 0,3 1-24 15,-1-1-22-15,6-4-33 0,6 2-28 0,1-4-31 16,6 1-31-16,0-6-18 0,2 0-133 0,-4-2-373 16,1-4 166-16</inkml:trace>
  <inkml:trace contextRef="#ctx0" brushRef="#br0" timeOffset="20921.48">3257 5319 109 0,'4'-10'175'0,"-4"10"-12"0,0 0-19 15,4-10-15-15,-4 10-15 0,0 0-10 16,0 0 3-16,0 0-5 0,0 0 3 0,0 0-7 0,24 15 9 16,-24-15-7-16,8 17-7 0,-6-5-9 15,2 0-8-15,-4-12-6 0,7 15 1 0,-4-6-10 16,-3-9-4-16,4 12-6 0,-4-12 2 0,4 11-5 16,0-6 4-16,-4-5 0 0,0 0 13 0,0 0 8 0,2 11 7 15,-2-11 8-15,0 0 7 0,0 0 0 16,0 0 14-16,0 0-15 0,0 0-8 0,0 0-9 15,0 0-14-15,0 0-5 0,13-27-9 0,-7 18-4 16,0-3-10-16,3-3-1 0,0 1-8 0,3 0-3 16,0-1-7-16,2 3-8 0,-3 0-2 0,5 2-2 15,-7 3-1-15,1 2-1 0,-1 0-7 0,-9 5 3 16,15 2-13-16,-15-2 11 0,14 5-4 0,-4 2 2 16,-1 3 0-16,0 1 4 0,-1 4-3 0,1 1 2 15,-1-1-2-15,-2 2 1 0,-1-2 1 0,1 0-3 16,1 2 5-16,2-3-4 0,-3-3 3 0,3-1 5 15,-2-1-3-15,3-2 3 0,3 2 0 0,-2-5 2 16,7 0 0-16,0 0 3 0,2-5-4 0,2-1 4 16,-3-1-2-16,3-1-1 0,-3-3 3 0,2-1-1 15,2-4-2-15,-8 3 2 0,0 0-3 0,-2-3 0 16,1 1 3-16,-4-3-1 0,-1 0-2 0,1-1 0 16,-1 3-2-16,-3-5 2 0,-2 3-6 0,1-2-1 15,-3 4 3-15,-1 2-4 0,1 0-4 0,-2 10 6 16,1-16-1-16,-1 16-3 0,2-12 1 0,-2 12-2 15,0 0-2-15,0 0-3 0,-8-6 0 0,8 6 2 16,0 0-1-16,-22 22 3 0,7-6 0 0,3-1 1 16,2 2 1-16,-2 0-4 0,3-2 4 0,3 1-2 15,-3 0 1-15,5 0-5 0,4-5 11 0,-1 2-1 16,2-1-3-16,3-2 2 0,1-1-2 0,0 0 5 16,3-2-1-16,2 1-4 0,1-3 0 0,0-1 0 15,2-1-1-15,-13-3-2 0,30-3 0 0,-11-1 0 16,-1-1-3-16,-1 1 4 0,-2-4-1 0,-3 2 0 15,1-8-5-15,4 4 1 0,-1-4-1 16,-3-2 4-16,-2 3-9 0,-1-4-1 0,1 3 2 16,-4-2 8-16,-3 5-4 0,-1-1-1 0,-3 12 5 15,6-18 4-15,-6 18 5 0,1-15 0 0,-1 15 3 16,0 0 3-16,0 0-4 0,0 0-11 0,-11-10 6 16,11 10 0-16,0 0 2 0,-37 20-2 0,23-8 0 15,0 3 0-15,2 0 0 0,-2 0 3 0,5 0-3 16,3 0 0-16,0 1 3 0,3-4 0 0,1 3 3 15,2-3-5-15,0-12-16 0,5 21-23 0,3-12-15 16,3-1-34-16,6-1-27 0,1-2-32 0,10-3-29 16,2 0-27-16,-2-3-7 0,4-2-136 0,-3 0-377 15,2-1 166-15</inkml:trace>
  <inkml:trace contextRef="#ctx0" brushRef="#br0" timeOffset="21314.6">4352 5429 680 0,'21'-8'-41'0,"-3"0"27"0,-2-3 17 16,-2 1 27-16,-3-1 24 0,-4 2 13 15,0 0 10-15,-7 9 18 0,10-17 14 0,-10 17 11 16,2-14 7-16,-2 14-8 0,0-11-2 0,0 11-14 15,0 0-9-15,0 0-11 0,-16-14-5 0,16 14-7 16,-19 2-3-16,19-2-6 0,-30 9-2 0,12 1-4 16,2-2 3-16,-9 6-2 0,12-1-9 0,0 0-3 15,-3 0 0-15,6 0-8 0,1 0-1 0,3-3-5 16,1 2-2-16,1-2-4 0,4-10 0 0,-1 19-3 16,2-7-2-16,-1-12 2 0,9 14-1 0,-6-7-5 15,4-4 1-15,-7-3 0 0,20 4 0 0,-9-1-5 16,-1-3 3-16,-10 0-3 0,24-5-1 0,-14 0-2 15,6-3-2-15,-2-1 1 0,0-3-2 0,-4 1 0 16,0-4 1-16,0-2-3 0,-1-7 3 0,-1 7-4 16,1-8 2-16,-3 1-2 0,0-1 0 0,-1 6 0 15,-1-5 1-15,-1 0-2 0,1-1-1 0,0 7 9 16,0-1 12-16,-3 8 15 0,0-1 6 0,1 1 12 16,-1 1 2-16,-1 10-15 0,1-11-3 0,-1 11-10 15,0 0-7-15,0 0-2 0,0 0-3 0,0 0 0 16,0 0-4-16,-9 35 1 0,3-9 0 0,-2-2 0 15,-2 1 0-15,4 3-9 0,-2 2 8 16,2-2 0-16,-2-1-9 0,1 3 10 0,2-3-6 16,2-1-15-16,1 0-36 0,0-3-33 0,3 3-42 0,-1-8-77 15,5 0-47-15,0 0-35 0,0 1-143 0,7-6-453 16,3-2 202-16</inkml:trace>
  <inkml:trace contextRef="#ctx0" brushRef="#br0" timeOffset="21573.71">5032 5289 2355 0,'8'-18'52'0,"-3"3"79"0,0-1-23 15,-2 5-10-15,-2 2-1 0,-1 9-14 0,5-11-20 0,-5 11-18 16,4-7-9-16,-4 7-8 0,0 0-3 16,0 0 5-16,0 0 5 0,0 0 3 0,0 32 9 15,-4-14-8-15,3 11 24 0,-4-1 14 0,-3-1-19 16,4 1-4-16,-1-1 4 0,1 1-13 0,1-1-8 15,-1-1 1-15,0-2-4 0,1-5-4 0,2 0-3 16,-3 0-7-16,3-2-20 0,1-1-17 0,-2-4-22 16,1-1-20-16,0-1-29 0,-4 0-27 0,5-10-27 15,0 0-31-15,-1 17-13 0,1-17-17 0,0 0-11 16,-2 7-24-16,2-7-159 0,0 0-428 0,0 0 189 16</inkml:trace>
  <inkml:trace contextRef="#ctx0" brushRef="#br0" timeOffset="21863.83">4956 5469 116 0,'0'0'110'16,"2"-9"-10"-16,-2 9-7 0,0 0-11 0,0 0-14 16,8-13 0-16,-8 13-7 0,0 0 2 0,0 0 10 15,20 4-10-15,-20-4 6 0,17 12 7 0,-7-6-5 16,-1 3-5-16,1 0 12 0,3 3-2 0,1-1-2 16,0-3 0-16,0 3 1 0,1-2-4 0,1-1 0 15,0-1-8-15,1-3 9 0,1 0-2 0,-1 1 0 16,-2-4-4-16,-2 0 1 0,1-2 6 0,-3 0-3 15,3-2 3-15,-1-3 4 0,-1 2 4 0,-1-2-2 16,-2 0 5-16,-2-1 4 0,0-2-7 0,-1 2-7 16,-2-3-5-16,-1-1-6 0,-1 0-6 0,-2 11-6 15,-3-23 0-15,-1 7-8 0,-1 1-3 0,-3 4-5 16,0-2-14-16,-1 6 3 0,-3-1-8 16,0 1-15-16,-4 2-10 0,3 1-25 0,-6 0-28 15,-11 3-28-15,11 2-43 0,-1 4-53 0,0 3-73 0,1 1-172 16,-6 2-467-16,8 0 207 0</inkml:trace>
  <inkml:trace contextRef="#ctx0" brushRef="#br0" timeOffset="22670.1">5720 5789 190 0,'5'-15'196'0,"1"-2"-11"0,2 1-10 0,2-3-7 16,4-4-3-16,0 1-7 0,-1-4-7 0,0 4-10 15,2-1-1-15,-3 0-7 0,-1 0-12 0,1 1-11 0,-3-3-9 16,2 3-8-16,-2-3-5 0,-4 5-2 0,-1 1-10 15,-1 1-5-15,-2 1-3 0,-1 1-3 16,-1 0-9-16,-4 4-3 0,1 1-5 0,-3 2-6 16,-3 0-5-16,-3 2-4 0,2 1-7 0,-6 0-4 15,4 5-1-15,-4 0-4 0,1 1-2 0,-2 4-3 0,5-1-2 16,2 1 3-16,2-1-9 0,3 0 2 0,-2 5-7 16,3 0 3-16,4-2 2 0,1-6-7 0,6 16 2 15,-1-8 5-15,9 1-3 0,1-1 2 0,4 0-6 16,7 2-2-16,5-1-3 0,0-4-1 0,-3 2-5 15,-1 0 6-15,-7 0-3 0,-3 0-18 0,0 2 1 16,-2 1 3-16,-1 1 3 0,-3 3 4 0,-1 1-2 16,0 2 4-16,-3 0-1 0,-1 1 0 0,-2 1 6 15,1 8 0-15,0-8-1 0,-1-1 6 16,-1 6-2-16,1-7 5 0,1-1-1 0,0 1 0 0,4-3 6 16,0 0-5-16,-3-5 2 0,6-1 0 0,3 0 0 15,2-1 6-15,3-6-2 0,2-1 1 0,8 0-4 16,1-4 3-16,0 0 1 0,-2-5-1 0,0 2 1 15,-2-2 0-15,-4-5-2 0,-5 3 1 16,-1 0-3-16,-2-4 5 0,-1 1-3 0,-1-4-1 0,-4 1 5 16,0 0-4-16,-1 0-4 0,-1-2 2 0,-4 2 2 15,-2-1-2-15,2 1 0 0,-5 6-1 0,0-1 1 16,1 2 0-16,-5 0-1 0,1 1-2 16,-2 5-6-16,2-1 0 0,-3 3 1 0,8 2 2 15,-18 4-1-15,7 3 1 0,-2 3-2 0,-3 4 4 0,4 1-1 16,1 3-1-16,2 0 0 0,2 6 1 0,3 2 1 15,4-7 5-15,2 1-2 0,2-2 2 0,3 1-9 16,3-2-31-16,7 3-32 0,2-1-42 0,1-6-61 16,1-4-52-16,-1-2-129 0,7 0-383 0,0-3 170 15</inkml:trace>
  <inkml:trace contextRef="#ctx0" brushRef="#br0" timeOffset="22904.07">6800 5361 77 0,'0'-10'271'0,"-3"4"-18"16,3 6-25-16,0-11-24 0,0 11-25 15,0 0-20-15,0 0-15 0,0 0-10 0,0 0-3 0,-9 40 0 16,3-12-7-16,-1 4-8 0,1 2-6 16,-4 12-10-16,0-3 6 0,1 5-21 0,1-16-7 0,0 1-8 15,5 2-3-15,-3-1-10 0,4-1-4 0,-2 0-4 16,1-3-5-16,1-2-19 0,-1-3-23 15,1 0-14-15,-3-6-20 0,2-1-36 0,-1-1-50 16,3-5-51-16,-2-2-58 0,1-2-169 0,2-8-428 0,0 0 190 16</inkml:trace>
  <inkml:trace contextRef="#ctx0" brushRef="#br0" timeOffset="23117.83">6696 5582 52 0,'16'-9'142'0,"-4"5"9"16,2 3-12-16,-1-1-3 0,0 3-13 16,-2 1-5-16,2 0-7 0,0 4-1 0,-4 4-3 15,1 2-3-15,-2-1-11 0,0 3 2 0,-3 2-5 16,-3 0-6-16,-3 2-3 0,-2 0-1 0,-2-1-10 16,0-1-5-16,-4 1-7 0,0-2-17 0,0 0-19 15,0-4-40-15,-3 3-44 0,3-7-47 0,-2-1-37 16,1 0-144-16,4-4-314 0,6-2 139 0</inkml:trace>
  <inkml:trace contextRef="#ctx0" brushRef="#br0" timeOffset="23331.64">7071 5456 82 0,'3'-10'284'15,"1"3"-13"-15,-1 2-6 0,1 0-31 0,-4 5-23 16,4-8-26-16,-4 8-19 0,5-4-24 0,-5 4-11 15,0 0-10-15,4 14 6 0,-1 2-5 0,-1 3-5 16,-4 6-12-16,-1 2-6 0,1 1-8 0,0 2-10 16,-2-1-6-16,1 0-9 0,1 0-3 0,-3-3-16 15,2 2-27-15,-1-9-26 0,2 1-41 0,0-1-43 16,0-1-48-16,1-2-55 0,2-4-59 0,1-1-145 16,3-3-430-16,-1-2 191 0</inkml:trace>
  <inkml:trace contextRef="#ctx0" brushRef="#br0" timeOffset="23675.92">7421 5602 105 0,'0'-6'222'0,"0"6"-12"0,0 0-18 0,-7-9-15 16,7 9-11-16,0 0-8 0,-21 8-9 0,8 2-9 16,-2 0-12-16,2 6-7 0,-2-2-11 0,2 1-12 15,-1 2-9-15,2-2-8 0,2 1-7 0,1 0-6 16,3-4-11-16,2-2-2 0,1 3-7 0,2-4-5 15,0-2-1-15,1-7-6 0,4 14 0 0,-1-11-3 16,3 1-5-16,-6-4-2 0,13 5-3 0,-2-7-6 16,-2 2-1-16,1-4 1 0,0-2-3 0,-1-1-3 15,1-1 0-15,-1-2-2 0,0-1-2 0,-1-3 5 16,2-3-5-16,-4 3 2 0,1-1-5 0,-2 4 2 16,1 1 6-16,-4 1 12 0,1 2 7 0,0 1-2 15,-3 6-1-15,3-8-9 0,-3 8-5 0,2-5-2 16,-2 5-6-16,0 0-2 0,0 0 1 0,5 16 1 15,-6-4-1-15,0 0 2 0,-1 2-2 0,0 4 2 16,1-2-2-16,-1 1 2 0,2 0-21 0,2-2-29 16,0 0-43-16,1 1-56 0,-1-6-67 0,1 0-223 15,3 0-467-15,-6-10 208 0</inkml:trace>
  <inkml:trace contextRef="#ctx0" brushRef="#br0" timeOffset="24069.94">7872 5552 17 0,'0'0'242'0,"-8"-10"-23"15,3 8-17-15,5 2-13 0,-16 3-9 0,4 6-7 16,-3 0-13-16,-7 11-5 0,-1-1-17 0,1 2-9 16,2 0-13-16,0 2-3 0,4 1-10 0,2-3-13 15,5-4-9-15,3 1-10 0,2-2-7 0,2-4-2 16,5 1-6-16,0 0-1 0,4-1-10 0,4 0 3 15,5-2-10-15,3-1 1 0,2-4-3 0,1-1-3 16,6-1-2-16,1-1 4 0,-1-4-12 16,1-2 4-16,-2 0-7 0,-1-2 2 0,-6 0 0 0,-1-3-5 15,0 0-1-15,-2-2 1 0,-2-2-2 0,0-1-3 16,-4-1 0-16,4-7-1 0,-5 5-1 0,-1-6 0 16,-3 5-2-16,-2 0-3 0,-3 1-2 0,-1 0 5 15,0 7 15-15,-1-1 7 0,-3 1-3 0,-1 2 0 16,0 4-4-16,-2 2-3 0,-4 3-4 0,-5 5 1 15,-4 1-4-15,-2 7 3 0,-3 4-1 0,3 0-2 16,0-1-4-16,7 4 0 0,3-4-2 0,2 0 2 16,5 2-6-16,3-3-6 0,3 2-21 0,5-2-23 15,6-2-44-15,8 2-52 0,8-3-72 0,7-5-75 16,1 2-151-16,16-3-477 0,2 1 211 0</inkml:trace>
  <inkml:trace contextRef="#ctx0" brushRef="#br0" timeOffset="24793.4">9030 5402 224 0,'0'0'255'0,"0"0"-22"16,0 0-24-16,0 0-19 0,-1-10-15 0,1 10-17 16,0 0-14-16,9-3-13 0,2 0-13 0,4-1-10 0,6-1-12 15,0 2-9-15,0-1-2 0,10 0-16 16,-8 4-10-16,4-2-18 0,-7 1-20 0,-1-1-28 15,-1 1-33-15,-6 2-32 0,0-1-28 0,-1 2-31 16,-4-2-22-16,-7 0-7 0,12 1 0 0,-12-1 11 16,9 0 6-16,-9 0 16 0,0 0 15 0,0 0 10 0,0 0 14 15,0 0 19-15,0 0 13 0,0 0 23 16,0 0 21-16,0 0 18 0,0 0 17 0,0 0 10 16,-28 3 14-16,28-3 12 0,0 0 22 0,-10 0-11 15,10 0 3-15,0 0-13 0,0 0 1 0,-10 3-13 0,10-3-3 16,0 0 3-16,-2 12 20 0,-1-3 22 0,-1 7 13 15,-1 2-7-15,-1 7 2 0,0 5 1 16,-2-1-7-16,1 2-1 0,1 0-4 0,0-2-6 0,1 0-1 16,0-1-2-16,-1 1-10 0,3-4-2 15,-3 0-8-15,2-8-5 0,1 3-7 0,-1-2-3 0,1-3-3 16,2 2-2-16,-1-5-1 0,3 0-6 0,-4-2-4 16,5 1 2-16,-5-3-7 0,3-1-1 15,-1 1-5-15,1-8-7 0,0 9-1 0,0-9-3 0,0 0-2 16,-3 10 2-16,3-10 2 0,0 0-10 15,-6 3-10-15,6-3-7 0,0 0-5 0,0 0-4 0,-18-11-7 16,11 6 4-16,1-1 2 0,-2 0 2 0,0-1 5 16,0 2 2-16,1 0 1 0,2 1 1 0,-5-1 4 15,2 0-1-15,1 3 1 0,7 2-1 0,-16-5 5 16,10 4 7-16,6 1 2 0,-13-1 0 0,13 1-2 16,-11 1 1-16,11-1 0 0,0 0-1 0,-12 3 6 15,12-3 5-15,0 0 6 0,3 8 9 0,-3-8 4 16,13 11 3-16,-1-5-3 0,5-2 1 0,11 3-2 15,4-3 0-15,4 0-5 0,14-2-17 0,1 0-25 16,-13 0-29-16,16-2-40 0,-17-3-39 0,15 2-41 16,-13 1-37-16,-4-3-158 0,-3 0-397 0,2 1 175 15</inkml:trace>
  <inkml:trace contextRef="#ctx0" brushRef="#br0" timeOffset="25027.93">9861 5787 114 0,'0'0'196'0,"-2"-10"-8"15,2 10-5-15,-6-9-4 0,2 4 0 0,-6 2-8 16,0-1-5-16,-2 1-7 0,-6 3-6 0,2 2-6 16,-6 3-9-16,2 1-7 0,-9 6-8 15,1-1-8-15,1 1-4 0,3 2-13 0,1-1-1 16,5-3-8-16,3 4 2 0,3-2-16 0,0 2-11 0,3 0 0 16,0-1-11-16,5-1-2 0,1-1-5 0,5 1-1 15,3-1-2-15,1 1-6 0,6-1-8 0,3-2-25 16,4 0-24-16,7 0-35 0,2-4-32 0,1 3-39 15,2-4-37-15,-1-3-28 0,0 1-10 0,-3-3-16 16,1-1-5-16,-1-1-122 0,-8-2-370 0,3 0 163 16</inkml:trace>
  <inkml:trace contextRef="#ctx0" brushRef="#br0" timeOffset="25318.15">10046 5907 64 0,'6'-5'162'0,"1"-2"6"16,-4 3 10-16,-3 4-1 0,3-9-6 0,-3 9-12 15,0-7-11-15,0 7-13 0,0 0-10 0,0 0-2 16,-19 1-1-16,9 5 3 0,-2 1-2 0,2 0-8 15,0 1-11-15,1 0 0 0,-5 1-11 0,7 2-5 16,1-2-10-16,2 1-7 0,-1 0-7 0,3-1-8 16,2 0 1-16,1 0-7 0,3-1 2 0,2-2-9 15,0 1 3-15,5-1-3 0,8-2-1 0,-3-1 4 16,2 0-2-16,-4-3-6 0,4 0 4 0,0-1-4 16,-4-1-4-16,4-2-6 0,-1-3 8 0,-5 2-6 15,-1-1 4-15,-1-2-1 0,-2 0-3 0,2-2-4 16,-4 0-1-16,-1-1 0 0,-1-1-5 0,-4-1 15 15,-1 0-3-15,-3 0-5 0,-2-1-3 0,-1 3-9 16,-5 1-3-16,-1 0-1 0,0 3-1 0,0 2-4 16,-5 1-19-16,-1 1-30 0,-3 3-30 0,-3 4-41 15,5 5-57-15,3-3-66 0,1 0-61 0,4 0-175 16,1 1-513-16,4-1 226 0</inkml:trace>
  <inkml:trace contextRef="#ctx0" brushRef="#br0" timeOffset="29022.1">10690 5593 6 0,'4'-4'222'0,"-4"4"-14"15,5-7-15-15,-5 7-13 0,5-5-12 0,-5 5-18 16,0 0-22-16,0 0-11 0,6-2-3 0,-6 2-7 15,0 0-6-15,0 21 1 0,0-5-2 0,-2 3-7 0,1 0-7 16,-2 1-6-16,2 6-8 0,-4-1 0 0,2-1-8 16,1-5-6-16,-1-1-2 0,0-1-3 15,2-6-3-15,0 4-9 0,-2-3-1 0,2-3-5 16,0-2 4-16,1 0-9 0,0-7-2 0,-4 11 0 16,4-11 3-16,-4 7 6 0,4-7 8 0,0 0 9 0,-2 8 5 15,2-8-2-15,0 0-5 0,0 0-5 0,0 0 0 16,0 0-7-16,0 0-5 0,0 0-2 15,8-20-8-15,-5 13-6 0,3 0 2 0,1 0-4 16,-1 0-3-16,6 0-5 0,-2 1-3 0,3 2-3 16,-2 1 3-16,1 0-5 0,-2 2-3 0,0 0-1 0,2 3-2 15,-2 1 2-15,0 0 1 0,-2 3 1 0,1 0-5 16,-6-1 3-16,3 4 5 0,-2 1-2 16,-2 1 1-16,-2-2 1 0,-5 2 1 0,-2 0-6 15,-1 0-5-15,-5 0-8 0,1 2-14 0,-3-2-22 16,0-3-18-16,-1-1-28 0,5 0-18 0,-3-2-25 0,4-3-20 15,2 1-30-15,0-2-17 0,8-1-25 0,-11 1-124 16,11-1-385-16,-9-5 172 0</inkml:trace>
  <inkml:trace contextRef="#ctx0" brushRef="#br0" timeOffset="29345.95">10935 5816 126 0,'8'-5'203'0,"-2"2"-12"0,-1-1-14 0,-5 4-17 16,9-5-19-16,-9 5-13 0,7 0-9 0,-7 0-12 15,0 0-3-15,0 0-3 0,10 10 0 0,-6-4-3 16,-2-2-7-16,2 4-3 0,0 0-6 0,1-1-9 0,-1 1-8 16,1-1-5-16,3-1-6 0,-2 0-2 0,1-1-5 15,-1-2-2-15,4 1-3 0,1 0-3 16,-1-2-5-16,2-1 0 0,0 0 3 0,3-3-8 16,1-2-2-16,4 0-2 0,-10 1-5 0,8-4 10 15,-8 2-3-15,1 0 14 0,0 0 2 0,-2 1-1 16,0 0 0-16,-4 0 8 0,2 2-4 0,-7 2-3 0,9-3-5 15,-9 3-9-15,6-4-7 0,-6 4-6 16,0 0-1-16,0 0-3 0,6 10 1 0,-4 0-3 16,-4 0 0-16,1 5 4 0,-3-2 6 0,1 3-6 15,-1 4-1-15,-3-2-2 0,2 0 2 0,-1 1-6 0,1 0 3 16,-4 4-13-16,3 0-25 0,1-4-42 0,0-3-45 16,2 2-64-16,0-3-60 0,-1 1-211 15,1-5-487-15,3 1 216 0</inkml:trace>
  <inkml:trace contextRef="#ctx0" brushRef="#br0" timeOffset="29596.02">11721 5691 69 0,'2'-12'328'0,"0"3"-19"0,-2 3-26 0,0 6-35 16,0-13-26-16,0 13-25 0,0 0-22 0,0 0-16 15,0 0-3-15,0 0-10 0,-4 31 0 0,2-6-12 16,-1 2-5-16,0-1-14 0,-1 3-7 16,0-2-3-16,1 0-15 0,2-1-3 0,-2 0-13 0,5 0-7 15,-4-6-5-15,0 4-8 0,-1-5-15 0,1 0-19 16,-2-2-28-16,1 1-43 0,3-1-38 0,-3-5-57 16,1-1-55-16,1-4-47 0,0 0-216 15,-3-2-502-15,4-5 223 0</inkml:trace>
  <inkml:trace contextRef="#ctx0" brushRef="#br0" timeOffset="30168.22">11675 5835 62 0,'9'-7'153'0,"1"0"-14"0,7 0-10 16,-7-2-8-16,3 0-2 0,-4 0 2 0,2 1 6 15,1 2 1-15,-2-1 1 0,0-2-3 0,-2 1-2 16,1-2-12-16,-2 2 8 0,0-1 0 0,-2 1-8 15,3 1-5-15,-3-1-11 0,1-2-9 0,-1 7-2 16,-2-2-6-16,1 0-9 0,-4 5-8 0,0 0-11 16,5-6-9-16,-5 6-5 0,0 0-6 0,0 0-5 15,8 13 3-15,-6-1-3 0,-2 4 2 0,0 2 0 16,-2 8-2-16,-2-1-4 0,1-6-2 0,2 7 0 16,-1-6 1-16,-1-2-7 0,3 0 1 0,-5-2 0 15,2 0-2-15,2-4 2 0,-2 0-5 0,1 1 5 16,-2-6-3-16,3 0-3 0,-2-1-2 0,3-6-2 15,0 9-1-15,0-9 1 0,0 0 2 0,0 10-4 16,0-10-7-16,0 0 1 0,0 0-2 0,4 6-1 16,-4-6-4-16,0 0 0 0,18-7 4 0,-9 2-1 15,4 1-1-15,-1 1-2 0,6 0 3 0,-3 0-1 16,4 3 4-16,-4 0-6 0,3 2 0 0,-5-2 1 16,2 2 3-16,-2 1 1 0,5 1 1 0,-6-1-2 15,1 1 1-15,6-1 3 0,-1 2-2 0,-5-2 3 16,6 0 4-16,-2-2-3 0,2-1 2 0,-2 0 3 15,-3-1-4-15,-1 0 4 0,-1-1 0 0,1-1-1 16,-4-4 1-16,2 2-2 0,0-1 3 0,-2-2-5 16,-1 1 7-16,0-3-2 0,-3 2 1 0,-1-3 3 15,1 0-5-15,0 0-1 0,-3 1 0 0,-2-3-14 16,0 1 8-16,0 3 8 0,0 1 5 0,0 8 0 16,-2-14 0-16,-3 8 0 0,2 1-7 0,-3 2-4 15,6 3 3-15,-19 0 2 0,4 6-3 0,-3 2-1 16,-6 2-1-16,6 1 0 0,-5 1-1 0,6 2 2 15,3-1-2-15,1-1-3 0,8-1-10 0,-4 0-17 16,6-1-23-16,1 3-30 0,4-4-36 0,3 1-39 16,10-1-39-16,6-1-203 0,10-1-435 0,5-3 192 15</inkml:trace>
  <inkml:trace contextRef="#ctx0" brushRef="#br0" timeOffset="31518.6">12960 5763 248 0,'-2'-8'267'0,"2"8"-12"0,-4-10-21 0,-2 7-22 15,6 3-22-15,-15-1-16 0,15 1-16 0,-27 9-8 16,12 2-11-16,-3 1-14 0,4 2-11 0,-2 1-10 16,1 4-8-16,1 3-11 0,1-6 2 0,3 1-14 15,0 0-11-15,3 0-2 0,7 1-7 0,-2-3-6 16,4-3-1-16,2 3-6 0,-1-2-4 0,3-4-3 15,1 2-5-15,5-3-7 0,-2 1-17 0,2-4-3 16,1 6-6-16,0-8-8 0,1 1-3 0,-1-3 5 16,1 0-4-16,0-2-1 0,0-1 2 0,-2-3 4 15,-1-1-3-15,5 0-1 0,0-4 0 0,-2 0-3 16,1-3 0-16,-1 2 0 0,3-3 3 0,0-6 2 16,0 0-1-16,-5 5 2 0,1 0 6 0,-1 3 9 15,-4 2 5-15,-3 1 12 0,3 0 14 0,-2 5 4 16,-2 0-1-16,-4 4-8 0,5-8-7 0,-5 8-3 15,4-3-6-15,-4 3-3 0,0 0-2 0,0 0 4 16,-4 21 0-16,-1-5 6 0,1-2-4 0,-2-1-4 16,2 3 2-16,0-2 2 0,0 2-1 0,3-3-4 15,-1-1 0-15,0 4-2 0,4-5 3 0,0 0-3 16,-1 2 3-16,5-3-2 0,0-1-1 0,4-1 3 16,-1 0 1-16,2-4-4 0,3 1-7 0,-1-3-1 15,5-2-3-15,-5 0 4 0,6-2-3 0,-6 0 3 16,1-4 2-16,-3 1-4 0,2-5 1 0,-2 2 1 15,2-4-3-15,-1 1 0 0,-3-2 0 0,-2-2 1 16,1-1 1-16,-2 3 7 0,0-4-10 0,-1 2-2 16,-1 1-1-16,-2 3 5 0,0 0 3 0,0 1 2 15,-2 5 4-15,0 5 1 0,2-11-1 0,-2 11-3 16,3-7-3-16,-3 7-9 0,0 0-1 0,0 0 8 16,0 0-6-16,0 0 1 0,0 0-1 0,0 0 2 15,-13 29 2-15,8-19 0 0,1 1-2 0,0 0 1 16,2 1 0-16,-4 0 2 0,2 0 0 0,2 0 1 15,0-3 8-15,2 3-7 0,2-1 1 0,0-2 2 16,2 2 0-16,-2-3-3 0,2 1 5 0,0-1 4 16,0-3 3-16,3 1 3 0,-7-6-2 0,13 7-1 15,-3-4 9-15,2-3-3 0,-12 0 1 0,23-3-2 16,-12-1-4-16,1-2-7 0,-1 0 0 0,0-1 0 16,3-3-11-16,-3 0 0 0,3-4-4 0,-8 4-5 15,3-6-6-15,-3 0-4 0,4-2-2 0,-4 2-2 16,-3 0 3-16,-1 0 2 0,-2 3 2 0,0 0 3 15,-2 1-2-15,0 2 0 0,-3 0 3 0,-1 4 2 16,0-4 3-16,0 4-5 0,-1 0 1 0,-1 2 1 16,8 4-2-16,-8-6 6 0,8 6-6 0,-6-7 2 15,6 7 0-15,-5-3 2 0,5 3-3 0,0 0-1 16,0 0-1-16,0 0 3 0,0 0 3 0,0 0 0 16,0 0 5-16,36 6-2 0,-22-2 2 0,5-2 1 15,0-1 0-15,-2 2 3 0,2 0-3 0,-6 0 3 16,-1 0-3-16,1 1 0 0,-4-3-5 0,0 3 1 15,0 1-2-15,0 1 8 0,-2 1-4 0,-3 1 6 16,1 0 6-16,-3 4 10 0,0 0 7 0,0 0 2 16,-2 0-2-16,0 0-3 0,0 0 1 0,0 0-2 15,-4 4-5-15,4-6 3 0,0 1-2 0,-2 0 0 16,4 1-2-16,-2-3-1 0,0 0 0 0,2-3 3 16,0 3 0-16,2-2-4 0,-3-3 0 0,6 1 5 15,-2-1-6-15,1-1 5 0,3 0-6 0,-1 0 4 0,4-3-4 16,1-3-1-16,-1 3 2 0,-1-4-5 15,2 1 1-15,-1-4-4 0,-1 2-5 0,1-4-5 16,-4-1-2-16,3-2 0 0,-1-3-1 0,-1 2-2 16,-3-4 1-16,0 2 1 0,-1 5 3 0,0-2 0 15,-2 1 7-15,-2 0-4 0,-1 0-2 0,0 2 4 16,1 1 0-16,-1 8-4 0,-1-12 5 0,1 12 3 16,1-10 1-16,-1 10 2 0,0-7-6 0,0 7 4 15,0 0-3-15,4-8 0 0,-4 8 1 0,0 0 4 16,13-1-6-16,-13 1-3 0,14 2 1 0,-5 3 1 15,0-1-1-15,0 2-1 0,-3-2-4 0,1 5 5 16,2-2-5-16,-5 3 3 0,3-1 8 0,-4 1-5 16,1 1-1-16,-2-1 0 0,1 3-1 0,-1-3 1 15,2 1 3-15,-2-2-3 0,0 3 3 0,1-3 2 16,0-1-1-16,1-1 0 0,-2 1 4 0,5-2 0 16,-3-1 2-16,3 1 12 0,0-1-14 0,0-2 5 15,6 0-3-15,-1-2 1 0,0 0-2 0,-1-2 1 0,2-1 2 16,0-1 0-16,1-1 0 0,1-2-3 15,-2 2 6-15,-4-3-4 0,-2-1-2 0,2-5 4 16,-2 3-2-16,0-4-5 0,-1-1 2 0,-3 3-1 16,0-1-4-16,0 2 3 0,-3 0 0 0,0 1 5 15,0 10 5-15,-2-13 0 0,2 13-2 0,-2-9-2 16,2 9-2-16,-9-2-2 0,-2 3-3 0,-1 4 4 16,-3 4 0-16,-2 2 2 0,1-1-2 0,1 1-2 15,0 2 3-15,1-1-1 0,5 1-1 0,1-2-11 16,2 0-23-16,2-1-22 0,2 2-36 0,0-2-50 15,6 2-41-15,0-2-20 0,6-1-28 0,5 0-169 0,6-1-430 16,-4-1 191-16</inkml:trace>
  <inkml:trace contextRef="#ctx0" brushRef="#br0" timeOffset="31874.75">14405 5981 101 0,'0'0'184'0,"0"0"-14"0,4-7-20 0,-4 7-8 15,0 0 6-15,0 0 11 0,0 0-8 0,0 0-1 16,-8 28-9-16,2-19-7 0,4 2-10 0,0-2-10 16,-2 1-6-16,-1 0-13 0,1 0-8 0,1-1-6 15,3-9-8-15,-4 12-9 0,4-12-4 0,-6 10-5 16,6-10-4-16,-1 8 3 0,1-8 4 0,0 0 8 16,0 0 10-16,-7 8 18 0,7-8-11 0,0 0-5 15,0 0-12-15,0 0-5 0,0 0-11 0,0 0 3 16,12-26 0-16,-8 16-16 0,5-3-4 0,-4 1-5 15,5-1-3-15,2 1-5 0,1-1-5 0,4 1-3 16,-2 1-2-16,0 2-3 0,-5 4 0 0,0 0-5 0,2 1-4 16,-3 2 2-16,-2 1-7 0,-7 1 3 15,16 5-6-15,-10-1 5 0,2 1-2 0,-5 3 2 16,4-1-2-16,-5 5 1 0,1-2 2 0,-3 3-2 16,4 2 3-16,-4-3 5 0,0 5-1 0,2-3 0 0,-2-3-22 15,3 1-25-15,-2 1-36 0,0-2-42 16,-1-2-62-16,2-2-58 0,0-1-218 0,-2-6-499 15,9 6 222-15</inkml:trace>
  <inkml:trace contextRef="#ctx0" brushRef="#br0" timeOffset="32136.67">14757 5808 81 0,'2'-9'292'16,"1"1"-7"-16,-2 2-11 0,-1 6-13 0,2-11-33 15,-2 11-28-15,0 0-20 0,0 0-22 0,0 0-14 0,0 0-15 16,0 0-16-16,0 28-3 0,-1-12-8 16,-4 8-10-16,3 2-8 0,-3 1-10 0,-1-1-5 15,1-1-3-15,-2-1 7 0,3-5-11 0,0 1-3 16,-1-1-7-16,1 0-1 0,-1 0-4 0,-2-3-3 16,5 1-6-16,-2-3-5 0,1 1-2 0,1-3-3 15,-2 0-5-15,4-1-14 0,0-2-21 0,0-9-25 16,2 13-29-16,2-10-33 0,-4-3-43 0,12 8-52 15,-3-7-52-15,-9-1-204 0,20-2-487 0,-20 2 216 16</inkml:trace>
  <inkml:trace contextRef="#ctx0" brushRef="#br0" timeOffset="32328.6">14672 5915 216 0,'-7'-3'228'0,"7"3"-11"0,-11 0-8 15,11 0-10-15,-6-2-15 0,6 2-19 0,0 0-13 16,0 0-16-16,0 0-9 0,0 0-12 0,0 0-8 16,30 2-11-16,0 0-17 0,5 1-28 0,17-2-28 15,5 5-39-15,-1-5-42 0,-1 3-35 0,3-1-44 16,-1-1-20-16,-3-2-24 0,4 3-96 0,-20-2-301 16,1 1 133-16</inkml:trace>
  <inkml:trace contextRef="#ctx0" brushRef="#br0" timeOffset="32527.91">15471 5921 114 0,'9'-4'178'0,"-4"-1"-3"15,-1 2-4-15,-1-4 16 0,-3 7 7 0,6-9 8 16,-4 5 7-16,-2 4 4 0,3-7-3 0,-3 7 3 16,0 0-19-16,2-7-17 0,-2 7-18 0,0 0-17 15,0 0-15-15,0 0-22 0,0 0-8 0,0 0-9 16,0 0-8-16,0 0-12 0,0 24-3 0,-4-9-4 16,3 2-4-16,-1-2-6 0,-2 2-2 0,1-1-6 15,-1 0-4-15,2-3-3 0,-2 4-5 0,1 1-1 16,0-1-8-16,-1-2-1 0,4-4-12 0,-1 2-36 15,1-3-33-15,-2 0-41 0,1 3-61 0,1-13-59 16,0 13-82-16,0-13-188 0,0 0-531 0,0 0 235 16</inkml:trace>
  <inkml:trace contextRef="#ctx0" brushRef="#br0" timeOffset="32704.36">15551 5628 35 0,'0'0'165'0,"0"0"-17"15,0 0-18-15,0 0-27 0,0 0-26 0,0 0-46 16,19 25-43-16,-12-6-39 0,4 5-54 0,-4 2-113 16,4 1 50-16</inkml:trace>
  <inkml:trace contextRef="#ctx0" brushRef="#br0" timeOffset="32954.18">15623 6077 202 0,'0'0'231'0,"0"0"-4"0,0 0-1 15,0 0-21-15,0 0-9 0,0 0 5 0,0 0-14 16,0 0-17-16,10-24-19 0,-4 15-16 0,1 1-11 16,2-1-4-16,1 0-20 0,-1 1-8 0,-1 3-7 15,2 0-12-15,-1 0-5 0,-3 1-9 0,2 2-8 16,-8 2-6-16,14-3-9 0,-4 5-1 0,-3-1-6 15,1 3-3-15,0 3-4 0,0-1-4 0,-2 1 0 16,1 2 0-16,-2 1-1 0,-2-1-6 0,1 3-1 16,-1-2 2-16,-1 2 5 0,1 0-7 0,-2 0 1 15,-1-2-23-15,2 2-24 0,-2-2-35 0,-2-3-38 16,2-7-65-16,-2 12-47 0,-1-6-216 0,3-6-471 16,-9 5 209-16</inkml:trace>
  <inkml:trace contextRef="#ctx0" brushRef="#br0" timeOffset="33161.57">15559 5618 111 0,'-6'-7'347'15,"1"2"-40"-15,2-1-22 0,3 6-12 0,-9-5-28 16,6 1-20-16,3 4-23 0,0 0-24 0,-3-8-19 15,3 8-13-15,0 0-30 0,0 0-48 0,-4-6-53 16,4 6-51-16,0 0-57 0,0 0-82 0,0 0-221 16,0 0-428-16,0 0 189 0</inkml:trace>
  <inkml:trace contextRef="#ctx0" brushRef="#br0" timeOffset="34020.28">2745 6133 67 0,'0'-10'246'0,"0"1"-10"0,-2-3-9 15,2 12 2-15,0-15-11 0,-1 7-2 0,1 8-12 16,-1-13-9-16,1 13-13 0,0-10-16 0,0 10-18 15,0 0-22-15,0 0-14 0,-1-7-11 0,1 7-12 16,0 0 0-16,0 0-10 0,1 38 4 0,-1-19-8 16,-1 10 2-16,-3 0-12 0,1 0-4 0,-1 2-2 15,-1 2-8-15,1-1 3 0,-1-2-6 0,1-2-9 16,-2 0 0-16,-2-1-3 0,3-1-2 0,3-7-3 16,-2 1-3-16,0-1-8 0,0-3 4 0,0 0 7 15,0 0-10-15,2-3-4 0,-3-1-20 0,2-2-22 16,-2 0-21-16,1-2-29 0,2 0-40 0,-2-1-39 15,1-3-45-15,3-4-45 0,-7 9-43 0,0-6-160 16,7-3-482-16,0 0 213 0</inkml:trace>
  <inkml:trace contextRef="#ctx0" brushRef="#br0" timeOffset="34277.89">2720 6024 46 0,'18'-7'146'0,"4"-1"3"0,-1 5-9 16,0 2-10-16,0 1-14 0,-1 1-1 0,1 4-8 15,-6 5-7-15,0-3-9 0,-2 4-1 0,-2 4-3 16,-4 1-1-16,-1 1-6 0,-3 1 5 0,-3 0-5 16,-1 1-2-16,-5-1-6 0,0-1-3 0,-2 1-7 15,-3-1-6-15,-2-1 2 0,-6 3-14 0,1-2 2 16,0-4-6-16,3-2-6 0,-2-3-11 0,1 1-20 15,-1-1-25-15,5-2-33 0,0-1-38 0,1-1-33 16,0-1-51-16,2 1-117 0,1-2-318 0,8-2 141 16</inkml:trace>
  <inkml:trace contextRef="#ctx0" brushRef="#br0" timeOffset="34427.18">2966 6421 102 0,'14'0'129'0,"-7"0"-16"0,4-3-15 0,-1 3-11 16,0 0-21-16,3-3-31 0,1 0-50 0,-1 1-88 15,1 0-111-15,1-1 49 0</inkml:trace>
  <inkml:trace contextRef="#ctx0" brushRef="#br0" timeOffset="34767.33">3335 6267 111 0,'3'-3'164'0,"-3"3"-11"0,0 0-4 0,0 0 17 16,0 0-5-16,8 17-15 0,-8-9-12 0,2 3-4 15,-1 2 0-15,-1 1-3 0,-1 3-6 0,1 0-3 16,0-1-3-16,-2-4-19 0,2-2-7 0,2 1-9 16,-2 0-8-16,1-4-9 0,-1-7-1 15,-1 10-8-15,1-10-1 0,-2 11-4 0,2-11 4 0,0 0-5 16,0 8 6-16,0-8 1 0,0 0 4 0,0 0-7 15,0 0-5-15,0 0-5 0,0 0-7 0,15-25-7 16,-8 11-9-16,5 1-3 0,-2-5-5 0,5-2-9 16,3 0 2-16,-2 7-17 0,2-8 0 15,-2 7 0-15,1 4 1 0,-2 0-1 0,-2 4-1 0,-2 2-2 16,0 0 1-16,-4 2 0 0,5 3 3 0,-12-1 0 16,18 8-1-16,-11-1 2 0,2 2 0 0,-2 2 2 15,-1 0 0-15,-3 0 1 0,2 5 3 0,-3 0 1 16,0 1 3-16,-2 0-2 0,0 2-24 0,-2-2-47 15,0 1-66-15,-1-2-63 0,2 2-198 16,1-5-433-16,0-4 191 0</inkml:trace>
  <inkml:trace contextRef="#ctx0" brushRef="#br0" timeOffset="35386.21">4333 6415 2446 0,'4'-6'63'0,"-3"-1"-27"0,-1 7 9 0,0-11-17 16,0 11 2-16,-4-9 15 0,4 9 4 0,-8-8 7 0,3 4-3 16,5 4-1-16,-13 2-3 0,2 1 3 0,-6 6-1 15,0 2 4-15,0 0 1 0,-4 6-1 0,-1 1 0 16,8-3-12-16,-4 4-2 0,5-7-7 16,4 3-5-16,-2 0-1 0,6-4-2 0,-1-1-4 15,5 2-1-15,1-1 4 0,3-2-6 0,1 1 0 0,2-4-3 16,2 1 1-16,1-1 1 0,1-3-2 0,2 0 0 15,0-2-11-15,0-4-7 0,3 2 3 16,0-5-1-16,-1 1-2 0,0-4 0 0,0 0-4 16,-1-4 5-16,0-1 2 0,-3-3-4 0,2 0-4 15,0-6 9-15,-3 0-6 0,-1-2 2 0,0-2 0 0,-3-1 1 16,0 2 1-16,-2-6-3 0,-1 3 1 0,1-3 1 16,-1 1 6-16,1 4-4 0,-3 7 8 0,1 1 16 15,0 3 5-15,-1 0 5 0,0 6 10 16,2 0 5-16,-2 3-6 0,0 7 0 0,1-12-9 15,-1 12-11-15,0 0-6 0,0 0-1 0,0 0-4 16,0 0 4-16,0 0-4 0,-9 36 10 0,5-8-4 0,-4 0-2 16,1 2-2-16,-5-1-3 0,6 3 2 0,1-3-7 15,0 0 5-15,0 1-3 0,3-1-1 0,2-4-5 16,2-4 3-16,3-2 4 0,0 0-2 16,0 0-4-16,4-3 7 0,2-3-5 0,2-2 0 15,4-1-2-15,1-3-16 0,3-6-9 0,9 2-9 0,-2-5-8 16,0-2-8-16,0 0 1 0,-2-3-2 15,-6-1-5-15,0-2 3 0,-1-1 0 0,-3-1 0 16,3-5 1-16,-6 2 6 0,1-1-3 0,-1 1 8 16,-3 2 0-16,-3 3 6 0,0 1 6 0,-3 1 10 15,-2 1 7-15,1 3 15 0,-3 4-7 0,1-8 1 16,-1 8-1-16,0 0 6 0,0 0-5 0,0 0 7 0,-17 16 4 16,9-7-1-16,0 4 1 0,-2 1-8 15,2 2-1-15,2-1 6 0,2-3 0 0,-1-1-18 16,4 0-25-16,-1 1-44 0,2-1-59 0,0-11-64 15,3 17-70-15,-3-17-210 0,9 11-521 0,-5-8 232 16</inkml:trace>
  <inkml:trace contextRef="#ctx0" brushRef="#br0" timeOffset="35546.94">4759 6186 53 0,'-4'-5'203'16,"4"5"-47"-16,-6-5-45 0,6 5-37 0,0 0-36 16,0 0-45-16,0 0-19 0,-4 15-75 0,4-15-108 15,0 0 48-15</inkml:trace>
  <inkml:trace contextRef="#ctx0" brushRef="#br0" timeOffset="35836.21">4880 6483 130 0,'-4'9'218'0,"4"-9"-9"0,-1 17-13 0,0-11-12 16,1 2-15-16,0 0-5 0,2 2-7 0,2-1-18 15,0-2-6-15,1 1-11 0,4-3-9 0,1 2-8 16,3-1-9-16,0-2-10 0,5-2-7 0,1 1-7 16,3-3-3-16,-3 0-9 0,-1-3-1 0,2 0-9 15,-7 1-3-15,1-2-4 0,-2-2 1 0,0-1-5 16,-1 0-2-16,-5-3-1 0,2 0-4 0,-1-6 1 15,-2 4-1-15,-2 0-4 0,-1-5-2 0,-3 0-4 0,-1 0 1 16,-1 2-2-16,-3-1-2 0,1 4-3 16,-2 1-2-16,2 2-2 0,-3-2-4 0,1 4-2 15,-2 2-9-15,-3 3-14 0,1 0-19 0,-5 3-21 16,-1 5-35-16,0-2-34 0,-2 4-45 0,7-2-34 16,3 2-203-16,-3 2-440 0,6 1 196 0</inkml:trace>
  <inkml:trace contextRef="#ctx0" brushRef="#br0" timeOffset="36452.25">5506 6421 1 0,'0'0'242'0,"0"0"-9"0,0 0-3 0,0 0-4 16,0 0-10-16,-24-2-10 0,14 7-10 0,-5 3-6 15,-5 2-9-15,-1 4-11 0,-2 1-7 0,0 2-9 16,0 0-14-16,1-1-10 0,5-2-14 0,5 1-16 15,0-4-9-15,2-2-10 0,5 2 1 0,0-1-15 0,1 1-7 16,4-4-4-16,4 2-1 0,1-2-3 16,4 0-5-16,7-1 0 0,2-2-12 0,4-3 5 15,5-1-16-15,2-2-5 0,-1-4-4 0,-6 3-6 16,-1-4 2-16,-1 0-7 0,-1-3 4 0,-4-1-1 16,1-2-1-16,-4-1 0 0,1-1-2 0,-1-2 0 0,-1-4-3 15,1-3 2-15,-5-2-2 0,0-1-3 16,-1 1 3-16,-2-2-1 0,-1 1 1 0,-1-3-5 15,3 3 7-15,-2-1 3 0,1 4 10 0,-4 5 13 16,1 0 11-16,0 8 15 0,0-2 8 0,-1 2 15 16,0 11-9-16,0-17 0 0,0 17-6 0,2-9-14 15,-2 9-3-15,0 0-7 0,0 0-2 0,0 0-10 16,0 0-1-16,0 0-1 0,0 0-7 0,-7 40 4 16,3-13-8-16,-2 2-7 0,0 2 0 0,-2 2 7 15,2-1 2-15,-1-2 2 0,1-1 4 0,-2 0-13 16,4-3 1-16,3 0-2 0,1 0-4 0,0-7 2 15,1-2-3-15,5-2 1 0,0-1 6 0,2-2 0 16,-2-2-1-16,4-3 0 0,7 1 5 0,0-1-10 16,2-3 1-16,7-1-3 0,1-3-7 0,1-3-3 15,-2-2-12-15,2-4-4 0,-1 3-4 0,-3-7-2 16,2 4 4-16,-10-2 11 0,1-3-17 0,-2 1-7 0,3-5-3 16,-6 3 7-16,-1-2-2 0,-2 0 7 0,-2-1 1 15,-6 5 1-15,1 0 5 0,-2 3 1 16,0-1 8-16,-3 6 5 0,0-3-3 0,3 8 8 15,-13-6 7-15,-1 7 3 0,-1 6 7 0,-2 2-2 16,-1 2-4-16,0 2 8 0,3-1-6 0,-4 4-3 0,7-2 0 16,5 0 2-16,0-3 1 0,6 1 0 15,2-2-19-15,5 1-29 0,-1-1-34 0,12 0-54 16,1-3-75-16,3-2-80 0,6 0-313 0,-7-4-644 16,-2-1 285-16</inkml:trace>
  <inkml:trace contextRef="#ctx0" brushRef="#br0" timeOffset="37332.05">2731 5943 59 0,'1'-9'76'16,"-1"9"5"-16,0 0 7 0,0 0-7 0,0 0 7 0,0 0 4 15,-1-9 3-15,1 9 2 0,0 0 1 0,0 0-2 16,0 0-4-16,-3-8 6 0,3 8-6 0,0 0-2 16,-4-10 7-16,4 10-2 0,0 0 3 15,0 0-5-15,0 0-1 0,0 0-8 0,-1-8-7 16,1 8-9-16,0 0-8 0,0 0-5 0,0 0-12 16,0 0-1-16,0 0-8 0,0 0-4 0,0 0-1 0,0 0-5 15,0 0 0-15,0 0-7 0,0 0 2 16,0 0-2-16,0 0-1 0,0 0-3 0,0 0-3 15,0 0 5-15,0 0-4 0,0 0-4 0,0 0 3 16,0 0-2-16,0 0 0 0,0 0 0 0,0 0 1 16,0 0-3-16,0 0 3 0,0 0-2 0,0 0 1 15,0 0-4-15,0 0 4 0,0 0 0 0,0 0-4 16,13 0 1-16,-13 0 1 0,0 0 9 0,7-4-9 16,-7 4 3-16,0 0-2 0,7-6 1 0,-7 6 0 15,0 0 0-15,0 0 3 0,0 0-2 0,2-6 0 16,-2 6-3-16,0 0-1 0,0 0-2 0,0 0-4 15,0 0 1-15,0 0 0 0,0 0 4 0,9 12 7 16,-8-5 1-16,-1 3-1 0,2 1 3 0,-2 3-3 16,0 2 4-16,0 0-4 0,-2 1 0 0,1-1 0 15,-1 3-2-15,-2 1 3 0,3-1-19 0,-3 1-30 16,3-1-55-16,-2-3-74 0,2 3-74 0,-2-1-143 16,-1-2-414-16,-1-5 183 0</inkml:trace>
  <inkml:trace contextRef="#ctx0" brushRef="#br0" timeOffset="37998.97">6212 6704 81 0,'0'0'162'0,"0"0"-44"0,0 0-37 0,0 0-36 16,0 0-68-16,0 0-55 0,0 0-84 0,0 0 38 15</inkml:trace>
  <inkml:trace contextRef="#ctx0" brushRef="#br0" timeOffset="42065.66">6691 6370 185 0,'0'-13'213'0,"0"13"11"16,0-11 13-16,0 6-15 0,0 5-17 0,0 0-17 16,-5-13-12-16,5 13-13 0,-3-6-22 0,3 6-10 15,0 0-19-15,0 0-9 0,-17 6-10 0,5 7-4 16,-10 7-4-16,2 8-4 0,-2 1-6 0,-3 10-2 15,5-8-8-15,-1 10-8 0,4-9-2 0,6 0-6 16,0 0-2-16,6-1-8 0,4-1-9 0,2-1 2 16,3 0-17-16,6-3-19 0,3-1-29 0,10 2-38 15,3-5-43-15,16 2-55 0,-6-9-38 0,16 2-225 16,-1-2-467-16,4-6 208 0</inkml:trace>
  <inkml:trace contextRef="#ctx0" brushRef="#br0" timeOffset="44628.43">7494 6551 16 0,'1'-8'197'0,"-1"8"-2"0,0 0-7 0,5-7-3 16,-5 7-6-16,0 0-4 0,0 0-16 0,0 0-2 15,0 0-13-15,0 0-20 0,3-5-15 0,-3 5-13 16,0 0-13-16,0 0-8 0,0 0 2 0,0 0 2 15,-3 24-4-15,-1-12-5 0,1 5-2 0,-1 1-4 16,-3 5-7-16,2-3-4 0,-1 4-5 16,2-6-4-16,0 1-5 0,-1 0 0 0,-1-2-5 15,2 2-2-15,1-2-5 0,-2-2-1 0,0-2-3 0,2 3-1 16,2 2 0-16,0-2 1 0,-2-5 0 0,2 1-4 16,-2-2-6-16,2 0-17 0,0-3-27 0,1-7-23 15,-1 13-33-15,-1-7-30 0,2-6-19 0,-1 10-11 16,1-10-18-16,0 0-20 0,0 0-25 0,0 0-111 15,0 0-347-15,0 0 153 0</inkml:trace>
  <inkml:trace contextRef="#ctx0" brushRef="#br0" timeOffset="44978.21">7463 6595 90 0,'6'-15'173'0,"-1"0"-5"0,1 3-9 0,-1 1-9 15,0 1-6-15,1 3-9 0,2 0-9 0,-2 1-3 16,5 0-1-16,0 2-7 0,1 2-4 0,0 2-9 15,2 2-7-15,2 1-11 0,-2 1-2 0,-3 1-7 16,1 2-8-16,-2-1-5 0,0 2-7 0,-1 2-2 16,3 2 1-16,-3 1 2 0,-5-2-8 0,1 4 2 15,-2-2-5-15,-3 0-3 0,-2-1-1 0,-2 4 1 16,-1-2-8-16,0-1-3 0,0-1-3 0,-2-2-3 16,-2 0 0-16,4 0-4 0,0-1-5 0,0 1-8 15,1-3-8-15,2-2-9 0,2-5-12 0,-3 13-2 16,2-8 0-16,1-5 3 0,1 10-4 0,-1-10 1 15,4 11 0-15,2-5 4 0,-1 1-1 0,2-2 9 16,2 3-5-16,-2-3 3 0,-1-1 2 0,-1 3-6 16,0 0 8-16,-1-2-1 0,-1 2 2 0,1 0 3 0,-1 1 1 15,-3 1 1-15,-2-1-3 0,2-8 6 16,-3 14-8-16,-4-8-3 0,0 1-6 0,-1-1-12 16,-2-2-19-16,-2 1-19 0,3-2-36 0,-1 1-36 15,1-1-25-15,0-5-162 0,9 2-353 0,-16-3 157 16</inkml:trace>
  <inkml:trace contextRef="#ctx0" brushRef="#br0" timeOffset="46011.52">8015 6680 231 0,'0'0'273'0,"0"-8"-20"0,0 8-22 0,0 0-23 16,-11-9-18-16,3 9-14 0,8 0-11 15,-26 7-14-15,7 0-11 0,3 2-11 0,-7 4-10 16,5-2-12-16,2 4-6 0,2-1-15 0,3 3-8 0,-1-3-8 16,3 2-4-16,3 0-8 0,2-1-7 15,2-1 2-15,0 1-9 0,4 0-2 0,1-4-5 16,3 0-5-16,0-3 1 0,4 1-6 0,0-4 0 16,-1-1-8-16,4-1 5 0,0 0-7 0,2-4-2 0,1-1-2 15,-2 0 1-15,-2-1 0 0,4-5-3 0,-2-2-1 16,-1-1-3-16,1 0 4 0,-7 1 3 15,4-3-3-15,0 0-2 0,-5 2-1 0,2-4-1 16,0 1 3-16,-1-1-2 0,-1 0-5 0,-3 4 1 16,1 2 4-16,-1 0 7 0,-2 2 7 0,-1 7 0 0,4-9-6 15,-2 4 2-15,-2 5-10 0,0 0 4 0,0 0-13 16,0 0-1-16,0 0 3 0,0 0 1 0,0 0 0 16,-10 30 4-16,5-19-3 0,1 5 2 15,-1 1-2-15,1-3 3 0,2 0-5 0,-3 2 1 0,5 0 0 16,0-5-1-16,1 0 2 0,3-1 2 0,-1-4-1 15,3 3 0-15,-2-2 3 0,2 0 1 0,-2-3 0 16,7 1-5-16,-4-4 2 0,0-1-1 16,6-2-5-16,-3-2 7 0,2 1-7 0,-1-3-1 0,0 0-1 15,-1-3 0-15,2-3 1 0,-4 3-1 0,1-2-5 16,1-1-1-16,1-3-2 0,-4-1-3 0,1-2 0 16,-2 2-1-16,-2 2 1 0,0-2-1 0,0 4 2 15,-2-1 0-15,1 5 4 0,0 2 6 16,0 0-7-16,-3 6-3 0,3-11-1 0,-3 11-3 0,1-5-1 15,-1 5 0-15,0 0 6 0,0 0-2 0,0 0 1 16,4 20 4-16,-4-20 4 0,-5 23-1 0,2-10 0 16,0 4 7-16,-3 2-1 0,1 5 1 0,1-4-2 15,2-4 3-15,-2 0-1 0,-1 0 3 0,5 1-3 16,-5-3 4-16,1-1-2 0,0-2 3 0,-1 2-2 16,2-5 0-16,1 2-4 0,-1-5 4 0,3-5 0 15,-3 11 0-15,0-6-7 0,3-5 3 0,-1 6-6 16,1-6-3-16,0 0-1 0,-3 8-1 15,3-8-2-15,0 0 2 0,-2 8-5 0,2-8 1 16,0 0 3-16,0 0-1 0,0 0-1 0,0 0-6 0,0 0-3 16,0 0-1-16,0 0-5 0,0 0-1 0,0 0 2 15,0 0-1-15,0 0 1 0,0 0 0 0,0 0 2 16,5-22 3-16,-5 22 2 0,9-7 2 0,-4 1 0 16,0 3 3-16,1-1-1 0,-6 4 5 0,17-7 0 15,-7 1 1-15,-1 1 1 0,5 1 2 0,0-4 0 16,-1 3-1-16,1-3 4 0,4 1 0 0,-4-3 0 15,-1 4 1-15,-2 2 0 0,5-5 2 0,-4 1-1 16,-3 1 2-16,2 1 10 0,-3-3 2 0,0 3 0 16,-1-1 3-16,0-4 1 0,1 2-4 0,-2 0 1 15,-2-1 2-15,1 2 3 0,-2 2 7 0,1-3 2 16,-2 0 2-16,1 2-2 0,-1 1 2 0,-2 6 0 16,3-9 0-16,-3 9 0 0,2-9 3 0,-2 9-4 15,0 0 0-15,0 0-5 0,0-11-5 0,0 11-3 16,0 0-4-16,0 0-2 0,0 0 0 0,0 0-1 15,0 0 1-15,0 0-2 0,-19 15 0 0,12-7 1 16,0 1 3-16,-2 0-7 0,2-1 1 0,-1 2-1 16,3 1 1-16,-3-1-4 0,1 2 5 0,4-1-8 15,-1 4 7-15,3-4-2 0,1 3 1 0,1-2-4 16,2 0 6-16,1-1-1 0,-1-1-3 0,4 0 2 16,-1 1-1-16,-1-3-8 0,3 0-4 0,-3 1-8 15,0-4-9-15,1 4-12 0,0-1-13 0,-3-4-18 16,0 0-22-16,-3-4-20 0,4 11-44 0,-2-6-33 15,-2-5-37-15,0 9-161 0,0-9-418 0,0 0 184 16</inkml:trace>
  <inkml:trace contextRef="#ctx0" brushRef="#br0" timeOffset="46456.23">9188 6820 110 0,'2'-7'292'16,"-2"-1"-13"-16,0-1 0 0,-3 0-15 0,-1 0-18 0,-2 1 2 15,-1 1-16-15,-3-2-20 0,3 5-21 16,-5-2-11-16,-1 3-19 0,2 1-18 0,-7 1-15 16,1 5-16-16,-3 4-10 0,3-2-11 0,-6 8-11 15,4-6-6-15,5 5-11 0,-1 2-8 0,1-2 7 16,3 3-12-16,4-5-4 0,0 4-7 0,2 0-1 0,3-3-3 15,2 0-4-15,1 0-7 0,1 0-10 16,4-2 3-16,0-2 0 0,4-1-13 0,0-1 10 16,1 0-15-16,0-4-1 0,3-1 2 0,4-1-5 0,-4 0 2 15,4-3 0-15,0-2 3 0,-5 0-3 0,-3-1 1 16,-1-1 3-16,1-2 2 0,-2-2-4 0,2-2-3 16,-1 3 3-16,-4-3 5 0,0 1-1 15,-1-1-4-15,0 2 4 0,-2 0 1 0,1 1-2 0,1 2 3 16,-2 1 8-16,-2 7-2 0,4-8 0 0,-4 8-8 15,3-7-10-15,-3 7 6 0,0 0 1 0,0 0-2 16,0 0 0-16,0 0 5 0,-7 33 5 16,1-16-4-16,1-1 6 0,0 0-9 0,2 3-1 0,-2-1-16 15,2-1-33-15,3-1-32 0,-3 0-42 0,1-4-64 16,4 1-57-16,-1-2-82 0,-1 0-167 0,0-11-535 16,5 14 237-16</inkml:trace>
  <inkml:trace contextRef="#ctx0" brushRef="#br0" timeOffset="46779.67">9329 6886 73 0,'0'0'270'0,"4"-5"-24"0,-4 5-25 0,0 0-23 0,8-4-14 16,-8 4-2-16,0 0-6 0,0 0-9 0,0 0-6 16,-3 22-11-16,2-12-15 0,-1-1-6 0,0-2-11 15,0 5-7-15,2-4-16 0,-2 0-7 0,2-8-11 16,-5 10-3-16,5-10-5 0,-2 9-9 0,2-9-3 15,0 0-3-15,-2 7-4 0,2-7-4 0,0 0 1 16,0 0 0-16,0 0 2 0,0 0 10 0,0 0-8 16,0 0-14-16,0 0 1 0,0 0-1 0,0 0-6 15,14-22-6-15,-6 12 6 0,4-2-8 0,-1-1-7 16,3 1-6-16,-3 1-3 0,3 0-1 0,2 1-1 16,-5 4 1-16,1 1-6 0,-3 1-3 0,-2 1-2 15,2-1-2-15,-1 4 9 0,-8 0-11 0,14 4 1 16,-9 1 2-16,0 0 6 0,0 2-7 0,-1 2-7 15,-1 1-15-15,-2 0-26 0,2 2-41 0,-3 1-61 0,1 0-64 16,0-2-48-16,-1-1-203 0,4-1-512 16,1 0 227-16</inkml:trace>
  <inkml:trace contextRef="#ctx0" brushRef="#br0" timeOffset="47177">9771 6868 195 0,'-8'-9'261'0,"2"1"-1"0,-3 2-4 0,0-1-5 16,0 4-19-16,-1-1-21 0,-3 2-21 0,0 2-19 16,-2 6-18-16,2-3-11 0,-3 6-8 0,2 3-19 0,3-1-9 15,-3 2-10-15,4 0-10 0,0 1-8 16,4 0-8-16,0-1-3 0,4-3-9 0,2 0-4 16,1 3-4-16,4-2-2 0,2-2-1 0,1 0-5 15,4-3-2-15,0-1-4 0,5-2-2 0,4-1-11 0,-4-3-1 16,2 0-1-16,-4-3-3 0,-1-2-2 0,-2-1-1 15,3-3 2-15,-7 3-3 0,1-7 5 16,1 2 0-16,-4 0-7 0,-1-4-6 0,0 0-3 0,-2-4 6 16,0-4-4-16,-2-1 0 0,0 0 1 15,-2 2-4-15,2-4-1 0,0 9 3 0,-1-2 13 0,2 1 7 16,-2 2 19-16,-2 5 22 0,4 2 20 0,-2 2 12 16,0 1-18-16,0 7 9 0,1-9-15 0,-1 9-9 15,0 0-10-15,0 0-3 0,0 0-12 16,0 0 0-16,0 0 3 0,-8 29-5 0,3-10-6 0,-1 6 0 15,-1-1-1-15,-2 2-3 0,4 2-1 0,0-1-3 16,3 0-1-16,-2 0-14 0,4-2-44 16,0-2-56-16,5 2-65 0,-3-5-65 0,4-1-91 0,1-2-354 15,3-2-720-15,1-2 319 0</inkml:trace>
  <inkml:trace contextRef="#ctx0" brushRef="#br0" timeOffset="47792.24">10668 6763 233 0,'2'-6'287'0,"-2"6"-10"16,2-9-21-16,-2 9-16 0,0 0-24 0,0-10-19 15,0 10-17-15,0 0-21 0,0 0-16 0,0 0-9 16,0 0-11-16,-26 25-2 0,14-12-11 0,2 2-13 16,-1 3-8-16,1-2-5 0,2 2-2 0,3 0-20 15,-1 0-2-15,3 0-9 0,2 1 4 0,2-1-12 16,2-2 0-16,2-5-4 0,3 6-2 0,1-6-6 15,1-3 3-15,0 1-1 0,7-1-4 0,-2-4-9 16,-1-1-5-16,-1 1-3 0,0-4-8 0,1 0 4 16,-3-1-6-16,2-2 0 0,-3-2 3 0,1 1-6 15,1-5-2-15,-3 1 3 0,0-1 0 0,1-5-8 16,-5 3 4-16,1 4 11 0,0-3-10 0,-2 3 4 16,-2 1-1-16,-2 6 5 0,8-9-3 0,-6 5-6 15,-2 4 1-15,6-8 0 0,-6 8-6 0,0 0 1 16,0 0 1-16,0 0 2 0,0 0-3 0,6 15 2 15,-5-8 2-15,1 0 2 0,0 1-2 0,2 5 1 16,2-3-2-16,-1-2 8 0,2-3-2 0,3 3-3 16,2-2 1-16,-1-2 6 0,2 1-4 0,6-5 1 15,-4 4 4-15,2-4-3 0,-3-1 1 0,-1-2 5 16,-2 0 2-16,1-1-1 0,-2-3-1 0,-2 0 10 16,1-1-6-16,-4 0 5 0,0-4-2 0,-4-1 0 15,-2-2-2-15,1 4-1 0,-5-5-5 0,0 2-1 16,-5-1-1-16,3 5-2 0,-2-3-1 0,-2 5-6 15,0-2-14-15,-3 3-15 0,-2 2-15 0,-2 2-24 16,1 5-29-16,-3 1-35 0,2-1-43 0,-1 5-53 16,5 0-55-16,-5 2-154 0,6 1-475 0,3 0 210 15</inkml:trace>
  <inkml:trace contextRef="#ctx0" brushRef="#br0" timeOffset="48036.75">11187 6856 2551 0,'7'-18'14'0,"-1"3"17"16,-4-1-14-16,2 1 11 0,-2 2 42 0,0 2 45 0,1 0 15 16,-2 1 12-16,0 2-2 0,1 1 12 0,-2 7 0 15,2-10-17-15,-2 10-6 0,0-7-19 16,0 7-15-16,0 0-15 0,0 0-13 0,0 0 0 16,0 0-5-16,1 27-10 0,-2-10-4 0,-5 10-3 15,1-2-1-15,1 2-4 0,-1 0-9 0,-2 0 3 0,2 3-6 16,0-6 2-16,-1 3-8 0,2-8-6 15,2 1-32-15,0-1-36 0,1-3-45 0,-4 1-35 0,2-3-45 16,2-3-56-16,0-1-50 0,1-1-43 0,0-9-235 16,1 9-606-16,1-5 268 0</inkml:trace>
  <inkml:trace contextRef="#ctx0" brushRef="#br0" timeOffset="48233.38">11389 6778 93 0,'5'-7'281'0,"0"1"-19"0,-2 2-25 0,-3 4-19 16,5-7-26-16,-5 7-20 0,0 0-8 0,0 0 10 16,0 0 0-16,0 0-9 0,-8 33-19 0,2-10-10 15,-3 2-6-15,0 0-11 0,1 1-10 0,2-2-5 16,1-5-14-16,2 5-13 0,0-4-11 0,-3-3-30 16,4 2-40-16,-2 6-33 0,3-9-45 0,-2 1-54 15,3-6-53-15,0 3-48 0,0-1-173 0,0-4-445 16,2 2 197-16</inkml:trace>
  <inkml:trace contextRef="#ctx0" brushRef="#br0" timeOffset="48488.25">11433 7189 143 0,'7'-6'192'0,"4"1"-15"0,-1 0-9 0,0-4-7 16,5-1 3-16,-1 1-8 0,0-1-4 0,-2 0 4 16,1-3-7-16,2 0-8 0,-6 1-5 0,5-4-7 15,-5 2-8-15,-1 2-7 0,0-2-1 0,-1-3-6 16,1 2-7-16,-4 2-7 0,-2-4 0 0,3 2-8 15,-4-1 1-15,-1 7 7 0,-1-1-11 0,1 3-2 16,-4-2-2-16,4 9 5 0,-5-8-21 0,1 2-13 16,4 6-3-16,-13 2-7 0,0 4-7 0,0 4 3 15,-6 2-4-15,-2 6-2 0,4-6-4 0,0 9-6 16,0-1 4-16,5-4-6 0,5-1-4 0,-3 2-12 16,7-5-21-16,3 3-16 0,0 2-37 0,3-6-42 15,7 2-55-15,6-4-53 0,11 1-53 0,1-3-201 16,5-3-517-16,-2-2 229 0</inkml:trace>
  <inkml:trace contextRef="#ctx0" brushRef="#br0" timeOffset="48710.57">12021 6957 90 0,'0'-6'284'0,"0"6"-2"16,-2-9-15-16,2 9-14 0,-7-7-12 0,-4 3-17 15,0 4-7-15,-6 1-8 0,-2 5-16 0,-8 1-12 16,0 5-4-16,3 1-22 0,1 0-9 0,0 3-10 15,6-3-15-15,3 2-3 0,0-1-5 0,3 1-32 16,2-1-2-16,5 2-6 0,4-3-10 0,2-1 2 16,2 2 0-16,5-3-30 0,5 0-21 0,2-1-30 15,4-2-37-15,10 0-32 0,1-4-37 0,0-1-40 16,-2-5-44-16,1-2-26 0,-7 1-21 0,-4-1-9 16,3-2-154-16,-3-1-450 0,-1-1 200 0</inkml:trace>
  <inkml:trace contextRef="#ctx0" brushRef="#br0" timeOffset="48945.9">12250 6856 27 0,'7'-18'217'0,"-5"-1"3"16,2 2 12-16,-1 4 19 0,-1 3 9 0,-2 4 8 15,0-2 2-15,4 4-25 0,-4 4-8 0,3-7-29 16,-3 7-22-16,0 0-27 0,0 0-16 0,0 0-11 0,0 0-4 16,0 0 6-16,-3 25-1 0,-1-5 10 0,2 4-10 15,-3 3 0-15,1 1 6 0,0 0-3 0,-2-2-16 16,0 2-4-16,-1-2-7 0,3 2-10 15,-2-4-12-15,2 2-3 0,1-6-13 0,-1 1-3 0,3-4-7 16,-4 2-4-16,3-7-13 0,0 4-27 0,-2-4-48 16,3-4-41-16,0 2-47 0,-1-4-41 0,2-6-40 15,-1 13-36-15,1-8-34 0,0-5-35 16,0 0-45-16,-4 9-204 0,4-9-601 0,0 0 266 0</inkml:trace>
  <inkml:trace contextRef="#ctx0" brushRef="#br0" timeOffset="49272">12158 7005 163 0,'7'-3'194'0,"2"0"-6"0,0 3 1 0,2 0-4 15,0 0-5-15,1 0-5 0,1 2-14 0,1 0-14 16,-1 5-12-16,-2-2-12 0,3 2-4 0,-3 2-8 16,1-3-11-16,-4 2-6 0,1 0-7 0,0 2-9 15,-1-3-2-15,0 1-4 0,-1 1-9 0,1-3-2 16,0 4 1-16,3-4-1 0,-1-1-1 15,3-1 6-15,-3 1-6 0,4-1 1 0,-1-2-9 0,-2-2-5 16,3 0-3-16,3-1-1 0,-4-2 0 0,0-1-6 16,-1-2-1-16,0 1-6 0,-3-2 5 0,1-3 3 15,-2 3-1-15,1-1 0 0,-2-2-9 0,-3-1 7 16,0-5-3-16,-2 6-9 0,2-3-2 16,-4 1 1-16,0 2-5 0,0-3 0 0,-4 3-1 0,2 0-8 15,-6 1-1-15,-1 2-7 0,0-1-9 0,-3 3-16 16,-1 3-12-16,0 1-25 0,-5 4-34 0,-1 1-41 15,2 3-51-15,1 3-55 0,1-1-43 0,-3 4-164 16,6-1-486-16,-1 1 216 0</inkml:trace>
  <inkml:trace contextRef="#ctx0" brushRef="#br0" timeOffset="49666.77">12547 7200 178 0,'13'-4'262'0,"-2"1"-5"0,-2 0 4 0,-3-1 5 0,4-1-9 15,-1 1-1-15,3-3-11 0,-3 0-4 0,-1-2-14 16,2 1-11-16,-2 0-12 0,-1-2-21 0,6-3-21 16,-3 6-4-16,-1-8-25 0,2 0-17 0,-4 0-4 15,2-3-12-15,-1 4-9 0,-5 2-4 0,4 3-6 16,-3-4-9-16,-2 4-7 0,1-5 0 0,-7 4-5 16,4-1-3-16,0 4-7 0,-1-1-3 0,-3 1-9 15,-1-2-5-15,0 5-3 0,5 4 3 0,-6-11-14 16,4 5-7-16,2 6 4 0,0 0-1 0,-5-6-24 15,5 6 11-15,0 0-12 0,-2-9 10 0,2 9-1 16,0 0-15-16,0 0 3 0,15-1-2 0,-15 1-3 16,23 3 5-16,-5 0 1 0,-5 1-3 0,4 0 11 15,0 2-8-15,-8-1 1 0,5 3-4 0,-5-1 1 16,1 3-4-16,0-1 2 0,-3 1 5 0,-1 1 4 0,1 6-4 16,-2-2 10-16,-1 1 0 0,-3 2 7 15,-1-4 7-15,0 1 3 0,-1 3 1 0,-1-7-6 16,0 6-1-16,-1-1 0 0,1-4 1 0,0 0 0 15,1 1-3-15,-3-3-15 0,4 0-44 0,-2-2-43 0,0-2-47 16,2 3-55-16,-2-3-74 0,2-6-74 0,-3 9-235 16,3-9-628-16,0 0 278 0</inkml:trace>
  <inkml:trace contextRef="#ctx0" brushRef="#br0" timeOffset="52104.14">13348 7273 59 0,'0'0'228'0,"0"0"-18"0,-2-6-12 15,2 6-21-15,0 0-9 0,6-15-20 0,-2 6-8 16,2 0-13-16,7-3-2 0,-3-2-5 0,3-1-2 15,0 3-8-15,-1-2 1 0,1-2-7 0,1 1-9 0,3-6-8 16,-7 6-9-16,-3-2-5 0,1 1-4 16,-1-1-4-16,2-1-9 0,-6 2-4 0,1-1-6 15,0 0-5-15,-4-1 0 0,-2 8-1 0,0-2-4 16,0 2-3-16,-2 2 1 0,1-1-8 0,-4 3-3 16,0 0-4-16,1 2-3 0,1 1-1 0,-8 3-1 15,13 0-3-15,-18 3-5 0,8 0 1 0,2 0 0 16,-1 2-7-16,3 0 7 0,3 2-9 0,-2 2 1 15,5-2 2-15,2 2-1 0,3 0-5 0,0 0 5 0,4-1-6 16,7 2-2-16,-1-2-2 0,3-2 3 0,2 0-5 16,1-3 5-16,1 3 1 0,-4-4-3 0,0 2-1 15,-5-4 9-15,1 3-7 0,-5 0 1 16,0-2 1-16,0-1-1 0,-4 2 2 0,-5-2-6 0,10 4-2 16,-10-4 3-16,7 4 1 0,-3-1 4 0,2 3-3 15,-6-6-1-15,6 13 3 0,-2-1 3 0,-1-2-2 16,3 3 2-16,-4 0 0 0,4-4 16 0,2 6 7 15,1-1-6-15,-2-3-3 0,5 2 3 0,-4-3 0 16,3-4 0-16,3 4-4 0,1-1 3 0,4-6-7 16,3 0-5-16,-2-5-4 0,2 2-3 0,4-1-2 15,-4-2-2-15,-2 0-2 0,0-3 0 0,-2-1 1 16,-2 1 2-16,-5-1 0 0,3-5-1 0,-3 2-2 16,0 0 7-16,-4 0-3 0,2-4-4 0,-1 0 4 15,-3-1-4-15,0 4 3 0,-2-2 0 0,-2 0 2 16,0 2 2-16,-1-1 0 0,0 2 4 0,-1 3 5 15,0-3-9-15,1 10 1 0,-8-9 1 0,3 6-2 16,5 3 0-16,-13-1 0 0,13 1-2 0,-20 9 4 16,4 0-4-16,3 3-1 0,4-3 2 0,3 2 3 15,-4 1 0-15,3-2-2 0,3 3 2 0,4 0-1 16,2-2 3-16,0 1 3 0,7 1-4 0,3-1 4 16,5-3 1-16,2-1 0 0,8 1-3 0,2-4 2 15,2 0-2-15,-1-2-2 0,1-2 1 0,0-1 1 16,-2-3-2-16,-1-1 5 0,-8 1-4 0,0-2-1 15,0 0 2-15,-2-2 3 0,0 1-2 0,1-1 1 16,0-4-2-16,-2 1 4 0,-4 2 7 0,1-5-1 16,-3 0-2-16,-1 1 2 0,-4 2 6 0,0 3 2 15,-2-1 12-15,0 4 6 0,-3-3-1 0,-1 7-1 16,0-10-8-16,0 10-2 0,0 0-8 0,-12-8-2 16,1 7-3-16,11 1-4 0,-29 7 3 0,15 2-1 15,-4-2-4-15,1 2 2 0,-1 0-3 0,-1-2-3 16,9 3-1-16,1-2-2 0,-1 0 3 0,6-2 1 15,-1 1 3-15,1 0-5 0,4 0 0 0,0-7 1 16,0 10 3-16,0-10-4 0,4 8 0 0,2-4 1 16,2-1-3-16,-1-1 2 0,4-2-2 0,0 0 0 15,1 0 4-15,-2-2-3 0,4 0 1 0,-5-3 1 16,2 2-2-16,0 0 2 0,-6 1 2 0,4 0-4 16,-9 2 2-16,9-3-4 0,-9 3-1 0,7-1-5 15,-7 1-2-15,0 0 0 0,9 6 3 0,-5-1-2 16,0 1 4-16,-1 3-2 0,-1 5 8 0,3 2-7 15,-1 1 3-15,-3 2-3 0,-1 1 2 0,0 6 5 0,-1-7 0 16,1 0-2-16,-4 2 7 0,-1 3-1 16,3-5 3-16,-5 6 4 0,2-7-2 0,-5-1 0 15,0 1 1-15,2-4 0 0,-1 2 3 0,-5-2 0 16,3 2 0-16,-5-6-5 0,4 0-13 0,0-5-24 0,2 3-27 16,1-3-34-16,-1-2-45 0,10-3-59 0,-13-1-63 15,13 1-149-15,-21-8-439 0,16-1 195 16</inkml:trace>
  <inkml:trace contextRef="#ctx0" brushRef="#br0" timeOffset="52318.13">14768 7009 239 0,'5'-6'290'0,"0"2"-25"0,-5 4-21 0,4-8-27 16,-4 8-19-16,4-3-24 0,-4 3-19 0,0 0-15 0,0 0-5 15,0 0-5-15,-5 34-9 0,-1-18-12 16,0 3-11-16,0 2-10 0,-2 3-7 0,4-1-7 16,-3 2-6-16,3-1-6 0,-2-5-22 0,2 0-42 15,0-2-45-15,-1 1-54 0,3 0-67 0,2-6-66 0,-2-2-162 16,0 0-429-16,2-4 189 0</inkml:trace>
  <inkml:trace contextRef="#ctx0" brushRef="#br0" timeOffset="52475.45">14782 6856 163 0,'-5'-3'143'0,"5"3"-33"16,0 0-39-16,-13 7-35 0,8 1-36 0,1 3-35 15,4-1-47-15,0 3-88 0,4 3 40 0</inkml:trace>
  <inkml:trace contextRef="#ctx0" brushRef="#br0" timeOffset="53284.52">14968 7113 69 0,'0'0'219'16,"0"0"-15"-16,0 0-16 0,-12 15-7 0,5-11-4 16,-1 5-7-16,1 0-6 0,-5 1-10 0,1 4-13 15,5-4-12-15,-2 1-13 0,0 0-11 0,3 1-13 16,0-1-8-16,2 1-8 0,1-1-8 15,2-3-4-15,2 3-5 0,2-2-6 0,1-2-4 0,2 2-1 16,-1-3-9-16,3 0 1 0,0-3-3 0,1 0 1 16,1-2-6-16,1-1-8 0,0-2-4 0,-3-1-3 15,0-1-5-15,2-2-4 0,-3 1-11 0,-2-1-6 16,1-3 1-16,-2 2-3 0,2-5-2 16,-4 1-3-16,0-2-4 0,-1 1 4 0,1-5 0 0,-2 2 2 15,2-1-1-15,-2-2 1 0,-1 4 3 0,1-3-1 16,-1 4-1-16,0 6 2 0,1-1 6 0,0 1 3 15,-1 7 0-15,3-10-1 0,-3 10-2 16,4-8-2-16,-4 8-1 0,0 0 2 0,0 0 6 0,0 0-2 16,22 12 5-16,-13-3 0 0,-2 1 2 0,0-1-1 15,2 5 10-15,-2 0 5 0,0 2-4 0,0-1 3 16,-1 0-1-16,-4-4 1 0,0 1-2 0,2 0 0 16,-2-1 2-16,-1 0 2 0,0-3-2 0,0-2-2 15,-1-6 0-15,0 11 2 0,0-11 1 0,2 7 2 16,-2-7 3-16,0 0 4 0,0 8 5 0,0-8 0 15,0 0 0-15,0 0-2 0,0 0-7 0,0 0 0 16,0 0-7-16,0 0-1 0,0 0-4 0,1-31-2 16,4 19-3-16,3-3-3 0,0-1-3 0,2 0-2 15,3 1 0-15,-1-2-3 0,5-4-1 0,-4 6-1 16,-2 0 2-16,2 4 0 0,-2 2-2 0,-2 2 3 16,1 3-7-16,0-1 2 0,-5 2-7 0,-5 3-1 15,11 1 4-15,-11-1-2 0,12 9 2 16,-6-3 3-16,-1 4-2 0,0 0 1 0,-2 2 5 0,2 0 7 15,0 0-4-15,-1 1 0 0,0-2 2 0,0 0 1 16,-3 0 5-16,4-1 1 0,-1-2 2 0,0 1 8 16,2-3 0-16,-1-3 3 0,-2 1 3 0,6-1 2 15,-9-3 0-15,16 1-1 0,-5-2 1 0,-1-2-5 16,2-1-2-16,-1 0 2 0,-2-5-5 0,3 0-2 16,-3 2 1-16,2-8 0 0,0 1-1 0,-4-2-3 15,-1 0-3-15,-2 0 3 0,1 0-6 0,1-1-2 16,-5 6 3-16,1-3-2 0,-1 4 1 0,-2-2 0 15,2 5 0-15,-1 7 3 0,-3-13-6 0,3 13-2 16,2-7-6-16,-2 7 2 0,0 0-4 0,0 0 5 16,0 0 0-16,-22 16-2 0,17-7-1 0,-3 5 3 15,-3 3-4-15,3-1 3 0,-1 0 0 0,4-1 1 16,-4 3 2-16,3 0-1 0,1 2-1 0,-1-1 3 16,4 0 1-16,-6-2-1 0,3 1 1 0,0 0-2 15,4-2-1-15,-3-1 3 0,0-3 2 0,2 0 1 16,-1-1-1-16,-2 0-1 0,2 1 4 0,0-5-1 15,3 2-3-15,-4-2-19 0,1 1-27 0,-1-3-43 16,0-2-44-16,4-3-56 0,-6 7-50 0,6-7-209 16,-11 0-483-16,11 0 213 0</inkml:trace>
  <inkml:trace contextRef="#ctx0" brushRef="#br0" timeOffset="53525.89">15822 6854 2501 0,'22'-19'72'16,"-8"6"20"-16,-2 1 2 0,-1 4-18 0,-3 1-23 16,-3 3-16-16,0-1-12 0,0 1-11 0,-5 4-7 15,0 0 4-15,17 9 2 0,-8 4 10 0,3 11 18 16,-3 5 7-16,-2 5 24 0,-1 14 0 0,0 1-4 16,-7-3-3-16,-3 4 3 0,-2-3-5 0,-3 3-3 15,-1-6-5-15,-7 1-5 0,4-13-3 0,-5 1-14 16,-4-3 2-16,-7 7-26 0,-1 2-25 0,2-13-27 15,-9 7-34-15,-3-2-37 0,-2-2-53 0,11-8-69 0,-12 5-48 16,-6-2-195-16,0-8-516 0,0 2 228 16</inkml:trace>
  <inkml:trace contextRef="#ctx0" brushRef="#br0" timeOffset="59537.71">3305 8104 112 0,'0'0'182'16,"0"0"-3"-16,-10-4-13 0,10 4-17 0,0 0-8 15,-10-3 0-15,10 3-6 0,-9-1-4 0,9 1 0 16,-7-1-17-16,7 1-9 0,0 0-9 0,-8-4-4 16,8 4-7-16,0 0-6 0,0 0-9 0,0 0-5 15,0 0-7-15,0 0-4 0,0 0-4 0,0 0-5 16,0 0-7-16,0 0-1 0,0 0-6 0,0 0-5 16,0 0 0-16,0 0-4 0,0 0-1 0,0 0-1 15,0 0-4-15,27 4 0 0,-16-4 3 0,2 0-3 0,0 0-1 16,6 0-5-16,-1 0 0 0,4 0-7 0,-2-2-12 15,1 2-20-15,7-2-29 0,-8 2-29 0,3-1-27 16,3-2-28-16,-5 3-29 0,2-1-18 16,-3 0-130-16,-1 1-343 0,-1-3 152 0</inkml:trace>
  <inkml:trace contextRef="#ctx0" brushRef="#br0" timeOffset="60104.11">3489 8090 107 0,'0'0'180'16,"-9"-1"0"-16,9 1-7 0,0 0-6 0,0 0-6 15,0 0-9-15,0 0-13 0,0 0-14 0,0 0-10 16,0 0-15-16,0 0-9 0,0 0-13 0,0 0-13 0,0 0-7 15,0 0-7-15,-7 7-6 0,7-7-1 0,1 11-7 16,2 0 2-16,-2 3-1 0,-1 2 4 0,0 3 0 16,2 1-4-16,0 0 0 0,-2 4 2 15,0 0-2-15,0 2-2 0,1-7-2 0,-2 6-2 16,2-6-3-16,1 5-1 0,-4-5-6 0,4-2 1 0,-4 2-3 16,2-2 5-16,0 0-6 0,0-3 2 0,-2 2-6 15,2-4 2-15,-3-1 0 0,2 0-7 16,1 0 6-16,0-2-4 0,-1-2-1 0,1-7 0 15,-2 12 0-15,2-12-3 0,-2 8 2 0,2-8 0 0,0 7-1 16,0-7 3-16,0 0 2 0,0 0-1 0,0 0 4 16,-4 8-3-16,4-8 1 0,0 0-4 0,0 0-1 15,-17-6-1-15,17 6-3 0,-12-6 2 16,1 2-5-16,5 0-2 0,-6-1 4 0,1-2-2 16,-1 4-3-16,2 0 3 0,0 0-3 0,-1-2 0 0,-1 4 1 15,1-2 1-15,0 1-2 0,-1 0 2 0,5 1-2 16,7 1 0-16,-13-1-2 0,13 1 1 0,-7-1-3 15,7 1 2-15,0 0-1 0,-10 0-1 16,10 0-2-16,0 0-1 0,0 0 3 0,0 0 0 16,0 0 2-16,0 0 0 0,0 0 1 0,0 0 1 0,21 9 3 15,-9-7 0-15,8 2 2 0,-1-2 1 0,7 0-1 16,2 0-1-16,0-3-18 0,-5 2-21 16,0 0-25-16,5-2-40 0,0 0-41 0,2-2-25 15,-3 2-31-15,2 1-179 0,-7 0-405 0,-1 0 180 16</inkml:trace>
  <inkml:trace contextRef="#ctx0" brushRef="#br0" timeOffset="60403.98">3960 8458 10 0,'0'0'217'15,"0"0"-2"-15,0 0 8 0,0 0-12 0,0 0-14 16,0 0-15-16,0 0-9 0,-11-16-11 0,11 16-10 15,0 0-12-15,-16-1-12 0,7 1-11 16,9 0-12-16,-16 5-8 0,3 3-6 0,1-3-3 16,-2 7-1-16,-2-1-6 0,0 3-7 0,0-4-10 0,0 5-2 15,2 0-8-15,4-2-1 0,-3 2-1 0,3-2-2 16,2 0-4-16,1 0-2 0,-1-2-6 16,6 0-2-16,-2 3 0 0,1-6-2 0,3 3 1 15,1-1-5-15,3-1-4 0,1 0-1 0,3-3 3 16,0 1-1-16,3 0-6 0,7 0-7 0,0-2-19 0,1-2-27 15,2 0-37-15,-1 1-34 0,1-4-50 0,1 0-50 16,5-3-43-16,-5 1-207 0,-1-2-490 0,8-1 217 16</inkml:trace>
  <inkml:trace contextRef="#ctx0" brushRef="#br0" timeOffset="60654.38">4506 8443 79 0,'0'0'303'15,"0"0"-14"-15,-8-1-8 0,8 1-14 0,0 0-22 16,-5-4-17-16,5 4-21 0,0 0-18 0,0 0-18 16,0 0-17-16,0 0-14 0,0 0-14 0,0 0-9 15,23-2-21-15,-10 2-13 0,-2-1-32 0,5-2-21 16,-4 2-33-16,2-2-37 0,-2 0-39 0,-1 3-35 15,-2 0-39-15,-1 0-24 0,-8 0-26 16,15 0-16-16,-15 0-126 0,9 3-374 0,-9-3 166 16</inkml:trace>
  <inkml:trace contextRef="#ctx0" brushRef="#br0" timeOffset="60805.12">4510 8482 8 0,'-9'2'183'0,"2"1"0"15,1 0-3-15,-2-1-6 0,8-2-6 0,-11 1-13 16,11-1-9-16,-8 3-12 0,8-3-13 0,-3 5-4 15,3-5-3-15,0 0-6 0,0 0-6 0,0 0-8 16,9 12-7-16,-1-8-3 0,6-2-11 0,4 3-11 16,0-2-36-16,4-2-51 0,-2 0-73 0,2-2-94 15,-1 0-142-15,1 0-363 0,0-3 161 0</inkml:trace>
  <inkml:trace contextRef="#ctx0" brushRef="#br0" timeOffset="61512.99">5794 8327 43 0,'0'0'266'15,"5"-8"-10"-15,-5 8-17 0,3-8-21 0,-3 8-18 16,0 0-23-16,2-5-21 0,-2 5-19 0,0 0-11 16,0 0-7-16,0 0-2 0,-18 30-3 0,3-15-5 15,-2 8-5-15,-4 0-11 0,-1-1-8 0,4 2-3 16,-5-3-7-16,1 1-7 0,2-2 0 0,-2 1-3 15,0-2-9-15,2-2 4 0,-1-1-6 0,2-5-6 0,3 2-3 16,-2-5 22-16,0 0-7 0,1-2-8 16,3 1 1-16,0-2-3 0,3-1 1 0,-2-3-8 15,1 0 2-15,5 2 0 0,-1-3 4 0,8 0 3 16,-15-1-6-16,8-2 4 0,2 0-11 0,0-3-6 0,-1-2 1 16,3-2 1-16,2 1-8 0,1-4-4 15,0-2-8-15,3-3 11 0,4-1-13 0,-1-1 1 16,2 2-3-16,2 3-2 0,2-2 5 0,-2 1-6 0,2 4-5 15,2 1 0-15,-4 2-2 0,-1 2-8 0,1 1 2 16,2-1 0-16,-1 4 0 0,-3 2-5 0,2 1 1 16,3 2-2-16,-3 1 3 0,0 7 3 0,3-1-1 15,0 3-3-15,-3 4 1 0,1 1 2 16,0-2-2-16,-5 1 6 0,3 4-2 0,-3-2-1 0,2 0 1 16,1 5 2-16,-1-6 1 0,-3-1-1 0,0 0 4 15,0 0-1-15,2 2 2 0,0-2-23 0,-3-6-34 16,0 3-41-16,1-4-50 0,-1 1-63 0,2-3-62 15,3 2-271-15,0-5-586 0,0-2 260 16</inkml:trace>
  <inkml:trace contextRef="#ctx0" brushRef="#br0" timeOffset="61740.04">6203 8320 39 0,'0'0'276'0,"0"-7"-23"0,0 7-25 16,0 0-22-16,0 0-19 0,0 0-18 0,4-9-16 15,-4 9-11-15,7-1-18 0,-7 1-12 0,17 0-13 16,1 0-11-16,2-2-8 0,0 2-12 0,1-1-30 16,-4 1-25-16,2 0-32 0,-4 1-34 0,-3-1-29 15,1 2-20-15,-2-2-34 0,-3 0-24 0,-8 0-128 16,10 0-311-16,-10 0 139 0</inkml:trace>
  <inkml:trace contextRef="#ctx0" brushRef="#br0" timeOffset="62154.83">6310 8291 143 0,'0'0'166'0,"0"0"-11"0,-6 2-19 16,6-2-16-16,0 0-3 0,0 0 11 0,-5 11 1 15,1-4 3-15,1 4 2 0,1 5-10 0,-2 7-3 16,1-3-3-16,-3 6-6 0,2-1 7 0,0 1-7 15,1-7-2-15,0 7-15 0,1-5-7 0,-1-3-10 16,0 0-8-16,1 1 16 0,2-1-9 0,-2-1-8 16,1 0-7-16,-1-6-5 0,2 2-8 0,-2-3-6 0,4 0-2 15,-1 1-3-15,-2-4-1 0,1-7-7 0,0 13 2 16,0-5-4-16,0-8-3 0,-3 10-3 16,3-10-1-16,0 9-2 0,0-9 1 0,0 0-6 15,1 8-1-15,-1-8 2 0,0 0-9 0,0 0-9 16,0 0-8-16,-12-2-1 0,12 2-2 0,0 0 0 15,-17-8-1-15,11 3 0 0,-2 2 0 0,0-2-3 16,-2 0 6-16,1 1-1 0,-1-1 1 0,2 1 1 16,0 1 2-16,1 1-2 0,7 2 3 0,-10-5 1 15,10 5-1-15,-9-3 0 0,9 3-2 0,-8-1 2 0,8 1-2 16,0 0 0-16,-11 0 0 0,11 0 4 0,0 0 0 16,0 0-1-16,-6 4 6 0,6-4 2 0,0 0 6 15,0 0 1-15,0 0 4 0,19 14-2 16,-8-11 2-16,0 1 2 0,7 0-5 0,0-2-18 15,1 0-17-15,8 1-22 0,-4-3-38 0,5 1-41 0,4-5-44 16,-1 2-48-16,-2 2-184 0,-10-2-436 0,4 0 194 16</inkml:trace>
  <inkml:trace contextRef="#ctx0" brushRef="#br0" timeOffset="62574.81">6734 8606 87 0,'0'0'239'15,"-2"-10"-8"-15,2 10-3 0,0 0-9 0,-10-7-4 16,3 4-7-16,7 3-16 0,-12 0-7 0,-1 1-13 16,1 3-16-16,-2 0-13 0,-1 1-9 0,-2 4-12 15,2 1-12-15,-3-1-14 0,7 2-12 0,0-1-5 16,1-1-9-16,1 0-5 0,3 1-10 16,1 0-3-16,-2 0-4 0,6-1-3 0,0 2-1 0,2-3-7 15,3 2-3-15,1-4-5 0,3 2 1 16,1-3-7-16,3 1-3 0,1-2-6 0,0 0 0 0,2-1-6 15,1-1-1-15,-2-1 1 0,-1-1-3 0,0 0 2 16,-1-1 1-16,-4-1 0 0,-8 2 1 0,14 0 2 16,-8-3-1-16,-6 3 1 0,7-3-2 15,-7 3 2-15,0 0-5 0,0 0 0 0,0 0-5 16,0 0 0-16,0 0-1 0,0 0 2 0,0 0 4 0,-35 0 1 16,22 3 4-16,-5 3-1 0,-3 2 11 0,-4 1 4 15,1 3 6-15,-2-1 3 0,2 1 9 0,6-3-10 16,2 1 1-16,2-1-3 0,-3 0-4 15,8 0 2-15,1 0-10 0,1-1 4 0,2 0-7 0,1-1 2 16,1 0 2-16,3-7-1 0,2 11-4 0,3-5-1 16,2 1 0-16,5-3-23 0,6 1-21 0,2-3-28 15,8 1-32-15,2-1-42 0,-4-3-53 0,6-3-55 16,-2 0-37-16,-1 3-238 0,3-7-557 0,1 2 247 16</inkml:trace>
  <inkml:trace contextRef="#ctx0" brushRef="#br0" timeOffset="62911.91">7358 8629 257 0,'-6'-6'271'0,"6"6"-7"16,-4-4-9-16,4 4-5 0,-9-6-16 0,5 1-13 15,4 5-17-15,-6-4-12 0,6 4-6 0,0 0-13 16,-8-5-13-16,8 5-10 0,-5-3-4 0,5 3-19 16,0 0 5-16,-8-5-7 0,8 5-7 0,0 0 1 15,0 0-11-15,0 0-5 0,-5-5-11 0,5 5-6 16,0 0-5-16,0 0-8 0,0 0 1 0,0 0-15 16,0 0-4-16,0 0-2 0,0 0-6 0,27 0-7 15,-9-2 6-15,9 4-12 0,2-2-5 0,2-2 10 16,1 2-14-16,-1 2-15 0,-1-4-8 0,1 4-19 15,-3-1-25-15,0 1-30 0,-7-1-20 0,-5 1-34 16,5 1-35-16,-9-2-47 0,0 2-50 0,0-3-42 0,-1 1-261 16,-11-1-608-16,9 0 269 0</inkml:trace>
  <inkml:trace contextRef="#ctx0" brushRef="#br0" timeOffset="63171.41">7541 8424 216 0,'0'0'321'0,"-1"-11"-11"0,1 11-11 0,-3-10-15 0,3 10-5 16,0-7-19-16,0 7-28 0,0 0-21 0,0 0-27 16,0 0-24-16,0 0-14 0,0 0-8 15,0 0-7-15,-5 29 0 0,1-12-13 0,2 2-5 0,-2 10 0 16,-1-6-9-16,0 3-6 0,-2-1-13 0,2 2-9 15,0-3-3-15,0 3-8 0,4-4-9 0,-1 2-16 16,1-6-44-16,0 0-40 0,-1 2-57 0,0-3-61 16,-1-1-85-16,3-1-88 0,-1-4-224 0,0 0-605 15,-1-3 268-15</inkml:trace>
  <inkml:trace contextRef="#ctx0" brushRef="#br0" timeOffset="65504.18">8345 8395 23 0,'4'-5'158'0,"-4"5"-4"0,0 0-6 0,0 0-4 0,0 0-6 16,0 0 0-16,0 0-10 0,0 0-5 15,0 0-4-15,0 0-12 0,0 0-7 0,0 0-6 16,0 0-7-16,0 0-4 0,0 0-7 0,0 0-7 16,0 0-4-16,0 0-9 0,0 0-6 0,-12-9-2 0,12 9-5 15,-9-2 3-15,9 2-16 0,-13-1-5 0,6 0 0 16,7 1-5-16,-18-2-3 0,9 1 1 0,0 1-2 15,-2 0 0-15,11 0-1 0,-17-1-3 16,5 1 2-16,5 1 1 0,7-1-2 0,-11-3 6 16,11 3 0-16,0 0-1 0,-12 0-1 0,12 0 1 0,0 0-3 15,0 0-3-15,0 0 2 0,0 0-3 0,0 0 3 16,0 0-3-16,44-2-3 0,-10-2 0 0,0 2 2 16,5 2-5-16,-1-3 4 0,1-1-4 0,-1 3-1 15,-3-1-12-15,-3 2-9 0,-5 0-26 0,-7 0-33 16,-3 2-40-16,-3-2-36 0,-1 1-47 0,-5-2-142 15,-1 2-367-15,-7-1 163 0</inkml:trace>
  <inkml:trace contextRef="#ctx0" brushRef="#br0" timeOffset="66051.86">8537 8335 170 0,'0'0'238'0,"0"0"-5"16,0 0-15-16,0 0-8 0,0 0-17 0,-3-8-17 16,3 8-20-16,0 0-13 0,0 0-19 0,0 0-14 15,0 0-18-15,0 0-7 0,0 0-11 0,0 0-6 16,0 23-5-16,-1-10-1 0,-2 5 1 0,2 8-2 16,-3-1-5-16,3 0-6 0,-2 2-4 0,1 1-1 15,-1-1 4-15,-2 1-2 0,1-4 1 0,4 0-6 16,-4-2-7-16,2-4 1 0,1 1-5 0,-1 2 1 15,2-3-3-15,-2 0-3 0,2-2-2 0,0-3-3 16,-2 0-3-16,1-2 0 0,0 0-3 0,2 0-2 16,-1-3 0-16,0 2 0 0,-3-5 1 0,3-5-3 15,-1 12-2-15,1-12 4 0,-2 9-4 0,2-9 1 16,0 8-1-16,0-8 0 0,0 0 3 0,0 0-1 16,-5 7 0-16,5-7 3 0,0 0-2 0,0 0 5 15,0 0-13-15,0 0-3 0,-11 0-1 0,11 0 11 16,0 0-8-16,-16-5-5 0,7 0 0 0,2 4 1 0,-2-3-4 15,-2 2 1-15,2-1-4 0,1 1 8 16,-3 1-6-16,2-2 5 0,-1 3-3 0,10 0 2 0,-14-3-1 16,14 3 0-16,-11-3-1 0,11 3 1 0,-9-2 1 15,9 2-1-15,0 0 1 0,-10-2-2 16,10 2-2-16,0 0 4 0,0 0-1 0,0 0-2 0,0 0 0 16,0 0-1-16,-9 3 9 0,9-3-10 0,0 0 4 15,0 0-1-15,0 0 6 0,0 0-3 0,19 10 1 16,-12-9-1-16,1 1-1 0,4-1 5 0,1 0-2 15,0 1-1-15,7 0 2 0,1-2 0 0,-1 2-1 16,8 0-7-16,2-2-19 0,-3 0-28 0,1 0-35 16,-7 0-44-16,7 0-48 0,-1 0-42 0,-6 0-217 15,-1-2-475-15,2 0 211 0</inkml:trace>
  <inkml:trace contextRef="#ctx0" brushRef="#br0" timeOffset="68087.09">8965 8767 106 0,'0'0'161'0,"6"-6"-12"0,-6 6-2 0,0 0-6 16,5-3-3-16,-5 3-2 0,0 0-2 0,0 0-5 16,4-6 1-16,-4 6 3 0,0 0-7 0,0 0-2 15,2-7-4-15,-2 7-5 0,0 0-7 0,0 0-4 16,0 0-2-16,0 0-13 0,0 0-9 0,-1-10 0 15,1 10-9-15,0 0-6 0,0 0-8 0,0 0-5 16,0 0-7-16,-7-6-4 0,7 6-1 0,0 0-8 16,-14 3-3-16,14-3-3 0,-18 7 1 0,7-3-7 0,-3 5 0 15,-2-1 1-15,-1 3-2 0,1-3 0 16,-2 4-5-16,1 0 1 0,1 0-2 0,1 1 4 16,0-2-5-16,4 3-5 0,0 0 4 0,-3-2-1 15,8-1-2-15,-1 0 5 0,2-1-6 0,-1 2 4 0,4 0-4 16,2-3 6-16,0 3 2 0,3-1 0 0,2-3-3 15,3 2 4-15,1-2-1 0,5 2 0 0,3-2 7 16,2-1-2-16,0 1-1 0,7 1-5 16,-5-6 3-16,1 0-4 0,-1-2 12 0,-1 3-15 0,0-4 0 15,-3 0-11-15,-1 0-10 0,-3 0-27 0,-1-1-29 16,1-2-33-16,-4 1-42 0,-2 0-44 0,3-1-47 16,-4-3-226-16,-3 1-498 0,4 2 220 0</inkml:trace>
  <inkml:trace contextRef="#ctx0" brushRef="#br0" timeOffset="68493.75">9211 8884 236 0,'0'0'254'0,"6"-5"-13"16,-6 5-21-16,0 0-17 0,0 0-16 0,0 0-16 0,0 0-14 15,0 0-11-15,-29 12-17 0,23-7 1 0,-4 0-17 16,2 0 0-16,2 0-21 0,-2 3-4 0,0-1-2 16,2 2-9-16,-2-2-7 0,1 1-8 0,1 0 4 15,3 1-14-15,-1-2-6 0,2-1-4 0,2-6-3 16,0 13-4-16,0-6 1 0,3-1-6 0,1 2 0 16,0-3-5-16,2 2 1 0,4-4-2 0,-2 3 0 15,2-3 0-15,-1-2-3 0,4 0-3 0,-1 0 2 16,1 0-3-16,-1-1-2 0,1-1 3 0,0-1 3 15,-2-1-7-15,3-1 2 0,-4-2-3 0,-1 3 0 16,1-3-2-16,0 0-1 0,-4-1 3 0,2 0 1 16,-3-3-3-16,-2 1 2 0,0-1-3 0,0 0 2 15,-2-2-1-15,-2 3 5 0,-1-2-5 0,0 3-1 16,-2-4 1-16,-1 7-6 0,0-2-2 0,0 3 5 16,-3-1-4-16,0 2-5 0,-1 2 2 0,0-1-6 15,-2 2-28-15,-2 3-27 0,2 0-47 0,2 1-68 0,0-1-71 16,0 2-256-16,4-1-542 0,1-1 240 15</inkml:trace>
  <inkml:trace contextRef="#ctx0" brushRef="#br0" timeOffset="69053.58">9957 8284 67 0,'3'-6'268'15,"-3"6"-28"-15,7-5-24 0,-7 5-22 0,0 0-18 16,0 0-3-16,-17 17 5 0,0 4-8 0,-6 6 1 16,-10 18-7-16,-5 3-6 0,-13 17-13 0,16-19-8 15,3 5-14-15,4-2-15 0,6 1-4 0,3 0-12 16,4-1-6-16,10-1-11 0,5-1-2 0,6 0-8 0,6-2-7 15,6-1-5-15,3-2-7 0,4-3-2 0,5-3-38 16,6-2-27-16,-9-10-28 0,15 7-38 16,-10-9-53-16,14 3-40 0,1-3-30 0,1-1-54 15,-16-6-143-15,6-2-440 0,-5 0 195 0</inkml:trace>
  <inkml:trace contextRef="#ctx0" brushRef="#br0" timeOffset="71772.22">10424 8637 90 0,'0'0'130'0,"0"0"-11"0,0 0-1 15,0 0 0-15,0 0 0 0,-2-12-3 0,2 12-6 16,0 0 1-16,0 0-7 0,0 0-4 0,0 0-8 0,0 0-3 16,0 0-4-16,0 0-5 0,0 0-5 0,0 0-4 15,0 0-8-15,0 0-4 0,0 0-1 16,0 0-7-16,0 0-5 0,0 0-3 0,0 0-3 15,0 0-2-15,0 0-2 0,0 0-2 0,0 0 1 0,0 0-1 16,0 0 0-16,0 0-4 0,0 0-1 0,0 0-2 16,0 0 0-16,0 0-7 0,0 0 3 15,0 0-2-15,0 0-1 0,0 0 2 0,0 0 2 0,0 0-1 16,0 0 1-16,0 0-4 0,0 0 5 0,0 0-2 16,0 0 0-16,0 0 0 0,0 0 3 15,0 0 0-15,0 0-2 0,0 0 0 0,0 0 0 16,0 0 0-16,0 0 8 0,0 0-4 0,15 2-3 0,-7-4 0 15,-1-1-4-15,5-1-1 0,-2 0-1 0,0 1-2 16,2-2 4-16,-2 2-6 0,0-3 1 0,0 1-2 16,1-1-1-16,-1-2-1 0,0 1-1 0,0 3-3 15,-1-5 4-15,0 0 3 0,-1 5-6 0,0-4-2 16,-1-1 4-16,0 2-3 0,-1 0-3 0,-1 3 0 16,0-2 0-16,-2-1 0 0,-3 7 5 0,9-7-3 15,-9 7 2-15,5-6 1 0,-5 6 2 0,4-3-2 16,-4 3 1-16,0 0 2 0,0 0-4 0,3-7-1 15,-3 7 3-15,0 0-2 0,0 0-1 0,0 0-2 16,0 0-5-16,4-5 0 0,-4 5 0 0,0 0 0 16,0 0-3-16,0 0 0 0,0 0 0 0,0 0-1 15,0 0 0-15,0 0 6 0,0 0-4 0,0 0-1 16,0 0 1-16,0 0 0 0,-6 23 1 0,6-23-4 16,-4 12 4-16,1-4-2 0,2-1 2 0,-3 3 0 15,-1 3 8-15,0 1-5 0,1 1 3 0,1 3-5 16,-3-1 4-16,1-1 0 0,-1 3 2 0,1-2-2 15,0 3 4-15,0-3 3 0,1 3-6 0,0-2-3 16,1-1 1-16,-2 0 2 0,3-5 2 0,-1 0-4 16,3 2-1-16,-2-2-2 0,0 0 2 0,0 1-1 15,2-2 3-15,0-1-2 0,0 1-2 0,0 0 6 16,-2-2-6-16,2 1 2 0,0 0-1 0,0-1 0 16,0-1 9-16,0-8-5 0,2 11-3 0,-1-4-3 15,-1-7 6-15,-1 11-3 0,1-11 1 0,2 9-2 16,-2-9 1-16,2 8-2 0,-2-8 0 0,0 0 3 15,0 0 3-15,-2 9-5 0,2-9 4 0,0 0-2 0,0 0 9 16,0 0-5-16,2 7-5 0,-2-7 4 0,0 0 2 16,0 0-4-16,0 0 0 0,0 0-3 15,0 0 2-15,0 0-3 0,0 0-6 0,0 0 0 16,-20-11-7-16,13 9-1 0,0-1 0 0,1-1-2 0,6 4 0 16,-18-6-1-16,8 2 1 0,0 1 0 0,-2-1 3 15,3 0-1-15,1 3 6 0,-2-3-2 0,10 4 0 16,-14-2 4-16,8 1-2 0,6 1 0 0,-14-2 5 15,14 2-3-15,-9-1 1 0,9 1-1 0,0 0 4 16,-9-2-1-16,9 2-2 0,0 0 1 0,-9-3-2 16,9 3 1-16,0 0-1 0,0 0 1 15,0 0 2-15,0 0-4 0,0 0 3 0,0 0 0 0,0 0 3 16,0 0 0-16,0 0 4 0,0 0 4 0,22 8 3 16,-12-6-1-16,1 1-2 0,2-2 16 0,0-1-17 15,-2 4 2-15,5-3-1 0,-3 0 0 0,-2 1 2 16,3 0-3-16,0-1-1 0,-1-1 2 0,0 0 0 15,-2 2 0-15,1-2-4 0,-5 1 1 0,1 0 2 16,2 1-2-16,-10-2 0 0,13 0 2 0,-6 1 2 16,-7-1-6-16,12 1 2 0,-12-1-3 0,10 0 0 15,-10 0 0-15,10 0 1 0,-10 0-2 0,7 2 3 16,-7-2-2-16,0 0-2 0,0 0 2 0,9 0 2 16,-9 0-1-16,0 0-2 0,8 2 1 0,-8-2 2 15,0 0-5-15,0 0 6 0,0 0-10 0,0 0-4 16,0 0-17-16,0 0-15 0,0 0-23 0,0 0-39 15,0 0-28-15,0 0-42 0,0 0-32 0,0 0-45 16,0 0-135-16,0 0-418 0,0 0 185 0</inkml:trace>
  <inkml:trace contextRef="#ctx0" brushRef="#br0" timeOffset="72413.03">11085 8841 98 0,'0'0'189'0,"0"0"-4"0,0 0-10 0,0 0-12 15,0 0-8-15,0 0-9 0,0 0-6 0,0 0-12 16,0 0-11-16,0 0-8 0,0 0-3 0,0 0-7 16,0 0-8-16,0 0-7 0,0 0-2 0,-17-8-8 15,17 8 0-15,0 0-6 0,-9-2-5 0,9 2-2 16,0 0-2-16,-11 0-6 0,11 0 2 0,0 0-6 15,-14 1-5-15,14-1 0 0,0 0-2 0,-10 0-5 16,10 0 11-16,0 0-19 0,0 0 1 0,-11 1-2 16,11-1-3-16,0 0 4 0,0 0-7 0,0 0-2 15,-9 2 0-15,9-2-4 0,0 0-4 0,0 0 1 16,0 0 2-16,0 0 2 0,0 0 2 0,0 0 4 16,31 7 0-16,-18-6 2 0,5 1-3 0,0-1-2 15,1 1 3-15,-1-1 0 0,2-1 1 0,-2 2-6 16,0 0 14-16,1-1-11 0,-2 0 3 0,-1 2-1 0,-3-1-8 15,-1-2 5-15,3 1-3 0,-7-1-3 16,-1 2 0-16,2-2 1 0,-9 0-1 0,10 0 0 16,-10 0-4-16,9 2 0 0,-9-2 3 0,9 0-2 15,-9 0 3-15,0 0-4 0,0 0 5 0,9 2-2 0,-9-2 5 16,0 0 2-16,0 0 0 0,0 0-6 0,0 0 9 16,0 0-1-16,0 0-1 0,0 0 0 15,7 1-1-15,-7-1-2 0,0 0-5 0,0 0 4 16,0 0-7-16,0 0 3 0,0 0-4 0,0 0-13 0,0 0-21 15,0 0-27-15,0 0-22 0,0 0-37 0,0 0-38 16,-21 6-38-16,21-6-32 0,0 0-27 0,-9 4-229 16,9-4-513-16,-7 1 227 0</inkml:trace>
  <inkml:trace contextRef="#ctx0" brushRef="#br0" timeOffset="90485.93">11907 8906 14 0,'0'0'136'0,"0"0"-2"0,0 0-7 0,0 0-7 0,0 0 0 15,0 0-11-15,0 0 1 0,0 0-1 0,0 0-5 16,0 0-7-16,0 0 2 0,0 0-9 0,0 0-4 16,0 0-1-16,0 0-8 0,0 0-2 0,0 0-8 15,3 3-5-15,-3-3-3 0,0 0-3 0,0 0-7 16,0 0-2-16,0 0 4 0,19-6-1 0,-19 6-5 15,12-6-4-15,-3 1-1 0,1-1-3 0,0 2 0 16,-2-4 0-16,1 1-4 0,3 3-7 0,-1-4 5 16,-2 1-7-16,1 0 3 0,1-1 1 0,-1 0-2 15,-4 0 1-15,4 0-4 0,-1-1 0 0,-3 0-1 16,-1 5 4-16,1-6 4 0,-2 4 2 0,0-2-1 16,-2 2 0-16,1 0 0 0,-1 0 0 0,-2 6-2 15,4-10 1-15,-4 10-8 0,-4-13-2 0,4 13 1 16,-5-11-6-16,1 6-3 0,-2 2 1 0,6 3-2 15,-14-6-2-15,5 2 3 0,0 1-5 0,-5 3-4 16,1 0 1-16,-1 5-2 0,-4 0 0 0,0 1-3 16,-1 2 1-16,2 1-1 0,1 3 3 0,-3 0-4 15,4 2 0-15,-4 2 0 0,5-2 4 0,-1 1-2 16,2 1-5-16,3-2 3 0,-1 1 1 0,1-1 1 16,4 2 1-16,-1-1 4 0,5 0 2 0,2 2 3 0,0-1 3 15,4 0-1-15,3-1 6 0,-1 0-3 16,2 1 8-16,3-1 3 0,2-1 3 0,3 0-2 15,-1-3 3-15,2 0-5 0,1-3 1 0,-1 1-2 16,2-2-1-16,0 1 0 0,2-1-4 0,-2-4-1 0,0-1-1 16,0 2-1-16,-1-4-1 0,1 1 1 0,-5-1-3 15,-1 0-5-15,-2 0 3 0,1-1-2 16,1 0-4-16,-1 0-8 0,-4-1-15 0,3-1-15 16,-2-2-17-16,3 1-18 0,-4-2-27 0,-1 6-34 0,1-2-30 15,-1-3-37-15,-2-1-33 0,2 3-201 16,-7 3-465-16,4-10 206 0</inkml:trace>
  <inkml:trace contextRef="#ctx0" brushRef="#br0" timeOffset="92721.74">12184 8086 106 0,'0'0'204'16,"0"0"7"-16,0 0-7 0,2-9-3 0,-2 9-10 15,0 0-7-15,0 0-13 0,0 0-16 0,0 0-9 16,0 0-16-16,2-7-15 0,-2 7-11 0,0 0-12 16,0 0-12-16,0 0-10 0,0 0 13 0,0 0-10 15,0 0-9-15,0 0-3 0,13 17-12 0,-7-9 0 16,-1 0-9-16,2 3 1 0,-2-2-5 0,3 3-3 16,1 0-3-16,0 1-1 0,2 1-1 0,-4-1-1 15,2-3-5-15,-1 0-5 0,0 1-1 0,-2-1 2 16,2-3-1-16,-1 4-3 0,-1-3-3 0,0 1 0 15,-1-1-1-15,4-2 0 0,-2 1-1 0,-4-3 2 16,1 1-3-16,0 1 3 0,1-2-3 0,-5-4 1 0,9 6-3 16,-9-6 2-16,9 2-2 0,-9-2 3 15,6 2-1-15,-6-2 1 0,0 0 3 0,14-6-2 16,-7 3 3-16,-1-1-5 0,-1-4-2 0,4 0 4 16,-5-2-2-16,5-1-2 0,-4-3 2 0,3-2 1 15,4-2-4-15,-5 2 2 0,6-6-4 0,-6 4-2 16,0-2 1-16,-1 1 3 0,1 2-4 0,0-3 3 15,-2 2-3-15,-1 0 1 0,0 2 0 0,1 4-2 16,-3 2 1-16,0 0 0 0,0 2-1 0,1 3-5 16,-1-2 0-16,-2 7 1 0,3-8-1 0,-3 8-2 0,4-6-3 15,-4 6-6-15,0 0-8 0,0 0-11 16,0 0-19-16,0 0-19 0,2 21-28 0,-2-12-37 16,0-9-34-16,0 20-28 0,-2-7-43 0,0 3-139 15,0-4-413-15,-1-1 183 0</inkml:trace>
  <inkml:trace contextRef="#ctx0" brushRef="#br0" timeOffset="93052.02">12774 8191 86 0,'0'0'232'0,"0"0"-13"0,0 0-5 0,4-6-15 15,-4 6-10-15,0 0-14 0,0 0-11 0,0 0-8 16,0 0-14-16,-18-6-9 0,18 6-12 0,-13 0-13 16,13 0-10-16,-16 4-9 0,7 1-1 0,-2-1-11 0,1 3-7 15,-1-1-2-15,-3 2-8 0,0 3-3 16,4-3-5-16,2 2 0 0,-4 2-7 0,4-3-4 16,1 2-4-16,0-1 1 0,4-1-5 0,-1 1-2 15,2-6-5-15,2-4 2 0,-2 18 0 0,1-8-4 0,1-10 0 16,3 15 0-16,3-10 0 0,4 0-3 0,1 0 0 15,0-2-1-15,3 0-3 0,3-1 0 16,2 0-3-16,1-2-6 0,-3 0-19 0,2-2-31 16,-4 2-35-16,-1-2-49 0,-1 0-48 0,-1 0-55 15,-1-1-224-15,-3-2-489 0,-8 5 218 0</inkml:trace>
  <inkml:trace contextRef="#ctx0" brushRef="#br0" timeOffset="93603.29">12931 8226 187 0,'0'0'195'0,"0"0"-3"0,2-6-4 0,-2 6-5 16,0 0-4-16,2-7-6 0,-2 7-8 0,0 0-8 16,0 0-8-16,0 0-7 0,0 0-13 0,5-6-15 15,-5 6-8-15,0 0-13 0,0 0-9 0,0 0-9 16,0 0-11-16,0 0-7 0,0 0-5 0,0 0-5 16,0 0 4-16,0 0-8 0,4 19-1 15,-4-12-6-15,2 2 6 0,-4 0-4 0,2 1-1 0,0 1-2 16,0 1 5-16,-2 0 2 0,2-1-9 0,-4 1-2 15,1-2-3-15,1 2 3 0,2 3-6 0,-4-6-1 16,4 1-2-16,-2 0-6 0,2 0 2 0,-2-2-4 16,2-8-1-16,0 12-1 0,-2-6 1 0,2-6 0 15,-1 11-5-15,1-11 4 0,-2 10-4 0,2-10-11 16,2 8-12-16,-2-8-15 0,0 0-23 0,0 0-17 16,-2 9-25-16,2-9-30 0,0 0-37 0,0 0-35 15,0 0-45-15,0 0-169 0,0 0-446 0,0 0 197 0</inkml:trace>
  <inkml:trace contextRef="#ctx0" brushRef="#br0" timeOffset="94060.27">12998 8191 11 0,'9'-3'193'0,"1"-2"-9"0,3 3-3 15,-4 0-7-15,4 1-17 0,-2 0-15 0,-2 0-5 0,1 1-6 16,-2 1-9-16,1 1-4 0,3 2-8 16,-6 0-5-16,-1-1-7 0,3 3 0 0,-2-1-6 15,-2 1 0-15,-2 0-8 0,1 3-9 0,-3 1-5 16,0-3-3-16,-3 3-9 0,1-2-4 0,-5 0-7 16,0 2-1-16,1-1-7 0,-1-2 1 0,-1 2-7 15,0-3-1-15,1 1-4 0,1-3-1 0,0 1-3 16,0-2-2-16,2 1-4 0,4-4 1 0,-5 6-3 15,5-6-1-15,0 0-2 0,-6 6 2 0,6-6-7 0,0 0-3 16,0 0-4-16,0 0 5 0,0 0-3 16,0 0 2-16,0 0-5 0,18 5 4 0,-11-4-2 15,2 1 0-15,3-1-4 0,-2 0 3 0,1 3-2 16,-2-1 1-16,0 0 1 0,2 1 0 0,-4 2-5 0,2 0 2 16,-4-1 3-16,1 1-3 0,-1-2 4 0,-1 1 2 15,0 1-3-15,-1 0-1 0,-3-6 1 0,0 12-1 16,-1-5-3-16,1-7 2 0,-12 12-3 0,5-6 2 15,-5 0-5-15,3 0-1 0,-4-3-6 0,1 1-4 16,-1-1-10-16,-1 0-7 0,1-3-15 0,0-2-14 16,-1 2-20-16,1-2-21 0,2 0-21 0,2 0-30 15,-2-1-25-15,6 1-176 0,5 2-386 0,-13-4 171 16</inkml:trace>
  <inkml:trace contextRef="#ctx0" brushRef="#br0" timeOffset="94369.93">13430 8246 248 0,'0'0'275'0,"-3"-13"-10"16,6 8-6-16,-3 5-17 0,0-10-17 0,0 10-25 15,0 0-20-15,0-8-22 0,0 8-19 0,0 0-9 16,0 0-10-16,-13 19-4 0,5-2-7 0,-5 4-5 16,-3 3-10-16,3 5 4 0,-6 0-5 0,4 0-12 15,-5-1-5-15,4 4-11 0,-2-3-2 0,3-3-1 16,-6 0-15-16,6 2-1 0,-3-2-1 0,-1 0-5 16,4-3-12-16,-1-2-18 0,1 1-22 0,0-5-27 0,3-2-37 15,3 2-38-15,-3-3-51 0,5-3-60 16,-3-1-50-16,-2 0-177 0,3-1-490 0,0-1 216 15</inkml:trace>
  <inkml:trace contextRef="#ctx0" brushRef="#br0" timeOffset="94858.69">13414 8575 222 0,'0'0'213'0,"3"-8"-9"0,-3 1-4 16,0 7-4-16,4-9-4 0,-4 9-17 15,2-6-14-15,-2 6-14 0,0 0-19 0,4-6-12 0,-4 6-12 16,0 0-3-16,0 0-9 0,13 14-4 0,-7-6 0 15,-2 2-2-15,3 1-3 0,-1 3-7 0,-1 0-6 16,2 1-4-16,0 2-5 0,-3-5-2 0,0 3-9 16,0-2-3-16,1 2-4 0,-1 1-10 0,-1-6 5 15,0 2-4-15,-3-4-5 0,4 3-4 0,-2-2 0 16,0-4-3-16,3 1 0 0,-5-6 0 0,4 10-4 16,-2-6 13-16,-2-4-15 0,4 7-4 0,-4-7 14 15,0 0-3-15,6 4 2 0,-6-4 0 0,0 0-2 16,0 0 2-16,15-17-6 0,-11 9 0 0,3-3-3 15,3-2 10-15,-2-2-16 0,1-3 3 0,1 0-4 0,3-7 2 16,0 1-1-16,1 1-3 0,-3 0-4 16,-2 5 3-16,0 2 3 0,0-1 0 0,-1 1-3 15,-4 5-2-15,2 0 0 0,-4 5 0 0,1 0-5 16,1-1-22-16,-4 7-26 0,4-8-25 0,-4 8-39 0,0-6-30 16,0 6-29-16,0 0-16 0,0 0-11 0,0 0-13 15,0 0-21-15,0 0-154 0,4 22-419 16,-3-14 185-16</inkml:trace>
  <inkml:trace contextRef="#ctx0" brushRef="#br0" timeOffset="95086.5">13791 8608 2 0,'0'0'216'0,"0"0"-1"0,0 0-7 0,0 0-1 15,0 0-11-15,0 0-10 0,0 0-10 0,0 0-14 16,0 0-13-16,0 0-8 0,0 0-14 0,0 0-11 15,0 0-12-15,7-13-10 0,1 10-9 0,2 1-8 16,1-1 0-16,2 2-15 0,6-2-7 0,-1-1-4 16,1 3-8-16,2-4 0 0,-3 2-2 0,0 0-23 15,-5 1-21-15,-1 0-27 0,-1 2-29 0,-2-2-25 16,-9 2-37-16,11-1-30 0,-11 1-29 0,9-2-33 16,-9 2-122-16,0 0-364 0,0 0 162 0</inkml:trace>
  <inkml:trace contextRef="#ctx0" brushRef="#br0" timeOffset="95296.09">13949 8536 66 0,'0'0'183'0,"0"0"-5"0,0 0-13 0,0 0-12 15,0 0-14-15,0 0 2 0,0 0 0 0,-7 12 1 16,7-12 2-16,-2 15 8 0,2-5 2 0,-3 1 1 16,3 2 2-16,-5 3-2 0,3 0-4 0,-2 2-9 15,2-1 0-15,-1 0-21 0,-1-1-13 0,0 1-10 16,2-2-6-16,1 2-12 0,-1-2-6 0,0 2-12 15,-1-5-2-15,3 1-4 0,0-2-5 0,-2 0-18 16,0 3-27-16,2-3-30 0,0 2-45 0,-3-3-65 0,1 1-71 16,-2-2-83-16,0 1-176 0,-1-3-502 15,-1-1 222-15</inkml:trace>
  <inkml:trace contextRef="#ctx0" brushRef="#br0" timeOffset="95733.81">14434 8410 172 0,'7'-3'199'0,"-7"3"-10"0,8-1-5 16,-8 1-5-16,20 15 3 0,-9-3-9 0,6 15-7 15,0 1-12-15,4 16-3 0,-3 3-12 0,-3 5-7 16,-4 3-9-16,1-2-12 0,-5 4-6 0,-3-4-12 16,-2-1 0-16,-6-2-11 0,1-4-8 0,-5 2-8 15,-2-2-7-15,-1 0 0 0,0 0-10 0,-9-3-2 16,-7 0-2-16,0 2-5 0,-7 0 0 0,0 3-5 16,-8-2-18-16,-3-2-30 0,-20 14-42 0,20-19-48 15,-25 14-60-15,17-23-60 0,-31 15-211 0,3-5-470 16,-1-3 208-16</inkml:trace>
  <inkml:trace contextRef="#ctx0" brushRef="#br0" timeOffset="104964.34">3308 10013 23 0,'0'0'137'0,"-11"5"-8"16,7-1-11-16,-1-2 2 0,5-2-3 0,-12 4-1 16,12-4-8-16,-7 4-11 0,3-1 2 0,4-3-12 0,0 0 0 15,0 0-8-15,0 0-5 0,0 0-4 16,-9 2-4-16,9-2-2 0,0 0 0 0,0 0-1 15,0 0 1-15,0 0-2 0,0 0-3 0,13 9-8 16,-7-7 7-16,7-1-6 0,0 0-5 0,6-2-3 0,1-2-4 16,3 3-7-16,-1-1 0 0,6-3-7 0,-1 0 2 15,-8 0-6-15,2 3-8 0,-1 0-28 16,-3-1-22-16,0-1-36 0,-5 1-40 0,1 1-37 16,-3-2-34-16,-4 2-115 0,1 0-323 0,-7 1 144 15</inkml:trace>
  <inkml:trace contextRef="#ctx0" brushRef="#br0" timeOffset="105265.36">3270 10056 41 0,'-5'4'152'0,"5"-4"1"0,-4 9-5 0,0-3-1 16,0 4 0-16,-1 2 1 0,1 5-6 0,1 2-9 0,-1 7 2 15,1 2 5-15,-1-2-7 0,0 2-4 0,-2 0-9 16,2-2-9-16,2 1-7 0,0-1-9 16,0-1-10-16,1-6-9 0,-1 0-6 0,1 0-4 0,0 0 0 15,-1 5-10-15,0-6-4 0,1 0-5 0,1-3-4 16,-2 1-3-16,1-5-9 0,0 0 0 0,-1 1-2 16,1-1-2-16,1-3-2 0,-1-1-5 0,1-7-15 15,-1 12-16-15,1-12-17 0,0 8-15 0,0-8-18 16,0 0-25-16,-2 9-32 0,2-9-19 15,0 0-20-15,0 0-21 0,0 0-11 0,0 0-135 0,4-30-350 16,-3 19 156-16</inkml:trace>
  <inkml:trace contextRef="#ctx0" brushRef="#br0" timeOffset="105713.65">3203 10458 1 0,'-1'-9'62'0,"0"0"4"16,1 9 15-16,-1-12 4 0,1 5 3 0,0 7 2 16,-2-8 5-16,2 8-9 0,0 0 3 0,-1-10-4 15,1 10-8-15,6-3 3 0,-6 3-2 0,12-6 4 16,-1 4 1-16,2 0-1 0,6-1-3 0,1 0-9 15,8 0 0-15,1-1-9 0,2-1-6 0,1 0-3 16,-2 0-4-16,2 3-8 0,-2-2 4 16,-1 1-14-16,-2-2 3 0,1 3-5 0,-10-1-3 0,-1-1 2 15,-2 4-6-15,-4-3-1 0,0 0-3 0,1 2 0 16,-5-2 0-16,-7 3 8 0,13 0-8 0,-13 0 2 16,8 0 1-16,-8 0-2 0,0 0 1 0,9-2-6 15,-9 2 5-15,0 0-6 0,0 0 2 0,0 0 1 16,0 0-1-16,-3 12 2 0,3-12 3 0,-13 14 8 15,4-6-6-15,0 0-2 0,-1 6 3 0,1-5-4 16,-3 2-2-16,3 3-1 0,1 1-1 0,1-5-1 16,1 2-3-16,2-3 2 0,0 1-1 0,1 0-1 15,3-1-4-15,2-1 5 0,0 2-1 0,2-4-1 16,1 1-1-16,3-1 0 0,3-2 4 0,1-1 0 16,-1 0 0-16,7-3 2 0,-4 0 2 0,4-2 6 15,3-2-5-15,-3 1 5 0,1-3 1 0,-6 3 0 16,2-4 0-16,-2 2 2 0,-2-3 5 0,-2 1 2 15,1-2-1-15,-3 1 1 0,-1-2-5 0,-2-1 0 16,-2 0-11-16,0 1-1 0,-2-3-5 0,-4 2-11 16,-5-3-20-16,1 3-2 0,-1 0-10 0,-1 1-12 15,-3 5-7-15,-1-2-15 0,2 3-8 0,-1 1-23 16,-1 2-16-16,2 1-27 0,1 3-16 0,-1 2-24 16,-1 0-14-16,-1 4-106 0,4 1-324 15,2-2 143-15</inkml:trace>
  <inkml:trace contextRef="#ctx0" brushRef="#br0" timeOffset="106108.48">3814 10553 129 0,'8'-2'141'0,"2"0"-8"0,2-4 1 0,-5 2-13 16,4-2 2-16,1-1-13 0,0 0 4 0,4-1-12 15,-1-3-4-15,1-1-7 0,-4 2-4 0,-1-4-6 16,2 1 3-16,-1 1-5 0,0-5-10 0,-4 4 0 15,1-2-2-15,-4 5 6 0,0-1-4 0,-2 0-1 16,-2 2-9-16,-1-1-3 0,-3 0-6 0,-3 3-9 16,1-2-3-16,-3 2-3 0,0 1-3 0,-2 2 0 15,1 0 3-15,-1 2-3 0,1-1-1 0,9 3-3 16,-10-4-5-16,10 4-6 0,-8-2-4 0,8 2-1 16,-6-3-3-16,6 3 1 0,0 0-1 0,0 0 0 15,0 0-1-15,0 0 3 0,18 13-2 0,-8-9-4 16,0 0 3-16,1 0-2 0,0-1-3 0,2 1 3 15,-2 1 0-15,1 0-3 0,-2 0-2 0,0-1 2 16,-1 2-2-16,-2 0-1 0,-1-2 1 0,0 3 0 16,1 2 3-16,-1-2 0 0,-1 2 0 0,-2 0 5 15,-2 1 0-15,0-1 5 0,2 1-4 0,-4-1 5 16,1 2-3-16,-2 0 3 0,1 2-5 0,0-1-3 16,0-1-8-16,-2 0-26 0,0 1-34 0,1 0-44 15,-1-3-55-15,2 2-57 0,-4 1-155 0,5-12-402 16,0 0 179-16</inkml:trace>
  <inkml:trace contextRef="#ctx0" brushRef="#br0" timeOffset="106526.69">4709 10077 137 0,'1'-9'280'16,"0"3"-13"-16,-1 6-15 0,2-13-23 0,-2 13-19 16,0-7-26-16,0 7-23 0,0 0-13 0,0 0-17 15,0 0-11-15,0 0-9 0,0 0 4 0,2 37-4 16,-2-10 0-16,-1 4-4 0,-2-1-5 0,1 2-7 16,1 1-7-16,-3-3 2 0,0 1-10 0,0-2-15 15,2-1-3-15,0 1-4 0,-1-3-8 0,0-1-6 16,2-5-2-16,-2 1-7 0,2-2-13 0,0-2-19 15,-2 2-29-15,0-3-40 0,2 1-52 0,-1-5-61 16,3-1-55-16,-2 1-248 0,-2-1-521 0,3-11 231 0</inkml:trace>
  <inkml:trace contextRef="#ctx0" brushRef="#br0" timeOffset="107252.07">5012 10307 103 0,'-8'-3'245'0,"-2"2"-10"0,0-1-15 0,-3 5-12 15,1 0-9-15,-3 3-19 0,-3 4-16 0,2 2-15 0,-4 4-15 16,4-2-12-16,-1 6-10 0,3-2-15 16,3-3-9-16,3 2-8 0,0-1-8 0,3 1-5 15,3-2-6-15,2-2-7 0,2-2-3 0,1 0-7 16,4-1-1-16,0-1-6 0,0-1-3 0,4-1 0 0,1-2-4 15,1-2-4-15,1-3-1 0,3 2 0 16,-3-2-5-16,3-2 0 0,-5-1-1 0,1-2 3 16,-1 0-5-16,-1-2-2 0,1 0-1 0,2-3-1 15,-5 1-2-15,-2 2 0 0,2-6 0 0,0-3-1 16,-4 6 0-16,2-2-3 0,-2 1 1 0,-3 1 1 0,2-3-1 16,-1 2 5-16,-3 1 4 0,1 3 12 15,0 0 3-15,-1 7 1 0,2-9-2 0,-2 9-5 16,2-6-4-16,-2 6-5 0,0 0-3 0,0 0 0 15,0 0-5-15,0 0 2 0,0 0-5 0,-16 22 2 0,13-12-3 16,-1 1-2-16,3 1 0 0,-2 0 2 16,2 0-3-16,1 0 2 0,1 0 2 0,1-1-3 0,-1 0 0 15,0-1 6-15,3 0-3 0,0-1-1 16,0 0 3-16,2-3-2 0,0 0 1 0,2-2 1 16,-3-1 2-16,7 2-4 0,-5-4 2 0,1 1-2 0,2-2 2 15,-1 0 0-15,1-2-1 0,1 0-2 0,0-2 1 16,-2 1 5-16,0-2-8 0,1-2 2 0,-1 0-5 15,0-2 3-15,-1 0 0 0,2-2 1 16,-2-4-8-16,0 2-3 0,-3-4-5 0,1 3-5 0,-4-2-2 16,-2 1 0-16,2 3 2 0,-5-4 3 0,1 4 2 15,-1 0 2-15,-3 0-4 0,2 2 7 0,0 0-4 16,0 1 1-16,2 4 0 0,2 5 2 0,-3-10 0 16,3 10-4-16,-5-8-7 0,5 8-1 15,0 0-2-15,-1-6 3 0,1 6 0 0,0 0 1 0,0 0 6 16,0 0-2-16,20 5 2 0,-13-1 1 0,1-1-1 15,0 3 1-15,1-2 1 0,1 2 3 0,-1 1-3 16,0 0 1-16,-1 2 1 0,-1 0 3 0,0 1-1 16,-2 0 3-16,-2 1-5 0,1-2 5 0,-1 3-3 15,1-2 0-15,-1 0 4 0,-2 0 4 0,0 1 3 16,-1 1 2-16,0-1-1 0,-2 0 1 0,2-2 1 16,-3 1-1-16,1 0-1 0,2-1-6 0,0-1-21 15,-2 0-30-15,2-8-40 0,2 11-36 0,-2-4-38 16,5-3-31-16,0 1-19 0,4-2-173 0,1 0-418 15,1-3 185-15</inkml:trace>
  <inkml:trace contextRef="#ctx0" brushRef="#br0" timeOffset="107974.2">5696 10310 91 0,'-7'-6'221'0,"2"2"-8"0,-5-1-8 16,0 4-8-16,-1 2-6 0,-1 1-11 0,-5 4-14 15,2 1-10-15,1 2-17 0,-2 1-9 0,3 2-15 16,1 1-6-16,4-2-12 0,2 1-12 0,0-2-8 16,1 2-4-16,2-3-8 0,3 2-7 0,0-3-4 15,1 0 2-15,3-1-11 0,-1 0-3 0,3-1-4 16,-1-3-4-16,3 1-2 0,-3-1-3 0,6-1-5 16,-1-1 3-16,-10-1-6 0,21-4 0 0,-11 2-4 15,-1-2 2-15,2-3-3 0,-2 2-2 0,-2-2-1 16,2 0 1-16,-4 0-5 0,1-1 0 0,-2-1 5 15,1 0-4-15,-1-1-1 0,1 0-5 0,-1-1 3 16,-3 1 0-16,3 2 7 0,-3 3 6 0,-1 5 10 16,3-10 0-16,-3 10-4 0,2-9-4 0,-2 9-5 15,0 0-4-15,0 0 4 0,0 0-1 0,0 0 3 16,2 27 5-16,-5-11 4 0,-1 11 6 0,2 0 1 16,-5 2 0-16,5 4 3 0,-3 0 2 0,0 13-5 15,2 2 7-15,2 2 3 0,-7-5-3 0,7 1-5 16,-3-12 2-16,1 1-3 0,0 1-4 0,-1-1-1 15,3-2 0-15,-2 1 0 0,-1-3-5 0,-1-2 1 16,1-2-10-16,-2-2 9 0,-2-7-1 0,0-1-5 16,1-3 6-16,-1 0 1 0,0-6-6 0,-1 1 5 15,2-3-19-15,-5-2 10 0,2-1-12 0,0-3-8 0,-3-1-13 16,2-3-15-16,0-2 2 0,0-1-10 16,-1-5 0-16,3-1-1 0,-2-2 2 0,7-4-4 15,1 0-2-15,5-7-3 0,4 0 2 0,7-1 2 16,-2-1 3-16,6 2 0 0,1-2 2 0,2 1-2 15,3-1-2-15,-1 1 6 0,4-2-1 0,0 4 3 0,9-11 4 16,-9 9 2-16,2 3 5 0,1-1 3 16,-3 0 3-16,-2 0 1 0,0 5-1 0,0-3 2 15,-1-1 4-15,2 2-1 0,-3 0 2 0,-2 1 2 16,-3-2 0-16,-1 1-2 0,-2-1 4 0,-1 7 0 0,-3-6 0 16,-3 5 1-16,0 1 9 0,-2 1 9 15,1 3 4-15,-5 1 6 0,1 1 1 0,0 1 1 16,-2 9 5-16,-4-11-5 0,1 4 0 0,3 7-7 15,-8-5 1-15,8 5-3 0,-16 6 4 0,4 1 3 16,-3 6 1-16,-3 3 0 0,-1 5-3 0,-1-1-3 0,11-4 1 16,-2 3 3-16,5-2-6 0,1 0-4 15,1 1-1-15,3-1 5 0,3 1 2 0,2-5-6 16,5 1-10-16,3 0-19 0,0-3-31 0,2 1-32 16,1-1-49-16,1-3-50 0,5-1-55 0,-2-2-52 15,3 0-181-15,-1-1-503 0,0-3 222 0</inkml:trace>
  <inkml:trace contextRef="#ctx0" brushRef="#br0" timeOffset="109158.19">7021 10759 99 0,'-3'-6'209'0,"3"6"-9"16,-1-9-15-16,1 9-6 0,1-14-6 0,-1 14-5 16,2-12-14-16,0 1-12 0,1 3-7 0,1-4-6 0,-1 0-13 15,0-1-6-15,2-1-11 0,-1-3-10 16,-2 1-3-16,2-2-9 0,-2 0-3 0,0 1-11 16,-2-3-8-16,-1 1 16 0,1 1-9 0,-3 0-5 15,1 0-3-15,-1 1-4 0,-2 4-6 0,0 1 2 0,0 0 0 16,0 2-1-16,-2 2-2 0,1 1-3 0,1 1-9 15,-2 1 1-15,1 1-2 0,0 1-7 0,-1-1-4 16,7 4 0-16,-12-1-4 0,12 1-5 16,0 0-1-16,-15 4 4 0,15-4-9 0,-4 6 2 0,4-6-1 15,0 0 1-15,10 13 2 0,-3-7-4 0,7-1-1 16,4 2 0-16,4-2 1 0,7 0 0 0,2-2-2 16,-3-2-4-16,0 0 0 0,-1 2-2 15,-10-2 3-15,0 2-3 0,-5 0 3 0,-3 0-2 16,2 0-5-16,-2 2 3 0,-3 0 3 0,0 2-3 0,1 0 0 15,-3 3 2-15,-2-1-4 0,-1 3 6 0,0-2-2 16,-1 5 4-16,-2-1-2 0,0-2 1 0,2 2-4 16,-4 2 1-16,4-4 1 0,-1-2 0 15,2 3 3-15,-1-1 0 0,4-3-5 0,0 1 1 0,3-3 3 16,0 0 6-16,5 0-7 0,1-4 3 0,3 1-3 16,1-1 3-16,3-2 3 0,2-3 1 0,6-2-3 15,0 1 0-15,-7-1 0 0,4-2 5 0,-6 0 0 16,-1-1-6-16,-1-1 2 0,-2-1-1 0,2-3-1 15,-6 0 6-15,1 0-4 0,1-1-4 0,-8 0-3 16,0 0-6-16,0-3-3 0,-1-1-1 0,-3 1 2 16,-1 3 0-16,-5 1 2 0,2 0 1 0,0 3 2 15,-4-1 0-15,2 2-5 0,-1 0 5 16,-4 2-3-16,2 3 0 0,0 1 0 0,-2 0 2 0,10 2-2 16,-15 6 3-16,3 2-1 0,-1 2 2 0,4 3-1 15,0 2 0-15,1 0 2 0,0 2 0 0,3-2 1 16,5 3 3-16,-2-1-1 0,4-2 3 0,3 2-9 15,1-3-16-15,3 1-30 0,-1-5-34 0,-1 1-44 16,6 0-51-16,-1-4-46 0,-2-1-180 0,3 1-442 16,-2-4 196-16</inkml:trace>
  <inkml:trace contextRef="#ctx0" brushRef="#br0" timeOffset="109500.18">7797 10440 149 0,'0'-5'259'0,"0"5"-21"0,2-9-26 0,-2 9-20 16,0 0-16-16,0 0-20 0,0 0-10 0,0 0-11 15,14 24-1-15,-13-12-8 0,5 4-5 0,-4 2-12 16,2 0-10-16,-1 1-8 0,0 6-4 0,0-7-6 16,3-3-8-16,-1 2-7 0,-1 1-1 0,0-5-7 15,1 3-3-15,-1-4-7 0,0 0-4 0,1-4-2 16,-1 1-2-16,0-4-4 0,-2-1 5 0,-2-4 8 15,7 8 11-15,-3-4 7 0,-4-4 7 0,10 0 3 16,-10 0-3-16,10-8-12 0,-5-1-3 0,1 0-4 16,2-1 2-16,-2-2 4 0,6-4-19 0,-4-1-7 15,4-9 2-15,-1 4-6 0,1-4-5 0,0 0-2 16,-2-1-4-16,4-2-1 0,-4 1 2 0,2 1-7 16,3 3 1-16,-4 1-4 0,0 7-13 0,-3 0-14 15,-2 2-30-15,-1 5-32 0,0-1-43 0,0 2-52 16,0 3-51-16,2 1-48 0,1 2-252 0,-8 2-565 15,0 0 250-15</inkml:trace>
  <inkml:trace contextRef="#ctx0" brushRef="#br0" timeOffset="110673.79">8277 10604 91 0,'0'0'269'0,"0"0"-14"15,0 0-15-15,0 0-7 0,0 0-15 16,0 0-14-16,5-23-22 0,-5 23-17 0,2-12-15 16,0 5-12-16,2-2-13 0,2-1-10 0,-1 0-11 15,0 0-11-15,2 0-7 0,-1 0-7 0,1-2-11 0,2 2-6 16,-2 1-3-16,1-2-6 0,-2 2 2 16,-2-1-6-16,0 4-5 0,-2-1-3 0,1 0 1 15,-3 7-5-15,0-12-2 0,0 12-4 0,-3-10-1 16,3 10-5-16,-8-9-2 0,0 4-6 0,-2 3-2 15,-4 1-1-15,1 1 1 0,1 1 0 0,-2 1-8 16,1 2 2-16,1 2 12 0,3 1-17 0,0-2-1 16,-3 4 1-16,3 0-1 0,3 0 1 0,1 1-3 15,1 3 5-15,2 0-2 0,2-3 1 0,2 3-2 16,2-2-1-16,0 0 1 0,2-1 4 0,4 4-3 0,-1-4 5 16,4 0-3-16,0 1 1 0,4-4-1 15,0 0 3-15,0-2-2 0,-2-2 0 0,2 1 1 16,3-4 3-16,-2 3 1 0,3-3-7 0,-3 1 4 15,0-5-2-15,2 2 1 0,-3-2 0 0,1 1-3 16,-4-4 4-16,0 2-1 0,0-2 3 0,-2 0-14 0,-1-2-2 16,-2 1-4-16,3-4 3 0,-5 2-6 0,-2-2-2 15,0-5 1-15,-2 1 1 0,-3 0 2 16,-2 1-2-16,1 0-2 0,-3 0 1 0,-1 2 1 16,-4 0 1-16,-2 1-2 0,-1 0 4 0,3 5 0 15,-2-2 3-15,0 4 3 0,4-2-1 0,2 4 4 0,0-2 0 16,5 5-4-16,-9-5 0 0,9 5-1 15,-7-4 3-15,7 4-1 0,0 0 4 0,0 0-1 16,0 0 3-16,0 0 1 0,30 4 0 0,-16-4 0 16,-2 3 0-16,6-1-5 0,2-1 1 0,-1 2 2 0,-3-1-4 15,-2 0 3-15,-2 0-2 0,-1 0-2 0,2 1 2 16,-4 2-2-16,0-1 0 0,-1 1 0 0,-2 2 2 16,0 1-3-16,0 0 1 0,-4 1-1 15,1 2 4-15,-2 0 0 0,-1 2 3 0,-2 2 3 16,-1 2-3-16,0-1 5 0,1-4-3 0,-1 4 1 0,-1-1 3 15,3-3-7-15,-2 4 7 0,3-3-12 0,-1-3 9 16,0 0-4-16,2 1 1 0,2-2-1 16,-2-1-1-16,3-2 6 0,0-1 2 0,2 3-5 0,1-5-1 15,3 0 4-15,-4 2-2 0,4-3 6 0,2-2-3 16,-1 0-2-16,1-2-2 0,2-2 0 0,1-2 1 16,-1 2-3-16,0-5 4 0,3 2-2 0,-3-3 0 15,1-1 0-15,0-1-3 0,-2-2-8 0,0-3-4 16,0 2-6-16,2-6 2 0,-6 5-4 0,1-2-2 15,-2 1 2-15,3 0 3 0,-5 0-2 0,0 3 4 16,-3 3 1-16,-1 0 2 0,1 2 0 0,-2 3 5 16,-1 6-1-16,3-10-1 0,-3 10 0 0,0-7 3 15,0 7-6-15,0 0 5 0,0 0 0 0,0 0-1 16,-22 17-1-16,16-9 3 0,-1 2 3 0,5 2-1 16,-5 4-1-16,2-5 3 0,3 3 3 0,0 2-2 15,2-3-2-15,-1 1 2 0,2-2 1 0,1-2-2 16,-1 4 7-16,0 1 1 0,2-2-4 0,-2-2 1 15,1 0 3-15,0 1-4 0,-1-1 1 0,0-1-3 16,-1-1 2-16,0 2 0 0,-2-2 3 0,0 1 2 16,0 1-2-16,-2 0 1 0,-2-3-3 0,1 1 2 15,-2 0-4-15,2-1 3 0,0-3-4 0,-1-2 0 16,3 3-5-16,3-6-1 0,-5 5 2 0,5-5-1 16,0 0-4-16,0 0 1 0,0 0-7 0,0 0-3 15,0 0-1-15,0 0-1 0,17-21-2 0,-8 14 5 16,5-6-2-16,1 0-2 0,0-1 0 0,7-4 6 15,0 0-7-15,2 0 6 0,-2-2 1 0,2-1 1 16,-2 3 4-16,-3 0-2 0,-5 4 1 0,-1-1 5 16,1 0 5-16,-4 1 4 0,0 2 7 0,-2 2 3 15,-2-1 6-15,-1 2 8 0,-2 0-5 0,0 2 8 16,-3 7 5-16,4-11-2 0,-4 11 3 0,0 0-6 16,-7-9-3-16,7 9-2 0,0 0-6 0,-13 1 5 15,13-1 0-15,-20 12-2 0,11-4 2 0,-5 2-1 0,4-1-2 16,-1 4-4-16,0-2 2 0,3 0-6 15,3-1-1-15,1 0 0 0,0 0-8 0,3 1-13 16,1-1-22-16,3 0-25 0,0 0-31 0,3-2-39 16,0 0-51-16,7-1-45 0,2 1-39 0,4-1-202 15,7 1-501-15,2-2 221 0</inkml:trace>
  <inkml:trace contextRef="#ctx0" brushRef="#br0" timeOffset="111339.86">9730 10260 68 0,'-2'-11'214'0,"0"-2"-5"0,2 3-3 0,-1 0-11 15,1 1-4-15,0 9-8 0,-1-11-10 0,1 11-20 16,-2-10-15-16,2 10-19 0,0 0-16 0,0 0-8 0,0 0-7 16,0 0-10-16,3 27 0 0,-3-4-4 15,0 5 2-15,-1 3-4 0,-1-2-6 0,-1 5-6 16,-2-6-1-16,0 1-7 0,1-2-2 0,0-2-9 16,0-6 4-16,1 0-6 0,-2-1 3 0,3-1-2 15,-2-5 2-15,3 1-6 0,-2-3 0 0,1-3-4 16,-1 1 2-16,0-1 8 0,3-7-9 0,-2 13 3 15,2-13 0-15,-3 5 3 0,3-5 2 0,0 0-1 16,0 0 0-16,0 0-5 0,0 0-4 0,0 0-4 0,0 0-7 16,0 0 4-16,0 0-10 0,21-21 1 15,-14 10-4-15,5-1-5 0,2-1-2 0,0 1-3 16,3-1-3-16,-2 4 2 0,0-1-7 0,-1 1 5 16,-3 3-5-16,0 1 4 0,-1 3-5 0,1 0 1 0,-3 0 10 15,-8 2-12-15,13 3 0 0,-7 0-1 0,-1 0 2 16,0 1 10-16,-5-4-7 0,2 13 1 0,-4-4-1 15,-1 1 5-15,-3-2 0 0,-1 1-5 16,1 0 4-16,-3 0-2 0,-4 1 4 0,3-2-2 0,-3-3 4 16,3 3-4-16,-2-3 0 0,1 1 2 0,2-2-6 15,-1 0-11-15,0 0-12 0,2-2-26 0,1 0-28 16,7-2-27-16,-12 3-39 0,12-3-38 0,-12-3-41 16,12 3-33-16,0 0-154 0,-9-6-447 0,9 6 198 15</inkml:trace>
  <inkml:trace contextRef="#ctx0" brushRef="#br0" timeOffset="111542.13">10005 10446 175 0,'0'0'185'0,"0"0"-12"0,9-2-11 0,-9 2-15 16,0 0-7-16,0 0-2 0,0 0-3 0,6 7-8 15,-6-7-9-15,2 12-10 0,-2-2-7 0,-2-2-11 16,0 5-8-16,1-3-8 0,-3 2-6 0,0 0-9 15,1-1-4-15,-1 1-20 0,1-1-22 0,-1-1-32 16,0 1-37-16,3-1-14 0,-1-2-36 0,1 1-29 16,0-4-24-16,1-5-115 0,0 11-296 0,0-11 132 15</inkml:trace>
  <inkml:trace contextRef="#ctx0" brushRef="#br0" timeOffset="111714.8">10065 10163 91 0,'0'0'108'0,"0"0"-17"16,0 0-30-16,0 0-33 0,14 14-19 16,-6-6-29-16,-1 3-42 0,4 3-66 0,0-1 29 15</inkml:trace>
  <inkml:trace contextRef="#ctx0" brushRef="#br0" timeOffset="112826.51">11686 10467 301 0,'12'-8'308'0,"-12"8"-29"0,0 0-30 0,0 0-26 15,0 0-21-15,0 0-22 0,0 0-16 0,0 0-32 16,0 0-28-16,0 0-37 0,0 0-33 0,0 0-39 16,0 0-32-16,0 0-25 0,0 0-24 0,0 0-13 15,0 0-12-15,0 0 2 0,0 0-7 0,0 0-10 16,0 0-19-16,0 0-80 0,0 0-243 0,0 0 107 16</inkml:trace>
  <inkml:trace contextRef="#ctx0" brushRef="#br0" timeOffset="143098.01">486 6680 121 0,'0'0'113'0,"0"0"-5"15,0 0 1-15,0 0-14 0,0 0 4 0,0 0-12 16,0 0 0-16,0 0-7 0,0 0-3 0,0 0-3 16,0 0-7-16,0 0-8 0,0 0-1 0,0 0-5 0,0 0 2 15,0 0-7-15,0 0 2 0,0 0-9 16,0 0 0-16,-38 19 9 0,38-19-6 0,0 0-7 16,0 0-1-16,0 0-5 0,0 0-4 0,0 0 6 15,-33 11-10-15,33-11 2 0,0 0-1 0,0 0-4 16,0 0-5-16,0 0-2 0,0 0 1 0,0 0-1 15,0 0 5-15,0 0 8 0,0 0 2 0,0 0-6 16,0 0 3-16,0 0 0 0,0 0-1 0,0 0-5 16,98 5 2-16,-98-5-3 0,71-6-3 0,-39 3 2 15,4-1-2-15,-36 4-7 0,58-6-6 0,-39 3-17 16,0 2-17-16,-1 0-20 0,-5 1-25 0,-2 0-12 16,-1-2-35-16,-10 2-14 0,15 0-19 0,-9 0-98 15,-6 0-276-15,0 0 124 0</inkml:trace>
  <inkml:trace contextRef="#ctx0" brushRef="#br0" timeOffset="143590.1">687 6670 92 0,'0'0'121'0,"0"0"-12"0,0 0 1 16,0 0 11-16,0 0 1 0,0 0-7 0,-29 35 2 15,29-35 5-15,0 0-12 0,-6 47-10 16,6-47 0-16,-2 37-15 0,2-37 0 0,-5 43-6 16,5-43-3-16,-4 49-9 0,4-49-4 0,-2 38-5 15,2-38-3-15,0 36-8 0,0-36 3 0,-2 33-11 16,2-33-2-16,0 0-1 0,0 0-8 0,0 44 0 16,0-44-4-16,0 0 1 0,0 0-3 0,0 37 4 15,0-37-8-15,0 0 1 0,0 0-8 0,0 0 3 16,0 0-5-16,4 30 4 0,-4-30-2 0,0 0 1 15,0 0 1-15,0 0-1 0,0 0 3 0,0 0-3 16,0 0-2-16,0 0-10 0,0 0-7 0,0 0-7 16,0 0-3-16,0 0-2 0,-29 18-1 0,29-18-1 15,0 0 1-15,0 0 0 0,0 0 0 0,-50-4 5 16,50 4 1-16,0 0 4 0,0 0-4 0,-40 4 0 16,40-4-2-16,0 0 3 0,0 0-1 0,0 0 1 15,0 0 4-15,0 0 6 0,-30 4-7 0,30-4 3 16,0 0 3-16,0 0 7 0,0 0 10 0,0 0 3 15,0 0 1-15,0 0-3 0,0 0 3 0,0 0-1 16,0 0-4-16,0 0 0 0,0 0-1 0,129-9 1 16,-100 5-4-16,-29 4 1 0,47-8-16 0,-47 8-21 15,36-7-20-15,-17 4-21 0,-2 0-15 0,-4 2-25 16,5-3-11-16,-7 0-4 0,3 1-19 0,-3 1 0 16,1 0 3-16,-1-1-72 0,-1 0-229 0,0-2 102 15</inkml:trace>
  <inkml:trace contextRef="#ctx0" brushRef="#br0" timeOffset="143918.1">921 7037 433 0,'7'-9'-24'0,"-7"9"17"15,6-6 11-15,-6 6 17 0,3-8 19 0,-3 8 16 16,0 0 6-16,3-8 9 0,-3 8 13 0,0 0-5 16,0 0 16-16,0 0-6 0,0 0-6 0,2-11-9 15,-2 11-5-15,0 0-9 0,0 0 3 16,0 0-3-16,0 0-3 0,-16 18 5 0,10-9-1 16,-1 1-6-16,2 2 0 0,0-2-6 0,-1 0-4 0,3 1-2 15,2 0 1-15,-4 0-6 0,5-2-5 0,0-1-4 16,0 3-5-16,0-5 4 0,0-6-3 0,9 14-1 15,-5-6 0-15,1-2 1 0,2-4-2 0,2 2-4 16,2 0 5-16,1-4 0 0,1 1-3 16,1-2 1-16,-1-1 2 0,-2-1-1 0,2-1-2 15,-4 1 4-15,2-3 2 0,-2 4 1 0,-2-6-1 16,0 2 3-16,-1 0-4 0,0-2 2 0,-4-2-5 16,0 1 4-16,0-1-7 0,-4 1-1 0,0-1-2 0,0 1-1 15,-4-1-5-15,2 0 1 0,-1 1-2 16,-1 1-2-16,3 2-2 0,-6-1-3 0,1 3 2 15,1-3-5-15,-2 5-7 0,9 2-14 0,-14-6-17 16,14 6-17-16,-15 0-23 0,15 0-28 0,0 0-38 16,-19 6-38-16,19-6-164 0,-10 5-373 0,10-5 165 15</inkml:trace>
  <inkml:trace contextRef="#ctx0" brushRef="#br0" timeOffset="144131.01">1281 7050 132 0,'11'0'214'0,"-11"0"-12"0,0 0-22 16,9 1-16-16,-9-1-18 0,11 0-14 16,-11 0-13-16,14-2-10 0,-7 0-14 0,-1 1-16 0,5 0-23 15,-11 1-22-15,18-3-18 0,-10 3-44 0,-8 0-26 16,14 2-31-16,-6-1-17 0,-2 3-31 0,-1-2-80 15,-5-2-231-15,5 6 102 0</inkml:trace>
  <inkml:trace contextRef="#ctx0" brushRef="#br0" timeOffset="144284.01">1274 7157 43 0,'0'0'142'0,"-9"3"-4"0,9-3-5 15,0 0-10-15,0 0-2 0,0 0-4 0,0 0 4 16,0 0-9-16,0 0-5 0,21 4-15 0,-9-7-10 15,2 2-7-15,4-2-29 0,2-1-27 16,2-2-43-16,5 0-43 0,0-1-56 0,1 1-87 16,-8-1-227-16,1-2 101 0</inkml:trace>
  <inkml:trace contextRef="#ctx0" brushRef="#br0" timeOffset="144597.96">1819 7012 94 0,'-6'2'249'16,"6"-2"2"-16,0 0-7 0,-6 2-10 0,6-2-14 16,0 0-9-16,-8 2-18 0,8-2-14 0,0 0-15 15,0 0-12-15,0 0-14 0,0 0-15 0,0 0-10 16,0 0-12-16,0 0-5 0,0 0-13 0,0 0-9 15,0 0-8-15,0 0-8 0,0 0-2 0,0 0-7 16,0 0 3-16,0 0-12 0,0 0 2 0,23 4-6 0,-17-2 1 16,-6-2-9-16,16-2-2 0,-6 2-2 15,1 0-4-15,1-1 3 0,1 1-5 0,1-2-17 16,2 2-16-16,1-1-26 0,1 1-34 0,1 0-36 16,0-2-45-16,0 0-61 0,3 0-42 0,-3 3-179 15,-1-4-473-15,4-1 211 0</inkml:trace>
  <inkml:trace contextRef="#ctx0" brushRef="#br0" timeOffset="145242.1">2194 6828 166 0,'-10'0'261'16,"10"0"-22"-16,0 0-13 0,0 0-20 0,-8-1-21 15,8 1-16-15,0 0-21 0,0 0-15 0,0 0-14 16,0 0-11-16,0 0-11 0,0 0-6 0,37-5-10 16,-15 5-11-16,0-2-16 0,-1-1-21 0,0 1-16 15,-1 2-25-15,-1-2-25 0,-5 2-16 0,-1 1-16 16,-3-1-20-16,-10 0-13 0,16 0-9 0,-16 0 7 16,12-1 6-16,-12 1 13 0,9-3 17 0,-9 3 2 15,0 0 8-15,0 0 15 0,0 0 2 0,0 0 7 16,0 0 18-16,0 0 19 0,0 0 21 0,0 0 19 15,0 0 15-15,-20-11 3 0,20 11 14 0,-11 0 3 16,11 0-7-16,0 0-5 0,-12-2 1 0,12 2-12 16,0 0-3-16,0 0-3 0,-12 7-3 0,9-2 7 15,-2 3 4-15,2 3-1 0,-1-1-6 0,-2 6 5 16,2 0 0-16,1 1-3 0,-2 2-3 0,3-1-1 16,-1 1-6-16,-2-1 1 0,5 0-2 0,-1 2-6 15,-1-3-2-15,2-1-3 0,-1-1-6 0,0-2 0 16,2 0-5-16,-2-2 3 0,2 1 0 0,-1-2-3 15,3-1-3-15,-3 1-8 0,-2-1 7 0,4-2-5 16,-2-7-3-16,0 12 2 0,0-12 0 0,0 8-1 16,0-8 1-16,0 0-7 0,-2 10-1 0,2-10 8 15,0 0-8-15,-2 7-3 0,2-7-16 0,-8 2-6 16,8-2-11-16,-11 0-2 0,11 0-1 0,-13-2-4 16,13 2-2-16,-17-1 5 0,10-2 0 0,-1 2 4 15,8 1 4-15,-14-4 0 0,14 4 6 0,-13 0-3 16,6-2 1-16,7 2 6 0,-8 0 3 0,8 0-1 15,0 0 1-15,-12 0 1 0,12 0-1 0,0 0 1 16,0 0 0-16,-10 0 1 0,10 0 4 0,0 0 0 16,0 0 1-16,0 0 6 0,0 0 3 0,0 0 7 15,0 0 2-15,0 0 2 0,28 6-4 0,-18-6 5 16,3 0-4-16,4-2 0 0,4 1 2 0,-1-2-4 16,1 1-15-16,1 0-22 0,5-1-32 0,-8 2-34 15,2-2-17-15,-4 0-43 0,3 0-31 0,-1-1-22 16,0 1-113-16,-5 1-347 0,4-3 153 0</inkml:trace>
  <inkml:trace contextRef="#ctx0" brushRef="#br0" timeOffset="145496.4">2778 7038 101 0,'-16'-7'225'0,"16"7"-6"0,-15 3 2 16,5-2-4-16,-3-1-8 0,2 2-10 0,-1 1-10 15,1 2-18-15,-1 1-11 0,1-1-7 0,-5 3-5 16,6-1-14-16,-3 1-8 0,2 3-10 0,2-2-13 16,-1 1-4-16,3-2-12 0,1 3-7 0,1-3-5 15,0 2-12-15,0 1-3 0,2-5-4 0,2 4-3 16,1-2-7-16,0 0-3 0,2-1-6 16,1 0 0-16,6 0-14 0,-4 1-25 0,4-3-23 0,1-1-26 15,0 1-31-15,2-2-35 0,0-1-35 0,1-1-40 16,1 2-36-16,0-2-206 0,4-1-470 0,-5 0 208 15</inkml:trace>
  <inkml:trace contextRef="#ctx0" brushRef="#br0" timeOffset="145829.73">2936 7127 175 0,'0'0'264'0,"3"-6"-19"0,-3 6-6 15,0 0-16-15,0 0-8 0,0 0-14 0,0 0-13 16,0 0-17-16,-22 13-9 0,13-6-6 0,-1 2-11 15,1 0-12-15,-2 2-12 0,-1 0-14 0,4-2-6 16,-2 3-15-16,4-5-3 0,-1 3-14 0,2-1-5 16,3 1-6-16,0-2-9 0,1 0-2 0,1-8-5 15,3 13-2-15,1-6 2 0,1-3-2 0,2 0-7 16,3 0-2-16,1 1 1 0,-1-3-6 0,4 1 1 16,-2-3-4-16,3 0 2 0,-2-1-3 0,1-1 1 15,-3 0-3-15,2-3 9 0,0-1 1 0,-3 2 3 16,-1-4 0-16,0 0-1 0,-1-1-1 0,-2-1-1 15,-2-2-6-15,-2 2 2 0,0-3 4 0,-2 6 10 16,0-6-4-16,-3 4-4 0,1-1-7 0,-2 2-6 16,-1 2-17-16,-4 0 21 0,-3 2-12 0,2 2-16 15,-4-1-28-15,2 3-43 0,-1 2-44 0,-6 1-51 16,4 3-68-16,1-4-82 0,-3 6-221 16,5-6-587-16,1 4 260 0</inkml:trace>
  <inkml:trace contextRef="#ctx0" brushRef="#br0" timeOffset="148697.71">3947 7149 112 0,'-6'-4'168'0,"-1"1"5"16,7 3-16-16,-16-2-10 0,6 3-10 0,-3 1-9 15,0 1-7-15,-2 2-9 0,1 0-2 0,0 3-10 16,0 2-7-16,1 0-19 0,-1 5-11 0,4-4-2 16,-1 4-3-16,2 1-5 0,3-3-7 0,1-2-6 15,1 3-3-15,3-2-1 0,-1 0-7 0,5-1 1 16,0 0-4-16,2-3-3 0,-1 2-1 0,2-2 0 15,1-2 1-15,3-2-2 0,1 0-2 0,-1-2 4 16,2-1-4-16,-1-1-3 0,2-1 1 0,0-3 1 0,-1-1 1 16,3-1 0-16,-3 2 8 0,0-3-5 15,-4-1-4-15,-1-2-1 0,2 1-3 0,-1-2 3 16,-2-1-7-16,1 1 4 0,0-2-1 0,-2 0 2 16,-1-2 6-16,-1 4-5 0,-1 2 1 0,1 0 3 15,-3 4 5-15,0 5-1 0,3-12-5 0,-1 8-3 16,-2 4-8-16,0 0-2 0,0 0 1 0,0 0-5 15,0 0-2-15,0 0 2 0,0 0 1 0,1 21-3 16,-1-8 3-16,0-1-3 0,-1 0 0 0,2 5 5 16,-1-1-1-16,2 1 0 0,-2-4-20 0,0-2-28 15,3 1-30-15,-1 1-32 0,-1-5-25 0,3 3-28 16,-2-3-30-16,2-1-148 0,-1-1-366 0,-3-6 162 16</inkml:trace>
  <inkml:trace contextRef="#ctx0" brushRef="#br0" timeOffset="149038.84">4096 7264 43 0,'0'0'159'0,"0"0"-8"0,0 0-17 16,0 0-7-16,1 25 1 0,-1-17-4 0,0-8-8 16,0 16-4-16,0-9-10 0,0 0-9 0,0-7-3 15,-1 14-3-15,-1-8-12 0,2-6-3 0,-2 10-5 16,2-10-8-16,0 10-3 0,0-10 0 0,0 0 4 15,0 0 7-15,0 7 7 0,0-7 6 0,0 0 12 16,0 0-9-16,0 0-1 0,0 0-12 0,0 0-15 16,0 0-4-16,0 0-7 0,6-20-5 0,-3 11-4 15,2-4-7-15,1 2 0 0,2-4-11 0,1 2 2 16,-2 1-9-16,5 4 3 0,-3-1-6 0,-3 2-3 16,1 4-1-16,1-1-6 0,-2 1 8 0,-6 3-4 15,10 0-1-15,-10 0 0 0,13 4 0 0,-7-1-3 16,2 3-2-16,-2 1 5 0,1 3-1 0,-1-1 2 15,-1 0-1-15,-1 0-2 0,1 2-23 0,-1 1-27 0,0-2-33 16,-2 0-33-16,3-2-40 0,-1 2-36 16,1-2-169-16,-2-1-392 0,2-2 174 0</inkml:trace>
  <inkml:trace contextRef="#ctx0" brushRef="#br0" timeOffset="149443.87">4486 7236 196 0,'0'0'193'0,"-11"-4"-8"0,3 4-10 16,8 0-11-16,-20 5-6 0,8-1-9 0,2 2-9 15,0 1-14-15,0 0-10 0,-1 3-7 0,0 1-7 16,3-2-9-16,2 0-9 0,0 4-10 0,3-4-10 16,-3 1-5-16,6 1-3 0,0-2-7 0,0-1-4 15,2-1-1-15,5-3-5 0,-4 2-4 0,5 0-4 16,0-2 1-16,3 0-3 0,0-2-8 0,-1-2 6 15,2 0-4-15,0-2-2 0,1 1-2 0,-3-4 1 16,2 0-1-16,0-2-2 0,-3-1-4 0,2 0-1 16,0-3 4-16,-3-3-4 0,-1 0-3 0,-1-4 4 15,1 0-6-15,-3 3 4 0,-2-11-5 0,0 0 1 16,-1 3-3-16,-2-2 2 0,1 5-3 0,1 2 7 16,-4 0 3-16,2 3 3 0,0-3 2 0,-2 7 6 15,2 3 9-15,1 2-1 0,0 6-8 0,0-11-6 16,0 11-2-16,0 0-4 0,0 0-1 0,0 0-1 15,0 0-3-15,-6 32 4 0,3-16-2 0,-1 4 2 16,0 5-2-16,2 0 2 0,-1-1-6 0,1 2 4 16,2-7-2-16,0-1-4 0,2 2-8 0,0-1-28 15,0-2-44-15,1 0-51 0,2-1-70 0,1-2-62 16,-2-3-149-16,2-2-443 0,2-1 197 0</inkml:trace>
  <inkml:trace contextRef="#ctx0" brushRef="#br0" timeOffset="149862.12">4984 7170 2215 0,'2'-11'66'0,"1"-3"34"0,-2 5-3 0,0 0-15 16,-1 3-12-16,0 6-13 0,3-9-9 0,-3 9-16 16,3-6-7-16,-3 6-4 0,0 0 2 0,0 0-2 15,0 0 7-15,0 0 10 0,13 16 0 0,-10-6-4 16,2 3 1-16,-2 2 0 0,2 3 1 0,1-1 0 15,4 1-2-15,-1 5-2 0,-2-5-5 0,-1-2 3 16,3 1-2-16,-1 0-5 0,-3 0 9 0,-1-5-12 16,2 3 7-16,-1-5-8 0,-1 2 3 0,0-5-11 15,0 2 8-15,-2-3-6 0,2-1-7 0,-2 2 1 16,-2-7 2-16,5 9-2 0,-2-5 2 0,-3-4 1 16,4 5 2-16,-4-5 11 0,0 0-10 0,7 3-2 15,-7-3 4-15,0 0-2 0,0 0 1 0,14-15-3 16,-7 5-2-16,2-4 4 0,0-2-2 0,0-3-1 15,0 1-4-15,3-9 4 0,2 2-4 0,1-1-2 16,2-1 0-16,-5-1-1 0,4 2 0 0,-3 2-1 0,1-1 2 16,-4 9 2-16,-3 0-3 0,0 1-1 15,-2 5 1-15,0 1 0 0,-1 4 0 0,1 0-2 16,-2-2-4-16,-3 7-1 0,2-7-12 0,-2 7-16 16,3-4-24-16,-3 4-30 0,0 0-31 0,0 0-25 15,0 0-27-15,0 0-35 0,0 0-30 0,0 0-213 16,4 19-483-16,-4-19 215 0</inkml:trace>
  <inkml:trace contextRef="#ctx0" brushRef="#br0" timeOffset="150288.6">5669 7074 135 0,'0'0'242'0,"5"-6"-8"0,-5 6-9 0,2-5-6 16,-2 5-24-16,0 0-17 0,7-8-22 0,-7 8-17 15,0 0-15-15,0 0-14 0,0 0-13 0,4 23-4 16,-4-12-6-16,-2 9-7 0,0-2-5 0,2 1-8 16,-4 0 1-16,1 5-10 0,2-7-6 0,0 0-5 15,0-1-3-15,-1 0-2 0,1-4-4 0,1-3-7 16,-3-2 2-16,2 1-3 0,1-8-1 0,0 11-4 16,-1-5 1-16,1-6-3 0,0 0 4 0,0 11 4 15,0-11 3-15,0 0 5 0,0 0-2 0,0 0-2 16,0 0 0-16,0 0-3 0,0 0-7 0,0 0-2 15,0 0-2-15,0 0 0 0,0 0-7 0,19-20 0 16,-13 16-10-16,3-4 0 0,2 3 1 0,0 1-4 16,-1 0-1-16,1 3 0 0,0-1-5 0,-3 2 4 15,-8 0-2-15,16 3-2 0,-7 1 7 0,-4-1-6 16,2 2 10-16,-3 2-11 0,1 0 2 0,-2 2 4 16,0 1-1-16,-3-2-3 0,0-8 2 0,-5 16 0 15,-1-7 1-15,-2-1 4 0,-2 2 2 0,1-3-6 16,-8 2 2-16,1 0-8 0,2 0-8 0,2-3-13 15,-1-1-20-15,2 0-21 0,-2-3-24 0,3 0-21 16,1 1-32-16,9-3-40 0,-12 0-32 0,12 0-26 16,0 0-131-16,0 0-403 0,-9-12 179 0</inkml:trace>
  <inkml:trace contextRef="#ctx0" brushRef="#br0" timeOffset="150788.64">5900 7265 27 0,'9'-4'178'0,"-9"4"-15"15,9 6-7-15,-9-6-8 0,6 4-7 16,-6-4-3-16,8 8 7 0,-6-1 6 0,2-2-16 16,0 0-13-16,0 1-10 0,1 0-8 0,0 0-9 15,0-1-9-15,-1-1-6 0,3 1-7 0,-1-1-5 16,0 1-5-16,5-3-1 0,-2 1-3 0,1 0 0 16,-1-5-3-16,1 1-4 0,-1 0 1 0,2-3 8 15,-4 2 6-15,-1-1 3 0,1-1 7 0,-2 1-1 16,4-3-5-16,-4 1-9 0,1-3-3 0,-2 1-1 15,0 1 4-15,-2 0-3 0,-2 6-2 0,4-8-3 16,0 3 0-16,-4 5-4 0,4-7-8 0,-4 7-2 16,0 0-12-16,6-3-7 0,-6 3-7 0,0 0 3 15,0 0-6-15,0 0 0 0,3 25 4 0,-3-14 1 16,-1 8 0-16,-3 0 0 0,2 6 1 0,0 5 0 16,-7 0-3-16,5-1 4 0,-4 1-1 0,1 3 1 15,0-4 0-15,0 1 14 0,3-1-9 0,0 0-5 16,1-4 5-16,0 4-9 0,0-10 5 0,-2 1-7 15,-3 4 0-15,5-6 4 0,-1-2 2 0,1 0-1 16,-3-2 1-16,-1-3-6 0,2 0 5 0,-1-3 5 16,-1 0-15-16,-2-3 3 0,-1 2 3 0,1-5 2 15,-1 0-7-15,10-2-12 0,-23 0 1 0,13-4-10 16,-3-3-6-16,3 1-1 0,-3-7-8 0,0-1-1 16,4-1 2-16,-3-7-14 0,9 3 1 0,1-1-8 15,2-8 1-15,5 1 2 0,3 0 3 0,3 2 4 16,4 3 1-16,0-3 6 0,2 5-3 0,-3 6-3 15,9-7-7-15,-4 3-8 0,6 1-20 0,-2 3-24 16,2 1-34-16,-1 2-39 0,2 0-37 0,-6 2-61 16,-2 2-156-16,0 1-458 0,1-1 203 0</inkml:trace>
  <inkml:trace contextRef="#ctx0" brushRef="#br0" timeOffset="151983.19">6763 7165 150 0,'-5'-6'216'0,"5"6"-9"0,-4-6-5 0,4 6-6 0,0 0-11 15,-5-6-12-15,5 6-15 0,0 0-13 0,0 0-16 16,-4-5-15-16,4 5-14 0,0 0-12 0,0 0-9 16,0 0-7-16,0 0 6 0,0 0-8 0,10 29-8 15,-4-17-3-15,-3 0-5 0,1 3-8 0,2 2-2 16,-1 1-3-16,-1-2-3 0,1 1-5 0,2-2-2 15,-4 2 0-15,1-5 0 0,1 1-3 0,-1-1-5 16,-1-2 2-16,-1 0-5 0,2 0-3 0,1-1 2 16,-1-2 1-16,0 2-3 0,-1-4-3 0,0 2 0 15,0-2 1-15,-3-5 1 0,6 9-2 0,-3-5-2 16,-3-4 2-16,5 6 2 0,-5-6 0 0,5 4-2 16,-5-4 6-16,0 0 14 0,5 3 12 0,-5-3-1 15,0 0 1-15,0 0-3 0,11-10 4 0,-6 0 0 16,1 2-11-16,0-3-4 0,2-4-1 0,-2-2-3 15,3 3-2-15,-1-3 0 0,-2-1-7 0,3-5-4 16,3-3-3-16,-3 2 5 0,1-1-3 0,-2 8 5 16,-2-1-4-16,2 0-5 0,-2 4-2 0,-2 4-1 15,1 0 1-15,-1 2-2 0,-2 3 2 0,1-1-7 16,0-1-12-16,-3 7-19 0,3-6-28 0,-3 6-26 16,3-6-32-16,-3 6-23 0,0 0-21 0,0 0-19 15,0 0-42-15,0 0-33 0,3 26-173 0,-2-18-462 16,-1 2 204-16</inkml:trace>
  <inkml:trace contextRef="#ctx0" brushRef="#br0" timeOffset="152251.71">7218 7343 185 0,'0'0'228'0,"0"0"-14"0,0 0-11 16,0 0-15-16,0 0-10 0,0 0-11 0,0 0-10 15,0 0-11-15,-12 11-6 0,7-7-2 0,-4 5-5 16,-2-5-7-16,0 5-10 0,-1 2-6 0,-2 0-2 16,1 1-6-16,-3-1-11 0,6 3-8 0,-2-1-7 15,4-2-5-15,0 2-8 0,2-3-7 0,1 0-4 16,2 0-3-16,1 0-3 0,2-1-9 0,1 2-3 16,3-2 0-16,3 0-2 0,2-2-5 0,2-1 3 15,6 0-14-15,1 2-14 0,4-6-33 0,0 2-41 16,7-3-40-16,-10 1-56 0,11-4-62 0,-10 2-242 15,0-3-509-15,-2 0 226 0</inkml:trace>
  <inkml:trace contextRef="#ctx0" brushRef="#br0" timeOffset="152938.5">7877 7457 164 0,'0'0'228'0,"0"0"-16"0,5-3-22 16,-5 3-16-16,0 0-19 0,0 0-17 15,0 0-20-15,0 0-8 0,0 0-9 0,9 9-3 0,-6-4 4 16,-3 4-6-16,1 1-8 0,0-1-7 15,1 2-7-15,0 0 3 0,-1 2-8 0,1-2 0 0,0 0-10 16,-1-3-4-16,-2 4-9 0,4-3 3 0,-2 0-3 16,0-3-4-16,-1-6 0 0,3 14 7 0,-3-10-8 15,0-4 1-15,1 7 7 0,-1-7 5 16,1 9 6-16,-1-9 2 0,0 0 5 0,0 0 0 0,0 0 22 16,0 0-9-16,0 0 0 0,0 0-6 0,0 0-9 15,0 0-4-15,0 0-2 0,0 0-16 0,0 0 5 16,6-25-12-16,-4 15-3 0,1-3-4 0,3 0-3 15,2-2-9-15,2-2-3 0,3 1 3 0,0 0-2 16,-2 0-5-16,2 2 4 0,0 2-9 0,-1-2-5 16,1 5 17-16,-5 1-11 0,2 2-4 0,-2 1-4 15,-2 0-3-15,-1 3-2 0,-5 2-2 0,14 0-1 16,-4 2 10-16,-10-2-8 0,12 6-4 0,-3 2 7 16,-3 0-2-16,2 7 5 0,-3-5-6 0,0 5 8 15,-1 1 5-15,-1-4 1 0,-2 3 7 0,3 2-5 16,-3 1-4-16,2-5 4 0,-2 2 6 0,0-1 0 15,2-2-3-15,-3 1-3 0,1 1 0 0,0-3-2 16,1-1 5-16,0 0-6 0,-1-1 2 0,1 1-10 16,4-1-36-16,-4-1-28 0,1 2-39 0,-2-3-44 15,1-1-65-15,0-2-61 0,1 2-260 0,-3-6-580 16,0 0 257-16</inkml:trace>
  <inkml:trace contextRef="#ctx0" brushRef="#br0" timeOffset="153146.15">8503 7542 221 0,'6'-3'260'0,"-6"3"-22"0,0 0-22 16,7-3-13-16,-7 3-29 0,0 0-18 0,0 0-19 0,0 0-14 15,5-5-13-15,-5 5-17 0,9 0-17 0,-9 0-21 16,14-2-31-16,-4 4-43 0,1-2-56 15,3-2-22-15,-4 2-40 0,-1 0-156 0,-9 0-318 16,16 2 140-16</inkml:trace>
  <inkml:trace contextRef="#ctx0" brushRef="#br0" timeOffset="153302.29">8526 7633 149 0,'-6'5'213'0,"6"-5"-15"0,0 0-10 16,-6 4-14-16,6-4-17 0,0 0-20 0,0 0-6 15,0 0-11-15,0 0-8 0,0 0-9 0,0 0-11 16,19 3-17-16,-5-4-20 0,-1-3-31 0,7 2-46 16,-1-1-40-16,11-1-37 0,-4-5-36 0,-4 5-134 15,4-2-290-15,1-5 128 0</inkml:trace>
  <inkml:trace contextRef="#ctx0" brushRef="#br0" timeOffset="153476.57">9034 7415 175 0,'0'0'281'0,"4"-2"-23"0,-4 2-26 0,7-4-18 16,-7 4-26-16,0 0-16 0,0 0-10 0,0 0-9 16,0 0-8-16,1 15-1 0,-2-4-7 0,-1 1-18 15,-1 2-13-15,-2-1-4 0,1 4-13 0,0-1-7 16,2-1-18-16,-1 2-23 0,-1-1-36 0,2 1-35 16,-1 1-42-16,1-2-51 0,-2-4-51 0,1 1-54 15,-4 1-146-15,2 0-405 0,-1-3 179 0</inkml:trace>
  <inkml:trace contextRef="#ctx0" brushRef="#br0" timeOffset="153922.31">7457 7724 220 0,'0'0'199'0,"0"0"-14"0,0 0-26 0,0 0-16 16,0 0-11-16,0 0-23 0,-15 11-46 0,9-4-49 16,1 2-51-16,-1-1-56 0,-5 1-90 0,5-2-198 15,-3 1 89-15</inkml:trace>
  <inkml:trace contextRef="#ctx0" brushRef="#br0" timeOffset="156711.21">7310 7529 77 0,'1'-7'106'0,"-1"7"-7"16,5-4-5-16,-5 4-4 0,5-8-4 0,-5 8-2 15,5-7 0-15,-2 3-1 0,-3 4-5 0,5-6 6 16,-5 6-4-16,5-8-2 0,-5 8-4 0,8-4 0 15,-8 4 5-15,3-4-3 0,-3 4 1 0,0 0-6 16,0 0-9-16,7-7-3 0,-7 7-3 0,0 0-5 16,0 0-8-16,0 0-4 0,0 0-3 0,0 0-1 0,0 0-1 15,0 0 7-15,4 17 9 0,-3-11 0 16,-1-6-7-16,-1 16-1 0,1-7-3 0,1 0 4 16,-1 2-3-16,-1-1 2 0,0-1 0 0,-1-3-3 15,4 4-5-15,-2-2 0 0,0-8-3 0,-2 16 0 0,2-8-4 16,-1-1-5-16,1-7 0 0,-1 13-2 0,1-6-4 15,-2-1 4-15,2-6-1 0,0 13-5 16,0-13 1-16,-1 13-13 0,0-7-12 0,1-6-13 16,0 11-21-16,0-11-20 0,-2 7-17 0,2-7-16 0,-1 8-8 15,1-8-8-15,0 0-9 0,0 0 0 0,1 9 3 16,-1-9-3-16,0 0-9 0,0 0 3 16,0 0 4-16,0 0 5 0,13-17 10 0,-10 11 13 15,0-1 12-15,-1 0 21 0,1-4 13 0,0 1 15 0,-3-1 14 16,0 0 7-16,0 0 31 0,-2 0 0 0,1-2 5 15,-1 1 10-15,0 1 1 0,1 1 26 0,-2-2 3 16,2 3 5-16,-1 2 18 0,1-3 9 16,-1 4 10-16,2 6-2 0,0-10-5 0,0 10-5 0,0-12-12 15,0 12-5-15,2-8-9 0,-2 8-10 0,5-7-7 16,-5 7 4-16,8-6-8 0,-2 4-1 16,-6 2 2-16,13-1-6 0,-13 1-5 0,14 1 1 15,-8 1-7-15,1 0 0 0,-1 0-7 0,1 2-1 0,0-1-1 16,0 1-4-16,-2-2 3 0,-5-2-1 0,8 8-7 15,-5-6 1-15,2 4-1 0,-1 0 2 0,-4-6 0 16,4 10 0-16,-4-5 0 0,0-5 1 0,0 11-3 16,0-11-5-16,0 0 1 0,-1 10 2 0,1-10-2 15,0 0 3-15,-2 12-5 0,2-12 0 0,-1 7-4 16,1-7 1-16,0 0 0 0,1 13 1 0,1-8-1 16,-2-5-1-16,4 8 0 0,-1-3 3 0,4 1-4 0,-2 0 2 15,1 0-2-15,-1 1 1 0,1-2-1 16,0 1-1-16,-3-2 0 0,2 1 0 0,0 1 1 15,-4 2 0-15,0-3-1 0,3 3-3 0,-4-8-3 16,1 11 3-16,1-6-2 0,-2-5-2 0,-4 10-8 0,4-10-2 16,-12 12-4-16,7-8-1 0,-4 2-14 0,-1-2-8 15,-3 2-9-15,3-3-13 0,-3 0-14 16,4-1-17-16,-1 0-18 0,1 0-28 0,9-2-43 16,-16 1-96-16,16-1-304 0,-12-5 135 0</inkml:trace>
  <inkml:trace contextRef="#ctx0" brushRef="#br0" timeOffset="157395.37">9349 7663 110 0,'0'0'120'0,"0"0"-12"16,0 0-14-16,0 0-10 0,0 0-3 0,0 0-6 15,0 0-27-15,-16 23-35 0,9-19-58 0,-4 5-70 16,2-2-124-16,0-3 54 0</inkml:trace>
  <inkml:trace contextRef="#ctx0" brushRef="#br0" timeOffset="183032.34">10354 10477 105 0,'0'0'140'0,"-5"-10"-5"0,0 4-3 0,1 0-10 15,-5 0-10-15,3 1-1 0,-2 0-3 0,-2-4-10 16,-2 5 7-16,1 0-9 0,-3 1-5 0,1 1-6 15,0 2-5-15,-5-2-3 0,4 5-6 0,-4 0 0 16,5 2-12-16,-3 1 6 0,-2 2-9 0,4 1-2 16,-3 1-8-16,2 2 0 0,1-1-6 0,0 1-5 15,2-2 0-15,1 2-8 0,3-2-2 0,2 0 0 16,2 1 0-16,-1-3-6 0,0 1-1 0,3 1-3 16,2-3-2-16,0-7-1 0,7 13 0 0,0-6 2 15,2-1-1-15,2-1-3 0,1-3 0 0,0 1 0 16,1-1 2-16,-1-1-5 0,1-2 0 0,0 0 2 15,0-2-1-15,2 1-1 0,-3-1 2 0,3-3-1 0,-2-1-3 16,2 0 4-16,-5 0-5 0,4-4-1 0,-4 3 0 16,-2-2 3-16,0 1-4 0,0-1 2 15,-2-2 1-15,-2 0-4 0,0 1 4 0,-1 2-3 16,0-2 0-16,0 3-2 0,-2-2 0 0,1 6 4 0,-2 4-2 16,2-13 1-16,-2 13-2 0,2-6-3 0,-2 6 1 15,0 0 2-15,0 0-2 0,0 0 1 0,0 0-1 16,0 0 7-16,3 30 0 0,-7-18 5 0,3 1 0 15,-3 3 1-15,1 0-1 0,1 0 0 0,-2 0-3 16,1-3-2-16,1-1 1 0,2 0-1 0,-2 0-1 16,1 0 2-16,2-2 0 0,2 0-1 0,0-1 0 15,-2-2 0-15,1 0-2 0,2-4 3 0,1 3-2 16,3-4 0-16,0 0 0 0,-2 0 4 0,4-2-3 16,3 0 2-16,0-4-4 0,0 2-1 0,-2-2 4 15,6-3-5-15,-4 2 3 0,1-4 0 0,0 0-1 16,-4 1 1-16,4-2-6 0,-4-2 2 0,-2 2-2 15,-2 0-1-15,4-3 4 0,-2-2 0 0,-4 5 1 16,1-3-1-16,-1 1-1 0,0 2 2 0,-1-1-3 16,0 0 2-16,0 1-1 0,-2 3-1 0,2 1 0 15,-2-1-1-15,-1 7-1 0,1-8-4 0,-1 8 1 16,0 0-1-16,0 0 3 0,0 0-4 0,0 0 3 16,0 0 1-16,0 0-1 0,-8 23 3 0,6-13-2 15,-1 2-2-15,-2 3 1 0,3-1 2 0,-1-2 1 16,1 5 5-16,-2-3-6 0,2-2 4 0,0-1-3 0,2 2 1 15,-1-2 2-15,1 0-2 0,0-1 1 16,1 0 2-16,-1 1-3 0,1-2 2 0,-1-1-1 16,0-1 1-16,0-7-1 0,1 13-1 0,-1-13 2 15,2 11-2-15,-2-11-7 0,0 10 4 0,0-10-3 16,0 0-6-16,-3 9-1 0,3-9-1 0,0 0 2 16,1 6 0-16,-1-6 1 0,0 0-2 0,0 0-10 15,0 0 0-15,0 0-1 0,0 0 0 0,0 0 3 16,0 0 1-16,0 0-2 0,16-22 5 0,-10 14-5 15,2-1-5-15,1 0 3 0,1-1 3 0,3-1-2 0,2-3 6 16,-2 1-8-16,0 2 5 0,-1-2 1 16,1 0 2-16,0 3 3 0,-4-1 3 0,0 4 1 0,1-3 5 15,-2 2 4-15,-3 3 3 0,-1-2 3 16,0 1 1-16,-2 2 5 0,-2 4-7 0,5-10 3 0,-5 10 1 16,5-5-2-16,-5 5 0 0,0 0-3 0,0-8-1 15,0 8-2-15,0 0 0 0,0 0 0 0,0 0-1 16,0 0 1-16,0 0 1 0,0 0 0 0,0 0-2 15,-21 14-13-15,15-7-28 0,0 0-23 0,0 1-27 16,1-2-42-16,1 2-25 0,-1 1-135 0,-1-1-317 16,3 1 142-16</inkml:trace>
  <inkml:trace contextRef="#ctx0" brushRef="#br0" timeOffset="185048.2">11577 10494 162 0,'-5'-16'188'0,"1"0"-6"15,-1 4 1-15,4-3 0 0,-2 3 2 16,2 2-4-16,-1 1-6 0,0 4-22 0,2 5-11 0,-3-12-20 16,3 12-16-16,0 0-11 0,0 0-7 0,0 0-9 15,0 0-9-15,17 18-5 0,-11-2-6 0,3 2-8 16,0 7 1-16,0 2-9 0,3-1-3 0,-3 0-5 16,0 0-3-16,-2-2 0 0,1 1-3 0,-2-1-5 15,2-7 1-15,-3 2-5 0,3-3 0 0,-3 0-3 16,-1-4 3-16,0 2-9 0,-1-4 7 0,1 2-8 15,-1-5 4-15,1 3-1 0,1-3-3 0,-4-1-2 16,2-2 3-16,-3-4 0 0,4 8 4 0,-4-8 4 16,0 0 8-16,6 4-6 0,-6-4 4 0,0 0-4 15,0 0 1-15,9-17-7 0,-5 5 1 0,0 0-2 16,2-5 4-16,4-7-5 0,-1 1-2 0,-4-3 0 16,3 1-1-16,-1-1-6 0,4-1 3 0,-4 1 0 15,0-1-2-15,2 2-1 0,-3 5 0 0,3 4-3 16,0 0 0-16,-4 5 8 0,-1 1-7 0,1 2-7 15,-3 0 1-15,0 3-21 0,-2 5-11 0,4-4-20 16,-4 4-15-16,0 0-22 0,0 0-24 0,5 21-24 16,-7-5-37-16,-1 3-25 0,-2 5-187 0,-3 0-422 15,-1 2 187-15</inkml:trace>
  <inkml:trace contextRef="#ctx0" brushRef="#br0" timeOffset="185290.16">12037 10737 143 0,'0'0'221'0,"1"-10"-3"16,-1 10-6-16,-1-9-4 0,1 9-8 0,0-11-5 15,0 11-15-15,-8-6-13 0,4 1-17 16,4 5-14-16,-10-2-15 0,10 2-16 0,-15 7-7 0,6-1-7 16,1 4-8-16,-5 0-10 0,1 3-7 0,4-2-8 15,-1 2-4-15,1 1-7 0,2-1-1 16,4 0-3-16,0-3-8 0,2 2-3 0,0 1-3 15,3-1-13-15,2-1-18 0,1 1-31 0,0-3-26 0,2-1-40 16,3 0-34-16,5 0-32 0,3-5-24 0,-2-3-30 16,4 2-136-16,-2-1-384 0,9-4 169 0</inkml:trace>
  <inkml:trace contextRef="#ctx0" brushRef="#br0" timeOffset="185491.79">12286 10732 193 0,'2'-10'202'0,"-1"-1"13"0,1 3 2 0,-2 2-4 15,0 6-6-15,4-10-21 0,-4 10-20 0,2-5-19 16,-2 5-15-16,0 0-14 0,0 0-11 0,0 0-14 16,0 0-9-16,0 0-5 0,0 0-2 0,1 35-6 15,-4-23-5-15,3 1-1 0,0 4-15 0,-2 2-3 0,0-1-6 16,2 0-5-16,0 0 1 16,-2-1-9-16,1-1-18 0,-1 0-27 0,2-1-18 0,-2 1-31 15,0-4-35-15,0 0-24 0,0-2-53 0,2 0-22 16,-2-1-162-16,-2 1-390 0,0-6 173 0</inkml:trace>
  <inkml:trace contextRef="#ctx0" brushRef="#br0" timeOffset="185848.67">12299 10745 149 0,'10'-10'196'0,"-5"2"-12"15,3 0-10-15,-4 3-18 0,6-1-12 0,-6 2-14 16,1 1-12-16,3 3-10 0,-8 0-12 15,15 0-8-15,-9 2-4 0,3 0-11 0,0 3-8 0,0 0-5 16,-2 2-6-16,0 0-3 0,1 3-5 0,-3-5-7 16,-2 2 2-16,1 3-7 0,-2-2-3 15,-2 3-11-15,-2-1-2 0,-1-1-15 0,0 2-15 16,2-3-7-16,-4 2-4 0,0-2-10 0,2-2-11 0,2 1-14 16,-3-2-2-16,4-5 0 0,-2 13 0 0,2-13 2 15,2 9 11-15,-2-9-2 0,4 10 15 0,-3-6-2 16,-1-4 0-16,8 9-1 0,-2-7 2 0,0 4 13 15,-2-3-2-15,-1 1 14 0,3 0 12 0,-2 2 8 16,0-1 9-16,-4-5-6 0,8 7 10 0,-6-4-1 16,-2-3 13-16,2 10 4 0,-2-10-2 0,-2 9 7 15,-4-3-8-15,6-6 2 0,-10 9-4 0,1-3-3 16,-1 0-3-16,2 1-3 0,-3-2-28 0,0 1-23 16,0 0-39-16,1-1-35 0,0-1-57 0,-2 0-92 15,3 0-269-15,1-2 119 0</inkml:trace>
  <inkml:trace contextRef="#ctx0" brushRef="#br0" timeOffset="186351.14">12774 10891 1612 0,'23'-17'9'0,"-2"1"48"16,-7 4 2-16,2-1-22 0,0 1-4 0,-1-2 0 15,4-2 10-15,3 0 4 0,-9 3 10 0,2-2 18 16,-5 4 5-16,3-3 1 0,-4 1 6 0,-2 3 2 15,0 0-3-15,0-1-1 0,-1 2 2 0,-2 0-2 16,2-1-3-16,-2 2-3 0,0 3-10 0,-3-3-6 16,-1 8-1-16,4-9-3 0,-4 9-9 0,4-7-5 15,-4 7-8-15,2-6-2 0,-2 6-11 0,0 0-4 16,0 0-3-16,0 0 1 0,0 0-5 0,0 0-1 16,0 0 0-16,-4 28-4 0,2-15 0 0,-1-3 5 15,1 7-7-15,2-5 2 0,0 1-4 0,0-3 3 16,0 2-2-16,1 1 0 0,3-2 0 0,-2-1 1 15,2-3-4-15,-1 1 4 0,6-1-3 0,-5-3 0 0,3 0 1 16,0-2 2-16,5 0-1 0,0-4 2 0,1 2-1 16,-1-2-2-16,-1-2-2 0,3 0 6 0,-1-2-5 15,-2-1 5-15,-1 0-2 0,-2-1-3 0,5-3-1 16,-5 1 15-16,-1 3-10 0,-3-4-3 0,2 0-2 16,-1 0 1-16,0-1-2 0,-3 2 2 0,0 3-3 15,1 0 6-15,-1 0-6 0,-2 7-3 0,2-11 5 16,-2 11-6-16,2-6-5 0,-2 6 5 0,0 0 7 15,0 0-10-15,0 0 2 0,0 0 1 0,-6 29-1 16,1-18 3-16,1 5 0 0,-3 2 2 0,4-2 2 16,1 0-2-16,-2-5 6 0,2 6-4 0,-1 0-2 15,-1-1-1-15,2-5 2 0,2 1 3 0,-5 1-18 16,4-3-12-16,-3 1-21 0,2 1-25 0,0-1-34 16,-3-1-38-16,1-1-32 0,0 1-36 0,-1-5-46 15,-2 4-168-15,0-2-461 0,-1-2 204 0</inkml:trace>
  <inkml:trace contextRef="#ctx0" brushRef="#br0" timeOffset="186527.42">12920 10551 163 0,'-5'-4'230'0,"5"4"-27"16,-5-7-19-16,5 7-24 0,-4-5-15 0,4 5-20 0,0 0-17 15,0 0-38-15,0 0-39 0,0 0-60 0,0 0-50 16,9 24-140-16,3-18-236 0,-1 0 104 0</inkml:trace>
  <inkml:trace contextRef="#ctx0" brushRef="#br0" timeOffset="186883.34">13829 10836 132 0,'0'0'224'0,"-8"-3"3"0,8 3-8 16,-7-3-9-16,7 3-12 0,0 0-11 0,-8-2-17 15,8 2-13-15,0 0-14 0,0 0-13 0,0 0-11 0,0 0-14 16,0 0-9-16,15-11-13 0,-2 8-7 0,5 2-8 16,2-3-7-16,7-1-2 0,0 4-8 15,-4-1-7-15,6 1-2 0,-7-2-12 0,-4 3-21 16,2 0-35-16,-4-1-43 0,-2 2-48 0,-1-1-45 0,-1-1-58 15,-4-1-155-15,-8 2-406 0,9 0 181 0</inkml:trace>
  <inkml:trace contextRef="#ctx0" brushRef="#br0" timeOffset="187292.11">14131 10608 84 0,'2'-5'246'15,"-2"5"-6"-15,0-12-12 0,0 12-12 0,2-9-11 16,-2 9-14-16,2-6-19 0,-2 6-14 0,0 0-21 16,2-7-17-16,-2 7-14 0,0 0-13 0,0 0-6 15,0 0-8-15,0 0-8 0,9 21-7 0,-9-12-6 16,6 2-5-16,-4 6-4 0,-1 2-2 0,0-3-1 16,1 1-3-16,0 3-5 0,2-2-1 0,-2-2-5 15,1 0-1-15,-1-4-9 0,0 2 4 0,-2-1-4 16,2-1-2-16,2 1-5 0,0-3 1 0,-4 0 1 15,4-1-1-15,0 1-3 0,-3-4 7 0,1 0-8 16,-2-6-2-16,4 10-2 0,-2-6 1 0,-2-4 0 16,5 8 1-16,-5-8 0 0,0 0 5 0,7 5 7 15,-7-5 0-15,5 2 4 0,-5-2 6 0,0 0 0 16,15-8-3-16,-9 0-1 0,2 0 2 0,-2-2-1 16,10-3-5-16,-5-3-3 0,2 2-2 0,1-2-4 15,-5-1 1-15,4-7-3 0,-1 2 1 0,1 6-2 0,1-6-4 16,-1 0-3-16,-4 7-9 0,2-1-13 15,-2 1-13-15,-2 4-23 0,0 1-26 0,0 3-34 16,-3 0-36-16,1 2-34 0,-3 2-28 0,4 0-17 16,-6 3-15-16,12-2-139 0,-12 2-413 0,9 7 183 0</inkml:trace>
  <inkml:trace contextRef="#ctx0" brushRef="#br0" timeOffset="187639.26">14548 10822 198 0,'0'0'201'0,"0"0"2"16,10 1 1-16,-10-1 2 0,0 0-11 0,0 0 0 16,13-4-18-16,-13 4-11 0,10-6-13 0,0 0-12 15,-1-1-12-15,0 1-8 0,0-3-13 0,2 1-6 16,2-5-8-16,-1 5-6 0,1-4-11 0,-1 0-6 16,3-1-7-16,-4 1-5 0,1-1-10 15,-5 3 5-15,-1 1-1 0,2 1 5 0,-4 3-3 0,-2-2-4 16,0 2-5-16,-2 5-5 0,6-8-2 0,-6 8-2 15,2-9-6-15,-2 9-4 0,0 0-6 0,0 0 0 16,-17-4-3-16,4 11-1 0,-3-1-4 0,-2 2 3 16,-7 7-6-16,5 2 2 0,4-5-2 0,-1 2 4 15,4 1-5-15,-2 6 5 0,6-6-3 0,0 1-4 16,5-1 2-16,1 0-1 0,4-2-1 0,3-1 1 16,2-1 2-16,3 5 3 0,7-4-4 0,1-2-5 15,9 1 4-15,1-1-20 0,2-3-17 0,1-2-19 0,-2-3-24 16,1 3-32-16,-8-2-33 0,7 1-44 15,-9-4-39-15,2 3-50 0,-9-5-179 0,5 2-485 16,-4 2 215-16</inkml:trace>
  <inkml:trace contextRef="#ctx0" brushRef="#br0" timeOffset="189358.23">7112 11651 70 0,'-2'-18'188'15,"0"-2"16"-15,-2 1-5 0,1 4-16 0,0 1-2 16,1-1-4-16,1 6-5 0,0 1-11 0,0 2-16 16,1 6-18-16,-2-10-23 0,2 10-7 0,0 0-13 15,0 0-5-15,0 0-7 0,5 26 2 0,-1-7-4 16,0 9 9-16,-2 2-8 0,1 3 18 0,-2 1-7 15,-1 2-9-15,-1-1-4 0,0 1-5 0,-1-3-6 16,-1 2-4-16,4-3-7 0,-7-1-1 0,3-1-8 16,2-2-2-16,-2-2-3 0,1-5-4 0,-2 3-1 15,2 0-1-15,1-7-4 0,0 0-1 0,0 0-4 16,-1 0-18-16,1-5-21 0,1-1-18 0,0 1-34 16,-1-2-34-16,-1 0-28 0,2 0-36 0,0-10-29 15,0 10-20-15,0-10-19 0,2 9-123 0,-2-9-391 16,0 0 173-16</inkml:trace>
  <inkml:trace contextRef="#ctx0" brushRef="#br0" timeOffset="189739.2">7356 11746 153 0,'2'-6'204'0,"-2"6"-18"15,2-10-12-15,-1 4-17 0,-1 6-15 0,0 0-12 16,2-6-2-16,-2 6-20 0,0 0 2 0,0 0 2 15,17 12-9-15,-8-3-6 0,1 5-7 0,3 2-4 16,-2 1 1-16,1 5-9 0,5 0-10 0,-6-1-6 16,-2-3-3-16,0-1-1 0,0 0-6 0,1-2-2 15,-2-1-6-15,1 0-5 0,-4-3 1 0,0 1-3 16,1-3-2-16,-1 1-9 0,-2-3 1 0,3 2 1 0,0-2-2 16,-3-2-1-16,0-2-2 0,-3-3 5 0,9 8 13 15,-5-5 10-15,-4-3 9 0,0 0 2 16,7 0-6-16,-7 0 1 0,8-8-6 0,-4 2-7 15,1-2-7-15,1-5 3 0,-1-1-4 0,3-3-8 16,1-7 1-16,0-2-2 0,1-1-7 0,-1 0 0 0,3-2-3 16,-2 1 2-16,3-3-5 0,-3 4-5 0,0-2-2 15,0 1 4-15,-3 11-1 0,-1 0-2 16,-1 6-1-16,0 1-5 0,-1 2-15 0,0 1-25 16,-3 2-31-16,-1 5-23 0,5-5-16 0,-5 5-18 15,0 0-17-15,9 15-23 0,-5-2-30 0,-1 4-21 16,-2 2-195-16,-1 6-445 0,1-5 197 0</inkml:trace>
  <inkml:trace contextRef="#ctx0" brushRef="#br0" timeOffset="189974.84">8013 11865 90 0,'5'-7'219'0,"-5"7"-9"0,2-5 9 15,-2 5-8-15,0 0-11 0,0 0-12 16,-9-10-15-16,9 10-12 0,-11-3-5 0,11 3-13 15,-17 3-12-15,8 0-7 0,-1 4-9 0,-3 0-7 0,0 5-12 16,1-2-8-16,-2 4-6 0,3 1-12 0,1-3-4 16,0 4-7-16,5-5-9 0,2 1-2 15,2 1-2-15,1-2-9 0,0 0 3 0,4 0-18 0,-2-2-22 16,5 1-19-16,-1-4-34 0,4 2-40 0,-1-2-36 16,2-3-42-16,4-1-39 0,-2-1-26 0,4-1-138 15,0-3-405-15,2-2 180 0</inkml:trace>
  <inkml:trace contextRef="#ctx0" brushRef="#br0" timeOffset="190184.17">8253 11807 126 0,'0'0'225'0,"1"-9"-17"0,-1 9-23 0,0 0-16 16,0 0-8-16,0 0-1 0,0 0 1 0,0 0 11 15,4 21-13-15,-4-10-16 0,-1 2-9 16,1 3-12-16,-2 0-17 0,1-1-9 0,-1-4-7 15,0 7-7-15,1-5-11 0,1 2-4 0,-1-3-10 0,-1 4-4 16,0-3-10-16,2-2-24 0,0 1-25 0,-1-1-30 16,-2 0-34-16,3-1-43 0,0-1-37 0,0-9-34 15,0 12-25-15,-1-7-132 0,1-5-367 0,0 0 163 16</inkml:trace>
  <inkml:trace contextRef="#ctx0" brushRef="#br0" timeOffset="190554.01">8255 11827 14 0,'25'-13'225'0,"-7"6"-3"0,7-3-12 15,-6 4-16-15,-1 4-19 0,1 1-12 0,-3 0-17 16,-5 2-10-16,2 1-15 0,0-1-11 16,-3 3-8-16,0-1-10 0,0 3-7 0,-3 0-8 0,1 2-7 15,-3 0-4-15,-4 1-8 0,0 2-5 0,-3-1-2 16,-2 1-8-16,-3 0-5 0,-2 2 0 0,-1-3-4 15,1 3-15-15,-4-2-10 0,2-3-14 0,3 0-10 16,-1 0-8-16,2 0-5 0,-2-3-10 0,1 1-7 16,6-1 3-16,-1 0 1 0,3-5 7 0,-5 9-1 15,5-9 9-15,1 7-2 0,-1-7 3 0,8 6 3 16,-4-2 3-16,2 0 5 0,-6-4 3 0,15 6-3 16,-8-4 5-16,3 3 1 0,0-2 8 0,-3 1 3 15,-2 0 4-15,1 0 1 0,-1 0 2 0,2 1-1 16,-2 0 2-16,-1-1 5 0,-4-4 2 0,5 11-5 15,-5-5 4-15,0-6-3 0,-3 11-1 0,-1-4 0 16,-1 2-1-16,-4-2-1 0,2 1-2 0,-1 0-13 16,-2-3-21-16,-3 1-35 0,1 2-38 0,5-5-54 15,-6 3-167-15,1-4-347 0,1 0 154 0</inkml:trace>
  <inkml:trace contextRef="#ctx0" brushRef="#br0" timeOffset="190811.55">8701 11732 2172 0,'11'-23'107'0,"-5"8"22"0,-1 3-23 0,-1 5-36 15,1 0-23-15,-1 1-17 0,-2 0-9 0,-2 6-6 16,6-6-3-16,-6 6 14 0,0 0 18 0,0 0 21 16,11 21 23-16,-7-5 3 0,0 2 5 0,-2 9 7 15,2 1-3-15,-4 2-10 0,3 1-2 0,-3-2-4 16,1 0-6-16,-1 3 8 0,-1-4-2 0,-2-1-24 15,1 2 0-15,0-2-9 0,0 0-4 0,-1-1-11 16,-1-1 1-16,1 1-2 0,-1-9-9 0,0 0-29 16,0 0-34-16,-1 2-44 0,-3-4-44 0,3 2-52 15,-4-4-73-15,4-1-61 0,-3-2-223 0,1-1-578 16,2-3 256-16</inkml:trace>
  <inkml:trace contextRef="#ctx0" brushRef="#br0" timeOffset="193305.69">9891 11788 91 0,'-5'-5'185'0,"3"0"-1"15,2 5 0-15,-7-9-7 0,7 9-7 0,-5-7-10 16,5 7-13-16,-5-3-17 0,5 3-12 0,0 0-14 0,0 0-9 15,0 0-9-15,0 0-10 0,0 0-9 16,0 0 4-16,0 0-8 0,15 26-3 0,-7-13 0 16,2 4-2-16,2 7 10 0,-3-7 2 0,3 6-5 15,-1-1-6-15,-2 3-3 0,-2-8 3 0,2 1-13 0,-2-1-2 16,0 0-2-16,1 1-5 0,0-3-1 16,-1 0-3-16,1 0 8 0,1 0-13 0,-2-1-3 0,0-6-4 15,-3 1 1-15,1-1 1 0,-1-1-6 16,0 0 4-16,-1-3 1 0,-3-4 2 0,7 9-4 0,-3-7 5 15,-4-2 2-15,5 5 5 0,-5-5 4 0,0 0 9 16,0 0-3-16,6 2-2 0,-6-2-3 16,0 0-9-16,10-12 3 0,-5 6-2 0,-1-2-2 0,0-2 4 15,1-1-11-15,2-4 0 0,1-2-4 0,-1 0 10 16,1-2-15-16,2-3 0 0,0 3-1 0,0-7-6 16,4 3 2-16,-2-2-1 0,-2 1-4 0,3-2 6 15,-3 1-6-15,2 1 8 0,-4 8-4 0,-2-1-3 16,0 0-1-16,-1 10-3 0,0-3-2 0,0 1-8 15,-1 5-13-15,-1-2-15 0,-3 6-21 0,5-7-20 16,-5 7-21-16,4-7-7 0,-4 7-13 0,0 0-15 16,0 0-18-16,0 0-14 0,5 20-22 0,-5-10-23 15,0-1-174-15,-3 1-420 0,2 0 186 0</inkml:trace>
  <inkml:trace contextRef="#ctx0" brushRef="#br0" timeOffset="193600.6">10340 12069 95 0,'0'0'211'16,"0"0"-8"-16,0 0-9 0,0 0-13 0,0 0-13 15,0 0-13-15,0 0-6 0,0 0-13 0,0 0-9 16,24 0-3-16,-11-3-15 0,7-1-7 0,0 1-12 16,3 1-6-16,5-3-9 0,-7 3-11 0,1-2-4 15,0 1-4-15,-1 1-14 0,-2 1-23 0,-2-2-25 16,-5 1-28-16,-1 0-33 0,0 2-26 0,-4 0-12 16,1-1-30-16,-8 1-10 0,11 0-12 0,-11 0-3 15,8-2-97-15,-8 2-279 0,0 0 123 0</inkml:trace>
  <inkml:trace contextRef="#ctx0" brushRef="#br0" timeOffset="193791.75">10611 11997 57 0,'0'0'149'0,"-7"-6"8"0,7 6 6 15,0 0-2-15,-6-4-7 0,6 4-7 0,0 0-16 0,0 0-18 16,0 0-10-16,0 0 11 0,0 0 3 16,-10 12-1-16,10-2-8 0,-4-1-9 0,1 1 0 15,0 3-4-15,-1 3-8 0,0 0-6 0,0 1-5 16,0 0-7-16,0-1-8 0,0 1-6 0,2 2-4 0,-3-1-1 15,2 0-7-15,0 0-8 0,0-3-18 16,-1 2-33-16,3-5-32 0,-2 2-45 0,2-5-38 16,0 0-57-16,-1-4-184 0,0 1-403 0,2-6 178 15</inkml:trace>
  <inkml:trace contextRef="#ctx0" brushRef="#br0" timeOffset="194478.12">9265 11703 25 0,'0'0'145'0,"0"0"-2"0,-13-2-12 15,13 2 2-15,-7-1-1 0,7 1-2 0,-11 0-8 16,11 0-6-16,-12 0-5 0,12 0-1 0,-11 3-3 15,11-3-6-15,-10 1-5 0,10-1-6 0,-10 3-11 16,10-3 0-16,-9 0-7 0,9 0-6 0,-6 4-7 16,6-4-3-16,0 0-6 0,0 0-4 0,-4 5-4 15,4-5 0-15,0 0 3 0,0 0-3 0,11 14-5 16,1-9 5-16,-2 1 0 0,3-1 2 0,5 2-2 16,2 0-6-16,-1 0-4 0,3-1-3 0,5 2 1 0,-9-3-3 15,1 0-4-15,0 1-4 0,-4 1 2 16,-2-3-2-16,-1 0-6 0,-1 1 4 0,1 1-9 15,-2-3 18-15,-1 3-4 0,0 1-2 0,-4-1-3 16,1 0 5-16,-1 3-4 0,-1-1-2 0,-1 2-1 16,-1 2 4-16,-3-1 1 0,0 2 1 0,-4 3 0 0,-4-1 0 15,0 3 2-15,-3-3-2 0,-2 6-3 16,-1 1-2-16,5-6-2 0,-3 1 1 0,-4 2-3 16,1 2-9-16,-2-1-36 0,0-1-54 0,4-4-69 0,-1 6-63 15,2-4-237-15,0-2-494 0,1 1 218 0</inkml:trace>
  <inkml:trace contextRef="#ctx0" brushRef="#br0" timeOffset="196614.47">11734 11923 189 0,'0'0'199'16,"4"-10"1"-16,-3 4-7 0,-1 6-13 0,0 0-11 15,2-10-14-15,-2 10-14 0,0 0-14 0,0 0-17 16,0-8-12-16,0 8-10 0,0 0-8 0,0 0-5 16,0 0-5-16,0 0-7 0,6 26-6 0,-6-15-5 0,3 0-5 15,-1 1-1-15,0 0-4 0,5 0-7 16,-2-2 0-16,3 1 0 0,1 3-4 0,1-6-2 15,3 3 0-15,1-2 0 0,0 1-1 0,-2-6 0 16,6 1-2-16,0 0 1 0,-2-3-6 0,2 2 0 0,-1-4-5 16,-3 0 6-16,-3-1-2 0,1 0 2 15,-1-1 3-15,-3-1 1 0,3-1 0 0,-1-2-2 16,-3 0 0-16,1 0-2 0,0-1 0 0,-4 1 1 16,1-1 2-16,3 1 2 0,-6-4-2 0,2 3 5 0,0 0-11 15,-2 1 6-15,-2 6 1 0,4-12 1 0,-1 8-1 16,-3 4 0-16,4-8-9 0,-4 8-3 0,2-4-5 15,-2 4 1-15,0 0-5 0,0 0 2 16,0 0-3-16,-2 25 3 0,-2-13 1 0,-1 6 5 0,1 0 0 16,-6 5 0-16,2-1 1 0,3-3-2 0,-1 1-2 15,-2 3-2-15,4-3 6 0,-3 6-1 0,3-7-4 16,-3 1 7-16,3-1-10 0,-4 3-3 16,4-3-3-16,0 1-25 0,1-2-28 0,-1-1-36 0,2 0-40 15,-2-3-44-15,0-2-36 0,2-1-39 0,0-2-183 16,0-1-466-16,2-8 206 0</inkml:trace>
  <inkml:trace contextRef="#ctx0" brushRef="#br0" timeOffset="196828.86">12255 12090 5 0,'2'-5'225'0,"-2"5"-21"0,0 0-22 16,0-9-21-16,0 9-6 0,0 0-9 0,0 0 6 15,0 0-11-15,0 0-12 0,-2 35-8 0,0-23-8 16,-2 5-14-16,1 1-8 0,-2 6-9 0,3-5-8 16,-2-2-5-16,2 1-9 0,-1 0-5 0,3-3-8 15,-5 2-27-15,2-2-34 0,3-2-39 0,-2-1-43 16,1-3-42-16,1 1-47 0,-2-3-123 0,2-7-333 16,-2 8 148-16</inkml:trace>
  <inkml:trace contextRef="#ctx0" brushRef="#br0" timeOffset="196967.43">12241 11982 1526 0,'3'-13'0'0,"-3"2"-5"0,0 3-2 16,0 1-12-16,0 7-26 0,2-10-6 0,-2 10-34 16,9-3 1-16,-9 3-13 0,0 0-93 0,20 11-204 15,-10-5 91-15</inkml:trace>
  <inkml:trace contextRef="#ctx0" brushRef="#br0" timeOffset="197288.74">12483 12213 83 0,'0'0'183'0,"11"-5"0"0,-3 1-5 0,1-2-8 15,0 3-8-15,0-5-4 0,-3 3-13 16,3-4-2-16,1 1-16 0,1-3-15 0,-2 1-1 0,0 2-6 15,-2-2-11-15,-1-1-6 0,-1 3-5 0,1-1-3 16,-1 2-5-16,-2 1-5 0,-3 6-4 0,0-13-5 16,0 13-7-16,-2-8-8 0,2 8-5 15,-8-4-6-15,8 4 1 0,-17 2-9 0,5 4-2 0,3-1-2 16,-4 5-2-16,-1 1-3 0,1 2 0 0,1-1-4 16,3 1 2-16,1 4-2 0,-1-1-4 0,2-2 3 15,4-2-2-15,3-2-2 0,0 2 3 0,2-2-2 16,0 4-2-16,4-6 1 0,-1 2-3 0,7-3-17 15,-3 0-23-15,1-1-28 0,3-1-22 0,1 0-32 16,-1-3-21-16,-2-2-27 0,3 2-22 0,1-4-19 16,-3 1-121-16,1-2-353 0,3-5 156 0</inkml:trace>
  <inkml:trace contextRef="#ctx0" brushRef="#br0" timeOffset="197494.15">12823 11907 143 0,'5'-11'244'0,"-5"-1"-2"0,2 5-18 16,-2 7-16-16,0-10-25 0,0 10-21 0,0 0-17 16,0 0-10-16,0 0 2 0,0 0-6 0,-2 36-13 15,-1-16-8-15,1 4-10 0,0 4-8 0,-1-3-10 16,1 1-5-16,0 0-8 0,0-1-7 0,0 2-7 16,0-8-4-16,2 7-4 0,0-7-29 0,-2 7-36 15,1-7-35-15,1-2-50 0,0-1-33 0,1 0-50 16,1-3-27-16,0-2-142 0,0-2-384 0,4-1 171 15</inkml:trace>
  <inkml:trace contextRef="#ctx0" brushRef="#br0" timeOffset="198187.8">13090 12143 82 0,'0'0'231'0,"-2"-12"-10"15,2 12-9-15,-6-12-10 0,1 8-11 16,-2 1-8-16,0-1-15 0,-1 3-9 0,8 1-15 15,-19 6-10-15,8-1-9 0,0 1-9 0,0 0-9 0,-2 4-14 16,3-1-10-16,1 0-7 0,3-2-9 0,-1 5-4 16,3-3-6-16,-2 1-6 0,4-2-4 15,0-1-3-15,2-7-6 0,2 17 0 0,0-12-7 16,4 1-2-16,0-2-4 0,3 0-4 0,0 0-5 0,3-1-15 16,1-1-18-16,1-3-11 0,1-1-12 0,1-4-21 15,1 0-18-15,-4 2-12 0,4-1 0 0,-3-5-6 16,1 1-24-16,-3 1 13 0,3-3-1 0,-4-1 8 15,1-1 3-15,-4 0 1 0,1-2 10 0,-4 0 8 16,4-3 5-16,-4 0 6 0,-1 0 8 0,0-2 11 16,-2-4 30-16,-1 5 13 0,1 0 6 0,3-2 24 15,-3 2 14-15,-2 1 11 0,0 1 22 0,0 3 12 16,0 2 11-16,2 1 4 0,-2 5 5 0,0 6-1 16,0-12-8-16,0 12-11 0,-2-10-5 0,2 10-11 15,0 0-7-15,0 0-4 0,0 0-2 0,0 0 6 16,0 0 0-16,0 36 8 0,-2-19-7 0,-1 2 7 15,3 0-8-15,-2 6-7 0,0-6-4 0,1 0-6 16,1 0-1-16,-2-1-4 0,0 0-1 0,4 1 3 16,-2 1-10-16,-4-4 1 0,4 1-6 0,2 0-3 15,-4-5 0-15,4-1-6 0,0 0 2 0,-2-1-2 16,3-2-1-16,-1 1 2 0,3-4-7 0,-3 2 5 16,2-1-1-16,3-1-2 0,-1-4-2 0,-6-1 3 15,19 2-2-15,-10-2 0 0,4 0-4 0,-2-5 5 16,5-3-8-16,0 0 6 0,-5 1-3 0,5-2-1 15,1-3 2-15,-3-1-3 0,2 0 5 0,0-1-7 0,-5-2-1 16,3 4 6-16,-3-2-4 0,-1-1 1 16,0 2-2-16,-5-1 1 0,-1 4 1 0,0 1 2 15,-2 2-4-15,0 1 2 0,-2 6-3 0,3-9-2 16,-3 9 3-16,0 0-4 0,0 0 0 0,0 0-2 16,-11-5-2-16,11 5-2 0,0 0 0 0,-18 19 8 15,11-8-8-15,0 0 3 0,1 3 1 0,-2 2 4 16,2-5-3-16,2 2-4 0,1-2 5 0,3 0 1 0,-2 2-4 15,4-3 13-15,-2 2-11 0,5 2-1 0,-3-2-6 16,0-3 2-16,0 3-3 0,0-5-10 16,-2 1-13-16,4-1-17 0,-4 0-24 0,0-7-41 15,-4 13-53-15,2-5-66 0,-4 2-62 0,-1-4-151 0,-2-2-484 16,-4 1 216-16</inkml:trace>
  <inkml:trace contextRef="#ctx0" brushRef="#br0" timeOffset="198344.84">13569 12255 84 0,'9'-1'67'0,"-9"1"-44"0,0 0-52 0,0 0-32 15,0 0 14-15</inkml:trace>
  <inkml:trace contextRef="#ctx0" brushRef="#br0" timeOffset="199082.4">6190 13336 237 0,'0'0'232'0,"-5"-7"-10"0,5 7-12 0,-5-5-16 0,5 5-20 15,0 0-14-15,-8-5-18 0,8 5-13 0,0 0-15 16,0 0-13-16,0 0-9 0,0 0-9 0,27-6-7 16,-9 2-7-16,5 3-10 0,6-3-22 15,1 1-31-15,-1 0-37 0,-1 1-32 0,2 0-34 16,-1-2-33-16,-7 2-11 0,-2 0-11 0,-2-1-9 0,-4 1-100 16,-2 0-282-16,-5 2 125 0</inkml:trace>
  <inkml:trace contextRef="#ctx0" brushRef="#br0" timeOffset="199433.84">6490 13269 129 0,'-6'7'130'0,"2"-1"-1"0,-1 3 17 15,0 3 3-15,1 4-7 0,0 4 9 0,0 4-1 16,2 4-7-16,1-2-3 0,-1 0-6 0,-3 2-12 16,5-1-11-16,0-1-13 0,0 0-8 0,3-1-11 15,-1 0-2-15,0-7-9 0,0 0-7 0,-1-1-7 16,3-2-3-16,-1 2-7 0,-2-4-3 0,-1-2-5 15,0-2 0-15,0 0-8 0,1-2 0 0,-1-7 3 16,0 13-9-16,0-13 3 0,0 8 0 0,0-8-1 16,0 0-7-16,-6 7 1 0,6-7-3 15,-13 1-1-15,13-1-5 0,-14-2 2 0,4-1-2 16,-3 0-3-16,2-1 1 0,-2 2-3 0,1-2 2 16,1 0-3-16,0 0 0 0,-1 1-2 0,4 3 3 0,8 0-4 15,-14-3 5-15,14 3-4 0,-9-3 1 0,9 3-4 16,0 0-1-16,0 0 0 0,0 0 4 0,0 0-2 15,0 0 6-15,0 0-4 0,0 0-2 0,22 9 1 16,-8-5 1-16,5-4-1 0,2-2-15 0,8 0-21 16,1 2-32-16,-4-5-24 0,6 7-41 0,3-4-36 15,-3-4-21-15,0-2-164 0,-2 1-384 0,-3-3 170 16</inkml:trace>
  <inkml:trace contextRef="#ctx0" brushRef="#br0" timeOffset="199646.81">6898 13604 59 0,'0'0'163'0,"-13"-11"6"16,13 11 0-16,-11 0-7 0,11 0 1 0,-17 3 0 16,7-1-5-16,-1 5-4 0,0-3 1 0,-4 8 2 15,1-1-6-15,0 3-4 0,-2-1-8 0,3 3-7 16,2-1-12-16,0-1-14 0,-5 2-9 0,10 0-12 16,0 1-10-16,2-4-5 0,1 1 5 0,6-2-11 15,-1 0-12-15,3 0-7 0,3-3-8 0,1-1-15 16,1 0-28-16,1-2-28 0,6-3-33 0,0-1-38 15,3 0-55-15,7-3-36 0,-6-2-40 0,2 0-146 16,-2-1-412-16,6-3 183 0</inkml:trace>
  <inkml:trace contextRef="#ctx0" brushRef="#br0" timeOffset="199799.11">7320 13579 165 0,'14'-3'148'0,"-8"2"-9"0,4-1-17 16,1 1-15-16,-2 0-13 0,-9 1-31 0,23-2-34 16,-12 2-49-16,-1 2-35 0,-2-1-77 0,-3 2-143 15,-5-3 63-15</inkml:trace>
  <inkml:trace contextRef="#ctx0" brushRef="#br0" timeOffset="199943.98">7320 13699 33 0,'-4'4'155'0,"4"-4"4"0,-8 8-11 0,8-8-4 16,-3 6-15-16,3-6-10 0,0 0-5 0,0 0-9 16,0 0-9-16,10 10-8 0,0-11-9 0,2 1-24 15,-12 0-36-15,32-6-38 0,-4-1-71 16,1-1-133-16,2 1-241 0,-2-4 107 0</inkml:trace>
  <inkml:trace contextRef="#ctx0" brushRef="#br0" timeOffset="200630.02">8332 13272 95 0,'4'-6'211'0,"-4"6"-20"15,0 0-13-15,0 0 0 0,0 0-7 16,1 21 1-16,-6-5-6 0,-4 6 7 0,-4 4-13 15,-2-1-12-15,0 0-12 0,-1 1-13 0,1 0-11 0,-3-4-9 16,4-3-13-16,0-2-4 0,3-4-9 0,-1 2-5 16,-3-2-7-16,3-1-2 0,2-3-8 15,1-1 3-15,0-3 1 0,0 0 1 0,2 0 3 16,-1-3-3-16,1-2-7 0,7 0 4 0,-12 0-9 16,12 0-2-16,-11-4-2 0,8-1-8 0,3 5-3 0,-4-14-4 15,5 5-3-15,0-4-3 0,3 1 0 0,0-2-5 16,2-2-1-16,3 2 3 0,-1-2-3 0,1 3-8 15,-3 2 0-15,2 4 7 0,0-2-11 16,-3 5-2-16,0-1 0 0,1 1-2 0,-6 4-2 0,13-1-2 16,-13 1-1-16,14 7 1 0,-6-1 4 0,-1 1 5 15,2 3 7-15,-2 2-7 0,0 2 4 0,2 1-2 16,-2 1-8-16,-2-4 7 0,0-2 0 16,3 6 2-16,-1-2 1 0,1-1-5 0,-3-3 0 15,0 1-8-15,3 0-26 0,-2-1-25 0,-2-4-45 16,0 1-54-16,-4-7-40 0,8 9-46 0,-1-5-41 0,-7-4-169 15,17 0-484-15,-3-3 215 0</inkml:trace>
  <inkml:trace contextRef="#ctx0" brushRef="#br0" timeOffset="201454.59">8576 13295 133 0,'0'0'226'0,"4"-8"-23"0,-4 8-16 16,6-8-15-16,-2 6-9 0,-4 2-14 0,13-2-14 15,-2-1-10-15,0 2-16 0,2-1-11 16,2 2-10-16,-2 0-8 0,6-1-8 0,-8 1-10 0,2 1-15 16,-3-1-18-16,-2 0-10 0,1 0-9 0,-9 0 14 15,10 0-24-15,-10 0 0 0,8 0 0 0,-8 0 0 16,0 0-7-16,0 0 3 0,0 0-6 16,0 0 6-16,0 0-2 0,0 0 2 0,0 0-3 0,0 0 1 15,-27 3-2-15,21 0 5 0,-1 1 4 0,7-4 2 16,-11 8 7-16,4-1 7 0,1 4 20 0,1 6 2 15,-2 2 12-15,1 0 7 0,0 6 0 0,-2 3 14 16,4 0-1-16,-1 3 2 0,1-3 0 0,-3-1-1 16,4 0-6-16,2 1-6 0,-3-2-1 15,4 0-3-15,-3-9-9 0,2 3-1 0,1-4-4 0,-1 2-1 16,1 0-5-16,0-5-3 0,0 2-2 0,0-3 0 16,-2-2-8-16,1-4 1 0,1-6 2 0,-2 10 3 15,2-10-5-15,-6 5-2 0,6-5 1 0,-8 1-6 16,8-1-1-16,0 0-3 0,-16-6-3 15,10-2-5-15,-2 0 3 0,3 1-1 0,0-1 1 0,0-1 0 16,2 3-6-16,1-1 2 0,2 7-2 0,-4-13-2 16,4 13-1-16,-1-10-1 0,1 10-2 15,0 0 1-15,2-9-4 0,-2 9 7 0,9 0-4 0,-9 0 0 16,14 4-1-16,-1-4-12 0,-1 3-10 0,5 0-7 16,0-2-25-16,3 2-17 0,-1-1-17 0,0-2-17 15,2 2-11-15,1-2-15 0,6-1-7 0,-2-2-1 16,2 2 12-16,-1-5 2 0,-4 4 11 0,-3-2 12 15,-3-3 16-15,3 1 12 0,-3 0 9 0,-1 0 3 16,-4 2 7-16,0-4 6 0,-1 3 17 0,-2 0 8 16,1-2 22-16,-4 3 19 0,-1-2 20 0,-2 1 11 15,1 0 9-15,-4 5 9 0,0-8 12 0,0 8 7 16,0 0 1-16,-9-8 8 0,9 8 3 0,0 0 10 16,-24 8 0-16,13-2 5 0,-5 2-2 0,0 2-5 15,1 3-9-15,1-2-5 0,0 2-10 0,0 1-9 16,5 2-6-16,-1-3-8 0,3 1-3 0,4-2-6 15,1-2 3-15,1 0-9 0,2 1 0 0,2-3-5 16,2-3 5-16,1 0-7 0,3 2-7 0,-2-5 3 16,3 1-8-16,1-1 0 0,1-2-1 0,-3-2-5 15,2 1-2-15,-2-4 4 0,-1 4-2 0,-3-5-4 16,-5 6 2-16,10-4-5 0,-7-1 3 0,-3 5-4 16,6-6-3-16,-6 6 5 0,2-6-7 0,-2 6-2 15,0 0 1-15,0 0 5 0,0 0-3 0,-25 5 3 16,14 0-1-16,-6 0 9 0,2 5 2 0,-2-1 6 15,3 3 1-15,0-2-2 0,5-1-2 0,-1 0 0 16,1 3 0-16,3-3 0 0,2 1-3 0,1 0 3 16,-1 0-5-16,6 0-13 0,-2-10 6 0,5 15-24 15,1-11-43-15,7 5-36 0,-2-6-51 0,2-1-59 16,8-1-49-16,0 0-37 0,7-1-168 0,0-4-500 16,2 2 222-16</inkml:trace>
  <inkml:trace contextRef="#ctx0" brushRef="#br0" timeOffset="201673.12">9414 13583 142 0,'11'-2'243'15,"0"2"-25"-15,3-2-25 0,4 2-18 0,1 0-17 16,3-2-20-16,6 2-11 0,-7 2-12 0,0-4-15 15,1 2-6-15,-4-1-4 0,2 1-18 0,-2-1-28 16,-6 1-22-16,-1-2-39 0,1 1-24 0,-4 0-31 16,-1-1-36-16,-7 2-34 0,8-3-117 0,-8 3-280 15,5-6 124-15</inkml:trace>
  <inkml:trace contextRef="#ctx0" brushRef="#br0" timeOffset="201861.69">9636 13480 98 0,'0'0'212'15,"0"0"-9"-15,-8-4-18 0,8 4-5 0,0 0 13 16,-8 13 5-16,6-5 3 0,-3 4-8 0,2 3 4 16,-3 1 4-16,0 1-8 0,0 1-6 15,1 1-5-15,0-1-21 0,1 0-14 0,0 1-9 0,2 0-22 16,0-1-4-16,0 0-9 0,1 1-9 0,1-1-19 16,-2-5-21-16,1 4-49 0,-4-2-49 0,4-4-52 15,0 0-64-15,1-2-74 0,-2 2-282 0,2-11-559 16,-6 16 247-16</inkml:trace>
  <inkml:trace contextRef="#ctx0" brushRef="#br0" timeOffset="203493.87">10184 13384 35 0,'-6'-5'197'15,"6"5"-16"-15,0 0-3 0,-4-8-9 0,4 8-3 16,0 0-3-16,0 0-6 0,-3-9-6 0,3 9-3 0,0 0-7 16,0 0-3-16,0 0-6 0,0 0-2 15,-2-5-6-15,2 5-7 0,0 0-7 0,0 0-2 16,0 0-7-16,0 0-8 0,0 0-5 0,0 0-7 16,-4-7-2-16,4 7-3 0,0 0-3 0,0 0-2 0,0 0-9 15,0 0 2-15,0 0-2 0,0 0-3 0,0 0-8 16,0 0-6-16,0 0 1 0,0 0-4 0,0 0-3 15,0 0-3-15,0 0 2 0,-7-4-8 16,7 4 1-16,0 0 0 0,-5-5-8 0,5 5-2 0,0 0-4 16,-9-5-1-16,9 5-1 0,-7-4 2 0,7 4-5 15,-7-2 2-15,7 2 2 0,0 0 2 0,-6-4-1 16,6 4-8-16,0 0-3 0,0 0 4 16,0 0-5-16,0 0-2 0,0 0-1 0,0 0 4 15,0 0-1-15,0 0-2 0,33 3 1 0,-15-3 0 0,10-2-6 16,-1 2-15-16,-4 0-13 0,4-2-18 0,-7 2-16 15,-1-1-26-15,-2 0-22 0,0 1-26 0,-5 1-25 16,-3-1-22-16,-1-1-12 0,-8 1-8 0,15 0 2 16,-15 0 7-16,9 0 15 0,-9 0 8 0,0 0 10 15,9 0 12-15,-9 0 16 0,0 0 16 0,0 0 4 16,0 0 12-16,0 0 9 0,0 0 12 0,0 0 20 16,0 0 18-16,0 0 15 0,-32-5 12 0,32 5 10 15,0 0 19-15,-14-3 23 0,9 3 11 16,5 0 12-16,0 0 10 0,-14 0 4 0,14 0-3 15,-8 4 9-15,4 1 8 0,1 1 3 0,-2 4 19 0,0 7 7 16,-2 1-2-16,-2 6 5 0,0 3 5 0,4 1-5 16,-1-3-4-16,2 1-7 0,0 0-14 0,0 0-7 15,0-6-8-15,3-1-5 0,-1 8-7 0,-1-7-4 16,2-1 0-16,0-1-7 0,2 0-6 0,-2-2-7 16,1-3-2-16,-2-3-3 0,2 3-4 0,0-4-5 15,0 0-5-15,-1-1 2 0,1-8 0 16,0 13-2-16,0-13-2 0,-1 8 0 0,1-8 2 0,0 0-3 15,-3 8-4-15,3-8-2 0,-5 3 0 0,5-3-3 16,0 0-1-16,-18-3-5 0,18 3 6 0,-15-3-5 16,2-1-9-16,3 1-3 0,-2 0 0 0,0-2 4 15,1 0-7-15,2 2 5 0,-3 0 1 0,12 3-4 16,-20-3 1-16,11 1-1 0,9 2 3 0,-12-2-2 16,12 2 1-16,0 0-3 0,-13-3-2 0,13 3 0 15,0 0 2-15,0 0 2 0,0 0 1 0,0 0 2 16,0 0-2-16,0 0 12 0,0 0-8 0,27 11 0 15,-8-8-1-15,1-2-8 0,10-3-12 0,-1 2-17 16,2-3-16-16,1 2-13 0,-2-2-26 0,3 0-13 16,-4-2-9-16,0 2-3 0,2-4 0 0,-9 6 0 15,6-3 14-15,-7-1 6 0,0 0 4 0,-2 2 6 16,-1-2 3-16,-1-1 12 0,-5 1 11 0,0 0 0 16,-2 1 5-16,0-2 14 0,-3 4 17 0,-2 0 17 15,-5 2 21-15,7-3 6 0,-7 3 11 0,0 0 2 16,7-6 10-16,-7 6 1 0,0 0 4 0,0 0 4 15,0 0 11-15,0 0 9 0,0 0-2 0,-26 13 8 16,16-4 8-16,-3 0 6 0,0 2-3 0,-2 2 2 16,1 1-10-16,-1-2-3 0,3 2-8 0,1-1-7 15,3 1-3-15,2-2-6 0,2-2-8 0,1 1 0 16,2-3-6-16,1 0-3 0,4 0-3 0,2 0 0 16,1-1-4-16,4-2 2 0,6 0-9 0,2-3 0 15,1 0 0-15,2-2-2 0,6-2-1 0,0-3 1 16,-6 0-1-16,5-2-3 0,-7 1 0 0,-1 0-3 15,1-3-3-15,-3 1 4 0,1-1-5 0,-2 0 1 16,-2 1 1-16,-1-4-3 0,-3 6 0 0,0-2 2 0,-4 1-4 16,-1 3-1-16,-5 4 0 0,10-9 0 15,-10 9-1-15,7-7-1 0,-7 7 3 0,0 0 2 16,0 0 5-16,0 0-1 0,-18 18 3 0,12-11 3 16,-3 2-4-16,1-2 0 0,3 5 2 0,-1-4-5 15,3 2 0-15,2-4 0 0,-1 4 1 0,2-10-2 16,4 16 1-16,-2-10 2 0,2-2 6 0,3 3 2 15,1-4 4-15,-1-1 3 0,4 0 1 0,0-4 4 16,2 2 2-16,-3-3 1 0,3-1 6 0,-5-1 9 16,2 0 4-16,-2-1-6 0,-1 0 6 0,1-1-22 15,-2-1 12-15,-6 8-13 0,3-17 18 0,-3 7-20 16,0 10-2-16,-9-20 8 0,2 8-23 0,-5-1-2 16,-1 3-3-16,-2 0-20 0,-2 4-23 0,-2-1-21 15,-7-1-22-15,-2 8-31 0,1-2-43 0,-1 4-55 16,8 0-66-16,-10 0-308 0,9 3-631 0,1 0 280 0</inkml:trace>
  <inkml:trace contextRef="#ctx0" brushRef="#br0" timeOffset="204154.11">5342 13171 76 0,'0'0'138'0,"6"14"11"0,-6 1 1 0,0 12 0 16,-3 9-10-16,-4 16-3 0,-2 5-23 0,-3 1-17 16,-3 24-4-16,5-28-6 0,-2 6-11 0,2-1-10 15,2-3-5-15,-2 0-8 0,5-3-4 16,1-5-8-16,3-14 1 0,4 1-23 0,-2-4-17 0,1-1-24 15,3-2-21-15,-2-2-33 0,2-6-40 0,-4-1-30 16,2-1-78-16,1-7-240 0,0-1 106 16</inkml:trace>
  <inkml:trace contextRef="#ctx0" brushRef="#br0" timeOffset="204966.26">5472 12991 78 0,'15'-6'169'0,"6"0"-14"0,9-2-17 0,5 3-10 15,18-4-15-15,5 2-11 0,0 2-8 0,9-4-10 16,32 3-8-16,0-1-10 0,4-2-6 0,7 2-10 15,7-3 5-15,6-2-16 0,1 2 4 0,4-2-7 16,3 0-4-16,1 1-1 0,-1 4-4 0,0-1-6 16,3 1-2-16,-1-2 2 0,8 1 3 0,-1 1-6 15,1 0 0-15,3 4-7 0,0-2 6 0,5 2-8 16,-1-2 0-16,0 2 2 0,2 3-2 0,-1-2-2 16,-7-1-2-16,0 2 3 0,-1 2 1 0,-3 1 1 15,-3 1-5-15,-2 0 2 0,0-5 0 0,-8 2-2 16,-3 0-1-16,-1 2-1 0,-2-2-2 0,-7 0 2 15,-6 0-3-15,-7 2-1 0,-6 2 2 0,-28-2-3 16,3-2 4-16,-5 2-6 0,0-1 2 0,0-1-1 16,-7 2 3-16,-3 0-3 0,-2-1-1 0,-13-1 1 15,-2 3 1-15,-4-2 1 0,0 0 4 0,-1 3-4 16,-2-2 2-16,-7 1-1 0,-2 0 1 0,-3 0-3 16,-3 1 0-16,-1-2 5 0,-4 2 3 0,3-1 8 15,-5 3 3-15,1-2 5 0,-5 2-3 0,6 2-3 16,-7-2 0-16,0 1-3 0,-2 2 0 0,1 1 2 15,2 1-3-15,-2 6-6 0,-2-2 3 0,0 2-1 16,-1 2-3-16,1 1 0 0,-1 5 3 0,0 2 0 16,-3 4-1-16,0-4 0 0,3 3 1 0,0 2 10 15,0 1-8-15,2 1-1 0,-3 2-4 0,0 10 4 16,5-12-1-16,-1 13-2 0,-1-13 8 0,-1 2 1 16,5 11 7-16,-4-11 7 0,5 13-5 0,-4-4-1 15,-1-10-4-15,5 11 1 0,-2-10 2 0,1 10-5 0,-4-10-3 16,5 10 4-16,-3-10 1 0,0 11 7 0,0-13-12 15,-2 13 2-15,6-14-1 0,-7 1-1 16,1 0-4-16,0-1 2 0,0-2-1 0,0 2-2 16,0-2 0-16,-1-2 2 0,-1-2-3 0,-2 2 4 0,-2-4-5 15,1-6-1-15,0 1-1 0,-2-4 1 0,-3 1 0 16,-2-2 0-16,-4-5 2 0,-4 7 4 0,-2-4-10 16,-6-1 5-16,-4-5-1 0,-6-1-2 0,-16-2 1 15,-5-2-3-15,-30-2-1 0,-1-2-2 16,-3-7 0-16,-5 5-2 0,-10-7-5 0,-4 1 2 0,-13 2-2 15,-6-1 4-15,-6-1-8 0,-11 5-2 0,-10 0 7 16,-10 2 0-16,-9-1-2 0,-6 4 0 0,-9 0 3 16,-11 7 1-16,-4 2-2 0,-8 0-3 0,-6 7 3 15,-2 0-2-15,-4 3-1 0,4 2-10 0,2-5-10 16,2 6-16-16,4-3-29 0,12 1-38 0,10-7-31 16,12 3-43-16,7-1-125 0,18-6-336 0,14-10 150 15</inkml:trace>
  <inkml:trace contextRef="#ctx0" brushRef="#br0" timeOffset="205792.36">2858 7899 1695 0,'12'-23'-15'0,"-4"4"15"0,-1 3 31 15,-3 3-5-15,0 4-12 0,-2 0 2 0,1 5-15 16,-3 4 1-16,0 0 1 0,0 0 0 0,15 18 3 16,-10-1 7-16,1 13 1 0,0 14-5 0,-5 8 16 0,-2 3 3 15,-3 4 1-15,-5 24 6 0,0 1 1 16,-1 6 0-16,1-3-5 0,-6 2-6 0,3-4 6 16,1-26-10-16,-1 0 3 0,2-2-4 0,5-3-1 15,0-5-6-15,-2-3 4 0,5-11-1 0,1 0 5 16,-3-5-8-16,2 1 0 0,2-3 2 0,0 0-5 0,0-5-10 15,2 4-13-15,-2-10-24 0,1-1-15 0,-1-5-28 16,3 0-23-16,-1-3-26 0,1-2-14 16,-3-6-22-16,6 6-98 0,-6-6-284 0,0 0 126 15</inkml:trace>
  <inkml:trace contextRef="#ctx0" brushRef="#br0" timeOffset="208382.22">2873 7596 118 0,'-4'-6'135'0,"1"-1"-20"0,3 7-6 0,-5-7-10 16,5 7-17-16,-4-6 3 0,4 6-21 0,0 0-4 15,0 0-9-15,0 0 11 0,26-2-21 0,-7 4-6 16,10 4 5-16,3 0-3 0,4-1-5 0,1 0-5 16,17 6 0-16,2-4 5 0,5 5 0 0,5-3 0 15,-1-2 4-15,32 10 2 0,-5-5-8 0,1-1 0 16,-1-2-5-16,-2 7-1 0,2-8-2 0,5 3 1 16,-2-4 2-16,5 1-8 0,5-4 2 0,4 2 1 15,-1 1-6-15,3-4 2 0,6-1 0 0,-6 4 0 16,7-6-5-16,6 0-8 0,1-2 9 0,1 4-1 15,-2-6-4-15,0 3-3 0,4-2 4 0,2 2-5 16,2-5 3-16,2 0 3 0,0 3-7 0,-2-5 5 16,5 6-1-16,-2-5-3 0,-2-1 2 0,6 3-3 15,-6-1 3-15,-1-6-2 0,2 5 0 0,-1-1 4 16,-1 0-7-16,2-2 4 0,-5 7 0 0,-4-5-8 16,0-3 6-16,-2 4 1 0,-3 0-2 0,-2 1 2 15,-2 1-1-15,2-2-3 0,-3 4 2 0,-5-3-11 16,4-1 11-16,-2 0 0 0,-1 1 3 0,0 1-3 15,3-3-1-15,-5 4 3 0,1 1 0 0,-2-5 3 0,-4 4-7 16,-1-3-2-16,-3 4 2 0,1-1 2 16,-4-2 1-16,1 0 1 0,-7 3 0 0,-26 1-6 15,29-2 2-15,-4 0 3 0,1 1-4 0,-30 0 0 16,29 0 6-16,-26 3-6 0,1 0 2 0,2-2-1 16,23-2 0-16,-30 8 5 0,3-4-6 0,1 2 4 0,-1-2-3 15,0 4-1-15,-1-1 5 0,0-1-4 16,0 2 0-16,-4-4 1 0,3 3 0 0,2 0 1 15,-2 1-1-15,2 4 1 0,5 0-2 0,-7-3 1 16,1-1-1-16,-1 2-8 0,-3 2 12 0,3-3 3 16,1 1-7-16,1 2 5 0,1-3-5 0,-1 2 0 0,0 2 3 15,-1-5-1-15,3-1-2 0,-2 2 4 16,0-2-4-16,0 3 0 0,-2-2 0 0,-3 1 1 16,1 2 1-16,-4-1-2 0,4-2 1 0,-3 3 4 15,0-3 0-15,1 4-1 0,-3 0-3 0,1-4 3 16,-1 5-2-16,-2 0-1 0,4 1-1 0,-3-4 7 0,-13 1-3 15,9 0 1-15,-14-1-3 0,4 0-2 16,-3-1 0-16,-1 2 0 0,-5-2 1 0,6 0 0 0,-5 3 3 16,1-4-4-16,-6 3 0 0,-5-3 6 15,8 0-11-15,-9 0 9 0,1 1-7 0,-1-1 4 16,-1 2 0-16,0-1 0 0,-3-2 1 0,-2 2-4 16,-2-2 6-16,2 0-2 0,-3 0-2 0,0 1 1 15,-1-3 2-15,0 4-10 0,-10-5 9 0,13 5-6 16,-13-5 10-16,11 3-7 0,-11-3 1 0,8 1-3 15,-8-1 2-15,0 0 4 0,11 5 0 0,-11-5-3 0,0 0 0 16,8 5-2-16,-8-5-7 0,0 0 9 0,0 0 1 16,6 7-2-16,-6-7 2 0,0 0-4 0,0 0 5 15,9 4-1-15,-9-4 4 0,6 6-5 16,-6-6-1-16,7 4 1 0,-7-4 2 0,0 0 2 16,12 7-4-16,-8-4 2 0,-4-3-1 0,12 8 4 0,-3-4-1 15,2 3-3-15,-3-2 3 0,4-1 0 0,5 0 2 16,-3 4-10-16,1-4 2 0,4 2 1 0,-1-2 5 15,0 2-1-15,0-2 0 0,2 1-4 0,1-1 6 16,-1 0-4-16,1 0 2 0,0 1-7 16,-1 0 6-16,-2-1-3 0,-1 1 0 0,0 0 3 0,1-2-1 15,-7 2 1-15,3-2-1 0,-1 0 3 0,1 1 0 16,-1 0 0-16,-2-3-4 0,1 3 1 16,1-3 3-16,0 1-3 0,-1 0 3 0,1 1 0 15,0-1-1-15,0 0-7 0,-2-1 4 0,1 0 0 16,-3 1 0-16,1 1 5 0,1 0-2 0,-11-3 2 0,18 1-5 15,-7-1 2-15,-11 0-3 0,11 5 1 0,-11-5 2 16,14 3-3-16,-14-3 6 0,13 4-5 0,-13-4-1 16,10 4 4-16,-10-4-3 0,10 5 0 15,-10-5 5-15,9 5 0 0,-9-5 2 0,7 9 1 16,-2-3-1-16,-5-6-1 0,6 12 1 0,-1-4 8 0,-2 3-3 16,1-1 1-16,0 1 0 0,-2 3-2 0,1-2 2 15,-1 8-1-15,2-2-3 0,-1 2 4 0,-1-1 5 16,1 6-4-16,-3 2 10 0,2 3 0 15,-2-1 9-15,0 1 4 0,3 4-1 0,-6-1 0 0,3 2-2 16,-2 11-4-16,0-10-6 0,1-2 2 0,-3 1-4 16,-1 12-1-16,3-11-2 0,-3 9 1 0,-1-10 1 15,3-1 1-15,-4 2 2 0,3-1 0 0,-1 9 2 16,2-10 1-16,0 12 2 0,0-11-2 0,2-1-1 16,-2 1 3-16,2 0 7 0,0-1-10 0,0 1-4 15,-2-2 4-15,2-1-3 0,-1 0 3 0,4 0 4 16,-4 0-8-16,0-1 4 0,-1 1-7 0,4-2 1 15,-2-1 2-15,1 0 9 0,-1-2-3 0,-3-1 8 16,8 0-8-16,-4-2-1 0,-5-6-3 0,4 0 5 16,0-1-6-16,1-2-8 0,0 3 3 0,-3-1-3 15,3-2 3-15,0-15-3 0,0 25 0 0,-2-11 1 16,2-14 7-16,-2 22-10 0,1-12 1 0,1-10-1 16,-5 20 6-16,2-11-1 0,3-9-7 0,-3 18 1 15,-2-9 3-15,5-9-3 0,-8 15-5 0,4-8 2 16,4-7 1-16,-11 12-4 0,11-12 10 0,-7 14-8 15,7-14 4-15,-14 13-8 0,10-7 0 0,4-6 3 16,-9 13-1-16,0-7-2 0,0 2 2 0,0 0-2 16,-3-1-2-16,2 2 4 0,-1-2-1 0,-3 2-2 15,-4 0 1-15,4-1-1 0,-2-1 4 0,0 1-3 16,1 1-1-16,-3-2 2 0,2 1-1 0,-2 0 3 16,-2 1-4-16,2-4 2 0,-2 2-2 0,-1 1 2 15,1-2 1-15,-2 0 1 0,2 0 2 0,-7 1 0 16,-2-1 1-16,0 0-1 0,-3-1 1 0,0 2-5 15,2-4 6-15,-6 3-4 0,3-2 0 0,-2 1 11 16,1-1-12-16,0-3 1 0,-3 2-2 0,0-1-3 16,1 1 8-16,0-3-4 0,-2 1-2 0,0 2 2 15,0-2 0-15,-3 0 1 0,3 3-1 0,-14-3-1 16,1 3 4-16,-3-2-7 0,2-3 4 0,1 1 1 16,-1-1-9-16,-2 0 8 0,2-1-2 0,12 1 9 15,-16-2-12-15,-5 3-3 0,5-4 4 0,-4 2 4 16,-1 2-2-16,0-4-3 0,-7 1 1 0,-24 1-1 15,27 1-3-15,-27-2 9 0,29 1-4 0,-2-1-5 16,-29-2 2-16,4 2 2 0,29 1-2 0,-29-6 0 16,25 7 2-16,-27 0-1 0,27-1 5 0,-32-3-7 15,30 4 0-15,-27-3 5 0,0 4-2 0,29-2-2 16,-34-1 3-16,7-4-1 0,26 5 3 0,-33 1-4 16,3-2 3-16,0-2-3 0,4 2 3 0,1 0-5 15,-1 0 1-15,2 1 1 0,-2 0 3 0,-2 0-3 16,4-3-1-16,-4 0-1 0,2 5 3 0,3-2-2 15,-2 0 1-15,26 0 0 0,-32-1 0 0,6 1 3 16,0-1-1-16,25 0-3 0,-29-2 0 0,29 2 4 16,-25-2-2-16,-2 3-3 0,29-1 1 0,-1-1 0 15,-29-2 1-15,29 3 3 0,-29-3-3 0,30 2 2 16,-27 0-4-16,27-2 7 0,-2 3-3 0,-29-1-4 16,29-1 2-16,-24-3-1 0,24 5-3 0,-1-2 4 15,-22-1 0-15,22 2-4 0,5 1 5 0,-5-1-1 16,1 2 3-16,-24-4-5 0,30 2 2 0,-1 2 2 15,-2-2-1-15,1 1 1 0,-1-1-1 0,2-1 0 16,-2 3 1-16,2-4-2 0,1-3 4 0,0 7-7 16,-2 0 3-16,2-4 2 0,0 1-1 0,-2 0-2 15,-4 0 2-15,8 0-2 0,-2 2 2 0,-1-3-4 16,3 2 4-16,5 1-2 0,-8 2 2 0,3-3-1 16,3 0 1-16,-1 3-3 0,5-3 6 0,-1 4-4 15,1-2-1-15,1 2 6 0,-3-3-2 0,0 3-5 16,-1-1 5-16,4 2-6 0,-4-2 5 0,3 1-2 15,13 0 0-15,-18-3 2 0,6 2-6 0,-3-1 1 16,15 0 1-16,-1 1 4 0,-14 0-1 0,1 2-5 16,1-1 2-16,11-1-1 0,-14-1 2 0,4 2 1 15,-2 2 0-15,0-5 6 0,0 2-8 0,12 1 2 16,-12-2 3-16,1 2-7 0,12 0 1 0,-12-2-2 16,-2 2 8-16,3 0-6 0,10 0-1 0,-12-1 0 15,1-1 3-15,12 1 4 0,0 1-8 0,-12-1 2 16,13 1 6-16,-3 2-9 0,-10 0 6 0,10-2 3 15,-9-3-7-15,14 2 3 0,-2 1 2 0,0-2-3 16,1 1 8-16,-2-1-6 0,5-1 2 0,-3 2 1 16,1 0-4-16,1-1 3 0,-2-1-6 0,1 3 2 15,-2-3 2-15,4 0-4 0,-1-1 2 0,1 3-5 16,0 0 10-16,1 1-5 0,3-2 2 0,-1 2 0 16,0-3-1-16,-1 3 4 0,11-3-4 0,-10 1 2 15,-1 0 1-15,3 1-5 0,-2 1 4 0,3-1 0 16,-2-3-1-16,2 3 1 0,-4 0-4 0,4-2 2 15,6 2-1-15,1 1 3 0,-6-2-3 0,-1 2 1 16,9-1 1-16,-3 1-4 0,2-1 4 0,0-1 6 16,-8 1-10-16,9 1 3 0,1-2-2 0,-5 2 5 15,3 0 1-15,-1 0-2 0,2 0 1 0,-1-3-2 16,2 3 2-16,-1-1-4 0,-1 0 2 0,2-1 0 16,6 1-8-16,-2-1 10 0,-4 1 1 0,6 0 4 15,-1 1-10-15,1-3 3 0,0 2 2 0,2 0-5 16,2-1 1-16,1 1 0 0,7 1 3 0,-14-2-1 15,14 2 0-15,-13-1-4 0,13 1 6 0,-12 0-4 0,6-3 3 16,6 3-2-16,-13-3 2 0,7 3-4 16,6 0 1-16,-14-3 3 0,14 3 2 0,-11-1-1 15,11 1-3-15,-7 0 0 0,7 0 2 0,0 0-1 16,-12-1 0-16,12 1 0 0,0 0 0 0,0 0 0 16,0 0-9-16,0 0-12 0,-11 0-18 0,11 0-16 0,0 0-19 15,0 0-21-15,0 0-17 0,0 0-18 16,-7-2-45-16,7 2-33 0,0 0-12 0,-4-8-34 15,4 8-135-15,-5-7-420 0,5 7 186 0</inkml:trace>
  <inkml:trace contextRef="#ctx0" brushRef="#br0" timeOffset="208984.52">2687 9147 128 0,'-1'-8'144'0,"1"8"-7"0,0 0-1 0,0-10-5 16,0 10 0-16,0 0-12 0,-3-10 5 0,3 10-12 16,0 0-6-16,0 0-8 0,0 0-7 0,0 0-11 15,0 0-5-15,0 0-11 0,0 0-9 0,0-9-9 16,0 9-1-16,0 0-4 0,0 0-5 0,0 0-4 16,0 0-8-16,3 29 0 0,-3-12-3 0,0 0 2 15,3 9 2-15,-5-2-4 0,1 5 2 0,0 1-1 16,-5 3 1-16,4-1-5 0,-2 0 0 0,0 1-6 15,2-2 4-15,0-5 2 0,-1 1-7 0,3-3-2 16,-3-5-4-16,2 0 5 0,1 5-3 0,-1-7 2 16,-1 1-7-16,2 1 2 0,0-3 3 0,-1 1 2 15,2-2-5-15,-1-2 0 0,-1 2 6 0,0-3-6 16,1 0 0-16,0-2-2 0,0 0 4 0,0-1-1 16,0 1 1-16,1-2-1 0,0-2-2 0,-1-6 0 15,2 14-1-15,-1-10-2 0,-1-4 1 0,1 8 2 16,-1-8-1-16,3 7-2 0,-3-7 5 0,0 0 2 15,0 0-2-15,3 6-2 0,-3-6 0 0,0 0-2 16,0 0 0-16,4 5-1 0,-4-5 3 0,0 0-3 16,0 0 0-16,9 6 3 0,-4-5-2 0,-5-1-7 15,9 4-6-15,-1-2-10 0,2 2-3 0,0-2-9 16,4 0 0-16,6 2 0 0,1-4-11 0,10 0-17 16,4-2-8-16,0-2-4 0,18 4-16 0,-2-5-19 15,5 0-16-15,-2 2-12 0,2 0-115 0,0-4-272 16,4 0 120-16</inkml:trace>
  <inkml:trace contextRef="#ctx0" brushRef="#br0" timeOffset="-151886.47">10338 14015 2 0,'0'0'53'15,"0"0"1"-15,0 0-9 0,0 0 1 0,0 0 3 16,0 0-8-16,0 0-16 0,-10 0-1 0,10 0-2 16,0 0 0-16,0 0-1 0,0 0 1 0,0 0-3 15,0 0-4-15,0 0 2 0,0 0 0 0,0 0-5 16,0 0 2-16,0 0-5 0,0 0 2 0,0 0-5 15,-14 2 2-15,14-2 1 0,-7 3-7 0,7-3 5 16,-11 4-3-16,6-2-3 0,0 2-1 0,5-4 7 16,-14 3-1-16,5-2-2 0,1 2 1 0,-2-1-3 15,1 0 1-15,0 1-2 0,-1 1-1 16,-3-3 3-16,3 0 3 0,-1 2-4 0,-7-2 4 0,6 1-9 16,0-1 3-16,-5 0 3 0,-2 2 8 0,6-2-1 15,-2-1 0-15,3 1 0 0,-1 0 2 0,2-2 8 16,0 1 8-16,0 0-9 0,11 0 3 0,-13-1 1 15,7 2 10-15,6-1-8 0,0 0 4 0,-13 1-5 16,13-1 0-16,0 0 1 0,-6 2 7 0,6-2-5 16,0 0 5-16,0 0-3 0,0 0-4 0,24 3 9 15,-6-1-1-15,10-1-2 0,3-1-5 0,3 0 9 16,6 0 7-16,15-4-7 0,2 0-6 0,3 4-10 16,2-2-20-16,-1-3-17 0,2 1-10 0,4 0-28 15,-5 1-24-15,-2-3-36 0,-4 3-64 0,2-4-194 16,-1-2 85-16</inkml:trace>
  <inkml:trace contextRef="#ctx0" brushRef="#br0" timeOffset="-150568.48">10102 14090 2 0,'-6'2'41'0,"6"-2"-2"0,0 0-7 15,0 0-2-15,0 0 4 0,-8 2 0 0,8-2 2 16,0 0-5-16,0 0 4 0,0 0 3 0,0 0-5 15,0 0-2-15,0 0-3 0,0 0 3 0,0 0 5 16,-8 4-15-16,8-4 16 0,0 0-1 0,0 0-1 16,0 0 0-16,0 0 7 0,0 0 2 0,0 0-14 15,0 0 4-15,0 0-4 0,0 0-4 0,18 6-1 16,-18-6 3-16,9 1-2 0,-9-1 0 0,12 2 0 16,-6-1-2-16,4-2 3 0,1 1-3 0,1 1-10 15,3-1 26-15,2-1-5 0,4 2-4 0,1 0-5 16,-1-1 5-16,10 2-10 0,2-4 0 0,-1 2-8 15,1-1 1-15,2 2 1 0,1-2 1 0,1 1-18 16,-3 3-17-16,1-2 7 0,2-2-8 0,0 1-13 16,-1 0-5-16,1 0-22 0,-4-3-5 0,4-1-15 0,-1 2-93 15,0 0-187-15,-1 0 83 0</inkml:trace>
  <inkml:trace contextRef="#ctx0" brushRef="#br0" timeOffset="-149874.84">10124 14053 56 0,'0'0'87'0,"0"0"-5"15,0 0-5-15,-12 1-3 0,12-1-8 16,0 0-8-16,0 0-6 0,0 0 1 0,0 0-8 0,0 0-8 15,-7-3-17-15,7 3 4 0,0 0 6 0,0 0-14 16,0 0-4-16,0 0 5 0,0 0 1 0,0 0-6 16,0 0 4-16,0 0-7 0,0 0-3 0,0 0-6 15,0 0 5-15,0 0 4 0,0 12 3 0,0-12-7 16,0 0-2-16,0 0-3 0,-2 9-6 0,2-9-1 16,0 0-15-16,-2 5 11 0,2-5 0 15,0 0 11-15,0 0-4 0,0 0-2 0,-4 5 4 0,4-5-1 16,0 0-6-16,0 0 6 0,0 0 9 15,0 0-10-15,0 0 4 0,-9 1 6 0,9-1 1 0,0 0-5 16,0 0 8-16,0 0 2 0,0 0 2 0,0 0 5 16,0 0 1-16,0 0-1 0,0 0-13 0,0 0 6 15,0 0-1-15,22-17-3 0,-4 15 3 16,-2 0 8-16,3-1-8 0,11 0 10 0,1 1 2 16,3-3-7-16,4 2-17 0,3 0 10 0,14-1 2 0,0-1-18 15,-2-1-16-15,-15 3-8 0,14 0-12 0,-16 1-21 16,0-1-14-16,0 1-63 0,-3 2-151 0,-1 0 68 15</inkml:trace>
  <inkml:trace contextRef="#ctx0" brushRef="#br0" timeOffset="-149304.68">10224 14143 49 0,'7'1'49'0,"-7"-1"-2"0,0 0-2 0,12-1-5 15,-12 1 0-15,0 0 7 0,16-3 2 0,-5 2-9 16,1-1 2-16,4 0-3 0,4 0-5 0,8-1 0 16,3-1-1-16,0 1-6 0,6 0-11 0,0 0-11 0,1 1-16 15,-1-2-26-15,0-2-19 0,-2 3-33 16,-5 0-97-16,6-3 44 0</inkml:trace>
  <inkml:trace contextRef="#ctx0" brushRef="#br0" timeOffset="-148520.93">10400 14144 52 0,'0'0'60'0,"0"0"-4"0,0 0-8 16,0 0-3-16,0 0-11 0,0 0-9 0,13 8-15 0,-13-8-5 16,0 0-3-16,0 0-12 0,0 0-7 0,0 0-35 15,0 0-56-15,0 8 25 0</inkml:trace>
  <inkml:trace contextRef="#ctx0" brushRef="#br0" timeOffset="-147693.28">10520 14117 45 0,'0'0'153'0,"6"3"-11"0,-6-3-15 16,0 0-9-16,0 0-15 0,0 0-9 0,11 1-17 15,-11-1 0-15,0 0-14 0,0 0-6 0,0 0-10 16,6 1 6-16,-6-1-9 0,0 0-5 16,0 0-6-16,0 0-5 0,0 0 1 0,0 0 0 0,0 0-8 15,0 0-4-15,0 0-11 0,0 0 1 0,0 0-10 16,0 0 1-16,0 0 0 0,0 0-5 0,0 0-9 16,0 0 7-16,0 0-13 0,0 0 5 0,0 0-8 15,0 0-2-15,3 6-10 0,-3-6-3 0,0 0-9 16,0 0-2-16,0 0 4 0,0 0 2 0,0 0 0 15,0 0 6-15,0 0 7 0,0 0 8 0,0 0-7 16,0 0 5-16,0 0-2 0,0 0 6 0,0 0 0 16,0 0 0-16,-7 12 5 0,7-12 0 0,0 0 3 15,0 0 4-15,0 0-1 0,0 0 0 0,0 0-2 16,0 0 8-16,0 0-3 0,0 0 3 0,0 0-1 16,0 0 3-16,0 0-2 0,0 0 1 0,0 0-1 15,0 0 0-15,0 0 6 0,0 0-3 0,0 0-5 16,0 0 9-16,0 0-3 0,0 0 1 0,0 0 0 15,0 0 1-15,0 0-1 0,0 0 3 0,0 0-3 16,0 0 4-16,0 0 0 0,0 0-1 0,0 0 5 16,0 0-2-16,0 0-6 0,0 0 5 0,0 0 1 15,0 0-5-15,0 0 1 0,0 0 4 0,0 0-2 16,0 0 5-16,0 0 2 0,-1 9 7 0,1-9-9 16,0 0 12-16,0 0-9 0,0 0-5 0,0 0-3 15,-3 8-1-15,3-8 3 0,0 0 0 0,0 0-2 16,0 0 0-16,0 0-1 0,0 0-2 0,0 0 7 15,0 0-3-15,-1 7-3 0,1-7-3 0,0 0 3 16,0 0-1-16,0 0-4 0,0 0 0 0,0 8-3 16,0-8-6-16,0 0-22 0,0 0-8 0,0 0-8 15,0 0-53-15,0 0-109 0,-2 7 49 0</inkml:trace>
  <inkml:trace contextRef="#ctx0" brushRef="#br0" timeOffset="-144598.3">9026 9309 8 0,'0'0'63'0,"0"0"-11"15,0 0 1-15,0 0 0 0,0 0 4 16,0 0-6-16,0 0-6 0,0 0-8 0,0 0-5 0,0 0 1 16,0 0-5-16,0 0 0 0,0 0-4 0,0 0-4 15,0 0 2-15,0 0 5 0,0 0-9 0,0 0-5 16,0 0 4-16,0 0 0 0,0 0-7 0,0 0-3 16,0 0 4-16,0 0 2 0,0 0-4 0,0 0-2 15,0 0 1-15,0 0-3 0,0 0-2 0,0 0 4 16,0 0-1-16,0 0-2 0,0 0-4 0,0 0 0 15,0 0 2-15,0 0 4 0,0 0-1 0,0 0-5 16,0 0 7-16,0 0-4 0,0 0-1 0,0 0-2 16,8 1 1-16,-8-1-4 0,0 0 9 0,0 0-2 15,0 0-8-15,0 0 10 0,0 0-7 0,0 0-2 16,0 0 1-16,0 0 2 0,0 0-4 0,0 0 5 16,0 0-3-16,0 0 3 0,0 8-1 0,0-8 0 15,0 0 0-15,0 0-6 0,0 0 8 0,0 0-1 16,0 0-7-16,0 0 12 0,0 0-10 0,0 0 5 15,0 0-2-15,0 0 1 0,0 0-2 0,0 0 8 16,0 0-6-16,0 0-1 0,0 0 1 0,0 0 1 16,0 0 2-16,0 0-2 0,0 0-5 0,0 0 6 15,0 0-6-15,0 0 4 0,0 0 2 0,0 0-4 0,0 0 6 16,0 0-2-16,0 0-3 0,0 0 1 16,0 0-2-16,0 0 7 0,0 0-8 0,0 0 6 0,0 0-3 15,0 0-3-15,0 0 6 0,0 0 2 16,0 0-11-16,0 0 7 0,0 0 0 0,0 0 4 0,0 0-5 15,0 0-5-15,0 0 7 0,0 0-7 0,0 0 3 16,0 0 0-16,0 0 4 0,0 0-1 16,0 0 3-16,0 0-3 0,0 0 2 0,0 0-3 15,0 0-1-15,0 0 3 0,0 0-5 0,0 0 3 0,0 0-1 16,0 0 4-16,0 0-5 0,0 0 0 0,0 0 4 16,0 0 1-16,0 0-3 0,0 0-12 0,0 0 12 15,0 0 3-15,0 0-3 0,0 0 3 0,0 0-7 16,0 0 6-16,0 0-9 0,0 0-1 0,0 0 4 15,0 0 3-15,0 0-8 0,0 0 6 0,0 0-5 16,7 3 3-16,-7-3-1 0,0 0 2 0,0 0 2 16,0 0 5-16,0 0-3 0,0 0-1 0,0 0-1 15,0 0 1-15,0 0 7 0,0 0-7 0,0 0-14 16,0 0 17-16,0 0-7 0,0 0 5 0,0 0-5 16,0 0 4-16,0 0 0 0,0 0 1 0,0 0 0 15,0 0-3-15,0 0 4 0,0 0 2 0,0 0 0 16,0 0-6-16,0 0 5 0,0 0-5 0,0 0 4 15,0 0 2-15,0 0-4 0,0 0 0 0,0 0 0 16,0 0-7-16,0 0 8 0,0 0 0 0,0 0-3 16,0 0 0-16,0 0-1 0,0 0 4 0,0 0 0 0,0 0 1 15,0 0-1-15,0 0-8 0,0 0-2 16,0 0 12-16,0 0-2 0,0 0-1 0,0 0-1 16,0 0 2-16,0 0 0 0,0 0-3 0,0 0 0 15,0 0 2-15,0 0-4 0,0 0 7 0,0 0-4 0,0 0 2 16,0 0-2-16,0 0 1 0,0 0-1 15,0 0-3-15,4 5 7 0,-4-5-7 0,0 0 1 16,0 0 6-16,0 0-6 0,0 0 4 0,0 0-4 16,0 0 5-16,0 0-3 0,0 0 2 0,0 0 1 0,0 0-1 15,0 0-5-15,0 0 3 0,4 5 2 0,-4-5 0 16,0 0 2-16,0 0-2 0,0 0-2 0,0 0 3 16,0 0-8-16,0 0 4 0,0 0-2 0,4 5 2 15,-4-5 0-15,0 0-6 0,0 0-2 0,0 0 1 16,0 0-1-16,0 0-8 0,0 0-5 0,0 0 6 15,2 5-13-15,-2-5-2 0,0 0-6 0,0 0-4 16,6 5-23-16,-6-5-70 0,0 0 31 0</inkml:trace>
  <inkml:trace contextRef="#ctx0" brushRef="#br0" timeOffset="-143054.3">9121 9311 13 0,'0'0'68'16,"0"0"0"-16,0 0-11 0,0 0-2 0,0 0-9 15,0 0-9-15,2 11 1 0,-2-11-9 0,0 0 4 0,0 0-11 16,0 0 5-16,0 0-5 0,0 0-1 0,0 0-8 15,0 0 1-15,0 0-6 0,0 0 4 0,0 0-4 16,0 0 2-16,0 0 4 0,0 0-13 16,2 9 5-16,-2-9 2 0,0 0-2 0,0 0 1 0,0 0-14 15,0 0 14-15,0 0-3 0,0 0 1 16,0 0 0-16,0 0 2 0,0 0-1 0,0 0-4 0,0 0 4 16,0 0 0-16,0 0-5 0,0 0 3 0,0 0 5 15,0 0-8-15,0 0-3 0,0 0 0 0,0 0 0 16,0 0 1-16,0 0 7 0,0 0-6 0,0 0-2 15,2 5 4-15,-2-5 1 0,0 0-1 0,0 0-2 16,0 0 1-16,0 0-6 0,0 0-4 0,0 0-5 16,0 0-4-16,0 0-6 0,0 0-2 0,0 0-3 15,0 0-4-15,0 0-6 0,0 0-4 0,0 0-35 16,3 7-84-16,-3-7 38 0</inkml:trace>
  <inkml:trace contextRef="#ctx0" brushRef="#br0" timeOffset="-140484.48">3435 8993 3 0,'0'0'28'0,"0"0"-3"0,0 0 1 0,0 0-2 16,0 0 3-16,0 0-3 0,0 0-4 0,6 4 5 16,-6-4-2-16,0 0 7 0,0 0-5 15,10-1 9-15,-10 1-8 0,0 0-5 0,11 1-2 16,-11-1 3-16,6 3-1 0,-6-3-4 0,0 0 0 0,8 1-6 15,-8-1 3-15,0 0-1 0,6 3-9 16,-6-3 4-16,0 0 3 0,9 1-3 0,-9-1 2 16,8 2 3-16,-8-2-8 0,0 0 2 0,10 2-10 0,-10-2 8 15,0 0 0-15,6 2-1 0,-6-2 4 0,0 0-5 16,0 0 2-16,7 3-8 0,-7-3 4 0,0 0 2 16,0 0 6-16,6 3-5 0,-6-3-2 0,0 0 1 15,0 0-4-15,5 4 3 0,-5-4 1 0,0 0-1 16,0 0 0-16,0 0 0 0,0 0-2 0,5 5 1 15,-5-5 0-15,0 0-6 0,0 0 9 0,0 0-3 16,4 3-9-16,-4-3-3 0,0 0 10 0,0 0 5 16,0 0-3-16,0 0 1 0,0 0-3 0,0 0 4 15,0 0-6-15,4 6 3 0,-4-6-2 0,0 0 7 16,0 0-5-16,0 0 5 0,0 0-5 0,0 0-2 16,0 0 2-16,0 0 1 0,0 0 3 0,5 4-8 15,-5-4 4-15,0 0-1 0,0 0-1 0,0 0-1 16,0 0 7-16,0 0-5 0,4 4 5 0,-4-4-2 15,0 0-3-15,0 0 4 0,0 0-3 0,0 0 7 16,0 0-6-16,0 0-2 0,0 0-5 0,0 0 3 16,0 0 5-16,0 0-2 0,0 0 0 0,0 0 0 15,0 0-2-15,0 0 0 0,0 0 7 0,0 0-5 16,0 0-5-16,0 0 13 0,0 0-4 0,0 0-2 16,0 0-7-16,0 0-6 0,0 0 11 0,0 0 11 15,0 0-11-15,0 0 2 0,0 0-4 0,0 0 5 16,0 0-3-16,0 0 0 0,0 0-2 0,0 0 3 15,0 0-5-15,0 0 3 0,0 0-1 0,0 0 4 16,0 0 0-16,0 0-7 0,0 0 7 0,0 0 1 16,0 0-5-16,0 0 2 0,0 0-6 0,0 0 10 15,0 0-8-15,0 0-1 0,0 0 13 0,1 8-5 16,-1-8-10-16,0 0 7 0,0 0 7 0,0 0-1 16,0 0-6-16,0 0 1 0,0 0 3 0,0 0-20 15,0 0 15-15,0 0 1 0,0 0 1 0,0 0 6 16,0 0-6-16,0 0 2 0,0 0-7 0,0 0 7 15,0 0-6-15,0 0 1 0,0 0 2 0,0 0 2 0,0 0-5 16,0 0 4-16,0 0-2 0,0 0 5 16,0 0-6-16,0 0 3 0,0 0-2 0,0 0-2 15,0 0 6-15,0 0-1 0,0 0-2 0,0 0 0 16,0 0 3-16,0 0 2 0,0 0-4 0,0 0-3 16,0 0 4-16,0 0-3 0,0 0 1 0,0 0-2 0,0 0 1 15,0 0 3-15,0 0 2 0,0 0-3 0,0 0-2 16,0 0-5-16,0 0 4 0,0 0 2 0,0 0 2 15,0 0-10-15,0 0 15 0,0 0-4 16,0 0-9-16,0 0-1 0,0 0 11 0,0 0 1 0,0 0 0 16,0 0 0-16,0 0-10 0,0 0 7 0,0 0-4 15,0 0 2-15,0 0 9 0,0 0-8 16,0 0-6-16,0 0 6 0,0 0-1 0,0 0-4 16,0 0 6-16,0 0-3 0,0 0 4 0,0 0 2 0,0 0-4 15,0 0-2-15,0 0 6 0,0 0-2 0,0 0-9 16,0 0 4-16,0 0 5 0,0 0 1 0,0 0-8 15,0 0 6-15,0 0-7 0,0 0 5 0,0 0-4 16,0 0 3-16,0 0 1 0,0 0 0 0,0 0 3 16,0 0 1-16,0 0-2 0,0 0 0 0,0 0 3 15,0 0-4-15,0 0 15 0,0 0-21 0,0 0 2 16,0 0-2-16,0 0 2 0,0 0 3 0,0 0-13 16,0 0 12-16,0 0 5 0,0 0-4 0,0 0-3 15,0 0 7-15,0 0-8 0,0 0 3 0,0 0 6 16,0 0-7-16,0 0-4 0,0 0 8 0,0 0-3 15,0 0 3-15,0 0-3 0,0 0-1 0,0 0 6 16,0 0-6-16,0 0-3 0,0 0 6 0,0 0-8 16,6 3 7-16,-6-3-1 0,0 0 5 0,0 0-5 15,0 0 5-15,0 0 0 0,0 0-5 0,0 0-1 16,0 0 7-16,0 0-1 0,0 0-8 0,0 0 1 16,0 0 2-16,0 0 7 0,0 0-7 0,0 0 2 15,0 0-5-15,0 0 6 0,0 0 0 0,0 0-2 16,0 0 0-16,0 0 1 0,0 0-4 0,0 0 2 15,0 0 2-15,0 0-3 0,0 0 4 0,0 0-3 16,0 0-6-16,0 0 12 0,0 0-11 0,0 0 8 16,0 0-4-16,0 0 5 0,0 0-3 0,0 0-3 15,0 0 6-15,0 0-4 0,0 0-2 0,0 0 5 16,0 0-1-16,0 0 0 0,0 0-4 0,0 0 3 16,0 0-1-16,0 0-3 0,0 0 7 0,0 0-1 15,0 0 0-15,0 0-1 0,0 0 0 0,0 0-2 16,0 0-1-16,0 0 3 0,0 0 0 0,0 0 1 15,0 0-6-15,0 0 6 0,0 0-5 0,0 0 3 16,0 0 0-16,0 0 3 0,0 0-8 0,0 0 5 16,0 0-15-16,0 0 10 0,0 0 2 0,0 0-1 15,0 0 1-15,0 0 0 0,0 0-6 0,0 0 7 0,0 0-2 16,0 0-1-16,0 0 1 0,0 0 10 16,0 0-13-16,0 0 3 0,0 0-2 0,0 0 5 15,0 0-2-15,0 0-1 0,0 0-6 0,0 0 7 16,0 0-4-16,0 0 0 0,0 0 3 0,0 0-2 0,0 0 7 15,0 0-4-15,0 0 4 0,0 0-6 0,0 0 2 16,0 0 1-16,0 0 1 0,0 0 2 16,0 0-3-16,0 0 0 0,0 0-3 0,0 0 5 15,0 0-8-15,0 0 9 0,0 0-3 0,0 0-1 0,0 0 5 16,0 0-4-16,0 0-5 0,0 0 5 0,0 0 1 16,0 0-5-16,0 0 3 0,0 0-3 15,0 0-4-15,0 0-1 0,0 0 1 0,0 0-7 16,0 0-2-16,0 0 1 0,0 0 1 0,0 0-2 0,0 0-5 15,0 0-5-15,0 0-19 0,6 4-51 0,-6-4 23 16</inkml:trace>
  <inkml:trace contextRef="#ctx0" brushRef="#br0" timeOffset="-111092.46">11923 13572 2 0,'0'0'45'0,"0"0"-2"16,-9-3 3-16,9 3-1 0,0 0 6 0,-6-3-3 15,6 3-3-15,0 0-2 0,-9-3 6 0,9 3-8 0,0 0 5 16,0 0-7-16,0 0-2 0,0 0-3 16,-6-4 5-16,6 4-12 0,0 0-4 0,0 0-6 0,0 0 3 15,0 0-2-15,0 0 6 0,33 0-12 16,-11 0 3-16,6-1-5 0,2 2 4 0,6 0-6 0,3-2-2 15,0 4-9-15,-2-3-15 0,0 0-14 0,-1 1-19 16,-7-1-11-16,-2 3-52 0,-8 0-123 16,-6-3 55-16</inkml:trace>
  <inkml:trace contextRef="#ctx0" brushRef="#br0" timeOffset="-110467.11">11856 13526 4 0,'-3'4'12'0,"3"-4"-1"15,-7 6-1-15,7-6-2 0,-1 9 1 0,1-9-3 16,0 0-2-16,4 9 4 0,0-4-4 0,2-1 1 15,1-1-2-15,5 2-1 0,-1 0 2 0,2-2 1 16,8 3-6-16,5-1-15 0,3 3-17 0,3-1 8 16</inkml:trace>
  <inkml:trace contextRef="#ctx0" brushRef="#br0" timeOffset="-74740.76">12121 13651 25 0,'4'-3'92'0,"-4"3"2"0,4-5-11 0,-4 5-3 16,0 0-10-16,0 0 3 0,1-6-8 0,-1 6-4 15,0 0-15-15,0 0-3 0,0 0-1 0,0 0-4 16,0 0-10-16,0 0-5 0,0 0 5 0,0 0-4 16,0 0 7-16,0 0-17 0,0 0 5 0,0 0 1 0,0 0-3 15,0 0-1-15,0 0-3 0,0 0 17 16,0 0-1-16,0 0 21 0,0 20-4 0,0-20 11 16,0 0-19-16,17-6-4 0,-3 3-12 0,15-6 8 15,3-1-1-15,18-6-7 0,6-1-3 0,7-2-6 0,25-8-30 16,6 0-21-16,1-2-39 0,-1-2-45 15,0 2-80-15,15-7-218 0,-2-8 96 0</inkml:trace>
  <inkml:trace contextRef="#ctx0" brushRef="#br0" timeOffset="-72082.05">15379 8981 57 0,'0'0'62'0,"0"0"-3"16,0 0 2-16,0 0-4 0,0 0 7 0,0 0-12 15,12 6-5-15,-12-6-5 0,21-2 5 0,0-1-14 16,14-1 2-16,19-3-29 0,10 0-16 0,30-5-34 16,4-1-51-16,14-1-103 0,-5-7 46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6:58:03.4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13169 8397 26 0,'0'0'7'0,"0"0"-13"0,0 0-6 15,0 0 3-15</inkml:trace>
  <inkml:trace contextRef="#ctx0" brushRef="#br0" timeOffset="16557.18">11983 8777 26 0,'0'0'106'0,"8"1"-8"16,-8-1-13-16,0 0-3 0,0 0-9 0,0 0-17 16,0 0-2-16,0 0-22 0,0 0-18 0,0 0-18 15,0 0-33-15,0 0-61 0,0 0-106 0,0 0 47 16</inkml:trace>
  <inkml:trace contextRef="#ctx0" brushRef="#br0" timeOffset="16881.34">12483 8104 60 0,'0'0'69'15,"0"0"-1"-15,0 0-6 0,0 0-12 0,0 0 4 0,0 0-12 16,0 0-10-16,0 0-8 0,0 0-7 16,0 0-8-16,0 0-13 0,0 0-15 0,0 0-16 15,0 0-37-15,0 0-77 0,0 0 34 0</inkml:trace>
  <inkml:trace contextRef="#ctx0" brushRef="#br0" timeOffset="17222.32">13394 8350 28 0,'0'0'56'0,"0"0"-14"15,0 0-24-15,0 0-12 0,0 0-19 0,0 0-11 16,0 0-24-16,0 0 12 0</inkml:trace>
  <inkml:trace contextRef="#ctx0" brushRef="#br0" timeOffset="17439.64">13367 8683 12 0,'0'0'-2'0,"0"0"-3"16,0 0 2-16</inkml:trace>
  <inkml:trace contextRef="#ctx0" brushRef="#br0" timeOffset="18033.54">13848 9128 56 0,'0'0'75'0,"0"0"-1"16,0 0-1-16,0 0-15 0,0 0 0 0,0 0 0 15,0 0-3-15,0 0-15 0,0 0 5 0,0 0-10 16,0 0 2-16,0 0-19 0,0 0 15 0,0 0-5 16,0 0 6-16,0 0-10 0,0 0 4 0,0 0-4 15,0 0-2-15,0 0 4 0,0 0 5 0,0 0-9 16,0 0 3-16,0 0-2 0,0 0-4 0,0 0-1 16,0 0 0-16,0 0-2 0,0 0-1 0,0 0-8 15,0 0 5-15,0 0-2 0,0 0-3 0,0 0 8 16,0 0-7-16,0 0-4 0,0 0 5 0,0 0-5 15,0 0 3-15,0 0-2 0,0 0 7 0,0 0-12 16,0 0 2-16,0 0-4 0,0 0 9 0,0 0-2 16,0 0-7-16,0 0-5 0,0 0 4 0,0 0-15 0,0 0-3 15,0 0-4-15,0 0-3 0,0 0-12 16,0 0-8-16,0 0-14 0,0 0-9 0,0 0-76 16,0 0-157-16,0 0 70 0</inkml:trace>
  <inkml:trace contextRef="#ctx0" brushRef="#br0" timeOffset="22468.83">12004 10758 9 0,'0'0'104'0,"8"0"-9"16,-8 0 8-16,0 0 1 0,0 0-11 0,0 0 0 15,0 0-13-15,0 0 0 0,0 0-6 0,0 0-13 16,0 0-9-16,0 0-3 0,0 0-20 0,0 0-16 15,0 0-28-15,11 0-20 0,-11 0-32 0,0 0-87 0,0 0-166 16,-4 10 73-16</inkml:trace>
  <inkml:trace contextRef="#ctx0" brushRef="#br0" timeOffset="22966.56">13609 10922 127 0,'0'0'150'0,"0"0"-23"0,0 0-12 0,0 0-9 15,0 0-16-15,0 0-1 0,0 0-15 16,0 0-18-16,0 0-20 0,0 0-23 0,0 0-25 15,0 0-12-15,7 2-31 0,-7-2-94 0,2 5-162 16,-2-5 73-16</inkml:trace>
  <inkml:trace contextRef="#ctx0" brushRef="#br0" timeOffset="31637.86">10116 14050 13 0,'0'0'34'0,"0"0"-12"15,3 9-18-15,-3-9-17 0,0 0-12 0,6 9 5 16</inkml:trace>
  <inkml:trace contextRef="#ctx0" brushRef="#br0" timeOffset="31880.17">10795 14054 112 0,'0'0'114'0,"0"0"-20"0,0 0-12 16,0 0-14-16,0 0-8 0,0 0-12 0,0 0-13 0,0 0-7 16,0 8-26-16,0-8-26 0,6 2-33 0,-6-2-37 15,7 5-101-15,-7-5 44 0</inkml:trace>
  <inkml:trace contextRef="#ctx0" brushRef="#br0" timeOffset="32646.6">12132 13421 136 0,'0'0'139'0,"0"0"-5"16,-9-1 3-16,9 1-8 0,0 0 1 0,0 0-3 0,0 0-6 16,0 0-2-16,0 0-7 0,0 0-3 0,0 0-18 15,2 19 1-15,-2-19-4 0,4 10 0 0,-3-4-3 16,-1-6-9-16,4 11-3 0,0-2 2 0,-4 1-4 15,4-1 1-15,-3-1 2 0,0 1-7 0,1-1-6 16,2-1 4-16,0 2 1 0,-4-3-5 0,3 0-9 16,-3-6-8-16,3 12-3 0,-2-7 0 0,1 2 12 15,0 3 4-15,2-5 1 0,-2 4-9 16,1-2-7-16,-1-1-1 0,0 1-3 0,3 1-2 0,-3-2-1 16,3-1-2-16,-1 1-5 0,0-3-4 0,1 1 0 15,0-1-8-15,-5-3 1 0,18 3-5 0,-9-7 1 16,5-2-7-16,3-6-5 0,6-4-6 0,2-6 0 15,4-3-5-15,5-13-13 0,1 1-12 16,-4 1-22-16,7-3-30 0,-2 0-29 0,3-4-19 0,-1 5-22 16,-6 0-17-16,1 0-23 0,-6 13-4 0,-2-1-5 15,-5-1-120-15,0 1-352 0,3 3 156 0</inkml:trace>
  <inkml:trace contextRef="#ctx0" brushRef="#br0" timeOffset="38155.91">8857 12046 73 0,'0'0'88'0,"0"0"-13"0,0 0-26 15,8 1-4-15,-8-1-8 0,0 0-7 0,0 0-19 16,4 7-13-16,-4-7-16 0,0 0-47 0,2 8-71 16,-2-8 32-16</inkml:trace>
  <inkml:trace contextRef="#ctx0" brushRef="#br0" timeOffset="38751.9">8992 12096 16 0,'0'0'0'0,"0"0"-3"15,3 5-3-15,-3-5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5:41:11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21086 4411 44 0,'0'0'91'0,"0"0"-10"0,0 0-5 0,0 0-4 15,0 0-6-15,0 0 9 0,0 0-2 0,0 0-10 16,0 0-1-16,0 0-7 0,0 0 3 0,0 0-2 0,0 0 0 16,0 0-10-16,0 0 2 0,0 0-1 0,0 0-7 15,0 0-3-15,0 0-4 0,0 0-3 0,0 0-6 16,0 0 0-16,0 0 1 0,0 0-13 15,-24 3 6-15,24-3 1 0,-15 1 4 0,3-1-7 16,2 0-4-16,-4 2-4 0,2-1 1 0,-3 0-1 0,0 1 1 16,-1-2 0-16,4 0-6 0,-6 2 17 0,0-2-19 15,0 4 2-15,5-3 0 0,-1-1-4 0,1 0 2 16,-6 0 3-16,6 0 2 0,-2 0-1 0,4 1-2 16,-2-1 5-16,0 0 0 0,5 2 4 15,8-2 5-15,-15 0-2 0,15 0 3 0,-10 0-1 16,10 0-2-16,-9-2-1 0,9 2-1 0,0 0-7 0,0 0 0 15,-9 2 2-15,9-2 0 0,0 0-4 0,0 0 0 16,0 0 3-16,0 0 8 0,29 2-4 0,-8-4-1 16,8 2-2-16,2 0 6 0,5-2 1 15,1 2 4-15,15 0 1 0,2-2-7 0,-1 3 2 16,1-4 0-16,0 2 4 0,1 2-2 0,3-3-9 0,1 2 9 16,4 0-3-16,-1-2-1 0,1 4 1 0,-2-1-1 15,2 2 0-15,-4-3-2 0,-2-2 4 0,-3 5-6 16,0 0 4-16,-15-3 0 0,12 2-3 15,-12-2 3-15,2 1 2 0,11 3-2 0,-12-2 1 16,-2-1-4-16,2-1 4 0,-1 0-6 0,0 1 6 0,12-1-2 16,-13 0-4-16,0 0 5 0,2 0 0 0,11 4-1 15,-14-5-3-15,0 1 3 0,0-3-3 16,3 2 4-16,-4 1 2 0,0-1-7 0,-5 1 3 16,3-3 1-16,-1 3-1 0,0-3-3 0,-3 3 4 15,-1 0 0-15,0-1-2 0,1 1-2 0,-1 0 3 0,2-2 1 16,-3 2-7-16,0 0 1 0,-6 0 3 0,3-2-3 15,-3 2 0-15,0-1 0 0,-3 1 4 16,-1-1-8-16,0 1 3 0,-4 0-3 0,0 1 3 16,-1-1-2-16,-2 0 2 0,2 0 0 0,-4 0-1 15,-1 1 1-15,-8-1 1 0,11 2 3 0,-11-2 2 16,9 0 1-16,-9 0 4 0,0 0-1 0,0 0 3 0,10-2 7 16,-10 2-2-16,0 0-2 0,0 0 1 0,9-1 4 15,-9 1-6-15,0 0-1 0,0 0-2 0,0 0-3 16,0 0 0-16,0 0-3 0,0 0 1 15,0 0-4-15,0 0-10 0,0 0-30 0,0 0-24 16,0 0-30-16,0 0-31 0,0 0-23 0,0 0-34 0,0 0-39 16,0 0-108-16,0 0-347 0,-14 14 154 0</inkml:trace>
  <inkml:trace contextRef="#ctx0" brushRef="#br0" timeOffset="1021.14">23392 4404 48 0,'0'0'83'0,"-6"-6"-6"0,6 6 7 0,0 0 4 16,-4-6 2-16,4 6 3 0,0 0-4 0,-3-7-7 15,3 7-6-15,0 0 0 0,-6-7-5 0,6 7-6 16,0 0-3-16,-6-5 2 0,6 5-7 0,0 0 1 16,-3-7-1-16,3 7-6 0,0 0-4 0,-5-5 1 15,5 5-2-15,0 0-6 0,0 0 0 0,0 0-9 16,-4-5-3-16,4 5 1 0,0 0-7 0,0 0 9 15,0 0-2-15,-7-4 0 0,7 4-3 0,0 0-4 16,0 0 5-16,0 0-9 0,0 0 2 0,0 0-4 16,0 0-5-16,0 0 2 0,-7-2-2 0,7 2-1 15,0 0-2-15,0 0-2 0,0 0-4 0,0 0-1 16,0 0 1-16,0 0-1 0,0 0 0 0,0 0 0 16,0 0 2-16,4 20-7 0,-4-20 7 0,5 13 4 15,-1-1-6-15,-1-2 4 0,6 6 1 0,-2-3 0 16,0 3 3-16,2 0 0 0,1 1 2 0,2 6 1 15,2-1 10-15,0 0 3 0,1 1 3 0,-1-1-1 16,3 1-3-16,-2-1 0 0,2-1 0 0,-3 6-1 16,1-3 0-16,-2 0-4 0,1 0 4 0,3 1 2 15,1 0 4-15,-3 2-4 0,3-1 0 0,-3-2 4 16,3 3-5-16,-1-2-2 0,1 0 1 0,-2-1-4 16,0-1 2-16,-2 0 1 0,2-1 2 0,-3-1-9 15,-1-3-3-15,2 4 2 0,-5-5-3 0,2-1 4 16,-2 0 1-16,-1 0-2 0,2 1-1 0,-4-3-1 15,-1 0 0-15,2 2 1 0,-2-3 5 0,1-1-6 16,-1-2-1-16,1 3 0 0,-3-2 7 0,3 1-7 16,-3-2-1-16,1 0 3 0,0-3 0 0,0 2-2 15,-2-3 0-15,0 2 1 0,2-2 0 0,-1 1 5 16,0 0 3-16,0-2-2 0,-3-5 1 0,3 9 2 16,-3-9-1-16,5 7-1 0,-5-7 1 0,4 5-1 15,-4-5 1-15,3 5 3 0,-3-5-4 0,0 0 2 16,0 0-6-16,2 8 3 0,-2-8-1 0,0 0-3 15,0 0-3-15,4 4 3 0,-4-4-4 0,0 0 0 16,0 0 3-16,4 7-6 0,-4-7-12 0,0 0-25 16,0 0-26-16,0 0-31 0,0 9-35 0,0-9-41 15,0 0-40-15,0 0-45 0,0 0-150 0,-5 16-431 16,5-16 190-16</inkml:trace>
  <inkml:trace contextRef="#ctx0" brushRef="#br0" timeOffset="1824.3">23582 5382 7 0,'0'0'104'16,"-9"-6"-13"-16,9 6-6 0,-9-3-9 0,9 3-4 16,-11-3-11-16,11 3-1 0,-15 0-7 0,15 0-3 15,-16 0 3-15,5 2-1 0,0-1-2 0,1-1-9 16,-1 3 4-16,-1-2-3 0,2-1-1 0,-3 0 3 15,2 1-2-15,2 2 0 0,-1-5-7 0,10 2 4 16,-13 0 0-16,6 2 2 0,7-2-12 0,-10 1-3 16,10-1 5-16,0 0-6 0,-10-3-2 0,10 3-1 15,0 0-10-15,0 0 5 0,-8 3-1 0,8-3 2 16,0 0 1-16,0 0-9 0,0 0 1 0,0 0 3 16,0 0 14-16,0 0 20 0,0 0 4 0,23 4-1 15,-9-4-1-15,7 3-1 0,9-3 3 0,4 0-6 16,1 0 4-16,19 2-4 0,-3-2 2 0,4-2-6 15,5 6-2-15,4-4 0 0,1 0 5 0,30 5-9 16,-3-3-4-16,-26-2-4 0,28 2-3 0,-28-2 3 16,-1 1-5-16,29 2-3 0,-31-2 1 0,3 2-1 15,-1-3-3-15,1 4-2 0,25-1 1 0,-24-5 1 16,25 4-4-16,-3-2 4 0,-25 2-7 0,0-1 0 16,2 3 4-16,29-4-5 0,-34 1-1 0,-2 1 3 15,5-4 3-15,-5 1-5 0,-4 2 5 0,1-1 2 16,-18 0-4-16,1 0 5 0,-3 0 0 0,-5 0 2 15,-1 0 4-15,-9 0 4 0,-4 0-1 0,-4-1 1 16,-1 2 2-16,0-1-1 0,-3 0-1 0,-1 0 2 16,-8 0 2-16,11 0 0 0,-11 0 4 0,10 0-5 15,-10 0 1-15,0 0-3 0,0 0-1 0,10 0-8 16,-10 0-2-16,0 0 0 0,6 3 0 0,-6-3-4 16,0 0-6-16,0 0-19 0,0 0-24 0,0 0-38 15,0 0-37-15,0 0-35 0,0 0-36 0,0 0-55 16,0 0-172-16,-37 8-444 0,14-8 197 0</inkml:trace>
  <inkml:trace contextRef="#ctx0" brushRef="#br0" timeOffset="4041.08">23970 5050 98 0,'0'-8'116'0,"0"8"-3"0,0 0 2 16,0-13-5-16,0 13-6 0,0-8-6 15,0 8-5-15,0-9-8 0,0 9-4 0,0 0-2 16,0-10-2-16,0 10 4 0,0 0-5 0,-2-7 0 0,2 7-1 15,0 0-8-15,0 0-3 0,0 0-10 0,2-10-2 16,-2 10-3-16,0 0-8 0,0 0-6 0,0 0-2 16,0 0-6-16,0 0-4 0,0 0-1 15,0 0-5-15,0 0 1 0,0 0-6 0,0 0-2 16,0 0-1-16,0 0-1 0,2 26-1 0,-1-16 1 0,-1 0-3 16,2 2 1-16,0 0 0 0,-2 2-1 0,0 1 5 15,-2 2-3-15,2 0-2 0,2-1 0 16,-2-4 2-16,3 5 1 0,-3-1 0 0,0-4-2 15,0-1 0-15,0-2-3 0,-2 1 6 0,2 3-4 16,-1-6 0-16,2 3 0 0,-1-1-4 0,0-9 2 0,-1 15 3 16,-1-9-1-16,2-6 1 0,0 11 0 15,0-11 1-15,-2 8-4 0,2-8 3 0,-2 9-7 0,2-9 3 16,0 0 2-16,-3 5-6 0,3-5 4 16,0 0 0-16,0 0 0 0,0 0 3 0,0 0 3 15,0 0 2-15,0 0 5 0,0 9 11 0,0-9 9 0,0 0 3 16,0 0 11-16,0 0 4 0,0 0 1 15,0 0-1-15,0 0-6 0,0 0-7 0,-10 0 4 16,10 0-4-16,-14-2-11 0,14 2-4 0,-17-4-4 16,7 4-1-16,-3-3 4 0,0 3-10 0,-3-2 1 15,-1 0-5-15,-2 2-1 0,0-3 2 0,2 1-3 0,1 1-2 16,-4-1 4-16,1 2-3 0,8-2 0 0,-8 1 9 16,1-2-12-16,-1 2 6 0,5 1-1 0,2-2-1 15,-1 1-7-15,-1 0 9 0,1-2-6 0,1 2 3 16,0 0-5-16,1-2-4 0,-2 1 5 15,3-1 3-15,3 1-3 0,-4-1-2 0,4 0 0 0,1 1 0 16,6 2 2-16,-10-7-2 0,5 3-4 0,5 4-9 16,-11-4-15-16,11 4-8 0,-7-4-20 0,7 4-12 15,-5-4-15-15,5 4-19 0,-10-2-9 0,10 2-33 16,-8-1-15-16,8 1-16 0,-12-1-27 16,12 1-108-16,-16 1-333 0,16-1 147 0</inkml:trace>
  <inkml:trace contextRef="#ctx0" brushRef="#br0" timeOffset="6524.95">24524 5418 44 0,'-1'-8'102'16,"1"8"-6"-16,0 0-6 0,0-9-10 0,0 9 9 15,0 0-10-15,0-12 10 0,0 12-9 0,0 0 4 16,0-7-5-16,0 7-6 0,0 0 9 0,0 0-10 16,1-9 0-16,-1 9-5 0,0 0-4 0,0 0-7 15,0 0-3-15,0 0-5 0,0 0-7 0,0 0-2 16,0 0-4-16,0 0-2 0,0 0-4 0,0 0-7 16,0 0-7-16,0 0 5 0,0 0-3 0,0 0-3 15,0 0-1-15,0 0-4 0,0 0-4 0,0 0 2 0,0 0-3 16,0 0 0-16,0 0 3 0,0 0-4 15,0 0-2-15,0 0 1 0,0 0 4 0,0 0-4 16,1 32 5-16,1-23-3 0,-4 2 5 0,5 1 0 16,1-2-2-16,-3 6 3 0,0-4 1 0,1 4 6 15,-1 1 17-15,1-1-1 0,-2 1-1 0,0-1-1 16,4 2-3-16,-4-2-3 0,2 0 1 0,-1 9 10 16,0-6-8-16,0 0 1 0,1 0 1 0,-1 0-7 15,-2-2-1-15,3 0 2 0,0 2 1 0,-2-1-6 16,2-1 0-16,-2 1-5 0,0-1 1 0,1-1 7 15,-2 4 8-15,1-4-3 0,0 0 1 0,-2 0-5 16,0-2-1-16,4 0 0 0,-4 2-3 0,4-1 0 16,-5 0-3-16,3-3-2 0,0 5 3 0,0-1-2 15,-1-1 1-15,-1 2 0 0,2-1-1 0,2 1-3 0,-4-3 1 16,2 1-4-16,0 1 2 0,2-4 1 16,-1 5-4-16,-1-4 1 0,0 2 1 0,0-1-1 15,0 3 5-15,0-3-2 0,-1-3 6 0,1 2-4 16,1 0 7-16,-1 0-3 0,0-3 0 0,-1 4-1 15,1-2 3-15,-2 0-2 0,4 1-4 0,-2 0-1 0,0 3 2 16,1-5-2-16,0 0 4 0,-1 0-3 0,0 4 0 16,0-4-4-16,0 1 5 0,2 4 1 15,-2-3-1-15,2 3 2 0,-2 0 9 0,1 0 6 16,-1-3-5-16,2 3-2 0,-4 0 0 0,4 0-1 0,-4-5-3 16,1 7-3-16,4-3 1 0,-3 0 2 0,-3 1 7 15,3 0-3-15,0 0-3 0,-2 1 3 0,0-3-5 16,4 3 1-16,-6-2 0 0,2-2 2 15,4 2-2-15,-6 3 3 0,4 0 9 0,-3-1-7 0,3 1 6 16,-2-3-1-16,2 2-7 0,-3-1-1 0,2 1-6 16,-2-1 9-16,3 2-4 0,-1 0 8 15,-4 0 3-15,5 1-1 0,-3-2-3 0,2 3-1 16,-1-2-1-16,0 1 6 0,0 1-8 0,0-1 1 0,1-1-7 16,-1-2 2-16,-1 2 5 0,2 1 1 0,-2-3 8 15,2 2-1-15,1 0-25 0,-4-2 14 0,4 0 5 16,-1 2-6-16,-2-1 5 0,2 0-4 0,0-1-8 15,0 0 6-15,1 0-9 0,-2 1 15 0,1 0-11 16,1 0-10-16,-3-2 3 0,2 1 3 0,1 1 0 16,-1-1 3-16,-3-1-4 0,2 2 5 0,-3-1-13 15,3 2 3-15,-2 0 0 0,1 0 5 0,-1 1-9 16,1-3-16-16,-1-3 19 0,2 4 3 0,-1 1 0 16,0-4 1-16,3-3-1 0,-2 2 7 15,1-2-10-15,-2 0 8 0,-1 0-10 0,4 0 0 0,-2 0 1 16,0-2 0-16,2-9 9 0,-2 17-8 0,-1-9-1 15,3-8 4-15,-2 12-5 0,2-12 3 0,-4 13-7 16,1-6 9-16,1-2-17 0,2-5-15 0,-2 7-20 16,2-7-27-16,-10 8-26 0,4-6-39 0,-1 2-34 15,0-2-33-15,7-2-43 0,-18 0-53 0,8-6-273 16,-1-1-619-16,-1-7 275 0</inkml:trace>
  <inkml:trace contextRef="#ctx0" brushRef="#br0" timeOffset="8888.98">25042 5401 135 0,'0'0'129'0,"0"0"-1"16,0 0-9-16,0 0 1 0,0 0-16 15,0 0-4-15,0 0-9 0,0 0-10 0,0 0-4 0,0 0-13 16,0 0-5-16,0 0-3 0,0 0-10 0,0 0-3 16,0 0-7-16,0 0 6 0,0 0-11 0,0 0-9 15,-3 4 1-15,3-4-4 0,0 0-4 0,0 0 4 16,0 0-7-16,0 0 1 0,0 0-2 0,0 0 9 15,-8 4-13-15,8-4 3 0,0 0-1 0,0 0-4 16,0 0-3-16,-5 6 3 0,5-6 3 0,0 0-3 16,0 0-4-16,0 0 1 0,0 0 2 15,0 0-2-15,-5 4 1 0,5-4-2 0,0 0-1 0,0 0 1 16,0 0-1-16,0 0 4 0,0 0-1 0,0 0-1 16,0 0 3-16,0 0 5 0,-6 6 0 0,6-6 2 15,0 0 1-15,0 0 0 0,0 0-1 0,0 0 3 16,0 0-4-16,0 0-3 0,0 0 5 0,0 0-4 15,0 0-2-15,0 0 1 0,0 0 1 0,0 0 5 16,0 0-5-16,0 0 4 0,0 0 2 0,0 0 6 16,0 0 8-16,0 0 11 0,0 0-4 0,0 0 12 15,0 0 9-15,0 0 5 0,0 0-6 0,0 0-6 16,0 0-7-16,0 0-1 0,15-17-5 0,-15 17-3 16,5-9 3-16,-1 2-2 0,0 1-3 0,1-2-4 15,-1-1 0-15,6-1-7 0,-5-1-5 0,6-3 5 16,0 1-4-16,0 2 0 0,-1-1-2 0,1-1-3 15,0-1-2-15,0-1 2 0,3 1-4 0,-4 0-19 16,4 0 5-16,-1-1 0 0,-2-2 7 0,1 1 1 16,-1 1 5-16,1 0 4 0,3-7-4 0,-6 7 2 15,2-2 0-15,0 1 1 0,-2 0-1 0,0 0 0 16,0 1 5-16,-2 0 0 0,2 0 8 0,0-1-8 16,-4 0 0-16,3-2-1 0,-3 2-1 0,3-1 8 15,2 0-1-15,-4 1-6 0,1 2 10 0,-5-2-2 16,3-2-3-16,0 6 4 0,1-3-2 0,-1 0-4 15,-1-2-2-15,2 1-5 0,2 0 5 0,-2 0-3 16,-1 0 6-16,2 1-3 0,-1-3 0 0,-1 8-4 16,2-6 0-16,-3 6-1 0,3-5 3 0,-3-2-3 15,1 7-3-15,2-1 0 0,-4-1-3 0,1 0 3 16,2 2 0-16,-3 0-4 0,3-1 1 0,1 1 0 16,-2 1 0-16,1 1-2 0,-3-2 3 0,1 5 0 15,-2-3-3-15,2 3 3 0,2-1-3 0,-2-1-1 16,0 3 13-16,-4 4-11 0,4-11 4 0,1 6 0 15,-1-1-1-15,-2 0 1 0,4 2 0 0,-6 4-2 0,4-10 3 16,-1 6 1-16,-3 4-2 0,8-7 5 16,-6 3-2-16,-2 4-1 0,3-7-1 0,-3 7 1 15,6-4-1-15,-6 4 5 0,0 0-1 0,5-8 3 16,-5 8 2-16,0 0-2 0,0 0 3 0,2-4-2 16,-2 4 0-16,0 0-1 0,0 0-5 0,0 0 7 15,5-7-1-15,-5 7 1 0,0 0-4 0,0 0-2 16,0 0-1-16,4-5-1 0,-4 5 2 0,0 0-3 15,0 0 1-15,0 0-4 0,0 0-1 0,0 0 1 16,0 0 1-16,0 0 2 0,0 0 1 0,0 0 4 16,0 0 1-16,0 0 10 0,0 0 9 0,0 0-7 15,0 0 3-15,0 0 3 0,0 0 1 0,3-6 1 16,-3 6-11-16,0 0 8 0,2-6 1 0,-2 6-6 16,0 0-12-16,4-9 1 0,-4 9-3 0,4-6 3 15,-4 6-7-15,0 0 5 0,2-7-8 0,-2 7 7 16,6-6 0-16,-6 6-7 0,4-7 5 0,-4 7-7 15,7-8 0-15,-7 8 2 0,4-7-1 0,-4 7 4 16,2-7-3-16,-2 7 3 0,0 0-6 0,4-7-1 16,-4 7 4-16,0 0-3 0,0 0 4 0,5-5-4 15,-5 5 0-15,0 0-3 0,0 0 1 0,0 0 3 16,0 0-5-16,0 0 2 0,0 0-5 0,0 0 8 16,0 0-5-16,0 0 0 0,0 0 4 0,0 0 0 15,3-6-2-15,-3 6-2 0,0 0-1 0,0 0-2 16,0 0-2-16,0 0 7 0,0 0-1 0,0 0-4 15,0 0 3-15,0 0-1 0,0 0 2 0,0 0 2 16,0 0 0-16,0 0-5 0,0 0 1 0,0 0 0 16,0 0 5-16,0 0 8 0,0 0-11 0,0 0 2 15,0 0-3-15,0 0 5 0,0 0-1 0,0 0-5 16,0 0 7-16,0 0-5 0,0 0-3 0,0 0 8 16,0 0-6-16,0 0 5 0,0 0-5 0,0 0 0 15,0 0-4-15,0 0 7 0,0 0-1 0,0 0-4 16,0 0 1-16,0 0 5 0,0 0-6 0,13 1 5 0,-13-1-2 15,11 0 4-15,0 0 3 0,1 0-5 16,6 0 1-16,3 0-2 0,9-1 3 0,-1 1-2 16,1-1-4-16,3 1 0 0,0 1 2 0,1-2-4 15,3 1 13-15,-1 0-17 0,-2 0 2 0,1 1 11 16,1-1-14-16,0 0 2 0,1-1-2 0,3 1-1 16,-3 0 0-16,1 0 6 0,-1-1 0 0,1-2-3 15,0 2-1-15,2-2 0 0,-1 1 2 0,-1 0-4 16,0 1 3-16,0-2 4 0,-2 1 0 0,3 0-5 15,-1-2 0-15,0 1 7 0,-1 1-3 0,-2 2 1 16,3-1 0-16,-2 1-3 0,-2-1 6 0,1 0-2 16,1-1 0-16,1 2 0 0,-4-1-3 0,3 1 3 0,-4-2 0 15,-3 0 2-15,0 2-2 0,-9 2 3 16,0-4-3-16,1 2 1 0,-2 0 8 0,2 0-12 16,0 2 38-16,0-2 1 0,0-2-9 0,1 2 2 15,-4 0-3-15,5 0-13 0,-3 0 17 0,0 0-13 16,-2 2 2-16,2-4-2 0,-4 4-1 0,0-4-3 15,-3 2-2-15,1 0 6 0,-1-2-5 0,-2 1-3 16,1 1 4-16,-1 0-1 0,0-1-6 0,-2 1 5 16,-9 0-3-16,13-2 0 0,-6 4-3 0,-7-2 1 15,10 0 1-15,-10 0 1 0,8 0 6 0,-8 0-7 16,0 0 0-16,11-2-3 0,-11 2 1 0,10 0-1 16,-10 0-4-16,10-1 6 0,-10 1-4 0,12 0-12 15,-12 0 18-15,11 0-6 0,-11 0 3 0,9 0 5 16,-9 0-7-16,0 0 4 0,11 0 3 0,-11 0 1 15,0 0-7-15,0 0 4 0,8-2-2 0,-8 2-7 16,0 0 8-16,0 0 2 0,0 0-6 0,0 0 5 16,0 0-5-16,0 0-1 0,0 0 5 0,8-2 1 15,-8 2-2-15,0 0-8 0,0 0 7 0,0 0-8 16,0 0 4-16,0 0 1 0,0 0 4 0,0 0 1 16,0 0-4-16,0 0-2 0,0 0-21 0,0 0 30 15,0 0-7-15,0 0 6 0,0 0 0 0,0 0-4 16,0 0 6-16,0 0-5 0,0 0 2 0,0 0-4 15,0 0-13-15,0 0 14 0,0 0 0 0,0 0-4 16,0 0 8-16,0 0-3 0,0 0-3 0,0 0 3 16,0 0-14-16,0 0 19 0,0 0 1 0,0 0-5 15,0 0 2-15,0 0-3 0,0 0-1 0,0 0 3 16,0 0 0-16,0 0-3 0,0 0 1 0,0 0 3 16,0 0 3-16,0 0-8 0,0 0 3 0,0 0-5 15,0 0 4-15,0 0 0 0,0 0 4 0,0 0-9 16,0 0 13-16,0 0-7 0,0 0-3 0,0 0 1 15,0 0-7-15,0 0-11 0,0 0-12 0,0 0-8 16,0 0-11-16,0 0-14 0,0 0-18 0,0 0-21 16,0 0-21-16,0 0-51 0,4-6-57 0,-4 6-34 15,0 0-246-15,0 0-551 0,-13-11 244 0</inkml:trace>
  <inkml:trace contextRef="#ctx0" brushRef="#br0" timeOffset="12432.83">27555 4247 26 0,'0'0'62'0,"0"0"0"0,0 0-11 0,0 0 2 16,0 0 2-16,0 0-7 0,0 0 8 15,0 0-2-15,0 0-12 0,0 0 4 0,0 0 0 16,0 0-9-16,0 0 3 0,0 0 12 0,0 0-14 15,0 0 10-15,0 0-23 0,0 0-5 0,0 0-1 16,0 0 6-16,0 0 2 0,31 4 2 0,-21-4 8 0,3 2-4 16,1-2 3-16,6-2-7 0,0 2 4 15,0 2-6-15,3-2-1 0,3-2 0 0,7 2 2 16,-6 0-6-16,5-1 1 0,-2-2 2 0,4 2-5 16,-6-2 0-16,-1 1-4 0,3-1 1 0,-10 2-4 15,1-2 2-15,0 3 4 0,-2-2-7 0,-6 2 15 0,1 0-17 16,-2-1 7-16,1 0-2 0,-3 1 0 15,1 0 0-15,1 0-1 0,-3-2-2 0,2 2-1 16,-3-1-6-16,3 1 8 0,-1 0-7 0,0 0 7 16,-10 0-1-16,15 0 6 0,-8 0-10 0,-7 0 8 15,16 0 6-15,-9 0-6 0,-7 0 0 0,10 0-1 16,-10 0-1-16,12 0 0 0,-12 0-2 0,11 0 4 16,-11 0-2-16,8 0 0 0,-8 0-1 0,10-2 3 15,-10 2-2-15,0 0 0 0,9 0 2 0,-9 0 27 16,0 0 1-16,0 0-1 0,9 0-1 0,-9 0 1 15,0 0-3-15,0 0-2 0,0 0 1 0,0 0 1 16,9-1 0-16,-9 1-4 0,0 0-3 0,0 0-3 16,0 0 0-16,0 0-4 0,0 0-6 0,0 0-2 15,0 0 1-15,0 0-1 0,0 0-5 0,0 0 4 16,0 0-5-16,0 0 0 0,0 0-6 0,0 0 6 16,0 0-4-16,0 0 2 0,0 0-6 0,0 0 3 15,0 0-2-15,0 0 2 0,0 0 5 0,0 0-7 16,0 0-3-16,0 0 1 0,0 0 0 0,0 0-2 15,0 0 2-15,0 0-1 0,0 0 1 0,0 0-3 16,0 0 0-16,0 0-3 0,0 0 7 0,0 0-7 16,0 0 5-16,0 0-4 0,0 0 5 0,0 0-2 15,0 0-1-15,0 0 1 0,0 0 1 0,0 0-2 16,0 0 4-16,0 0-6 0,0 0 5 0,0 0 3 16,0 0-5-16,0 0-3 0,0 0 4 0,0 0-2 15,0 0 3-15,0 0 3 0,0 0 0 0,0 0-1 16,0 0 0-16,0 0 4 0,0 0-4 0,0 0 0 15,0 0 2-15,0 0-2 0,0 0-2 0,5 4 1 16,-5-4-2-16,0 0-1 0,0 0-2 0,0 0 2 16,0 0-1-16,0 0-4 0,0 0-1 0,0 0 1 15,0 0 5-15,0 0-4 0,0 0-3 0,0 0 2 16,-1 10 2-16,1-10-1 0,0 0 0 0,-2 12 0 16,2-12 1-16,0 10 1 0,0-10-1 0,-1 12 0 15,0-5 3-15,1 2 1 0,0-9 1 0,-2 17 0 16,2-9 0-16,0 0-1 0,0 3-1 0,-3-2 5 15,3 2-1-15,0 0 2 0,-2 1-1 0,1 4 13 16,0-6 2-16,0 3-2 0,-1-2-2 0,2 1-1 16,-1 1 2-16,1-2-2 0,-1 1-1 0,-1 4-2 15,2 0-3-15,0-1 1 0,-2 2 1 0,2 1-2 16,0-7 4-16,0 8-3 0,0-6 1 0,0-2-1 16,0 1 1-16,2 0 1 0,-2 0-2 0,2-2-2 15,-2 1 3-15,1 0-5 0,0-1 2 0,-2 1 5 16,1 0-2-16,1 1 5 0,-2-2 1 0,2 0-3 15,-1-1-1-15,0 2-1 0,-1 0 5 0,1 0-1 16,0-1 4-16,0 3 3 0,0-2-1 0,0-1 2 16,1 1-5-16,-2 0-3 0,0 0-1 0,2-3 3 15,-2 3-5-15,1-2-2 0,0 2-11 16,0-2 11-16,0 1 6 0,-4 0 0 0,4 0 2 0,0-1-3 16,0-2-6-16,-1 2 3 0,1-9-2 0,-2 18 1 15,2-11 1-15,0 0-1 0,0 3 1 0,0-1-4 16,-1-2 1-16,1-7-1 0,1 13-2 15,-1-4-1-15,0-9 0 0,0 13 0 0,0-13-1 0,0 14 5 16,0-7-1-16,0-7-4 0,0 0 2 0,0 16-5 16,0-16 1-16,0 12 3 0,0-12 1 0,-1 12-1 15,1-12 3-15,0 12 0 0,0-12 1 0,0 12-3 16,0-12 1-16,0 0-1 0,-1 14 2 0,1-14 0 16,0 11-2-16,0-11-1 0,-2 11-4 15,2-11-12-15,0 0 16 0,2 15-3 0,-2-15-1 0,1 10 0 16,-1-10 3-16,0 0-5 0,0 12 5 0,0-12 5 15,0 0-11-15,1 10 3 0,-1-10-1 0,0 0 1 16,0 0-1-16,0 14 3 0,0-14-2 16,0 0 3-16,3 7 2 0,-3-7-5 0,0 0 3 15,0 0 2-15,0 0-2 0,-1 12-2 0,1-12-2 16,0 0 3-16,0 0-1 0,-3 13 3 0,3-13 0 0,0 0 7 16,3 11 0-16,-3-11-4 0,0 0 1 15,0 0 3-15,1 14 3 0,-1-14 0 0,0 0-3 0,0 0-2 16,0 0 2-16,0 14 5 0,0-14-11 15,0 0 4-15,0 0 1 0,0 0 1 0,0 0-2 16,0 0 3-16,0 0 0 0,0 0-5 0,0 0 2 16,0 0-5-16,0 0-3 0,0 0 5 0,0 0 6 15,0 0-11-15,0 0-1 0,0 0 1 0,0 0 0 0,0 0-3 16,0 0 9-16,2 12-7 0,-2-12 0 0,0 0 9 16,0 0-9-16,0 0 2 0,0 0-4 15,0 0-1-15,0 0 5 0,11 6 1 0,-11-6 1 16,0 0-2-16,0 0-1 0,14 7 5 0,-14-7-4 15,9 4 0-15,-9-4-5 0,0 0 12 0,12 9-9 16,-12-9-1-16,8 4 0 0,-8-4-4 0,0 0 9 0,14 6-4 16,-14-6-1-16,9 7-5 0,-9-7 3 15,8 6-5-15,-8-6 4 0,7 7 4 0,-7-7-7 16,0 0 2-16,8 9 2 0,-8-9-5 0,0 0 2 16,8 10-1-16,-8-10 2 0,0 0 0 0,6 12 5 15,-6-12 2-15,1 9-5 0,-1-9 0 0,0 10 0 16,0-10 5-16,0 0-6 0,-2 17 2 0,-1-10 2 15,1 3-5-15,-3-1 8 0,-2 0 2 0,1 1-12 0,3 0 0 16,-3 0 9-16,-2-1 8 0,2 2-9 16,-2-2-7-16,1 2-1 0,1-3 6 0,-2 3 4 15,1-3-4-15,1 1-2 0,-2-1 2 0,0 1 5 16,2 1-10-16,1 1 5 0,-2-2 1 0,1 1-2 16,2-2-8-16,1 1 13 0,-2 1-6 0,3-1-5 15,1 2 0-15,1-11-11 0,-2 18 20 0,4-7 1 16,-1-1-5-16,1-1 0 0,1 3 4 0,1-4-4 15,0 3 7-15,1-2-12 0,-1 0 5 0,-4-9-3 16,9 19-22-16,-4-9 29 0,-1-2 3 0,-4-8-4 16,7 15 2-16,-7-15-1 0,7 13-6 0,-7-13 2 15,6 13-2-15,-6-13 4 0,4 11 1 0,-4-11-3 16,3 11-1-16,-3-11-1 0,0 0 5 0,0 0-2 16,-4 20-18-16,4-20 26 0,-9 11-9 0,9-11 5 15,-8 12-21-15,-1-7 16 0,9-5 3 0,-14 14 3 16,5-7 6-16,0-2-16 0,9-5 7 0,-16 12-7 15,10-6 4-15,-2 0 5 0,8-6-13 0,-11 12 11 16,5-2-1-16,1-1-4 0,5-9 0 0,-10 17-2 16,10-17 1-16,-4 15-5 0,4-15 1 0,-4 21 3 15,4-7 2-15,0-14 1 0,2 23-2 0,2-10 0 16,0 1 11-16,2-2-7 0,0 3-5 0,-1-4 6 16,2 4 0-16,-1-1-7 0,4 1 1 0,-4 0-1 15,-2-4-11-15,1 3 14 0,2-3 1 0,-1-2-4 16,-1 3-14-16,-1-2 31 0,-4-10-15 0,5 22 6 15,-1-15-3-15,-4-7 0 0,2 21-2 0,-2-21-5 16,2 17 6-16,-2-17 2 0,-2 20-5 16,2-20 3-16,-2 19 6 0,0-8-8 0,2-11 1 0,-2 21 10 15,-1-10-8-15,3-11 3 0,-4 22-3 0,0-10-3 16,2-1 3-16,-2 1 0 0,2-1 0 0,2-11-3 16,-8 23 9-16,7-9-8 0,-2-3 0 0,1 2 3 15,2-13 2-15,-5 22 8 0,3-10-11 0,2 2-2 16,0 0 1-16,0-14-2 0,-1 28-2 15,2-11 0-15,-2 1 7 0,1-2 0 0,0-16 2 0,-1 33-5 16,1-17 0-16,-2 3 1 0,1 0 0 0,1 4 3 16,0-3 4-16,-1-1-8 0,-5 0-1 0,6-1 5 15,0 1-3-15,-2-1 0 0,1 1 1 0,0 1 1 16,-1-1-4-16,4 0 7 0,-2 1-1 0,0-1-5 16,0-2 5-16,0 8 0 0,0-8 0 15,-2 1-5-15,2 1 0 0,-1-2 1 0,2 2-5 16,1-2 5-16,-2 2-2 0,1-2 6 0,-1 0 3 0,1 1-9 15,1-1 9-15,-2-2 2 0,2 4 2 0,-2-1-11 16,0-18 4-16,5 31-7 0,-4-15 15 16,1 0 3-16,-2-16-6 0,2 25 2 0,-2-14 0 15,0-11-5-15,0 22 4 0,0-22-5 0,4 22 0 16,-4-22 3-16,4 19-7 0,-4-19-13 0,1 19-38 16,-1-19-44-16,3 23-58 0,-2-13-69 0,-1-10-83 0,-3 33-298 15,-3-20-651-15,1 0 288 0</inkml:trace>
  <inkml:trace contextRef="#ctx0" brushRef="#br0" timeOffset="15746.27">23627 7871 30 0,'0'0'90'0,"20"3"-2"0,-20-3-5 15,15 0-6-15,-7 2-2 0,5-2 0 0,0 0 1 16,0 0-8-16,3 1 0 0,-2-1 1 0,6-1 2 16,0-1-1-16,9 2 5 0,0-3 3 0,1 3-1 15,3 0-7-15,3-2 2 0,3 0-5 0,13 2-2 16,-14-2-3-16,13 0-2 0,-13 0-3 0,1 2 0 15,12-1 0-15,-14-1 6 0,5 1-11 0,-4 1-1 16,-1 0-3-16,1 0-6 0,0 0-2 0,-3-1-3 16,-1 1-8-16,1 0 4 0,-2-1-4 0,0 2 3 15,-1-2-8-15,0 0 0 0,-2 1-2 0,0 0-2 16,-2-3-3-16,-1 4-2 0,5-2-1 0,-5 0 5 16,1-2-5-16,-6 3 1 0,0-1-5 0,-1 0 4 15,1-1-4-15,-3 1 0 0,2-1-2 0,-2 2 1 0,0-2-6 16,-3 2 5-16,3-1-9 0,-7 1-15 15,1-1-12-15,1 1-25 0,-4 0-29 0,1-1-19 16,-11 1-21-16,13 0-25 0,-6-2-21 0,-7 2-121 16,8-1-313-16,-8 1 140 0</inkml:trace>
  <inkml:trace contextRef="#ctx0" brushRef="#br0" timeOffset="16740.84">27212 7780 228 0,'0'0'-11'0,"0"0"12"16,0 0 10-16,0 0 8 0,0 0 14 0,0 0 9 0,0 0 1 15,0 0 11-15,0 0 7 0,0 0-7 16,0 0 7-16,0 0 10 0,13 3 2 0,-13-3-6 15,20-1-6-15,-9-1 1 0,0 2-2 0,3-1 4 16,-1 0-4-16,7 2-5 0,-4-1 3 0,5-1 2 16,1 0-5-16,-2-1-3 0,7 1 1 0,2 1 2 0,-2-3-8 15,0 5 0-15,2-4-2 0,1 2-6 0,-5-3 6 16,4 3-1-16,-8-1-3 0,9-1-4 16,-3 2-1-16,-5-2-3 0,1-1 2 0,-3 1-3 15,7 1 0-15,2 0-3 0,-8-2 0 0,1 3-2 16,-2-2-1-16,1 2 1 0,2-1 0 0,-6 0 0 15,6-1-6-15,-3 2 3 0,-1-3 1 0,2 3-5 16,0-2-4-16,-1 2-5 0,0 2 5 0,-2-4-3 16,1 1 3-16,-2 0-2 0,2-1 3 0,-5 2-7 15,-1-1 1-15,4 1 0 0,-4-2 0 0,3 2 1 0,-3-2 0 16,2 0-1-16,-2 0 1 0,-3 4 1 16,2-2-2-16,-1 0 2 0,2 0-1 0,-1 0 0 15,-1 0 0-15,1-2-4 0,0 1 4 0,-3 1-3 16,1 1-1-16,-1-1-2 0,-9 0 2 0,14-1 2 15,-14 1 1-15,12 0 2 0,-12 0 0 0,10-1 2 0,-10 1 4 16,8 0-5-16,-8 0 5 0,10 0-5 16,-10 0-1-16,0 0 0 0,9 1 0 0,-9-1-1 0,0 0-4 15,11-3 1-15,-11 3 2 0,0 0-5 0,13 2 8 16,-13-2-6-16,0 0-2 0,7 0 2 0,-7 0-3 16,0 0 2-16,7 1 0 0,-7-1-3 0,0 0 2 15,0 0 1-15,0 0-3 0,0 0-1 16,9-3 1-16,-9 3 0 0,0 0-4 0,0 0-11 15,0 0-14-15,0 0-21 0,0 0-27 0,0 0-26 0,0 0-41 16,0 0-34-16,0 0-26 0,0 0-158 0,0 0-387 16,0 0 170-16</inkml:trace>
  <inkml:trace contextRef="#ctx0" brushRef="#br0" timeOffset="17557.56">28319 7506 57 0,'0'0'140'0,"0"0"-5"0,0 0-2 15,0 0-7-15,0 0-5 0,0 0-6 0,0 0-13 16,0 0-1-16,0 0-8 0,0 0-13 0,0 0-7 16,-3-9-2-16,3 9-6 0,0 0-6 0,0 0-13 15,0 0-3-15,0 0-4 0,-4-6-5 0,4 6-4 16,0 0-3-16,0 0-3 0,0 0 4 0,-4-4-11 15,4 4 4-15,0 0-5 0,0 0-5 0,0 0 4 16,0 0-2-16,0 0 2 0,0 0-6 0,0 0 3 0,0 0 0 16,0 0 11-16,0 0 3 0,0 0 1 0,0 0-1 15,0 0 10-15,0 0 1 0,0 0 4 16,0 0 2-16,0 0-2 0,0 0 0 0,0 0 1 16,0 0-3-16,0 0-1 0,0 0-3 0,0 0 2 0,0 0-4 15,0 0-4-15,0 0-3 0,0 0 0 0,0 0-4 16,0 0-3-16,0 0-9 0,0 0 0 15,0 0-2-15,0 0-5 0,0 0 3 0,0 0-2 16,0 0-3-16,0 0 1 0,-9 13 2 0,9-13-5 0,-3 13 2 16,2-7-1-16,-2 0 1 0,1 2 2 0,1 0-2 15,-3 2-1-15,2-1 0 0,0 1 4 0,-1-1-5 16,1 2 3-16,2 0-2 0,-3 1-1 16,1-1 6-16,1-2-4 0,-2 0-2 0,1 3 3 15,0-2 0-15,2-4-1 0,-1 5 0 0,0-4-1 0,-2 2 0 16,2-1 2-16,-3-2 4 0,4-6-5 0,0 13-2 15,-2-8 6-15,2-5-3 0,0 11 5 0,-2-5-2 16,2-6 1-16,-1 10-2 0,1-10-2 0,-1 9 1 16,1-9 3-16,-2 8-3 0,2-8-2 0,0 8 0 15,0-8 4-15,0 0-2 0,0 0-1 0,2 11 3 16,-2-11-3-16,0 0 1 0,0 0-2 0,0 0-2 16,0 0 3-16,-2 8-3 0,2-8 5 15,0 0 0-15,0 0-2 0,0 0 0 0,0 0 4 0,0 0-2 16,0 0-1-16,0 0-4 0,0 0 4 0,0 0 3 15,2 6-1-15,-2-6 1 0,0 0-3 0,0 0 0 16,0 0 3-16,0 0 1 0,0 0-3 0,0 0 0 16,0 0 4-16,0 0-1 0,0 0-11 0,0 0-12 15,0 0-9-15,0 0-16 0,0 0-14 0,0 0-14 16,0 0-25-16,0 0-25 0,0 0-17 0,0 0-9 16,0 0-8-16,0 0-2 0,0 0-2 0,0 0-115 15,0 0-294-15,0 0 130 0</inkml:trace>
  <inkml:trace contextRef="#ctx0" brushRef="#br0" timeOffset="17903.59">28263 7768 154 0,'0'0'25'0,"0"0"21"16,0 0 1-16,0 0 13 0,0 0 0 0,7-7 21 16,-7 7-3-16,0 0 8 0,0 0 11 0,0 0 7 15,0 0 5-15,0 0-1 0,0 0 2 0,0 0-1 16,0 0-7-16,0 0-9 0,0 0-5 0,0 0-13 16,0 0-6-16,0 0-5 0,0 0-11 0,0 0-8 15,0 0-3-15,0 0-5 0,0 0-5 0,0 0-3 16,0 0-2-16,0 0-5 0,0 0 1 0,0 0-2 15,0 0 0-15,-11 21-7 0,11-21 3 0,-1 8-4 0,1-8 1 16,0 9-2-16,0-9 2 0,3 7 0 16,-3-7 1-16,2 7 7 0,-2-7 3 0,7 9 5 15,-4-7 4-15,2 1-1 0,-5-3 3 0,12 5-7 16,-6-4 3-16,-6-1 0 0,7 3 18 0,-7-3 1 16,6 2-1-16,-6-2 1 0,0 0 0 0,12 0-1 15,-12 0 1-15,0 0-7 0,9-3-6 0,-9 3 0 16,5-8-6-16,-3 4-3 0,-2 4-5 0,6-9-3 15,-6 9 2-15,2-9-2 0,1 4 0 0,-3 5-5 16,0-8 1-16,0 8-3 0,2-9-6 0,-2 9-8 0,0 0-10 16,-5-9-19-16,5 9-23 0,-8-7-25 15,1 3-31-15,-1 0-31 0,-3-1-26 0,0 2-30 16,0-1-210-16,-3 2-439 0,1-2 194 0</inkml:trace>
  <inkml:trace contextRef="#ctx0" brushRef="#br0" timeOffset="19161.41">28661 5845 6 0,'0'0'61'0,"-5"-7"-9"0,5 7-1 15,0 0-8-15,0 0 3 0,0 0-4 0,0 0 0 16,0 0 0-16,-3-9 4 0,3 9-6 0,0 0 11 16,0 0-5-16,0 0 11 0,0 0 1 0,0 0 8 15,0 0-4-15,0 0 8 0,0 0-3 0,0 0 8 16,0 0 0-16,0 0 6 0,0 0-1 0,0 0 4 15,0 0-1-15,0 0-6 0,0 0 10 0,-4-5-13 16,4 5-9-16,0 0-4 0,0 0-4 0,0 0-4 16,0 0-4-16,0 0-7 0,0 0-6 0,0 0-3 15,0 0-1-15,0 0-4 0,0 0-6 0,0 0-2 16,0 0-3-16,0 0 3 0,0 0-8 0,0 0-3 16,0 0 2-16,0 0-1 0,0 0-1 0,0 0-1 15,0 0-1-15,0 0 2 0,0 0 0 0,0 0-3 16,0 0 0-16,0 0 6 0,0 0-4 0,0 0 0 15,0 0 6-15,0 0 7 0,0 0 11 0,0 0-4 16,0 0 6-16,0 0-12 0,0 0 7 0,0 0 4 16,0 0 6-16,0 0 2 0,0 0 0 0,0 0-2 15,0 0 1-15,0 0 0 0,0 0-6 0,0 0-3 16,0 0 5-16,0 0-8 0,0 0-5 0,0 0 4 16,9-6-3-16,-9 6-3 0,0 0-3 0,0 0-7 15,0 0 3-15,0 0 1 0,0 0-3 0,0 0-12 16,0 0 1-16,0 0-5 0,0 0 0 0,0 0-1 15,0 0 0-15,0 0-2 0,0 0 4 0,0 0-1 16,0 31 0-16,0-21 0 0,0 0 0 0,-2 2 4 16,2 0 0-16,0 0-1 0,-3 0 1 0,3 5-1 15,0-5-1-15,0 1 1 0,-1-2 8 0,2 2-10 16,-1-3-1-16,0 0 0 0,-1 0 6 0,1 1-4 0,-1-1 1 16,-1 1-1-16,4-1 4 0,-2-1-1 0,0 0-2 15,0-2 1-15,0-7 0 0,-2 15 2 16,1-8 2-16,1-7 0 0,1 11-2 0,-1-11 1 15,0 10 0-15,2-5-3 0,-2-5 5 0,-3 9-5 16,3-9 3-16,0 0-2 0,0 0-3 0,0 10-9 16,0-10-5-16,0 0-11 0,-4 5-14 0,4-5-9 15,0 0-18-15,0 0-21 0,0 0-16 0,0 0-16 16,0 0-42-16,0 0-41 0,0 0-155 0,0 0-386 16,0 0 170-16</inkml:trace>
  <inkml:trace contextRef="#ctx0" brushRef="#br0" timeOffset="19608.59">28689 5778 90 0,'5'-6'173'0,"3"-2"-8"0,-3 1-5 15,0 3-11-15,-1-2-11 0,2 3-14 0,-6 3-11 16,8-6-6-16,-8 6-13 0,5-4-20 0,-5 4-6 16,8 0-11-16,-8 0-3 0,11 3 0 0,-6 2-9 15,-1-1-6-15,2 1-6 0,0 3 2 0,0 0-2 16,-1 0-8-16,-4-1 0 0,2 0-6 0,-1 3-3 16,-3-1 3-16,0 1 0 0,-1-1-2 0,-2-1 0 15,-2 0 0-15,1 1-2 0,-1-2-3 0,-2 0 0 16,2 0 1-16,-2-3 1 0,2 0 0 0,2 0-6 15,-1-1 0-15,5-3-2 0,-9 7 7 0,9-7-1 16,-7 2-4-16,7-2 1 0,0 0-1 0,-6 5 0 16,6-5-7-16,0 0 0 0,0 0 0 0,0 0 2 15,-6 3-6-15,6-3-1 0,0 0 3 0,0 0-3 16,0 0 1-16,0 0 2 0,0 9 0 0,0-9-1 16,0 0-1-16,6 13 0 0,-3-9 8 0,-3-4-7 15,3 7-1-15,2-2 3 0,-1 2 3 0,0-2-3 16,1 1 1-16,2 2-2 0,-1-1-1 0,4 1-11 15,-3-1-26-15,-1 3-27 0,2-5-38 0,0 3-28 0,0-1-23 16,0-1-114-16,-1-1-292 0,4 0 130 16</inkml:trace>
  <inkml:trace contextRef="#ctx0" brushRef="#br0" timeOffset="19953.73">29053 5976 38 0,'0'0'220'0,"6"-6"-11"16,-6 6-1-16,0 0-25 0,5-3-19 0,-5 3-12 16,0 0-23-16,0 0-16 0,0 0-12 0,0 0-9 15,0 0-10-15,4 16-5 0,-4-10-4 0,-1 5-3 0,1 2 0 16,0-1-8-16,-1 1-6 0,-1 3-4 0,2 0-3 16,-1-4-5-16,0 1-2 0,0 3-8 0,-1-3 3 15,2 0-5-15,-1-1-6 0,-2 0 0 16,3-1-1-16,-2-2-2 0,2 2-1 0,0-1-2 15,-1-1-3-15,0 1-3 0,-1-3-1 0,2-7 3 0,-1 12 4 16,1-5-7-16,0-7 1 0,3 10 0 16,-3-10 2-16,0 10-2 0,0-10 1 0,2 3 0 0,-2-3 9 15,0 0-7-15,8 9-1 0,-8-9 1 16,6 4 1-16,2-1-1 0,2-3 2 0,5 0-4 16,3 2-1-16,4-2-1 0,6 0-3 0,-1 1-25 15,1-1-28-15,-6-1-40 0,-2-1-36 0,8-1-51 0,-6 2-37 16,0 0-170-16,-4-2-406 0,2 2 180 0</inkml:trace>
  <inkml:trace contextRef="#ctx0" brushRef="#br0" timeOffset="20103.53">29669 6276 95 0,'0'0'166'0,"0"0"-41"15,0 0-45-15,0 0-53 0,0 0-52 0,5-12-53 16,-5 12-85-16,0 0 37 0</inkml:trace>
  <inkml:trace contextRef="#ctx0" brushRef="#br0" timeOffset="26641">20928 7938 18 0,'0'0'89'0,"0"0"-18"15,0 0-10-15,0 0 0 0,0 0-7 0,0 0 1 0,0 0 9 16,0 0-5-16,-27-1 3 0,27 1-1 0,0 0 4 16,0 0-12-16,-9 1 0 0,9-1-15 15,0 0 10-15,0 0-1 0,0 0-7 0,-11 0 7 16,11 0-8-16,0 0 7 0,-11-1-3 0,11 1-4 0,0 0 6 15,0 0-8-15,0 0-1 0,-11 0-6 0,11 0 1 16,0 0-7-16,0 0 4 0,0 0-1 16,0 0-4-16,0 0-8 0,-9 1 1 0,9-1 5 0,0 0-2 15,0 0 1-15,0 0 5 0,0 0 2 0,0 0-3 16,34 4 1-16,-16-4 2 0,3 0 8 0,-2 0-6 16,2-1-1-16,10-1-5 0,0 2 5 0,0-1 3 15,0-1-4-15,1-1 1 0,2 2-5 0,-2 0 0 16,1-1 2-16,-1 1-6 0,-1 0 0 0,-1-1-4 15,-3 1-1-15,-4-1-2 0,-2 2 0 0,-1-1 7 16,-1 1-5-16,0 0-1 0,0-2 2 0,-2 2-4 16,1 0 2-16,-5 0-1 0,5 0 0 0,-2-1-5 15,2 1 0-15,2 0 4 0,-3-1-3 0,1-1 6 16,1 2 3-16,4-1-4 0,-2 0 3 0,-3 0 4 16,2 0-1-16,0-1-3 0,-7 2 1 0,3-1-5 15,-5 1-1-15,1 0 2 0,-2 0-2 0,1 0-2 16,-4-2-2-16,-7 2 2 0,11 2-2 0,-11-2 2 15,8 0-6-15,-8 0-2 0,0 0-11 0,0 0-8 16,12-2-6-16,-12 2-7 0,0 0-17 0,0 0-28 16,0 0-19-16,0 0-7 0,0 0-26 0,0 0-20 15,0 0-23-15,0 0-100 0,0 0-291 0,0 0 129 16</inkml:trace>
  <inkml:trace contextRef="#ctx0" brushRef="#br0" timeOffset="27159.49">21868 7603 46 0,'0'0'184'16,"-2"-11"0"-16,2 11-4 0,-1-9-3 0,1 9-1 0,-4-5-12 15,4 5-8-15,0 0-8 0,-3-8-17 16,3 8-11-16,0 0-12 0,0 0-12 0,0 0-11 0,-1-7-13 15,1 7-9-15,0 0-8 0,0 0-12 16,0 0 1-16,0 0-8 0,0 0-4 0,-3 27-4 0,5-12-1 16,-1 2-1-16,0 3-2 0,-2 7 2 15,-2-1-3-15,3 1-3 0,-1-2-1 0,0-5-2 16,-2 5-2-16,2 1 1 0,1-7-3 0,-1-1-1 16,2 3 4-16,-1 5-6 0,0-7 5 0,-1-1-4 0,2 3 1 15,0-3-4-15,-1-1 5 0,3 1-4 0,-1-2 0 16,-2-3-2-16,2-1 3 0,-1-1-5 0,0 1 5 15,-1-2-5-15,3 0 3 0,-2 2-4 0,2-3 4 16,-2-3 3-16,-1 2-6 0,1-2 0 0,-1-6-6 16,1 11-16-16,-1-11-16 0,0 11-30 0,2-7-19 15,-2-4-22-15,1 9-32 0,-1-9-10 0,0 0-24 16,0 0-21-16,3 5-110 0,-3-5-326 0,0 0 145 16</inkml:trace>
  <inkml:trace contextRef="#ctx0" brushRef="#br0" timeOffset="27514.74">22109 7767 163 0,'0'0'225'0,"4"-10"0"0,-4 10-4 0,2-6-11 16,-2 6-15-16,0 0-14 0,3-6-16 0,-3 6-16 16,0 0-17-16,0 0-15 0,5-4-17 0,-5 4-15 15,0 0-7-15,0 0-11 0,0 0-8 0,0 0-5 16,0 0-7-16,-1 28-4 0,2-17-5 0,-1 5-2 16,-1-1-3-16,2-1-1 0,-2 4-4 0,1 0-1 15,-2 0 2-15,2-1-2 0,2-1-4 0,-1 0-1 16,-2 1-4-16,1-2 1 0,-2-1-1 0,2-1 0 15,2 0-3-15,-1-3-2 0,-2 2 2 0,3-3-4 16,-1 2 1-16,1-3 3 0,-2 0-13 0,2-1-19 16,-1 1-28-16,-1-8-36 0,-1 13-43 0,1-13-41 15,-2 11-54-15,0-4-167 0,2-7-419 0,-3 6 186 16</inkml:trace>
  <inkml:trace contextRef="#ctx0" brushRef="#br0" timeOffset="28530.79">22244 7886 115 0,'0'0'149'0,"0"0"-7"15,0 0 6-15,0 0-9 0,-6-2-3 0,6 2-9 16,0 0-1-16,0 0-20 0,0 0-3 0,0 0-9 15,0 0-9-15,0 0-7 0,0 0-5 16,0 0-8-16,0 0-8 0,0 0-1 0,0 0-6 0,0 0-1 16,0 0-7-16,0 0-5 0,0 0 5 0,0 0-9 15,0 0 3-15,0 0-9 0,-5-5-5 0,5 5-4 16,0 0 6-16,0 0-7 0,0 0-3 0,0 0 0 16,0 0-1-16,-12 0-2 0,12 0-2 0,0 0-2 15,0 0 0-15,-11 0-1 0,11 0-6 0,0 0 6 16,0 0-1-16,0 0 1 0,-12 0-4 0,12 0 3 15,0 0 0-15,-6 3-2 0,6-3 0 0,0 0-3 16,0 0 2-16,0 0-2 0,0 0 2 0,0 0-2 16,0 0-2-16,-12 1 2 0,12-1 3 0,0 0-2 15,0 0 3-15,0 0-1 0,0 0-5 0,0 0 1 16,0 0 0-16,0 0 0 0,0 0 0 0,0 0 1 16,0 0 0-16,0 0-5 0,0 0 1 0,0 0 3 15,0 0 2-15,0 0 3 0,31 3 2 0,-17-3 9 16,3 0-6-16,3 0 2 0,2-2 2 0,6 1-4 15,0 0 2-15,3-1 2 0,4 1 4 0,-3 0-3 16,3 0-4-16,1 0 1 0,-2 1-1 0,5-2 2 16,-1 1-5-16,-2-1 2 0,2 0 0 0,-3 0-1 15,2-1-1-15,-3 0 1 0,3 0 3 0,-1 2-7 16,0 1 6-16,-1-1-3 0,0-3 1 0,0 2-4 16,0-2-1-16,4 1-1 0,-5 2 2 0,2 0-1 0,-3-2-1 15,-2 1 0-15,-1 2 1 0,0-3 0 0,-2 2-2 16,-6 0 5-16,0-3-5 0,-1 2 3 15,1 2-1-15,-2-1-2 0,1 1 2 0,-2-1-4 16,2-3 4-16,-2 3-1 0,4 1-1 0,-4-2 0 0,1 0 1 16,-1-1-3-16,1 3 7 0,-4-3-5 0,2 0 3 15,1 1-3-15,0 1 3 0,-2-2-3 0,-3 3-1 16,3 0 3-16,-3 0 0 0,-1 0 0 16,1 0-2-16,2-4 1 0,-3 1 2 0,2 3 0 0,-2 0-1 15,0-2-2-15,-2 2 3 0,2 0-5 0,4 0 4 16,-6 0-2-16,-2 0 3 0,1-2-2 0,-1 1 7 15,4 1 1-15,-3-1 3 0,1-1-3 0,0 2 1 16,1 0 0-16,-1-1 0 0,1 0 1 0,-2 1-2 16,3-1 0-16,-3 2 1 0,1-3-1 0,1 2-2 15,-2 1 2-15,0-1 2 0,2 0-4 0,-5 0 0 16,1 0-2-16,-8 0 2 0,13 0-2 0,-5 0-2 16,-8 0 3-16,9 1-1 0,-9-1-2 0,12-1 2 15,-12 1-3-15,8 1 2 0,-8-1-1 0,0 0 2 16,10-1-2-16,-10 1 0 0,0 0 5 0,9-2-3 15,-9 2-2-15,0 0 2 0,0 0-5 0,0 0 2 16,0 0 0-16,0 0 2 0,0 0-3 0,0 0 1 16,0 0-7-16,0 0-17 0,9 0-26 0,-9 0-23 15,0 0-22-15,0 0-33 0,0 0-17 0,0 0-32 16,0 0-38-16,-29 4-134 0,16-3-373 0,-4 1 165 0</inkml:trace>
  <inkml:trace contextRef="#ctx0" brushRef="#br0" timeOffset="29454.6">21642 8417 149 0,'0'0'219'0,"0"0"-13"0,0 0-10 0,-4-7-12 0,4 7-19 16,0 0-15-16,0 0-17 0,0 0-13 0,0 0-15 15,0 0-7-15,0 0-13 0,0 0-6 0,0 0-12 16,23 15 0-16,-15-5-7 0,2 4-6 0,1-3-4 16,0 3-1-16,1 2-5 0,-1-2 2 0,-1 1-3 15,-1 1-4-15,0 0 0 0,3 0 1 0,-3 0-7 16,-3-6-2-16,3 5-4 0,0 0-5 0,-4-5 2 16,0 2-5-16,-1-2 1 0,1-1 0 0,1 0-4 15,-2-2-4-15,0-2 1 0,0 0 0 0,0 0-1 16,-4-5-2-16,6 9 1 0,-3-4-2 0,-3-5 0 15,5 6 1-15,-5-6 4 0,5 4 8 0,-5-4 3 16,0 0 14-16,0 0 14 0,5 4 11 0,-5-4 4 16,0 0-6-16,0 0-2 0,8-12-5 0,-6 6-8 15,3-2-4-15,3-3-7 0,-2 2 3 0,2-7-8 16,1 1 0-16,0 0 4 0,1-2-10 0,3-6-5 16,0 0-3-16,-3 8-3 0,3-2 1 0,-3 0-4 15,0 2 1-15,0 3 2 0,-2 1-7 0,1-2 2 16,-1 3 3-16,1-2-7 0,-3 4 1 0,-1-2 4 15,2 3-4-15,-4 1-2 0,1 1 3 0,0-2 10 16,-4 7 3-16,5-10 2 0,-2 7-3 0,-3 3 4 16,2-8-1-16,-2 8 0 0,0 0-4 0,4-8 0 15,-4 8 4-15,0 0-5 0,1-7-1 0,-1 7-7 16,0 0 2-16,0 0-1 0,0 0-6 0,-5-9 1 16,5 9 2-16,0 0-6 0,-5-5-2 0,5 5 1 15,0 0 8-15,0 0-11 0,-10-2 4 0,10 2-5 16,0 0-1-16,0 0-3 0,-17 8 8 0,12-6-11 0,5-2 10 15,-11 6-1-15,7-2-3 0,4-4-4 0,-8 6 3 16,8-6 0-16,-6 5-2 0,6-5 5 0,-3 8-2 16,3-8-1-16,-1 7-1 0,1-7 1 15,4 9 0-15,-4-9 3 0,8 10 4 0,-1-5-2 0,5-1-5 16,-1 2 2-16,2-4-9 0,5 3-4 0,-2-5-8 16,4 3-10-16,-3-1-14 0,-4 0-22 0,1-1-23 15,-1 3-35-15,-1-4-31 0,-1 2-33 0,-1 0-37 16,-2-2-34-16,0 4-172 0,-2-3-472 0,-6-1 209 15</inkml:trace>
  <inkml:trace contextRef="#ctx0" brushRef="#br0" timeOffset="29718.87">22257 8593 251 0,'0'0'242'15,"0"0"-17"-15,0 0-17 0,0 0-18 0,0 0-18 16,0 0-20-16,6 2-18 0,-6-2-10 0,0 0-19 16,0 0-8-16,-1 11-9 0,1-11-10 0,0 16-5 15,-1-6 3-15,-1 0-5 0,1 3-7 0,-1-3-7 16,2 4-4-16,0-1-7 0,-2-1-1 0,2 0-3 16,-1 0-6-16,1-1 0 0,0 2-7 0,-1-2 1 15,1 0-4-15,0-1-3 0,0-1-10 0,1-1-24 16,-1 1-29-16,-1 1-43 0,1-10-40 0,0 12-44 0,0-12-37 15,-3 13-156-15,3-13-390 0,-2 5 173 16</inkml:trace>
  <inkml:trace contextRef="#ctx0" brushRef="#br0" timeOffset="29922.05">22399 8454 185 0,'0'0'276'0,"0"0"-19"16,0-11-15-16,0 11-17 0,0 0-15 0,0 0-19 16,0-8-19-16,0 8-19 0,0 0-12 15,0 0-23-15,0 0-10 0,0 0-29 0,2-10-34 16,-2 10-47-16,0 0-56 0,0 0-52 0,0 0-42 0,0 0-52 16,0 0-109-16,0 0-339 0,0 0 150 15</inkml:trace>
  <inkml:trace contextRef="#ctx0" brushRef="#br0" timeOffset="40337.53">20769 4346 13 0,'0'0'32'0,"0"0"-1"0,0 0-8 16,0 0 10-16,0 0 1 0,0 0-1 0,0 0 4 15,0 0 4-15,0 0-5 0,0 0-3 0,0 0 5 16,0 0-18-16,0 0 4 0,0 0-6 0,0 0-2 16,0 0 2-16,0 0-4 0,0 0-3 0,0 0-4 15,0 0 0-15,0 0-9 0,0 0 0 0,0 0-2 16,0 0 1-16,-12 14-4 0,12-14 2 0,-6 6-4 16,6-6 2-16,-5 7 1 0,5-7-4 0,-5 5 0 15,5-5 1-15,-2 5 4 0,2-5-6 0,0 0 9 16,-5 8-3-16,5-8 5 0,0 0-3 0,-3 5-1 15,3-5 2-15,0 0 2 0,0 0-1 0,-4 5-3 16,4-5 0-16,0 0 5 0,0 0-3 0,0 0-1 16,0 0 1-16,0 0 4 0,0 0 0 0,0 0 2 15,0 0 6-15,0 0 1 0,0 0 5 0,0 0 4 16,0 0-2-16,0 0-6 0,0 0 6 0,0 0-11 0,-5 5 9 16,5-5-7-16,0 0-1 0,0 0 9 15,0 0-14-15,0 0 6 0,0 0-4 0,-6 4-2 16,6-4-2-16,0 0 4 0,0 0 2 0,-8 4-3 15,8-4-6-15,-2 5 3 0,2-5 8 0,-4 8 1 16,0-4 2-16,1 2 0 0,-2 0 0 0,2 1-14 16,0-2 10-16,-2 4-1 0,1 0 1 0,0 1 0 15,0-1 4-15,2 1-4 0,-2 1 7 0,-2 3 22 16,0 3-9-16,1-2 6 0,1-2-5 0,0-2-2 16,1 5-7-16,-1 1-1 0,0 0 0 0,-1-3 2 15,1-1-3-15,0 2-5 0,2-2 0 0,-2 3-14 16,1-1 17-16,-1 2-10 0,0-2 12 0,2 1-9 15,-1 0 5-15,0 0 6 0,0 0-6 0,1 1 2 16,0-2 1-16,-2 2 0 0,3 1 6 0,0-1-4 16,0-2-8-16,-1 2 2 0,1-1 8 0,-2 0-2 15,1-1 2-15,-1 2-6 0,2-1 1 0,1 0 5 16,-1-1 7-16,-1-4-14 0,0 6-5 0,1-4 5 16,-1 3 2-16,1-5-2 0,1 6 1 0,-1-5-2 15,0 5 2-15,-1-1 2 0,1 1-3 0,0-1 2 16,-1 0-1-16,2-2-4 0,-1 3 11 0,1-3-14 15,-1 2 1-15,2 2 8 0,0-3 0 0,-1 4 0 16,0 0-3-16,0 1 3 0,2-4 0 0,-4 3-6 16,4 0 3-16,-4-1-1 0,2 0 1 0,-1 1-4 15,0 7 7-15,1-7-3 0,-1-1 0 0,-1 1-4 16,2 0 0-16,-2 0 3 0,0 2-1 0,1-2 5 16,0 6-6-16,0-6 3 0,-2 1-5 0,2-1 7 15,1 5-1-15,-3-5-1 0,2-1 4 0,-2 1-11 16,3-1 4-16,0 0 3 0,-1-2-7 0,0 2 6 15,0-1-4-15,1 0 0 0,-2-1 0 0,2 2 3 16,-1 0-1-16,1-1 0 0,0 1-2 0,0-1 5 16,0-1-2-16,-1 2 1 0,-1 1 1 0,4 6 1 15,-5-10-2-15,2 2 0 0,1 1-8 0,-3 1 6 16,2-2-2-16,1-1-1 0,-3 2 3 0,2-1-5 16,0 0 4-16,0-2 0 0,-1 2-4 0,1-2 2 15,-1 4 0-15,-1-3 1 0,2 2-4 0,1 0 6 16,0-1-3-16,-1 2-2 0,1-2 2 0,-2 1-1 15,1-1 1-15,2 1-1 0,-1-1 0 0,2 2-2 16,-2-1-1-16,1-1 7 0,0 2-10 0,-1-2 4 16,0-1 0-16,0 1-2 0,0-1 3 0,-1 4-1 15,0-2-2-15,1-1 5 0,1-1-7 0,-4 1 3 16,3 1-3-16,-1 1 8 0,0-2-3 0,1 3-1 16,-3-1-5-16,3 6 5 0,-4 0-2 0,4-7-1 15,-1 3 3-15,1 2-3 0,-1-3-1 0,-1-1 4 16,1 1-3-16,1-4 1 0,-1 5-1 0,-1-4-3 15,2 3 6-15,-2 4 0 0,1-3-3 0,1-3 2 16,-2 2-1-16,2-3-2 0,0 2 1 0,2 0 4 16,-2-2-4-16,0 2 1 0,0 2-2 0,-2-3 4 15,4-1-5-15,-2 1 2 0,1 1 1 0,-1 0 0 16,0-1-1-16,-1 1 3 0,1-3-1 0,1-1-3 16,-1 2 6-16,-1-1-7 0,1-6 3 0,1 3 0 15,-1-13 0-15,-1 25-3 0,2-14 1 0,-1-11 0 16,-1 21 1-16,1-8 1 0,0-13-1 0,-2 19 3 15,4-8-5-15,-2-11 0 0,0 18 1 0,0-18 1 16,1 17-2-16,-1-17 2 0,0 19-2 0,0-19-1 16,1 17 0-16,-1-17 1 0,0 14-2 0,0-14 1 15,0 14 3-15,0-14-2 0,-1 17-1 0,1-17 0 16,2 19 1-16,-2-19 6 0,2 15-3 0,-2-15 2 16,0 14 0-16,0-14 0 0,1 8-1 0,-1-8-1 15,1 13 0-15,-1-13-5 0,2 10 3 0,-2-10 0 16,2 9 2-16,-2-9 2 0,2 10-6 0,-2-10 3 15,0 12-4-15,0-12 4 0,0 0-2 0,0 12 3 16,0-12-2-16,3 7 0 0,-3-7 1 0,0 0-1 16,2 12 7-16,-2-12-5 0,0 0-5 0,1 9 3 15,-1-9-1-15,0 0 1 0,1 11-4 0,-1-11 3 16,0 0-1-16,4 8 0 0,-4-8-1 0,0 0 2 16,0 0 4-16,0 0-2 0,1 12-1 0,-1-12-1 15,0 0-1-15,0 0-1 0,0 0 4 0,2 11-6 16,-2-11 4-16,0 0 0 0,0 0 3 0,0 0-3 15,0 0 1-15,0 0-3 0,5 8 5 0,-5-8-3 16,0 0 0-16,0 0 2 0,0 0 0 0,0 0-4 16,0 0 0-16,3 9 6 0,-3-9-1 0,0 0 1 15,0 0 0-15,0 0-1 0,0 0 1 0,8 4 0 16,-8-4-2-16,0 0 3 0,0 0-1 0,0 0-3 16,8 3 1-16,-8-3-2 0,0 0 0 0,0 0 3 15,10 3-2-15,-10-3 3 0,0 0-5 0,10 3 6 16,-10-3-5-16,0 0 0 0,13 1 2 0,-13-1 0 15,9 3 0-15,-9-3-1 0,10 2 5 0,-10-2-2 16,12 1-4-16,-12-1 3 0,0 0-2 0,16 2 1 16,-16-2-3-16,11 1 3 0,-11-1-1 0,11 0 4 15,-11 0-3-15,0 0 0 0,15 2 0 0,-15-2-3 16,11 0 7-16,-11 0-4 0,12 0 0 0,-12 0 1 16,11 2 0-16,-11-2 3 0,12 2-5 0,-12-2 3 15,14 0 0-15,-14 0-1 0,17 2-1 0,-17-2 2 16,14 0-2-16,-5 1 0 0,-9-1 3 0,15 0-2 15,-15 0 3-15,16 0 1 0,-16 0-7 0,19 0 3 16,-9 1 0-16,-10-1-3 0,18-1 1 0,-18 1 3 16,14 0-1-16,-14 0 1 0,14 0 2 0,-14 0 1 15,17 0-4-15,-17 0 2 0,20 1-1 0,-12-1 10 16,-8 0-14-16,16 0 2 0,-16 0 1 0,15 0 0 16,-4 0 0-16,-11 0 0 0,17-1 1 0,-17 1 2 15,21 1 0-15,-13-1-2 0,-8 0 4 0,17 0 0 16,-17 0 2-16,0 0-2 0,23 0 0 0,-23 0 0 15,15-1 6-15,-15 1-4 0,14-1-2 0,-14 1-2 16,0 0 1-16,24-2-1 0,-24 2 0 0,16-1-1 16,-16 1 1-16,0 0-4 0,16 0 3 0,-16 0-3 15,0 0-2-15,0 0 6 0,14-2-4 0,-14 2 2 16,0 0-2-16,0 0 0 0,0 0 1 0,0 0-2 16,13-3 4-16,-13 3-18 0,0 0-10 0,0 0-19 15,0 0-25-15,0 0-20 0,0 0-14 0,0 0-35 16,0 0-17-16,0 0-20 0,14-3-16 0,-14 3-144 15,0 0-361-15,0 0 159 0</inkml:trace>
  <inkml:trace contextRef="#ctx0" brushRef="#br0" timeOffset="43629.25">22092 4351 40 0,'-11'-5'39'0,"4"2"-9"15,7 3 4-15,-13-5-10 0,13 5-1 0,-9-3-3 16,9 3 0-16,-6-2 3 0,6 2 0 16,-9-3-7-16,9 3 2 0,-6-5 8 0,6 5-17 15,0 0 9-15,0 0-3 0,0 0 4 0,0 0 0 0,-9-2 3 16,9 2 1-16,0 0-3 0,0 0 3 0,0 0-1 15,-14 2 4-15,14-2-1 0,0 0-2 16,-12 2 7-16,12-2 11 0,-7 1-6 0,7-1 0 0,-8 2 1 16,8-2 0-16,-10 2-1 0,10-2 3 15,-9 1 7-15,9-1 7 0,-8 1 6 0,8-1-8 0,0 0-1 16,-9 1-7-16,9-1-3 0,0 0 0 0,-10 4-4 16,10-4-1-16,-5 2-2 0,5-2-4 0,0 0-6 15,0 0-3-15,0 0 1 0,0 0-18 0,0 0 7 16,0 0 3-16,-4 5 6 0,4-5-7 0,0 0 0 15,15 6 7-15,-5-1-6 0,2-3-2 0,7 3-1 16,-1 0 5-16,3-1 0 0,0 1-15 0,5 2 14 16,2 0-7-16,-8-3 2 0,7 6 0 0,-1-1 5 15,-7-1-3-15,-1 0-7 0,2 2 5 0,-4-1 3 16,1 0-2-16,-2 2 0 0,-1 0 1 16,-3 1 4-16,-1 3 3 0,-1-2 6 0,-1 3-1 15,-3-2 0-15,0 1 1 0,-1 2 0 0,-3-3-3 0,2 3 3 16,-6-1 1-16,2-1-5 0,-1 1 0 0,-1 1-9 15,0 0 6-15,1-5-1 0,0 2 5 0,-1-2-9 16,-1 2-25-16,1-1-30 0,1-3-47 16,-2 2-41-16,3-2-41 0,-2 0-88 0,3-3-283 15,0-7 125-15</inkml:trace>
  <inkml:trace contextRef="#ctx0" brushRef="#br0" timeOffset="44404.06">22298 3779 93 0,'24'-9'126'0,"-11"8"-13"0,6-4 0 0,3 0-21 16,5-1-8-16,1 0-13 0,-1 0-5 0,-6 4-4 15,1-2-4-15,-4 1-16 0,-2 1-3 0,1-4-10 16,-4 3-9-16,-3 2-13 0,-2 1-16 0,-2-2-2 16,-6 2-5-16,10-1 2 0,-10 1-5 0,9-3-2 15,-9 3 10-15,0 0-5 0,0 0 4 0,0 0 1 16,0 0-3-16,0 0 11 0,0 0-7 0,0 0 14 16,0 0 5-16,0 0 9 0,0 0 9 0,0 0-14 15,0 0 9-15,-15-12-6 0,15 12-2 0,0 0-4 16,0 0-6-16,0 0 4 0,0 0-2 0,0 0 5 15,0 0 20-15,0 0 4 0,-5 25 14 0,5-14-4 16,0 6 8-16,-1-4-8 0,1 4 5 0,0 0-12 16,0 2 7-16,0 0 5 0,0 0-3 0,1 0 1 15,-1 1-9-15,4-4-6 0,-4 2-1 0,1-4-1 16,-1 3-3-16,0-2-2 0,1 2-2 0,1-6 0 16,-2 0-2-16,0 0 2 0,0 0-4 0,1 0-1 15,-1-1-4-15,-1 0-3 0,2-2 4 0,-1-8-4 16,-3 9-1-16,3-9-2 0,0 11 2 0,0-11 1 15,0 7 2-15,0-7 4 0,-2 7-3 0,2-7 4 16,0 0-1-16,-4 5 2 0,4-5-6 0,0 0 5 16,-13 0-6-16,13 0-1 0,-14-3 2 0,5 1-2 15,1-1-2-15,-2-1 2 0,0-1-2 0,4 1 0 16,-1 3-5-16,1-3 8 0,6 4-5 0,-13-6 0 16,13 6 4-16,-8-3-2 0,8 3 1 0,-5-3-5 15,5 3 0-15,0 0 0 0,-7-1-5 0,7 1-1 16,0 0-1-16,0 0 4 0,0 0-4 0,0 0-4 15,0 0 6-15,0 0-2 0,0 0 2 0,0 0 0 16,0 0 2-16,31-3 0 0,-11 4 1 0,1-3-5 16,1-1-13-16,10 1-16 0,1-1-20 0,-1-1-25 15,3-1-33-15,-2 1-22 0,-1 0-4 0,-1-2-17 16,-2 1-116-16,0 0-288 0,-3-1 128 0</inkml:trace>
  <inkml:trace contextRef="#ctx0" brushRef="#br0" timeOffset="44839.05">23109 3884 40 0,'0'0'142'0,"0"0"-4"0,-7-15-12 15,7 15-13-15,-9-6-4 0,9 6-7 0,-13-1-8 16,13 1-8-16,-18 5-4 0,7 0-1 0,-2 1-9 16,2 3-2-16,-5 0-6 0,1 2-9 0,1 1-4 15,6-1-8-15,0 0 3 0,2-3-6 0,0 2-6 16,2-1-4-16,0 0-1 0,1-1-7 0,3 2 5 15,0-10-1-15,3 14-3 0,1-8 5 0,1 2-8 16,4-1-4-16,-2-2 1 0,0-1 1 0,-1-2 1 16,3 0-4-16,0 1 0 0,0 0-2 0,-1-2-5 15,-8-1 4-15,12 1 5 0,-6 0-5 0,-6-1-1 16,10 0 8-16,-10 0-1 0,0 0 5 0,7 3 6 16,-7-3-1-16,0 0-3 0,0 0 4 0,0 0-3 15,0 0-5-15,5 4 2 0,-5-4-5 16,0 0-1-16,0 0-4 0,-19 5-7 0,8 0 2 15,-4 4-2-15,-2-2 2 0,-4 3-2 0,5-3 2 0,-1 2-2 16,6-3-1-16,-6 4 3 0,7-3-4 0,2 1 0 16,-2 0-1-16,4-1 1 0,-1 1-1 0,5-2-1 15,-5 1 2-15,5-1-5 0,2-6 4 0,0 0 2 16,2 19 5-16,6-12 0 0,0 0 2 0,2-1-4 16,8-2 0-16,1 1 1 0,9 0 0 15,1-4-18-15,2 3-19 0,0-5-25 0,0 2-13 0,-1-2-21 16,3-1-31-16,-1-1-17 0,3-1-25 0,-5-1-134 15,0-1-317-15,-2-1 142 0</inkml:trace>
  <inkml:trace contextRef="#ctx0" brushRef="#br0" timeOffset="44998.06">23600 4112 82 0,'0'0'112'0,"0"0"-8"0,0 0-9 15,0 0-10-15,0 0-7 0,10 3-15 0,-10-3 2 16,0 0-9-16,0 0-25 0,3 9-29 0,-3-9-49 16,0 0-74-16,0 0-132 0,6 7 59 0</inkml:trace>
  <inkml:trace contextRef="#ctx0" brushRef="#br0" timeOffset="46735.03">26863 4153 99 0,'-9'-6'101'0,"7"2"-3"0,2 4-15 0,-7-9 2 15,3 6-4-15,4 3-11 0,-10-7 1 0,10 7 0 0,-6-5 3 16,6 5-3-16,-5-7-7 0,5 7-10 16,-6-7-2-16,6 7-11 0,-4-7-3 0,-2 4-6 0,6 3 6 15,-4-6-9-15,4 6-4 0,-4-4 0 16,4 4-10-16,-5-7 5 0,5 7-3 0,0 0-2 16,-8-5-1-16,8 5 0 0,0 0 2 0,-6-5-7 15,6 5 5-15,0 0-17 0,-6-5 8 0,6 5 5 16,0 0-1-16,-9-4-6 0,9 4 9 0,-4-3-12 15,4 3 5-15,0 0 1 0,-12-5 3 0,12 5-2 16,-11-1-1-16,11 1 3 0,-9 1 4 0,9-1-12 16,-8-1 14-16,8 1-11 0,-14-1 6 0,14 1-3 15,-9 0-3-15,9 0 2 0,-10 2-2 0,10-2 1 16,0 0 3-16,-9 0-2 0,9 0-1 0,0 0-4 0,0 0 0 16,-8 1-8-16,8-1 12 0,0 0-7 0,0 0 6 15,0 0-2-15,0 0 3 0,0 0 3 16,27 12-1-16,-14-7 2 0,5 0 3 0,2-1-8 15,2 3 3-15,4 1-4 0,-4-3 4 0,-2 3-6 16,0-2 3-16,1 1 1 0,-2 1 1 0,-2-1-2 0,0 0-6 16,-1 0 5-16,-3 0-3 0,-1 0-6 15,-3 0 8-15,0-2-6 0,0 3 7 0,-2-1 0 16,-1 0 15-16,-1 2-11 0,-3-1 1 0,0 2 0 16,-2 1-8-16,0-1 7 0,-4 1 6 0,1 5 3 15,-5-2-5-15,1 3 1 0,-5-2 1 0,4 2-3 0,-1 0-4 16,-5-2 9-16,5 1-18 0,-2 7 9 15,0-7-10-15,0 6-32 0,4-5-46 0,0-3-38 16,0 4-34-16,3-2-86 0,2-3-260 0,-1-2 115 16</inkml:trace>
  <inkml:trace contextRef="#ctx0" brushRef="#br0" timeOffset="47449.16">26843 4673 77 0,'0'0'158'0,"20"1"-16"16,-8-2-13-16,1-1-7 0,5 0-21 0,-1 1-5 16,2-3-9-16,1 1-13 0,-2 2-9 0,3 1-2 15,-4 0-12-15,-3 1-14 0,-3-2-17 0,3 0-22 16,-3 1-2-16,-3 0 0 0,-8 0-18 0,14-2 3 15,-14 2-10-15,11-1 8 0,-11 1-3 0,7 0 7 16,-7 0 4-16,0 0-1 0,0 0 2 0,4-6 1 16,-4 6 5-16,0 0 12 0,0 0 2 0,0 0-10 15,0 0 22-15,-13-10 3 0,13 10-4 0,0 0 0 16,-6-5 8-16,6 5 3 0,0 0-7 0,0 0-6 16,0 0-1-16,0 0-8 0,0 0 7 0,0 0-1 15,0 0 0-15,-12 10 5 0,10-4-1 0,-1 4 8 16,1 2 13-16,0 0-3 0,0 1-1 0,2 3-4 15,-3-2 1-15,2-2-6 0,1 4 5 0,0 1 0 16,-3-2-5-16,3 2-4 0,0-2 3 0,0-4-2 16,0 1-2-16,0 1-4 0,0-5 5 0,3 3-7 15,-2-3 3-15,-1 0 1 0,0-8-6 0,1 14 1 16,-1-8-4-16,0-6-1 0,-1 10-2 0,1-10 3 16,-1 10-2-16,1-10 3 0,-3 7 3 0,3-7-6 15,-2 8 5-15,2-8-6 0,-8 5 1 0,2-3 4 16,6-2-6-16,-11 3 4 0,11-3-2 0,-12 3-3 15,12-3 0-15,-15-2 5 0,15 2 0 0,-11 0-2 16,11 0-3-16,-9-1 0 0,9 1 2 0,-9-2-4 16,9 2 1-16,-9-2 0 0,9 2 1 0,-6-3-1 15,6 3-4-15,-10-3-2 0,10 3 5 0,0 0-2 0,-7-1-6 16,7 1 10-16,0 0-11 0,0 0 10 16,0 0-2-16,0 0 1 0,0 0-1 0,0 0-2 15,-8-3-5-15,8 3 5 0,0 0-3 0,0 0 8 16,0 0-5-16,0 0 1 0,0 0-2 0,0 0 2 15,0 0 1-15,0 0-1 0,0 0 0 0,0 0 4 0,0 0 3 16,0 0 3-16,0 0 7 0,0 0-3 16,0 0 0-16,0 0-2 0,0 0-2 0,0 0-2 0,29 0 3 15,-29 0-2-15,11 1-5 0,0-1 0 16,-1 0 0-16,0 2-2 0,1-2-5 0,3 0-13 16,3 0-13-16,0 1-21 0,1 0-21 0,-5 1-22 0,6-2-21 15,-2 2-5-15,-3-2-19 0,3 0-11 16,-3 0-92-16,-1 1-260 0,2-1 115 0</inkml:trace>
  <inkml:trace contextRef="#ctx0" brushRef="#br0" timeOffset="47723.62">27476 4887 34 0,'0'0'180'15,"4"-5"-6"-15,-4 5-2 0,0 0-7 0,0 0-6 16,0 0-7-16,0 0-8 0,1-8-4 0,-1 8-10 15,0 0-13-15,0 0-13 0,0 0-11 0,-13-4-10 0,13 4-7 16,0 0-8-16,-23 9-7 0,12-3-10 0,1 2-1 16,-3 0-4-16,0 1-3 0,1-1-5 15,4 1-6-15,-1-2-2 0,1 1-2 0,0 1-2 16,1-3-7-16,1 5 4 0,3-5-6 0,1-1-3 16,-1 3 9-16,3-8-7 0,5 15-3 0,-2-7-3 15,3-1-14-15,3 0-16 0,2 0-26 0,-1-2-20 0,2-1-23 16,2 1-18-16,2-2-24 0,2 0-16 0,-5-1-12 15,5-2-10-15,0 2-97 0,0-1-288 16,3 0 128-16</inkml:trace>
  <inkml:trace contextRef="#ctx0" brushRef="#br0" timeOffset="47847.42">27698 5025 68 0,'0'0'178'0,"6"-2"-11"0,-6 2-12 0,0 0-19 15,0 0-15-15,0 0-14 0,0 0-7 0,0 0-10 16,0 0-18-16,0 0-20 0,0 0-40 0,0 0-38 15,0 0-35-15,0 0-41 0,0 0-77 0,0 0-193 16,0 0 86-16</inkml:trace>
  <inkml:trace contextRef="#ctx0" brushRef="#br0" timeOffset="54077.7">24970 7845 28 0,'0'0'78'0,"0"0"4"16,0 0-3-16,0 0-1 0,0 0-3 0,0 0 1 16,0 0-18-16,0 0 1 0,0 0-7 0,0 0-8 15,0 0 2-15,0 0-4 0,-28-7-3 0,28 7-4 16,-8 2-4-16,8-2-2 0,-14 0 6 0,14 0-5 16,-10 0 1-16,10 0-3 0,-13-3 6 0,13 3-11 15,-9 0 0-15,9 0-9 0,-8-1 2 0,8 1-2 16,0 0-10-16,-14 0 7 0,14 0 0 0,0 0 3 15,-11 0 0-15,11 0-6 0,-9 1-10 0,9-1 13 16,0 0 0-16,-10 1 0 0,10-1 0 0,0 0-8 16,-8 2 3-16,8-2-4 0,0 0 2 0,0 0-5 15,0 0 10-15,0 0-11 0,-9 1 9 0,9-1-4 16,0 0-2-16,0 0 7 0,0 0 3 0,0 0-1 16,0 0-6-16,36 1 9 0,-21-1 1 0,5-2-2 15,1 2-1-15,2 1 8 0,7-4-3 0,0 2 1 16,0 1 11-16,2-2-5 0,1-1-8 0,3 2 5 15,2-2 3-15,-1 0-11 0,0 1 6 0,3 1 0 16,11 0 2-16,-10-2 1 0,8 3 1 0,-12-2-8 16,-1 2 1-16,0-2 1 0,2-1-2 0,-1 3 0 0,-2-3 0 15,3 1 3-15,-4 1 2 0,2-1-5 16,-1-1 1-16,-5 2 2 0,-1-1-4 0,-2 0 1 0,-4 0-3 16,-4-1 4-16,0 3-7 0,-2-2 6 15,-3 2 3-15,-1 0-3 0,-1-1 0 0,-1 0 1 0,-3 1-4 16,2-2-3-16,-3 1 3 0,-7 1 0 15,15 0 4-15,-7-1-3 0,-8 1-7 0,12 0 9 0,-12 0-4 16,9 1-1-16,-9-1 0 0,10 0 0 0,-10 0-1 16,0 0 1-16,0 0-2 0,11-1-8 0,-11 1 2 15,0 0 4-15,0 0 0 0,0 0-1 16,0 0 0-16,8 1 3 0,-8-1-4 0,0 0 1 0,0 0-2 16,0 0-4-16,0 0-14 0,0 0-21 0,0 0-13 15,0 0-27-15,0 0-18 0,0 0-37 0,0 0-34 16,0 0-98-16,0 0-285 0,0 0 126 0</inkml:trace>
  <inkml:trace contextRef="#ctx0" brushRef="#br0" timeOffset="54651.18">25969 7561 101 0,'0'0'183'0,"0"0"-5"0,0-10-2 0,0 10-4 15,0 0-5-15,0-10-13 0,0 10-7 0,0 0-5 16,0 0-9-16,2-6-12 0,-2 6-10 0,0 0-10 0,0 0-10 16,0 0-9-16,0 0-10 0,0 0-10 0,0 0-11 15,0 0-7-15,0 0-6 0,0 0-6 0,0 0-5 16,0 0-2-16,0 0 0 0,4 25-6 0,0-9-7 16,0 3 8-16,-2 6-5 0,0-1 1 0,-2 5-5 15,2-1 1-15,-2-1-1 0,-2 4-1 0,0 0 2 16,0 1-1-16,2-2 2 0,-4 0-1 0,0 1 2 15,2-1 17-15,-2 0-8 0,2-3 1 0,-2 1-3 16,3-2-1-16,-3-1-2 0,0-7 0 0,2 2-4 16,-1-4-13-16,3 0-17 0,0-1-27 0,-3-1-35 15,1-2-44-15,2 1-47 0,0-3-55 0,-2 1-134 16,0-4-386-16,2-7 171 0</inkml:trace>
  <inkml:trace contextRef="#ctx0" brushRef="#br0" timeOffset="56605.42">26349 7677 73 0,'0'0'148'16,"-5"-10"-9"-16,3 3-9 0,2 7 2 0,-3-10-6 16,1 5 1-16,2 5 0 0,-4-12 3 0,4 12 2 15,-2-9-5-15,2 9 4 0,-4-8-2 0,4 8-7 16,0 0-8-16,-1-6-5 0,1 6-8 0,0 0-8 15,-2-7-6-15,2 7-11 0,0 0-8 0,0 0-9 16,0 0-10-16,0 0-2 0,0 0-7 0,0 0-7 16,0 0-9-16,0 0 3 0,0 0-10 0,0 0 0 15,0 0-3-15,0 0 3 0,-2 25-6 0,-2-17-1 16,4 6 2-16,0 3 0 0,-6 2-3 0,6-2-1 16,-2 2-3-16,2-1 3 0,0 1-3 0,0 1 2 0,0-2 0 15,-2-1-1-15,4 1 1 0,0 0-2 16,-2-1-16-16,3-2-16 0,0-2-19 0,-3 3-24 15,2-5-37-15,0 2-26 0,0-2-24 0,-2-1-36 0,2 1-163 16,-2-1-385-16,0-3 171 0</inkml:trace>
  <inkml:trace contextRef="#ctx0" brushRef="#br0" timeOffset="57273.73">26364 7764 73 0,'0'0'92'0,"0"0"-4"16,0 0-10-16,0 0 1 0,0 0-9 0,0 0-9 16,-10 1 5-16,10-1-1 0,0 0-7 0,0 0-9 15,0 0 1-15,0 0-1 0,0 0-7 0,0 0-10 16,0 0 0-16,0 0 0 0,-8 4 2 0,8-4-8 15,0 0 10-15,0 0-7 0,0 0 2 0,0 0 9 16,0 0 5-16,21 8-2 0,-7-6-3 0,-4-1-1 16,9 1 0-16,-2 2-4 0,6 0 0 0,4-4-1 15,4 0-6-15,3 0 3 0,2 2-10 0,2-1 4 16,3-4-7-16,-3 5 1 0,2-4-2 0,-2 2 3 16,-1 0-4-16,-1-2 1 0,-1 1-3 0,1 0-5 15,-2 1 2-15,-1-2-3 0,-1 0 1 0,-3 3-4 16,-2-1 9-16,2 1-3 0,-10-1-3 0,2 2-2 15,0-4 6-15,0 2-1 0,-4 2-3 0,3-4 4 16,-2 1-4-16,0 0 3 0,1 1-1 0,-6-1-6 16,5 2 5-16,0-2 0 0,0-1 8 0,-3 3-11 15,3-1 4-15,0-1-1 0,0 2-4 0,-5-3 5 16,5 3-5-16,-3-2 8 0,-2 1-7 0,0 0 3 16,0-1 2-16,0 2 2 0,0-1 2 0,0-1-5 0,-3 1-1 15,3 0 1-15,-5 0 0 0,3 0-3 0,-11 0-3 16,12-2 2-16,-12 2-1 0,11 0 2 0,-11 0-6 15,6 2 3-15,-6-2-3 0,0 0-2 16,0 0 4-16,12 0 0 0,-12 0-1 0,0 0-4 0,0 0 1 16,0 0-21-16,0 0-23 0,0 0-18 15,0 0-26-15,0 0-29 0,8-3-17 0,-8 3-142 16,0 0-299-16,0 0 133 0</inkml:trace>
  <inkml:trace contextRef="#ctx0" brushRef="#br0" timeOffset="57421.73">27626 7774 39 0,'0'0'22'0,"0"0"-33"0,0 0-11 0,0 0 6 0</inkml:trace>
  <inkml:trace contextRef="#ctx0" brushRef="#br0" timeOffset="61665.2">29535 4131 66 0,'0'0'73'0,"0"0"-2"0,-4-7-8 16,4 7-10-16,0 0-2 0,-5-5-4 0,5 5-4 16,0 0 10-16,-11-2-9 0,11 2-8 0,-10 0-3 0,10 0 3 15,0 0 2-15,-9 0-3 0,9 0 4 0,0 0 7 16,0 0-6-16,-7-3 5 0,7 3-8 16,0 0-1-16,0 0 0 0,0 0 12 0,0 0-24 15,0 0 13-15,0 0-5 0,0 0 0 0,0 0-2 16,0 0-4-16,0 0-2 0,38-5-4 0,-8 3 0 15,3 1 3-15,3 0-6 0,2-2 11 0,0 2-22 0,13-5 5 16,-13 6 0-16,0-2-2 0,-4 2 3 16,1-4-4-16,-2 4 5 0,-1-2-6 0,-1 0 3 15,-10 2-10-15,5 0-9 0,-8-2-25 0,-5 4-13 16,1-2-21-16,-5 0-30 0,2 0-20 0,-5 0-65 16,-6 0-197-16,0 0 87 0</inkml:trace>
  <inkml:trace contextRef="#ctx0" brushRef="#br0" timeOffset="62036.87">29879 4102 53 0,'0'0'177'15,"0"0"-8"-15,0 0-8 0,0 0-15 0,0 0-16 16,-9 5-12-16,9-5-15 0,0 0-13 0,0 0-10 15,0 0-8-15,0 0-8 0,-3 10-6 0,3-10-5 16,3 19-6-16,-2-5-6 0,-1 5 0 0,1 5 4 16,-1 7-4-16,0-2-6 0,-1 5 6 0,-4 12-1 15,2-13-1-15,-3 1-3 0,2 16 7 0,0-2-4 16,-1 0 1-16,3-1 0 0,-5 0-4 0,2-11-4 16,-2 9-1-16,4 4-2 0,-1-14-1 15,0 10-2-15,2-10 2 0,2-2-1 0,0 3-4 0,0-2 0 16,-3-5-3-16,2 4 0 0,3-4-3 0,0-2 1 15,-2-1-1-15,0 2 0 0,1-9-2 0,0 1-2 16,0-1 0-16,2 1-4 0,0-1 2 0,-1 1 0 16,1-2-2-16,-1-1 0 0,2 2 0 0,-3-3-21 15,3 0-19-15,-1-5-27 0,-3-11-29 0,4 28-35 16,-3-17-41-16,0 0-36 0,-1-11-112 0,-1 20-336 16,1-20 149-16</inkml:trace>
  <inkml:trace contextRef="#ctx0" brushRef="#br0" timeOffset="62501.21">29721 5770 34 0,'0'0'210'0,"0"0"-20"0,0 0-20 15,0 0-15-15,0 0-21 0,0 0-10 0,0 0-12 16,0 0-11-16,0 0-13 0,0 0-5 0,20 16-1 16,-17-3-10-16,6-1-4 0,-1 4-4 0,2 0 0 15,-2 0-7-15,1 1-4 0,1 0-3 0,-1 0-5 16,-4-2-2-16,3 0-2 0,-2-1-3 0,1-1 0 15,-2-2-4-15,0 0 1 0,0 0-5 0,0-3-1 16,1-1-1-16,-2 0 0 0,-4-7-3 0,7 9 6 16,-7-9 16-16,4 7 19 0,-4-7 21 0,0 0 21 15,6 6 12-15,-6-6 10 0,0 0-19 0,0 0-7 16,24-10-15-16,-13 1-6 0,4-2-12 0,0-1-7 16,4-6-3-16,-3 4-4 0,4-3-7 0,0-2 3 15,0-1-5-15,-2 1-14 0,-4 5-4 0,1 0-6 16,-2-2-3-16,1 2-9 0,-3-2-21 0,2 5-20 15,-7 2-21-15,1-1-27 0,-1 4-24 0,-2 0-36 16,0 1-31-16,-4 5-39 0,6-8-40 0,-6 8-11 16,0 0 7-16,0 0-131 0,0 0-415 0,0 0 184 15</inkml:trace>
  <inkml:trace contextRef="#ctx0" brushRef="#br0" timeOffset="62795.63">30159 5946 81 0,'0'0'190'0,"0"0"-11"0,0 0-24 0,1 7-10 16,-1-7-14-16,0 0-12 0,0 0 12 0,0 10 2 15,0-10-10-15,0 13-7 0,-3-3-7 0,3-1-4 16,-1 2-7-16,0 4-7 0,-1 1-13 0,0 1-1 16,-1-1-7-16,2 1-1 0,0-4-6 0,1 0-2 15,0-1-1-15,-2 1-3 0,2-1-5 0,0-2-1 16,0 0-5-16,0-3-4 0,2 2-2 0,-1 0-1 15,2-2-5-15,-2 0 2 0,1-2-6 0,-2-5 4 16,7 10-3-16,-5-3 1 0,5-4-5 0,-2 1 2 16,1 3-3-16,2-5-1 0,3-1-2 0,2 1-2 15,0-2-20-15,6 0-17 0,0 0-27 0,3-2-38 16,5-3-31-16,6 0-22 0,-1 1-59 0,0 1-39 16,-4 0-144-16,0-2-405 0,-7 3 180 0</inkml:trace>
  <inkml:trace contextRef="#ctx0" brushRef="#br0" timeOffset="63415.07">29617 7089 140 0,'2'-11'220'0,"1"6"-2"15,-3 5-2-15,2-9-6 0,0 2-4 0,-2 7-6 16,2-7-13-16,-2 7-6 0,3-6-22 0,-3 6-7 15,0 0-14-15,4-6-23 0,-4 6-13 0,0 0-14 16,0 0-11-16,0 0-11 0,0 0-7 0,0 0-3 16,10 18-11-16,-8-1-2 0,0 2-5 0,0 6-3 15,-2 4-4-15,3 3-1 0,-3-1-2 0,2 2-3 16,-2 2 7-16,-2-1 1 0,-1 2 0 0,4-5-7 0,-3 4-2 16,1-1 0-16,-2-2-1 0,0-2-1 15,0-1 0-15,4-2-9 0,-5 3 6 0,5-5-2 16,-4 0-3-16,3-6-3 0,0 0 3 0,1 1-7 15,-1-4 6-15,0 0-2 0,0-4 1 0,0 0-2 16,-1-2 1-16,3 1-1 0,-2-11-2 0,0 15 3 16,0-15-2-16,1 11-23 0,-1-11-15 0,0 0-21 15,-1 13-13-15,1-13-20 0,0 0-26 0,0 0-32 16,0 0-39-16,0 0-35 0,0 0-37 0,0 0-141 16,0 0-426-16,0 0 188 0</inkml:trace>
  <inkml:trace contextRef="#ctx0" brushRef="#br0" timeOffset="63878.57">29646 7802 241 0,'6'-7'231'0,"0"2"-14"0,-6 5-6 0,11-12-1 0,-2 5-14 16,-1-1-17-16,1 1-16 0,-2 0-12 0,1-1-8 16,0 2-7-16,-2-2-11 0,3 3-14 0,0-2-10 15,-4 2-8-15,3 1-12 0,-8 4-7 0,7-6-12 16,-7 6-1-16,9-8-11 0,-9 8-4 0,0 0-18 15,9-6-19-15,-9 6-23 0,0 0-31 0,0 0-31 16,0 0-36-16,0 0-46 0,0 0-15 0,9-4-9 16,-9 4-18-16,0 0-127 0,0 0-353 0,0 0 156 15</inkml:trace>
  <inkml:trace contextRef="#ctx0" brushRef="#br0" timeOffset="64056.77">29564 7754 200 0,'-7'-7'217'16,"-10"-2"8"-16,7 0 8 0,-2 4-8 0,2-3-10 15,0 1-17-15,-2 1-19 0,2-2-18 0,0 0-18 16,1 3-16-16,9 5-12 0,-12-10-29 0,6 6-48 16,6 4-54-16,0 0-69 0,-16-14-92 0,6 9-171 15,10 5-376-15,-14-11 167 0</inkml:trace>
  <inkml:trace contextRef="#ctx0" brushRef="#br0" timeOffset="73168.77">21490 7635 64 0,'-11'-10'141'0,"11"10"6"0,0 0-7 0,0 0-1 16,-8-5-1-16,8 5-6 0,0 0-6 16,-9-2 1-16,9 2-3 0,0 0-9 0,-9-3-13 0,9 3-7 15,-9-1-10-15,9 1-10 0,-8-2-9 16,8 2 1-16,0 0-3 0,-7-2-3 0,7 2-2 15,0 0 1-15,0 0-11 0,-9-1-2 0,9 1-4 16,0 0-5-16,0 0-8 0,0 0 1 0,0 0-4 0,0 0-4 16,0 0-2-16,0 0-5 0,0 0-7 0,28-2-12 15,-13 2-6-15,4 2-13 0,1-4-17 0,-1 2-32 16,0-1-26-16,0 0-29 0,-6-1-30 0,1 2-27 16,-4-2-110-16,0-2-317 0,-3 2 141 0</inkml:trace>
  <inkml:trace contextRef="#ctx0" brushRef="#br0" timeOffset="73375.52">21530 7501 88 0,'0'0'162'0,"0"0"-24"0,0 0-14 16,0 0-11-16,-7-4-12 0,7 4-11 0,0 0-10 15,0 0 0-15,0 0-8 0,0 0-3 0,-4 13 4 16,4-13-5-16,-1 10-6 0,1-2-4 0,-1 2-8 15,0 0-3-15,-2-1-6 0,1-3-1 0,0 5-12 0,0 0-27 16,-2 1-35-16,0 0-19 0,-1 1-40 0,0 1-35 16,-5 0-86-16,6-1-230 0,0-6 102 15</inkml:trace>
  <inkml:trace contextRef="#ctx0" brushRef="#br0" timeOffset="73605.73">22291 7655 110 0,'0'0'180'0,"0"0"-18"15,6-4-14-15,-6 4-9 0,0 0-16 0,0 0-3 16,0 0-18-16,9-1-12 0,-9 1-9 0,0 0-13 15,10 3-34-15,-10-3-26 0,16 1-47 0,0-1-65 16,0 2-100-16,6-3-221 0,7 0 98 0</inkml:trace>
  <inkml:trace contextRef="#ctx0" brushRef="#br0" timeOffset="79040.62">25662 7542 7 0,'0'0'18'0,"-3"7"-2"0,3-7 3 0,0 0 2 16,0 0 0-16,-5 8 0 0,5-8-6 0,0 0 7 15,-4 2-1-15,4-2-3 0,0 0 3 0,-10 2 5 16,10-2 0-16,0 0-3 0,-12 2 2 0,12-2-2 15,0 0-3-15,0 0 7 0,-7 2 2 0,7-2 1 16,0 0-4-16,0 0-7 0,-11 0 4 0,11 0 7 16,0 0-1-16,0 0-17 0,-10 2 13 0,10-2 2 15,0 0 0-15,0 0-3 0,0 0 0 0,0 0 4 16,0 0-4-16,0 0 4 0,0 0 0 0,0 0-2 0,0 0 12 16,0 0-5-16,28 3-2 0,-20-3 6 0,4 2-3 15,-3-2-3-15,-2 0 0 0,4 0-4 0,0 0 2 16,-6 1 5-16,-5-1-1 0,15 1-9 15,-6-2 2-15,-9 1-3 0,11-1 1 0,-11 1-1 0,12-2 4 16,-7 0-1-16,-5 2-3 0,0 0-2 0,11 2 2 16,-11-2-3-16,0 0-4 0,0 0 3 0,11 0 2 15,-11 0-7-15,0 0-13 0,0 0-10 0,0 0-15 16,7-2-34-16,-7 2-30 0,0 0-41 0,0 0-76 16,0 0-223-16,6-7 99 0</inkml:trace>
  <inkml:trace contextRef="#ctx0" brushRef="#br0" timeOffset="93381.26">26515 7538 50 0,'0'0'111'0,"0"0"-5"15,0 0-9-15,0 0-11 0,0 0-12 0,0 0-2 16,0 0 3-16,0 0-4 0,7-13-11 0,-7 13-4 16,0 0-2-16,0 0-1 0,0 0 4 0,2-7-11 0,-2 7 0 15,0 0 0-15,0 0 2 0,4-5-1 0,-4 5-4 16,0 0-4-16,0 0 5 0,0 0-1 16,0 0 0-16,2-9-10 0,-2 9 1 0,0 0-3 15,0 0 6-15,0 0-7 0,0 0-2 0,0 0-2 0,0 0-17 16,8-5 16-16,-8 5-6 0,8-3-4 0,1 2-2 15,1 1-6-15,1 0-2 0,0-2-15 0,3 4-11 16,-1-2-16-16,1 0-8 0,-3 0-8 0,2 0-28 16,-4 0-18-16,0 0-13 0,0-2-109 0,0 0-238 15,-9 2 106-15</inkml:trace>
  <inkml:trace contextRef="#ctx0" brushRef="#br0" timeOffset="93572.52">26630 7390 113 0,'0'0'133'0,"0"0"-5"16,0 0-8-16,0 0-8 0,0 0-16 0,0 0-10 15,-4-7-10-15,4 7-10 0,0 0-9 0,0 0-1 16,0 0-7-16,0 0-7 0,-8 21 1 0,6-11-6 16,-2 0-10-16,3 4-25 0,-5-3-23 0,0 5-13 15,-2 1-26-15,1-2-7 0,-1 3-6 0,1-2-92 16,-5 2-179-16,1-2 79 0</inkml:trace>
  <inkml:trace contextRef="#ctx0" brushRef="#br0" timeOffset="94197.18">26333 7446 73 0,'0'0'121'0,"0"0"0"0,2-7-4 0,-2 7-5 16,0 0-4-16,0 0 0 0,0 0-4 16,0 0-11-16,0 0-9 0,0-8-8 0,0 8-3 15,0 0-18-15,0 0-5 0,0 0-5 0,0 0-5 0,0 0-9 16,0 0-1-16,0 0 4 0,0 0-9 0,0 0-7 15,0 0 0-15,-4 30-6 0,-1-21 2 0,1 7-6 16,0-5 6-16,-1 7-1 0,2 0-2 0,1 0-8 16,-4 9 6-16,3-9 4 0,-5 10-7 0,3-1 2 15,-2 0 4-15,0-2-2 0,1 3-5 0,2-1 1 16,-1-2 5-16,-5 2-9 0,4-4 5 0,-1 4-11 16,-1-1-7-16,2-6-32 0,0 5 0 0,-1-1-15 15,-1-1-16-15,3-5-18 0,-5 1-25 0,6-1-93 16,-6 0-227-16,3-2 100 0</inkml:trace>
  <inkml:trace contextRef="#ctx0" brushRef="#br0" timeOffset="94923.38">26322 7564 59 0,'0'0'97'0,"4"-7"4"0,-4 7-6 0,1-6-1 16,-1 6 3-16,8-7-1 0,-8 7-4 0,2-5-10 15,-2 5 0-15,0 0-4 0,3-4-10 0,-3 4-3 16,0 0-6-16,0 0-15 0,0 0 5 16,0 0-5-16,4-8-9 0,-4 8 2 0,0 0-10 0,0 0-7 15,0 0 2-15,0 0-7 0,0 0-5 0,0 0 0 16,5 26-3-16,-5-12 4 0,0 2 0 15,2 4-1-15,-2 2-1 0,-2 8-3 0,-1-1 10 0,1-1-8 16,0 5-1-16,-1 0 1 0,-3 0-3 0,-1-1 1 16,3 3-1-16,-3 0 3 0,0-2 0 0,1 0-4 15,1-1 5-15,-1-1-9 0,4 0-21 0,-1-1-24 16,-4-2-6-16,0-4-7 0,1 2-27 0,-3-4-12 16,4-5-12-16,-4-2-83 0,1 0-208 0,3 0 92 15</inkml:trace>
  <inkml:trace contextRef="#ctx0" brushRef="#br0" timeOffset="141659.4">4994 3863 155 0,'0'0'196'0,"1"-10"-5"0,-1 10-12 0,0 0-10 16,2-7-9-16,-2 7-18 0,0 0-17 0,0 0-17 15,0 0-9-15,0 0-10 0,0 0-8 0,0 0-9 16,0 0 1-16,0 0-1 0,-9 33 2 0,2-16-2 15,2 2-8-15,-4 7-3 0,-1-2-7 0,0 2 2 16,-4-3-9-16,2 1-5 0,4-6 4 0,0 0-10 16,0-1 1-16,-3-1-6 0,9-3-4 0,-7 1-8 15,3 2 1-15,2-7-2 0,-1-1 1 0,3-1-6 16,0 0 4-16,2-7-5 0,-3 8 32 0,3-8-5 16,-3 9 2-16,3-9-5 0,0 0 1 0,0 0-2 15,0 0-7-15,0 0-1 0,0 0-1 0,11-35-8 16,-5 18-4-16,10-8-3 0,-6-1-2 0,4-1-6 15,4-4-4-15,1-1-5 0,8-7 0 0,4-2-4 16,-4-1 1-16,1 4 2 0,-2-2-4 0,-4 11 3 16,-3 0-5-16,3 3 2 0,-4 3 1 0,-1 4 0 15,-4 6 1-15,-5 4 3 0,1-2 1 0,-4 4-6 16,3 2-2-16,-3 1 2 0,-5 4 4 0,0 0 1 16,0 0 4-16,18 13 5 0,-10 1 1 0,-6 3 3 15,3 2 3-15,-2 6-1 0,1 6 8 0,-2-1 4 16,0 1-1-16,-2-1-2 0,1 0-4 0,-1-2 5 15,-3 1 0-15,3-3-6 0,-1-2 0 0,1-5-1 16,0 0 2-16,1 0-2 0,-1-2-2 0,2-2 2 16,-1 1-17-16,0-5-22 0,0 0-22 0,1-1-27 15,-2-1-31-15,0-9-36 0,0 11-38 0,0-11-25 16,-3 9-25-16,1-4-118 0,2-5-379 0,0 0 168 16</inkml:trace>
  <inkml:trace contextRef="#ctx0" brushRef="#br0" timeOffset="141814.68">4998 3966 64 0,'0'0'153'0,"0"0"-18"0,0 0-9 16,0 0-18-16,0 0-6 0,0 0-10 0,0 0-8 16,34-3-2-16,-12 3-29 0,9 0-35 0,5-2-47 15,4 1-63-15,0 2-58 0,12-6-162 0,-2 2 72 16</inkml:trace>
  <inkml:trace contextRef="#ctx0" brushRef="#br0" timeOffset="142241.04">5892 4257 36 0,'7'-4'234'0,"2"-2"-14"15,0 2-12-15,0-3-3 0,1-2-10 0,1-1-10 16,2-4-16-16,0 0-12 0,0-2-5 0,5-5-13 16,1 0-10-16,-3-1-11 0,3-2-17 0,-2 1-2 15,1-1-13-15,-1-1-7 0,-1-1-7 0,1 4-8 16,-3 0-8-16,-5 4-2 0,-1 2-6 0,-2 5 3 16,-2 0 3-16,-2 2-1 0,2 0-3 0,-1 3-4 15,-2-2-9-15,-1 8-5 0,0 0-10 0,-5-9 2 16,5 9-9-16,-13 2 1 0,2 3-4 0,-2 5-1 15,-1 1-4-15,1 0-5 0,0 4-8 0,4-1 0 16,0 2 2-16,4 1-7 0,4 2 3 0,3-3-4 16,2 4 4-16,7 2 0 0,2 0 0 0,-2-5 2 15,8 3-2-15,0 2 4 0,-1-3-1 0,1 0 0 16,-2-6 1-16,-4 0 4 0,2 1-3 0,-5-2-1 16,0-2-2-16,-2-2 3 0,0 0 0 0,-2-1 2 15,-2-1-3-15,0-1-4 0,-3 2 2 0,-1-7-3 16,0 9-2-16,0-9-5 0,-8 8-15 0,2-5-13 15,-3-1-19-15,1 1-22 0,0 0-23 0,8-3-40 16,-15 1-34-16,8 1-46 0,-2-2-134 0,9 0-393 16,-14-6 174-16</inkml:trace>
  <inkml:trace contextRef="#ctx0" brushRef="#br0" timeOffset="142750.81">6384 4098 193 0,'0'0'198'0,"8"-3"-20"15,-8 3-18-15,0 0-14 0,0 0-9 16,0 0 6-16,0 0-10 0,12 12 2 0,-9-4-10 16,-1 4-9-16,0-2-12 0,1 1-8 0,-2 5-5 15,-1-5-16-15,0 1-5 0,1-3-8 0,1 2 2 16,-4-4-10-16,2-7-6 0,0 14-4 0,-1-8-1 0,1-6-1 16,0 9 9-16,0-9 14 0,0 0 17 15,0 0-11-15,0 0-6 0,0 0-6 0,0 0-5 16,0 0-2-16,0 0-6 0,-11-20-6 0,9 10-1 0,1-1-6 15,2-2-7-15,1-3 6 0,1 0-11 16,4-1-3-16,3-8 2 0,0 3-5 0,4 0-1 16,2 2-5-16,-3 6-4 0,6 2-2 0,-4 1 0 0,2 4-4 15,-5 4-5-15,1 1 2 0,-3 1-2 0,1 2 3 16,3 4 0-16,-4 3 3 0,6 1-2 16,-4 4-1-16,1 1 3 0,-4-1 0 0,0 1-1 15,-3-3-1-15,2 4 2 0,-5-5 0 0,0 1 0 16,1-2 2-16,-2-2-1 0,1-2 1 0,-2 1 0 15,-1-6 0-15,2 8 8 0,-2-8 1 0,0 0 2 16,1 6-1-16,-1-6-2 0,0 0 4 0,0 0-1 16,0 0-6-16,0 0 0 0,0 0 2 0,0 0-1 15,-1-28-8-15,3 19-4 0,2-3 1 0,1 0-3 16,1-4-3-16,5 1-2 0,-1 1-6 0,3 3-2 16,2-3 2-16,0 4 2 0,0 2-1 0,-3 4-4 15,0 0 0-15,6 2 1 0,-7 4 1 0,1 0 1 16,0 3 2-16,-1 3 1 0,0 0 1 0,-1 3 2 15,-2 5 0-15,0-2-13 0,1 2-21 0,-4 0-21 16,0-2-27-16,-3-2-29 0,0 2-41 0,0-2-41 16,2 1-34-16,-4-1-119 0,4-2-387 0,0-1 171 15</inkml:trace>
  <inkml:trace contextRef="#ctx0" brushRef="#br0" timeOffset="143577.21">7187 3987 195 0,'-2'-9'251'0,"-2"0"-11"0,1 5-20 16,-1-1-22-16,4 5-22 0,-9-7-18 0,9 7-17 15,-18 3-11-15,9 4-10 0,-2-1-10 0,-4 7-11 16,3 2-5-16,-3-1-12 0,6 3-2 0,-3-2-13 16,5 1-7-16,2 1-3 0,1 2-5 15,4-7-8-15,-2 0-3 0,4 0-1 0,0-2-5 16,1-1-3-16,2 0-2 0,1-4-6 0,4 0-2 15,2-1 0-15,-2-3-4 0,3-2-1 0,0 1-1 0,0-3-1 16,3-3 2-16,-3-2-7 0,-2 2 5 0,2-4-4 16,-4 1 0-16,-1-1 1 0,2-4-1 15,-5 5 0-15,3-4 1 0,-4 4 8 0,1-3 3 16,-1 3-1-16,1 0-6 0,-3 2 4 0,1 1-2 16,-3 6-1-16,6-10-4 0,-6 10 0 0,3-7-12 15,-3 7-4-15,0 0 3 0,0 0-3 0,0 0-1 0,0 0 5 16,6 18 0-16,-4-9-2 0,-1 4 1 0,1-3 0 15,-2 6 1-15,2-3 1 0,4 2-2 16,-2-4 2-16,1 1 0 0,0-4 1 0,1 3-1 16,2-3 3-16,1 1 1 0,1-3 1 0,2 0 0 15,0-4-1-15,1-1 5 0,3-1-3 0,0-2 1 16,2-5 0-16,-2-1 4 0,1-3 0 0,-1 1 3 0,-1-3 5 16,-1-3-2-16,3-3 2 0,-7 2-1 0,4-7 4 15,-2 1 3-15,-3-4 4 0,-2 2 1 0,-1-4-5 16,1 1 3-16,-1 1-4 0,0-6-8 15,-3 2 4-15,2 4-1 0,-1 1 7 0,-1 9 3 16,-2 0-11-16,2 2 19 0,-2 6 4 0,0 0-9 16,0 2-3-16,-1 7-26 0,0-9 9 0,0 9-4 15,0 0-8-15,0 0-7 0,0 0 17 0,0 0-5 16,-3 55-6-16,-3-23 12 0,-1 0-6 0,2 3 3 0,-3-3-7 16,4 1-1-16,-2-1 2 0,2-2-1 15,4-2 8-15,-1 0-7 0,2-8 0 0,3-1 1 16,0-1 3-16,1 0-2 0,4-3-1 0,0-2-3 15,-3-1 7-15,3-3-3 0,0-1-2 0,1-1 4 16,0 0-4-16,1-4 4 0,0-2-5 0,1 1 4 16,2-5-5-16,-2 0-1 0,8-5-3 0,-4 0-3 15,-1-5-1-15,2-1 7 0,-3 0-2 0,-1-1-4 16,4-9 0-16,-5 1-5 0,0-1 4 16,-1-3-2-16,-2 1 0 0,0-2-2 0,0 1 3 0,-1-1 1 15,1 0-3-15,-1 2 2 0,-5 7 4 0,2 1 0 16,-3 7 1-16,0 0 5 0,0 3 4 0,-1 2-11 15,0 0 0-15,-1 6-2 0,1-9-17 0,-1 9 15 16,0 0-2-16,0 0 1 0,-5 23 5 0,-1 1 2 16,-5 0-3-16,3 4 4 0,-3-2 3 0,-1 2-1 15,2-3-4-15,-1 3 7 0,2-1-2 0,3-2 2 16,2-5-3-16,2 6 5 0,-2-7 0 0,2 0-1 16,1 2-14-16,2-3-12 0,1-3-28 0,0 1-43 15,1-3-51-15,-1-2-60 0,5-1-62 0,-3-1-252 16,5-1-560-16,-3-6 248 0</inkml:trace>
  <inkml:trace contextRef="#ctx0" brushRef="#br0" timeOffset="144577.16">8517 4032 6 0,'-3'-9'226'0,"3"9"-9"0,-3-10-8 15,3 10-16-15,-1-8-9 0,1 8-19 0,0 0-18 16,-1-8-20-16,1 8-12 0,0 0-15 0,0 0-7 16,0 0-13-16,0 0-8 0,0 0-6 0,13 26-5 15,-4-10-3-15,0 0-8 0,2-1 25 0,-1 2-5 16,0 1-10-16,1 4-7 0,-1-4-2 0,-1-1-7 16,-1-2-2-16,0 1-4 0,0-2-6 0,-4-4-1 15,2 1-2-15,0-1 0 0,1-2-4 0,-3-3-2 16,1 0-2-16,-1 2-1 0,-1-4 0 0,-3-3 11 15,7 7 16-15,-7-7 17 0,3 4 8 0,-3-4 1 16,0 0-11-16,10-11-7 0,-7 1-11 0,6-4 4 16,-1-1-4-16,1-3-1 0,0-6-7 0,4-1 0 15,-4-1-14-15,2 1 7 0,1-3-1 0,-2 0-4 16,0 3-4-16,-1-1-7 0,-4 13-3 0,-1 2-2 16,0 1-4-16,0-1-26 0,0 3-35 0,-3 3-43 15,-1 5-51-15,2-7-67 0,-2 7-26 0,0 0-13 16,0 0-176-16,0 0-469 0,0 0 208 0</inkml:trace>
  <inkml:trace contextRef="#ctx0" brushRef="#br0" timeOffset="144846.84">8882 4214 15 0,'0'0'148'15,"5"5"0"-15,-5-5-15 0,5 4 0 0,-5-4-9 16,8 4-2-16,-8-4-3 0,10 1-3 15,1-1-2-15,-2 0-14 0,3 2 2 0,0-4-10 0,1-1-4 16,0 2-5-16,1-2 0 0,-2-1-5 0,-1 0 3 16,-2 0-1-16,0-2 5 0,0 1 0 0,-1-1-1 15,-5-1-4-15,1-3-10 0,0 0-7 16,-5 1-8-16,0-1-2 0,-3-2 0 0,-1 2-7 0,-3 0-6 16,-1 2-6-16,-3 0-5 0,2 2 1 15,-4 2-9-15,1 1-1 0,1 3-19 0,-1 2-17 0,-4 0-20 16,-2 4-25-16,1 4-32 0,1-1-40 0,4 4-43 15,0-4-40-15,-1 3-131 0,6-1-375 0,2-1 167 16</inkml:trace>
  <inkml:trace contextRef="#ctx0" brushRef="#br0" timeOffset="145079.29">9301 3956 273 0,'4'-13'278'0,"-2"2"-1"0,2 3-7 0,-3 1-14 16,-1 7-23-16,3-10-30 0,-3 10-17 0,2-9-28 16,-2 9-18-16,0 0-18 0,0 0-15 0,0 0-8 15,8 29-7-15,-7-10-7 0,3 10-5 0,-6 1-11 16,0 3-6-16,1-1-10 0,0 0 2 0,-1 0-3 16,1 0-6-16,1 0-3 0,0-3-12 0,1-3-33 15,-2-1-37-15,0-6-48 0,1 1-51 0,0-2-60 16,0-4-61-16,-3-3-166 0,1-1-461 0,2-10 205 15</inkml:trace>
  <inkml:trace contextRef="#ctx0" brushRef="#br0" timeOffset="145303.31">9537 3989 217 0,'3'-16'275'0,"-2"6"-4"15,2 0-12-15,0 0-7 0,-3 4-22 0,0 6-25 16,3-9-22-16,-3 9-23 0,0 0-19 0,0 0-17 15,0 0-10-15,0 0 2 0,-3 27-9 0,2-8-5 16,-3 6-10-16,0 1-8 0,1 1-10 0,-2 2-5 16,1 0-3-16,3-5-7 0,-2 6-4 0,0-5-8 15,2-7-24-15,1 0-13 0,0 0-13 0,0-2-30 16,0-4-33-16,-1-1-49 0,1-11-53 0,1 16-43 16,-1-10-45-16,0-6-159 0,0 0-447 0,0 0 198 15</inkml:trace>
  <inkml:trace contextRef="#ctx0" brushRef="#br0" timeOffset="146343.64">9383 4074 82 0,'6'-5'202'0,"4"0"-22"16,7 3-19-16,2-1-16 0,4 3-13 0,8 0-16 16,1 0-13-16,1 1-7 0,1 1-9 15,0 0-10-15,-2 0-6 0,-3-2-7 0,2 0-8 16,-10 0-2-16,1 0-7 0,-4 0-3 0,2 0-2 15,-8 0-9-15,-3 0-3 0,-1 3 6 0,-8-3 9 0,10 0 12 16,-10 0 9-16,9 2 5 0,-9-2-1 0,0 0-4 16,0 0-7-16,0 0-7 0,0 0-2 0,0 0-2 15,-17 16-4-15,4-5-2 0,-1 2-3 0,-5 4-3 16,2-4-5-16,3-1-5 0,0 2 0 16,1 2-2-16,5-1-2 0,1-4-4 0,1 4-2 15,2-3-2-15,1-2-1 0,3 0 4 0,-1-1-4 16,4 0-1-16,1-3 0 0,1-1 0 0,1-1 3 15,3 0-1-15,1 0 1 0,1-3-6 0,1-1 1 16,0-1 1-16,2-3-1 0,-3-1-2 0,0 0 0 16,1-1 0-16,0-2 0 0,-1-2 0 0,2-3 4 15,-1 1-4-15,-3-3-5 0,1 1 4 0,-3-2-2 16,1 2-3-16,0 4 4 0,-5-2 3 0,0 7 11 0,0-1-3 16,-1 0 2-16,-2 6-10 0,4-5 1 0,-4 5-7 15,0 0-2-15,0 0 0 0,0 0 0 0,0 0-1 16,0 0 0-16,10 16-2 0,-7-8 5 15,1 2-1-15,1-2-2 0,0 2 3 0,0-2-1 16,3 1 2-16,3-3 0 0,-2 2 0 0,4-2 0 16,4 1 1-16,-2-2 2 0,3-1-1 0,3-1 0 15,-3-3-3-15,2 0 2 0,0-2 0 0,-1-1 1 0,-1 0 1 16,0-3 0-16,-1 0-3 0,-3-2 3 0,-2 2 0 16,-3-3 2-16,0 0-4 0,0 0 5 15,-1 0 3-15,-3-4 0 0,-1 3 7 0,0-2 3 16,-3 2-12-16,2 0 15 0,-1 1-5 0,-4-1-4 15,2 10 1-15,-3-10 4 0,3 10-2 0,-5-7-4 16,5 7-10-16,-7-3 10 0,7 3-3 0,-16 6-9 16,4 0-2-16,3 0 3 0,-1 2-2 0,1 2 0 15,2-1-3-15,0 2-6 0,2-2-10 0,0 1 4 16,3-4-9-16,2 2 0 0,0-8-5 0,0 13-7 16,1-7-4-16,-1-6 2 0,2 8-1 0,3-4 6 15,-5-4-3-15,9 3 3 0,-9-3 1 0,11 0 6 16,-11 0 2-16,12 0 2 0,-12 0 4 0,11-3-1 15,-11 3 2-15,10-4 4 0,-10 4-2 0,9-2 0 16,-9 2 1-16,0 0-1 0,7-1-1 0,-7 1-5 16,0 0 3-16,7 4-2 0,-7-4 3 0,2 16 4 15,0-5 0-15,0 6-2 0,-2 7 3 0,-1 1 6 16,0 7-4-16,2 0 6 0,-1 2-2 0,0 1 4 16,-1 12 1-16,-1-2-1 0,2-9 10 0,-2 10-7 0,0-10 4 15,1-3-1-15,0 1 1 0,-6-4-2 16,5 1 2-16,-6-2 1 0,1-4 4 0,-1-7-3 15,-1 0 1-15,-9 0-3 0,2-4 6 0,1-7-3 16,-2 1-1-16,-3-4-3 0,1-2-1 0,0-4 0 16,0-2-3-16,2-2 1 0,3-3-3 0,-1-3-4 15,3-3-4-15,6-2 4 0,-2-7-8 0,8 3-7 16,7-5-2-16,3-6-3 0,8 1-4 0,14-12 4 16,7 4-2-16,9-2 2 0,-4 1 2 0,6 1-4 15,1 1 5-15,21-13-7 0,-26 21 4 0,1-3-1 16,-3 1 2-16,-3 0 3 0,-3 0 8 0,-11 7-6 15,-4 0 4-15,0 0-1 0,-3 3 11 0,-6 2 14 16,-6 4 17-16,0 6 5 0,-5-1 13 0,3 0 2 16,-5 5-3-16,0 1-3 0,-1 5-2 0,0 0-8 15,-9-8-5-15,9 8 1 0,-23 9-5 0,0 5 2 16,-2 4 0-16,-1 4 0 0,-2-1-2 0,2 3-1 16,5 0-5-16,4 2-4 0,2-3 3 0,7 3-3 15,2-1-1-15,4-6-15 0,5 1-31 0,2-2-34 16,8 3-43-16,6 3-70 0,6-9-52 0,-1 1-194 15,4-5-462-15,2-1 204 0</inkml:trace>
  <inkml:trace contextRef="#ctx0" brushRef="#br0" timeOffset="146700.74">11638 4205 64 0,'2'-17'234'0,"-4"6"8"0,1 1-10 0,-1 0-6 15,0 1-26-15,0 3-16 0,2 6-18 0,-7-9-19 16,7 9-19-16,-9-4-12 0,9 4-12 16,-14 11-3-16,3 2-8 0,-5 9-2 0,1 1-2 0,4-1-12 15,0 4-8-15,1-4-5 0,4-5-6 0,3 9-2 16,-1-6-1-16,8-2-13 0,-1-1 1 0,3 2-5 16,3-6-19-16,1 3-20 0,3-5-32 0,5 0-25 15,2-1-45-15,-3-3-35 0,5-5-40 16,4-1-31-16,-4-1-161 0,-1-3-400 0,0-2 176 0</inkml:trace>
  <inkml:trace contextRef="#ctx0" brushRef="#br0" timeOffset="147054.6">11925 4033 24 0,'2'-29'189'0,"2"5"7"0,-4 7 6 16,2 5-5-16,0 0-12 0,-1 6-18 0,-1-2-21 15,0 8-19-15,1-8-17 0,-1 8-12 0,0 0-4 0,0 0-4 16,-1 48-9-16,-4-17 0 0,1 14-5 0,-1-10-8 15,1 14-9-15,-4-2-1 0,3-2-5 0,0-12-8 16,3 2-1-16,-1-5-2 0,1 0 3 0,0-4-9 16,0-6 0-16,0-2-4 0,2-3-5 0,0-3 1 15,-1-1-2-15,1-5 1 0,0-6-2 0,-1 11 18 16,1-11 15-16,0 0 18 0,0 0 5 0,0 0-7 16,0 0-8-16,0 0-9 0,0 0-5 15,0 0-3-15,13-24-8 0,-6 8-13 0,6-7-6 16,2-1-6-16,2 2-5 0,3-1-4 0,0 1-5 15,2 4-1-15,-1 1-1 0,-6 5 4 0,2 4-4 16,-5 2-3-16,0 3-2 0,1 3-2 0,-2 1 0 0,3 3 8 16,-3 2-7-16,5 5-2 0,-5 1 0 0,-2 0-9 15,2 2-20-15,-2 1-12 0,0 2-17 0,-5 0-22 16,2-3-34-16,0 2-17 0,-3-3-28 0,3 0-18 16,0-3-11-16,1 0-14 0,1 0-138 15,0-1-376-15,1-4 167 0</inkml:trace>
  <inkml:trace contextRef="#ctx0" brushRef="#br0" timeOffset="147383.15">12479 4333 109 0,'3'-18'165'0,"-2"0"-3"0,-1 6 13 15,1-4 0-15,-3 6 1 0,-1-2-12 0,-1 7-11 16,2-1-19-16,2 6-10 0,-9-9-18 0,1 9-10 16,8 0-8-16,-21 7-4 0,5 3-6 0,-1 1-6 0,-2 5-10 15,4-2-2-15,1-1-5 0,5 3-10 0,-3-3-3 16,5-1-2-16,3-2-4 0,2 2 2 15,0-2-5-15,4 1-5 0,0-1-3 0,0-4 1 16,5 2-4-16,-2-2-3 0,2-3-2 0,-1 1 1 16,3-2 3-16,3-2-5 0,-1-3 0 0,-1 0-2 15,0-1 0-15,-1-3-4 0,2 1 1 0,0-1 0 0,-1-6-5 16,-2 4 2-16,-2-1-1 0,4-6 2 16,-3 6-3-16,-3 0 5 0,0 2 5 0,1 0-2 15,-2 3 2-15,-3 5-2 0,4-7-5 0,-4 7-2 16,5-6-7-16,-5 6-2 0,0 0 3 0,0 0 6 15,0 0-5-15,4 20 0 0,-4-12-1 0,-2 5 1 16,0-2 2-16,2 7-1 0,-2-3-14 0,0 2-36 16,1-1-34-16,1 0-67 0,3-5-55 0,-1 1-197 15,-2-12-431-15,0 20 191 0</inkml:trace>
  <inkml:trace contextRef="#ctx0" brushRef="#br0" timeOffset="147734.79">12701 4330 149 0,'4'-5'216'16,"-4"5"-21"-16,4-7-23 0,-4 7-15 0,0 0-27 15,0 0 3-15,0 0-2 0,0 0-4 0,11 19-1 16,-9-13-13-16,2 6-10 0,-3-1-8 0,3-1-8 16,-2 1-4-16,1-2-11 0,1 2-2 0,-3-1-8 15,0-3-5-15,2 2-6 0,-1-4-2 0,-2-5 0 16,2 8-2-16,-2-8 4 0,2 6 12 0,-2-6-5 15,0 0-4-15,0 0-4 0,0 0-3 0,0 0-10 16,0 0-2-16,2-21 4 0,-1 13-16 0,3-1-2 16,0-7-5-16,4 1-1 0,-2 1-6 0,5 0-3 15,-1-1 6-15,3 0-14 0,-2 1 1 0,-1 5-3 16,0 0-2-16,1 1 0 0,1 5 0 0,-3-2-3 16,1 3 3-16,-2 2-3 0,-8 0 1 0,18 7-1 15,-10-2-1-15,2 4 4 0,-2-1 0 0,-1 3 9 16,-1-1-3-16,4 6-5 0,-3-1-4 0,-3-1-19 15,3 1-26-15,-5-2-41 0,3 1-40 0,-3-3-32 16,3 0-39-16,-1-2-165 0,0 0-403 0,3-2 179 16</inkml:trace>
  <inkml:trace contextRef="#ctx0" brushRef="#br0" timeOffset="148391.81">13293 4273 86 0,'-5'-7'214'0,"0"4"-14"0,-3-1-15 16,-1 1-9-16,-1 3-18 0,-3 3-7 0,2 1-13 16,-7 2-12-16,3 3-15 0,-1-2-3 0,5 5-10 15,-3-2-11-15,3 3-11 0,4-3-4 0,0 1-9 16,2-2-6-16,3 1-5 0,-2 1-6 16,6-1-3-16,0 0-10 0,5-1-10 0,2-3-13 15,0 0-9-15,4-3-9 0,5 1-12 0,1 0 0 0,-2-4-2 16,-1 0 3-16,-3-2 1 0,1-1 4 0,-5-1 1 15,0 0 3-15,0-2 2 0,0 0 11 0,-2-1-3 16,-1-2 4-16,-1 1 13 0,2 0 9 0,-5-2 10 16,-1 3-4-16,3 0 3 0,-2 0 10 0,0 2 5 15,-2 5 6-15,2-10-2 0,-2 10-1 0,5-5-11 16,-5 5-14-16,0 0-3 0,0 0-4 16,0 0 1-16,0 0 3 0,-2 31 1 0,-5-4 2 0,0-2 6 15,-2 10-4-15,2 1 4 0,-1 12 4 0,-4 1-1 16,3 0-2-16,0 0 0 0,3-2-4 0,-4 3 0 15,6-4 2-15,-3-12-6 0,1-1-2 16,3-1-1-16,-3 0-4 0,3-2 3 0,-1-2-3 16,-1-1-1-16,-1-9 0 0,3-3 1 0,-3 1-3 15,1-5 1-15,-4-3 8 0,2 0-9 0,-1-2-5 0,-4-5-14 16,1-1-3-16,0-3-8 0,-1-1-7 0,3-6-8 16,-5-2 1-16,2-4-2 0,3-8-3 0,4-1-1 15,0-2 2-15,8-4-2 0,0-2-1 16,9-3-3-16,11-5 8 0,4 2-4 0,2-1 4 15,7-1 1-15,-4 5 6 0,6 0-1 0,0 2 1 16,3 3 4-16,-15 8 3 0,5 3 2 0,-2 0 0 0,3-1 4 16,-7 2 6-16,0-1 4 0,-1 2 5 0,-6-1 3 15,0 1 2-15,-5 4 4 0,-3 0 9 0,-1 1 8 16,-1 2 15-16,-3 0 3 0,0 3-5 16,-3-3 1-16,1 0 1 0,-3 2-2 0,0 3 6 15,0 6-5-15,0-12-6 0,0 12-5 0,-10-4-7 16,10 4 0-16,-24 4-4 0,5 4-5 0,-5 5-3 0,4 2 3 15,-3 2-7-15,3 1-2 0,5 3 1 16,1 0-3-16,5-2-3 0,7 0-30 0,2 0-17 16,6 0-26-16,-1-1-33 0,9 3-37 0,5-2-48 15,2-2-48-15,8-2-228 0,-2-1-500 0,4-5 221 16</inkml:trace>
  <inkml:trace contextRef="#ctx0" brushRef="#br0" timeOffset="149032.75">14856 4147 194 0,'3'-4'217'0,"-3"4"-18"0,7-5-24 16,-7 5-14-16,0 0-13 0,0 0-4 0,0 0 4 15,-10 26-3-15,0-9 21 0,-4 4-11 0,-3 2-16 16,-1-2-7-16,-1 2-12 0,-2 0-9 0,4 0-4 15,-2-4-11-15,-1 0-8 0,4 1-5 0,2-6-7 16,1-3-6-16,3 0-7 0,-2-3-8 0,5-1 5 16,-1 0-15-16,-1-2 0 0,3 0-6 0,2-1 1 15,-1-1-6-15,5-3-1 0,-8 5 1 0,8-5-4 16,-5 3-4-16,5-3 2 0,0 0-5 0,-7 4 0 16,7-4-6-16,0 0 0 0,0 0-5 0,0 0-2 15,0 0-1-15,0 0-10 0,0 0-9 0,0 0-5 16,0 0-4-16,0 0-4 0,0 0-3 0,12 12 0 15,-3-10-6-15,4 3 1 0,5-1-6 0,2 2-4 16,-2-3 2-16,9 3 4 0,2-2 3 0,0 0 2 16,0-1 7-16,-6-1-2 0,5 0 2 0,-1-1 3 15,-1-2 1-15,-6 1 7 0,1-2 1 0,-1 0 3 16,-7 0-1-16,0-3 3 0,4-1 1 0,0-1 3 16,-7 2 9-16,-1-1 16 0,1-2 8 0,-5-2-4 15,0-2 2-15,-1-2 9 0,-2-1-2 0,0-2 10 16,-4 0 5-16,-1 1 1 0,0-2-2 0,-3 1-12 15,-2 0 25-15,4 1-8 0,-2 0-10 0,-4 0 0 16,1 3-13-16,2 3 0 0,1-2-4 0,-2 3-1 16,3 1-4-16,1 2-16 0,-2-2-30 0,2 3-35 15,4 5-43-15,-5-7-54 0,5 7-49 0,0 0-40 16,0 0-24-16,0 0-181 0,0 0-485 0,0 0 215 16</inkml:trace>
  <inkml:trace contextRef="#ctx0" brushRef="#br0" timeOffset="149383.87">15131 4234 2499 0,'0'0'83'15,"5"-10"-47"-15,-1 5-22 0,-4 5-4 0,5-8-2 0,-5 8 0 16,3-5 7-16,-3 5-2 0,0 0 1 0,3-5-4 16,-3 5-3-16,0 0-4 0,0 0-3 0,0 0 2 15,0 0-2-15,10 16 4 0,-4-6 3 16,2 9 4-16,-1 4 1 0,1 3 1 0,-2-1 2 15,0-2 3-15,1 3-1 0,-1-7-2 0,2 7-2 16,-4-7-1-16,3 0 1 0,-3-2-3 0,4-1-1 0,-3-3 3 16,0 0-1-16,1-3 0 0,-1 0 0 0,-1-2-1 15,-4-8 6-15,7 11 8 0,-6-5 23 0,-1-6 20 16,7 7 18-16,-7-7 1 0,0 0 4 16,0 0-6-16,0 0-5 0,0 0-8 0,21-16-2 15,-14 7-15-15,-1-2 2 0,2 1-6 0,-1-7-8 16,4 1-3-16,2-5-6 0,-4 3-2 0,7-6-5 0,-2 3-7 15,0-1 0-15,0 5-8 0,-1 2-8 16,1 2-21-16,-4 0-24 0,-2 2-33 0,1 4-40 16,-2 0-43-16,-2 1-63 0,2 2-56 0,-2 2-247 15,-5 2-567-15,0 0 251 0</inkml:trace>
  <inkml:trace contextRef="#ctx0" brushRef="#br0" timeOffset="149687.87">15517 4621 177 0,'5'3'250'0,"-5"-3"-2"0,6 3 2 0,-6-3 4 16,0 0-6-16,17-4-16 0,-17 4-13 0,13-5-14 15,-2 0-16-15,1-2-17 0,1-2-12 0,2-1-4 16,-1 0-14-16,3-1-12 0,-2 0-8 0,1-2-13 16,-1-1-7-16,0 0-9 0,-2 1-6 0,1 0-11 15,-4 0-15-15,-2 5 13 0,-2 0 4 16,1-1-12-16,-3 5-18 0,-4 4 22 0,7-12-6 0,-5 9-13 15,-2 3-3-15,6-4-13 0,-6 4-5 0,0 0-5 16,0 0-2-16,0 0 0 0,0 0-4 0,-13 19 0 16,5-10 2-16,3 1-13 0,0-1 5 0,0 3-2 15,2 0-3-15,2-1-4 0,1 1 3 0,1 1 4 16,0-1-8-16,2-3-24 0,8 2-26 0,-2-2-38 16,4 1-37-16,4-2-56 0,-2-2-62 0,7-3-84 15,-6 3-247-15,4-6-618 0,-6-2 273 0</inkml:trace>
  <inkml:trace contextRef="#ctx0" brushRef="#br0" timeOffset="149857.62">15780 4155 140 0,'-9'-9'320'16,"1"1"-16"-16,2 3-21 0,0 0-24 0,2 0-14 15,4 5-19-15,-7-6-29 0,7 6-20 0,-5-5-20 16,5 5-22-16,0 0-28 0,-5-3-32 0,5 3-44 15,0 0-50-15,0 0-67 0,0 0-92 0,0 0-218 16,12 20-428-16,-12-20 189 0</inkml:trace>
  <inkml:trace contextRef="#ctx0" brushRef="#br0" timeOffset="150809.4">17053 4280 169 0,'-1'-8'198'0,"-1"-1"-3"0,2 9-6 16,-1-14 1-16,1 14-8 0,-4-11-2 0,4 11-3 15,0-10-16-15,0 10-15 0,0 0-19 0,-1-7-14 16,1 7-15-16,0 0-5 0,0 0-18 0,0 0-2 15,-26 23-7-15,15-10-4 0,-2 4 0 0,-2 4-4 16,2-5-5-16,-2 5-10 0,6-4-2 0,0 0-2 16,2 0-2-16,2-2-3 0,2 2-7 0,3 1-2 15,1-3 0-15,1-2 0 0,5 1-5 16,0 0-9-16,5 2-21 0,-3-6-24 0,6 0-21 16,3 1-33-16,0-4-46 0,2-3-36 0,1 0-34 0,6 1-180 15,-7-1-415-15,-1-7 185 0</inkml:trace>
  <inkml:trace contextRef="#ctx0" brushRef="#br0" timeOffset="151223.34">17372 4288 51 0,'0'0'188'0,"-9"-9"-3"16,4 5-13-16,-4 2-3 0,-1 1-10 0,-3 1-6 15,-3 2-2-15,-5 4-11 0,2 2-5 0,-8 6-5 16,4 0-12-16,0 1-8 0,1 1-15 0,9-4-5 15,-2 3-12-15,2 0-3 0,2 0-11 16,3 0-5-16,2 0-8 0,0 1 0 0,2-5-8 0,4 1-1 16,4 0-4-16,0-1-4 0,2 1-3 0,0-5 0 15,1 3-2-15,3-4-2 0,-1-1 4 0,1 0 0 16,-1-2-12-16,1-1-1 0,-2-2 0 16,4 0-2-16,0-2 1 0,-2-3-4 0,1 2-3 15,0-3 3-15,2-6-1 0,-5 4 1 0,4-4-5 16,-5 3 2-16,2-6-3 0,0 1 4 0,-4 0-1 0,0-1-4 15,0-1 8-15,-2 6 11 0,-2 0 5 16,2 0-1-16,-2 0 7 0,0 4 3 0,-1 6-4 16,1-10 1-16,-1 10-7 0,0-7-5 0,0 7-9 15,0 0-4-15,0 0-7 0,0 0-1 0,0 0 9 16,0 0-9-16,0 0-2 0,-5 22-1 0,3-14 4 16,0 3 0-16,-1 3-1 0,1-2 0 0,2 3 1 0,-1 1 1 15,2-3 1-15,1 2-9 0,0-4-12 0,2 0-18 16,1-1-28-16,0 3-41 0,0-5-38 15,3 0-42-15,0-1-27 0,-1-2-223 0,3 0-468 16,-10-5 207-16</inkml:trace>
  <inkml:trace contextRef="#ctx0" brushRef="#br0" timeOffset="152236.81">17563 4291 105 0,'0'-6'240'16,"2"1"-17"-16,-2 5-20 0,4-9-22 0,-4 9-20 15,3-6-20-15,-3 6-16 0,0 0-7 0,0 0-8 16,0 0 1-16,-9 26-7 0,6-15-7 0,-2 7-8 16,1-1-3-16,3 1-10 0,0-2-2 0,1 0-10 15,0 1-2-15,1 0-9 0,0 0-1 0,4-2 1 16,2 2-8-16,2-2-3 0,-2-2-5 0,1-1-2 16,1-2-1-16,0 0-4 0,1-6-3 0,2 1 2 15,-1-1-1-15,1-3 5 0,-1 2-7 0,-11-3-7 16,23-4 3-16,-10-1-2 0,-3 1-2 0,1-3-1 15,0-2-6-15,0-3 5 0,0 1-4 0,0-3-3 16,-2-2 2-16,1-1-5 0,-1 0 2 0,0 0 0 16,-4-2-2-16,1 2-1 0,1 2 0 0,-1 1-3 15,-2 2 0-15,-1 2 1 0,2 4 7 0,-1 1 5 16,-1-1-9-16,-3 6-6 0,3-8 3 0,-3 8-9 16,0 0 3-16,0 0-2 0,0 0-1 0,0 0 0 15,-6 30 5-15,1-16-1 0,1 1 0 0,1 1 0 16,5 0 0-16,-5 1-2 0,3-3 6 0,0 2-2 15,0-4 1-15,5 0 1 0,-2 3 1 0,1-5 1 16,1 1 2-16,4-3 4 0,-3-1 3 0,4 1-5 16,3-4 2-16,0-1-2 0,6-3 3 0,-2 1-3 15,0-4-2-15,0 2-1 0,1-5-1 0,-3 0 0 16,3-1 0-16,-2-3 2 0,1 0-1 0,-1-3 6 16,-3-2-19-16,-2 1-2 0,0-3-1 0,-1 0 0 15,-1 0 3-15,-2 0-5 0,-2 2 39 0,0-1-2 16,-2 6-5-16,-1 0-6 0,0 4 3 0,0 0-5 15,-2 6-10-15,3-9-2 0,-3 9-3 0,0 0 0 16,0 0 2-16,0 0-3 0,0 0 3 0,-12 35 0 16,7-17 2-16,0 0 0 0,-4 6-1 0,5-4 0 15,-1-1-3-15,3-2 4 0,-2 9 3 0,1-7-1 16,2 0-1-16,-2-3 0 0,0-3 2 0,3 3-2 16,-2-5 3-16,2-1 0 0,-1 0 2 0,1-10 0 15,-1 12 0-15,2-7 1 0,-1-5 3 0,0 0 1 16,-1 9-3-16,1-9 7 0,0 0-4 0,0 0-2 15,0 0-3-15,0 0-3 0,19-19-12 0,-6 7-3 16,2 2-1-16,8-6-4 0,-4-1 3 0,3 4 1 16,3-4-1-16,2 3 1 0,-5-2 4 0,2 1-2 15,-1 0 1-15,-6 3 3 0,0-1 1 0,-4 4-3 16,-2 1 5-16,2-3 2 0,-7 3 6 0,3-1 7 16,-4 1 1-16,2 0 6 0,-4 1 9 0,-1 2-8 15,-2 5 15-15,2-8-5 0,-2 8 0 0,3-6-8 16,-3 6-1-16,0 0 0 0,0 0-7 0,0 0 2 15,0 0-1-15,-25 16-12 0,13-8 18 0,3 0-12 16,-4 5-1-16,5-5-4 0,-3 4 4 0,4-1-3 16,0 0 1-16,0-3-4 0,6 3 3 15,-1-1-2-15,0-3 10 0,6 4-5 0,0-3 5 0,2 1-5 16,4-2-3-16,2-1-1 0,3 3 4 16,1-4 1-16,-2-2-8 0,2-1 0 0,2-2-4 0,0 0 4 15,-4-3-11-15,4-1-1 0,0-1 1 0,-3-3-3 16,-3 3 1-16,-2-4-1 0,-2 1-4 0,4-6 1 15,0 0-3-15,-3 0-1 0,0-1 2 0,-1-2 1 16,-5 1 2-16,3 3 1 0,-4 2 2 16,2 1 4-16,1 2 1 0,-3 2-1 0,1 1 1 15,-3 5-8-15,0 0-1 0,0 0-1 0,0 0 4 0,0 0 7 16,0 0 2-16,-15 32 3 0,10-16 6 0,-3 1 4 16,-1 6-1-16,-1 0 0 0,1 0 7 0,2-4-3 15,-3 6 4-15,-1-2-3 0,3 1 0 16,0-5 0-16,1 0 1 0,0-2-1 0,0 0-1 15,-2-2-27-15,1 1-24 0,-1-4-40 0,-2 1-43 16,-3 0-49-16,2-1-57 0,-4-2-228 0,-4-3-493 0,0 0 219 16</inkml:trace>
  <inkml:trace contextRef="#ctx0" brushRef="#br0" timeOffset="153183.87">5524 5213 25 0,'-6'-7'225'0,"2"2"3"15,-2-3-5-15,0 2-23 0,-1 2-22 0,1 3-14 16,6 1-13-16,-16-4-12 0,7 4-20 0,-1 1-5 16,0 2-11-16,-2 2-7 0,0 5-6 0,-4 2-6 15,2 0-7-15,0 9-4 0,3-6-9 0,2 3-4 16,-2 5-9-16,4-9-2 0,3 2-4 0,3-1-3 15,1 1-5-15,2-1 3 0,2-3-1 0,2 0-13 16,1-3-5-16,-1 2-3 0,3-4 1 16,3 2 2-16,-1-6-4 0,2 1 2 0,2-2-2 0,2-2 0 15,-3 0-3-15,-1-2 2 0,6-3-3 16,-4 0 6-16,3-2-10 0,-3-2 2 0,-1 0-1 0,-1-1 2 16,1-3 0-16,-1 2-1 0,-3-2 0 15,2-3 2-15,-6 1 4 0,2-2 5 0,-1 2-1 0,0 1 1 16,-3 2 7-16,0 1 17 0,-2 3 13 15,1 2 7-15,-2-1-12 0,-1 7-4 0,3-10-9 16,-3 10-7-16,2-7-4 0,-2 7-7 0,0 0 1 0,0 0-3 16,0 0-3-16,0 0-3 0,3 29 0 0,-5-16-4 15,4-1 1-15,-2 4 1 0,2 0-1 0,1 0-12 16,2-1-30-16,-1 2-28 0,1-2-37 0,4 1-37 16,0 0-51-16,0-3-56 0,6 0-24 0,6 3-187 15,-4-4-487-15,11-2 216 0</inkml:trace>
  <inkml:trace contextRef="#ctx0" brushRef="#br0" timeOffset="153661.31">7280 4968 177 0,'3'-17'265'0,"-3"-2"-8"0,0 8-6 0,2 0-10 16,-2 0-10-16,0 4-20 0,0 7-19 0,0-10-22 15,0 10-23-15,0 0-23 0,0 0-8 0,0 0-11 16,0 0-8-16,3 26-8 0,-4-6-6 0,1 8-7 15,-2-1-4-15,-3 4-12 0,3 0 0 0,2-1-8 16,-1 0-7-16,1-1-3 0,1 0-1 0,-1 0-5 16,2 0-5-16,1-1-6 0,1-3-22 0,-2-4-21 15,2 2-27-15,-1-4-37 0,-1-1-37 0,1 0-47 16,3-3-45-16,-1-3-38 0,0-1-153 0,-1-1-435 16,3-2 193-16</inkml:trace>
  <inkml:trace contextRef="#ctx0" brushRef="#br0" timeOffset="154296.75">7731 5156 19 0,'0'-7'230'0,"0"0"-1"0,0 7-13 0,-7-14-19 16,-1 9-13-16,1 1-15 0,-5 2-15 0,-2 2-9 0,-3 3-13 16,1 4-11-16,-2 3 1 0,-5 3-16 15,-1 3-6-15,7 3-9 0,-1-2-9 0,4-1-11 16,4 0-4-16,1 2-7 0,2-2-4 0,3 1-5 15,1 2-10-15,3-4 4 0,1-3-6 0,1-1-4 16,5-2 4-16,-1 1-8 0,2-1-2 0,3-2-5 16,0 0 0-16,-1-2-2 0,3-3-1 0,-3 0 0 0,4-4-4 15,-1 0-3-15,1-1 3 0,-3-2-6 16,2-6 3-16,2 2-6 0,-4-4 3 0,1 1-2 16,-1-3-1-16,-2 1 0 0,0 0-1 0,-2-2-2 15,0 0 0-15,-2 1-4 0,-3 0 6 0,1 4-3 0,-1 1 3 16,0 1 4-16,-1 3 2 0,-1 6 2 15,4-10-4-15,-4 10-6 0,2-7-5 0,-2 7-2 16,0 0 1-16,0 0 0 0,0 0 3 0,0 0-1 16,-9 27 0-16,6-16-3 0,1 1 2 0,0 3-1 15,-1-1 10-15,3 2-11 0,0-1 4 0,1 1 1 16,2-6-1-16,1 0-1 0,0 0 0 0,2-1 0 16,0-1 5-16,1 1-5 0,-1-4 3 0,4 0-1 15,-5-2 5-15,3 0-2 0,3-1 2 0,-1-2-4 16,-10 0 3-16,15-4-3 0,-9 2 4 0,5-6 1 15,-4 1 5-15,1 1-11 0,-2-2 1 0,1-1 1 16,-4-1-7-16,0-2-3 0,2-4-2 0,-3 1 6 0,-2 0-10 16,1-1 0-16,-1-1 2 0,-1 2 0 15,-1 2 2-15,1 0-2 0,0 1 5 0,-2 2-3 16,3 1 10-16,0 9-10 0,0-12-3 0,0 12 1 16,-1-10-2-16,1 10-6 0,2-7 5 0,-2 7-4 15,7-3 3-15,-7 3 1 0,10-1 1 0,-10 1-4 0,18 6 1 16,-9-1 4-16,1 1 0 0,0 2 2 15,-2 2-2-15,1 0 1 0,0-1 2 0,-3 6 1 16,-1-4-2-16,2 2 3 0,-2 4 4 0,0-2 1 16,-1-2-2-16,-4-2-1 0,2 5 6 0,0-4 0 15,-1 0-19-15,0-2-25 0,0-1-37 0,-1 1-29 16,0-10-36-16,4 17-21 0,-1-11-17 0,2-2-15 0,1 0-8 16,3 0-106-16,2-2-337 0,-11-2 149 15</inkml:trace>
  <inkml:trace contextRef="#ctx0" brushRef="#br0" timeOffset="154919.15">8350 5209 47 0,'0'-10'184'0,"-1"3"-5"0,1 7-1 0,-7-12-14 15,3 7-9-15,-2 2-13 0,6 3-4 0,-19-2-1 16,9 4-5-16,-4 3-12 0,-3 1-4 0,0 3-12 16,3 0-9-16,2 3-10 0,3-4-11 0,0 6-7 15,1-4-3-15,3-1-9 0,1 1 0 0,0-1-8 16,4-4-5-16,-1 4-5 0,1-9 1 0,3 11-7 0,0-5-3 15,-3-6 0-15,8 8-8 0,-2-6 0 16,2-1-3-16,-8-1-4 0,18 0-1 0,-7-1-2 16,-2-2 5-16,2-1-9 0,-1-1 5 0,-2-1-7 15,-3 2 4-15,2-1-3 0,0 0 3 0,-1 0-2 16,-2 1 0-16,-4 4 3 0,9-7 2 0,-8 1 2 16,-1 6-5-16,0 0-6 0,7-4-6 0,-7 4-4 15,0 0 4-15,7 10-2 0,-7-10 6 0,7 26 5 16,-5-11 2-16,1 6 1 0,-1 6 6 0,0 6 1 15,0 3 0-15,3 9 5 0,0 1-2 0,0 0 0 16,1-12 6-16,-4 2-6 0,1 0 6 0,-1-2-9 16,-3-1 2-16,1 0-1 0,1-3-1 0,-2-4 5 15,0-7-7-15,-1-1-1 0,-1-1 2 0,-3-2 0 16,5-5 3-16,-5-1-1 0,1-3-2 0,5-6 7 16,-12 7-5-16,7-4-2 0,-1-3-2 0,6 0-1 15,-20-10-2-15,14 2-3 0,-4-4-9 0,2-3-2 16,2-1-5-16,2-3-2 0,-3-7 1 0,4 2-1 15,3-5-2-15,2 0-4 0,3-1 2 0,6-1-5 16,-1 3 1-16,4-5-4 0,3 2 6 0,7-10-6 16,-2 11 6-16,6-8-4 0,-8 7 5 0,12-6 2 15,-10 10 1-15,1-2 0 0,-2 4 3 0,0-1 4 16,1 1 0-16,-5 1-4 0,-1 0 6 0,-3 3-1 16,-4 2 6-16,-2 4 6 0,-3 4 8 0,1 1 7 15,0-1 12-15,-1 3 11 0,-1 1 6 0,-3 7 2 16,4-8 6-16,-4 8-7 0,1-8 6 0,-1 8-17 15,0 0-6-15,0 0 0 0,0 0 1 0,-31 20 4 16,10-4 5-16,0 3-12 0,1 1 2 0,-2 0-8 16,9-5 2-16,2 4 1 0,0 4-8 0,5-5-1 15,3 1-6-15,3 0-20 0,4-2-19 0,3-3-32 16,7 1-35-16,5 1-52 0,6-2-61 0,7-7-53 16,3 4-218-16,6-6-516 0,-3-3 228 0</inkml:trace>
  <inkml:trace contextRef="#ctx0" brushRef="#br0" timeOffset="156789.37">9870 5151 71 0,'-4'-6'194'16,"-3"3"-15"-16,2-1-8 0,5 4-5 0,-15-4-12 15,5 6-9-15,-1 3-10 0,-1 0-8 0,-2 6-12 16,-2 2-3-16,0 9-3 0,-3 1 0 0,3 0-12 15,2 2-9-15,4 0-5 0,3-6-13 0,2 6-2 0,0 2-5 16,4-8-5-16,5 1-6 0,0-1-7 16,5-2-3-16,-2-1-1 0,7 0-5 0,0-3 3 15,2 0-10-15,2-3-3 0,2 1-4 0,5-3-9 16,-5-2-6-16,8-2-8 0,-6-3-10 0,6-2-5 16,-7-2-2-16,5-4-2 0,2 2 3 0,-7-2-1 0,-1-3 0 15,3-3 1-15,-5 2 1 0,0-1 5 0,1-7 1 16,-1 0 6-16,-3-1-9 0,-2 3 6 15,0-4 4-15,-2-1 1 0,-2 5 12 0,-2 0 9 16,-4 2 8-16,1 5 4 0,-1-2 0 0,-1 1 11 16,0 4 6-16,-1 1-3 0,-1 6-7 0,4-9-6 15,-4 9-7-15,0 0-5 0,0 0-3 0,0 0 0 0,0 0 0 16,-12 22 1-16,7-6-6 0,-3 3 0 16,0 6-5-16,1-7 1 0,3 1 0 0,-1-2 2 15,3 2 0-15,2-2 1 0,0-1 1 0,1 0-7 16,1 0 9-16,1-5-5 0,0-1-2 0,1-3 0 15,4 1 3-15,-1 0-1 0,2 0 1 0,0-3-3 0,2-4-5 16,1 1 1-16,0-2 0 0,2 0 1 16,3-3-2-16,-4-2-2 0,1-3 2 0,-1 2 0 15,-2-6-1-15,4 0 2 0,-4-2-2 0,2-1 1 16,-2-2-3-16,1-4 0 0,-2 2 1 0,0-4 7 16,-2 5-9-16,-1-6 1 0,-3 10 0 0,2-1 0 15,-2 2 1-15,-1 5 11 0,-2 0 5 0,1 2 3 0,-2 6-6 16,2-8-2-16,-2 8-10 0,3-6 1 15,-3 6-5-15,0 0 3 0,0 0-1 0,0 0 0 16,-12 28-2-16,7-17 5 0,1 6 1 0,-1 2 0 16,3-2-2-16,-2 1 4 0,4 0-2 0,-2 0-3 15,2-1 0-15,2-1 5 0,0 0-2 0,5-1 0 0,-1-3 0 16,-1-2 6-16,3-2-1 0,1 1 0 16,2-2 2-16,1-1 0 0,2-3-2 0,2 0 4 15,0-2-2-15,-1-1 2 0,-2 1-4 0,2-3 5 16,-2 1-3-16,1-3 8 0,3-3-10 0,-1 1 0 15,-2-4-4-15,2-1 2 0,-3 0-2 0,-1-2-7 16,-3 0 1-16,-1-2-8 0,1-1-2 0,-4-2 2 16,-1 2 2-16,-4-2 1 0,1 1-3 0,-2 2 2 15,-3-1-1-15,0 4 2 0,-5-2-4 0,4 3 4 16,-3 2-3-16,-1 1 3 0,-2 2-1 0,2 0 0 16,1 0 4-16,1 3-1 0,0-1-4 0,2 0 2 15,5 4 2-15,-9-3-2 0,9 3-5 0,-5-3 0 0,5 3-4 16,0 0 8-16,0 0-5 0,0 0 4 15,0 0 0-15,0 0 3 0,24 11 2 0,-11-8-1 16,1 0 3-16,5 0 1 0,-2 1 0 0,2-3-1 16,-1 3 0-16,-6-1-1 0,-2-2-3 0,0 2 0 15,0 0-2-15,-3 0 1 0,-1 0-1 0,2 0 3 16,-5 4-2-16,4-1 2 0,-2 4 1 0,-1 0 1 16,0 1 8-16,1 0 1 0,-3 0-2 0,1 3 1 15,-2 1-2-15,0 1 1 0,1 0 1 0,-2-3 5 16,2 2-4-16,-2 1 0 0,4 0 0 0,-1-6 0 15,-2 1-1-15,3-2 2 0,-3-1-1 0,5 0 0 16,-2-2 1-16,1-1-2 0,-1 1 2 0,1-1 2 16,2-2 1-16,-1 1-6 0,0-1-2 0,-6-3 1 15,13-3-5-15,-13 3-1 0,18-7 0 0,-11 4-4 16,2-4-1-16,-1-2-2 0,0-2-4 0,0-2-5 16,0-2-1-16,-1-4 5 0,-3 4-9 0,-2-1 11 15,1-2-3-15,-2 6 1 0,-2-4-1 0,1 4 5 16,0 2 1-16,-1-1 2 0,-1 2-1 0,2 9 0 15,-1-11 8-15,0 4-7 0,1 7 2 0,-1-8-8 16,1 8 0-16,0 0 1 0,0 0-1 0,0 0 2 16,0 0-3-16,3-6 5 0,-3 6 5 0,0 0-2 15,16 6-2-15,-6-1 5 0,-1 1-5 0,-1 2 2 16,0-1-1-16,0 2 3 0,3 5 0 0,-4 2-2 16,0-6-2-16,0 5 3 0,-2 1 1 0,-1-2 3 15,0 1-2-15,-3-2 4 0,2 0 5 0,-1 2-6 16,1 1-2-16,1-5 4 0,-2 1-1 0,2-2 0 15,1 1 1-15,0 0-1 0,1-4 4 0,1 1 4 16,2-1-2-16,-1-2 1 0,3-3 0 0,1 0 7 16,1-1-3-16,2-3 1 0,-2 2-2 0,1-2 3 0,3-4-2 15,-2-1 2-15,0-1-3 0,-1-2 5 16,-2 0-5-16,-3-2 3 0,1 1-4 0,-4 0 2 16,3-5-3-16,-5 2 1 0,1-2 5 0,-1 0 3 15,-4-1 0-15,3 4 7 0,-3 1-3 0,-3 1 10 16,0 3 4-16,1 1 3 0,2 7-10 0,-4-12 0 15,0 10-7-15,4 2-3 0,-13-2-6 0,13 2 0 16,-20 11 1-16,10-5-4 0,-4 7-2 0,2 0 5 16,-1 1-6-16,3 1-13 0,2 2-28 0,2-2-24 15,2-2-37-15,0 3-36 0,3-3-45 0,1-2-29 16,1 0-11-16,6 2 3 0,-1 0 0 0,6-1-109 16,2-1-349-16,0 0 154 0</inkml:trace>
  <inkml:trace contextRef="#ctx0" brushRef="#br0" timeOffset="156997.17">11413 5587 128 0,'2'-10'166'0,"0"1"-5"16,1-3-9-16,-1-1 11 0,2-2-5 0,0 0-8 16,5-2-7-16,-3 0-5 0,2-2-17 0,-2 5-5 15,3-3 1-15,3 6-5 0,-3 1-9 0,-1 0-6 16,0 1-7-16,0 6-11 0,0-1-5 0,-2 1-9 16,2 2-3-16,-8 1-10 0,15 4-4 0,-5 0-3 15,0 2-4-15,-3 4-4 0,2 3-5 0,-3-3 1 16,2 7-4-16,-4-4 0 0,2 5-5 0,-3-2 3 15,-2 0-12-15,2 0-15 0,-1 1-22 0,-2-5-38 16,-2-1-46-16,2 1-35 0,2-2-46 0,-2-2-42 16,0-8-115-16,0 14-373 0,0-14 166 0</inkml:trace>
  <inkml:trace contextRef="#ctx0" brushRef="#br0" timeOffset="157221.34">11844 5242 53 0,'0'-9'286'0,"1"1"-2"0,-1 1-19 0,0 7-24 16,0-8-25-16,0 8-24 0,0 0-27 0,0 0-13 15,0 0-10-15,0 0-3 0,0 0-1 0,0 36-11 16,-1-11-6-16,-4 3-6 0,0-2-7 0,1 2-11 16,0-2-10-16,-1 2-6 0,1-1-7 0,0 0-4 15,-2 1-4-15,4-8-12 0,0 5-22 0,2-6-23 16,0-1-38-16,-4-3-35 0,2-2-52 0,2-2-63 15,0-11-50-15,-2 17-221 0,2-17-487 0,-1 7 216 16</inkml:trace>
  <inkml:trace contextRef="#ctx0" brushRef="#br0" timeOffset="157377.37">11658 5350 230 0,'0'0'205'15,"0"0"-18"-15,0 0-18 0,0 0-21 0,17-4-15 16,-17 4-16-16,32 4-34 0,-9-6-35 0,8 4-63 16,3-2-70-16,5 0-119 0,0 5-220 0,19-5 98 15</inkml:trace>
  <inkml:trace contextRef="#ctx0" brushRef="#br0" timeOffset="157731.16">12792 5355 61 0,'-3'-5'271'0,"-3"-2"-15"16,1 0-18-16,1 3-20 0,-3 1-20 0,7 3-16 15,-18 0-18-15,5 3-10 0,-3 5-16 0,-7 5-8 16,1 4-10-16,0 4-12 0,3 2-9 0,6 2-9 16,-1-1-10-16,1 0-5 0,4 2-6 0,7-6-12 15,-1 4 0-15,6-4-3 0,0-1-8 0,7 6-3 16,1-9-10-16,3 0-21 0,1 3-34 0,10-3-29 15,-2-3-38-15,-4-5-43 0,11 0-38 0,-1-5-56 16,0 1-152-16,-6-6-408 0,6-1 180 0</inkml:trace>
  <inkml:trace contextRef="#ctx0" brushRef="#br0" timeOffset="158107.04">13070 5355 91 0,'5'-21'235'16,"0"5"-7"-16,-3 0 1 0,0 3 0 0,2 3-20 15,-2 2-6-15,-1 1-16 0,1 0-19 0,-2 7-18 16,2-7-24-16,-2 7-13 0,0 0-16 0,0 0-6 16,2 27-7-16,-2 0-4 0,-4 3-9 0,-1 3-3 15,-1 3-5-15,1-2-2 0,0-1-11 0,1 1-1 16,1-1-5-16,1-2-6 0,0-3-3 0,0-3 0 16,0-8-6-16,0 2-1 0,0-6-6 0,-1-2 1 15,3-1-3-15,0-1-1 0,-2-3 3 0,2-6 2 16,-2 11 1-16,2-11 10 0,0 0 14 0,-2 8 4 15,2-8-3-15,0 0-4 0,0 0-3 0,0 0-4 16,0 0-5-16,8-25-4 0,-3 14-6 0,3-5-7 16,2-1-6-16,5-3-1 0,4 1-4 0,0 0-1 15,-5 4-1-15,2 2-4 0,2 3 8 0,-3 2-11 16,-1 2 1-16,-5 1-5 0,0 2 10 0,0 3-12 16,-9 0-1-16,15 4 2 0,-8 3-3 0,3 0 6 15,-4 1 4-15,-1 3-3 0,3 3 1 0,-3-3-15 16,0 1-20-16,-1 3-20 0,-1-4-24 0,-1 1-33 15,2 1-41-15,-2-3-32 0,2 3-30 0,-1-4-20 16,4-1-186-16,0 0-458 0,-3-2 203 0</inkml:trace>
  <inkml:trace contextRef="#ctx0" brushRef="#br0" timeOffset="158439.44">13564 5570 160 0,'-2'-11'224'0,"0"1"-12"16,-1 1-4-16,-1 3-11 0,-2 3-18 0,6 3-14 15,-17-4-16-15,0 6-10 0,-1 3-7 0,2 4-10 16,-4 4-5-16,7 0-13 0,-3 0-2 0,3 3-17 16,1-2-7-16,3 2-8 0,2-1-10 0,3 2-3 15,-1-5-9-15,3-1-1 0,2 1-5 0,5-2-1 16,-1 0-3-16,3 0-5 0,1-4-7 0,1 0 5 16,1-1-14-16,3-2 8 0,1-3-14 0,-3-1 3 15,0-1-5-15,1-2 2 0,0 0-5 0,-3-5 3 16,1 3 0-16,-1-3 1 0,1 0-3 0,-2-3 0 15,-1 2-4-15,-1-4 4 0,1 4 0 0,-3 1 10 16,1 3 6-16,-2 0 9 0,-1 1-3 0,-2 5 2 16,4-8-9-16,-4 8-4 0,4-6-4 0,-4 6-2 15,0 0-2-15,0 0 1 0,0 0-1 0,0 0 1 16,0 22-3-16,-4-12-5 0,4 0-14 16,-4 3-22-16,2-2-36 0,-1 1-32 0,-2 0-37 0,3-2-54 15,0 0-60-15,2 2-161 0,-1-5-446 0,1-7 198 16</inkml:trace>
  <inkml:trace contextRef="#ctx0" brushRef="#br0" timeOffset="158789.18">13661 5617 46 0,'3'-5'219'0,"-3"5"-17"0,0 0-22 0,2-7-19 15,-2 7-5-15,0 0 2 0,0 0-2 0,0 0-4 16,10 19-15-16,-7-9-7 0,-1 2-7 0,0-2-9 15,0 1-10-15,0 0-8 0,-1-1-9 0,-1 1-5 16,0-4-11-16,0 0-4 0,0-7-5 0,3 12-3 16,-3-8-3-16,0-4 3 0,0 0 8 0,2 9 7 15,-2-9 8-15,0 0-7 0,0 0-10 0,0 0-7 16,0 0-4-16,0 0-4 0,0 0-7 0,0 0-7 16,9-29 0-16,-5 18-7 0,2-4-6 0,1-1-4 15,3 0-3-15,3 1-5 0,3-6-1 0,1 8-5 16,2-4-1-16,-2 6-6 0,-3 1 2 0,-3 3-1 15,1 1-6-15,-2 2 0 0,-3 4 2 0,5 2-6 16,-6 0 4-16,3 4 0 0,-2 0-1 0,2 2 3 16,-4 3 1-16,-1 2 7 0,2 2-6 0,-5-4-6 15,1 5-13-15,0 0-20 0,0 0-29 0,-2-1-28 16,0-3-49-16,0 1-42 0,0-3-43 0,0 0-193 16,2 0-462-16,3-4 204 0</inkml:trace>
  <inkml:trace contextRef="#ctx0" brushRef="#br0" timeOffset="159427.31">14193 5583 78 0,'-8'-9'261'0,"3"-1"-9"0,0 2-3 16,-3 2-15-16,-1-1-15 0,-1 4-17 0,-1 3-20 16,-2 1-15-16,-1 3-17 0,-1 3-12 0,-2 0-12 15,0 3-15-15,1 0-11 0,3 3-4 0,1-1-14 16,3-1-9-16,3 1-3 0,2-2-8 0,1 1-9 15,0 0-7-15,6-1-10 0,-1-2-16 0,3 1-7 16,1-3-12-16,1 2-2 0,2-3 2 0,3-3-12 16,0-1-1-16,1-2 3 0,-3 1-5 0,-1-4 6 15,1 1-1-15,2-4 6 0,-3 3-2 0,-1-3 0 16,0-2 2-16,-3 1 5 0,3-2 0 0,-3 1 0 16,1-3 9-16,-4 6 6 0,0-3 3 0,0 2 8 15,2 1 7-15,-4 6 7 0,3-8-4 0,-3 8-4 16,1-6-9-16,-1 6-8 0,0 0 2 0,0 0 1 15,0 0 0-15,-1 35 0 0,0-11 4 0,-3 8-5 16,4 2 8-16,0 0 10 0,0 14 5 0,2-13-1 16,2 17-1-16,-1-17-3 0,1 16 0 0,2-1 7 15,-2-2-1-15,0-14-6 0,-2 0 0 0,0-3 10 16,-1 2-14-16,-2-4-6 0,1-3 0 0,-2-5 0 16,0-3-2-16,-2-6 0 0,3 0 5 0,-4-3-9 15,-3-1 2-15,4-2 4 0,-3-3-8 0,0-3-14 16,-7-1 2-16,1-3-1 0,-3-3-18 0,1-3-10 15,-4-8-3-15,7 3-5 0,0-3 5 0,1-5-13 16,4-6-9-16,5 1-3 0,2-6-1 0,4 3 2 16,12-15-1-16,4 5 2 0,9 2 2 0,1 2 2 15,5-1 6-15,1 2 2 0,7 1 2 0,-5 0 8 16,1-1 1-16,-4 4 2 0,-1-3 4 0,-7 9 3 0,-3 1-1 16,0 0 8-16,-5 0 0 0,-3 1 9 15,0 4 20-15,-7 1 0 0,-2 3 9 0,-3 1 9 16,-2 5 9-16,-2-2 5 0,-2 0-1 0,0 5-1 15,-4-1-6-15,-3 0-3 0,-3 5 0 0,-4 3-9 16,-6 1 0-16,-5 5-7 0,2 4-5 0,-2 3-2 16,5 5 2-16,2-2-3 0,3 6-2 0,7-1 1 15,1 4-2-15,9 1-2 0,4-1-3 0,7-1-20 16,3-3-34-16,3-1-34 0,8-2-40 0,4 0-62 16,1-1-57-16,5-3-67 0,-3-5-196 0,6 1-543 15,3-3 240-15</inkml:trace>
  <inkml:trace contextRef="#ctx0" brushRef="#br0" timeOffset="160081.4">15409 5463 95 0,'0'0'278'15,"0"0"-29"-15,8-7-18 0,-8 7-28 0,0 0-21 16,0 0-16-16,0 0-9 0,0 0-4 0,-11 24-1 16,-2-9-5-16,1 0-11 0,-4 6-16 0,-1 0-4 15,-1 1-13-15,-1 0-8 0,1-1 2 0,3 0-18 16,2-6-9-16,-3 1-4 0,4-1-5 0,-2-1-10 16,0-2-1-16,1 2-8 0,3-4-3 0,1-2-5 15,1-1 1-15,0-3-7 0,3 2 0 0,2-2 0 16,3-4-4-16,-8 7-1 0,8-7 0 0,-7 5 3 15,7-5-7-15,0 0 2 0,-6 3-3 0,6-3-3 16,0 0-2-16,0 0-4 0,0 0-1 0,0 0-2 16,0 0-4-16,23-8-1 0,-11 6 4 0,2 1-7 15,2-2 1-15,6 2-2 0,1 1-5 0,6 0-1 16,1 0-1-16,2 1-5 0,1 1-3 0,-1-1 1 16,-1-1-4-16,-2 0 3 0,0 1-3 0,-8-1-2 15,1 2-2-15,-2-2 3 0,2 0 0 0,-6-2 3 0,0 1 4 16,-5-2 4-16,0 2-2 0,1-2 2 15,-3-2 4-15,-2-1 3 0,0-1-1 0,-3-1 6 16,1-2 12-16,-4 0-3 0,-1-5 11 0,-4-2-4 16,-1 0 2-16,-5 0-1 0,-2 0-2 0,-3-5 4 15,-3 1 6-15,3 8 10 0,0-1-5 0,-2 3 5 0,4-1-7 16,-3 2-4-16,2 1-3 0,1 4 1 16,3-1 8-16,1 0-15 0,2 3-7 0,0-1-15 15,7 4-27-15,-9-6-23 0,5 3-32 0,4 3-49 16,0 0-60-16,0 0-49 0,0 0-228 0,0 0-513 0,0 0 227 15</inkml:trace>
  <inkml:trace contextRef="#ctx0" brushRef="#br0" timeOffset="161840.04">16089 5482 19 0,'0'0'93'0,"0"0"-10"16,0 0-2-16,0 0 4 0,0 0-16 0,0 0 12 15,0 0-5-15,0 0-10 0,0 0-6 0,0 0 3 16,0 0-9-16,0 0 7 0,0 0-13 0,0 0-1 16,0 0 6-16,0 0-6 0,0 0-2 0,0 0-2 15,0 0 6-15,0 0-8 0,0 0-6 0,0 0 6 16,0 0 8-16,0 0-8 0,0 0-10 0,0 0-1 16,0 0 0-16,0 0-1 0,0 0-5 0,0 0-2 15,0 0 0-15,0 0-4 0,0 0-2 0,0 0 3 16,0 0-8-16,0 0 2 0,0 0-2 0,0 0 5 15,0 0-8-15,0 0-3 0,0 0 2 0,0 0-1 16,0 0 0-16,0 0 2 0,0 0-3 0,0 0 4 16,0 0-9-16,0 0 5 0,0 0 0 0,0 0 4 15,0 0 2-15,0 0-1 0,0 0-3 0,0 0 0 16,0 0 11-16,0 0-5 0,0 0 2 0,0 0-2 16,0 0-1-16,0 0 1 0,0 0-3 0,0 0-1 15,0 0 6-15,0 0 2 0,0 0-6 0,0 0-2 16,0 0-7-16,0 0 11 0,-20-5-4 0,20 5 5 15,0 0 8-15,-13-2-2 0,13 2 0 0,-10-1-1 16,10 1 0-16,-10-1-1 0,10 1-1 0,-13-5 5 16,13 5 8-16,-8-2 3 0,8 2 3 0,0 0 16 0,-8-2-6 15,8 2-2-15,0 0-4 0,0 0-3 16,0 0-3-16,0 0-5 0,0 0-4 0,0 0-1 16,29-4-3-16,-11 3 0 0,11-2-4 0,-1 0-3 15,0 1 0-15,2 0 0 0,-9 0-8 0,-3 1-12 0,1-1-13 16,-6 0-18-16,1 2-10 0,-4-4-20 15,-2 3-23-15,2-2-20 0,-3 0-18 0,0 0-2 16,-1 0-7-16,0-1 6 0,-6 4-3 0,6-7 4 16,-6 7 15-16,0 0 7 0,-1-8 13 0,1 8 10 15,0 0 18-15,-11-10 18 0,11 10 8 0,-12-3 17 16,7 1 6-16,5 2 14 0,-8-2 5 0,8 2 7 16,0 0 3-16,-14 7 21 0,12-2 10 0,-4 1 2 15,2 2 2-15,1 4-5 0,-1 0 19 0,0 4 13 16,0 2 3-16,2 1-4 0,-2 7 1 0,1-3 2 15,1-4 2-15,0 0-5 0,0 2 0 0,1 0-2 0,1 3-6 16,-2-8-5-16,2 2-6 0,-2-2-6 16,3 0-4-16,-1 0-2 0,-4-4-5 0,4 2 0 15,-1-3-2-15,1 0-8 0,0-1 1 0,-1 1-2 16,0-2-1-16,-2-1-1 0,2 0 1 0,-2-1-5 0,3-7 1 16,-4 10-3-16,-1-3 0 0,0-2-6 0,-3-3-11 15,2 2-6-15,-2-3-2 0,8-1-6 16,-15 0 0-16,3 0-11 0,12 0-1 0,-16-4 4 15,6 1-3-15,2 0 4 0,-2-3-3 0,0 0 5 16,2 2 1-16,-3-2 0 0,6 2-1 0,-3 1 8 0,2 0 10 16,6 3 15-16,-10-5-3 0,10 5-3 0,0 0 2 15,-9-5-1-15,9 5-1 0,0 0 1 0,0 0 2 16,0 0 0-16,0 0 13 0,0 0-8 16,23-1-4-16,-10 2-1 0,5-1-3 0,2 1-11 15,2-1-13-15,10 0-13 0,-1 0-22 0,-1-1-31 0,2 0-23 16,-1-1-29-16,1 2-22 0,-3-3-17 0,-1 1-107 15,-6 1-303-15,0-3 134 0</inkml:trace>
  <inkml:trace contextRef="#ctx0" brushRef="#br0" timeOffset="162189.54">16599 5744 20 0,'0'0'167'0,"5"-6"0"16,-5 6 1-16,0 0 5 0,0 0-13 0,-4-13-10 16,4 13-7-16,-10-1-8 0,10 1-8 0,-16 1-6 15,4 2-3-15,-1 3-5 0,-3 2-6 0,-3 1-5 16,1 1-9-16,0 2-7 0,2-2-5 0,1 3-11 15,4-1-6-15,2-2-7 0,2 0-5 0,1 0-4 16,3-1-4-16,2 1 3 0,1 1-9 0,4-3-4 16,1 1-3-16,3-1-1 0,2-1-5 0,0 0 0 15,2-2-9-15,-1-2 3 0,-1 3-6 16,3-3-2-16,-3 0-3 0,-3-2 2 0,1-1 2 0,-8 0 0 16,13-1-1-16,-13 1 2 0,9-3 2 0,-9 3 5 15,6-5 5-15,-6 5 1 0,0 0 6 0,2-8-2 16,-2 8 4-16,0 0 5 0,0 0 4 0,0 0-4 15,-10-11 0-15,10 11 0 0,-18 2-7 0,6 0 7 16,1 1-3-16,-3 1-2 0,-2 2 0 0,4-2-4 16,0 3-4-16,1-1-3 0,1 0-3 0,1 0 5 15,2 2-5-15,3-2-1 0,-1 1-5 0,4 2 1 16,1 1-15-16,0-10-12 0,11 13-16 0,0-6-17 16,9 1-33-16,7 2-38 0,2-3-53 0,8-4-57 15,-1-1-49-15,-1 0-179 0,1-1-491 0,1-3 218 16</inkml:trace>
  <inkml:trace contextRef="#ctx0" brushRef="#br0" timeOffset="162447.06">17260 5642 193 0,'4'-11'312'0,"-2"1"-10"15,1 4-7-15,-2 1-26 0,-1 5-30 0,3-8-19 16,-3 8-28-16,0 0-22 0,1-7-25 0,-1 7-11 15,0 0-8-15,3 19-8 0,-2-6-11 0,0 5-12 16,0 6-5-16,-2 2-8 0,0-1 2 0,0 1-7 16,-1 0-2-16,1-9-6 0,0 9-5 0,1-8-11 15,-3 0-5-15,2 0-3 0,-2-1-1 0,3-1-1 16,-2 1-8-16,-2-2-9 0,4-2-24 0,-1-1-19 16,-1-1-27-16,2 0-26 0,-2-3-28 0,1 3-40 15,-2-5-48-15,3-6-34 0,0 8-30 0,0-8-206 16,0 0-493-16,-5 5 219 0</inkml:trace>
  <inkml:trace contextRef="#ctx0" brushRef="#br0" timeOffset="162624.91">17214 5650 215 0,'4'-29'224'0,"-2"3"-7"16,2 7-18-16,4 0-15 0,-2 3-8 0,2 0-12 15,-2 6-8-15,1-1-13 0,0 2-10 0,2 1-17 16,2 3-13-16,1 2-8 0,1 2-12 0,6 2-8 15,0 2-5-15,1 2-10 0,-1 3-7 0,-1-1-29 16,-2 2-37-16,0 1-46 0,-1 1-51 0,-2 0-44 16,-1 3-46-16,-7-3-126 0,3-1-353 0,-4 0 156 15</inkml:trace>
  <inkml:trace contextRef="#ctx0" brushRef="#br0" timeOffset="163183.7">17269 5789 73 0,'0'0'198'0,"0"0"-13"0,-4 3-16 0,4-3-12 16,0 0-13-16,0 0-15 0,0 0-5 0,23 3-12 15,-8-5-10-15,3 1-12 0,1 0-9 0,3-1-7 16,0 0-6-16,0-2-12 0,-3 3-1 0,-2-2-5 16,-2 1-1-16,-4-1-8 0,2 1 2 0,-7 0 10 15,1 2 11-15,-1-3 13 0,-6 3 8 0,10-1 0 16,-10 1-8-16,7-3-6 0,-7 3-4 0,0 0-11 15,0 0-8-15,0 0-4 0,0 0-5 0,0 0 1 16,-24 12-5-16,13-4 1 0,-1 2-5 0,-1 2 3 16,-2-1-9-16,4 2-3 0,2-4-1 0,2 3-2 15,0-3-2-15,3 1-3 0,1-1 1 0,1 2 1 16,2-1-2-16,0-2 3 0,2-1-3 0,-1 2 3 16,4-1-4-16,-1-2 1 0,5-1 0 0,-2-1-1 15,2 0-2-15,0-4 2 0,3 3-1 0,-6-3 1 16,3 0-5-16,2-3 3 0,0 0-4 0,-2-1 5 15,1-1-2-15,-1 1 0 0,-1-2-1 0,-1-1-4 16,1-2 0-16,0-1 2 0,-3 0-2 0,1 1 0 16,-1-1-2-16,0 1 5 0,0 2-6 0,-1 2 2 15,0-1-2-15,-4 6 2 0,4-8-5 0,-1 4 2 0,-3 4-7 16,0 0-6-16,0 0 2 0,0 0-2 16,0 0 4-16,15 11 2 0,-13-6-1 0,2 4 6 15,-1 1-5-15,-1 0 4 0,1 2-3 0,1-1 4 16,-2 0-2-16,1 1 0 0,1-3 2 0,-2 3 2 15,3-4-2-15,-3 2 3 0,0-4-2 0,-1 1-1 16,-1-7 2-16,3 12 4 0,-2-9-2 0,-1-3 3 16,3 8 11-16,-3-8 10 0,0 0 24 0,4 6 8 15,-4-6-2-15,0 0 1 0,0 0-13 0,0 0-10 16,16-13-21-16,-11 8-21 0,3-4-26 0,2 0-40 16,3-1-41-16,1-2-48 0,-1 1-55 0,6-1-38 0,-2 0-213 15,6-4-507-15,0 4 224 0</inkml:trace>
  <inkml:trace contextRef="#ctx0" brushRef="#br0" timeOffset="163649.51">18175 5770 29 0,'1'-7'245'0,"-1"7"-15"0,0 0-18 16,3-6-22-16,-3 6-17 0,0 0-22 0,0 0-3 15,0 0-5-15,-17 17-1 0,11-8-8 0,-2 3-7 16,2-2-13-16,1 3-7 0,1-3-13 0,0 3-8 15,0-1-6-15,2 1-8 0,4-2-8 0,-2 0-4 0,4 0-6 16,0-1 5-16,1-1-11 0,1 0 0 0,3-2-3 16,0-3 8-16,0 0-11 0,1 0 3 15,3 0-7-15,-3-4 4 0,2 0 0 0,1-2-7 16,-3 0-3-16,1-2-1 0,1 0-1 0,-2-2-6 16,2 1-1-16,-2-4-6 0,-2 1 1 0,2 0-1 0,0-1-3 15,-2-1-1-15,1 2 1 0,-2 0-1 0,0 0-1 16,-4 3 5-16,3 1 3 0,-4-1-2 15,-2 5-3-15,8-7-6 0,-8 7-4 0,4-3-2 16,-4 3-2-16,0 0 0 0,0 0-1 0,0 0 2 16,5 16-1-16,-5-16 2 0,2 12-3 0,-2-5-2 0,0-7 2 15,4 12-1-15,1-3 8 0,-1-4-3 16,0 1 8-16,2-1-5 0,2 0 1 0,1 0 5 16,-1-4 2-16,2 0 0 0,1-1 2 0,2-1 4 15,-1 0-1-15,-2-3 15 0,-4 2 2 0,4-4 2 16,-2 0-3-16,0-1-3 0,-1-2 9 0,-3 1 0 0,0-3-13 15,-3-1 1-15,2-2 1 0,-2-3-6 16,-2 0-15-16,0 0-3 0,-2 0-14 0,0 0-9 16,-4 2-25-16,3 1-23 0,0 1-31 0,-2 2-38 15,-1 0-46-15,0 1-57 0,-2 1-40 0,-1 4-223 16,1-4-540-16,-1 4 240 0</inkml:trace>
  <inkml:trace contextRef="#ctx0" brushRef="#br0" timeOffset="164159.49">18703 5598 2174 0,'10'-7'72'0,"-1"1"-22"0,-1-2-7 16,-3 4-17-16,-1-1 25 0,1 0 22 0,-5 5 2 15,7-6-10-15,-7 6-17 0,5-3-11 0,-5 3-6 0,0 0-3 16,0 0-1-16,3 20 8 0,-6-3 3 16,1 2 6-16,-1 8 0 0,-1 0 0 0,-2 1 6 15,2 2-3-15,1-3-1 0,-3-1 1 0,4 0-7 16,-1-3-2-16,-1-2-5 0,4-5 0 0,0 0 4 15,-2 0-9-15,2-5-4 0,0-2 2 0,1-3-8 16,-1-6 6-16,-1 12-4 0,1-12 0 0,0 10 16 16,0-10 18-16,-2 6-1 0,2-6-3 0,0 0 2 15,0 0 0-15,0 0-11 0,0 0 0 0,0 0-9 16,0 0-4-16,0 0-8 0,0 0-8 0,10-29 0 16,-5 20-11-16,1 0 2 0,4 2 2 0,-1-1-6 0,2 0 8 15,0 2-8-15,-2 2 0 0,1-2-4 16,0 4 1-16,1 2-1 0,-5-2 2 0,5 2-5 15,-11 0-1-15,14 2 1 0,-7-2 5 0,-1 4-2 16,4 0 1-16,1-1 3 0,-5 1 0 0,3-1 6 16,1 1-5-16,-1-2 4 0,1 1-7 0,-2-1 9 0,4-2-2 15,0-1 2-15,-3 0-7 0,2-3 2 0,1 0-1 16,-4 1 3-16,1-3 1 0,2 0 0 16,-3 0-1-16,0-1 3 0,0-2-9 0,-1 2 8 15,-1-2-6-15,1 2 6 0,-1-2-8 0,-2 2 8 16,0 2 5-16,0 0-2 0,-4 5 4 0,4-7-3 0,-4 7-1 15,3-6-3-15,-3 6-18 0,0 0 11 0,0 0 2 16,0 0 0-16,0 0 3 0,0 0-4 16,-11 23-1-16,6-14 5 0,-2 1-3 0,2 1 1 15,0-2-23-15,0 1-39 0,0-1-43 0,0 1-49 16,2-1-52-16,1-1-68 0,-2 0-269 0,4-8-587 0,0 0 260 16</inkml:trace>
  <inkml:trace contextRef="#ctx0" brushRef="#br0" timeOffset="164327.57">19066 5628 2285 0,'-4'-11'45'0,"-1"4"-36"16,-2-1-9-16,4 2-33 0,-1 1-27 0,4 5-29 15,0 0-2-15,-3-6-7 0,3 6 5 0,0 0-36 16,0 0-36-16,0 0-99 0,0 0-285 0,21 14 126 0</inkml:trace>
  <inkml:trace contextRef="#ctx0" brushRef="#br0" timeOffset="164897.21">19382 5656 53 0,'0'0'255'0,"0"0"-4"0,2-6-11 0,-2 6-12 0,0 0-19 15,0 0-5-15,0 0-20 0,0 0-9 0,0 0-1 16,0 0-2-16,-23 20-9 0,14-9 0 15,-1 1-5-15,-2 1-16 0,1 0-9 0,-1 0-15 16,5 1-9-16,-4 0-10 0,8-2 4 0,-3-1-24 16,4 2-2-16,-1-1-6 0,3-1-9 0,3 2-5 0,2-4-3 15,1 0-18-15,6-2-18 0,2 4-27 0,4-3-26 16,0-3-20-16,3 0-45 0,1-3-25 16,-1-1-27-16,-2-2-9 0,2 1-9 0,-4-3-7 15,0-1-10-15,-6-1-3 0,2 0 1 0,-3-2 5 16,2-5 12-16,-5 2 15 0,1-3 21 0,0-1 17 0,-3-2 34 15,1-1 7-15,2-2 36 0,-4 2 16 0,3-7 19 16,-4 7 23-16,3-7 9 0,-3 6 9 16,2 1 26-16,0-1 12 0,0 2 7 0,-3 4 3 15,1 1 14-15,-1 1 5 0,0 5 2 0,0-1-3 16,-2 6-17-16,0 0-11 0,2-8-11 0,-2 8-1 0,0 0 1 16,3 21 4-16,-3-3 11 0,-3 7 1 0,1 2 9 15,-2 1-1-15,-1-1 0 0,1 1 6 16,0-2 8-16,-1 0-5 0,1-1-8 0,1-7-8 15,2-1-3-15,-1-4-9 0,2 1-8 0,-2-2-4 16,2-2-9-16,-1-1 5 0,2-2-4 0,-1-7-1 0,0 10 5 16,0-10 3-16,2 7 11 0,-2-7 1 0,0 0-2 15,0 0-5-15,0 0-10 0,0 0-7 0,23-13-2 16,-17 9-11-16,5-3-3 0,-2-1-4 16,7-1-13-16,-1 0-5 0,-1 0-2 0,3-1-5 0,-2 4 4 15,-3 2-3-15,-3-2-2 0,-2 4-1 0,0 1-5 16,-7 1-5-16,12 0 4 0,-12 0 3 0,9 6 12 15,-6-2-18-15,-3-4 10 0,3 11-8 0,-2-3 9 16,0 0-2-16,-1-8 4 0,0 18-4 16,-1-11 12-16,0 2-33 0,1-9-31 0,-2 16-40 0,2-11-49 15,-1 3-54-15,1-8-77 0,1 13-281 0,-1-13-603 16,0 0 267-16</inkml:trace>
  <inkml:trace contextRef="#ctx0" brushRef="#br0" timeOffset="165891.04">4557 6202 81 0,'0'0'214'0,"0"0"-14"16,-1-7-17-16,1 7-20 0,0 0-16 0,0 0-12 15,15-8-17-15,-1 3-8 0,6 1-8 0,11-1-5 16,1 1-16-16,4-2-8 0,0 0-7 0,3 5-6 16,-4-3-29-16,-2 2-31 0,-2-1-47 0,-2 2-43 15,-7 0-43-15,-3 0-133 0,-6 1-287 0,-6-3 128 16</inkml:trace>
  <inkml:trace contextRef="#ctx0" brushRef="#br0" timeOffset="166283.66">4782 6173 171 0,'0'0'158'0,"-3"8"-3"15,3 0 1-15,-2 5 0 0,0 3 2 0,1 2 1 16,0 11 18-16,-3-1-3 0,1 0-14 0,0 4-16 16,0-3-30-16,-5 1-10 0,6-4-10 0,-2 2-9 15,1-2-4-15,1-1-6 0,-1-6-6 0,-1-2-4 16,4-1-8-16,-2 1-4 0,2-6-5 0,-1 1-4 15,-2-2-4-15,1-1-4 0,-1 1-2 0,2-1-3 16,-2-2-5-16,-1-4 2 0,-1 3-3 0,0-2-3 16,-4-1-4-16,0 3-11 0,-4-5-1 0,1 1-9 15,0-1-2-15,-1-2-1 0,-2 0-4 0,-2-1 0 16,-3 0 0-16,0-2 2 0,0-2 1 0,1 2 3 16,0 0-1-16,6 3-2 0,2 0 4 0,-1-3 3 15,5 3 0-15,7 1 1 0,-13-2 2 0,13 2-5 16,-10-1-4-16,10 1-1 0,0 0 5 0,0 0 1 15,0 0 14-15,0 0 1 0,0 0-2 0,0 0 3 16,29 15 3-16,-9-13-5 0,8-1 3 0,2 0-2 16,3-1-3-16,4-1 0 0,3 0-10 0,-3-1-20 15,1 1-42-15,-5 1-48 0,6-3-53 0,-3 2-39 16,-2-1-41-16,-6 0-122 0,0-3-394 0,-7 3 175 16</inkml:trace>
  <inkml:trace contextRef="#ctx0" brushRef="#br0" timeOffset="166494.04">5109 6548 201 0,'-3'-8'221'16,"3"8"-3"-16,-5-5-8 0,5 5-13 0,-10-4-11 15,10 4-6-15,-10 0-2 0,10 0-7 0,-13 7-5 16,3 1-4-16,0 0-2 0,-4 5-8 0,1 2-6 16,-5 3-8-16,6-5-14 0,2 1-12 0,4-2-8 15,-3 3-10-15,5-5-13 0,3 3-7 0,-1-3-3 16,2-10-6-16,7 22-11 0,3-12-15 0,4 0-27 15,6 0-26-15,9-1-38 0,4-1-32 0,3-3-44 16,1-3-47-16,15-2-53 0,-2 0-35 0,-10 0-166 16,10 0-465-16,1-6 206 0</inkml:trace>
  <inkml:trace contextRef="#ctx0" brushRef="#br0" timeOffset="166877.29">6324 6431 210 0,'-2'-10'271'0,"-1"3"2"0,-1-2-9 16,1 3-22-16,-3 2-5 0,6 4-13 0,-11-8-16 15,6 5-15-15,5 3-21 0,-16 0 0 0,4 2-25 16,1 4-8-16,-5 4 3 0,-3 6-12 0,-3 4-6 16,0-1-15-16,3 2-12 0,3 0-7 0,3-1-8 15,4-1-13-15,1-3-1 0,4 0-7 0,3 1-4 16,4 1-4-16,2-4 1 0,2 2-15 0,5-4-5 15,1 2-17-15,4-3-13 0,4-3-33 0,3 5-30 16,6-7-42-16,-1-3-40 0,0-1-42 0,0-4-31 16,3-1-48-16,-4-3-238 0,-7 2-539 0,-3-4 238 15</inkml:trace>
  <inkml:trace contextRef="#ctx0" brushRef="#br0" timeOffset="167234.87">6634 6332 14 0,'2'-26'202'0,"-2"1"-1"0,-1 7-1 15,1 5 9-15,1 3 4 0,2 1 2 0,-3 1-6 16,0 8-11-16,0-11-24 0,0 11-19 0,-3-8-19 16,3 8-17-16,0 0-11 0,0 0 0 0,-6 34 2 15,1-8-6-15,-3 7-3 0,-1 2-6 0,-2 12-10 16,0-3-6-16,2-11-7 0,-1-1-3 0,4-2-6 16,-1-1-2-16,3-2-11 0,1-6 0 0,-2-3-9 15,2 1 8-15,1-4-11 0,0-5-2 0,0 2-8 16,0-3 12-16,1-4-9 0,0 1-8 0,1-6 4 15,-1 10-3-15,1-10 8 0,0 0 0 0,0 0 1 16,0 0 2-16,0 0-5 0,0 0-10 0,0 0 5 16,0 0-9-16,0 0-3 0,12-22-1 0,-4 10 2 15,2-1-5-15,3-2-8 0,1 2-3 0,1-1-1 16,1 3-1-16,-1-1-1 0,3 4-7 0,-3 2 7 16,-2 0-3-16,-1 6-4 0,2-2 3 0,-3 4 1 15,1 0-2-15,0 3 6 0,0 1-4 0,-1 1 1 16,-2 2 3-16,4 3-23 0,-6-3-19 0,0 1-26 15,1 4-30-15,-2-3-39 0,1 0-37 0,2 0-47 16,-2-4-43-16,1 1-208 0,-2-1-513 0,6-1 227 16</inkml:trace>
  <inkml:trace contextRef="#ctx0" brushRef="#br0" timeOffset="167582.76">7110 6561 157 0,'-6'-9'205'0,"-3"0"6"0,-1 2-2 15,1 2-4-15,-4-1-7 0,0 4-12 0,-1 3-13 16,0 2-15-16,1 1-13 0,-5 3-7 0,4 5-10 16,0-2-8-16,0 4-5 0,3-1 0 0,1 2-6 15,1 1-15-15,2-6-10 0,2 3-5 0,3-2-7 16,-1 0-6-16,3-2-4 0,4 1-7 0,0-1-5 16,-2-1-2-16,7-3-6 0,0 0-6 0,0-1 10 15,2-2-13-15,1-1 3 0,0-2-13 0,0-1-1 16,-1-2-2-16,0 0-3 0,-1-1-1 0,-1-2-4 15,0 1 0-15,0-1 0 0,-1 1-2 0,1-5-1 16,0 2 1-16,-3-2-1 0,0 2-7 0,1-1-1 16,-2 1 6-16,0 3-1 0,-1 2-2 0,-2-1-2 15,-2 5-3-15,6-8-6 0,-6 8-1 0,5-3-2 16,-5 3-1-16,0 0 7 0,0 0-2 0,5 19 0 16,-4-12 5-16,0 2-1 0,-1 1-3 0,2 2-9 15,-2-1-22-15,0 1-36 0,0-1-48 0,0 0-44 16,2-2-52-16,2 1-46 0,-4 0-176 0,0-10-474 15,3 13 210-15</inkml:trace>
  <inkml:trace contextRef="#ctx0" brushRef="#br0" timeOffset="167940.84">7308 6613 188 0,'0'0'270'0,"4"-7"-16"0,-4 7-26 16,4-4-24-16,-4 4-22 0,0 0-9 0,0 0-14 15,0 0-6-15,0 0-11 0,10 21-9 0,-6-12-6 16,-3 2-9-16,-1 0-8 0,3-2-12 0,-2 2-10 16,-1 0-5-16,2-1-7 0,-2-5-7 0,1 4-8 15,-1-9-7-15,1 11 0 0,-1-11-1 0,1 8 0 16,-1-8 1-16,0 0 14 0,0 0-17 0,0 0-1 16,0 0-4-16,0 0-6 0,0 0-2 0,0 0-6 15,0 0-3-15,0 0-6 0,-1-29-1 0,5 19-1 16,3-2-2-16,1-2 1 0,4-2-9 0,4-6-5 15,-4 6-1-15,3 0-3 0,4-3 2 0,-3 8-2 16,-2 0-3-16,1 2-3 0,-2 4 2 0,-2 2-2 16,0 2 0-16,-1 1-4 0,3 2 1 0,-6 4-1 0,2 0 4 15,0 1-4-15,-1 5 3 0,-2-5 3 16,1 8-2-16,-5-2 2 0,2-2-19 0,-1 3-15 16,-2 0-23-16,1-1-34 0,2 2-37 0,-3-4-53 15,2-2-42-15,-2 1-35 0,2-1-175 0,-3-9-469 16,6 14 208-16</inkml:trace>
  <inkml:trace contextRef="#ctx0" brushRef="#br0" timeOffset="168819.81">7877 6579 146 0,'0'-12'260'16,"-3"2"-2"-16,0 0 3 0,-2 4 2 0,1 0-18 15,-1 2-12-15,5 4-19 0,-12-7-21 0,3 7-24 16,-2 3-5-16,0 2-27 0,-4 3-10 0,1 3-16 15,-1-1 6-15,2 3-17 0,-1-1-12 0,5-3-10 16,3 1-8-16,-2-1-7 0,2 2-5 0,2-2-13 16,1-1-16-16,2-3-9 0,1 3-2 0,0-8-22 0,6 10-10 15,1-5-9-15,2-1-10 0,-2-4-4 16,2 2-2-16,3-1 4 0,-1-4 5 0,1 1 0 16,-3 0 1-16,0-3 6 0,-2 1 3 0,3-2 1 15,-4 1 4-15,0-2 2 0,-1 0 2 0,0 0 5 16,-1 2 2-16,0 0 0 0,-4 5 12 0,5-9 2 15,-1 5 1-15,-4 4-2 0,0 0-5 0,5-4 0 16,-5 4 11-16,0 0 1 0,6 16 3 0,-2-6 10 16,-1 9 3-16,-2 8 13 0,0 3 8 0,2 1 14 15,-3 4 3-15,1 14 2 0,0-1-8 0,-1 3 0 16,0-4 6-16,2 0-9 0,-6-2-5 0,4-9 0 16,-3-1 6-16,1-3-5 0,-2 1 3 0,-1-3-14 15,1-2-3-15,0-9-11 0,-2 0 4 0,1-2 12 16,-4-2-13-16,0-1 0 0,-3-3-7 0,-4-3 3 15,0-4-16-15,0-1 1 0,-2-3-6 0,1-1-6 16,-1-4 2-16,3 0-12 0,0-3 3 0,3-5-8 0,2 1 2 16,2-5-15-16,3-1-4 0,3-6-4 15,3-2-3-15,8-3 3 0,4-1 0 0,7-1 4 16,8-6-5-16,5-3 7 0,4 6 3 0,2 0-1 16,0-4 5-16,3 8-1 0,-1-2 8 0,2 2-5 15,-3 1 3-15,-9 6 0 0,1 1 0 0,6-7 5 16,-9 7 3-16,-4 1 1 0,1 0-7 0,-3 1 5 15,-2 0-4-15,-2-2 12 0,-4 1-3 0,-3 4-3 16,-1-4 2-16,-2 3-3 0,-2 3 6 0,-2-2 2 16,0 2 8-16,-3 3 3 0,-2 2 4 0,-3 0 0 0,3 10-1 15,-1-16 5-15,-2 10-11 0,-3 2-3 0,6 4 4 16,-14 0-6-16,4 4-5 0,-2 4 4 0,-3 2 1 16,-8 5 2-16,2 1-1 0,2 2-4 15,5-3 8-15,-1 6-4 0,2-4-1 0,5-4 2 16,1 3-3-16,2 0-1 0,2-5 6 0,2 7-6 15,3-9 0-15,2 2 8 0,4-3-5 0,5 2 4 0,3-2 0 16,5-4-1-16,4 3-8 0,-3-4-7 16,7-4-10-16,2-1-8 0,-4-1-2 0,0-3 0 15,-1 1-4-15,-6 0-6 0,1-2 0 0,-3 0 8 16,-2-1-6-16,0-1-4 0,-3-2-1 0,-1-2 2 0,0 1 3 16,-4 2 2-16,0-3 5 0,-2 0 2 0,0-2-1 15,-3 5 6-15,1-1-1 0,-3 1 11 16,0 3-2-16,2 2 4 0,-3 5-3 0,3-8 2 15,-3 8-4-15,0 0 9 0,0 0 5 0,0 0 4 16,0 0 7-16,-8 24 1 0,0-10 4 0,2 4 3 16,-3-2-1-16,0 0 0 0,1 5 1 0,-2-4 3 0,2 3 1 15,3 2 0-15,0-4-7 0,1 0-5 0,-1 0 2 16,0-4 3-16,1 1-3 0,0-1 0 16,2-5-10-16,-2 1-34 0,0-2-25 0,0 0-34 15,-3 0-45-15,7-8-54 0,-11 13-83 0,2-9-246 16,9-4-560-16,-17 3 248 0</inkml:trace>
  <inkml:trace contextRef="#ctx0" brushRef="#br0" timeOffset="170525.22">9654 6344 123 0,'2'-7'251'0,"1"2"-14"0,-3 5-23 0,0-11-20 15,0 11-24-15,0 0-20 0,0 0-15 0,0 0-10 0,0 0-10 16,0 0 0-16,3 30-11 0,-3-11-8 0,-2 6-7 16,-1 1-4-16,0 3-7 0,-1-1 0 0,3-4-10 15,-3 3-4-15,1-8-9 0,0 0-4 0,1-2-1 16,2 1-3-16,-3-3-3 0,2-4-2 0,1-1-1 16,-1-1-7-16,-1-2 8 0,2-7 2 0,-2 9 15 15,-1-3 10-15,3-6 20 0,0 0 9 0,0 9 9 16,0-9 1-16,0 0-14 0,0 0-8 0,0 0-9 15,0 0-7-15,0 0-14 0,0 0-10 0,0 0-6 16,13-28-10-16,-4 20-10 0,1-2-9 0,4 1-3 16,2-1-4-16,-1 2-2 0,4 2-4 0,-1 2 2 15,4 0-1-15,-2 2-3 0,0 2-3 0,-3 3 2 16,-4 0 2-16,0 2-4 0,-2 0-3 0,0 1 1 16,-2 1 0-16,-2 0 4 0,-3 4-1 0,1-2-1 15,-2 0 6-15,-4 0 2 0,-1 2-1 0,-3-3 0 16,-1 2 2-16,-8 0 0 0,0 1 0 0,-4-1 5 15,0-1-2-15,-3-2 1 0,1-2 1 0,-1-1-4 16,4-1-2-16,4-2-14 0,0 1-10 0,5-2-31 16,2 0-30-16,6 0-45 0,-13-2-47 0,13 2-48 15,0 0-29-15,0 0-16 0,0 0 1 0,18-20-146 16,-6 11-448-16,5-1 198 0</inkml:trace>
  <inkml:trace contextRef="#ctx0" brushRef="#br0" timeOffset="171007.73">9968 6595 28 0,'6'-4'198'0,"1"0"-12"0,-1 3-17 15,-6 1-18-15,12 0-13 0,-12 0 0 0,0 0 0 16,11 5 3-16,-8-1-4 0,1 3 1 0,-2 0-4 16,2-1-6-16,0 4-10 0,-3 0-12 0,1-2-12 15,1 1-3-15,1 0-10 0,1 0-9 0,0 0-4 16,0-3 0-16,0-2-11 0,0 3-4 0,1-4-4 16,-3 0 0-16,4 1-4 0,-1-2 7 0,-6-2 1 15,13 2 7-15,-13-2 4 0,9 0 6 0,-9 0-2 16,8-5-2-16,-2 2 3 0,-6 3-10 0,9-9-3 15,-5 5 1-15,1-2 4 0,0 3 12 0,-5 3 6 16,6-8-6-16,-6 8-2 0,5-7 2 0,-5 7-9 16,4-2-12-16,-4 2-15 0,0 0-6 0,0 0-1 15,0 0-9-15,8 16-2 0,-5 0 2 0,-3 3 0 16,0 8 6-16,0 6 0 0,-3 15 5 0,2 2 1 0,-3 3 19 16,-4 0-17-16,-1 1 10 0,-1 1-3 15,-2-4 0-15,-4 1-1 0,1-3 14 0,-2-5-20 16,-6 2 3-16,5-2-7 0,0-12-1 0,3 1 4 15,-2-4 4-15,1-1-17 0,-1-3 4 0,-2-3 2 0,4-7 4 16,-6 1-12-16,6-6-7 0,-2-1 7 16,0-4-7-16,1 1-1 0,2-6-8 0,0-6-3 15,2 0-12-15,-3-6-8 0,3-6-11 0,-2-4-10 16,2-7-8-16,4-2-7 0,4-3 2 0,1-2-4 16,7-12 7-16,1 12-2 0,6-12 10 0,5 5 3 0,5 1-1 15,-3 10 13-15,-3 3-7 0,3 4-1 0,5-3 5 16,-1 6 6-16,3-2 2 0,8 3 2 15,-4 0-9-15,1 5-9 0,6 1-12 0,10-2-16 16,-11 4-13-16,2 2-29 0,2 2-23 0,0-1-23 0,-2 2-42 16,1 3-42-16,1-2-43 0,-3 4-196 0,0-5-516 15,0 4 228-15</inkml:trace>
  <inkml:trace contextRef="#ctx0" brushRef="#br0" timeOffset="171487.83">11255 6674 289 0,'0'0'274'0,"6"-5"-18"15,-6 5-20-15,0 0-18 0,0 0 0 0,0 0-3 0,-17 12-1 16,5 0-6-16,-10 6-12 0,2 3-6 0,-1-1-13 16,0-2-23-16,0 5-11 0,2 3-6 15,-3-5-17-15,2 3-9 0,-1-1-4 0,1-4-10 0,-1-1-11 16,9-4-12-16,-4-1-5 0,5-3-4 15,0-1-11-15,3-1 2 0,1-1-5 0,7-7 0 0,-7 8-7 16,1-4-4-16,6-4-4 0,-7 6-1 0,7-6-2 16,0 0-6-16,0 0 10 0,0 0-12 15,0 0-13-15,0 0-4 0,0 0-10 0,0 0 0 16,0 0-7-16,32-20 3 0,-16 16-4 0,-2 3 4 16,4 1 0-16,3-3-1 0,-2 3 3 0,0 4 4 0,1-1-7 15,0 0-8-15,-1 2-8 0,0 0 6 0,-1 1-6 16,1-2 2-16,-2 0-9 0,-1-1 0 0,-3 0 4 15,0 0-3-15,-1-2 4 0,-5 4 5 16,0-4 4-16,-7-1 3 0,13 0 1 0,-13 0 11 0,8-7-10 16,-3 3 10-16,0 0 2 0,-1-4 13 0,0-1 6 15,-1-1 6-15,-2-1-4 0,0 0 6 0,-1-3 11 16,-1-2 0-16,-2-1 0 0,-1-1 2 0,-1-1 3 16,-2 1-2-16,-1 3 1 0,3-1-3 0,-10-6-1 15,5 8-2-15,-1 0-20 0,-2 1-1 0,1 2 4 16,0-1-16-16,-3 1-26 0,6 3-25 0,-1 0-35 15,2 3-38-15,0 1-43 0,3 0-60 0,5 4-57 16,0 0-37-16,0 0-235 0,0 0-597 0,0 0 264 16</inkml:trace>
  <inkml:trace contextRef="#ctx0" brushRef="#br0" timeOffset="172006.87">11597 6670 132 0,'4'-7'273'0,"-4"7"-24"0,7-3-23 0,-7 3-15 16,7-5-23-16,-1 2-15 0,-6 3-18 0,14-5-11 16,-3 5-18-16,3-1-15 0,1 0-7 0,3-1-10 15,2 2-11-15,0 0-7 0,0-1-11 0,-3 1-15 16,-3 0-19-16,-1 0-11 0,-2 1-12 0,-2-1-8 16,-9 0-2-16,11 0 2 0,-11 0-3 0,7 0 3 15,-7 0-2-15,0 0 0 0,0 0 0 0,9-4 1 16,-9 4 7-16,0 0 3 0,0 0 1 0,0 0 6 15,0 0 5-15,0 0 5 0,-22-11 2 0,22 11-5 16,0 0 1-16,0 0 1 0,-15 11 7 0,11-3 0 16,-5 6 4-16,3 3 13 0,1 0 4 0,-4 1-1 15,0 7-3-15,2 0 3 0,2 3 2 0,-4-2-4 16,7 2 2-16,-2-3-2 0,-2 0-1 0,2-5-2 16,1-3-8-16,-3 2 1 0,2 0-4 0,3-3-5 15,-2 0 1-15,-2 0-6 0,2-3-1 0,1-4-3 16,1 2 2-16,-1-5-4 0,0 1-1 0,-2-1 3 15,-1-1-5-15,5-5 3 0,-5 9-7 0,1-6 1 16,4-3-3-16,-7 1 0 0,7-1-4 0,-11 0-1 16,11 0-13-16,-10-4 2 0,10 4 0 0,-10-10-1 15,6 5 3-15,1 0-2 0,3 5-1 0,-6-10 8 16,2 3 2-16,4 7 0 0,-1-9-2 0,1 9 0 16,-3-4 2-16,3 4-2 0,0 0-1 0,0 0-3 15,-2-9 3-15,2 9 1 0,0 0-3 0,0 0 1 16,21 2 12-16,-8 2-8 0,9-4 1 0,-2 0-2 15,10 1-2-15,0-1-9 0,2 0-9 0,0 0-19 16,0-1-25-16,-1-2-31 0,1 2-35 0,-4-1-38 16,2-1-34-16,0-1-37 0,-2 0-32 0,-6 1-164 15,-3-3-467-15,1 0 208 0</inkml:trace>
  <inkml:trace contextRef="#ctx0" brushRef="#br0" timeOffset="172207.7">12288 6916 109 0,'3'-6'233'16,"-3"6"-5"-16,0-11-19 0,0 11 0 0,-7-13-3 15,1 8-4-15,-4-2 5 0,1 5 0 0,-4 2 7 16,-5 1-2-16,-3 5 9 0,-5 4 11 0,-1 2-7 16,2 2 3-16,-1 0-11 0,2 1-15 0,5 2-17 15,-1 1-20-15,7-6-11 0,0 3-17 0,3-3-15 16,5 1-9-16,0-4-9 0,3 4-8 0,7-1-13 0,-2 0-10 16,7 0-13-16,9 1-44 0,12-4-51 0,2-2-46 15,4 0-53-15,3-5-51 0,11 0-57 16,-15 0-54-16,2-4-40 0,-2 1-258 0,-7-2-643 15,0-1 285-15</inkml:trace>
  <inkml:trace contextRef="#ctx0" brushRef="#br0" timeOffset="172346.46">12513 7093 356 0,'16'-4'124'0,"-3"1"85"16,-3 1 48-16,-10 2 48 0,13-2 17 0,-13 2 17 15,9-4 20-15,-5 3 3 0,-4 1 11 0,0 0-6 16,0 0-8-16,12-3-10 0,-12 3-19 16,0 0-22-16,0 0-33 0,6-4-24 0,-6 4-32 15,0 0-16-15,0 0-27 0,0 0-24 0,0 0-42 0,0 0-55 16,0 0-86-16,0 0-83 0,7-5-114 0,-7 5-145 15,0 0-145-15,0 0-298 0,0 0-884 16,-49-6 391-16</inkml:trace>
  <inkml:trace contextRef="#ctx0" brushRef="#br0" timeOffset="174098.95">9365 8222 208 0,'1'-8'245'0,"-1"8"-22"0,1-11-25 0,-1 11-22 15,0-8-17-15,0 8-19 0,0 0-12 0,0 0-15 16,0 0-1-16,-15 19-1 0,2-4-1 0,-4 11-5 15,-4 2-5-15,-7 11-7 0,-4-3 0 0,9-8-7 16,-7 10-3-16,9-10-10 0,-4 1-5 0,1-3-4 0,1-1-6 16,1-2 0-16,1-1-5 0,-1-3-10 15,1-2 8-15,0-2-10 0,-2-1-1 0,4-7-4 16,2 0-3-16,-2-2-3 0,1-1 9 0,4-1 0 16,0-6 0-16,-3 2 3 0,0-2-3 0,5-2 0 0,2-1-5 15,-1-2 0-15,1-2-2 0,1-2-3 16,3-5-7-16,1 0 0 0,3-11-2 0,5 2 0 15,1 1-5-15,3-1-2 0,4 0-1 0,4 3 2 16,-1 1-9-16,4 2 2 0,-5 8 3 0,2-2-1 0,-2 5-4 16,2-2-3-16,-6 3 2 0,0 3-7 0,0 3 0 15,1 2-1-15,1 4 1 0,1 1-4 0,2 6 1 16,0-1 3-16,3 10-4 0,-2-4 6 16,1 6 1-16,0 1 0 0,1 0 3 0,-2 2-3 0,1 0 3 15,0-2 0-15,1-1 3 0,-1 1-5 0,2-4-1 16,-4-5-22-16,2 0-35 0,-1 0-37 0,0-2-55 15,1-5-65-15,2 0-49 0,-6-2-214 16,2-4-515-16,4-2 228 0</inkml:trace>
  <inkml:trace contextRef="#ctx0" brushRef="#br0" timeOffset="174304.89">9573 8029 67 0,'0'-15'279'0,"0"4"-17"0,1 0-12 16,-1 5-18-16,0 6-1 0,-1-13-21 0,1 13-20 16,0-9-17-16,0 9-23 0,0 0-18 0,0 0-8 15,0 0-15-15,0 0-10 0,0 0-13 0,-13 22-2 16,7-9-17-16,-1 1-27 0,1 1-44 0,1-1-41 16,0 4-64-16,2-4-59 0,2 1-53 0,-1 2-152 15,0-5-405-15,4-1 179 0</inkml:trace>
  <inkml:trace contextRef="#ctx0" brushRef="#br0" timeOffset="174494.23">9940 8310 83 0,'0'0'198'0,"4"4"-26"0,-4-4-12 0,0 0-22 16,6 5-12-16,-6-5-15 0,4 3-10 0,-4-3-7 15,5 7-9-15,-5-7-7 0,13 9-12 0,-7-5-15 16,3 1-61-16,4 1-58 0,-2-3-64 0,0 1-78 16,0-1-226-16,-11-3 101 0</inkml:trace>
  <inkml:trace contextRef="#ctx0" brushRef="#br0" timeOffset="174672.22">10024 8501 15 0,'0'0'244'0,"-7"5"-20"0,3-1-13 0,4-4-13 16,-8 3-10-16,8-3-6 0,-6 4-21 0,6-4-11 16,-3 4-12-16,3-4-2 0,0 0-12 0,0 0-10 15,0 0-9-15,12 10-6 0,-5-9-11 0,5-1-19 16,0 4-29-16,6-4-35 0,0 1-45 0,3 0-56 16,-1-3-52-16,2 1-221 0,-4 2-398 0,1-2 177 15</inkml:trace>
  <inkml:trace contextRef="#ctx0" brushRef="#br0" timeOffset="175495.18">9914 8410 92 0,'-14'0'154'0,"14"0"-5"0,0 0-4 15,-9-1-12-15,9 1 0 0,-6-5-2 0,6 5-5 16,-8-3 4-16,8 3 6 0,-9-4-1 0,9 4-1 0,0 0-2 16,-6-1-12-16,6 1-8 0,0 0-11 0,0 0-13 15,0 0-9-15,-7-6-6 0,7 6-9 0,0 0-6 16,0 0-6-16,0 0-7 0,25-7-5 0,-11 5-6 15,8-2-12-15,4-2-13 0,6 0-33 0,3 1-37 16,-3 3-57-16,2-3-44 0,-2 1-51 0,0 0-129 16,-2 3-370-16,-4-5 164 0</inkml:trace>
  <inkml:trace contextRef="#ctx0" brushRef="#br0" timeOffset="175797.84">9996 8555 14 0,'-10'3'157'0,"10"-3"4"0,-8 0-15 0,8 0-5 16,0 0 0-16,-6 3-10 0,6-3-3 0,0 0-4 16,0 0-5-16,0 0-10 0,0 0-11 0,0 0-9 0,0 0-11 15,0 0-5-15,0 0-8 0,0 0-4 0,29 3-21 16,-12-3-35-16,1 0-34 0,2-1-41 16,2 1-39-16,6-2-170 0,-8 2-302 0,8-3 134 15</inkml:trace>
  <inkml:trace contextRef="#ctx0" brushRef="#br0" timeOffset="176923.22">11681 8061 82 0,'0'0'162'0,"0"0"-21"0,0 0 5 15,0 0-7-15,0 0-12 0,0 0-12 0,0 0-15 16,0 0-12-16,0 0-6 0,0 0-11 0,0 0-3 16,0 0-2-16,0 0-1 0,-12 24 6 0,7-13-2 15,-4 4 4-15,2 0 2 0,-4 4-1 0,-4 3-2 0,-1 1-1 16,-3-1 4-16,2-1-6 0,1-1-4 0,-2-2-4 15,3-3-2-15,-1 2-3 0,0-3 3 16,5-2-5-16,-3 0-6 0,1-2-5 0,2 0 10 0,1-2-8 16,2-2 0-16,-1 1 0 0,-1-2 0 15,6-2 0-15,-2 3 2 0,1-5 6 0,5-1 4 0,-9 6 3 16,9-6-4-16,-5 4 11 0,5-4-8 0,0 0-8 16,-8 2-9-16,8-2 3 0,0 0 2 0,0 0-3 15,0 0-8-15,-5-12-7 0,5 12-1 0,0 0-1 16,18-12-6-16,-5 7-5 0,3-1 0 0,5 0-6 15,7 3-1-15,2-1 1 0,1 1 2 0,0 1-6 16,1 1 0-16,0 2-2 0,1 1-4 0,-1 0-6 16,-1 1 1-16,-1-2 1 0,0 0-1 0,-2 3-5 15,-5-2-2-15,-2 0 3 0,-3-1-7 0,1 0 2 16,-2 1 0-16,-4-1 9 0,-1-1-5 0,-3 0-2 16,-1-1 5-16,0-1-1 0,-2-2 6 0,-6 4-5 15,9-7 3-15,-7 1 0 0,0-1 0 0,-2 7-1 16,-1-16-1-16,0 4 2 0,-3 2 2 0,-6-4-2 15,1 1 4-15,-1-2-3 0,-1 1 5 0,-2-1-5 16,-1 1 8-16,-6-5-1 0,5 3 8 0,-7 1-8 16,1-2-3-16,2 8 3 0,3-2-4 0,3 3 1 15,0-2 8-15,-1 4-15 0,4 0-19 0,1 1-31 16,1 3-34-16,0-1-45 0,8 3-58 0,-10-4-29 16,10 4-34-16,0 0-170 0,0 0-462 0,0 0 204 15</inkml:trace>
  <inkml:trace contextRef="#ctx0" brushRef="#br0" timeOffset="177420.22">12142 8071 213 0,'0'0'198'0,"0"0"-25"0,8-4-15 0,-8 4-14 15,0 0-16-15,10-2-8 0,-10 2-13 0,14-1-11 16,-7 1-9-16,4-1-11 0,0-1-13 0,-1 2-9 15,-2-1-5-15,1 2-15 0,-9-1-7 0,16-1-9 16,-9 2 2-16,-7-1-4 0,9 0-4 16,-9 0-3-16,0 0 4 0,10 0-7 0,-10 0 8 0,0 0-2 15,0 0 2-15,0 0 1 0,0 0 3 0,10 0 2 16,-10 0-1-16,0 0-4 0,0 0-11 0,0 0 8 16,0 0 6-16,-2 12 7 0,2-12 7 15,-8 18 1-15,4 0 2 0,-2-2 4 0,3 2 2 0,-3 7-2 16,1-6 3-16,3 0 1 0,-3 7-5 0,3-1 3 15,-1-5-1-15,2 6-2 0,0-7-4 0,1-3-1 16,1 10-1-16,-1-8 1 0,1-1-6 0,-1-1-2 16,3-3-3-16,-3-3 0 0,0 2-2 0,0-4 0 15,2-1 2-15,-2-7-1 0,3 8-5 0,-3-8 4 16,0 0 1-16,-5 9-6 0,5-9 0 0,0 0-1 16,-7 2-3-16,7-2 3 0,0 0-6 0,-17-9 4 15,9 8-2-15,0-5-2 0,3 2-1 0,-3-1-2 16,0 0 0-16,1-3 2 0,3 4-1 0,4 4 3 15,-9-6-9-15,9 6 2 0,-4-4-4 0,4 4-1 16,0 0 4-16,0 0-2 0,0 0-4 0,0 0 5 16,0 0-3-16,0 0 2 0,0 0 1 0,34 8-1 15,-21-5-5-15,6 3-7 0,0-1-15 0,4-2-31 16,4 1-23-16,2 2-36 0,2-8-51 0,0 4-55 16,-3-4-155-16,1 2-410 0,-4-1 182 0</inkml:trace>
  <inkml:trace contextRef="#ctx0" brushRef="#br0" timeOffset="177646.75">12768 8311 173 0,'0'0'217'0,"-4"-10"-11"0,4 10-15 0,-10-6-8 16,5 4-6-16,5 2-4 0,-23 4-10 16,6 2-5-16,-3 0-2 0,-6 5-1 0,2 4-6 15,4 0-8-15,-3 0-7 0,10-1-15 0,-3-1-10 0,5 1-13 16,1-3-9-16,6 0-7 0,0 1-11 0,0-1-6 15,4-2-4-15,4 2-6 0,0 0 0 16,1-1-7-16,6-5-7 0,2 7-17 0,6-6-16 0,-2 1-24 16,1-1-29-16,3-1-32 0,-1-1-38 0,-4 2-40 15,4-4-47-15,-6 0-34 0,-1 1-166 0,-2 0-435 16,0-1 192-16</inkml:trace>
  <inkml:trace contextRef="#ctx0" brushRef="#br0" timeOffset="177915.2">11818 8791 208 0,'-32'4'211'0,"11"0"-17"16,8 0-22-16,5-2-16 0,6 2-8 0,2-4-13 15,0 0-7-15,32 4-3 0,2-2-5 0,20-5-6 16,10 0-10-16,33 1 0 0,-7-2-4 0,-25-2-5 15,1 4-6-15,-1 0-10 0,-7-1-8 0,4 3-3 16,-7-3-6-16,-14 2-12 0,-1-1-1 0,-7 4-7 16,-1-1-3-16,-1-1-8 0,-3 1 0 0,-8 1-14 15,-5-1-20-15,-1 1-26 0,-7 1-35 0,2 0-41 16,-5-1-25-16,-4-2-20 0,9 4-30 0,-9-4-168 16,0 0-375-16,0 0 167 0</inkml:trace>
  <inkml:trace contextRef="#ctx0" brushRef="#br0" timeOffset="178541.41">12060 9103 249 0,'0'0'252'0,"0"-10"-16"16,0 10-14-16,0 0-21 0,0 0-25 0,0 0-14 15,0 0-22-15,-14 2 4 0,5 6-10 0,1 1-15 16,-8 5-4-16,-6 3-6 0,1 5-6 0,-4-1-3 15,-2 1-14-15,0-2-5 0,2 1-4 0,4-3-16 16,-2 1-4-16,2-2-4 0,6-5-4 0,-1-1-8 16,3-1-1-16,3-1 2 0,1-2-4 0,1-1 4 15,3-3 2-15,-1 3 4 0,0-4-1 0,6-2 4 16,-10 3-4-16,10-3-2 0,-7 2-1 0,7-2-4 16,0 0-7-16,0 0-7 0,0 0-3 0,0 0 1 15,0 0-2-15,0 0-5 0,17-15-3 0,-5 11 5 16,5 0-7-16,2 0-1 0,3 2 1 0,3-3-1 15,3 4 5-15,2 0-12 0,1-1-4 0,-2 1 0 16,3 1-6-16,-1 0-1 0,1-2-3 0,1 1 7 16,-3 1-12-16,-1 0 0 0,-8 0-3 0,6-3 5 15,-7 2-3-15,-3-1 8 0,2 0-3 0,-6 1 3 16,-2-3 0-16,3 2 0 0,-3-2 2 0,-2 0 1 16,-2-1 2-16,-1-2 0 0,-1 3 2 0,-1-2-2 15,-4 6 5-15,1-13-3 0,-2 4-5 0,-3-1 5 0,-4-4 0 16,-2-1 0-16,-2 2 4 0,-3 1 0 15,-3 0 3-15,-5-4 4 0,0 3 5 0,-5 0-3 16,1 2-2-16,-2 3 4 0,2 0 3 0,6 1 14 0,2 1-19 16,0 2 1-16,6-2-4 0,1 2 1 0,1 1-10 15,3 1-22-15,2-2-26 0,6 4-38 0,-8-1-47 16,8 1-44-16,0 0-47 0,0 0-39 16,0 0-200-16,22-6-501 0,-1 3 221 0</inkml:trace>
  <inkml:trace contextRef="#ctx0" brushRef="#br0" timeOffset="179381.05">12414 9036 146 0,'5'2'225'0,"-5"-2"-21"0,10 0-19 0,-10 0-20 16,12 1-18-16,-12-1-12 0,11 0-10 0,-3-1-16 16,5 1-9-16,-4 1-9 0,3 0-10 0,1-1-11 15,0-1-4-15,-1 1-6 0,0-1-5 0,0 1-12 16,-3 0-1-16,-1 0-3 0,-8 0-6 0,13 0-5 15,-13 0-8-15,12 0-1 0,-12 0 1 0,7-2-5 16,-7 2 0-16,0 0-7 0,0 0 4 0,0 0-4 16,0 0 1-16,0 0 7 0,0 0-4 0,0 0 0 15,0 0 3-15,0 0 11 0,-25 10 16 0,21-2 6 16,-1 1 0-16,1 2-5 0,2 2 9 0,-3 3 0 16,1-1 5-16,0 3 1 0,1 1 1 0,1 0-9 15,2-1 2-15,2 1-9 0,1-1-2 0,-3-1-4 16,4 0 0-16,-2 0-7 0,0-4 1 0,-1-2-1 15,3 0-3-15,-2 0-2 0,-2 1-6 0,4-4-1 16,-4 1-2-16,0-9 5 0,0 14-5 0,0-14-1 16,-4 9 1-16,2-4-3 0,2-5 5 0,-9 7-4 15,2-7-1-15,0 3-2 0,-4-3-4 0,0-2 1 0,-3 2-2 16,1-1 9-16,-1-2-8 0,3-1-6 0,-3 2 5 16,2-2-3-16,1 1-3 0,-1 0 4 0,3 0-4 15,1 0 3-15,3 1 1 0,5 2-7 0,-12-2-3 16,12 2 3-16,0 0 3 0,-8-2-1 0,8 2-6 15,0 0 7-15,0 0-4 0,0 0 2 0,27 5-1 16,-8-5-15-16,1 1-11 0,7-2-9 0,5 1-15 16,-1-3-16-16,-1 1-12 0,1 0-14 0,3-1-36 15,-3 0-10-15,0-1-4 0,1-2-9 0,-1 1-4 16,-1 1 4-16,-1-2 6 0,0 1 13 0,0-1 16 16,-1 1 8-16,-1-1 15 0,-6 3 14 0,0-1 2 15,-3-1 22-15,0-1 10 0,0 1 22 0,-7 2 28 16,1-4 12-16,-3 4 24 0,-3 0 22 0,0-1 27 15,-6 4 18-15,10-5 4 0,-10 5-1 0,2-4-8 16,-2 4-3-16,0 0-3 0,0 0 5 0,-20-2 5 16,7 6 1-16,-5 0 3 0,-1 1 1 0,0 3-1 15,-4 3-2-15,2-1-3 0,4-2-6 0,0 3-22 16,4-1 0-16,-1 1-6 0,6-3-2 0,1 2-11 16,3-2-3-16,2 2-7 0,4-4-2 0,-2-6-4 15,9 16 3-15,-1-9-9 0,4-1-9 0,1-2-5 16,4-1-3-16,2 0-4 0,0-1-6 0,0 1-1 15,-1-2-7-15,-5-1 4 0,-1 0-2 0,-3 1-2 16,-9-1 7-16,14-1-1 0,-14 1-5 0,7 0-1 16,-7 0 0-16,0 0-4 0,0 0 4 0,0 0 1 0,0 0 0 15,-30 12 8-15,10-4 1 0,4 0 3 0,-4 0 3 16,-3 4 13-16,4-2 10 0,3-1 3 16,0 1-3-16,4 1 2 0,1-3 1 0,5-1-5 15,-2 3-1-15,6-3-2 0,0-1 9 0,2-6-11 0,7 13-2 16,4-7-2-16,2-1-10 0,6-1-9 0,10 1-12 15,2-5-25-15,1 0-17 0,0-1-22 0,1-1-17 16,-2 0-23-16,1-2-21 0,-5 2-20 0,2-4-22 16,-6 1-38-16,1-1-42 0,-4 1-250 0,-1-1-541 15,-4-1 239-15</inkml:trace>
  <inkml:trace contextRef="#ctx0" brushRef="#br0" timeOffset="190127.63">12493 8270 23 0,'0'0'61'0,"0"0"-8"15,0 0-4-15,0 0-1 0,0 0-9 16,0 0 1-16,0 0-14 0,0 0-2 0,0 0-5 16,0 0-17-16,0 0-20 0,0 0-43 0,0 0-67 0,0 0 30 15</inkml:trace>
  <inkml:trace contextRef="#ctx0" brushRef="#br0" timeOffset="192302.95">12933 8457 15 0,'0'0'128'0,"0"0"-4"15,0 0-11-15,0 0 2 0,0 0-10 0,0 0 1 16,0 0-14-16,0 0-1 0,0 0-2 0,0 0-6 16,0 0-4-16,0 0-6 0,0 0-4 0,0 0-5 15,0 0-3-15,0 0-4 0,0 0-4 0,0 0-3 16,0 0-5-16,0 0-5 0,0 0-6 0,0 0-2 0,0 0 1 15,0 0-3-15,0 0-6 0,0 0 0 0,0 0-2 16,0 0 0-16,0 0-6 0,0 0 1 16,0 0-6-16,0 0 3 0,0 0-3 0,0 0 2 15,0 0-4-15,0 0 1 0,0 0-2 0,0 0 1 0,0 0 0 16,0 0-5-16,0 0 0 0,0 0-2 0,0 0 0 16,0 0 0-16,0 0 5 0,0 0-4 0,0 0 0 15,0 0 2-15,0 0 0 0,0 0 0 0,0 0 0 16,0 0 1-16,0 0 0 0,0 0 1 0,0 0-2 15,0 0 5-15,0 0 1 0,0 0-6 0,0 0 1 16,0 0-2-16,0 0 0 0,0 0 3 0,0 0-2 16,0 0-4-16,0 0 3 0,0 0-1 0,0 0 0 15,0 0-3-15,0 0 0 0,0 0-9 0,0 0-12 16,0 0-12-16,0 0-13 0,0 0-26 0,0 0-24 16,0 0-35-16,0 0-29 0,0 0-101 0,0 0-283 0,0 0 125 15</inkml:trace>
  <inkml:trace contextRef="#ctx0" brushRef="#br0" timeOffset="194351.66">13145 9468 9 0,'0'0'111'0,"0"0"-6"0,4 4-4 0,-4-4 3 0,0 0-21 16,0 0-6-16,0 0-3 0,0 0-4 0,0 0-12 15,0 0 1-15,0 0 1 0,0 0-7 16,0 0-9-16,0 0-1 0,4 5-7 0,-4-5 0 16,0 0-5-16,0 0-3 0,0 0 7 0,0 0-8 0,0 0-4 15,0 0-12-15,0 0 12 0,0 0 0 0,0 0-12 16,0 0 12-16,0 0-6 0,0 0 1 0,0 0-9 16,0 0 5-16,0 0-9 0,0 0 4 0,0 0-2 15,0 0 3-15,0 0 6 0,0 0-14 0,0 0-2 16,0 0 7-16,0 0 2 0,0 0 1 0,0 0-7 15,5 4 1-15,-5-4 4 0,0 0-2 0,0 0-3 16,0 0 2-16,0 0 1 0,0 0 1 0,0 0-3 16,0 0 4-16,0 0-4 0,0 0-1 0,0 0-1 15,0 0 8-15,0 0-7 0,0 0-5 0,0 0 7 16,0 0-6-16,0 0 3 0,0 0 2 16,0 0-3-16,0 0 2 0,0 0-1 0,0 0-1 0,0 0 2 15,0 0 0-15,0 0-1 0,0 0 0 0,0 0-6 16,0 0-5-16,0 0-16 0,0 0-3 0,0 0-20 15,2 6-23-15,-2-6-19 0,0 0-39 0,0 0-69 16,0 0-215-16,0 0 95 0</inkml:trace>
  <inkml:trace contextRef="#ctx0" brushRef="#br0" timeOffset="200431.39">14434 8609 16 0,'0'0'215'0,"-7"-3"-20"16,7 3-27-16,0 0-8 0,-7-6-13 16,7 6-9-16,0 0-15 0,0 0-4 0,0 0-13 0,0 0-12 15,19-13-6-15,-7 12-12 0,2-3-7 0,4-1-10 16,0 1-3-16,3 1-26 0,-4 0-31 0,2 1-45 16,-2 1-37-16,-3 0-30 0,-1 1-42 0,-3 1-89 15,1 0-264-15,-5 1 117 0</inkml:trace>
  <inkml:trace contextRef="#ctx0" brushRef="#br0" timeOffset="200596.37">14470 8685 123 0,'-4'2'178'0,"4"-2"-10"16,0 0-6-16,-10 3-11 0,10-3-10 0,0 0-20 15,0 0-6-15,0 0-14 0,0 0-8 0,0 0-17 16,0 0-24-16,0 0-41 0,31-3-29 0,-19 2-44 15,6-3-54-15,0 3-100 0,3-1-234 0,-2-3 103 16</inkml:trace>
  <inkml:trace contextRef="#ctx0" brushRef="#br0" timeOffset="200883.54">14642 8438 149 0,'-4'-7'191'0,"4"7"-28"0,0 0-11 0,0 0-17 16,0-10-17-16,0 10-20 0,0 0-6 0,0 0-8 0,20 2-3 15,-20-2-13-15,18 2-6 0,-8 4-5 16,-2-2-9-16,3 2-3 0,-2 3-6 0,0 0 0 16,0 3-5-16,0 0 6 0,-1 1-4 0,-2 3 2 15,-4-2 0-15,0 5-3 0,-2-3 2 0,0 2 1 0,-5 2-7 16,1-1 3-16,-4 4-3 0,-4-6-1 0,1 6-7 15,-3-1 2-15,-1-1 0 0,-3 1-5 16,6-7 0-16,1 1-8 0,-4-2-23 0,2 0-30 0,0-2-36 16,4-4-29-16,3-1-45 0,2 0-146 0,1 0-322 15,3-7 142-15</inkml:trace>
  <inkml:trace contextRef="#ctx0" brushRef="#br0" timeOffset="201384.07">15789 8451 70 0,'0'0'257'0,"0"0"-27"0,0 0-22 0,0 0-27 16,0 0-15-16,-26 9-17 0,15-2-8 15,-4 1-13-15,-2 5-8 0,2-2-14 0,-7 5-7 16,3 1-12-16,-2 0-11 0,-2-1-5 0,-1 0-1 15,3 3-3-15,-1-1-9 0,0-1-4 0,1-1-10 0,6-3 1 16,-2 1-3-16,2-2-2 0,2-2-8 16,2-1-4-16,2-3-2 0,1 1-5 0,2-1 1 15,-1-1-5-15,4-3 2 0,3-2 2 0,-8 4-5 16,8-4 1-16,-5 3 0 0,5-3-6 0,0 0-2 16,0 0 2-16,0 0 0 0,0 0-5 0,0 0 1 15,0 0 0-15,0 0-1 0,25-1-6 0,-8-1 1 16,2 2 0-16,-2 0 2 0,4-1-3 0,2 1 2 15,-2 0-2-15,2 1-2 0,5-4 0 0,0 3 0 0,-1 2 0 16,1-1-3-16,-9-1 6 0,3 0-4 0,6 0-1 16,-8 0 2-16,0 0 1 0,-6 2-1 15,1-2-1-15,-1 0 3 0,-6 0 4 0,0-2-1 0,-8 2 2 16,13-1 0-16,-9-2 3 0,-4 3 1 0,7-10-4 16,-3 1 7-16,-4-1-4 0,-2-1 7 0,0-2 0 15,-2 2-2-15,-3-6 0 0,-4 0 0 0,1 2 0 16,-3-7 3-16,-1 6-5 0,4 2 1 0,-4-1-1 15,2-2-1-15,-1 7-3 0,1-3-1 0,3 7-9 16,0-4-14-16,0 6-18 0,2-1-25 0,2 1-42 16,5 4-53-16,-9-5-47 0,9 5-204 0,0 0-440 15,0 0 196-15</inkml:trace>
  <inkml:trace contextRef="#ctx0" brushRef="#br0" timeOffset="201819.94">16089 8432 149 0,'0'0'177'0,"7"-7"-14"0,-7 7-15 15,0 0-11-15,5-2-5 0,-5 2-12 0,6-6 0 16,-6 6-15-16,5-3-9 0,-5 3-5 0,8-4-15 16,-8 4 0-16,8-1-10 0,-3-4-5 0,-5 5-7 15,9-1-4-15,-9 1-3 0,6-3 2 0,-6 3-9 16,8-3-6-16,-8 3-3 0,0 0-7 0,0 0-6 15,0 0-2-15,0 0-1 0,10 7 0 0,-7-1 0 0,-1 3 3 16,-1 3 3-16,2-1 4 0,-2 5-1 0,1 1-1 16,1 4-2-16,-1 2-2 0,0 4 0 15,-1-8 0-15,1 2-2 0,-2-3 0 0,2 7-6 0,-2-5 4 16,0-2-5-16,1 2 2 0,1-3 1 0,-2-4-2 16,-2 3-2-16,2-4 3 0,-1-2-1 0,1 2 1 15,-2-5-2-15,0 1 2 0,-3-3-1 0,0-1 0 16,1 1 1-16,-2-1-1 0,-2-3 0 0,-2-1-3 15,10 0 5-15,-17-1-3 0,6-3-3 0,3 1 5 16,3 0 5-16,-1 0-2 0,6 3-1 16,-10-6 0-16,10 6-2 0,-5-4-2 0,5 4-2 0,-6-4-4 15,6 4-1-15,0 0-3 0,0 0-4 0,0 0-4 16,0 0-2-16,26-8-7 0,-12 10-11 0,5-4-10 16,3 5-21-16,5-3-20 0,1 3-23 0,0-3-32 15,1 0-23-15,2 0-27 0,-2 0-128 0,0 0-337 16,-1 0 149-16</inkml:trace>
  <inkml:trace contextRef="#ctx0" brushRef="#br0" timeOffset="202005.37">16627 8707 24 0,'2'-4'195'0,"-2"4"-16"0,1-8-2 0,-1 8-4 16,-4-12-5-16,4 12-4 0,-5-8-8 0,5 8-10 16,-13-1-11-16,13 1-8 0,-17 4-11 0,5-1-4 15,-1 3-5-15,-2 4-6 0,-1 0-11 0,1 1-5 16,3 2-8-16,3-5-13 0,1 2-2 0,0 0-5 15,4 2-7-15,0-2-1 0,3 0-8 0,1 2-10 16,1-3-14-16,4 1-20 0,3-1-25 0,6 2-41 16,2-2-53-16,4-2-60 0,7-2-202 0,3-1-415 15,4-2 185-15</inkml:trace>
  <inkml:trace contextRef="#ctx0" brushRef="#br0" timeOffset="202224.96">17247 8631 153 0,'-4'-4'236'16,"4"4"-20"-16,0 0-23 0,0 0-20 0,0 0-21 15,16-13-11-15,0 8-15 0,5 4-16 0,-1-1-23 16,8 4-28-16,-5-2-30 0,-1 1-32 15,-1 0-43-15,-4 0-43 0,0 1-33 0,-4-1-115 0,-3 4-255 16,-4-2 114-16</inkml:trace>
  <inkml:trace contextRef="#ctx0" brushRef="#br0" timeOffset="202372.87">17232 8774 162 0,'0'0'171'0,"-8"4"-8"0,8-4-1 16,0 0-8-16,-5 4-8 0,5-4-7 0,0 0-12 15,0 0-13-15,20 6-12 0,-8-7-14 16,6 0-23-16,2-1-25 0,9 2-40 0,4-3-55 0,4-2-60 16,-5 2-130-16,2-3-263 0,-2-2 117 0</inkml:trace>
  <inkml:trace contextRef="#ctx0" brushRef="#br0" timeOffset="202935.06">17979 8519 98 0,'7'-4'211'0,"-7"4"-16"0,0 0-10 15,0 0-4-15,0 0-8 0,0 0-9 0,0 0-10 16,0 0-15-16,0 0-9 0,0 0-6 0,0 0-14 16,-17 17-3-16,13-12-14 0,4-5 3 0,-9 9-8 15,4-7-7-15,1 4-8 0,1 1 0 0,-5 0-7 16,2-1-6-16,0 2 0 0,0 0 0 0,-4 2-5 15,1-1 0-15,1 1-7 0,-1-2 1 0,-2 2-8 16,-1 2-1-16,3-3-6 0,-3 2 2 0,1-2-7 16,2-1-1-16,-1 1 0 0,1 0-5 0,1-2 2 15,3-2-6-15,-1-2-3 0,2 2-1 0,-1 0-3 16,5-5-1-16,-6 6 0 0,1-2 7 0,5-4-10 16,-8 6 3-16,8-6-6 0,-9 6 4 0,4-3-3 15,5-3 4-15,-13 6 0 0,3-2-3 0,0 0 11 0,-3 2-11 16,-2-2 2-16,-3 2 0 0,2 0-5 0,-3-3 3 15,1 3-1-15,-2-2 2 0,3 0 0 16,1-2-3-16,4-1 4 0,-2-1-3 0,4 0 0 0,3 2 3 16,7-2 3-16,-14-2-3 0,14 2-2 0,-10 0 5 15,10 0-5-15,-6-3 5 0,6 3-5 16,-8-10-3-16,8 10-2 0,3-11 2 0,-3 11-1 16,10-18 2-16,-5 9 1 0,4-4-4 0,4 0-1 0,-2 1 1 15,0 4-2-15,4-2 1 0,-1 2-3 0,2 0 1 16,-1 1-1-16,-2 1-2 0,0 3 1 0,1 0 1 15,-2 0-4-15,2 2 2 0,0 1 1 16,-1 1 0-16,5 5 0 0,-3 0-2 0,2 2-1 0,-4 2 1 16,0 1 0-16,-2 2-3 0,-1 3 5 0,3-1 0 15,-3 0 3-15,3 2 0 0,-1 6-3 0,1-6 12 16,0-2-10-16,0 1-14 0,1-2-26 0,-1 1-32 16,2-3-37-16,-1 2-39 0,1-4-39 0,-1-2-55 15,-3-1-209-15,3-1-487 0,-3-3 215 0</inkml:trace>
  <inkml:trace contextRef="#ctx0" brushRef="#br0" timeOffset="203170.21">18125 8293 59 0,'-4'-15'302'0,"4"2"-16"15,0 3-17-15,-2-1-11 0,2 5-13 0,0 6-17 16,0-12-21-16,0 12-26 0,0-8-19 0,0 8-15 16,0 0-24-16,0 0-6 0,0 0-15 0,0 0-13 15,0 0-14-15,0 0-20 0,0 0-36 0,0 0-33 16,2 33-42-16,0-17-54 0,-2 0-52 0,-2 0-48 16,1 4-186-16,2-3-428 0,-1 5 190 0</inkml:trace>
  <inkml:trace contextRef="#ctx0" brushRef="#br0" timeOffset="203940.02">18335 8690 1737 0,'-20'-12'40'0,"15"2"-16"16,-1 0-25-16,2 2 9 0,-1-1 2 0,3-3 9 15,-2 5 3-15,1-1 16 0,2 0 3 0,1 8 3 16,0-14 2-16,0 14 2 0,1-13-3 0,-1 13-3 16,1-8-1-16,2 4-7 0,-3 4-3 0,8-7-6 15,-2 5-1-15,4 0-5 0,2 0-1 16,7-1-2-16,-6 3-3 0,1 0 0 0,-1 0-3 0,6 3 1 16,-6-3 0-16,-1 1 0 0,1 0 1 0,0 1-6 15,0-2-2-15,-7 0 1 0,-6 0-4 0,12 0-4 16,-12 0-4-16,11 2-1 0,-11-2-1 0,6 0 3 15,-6 0-2-15,0 0-4 0,12 1 1 0,-12-1 4 16,0 0 3-16,0 0 6 0,0 0-3 0,8-3-3 16,-8 3 5-16,0 0 5 0,0 0 6 0,0 0 4 15,0 0 8-15,-2-11 7 0,2 11 3 0,0 0 0 16,0 0 1-16,0 0 0 0,0 0-8 0,0 0 2 16,0 0-6-16,0 0-2 0,0 0 0 0,0 0-3 15,0 0-3-15,0 0 3 0,-28 14 1 0,18-2 7 16,-3 2-2-16,-2 2 8 0,-3 1 4 0,-2 2 7 0,-2 3-1 15,4-2 1-15,-3 2-2 0,1-2-1 16,1 2 2-16,-3-2 6 0,2-1-6 0,2-2 9 16,1-4-17-16,3-1-3 0,0 1-1 0,3-3-4 15,0-1 5-15,2 0-10 0,3-5 0 0,1 0-3 0,0 2 2 16,1-3 0-16,4-3-1 0,-9 6 2 0,9-6-4 16,0 0 15-16,-6 2-9 0,6-2-6 15,0 0 2-15,0 0 0 0,0 0-3 0,0 0-5 16,0 0 5-16,19-14 1 0,-10 9-13 0,2 0 1 0,2 0-3 15,4 0 1-15,-1 2 1 0,3 1-2 0,1 0-1 16,0 1-2-16,3 1 2 0,3 0-4 0,2 3 8 16,1-1-11-16,-1 1-4 0,-6-1-7 0,0 1-3 15,-1-1-4-15,8 1 4 0,-9 1 4 0,0-1-2 16,1 1 4-16,-2-1-5 0,-6-3 4 0,1 1-2 16,-4 0 4-16,-2-1 2 0,1 0 5 0,-9 0 1 15,14-2 2-15,-9-2-2 0,-1-1 1 0,1-1-1 16,-3-3 0-16,0 2 4 0,-4-3-2 0,0-5-2 15,-7-1 5-15,1-1 2 0,-6-2-4 0,-2-1 3 16,-1-5 7-16,-5 5 2 0,3 1 2 0,1 0-1 16,0-1 6-16,2 8-2 0,-4-5-1 0,5 3-6 15,1 3 3-15,-1 0-2 0,1-1 1 0,3 5-5 16,0 0-1-16,3 1-1 0,2 0-4 0,1 1-5 16,-2 1-38-16,2 0-35 0,5 4-48 0,0 0-39 15,0 0-42-15,0 0-43 0,0 0-219 0,0 0-508 16,23 1 225-16</inkml:trace>
  <inkml:trace contextRef="#ctx0" brushRef="#br0" timeOffset="204403.68">18712 8567 161 0,'7'-3'182'0,"-7"3"-14"0,12-6-18 0,-4 6-14 16,-8 0-7-16,12-3-4 0,-5 2-9 0,-7 1-8 15,15-3 4-15,-7 3-13 0,-1-1 0 0,-7 1-6 0,13-2-2 16,-5 1-7-16,-8 1 5 0,10-4-3 16,-10 4 3-16,9-1-1 0,-9 1-1 0,6-3-2 15,-6 3-5-15,0 0-6 0,0 0-7 0,0 0-8 0,0 0-5 16,9-1-12-16,-9 1-6 0,0 0-7 0,4 9 0 16,-4-9-2-16,1 14-3 0,1-2-5 0,-4 1 1 15,4 4-1-15,-2 2 1 0,2 0-2 0,-2 1 7 16,0 5-10-16,0-6 0 0,0 0-1 0,2-1 3 15,-2 3-6-15,0-3 9 0,-2-2-6 0,2 2-6 16,2-1-1-16,-4-6 12 0,1 0-11 0,0 0 1 16,1-2-1-16,-2 0 1 0,1-2-1 0,-1 0 3 15,2-7-2-15,-4 9-1 0,4-9 1 0,-5 7 3 16,0-5-2-16,5-2-3 0,0 0 0 0,-13-4 0 16,13 4 0-16,-9-7-1 0,9 7-2 0,-5-7 3 15,1 2-2-15,4 5-1 0,-4-9-4 0,4 9 5 16,-2-6-3-16,2 6-4 0,0 0 3 0,1-10-2 15,-1 10-2-15,6-4 3 0,-6 4 0 0,10-2-2 16,-1 2-4-16,3 0 1 0,4 2-9 0,5-2-10 16,-1 2-26-16,11 0-27 0,-1 0-26 0,2 1-18 15,-2-1-42-15,0 1-32 0,0-2-15 0,0 0-16 16,-2 1-128-16,0-2-383 0,-7 0 170 0</inkml:trace>
  <inkml:trace contextRef="#ctx0" brushRef="#br0" timeOffset="204769.08">19291 8868 234 0,'14'-3'26'0,"-3"-2"21"0,-1-1 22 16,-1-1 9-16,0 1 5 0,-3-3 36 0,-3 6 16 15,2-4 16-15,-2 2 7 0,-3 5 8 0,1-14-8 16,-1 14-8-16,-1-10-10 0,1 10-8 0,-6-11-12 16,6 11-11-16,-7-4-5 0,7 4-6 0,-17 4 2 15,5 0-4-15,0 0-5 0,-4 3-4 0,2 1-4 16,0 2-7-16,3-3-9 0,4 2-2 0,-2 1-7 16,1 0-10-16,3 0 1 0,1 1 2 0,3 0-14 15,2-2-2-15,4 2 0 0,-1-3-2 0,6 3 0 16,3-1-9-16,-3-1 7 0,7-3-7 0,-3 2 1 0,-1-3-4 15,-2-2-1-15,-1 1-2 0,-2-2-5 16,-1 0 5-16,-7-2-1 0,7 4 0 0,-7-4 1 16,7 2 4-16,-7-2 0 0,0 0 4 0,7 3-6 15,-7-3 3-15,0 0-4 0,0 0 4 0,-28 8 8 0,12-3 4 16,-2-1 3-16,-2 2 4 0,3-2-5 0,1 2 0 16,6-2 4-16,-3 0-6 0,3 1-4 0,2 0-13 15,1-1 4-15,2 0 2 0,5-4 0 16,-8 8 9-16,5-4-16 0,3-4-3 0,0 0 6 0,4 14-7 15,3-10-15-15,0 1-13 0,5-1-21 0,-1-1-18 16,3-1-22-16,-1-1-23 0,1 3-29 0,-2-4-25 16,-1 0-19-16,1-1-23 0,-5 1-21 0,2-3-17 15,-2 0-18-15,-2-1-183 0,-5 4-471 0,6-10 209 16</inkml:trace>
  <inkml:trace contextRef="#ctx0" brushRef="#br0" timeOffset="205017.46">18788 8554 71 0,'0'0'189'16,"0"0"1"-16,-6-6 1 0,6 6-16 0,0 0-20 15,0 0-16-15,0 0-12 0,12-13-13 0,2 9-14 16,6 0-16-16,12 1-1 0,5 0-14 0,1 1-15 16,15-3-35-16,-14 3-30 0,14-1-31 0,-14 0-33 15,1 0-38-15,0 3-141 0,-10-4-274 0,2 1 122 16</inkml:trace>
  <inkml:trace contextRef="#ctx0" brushRef="#br0" timeOffset="207670.83">8889 10254 110 0,'0'0'176'0,"0"0"-20"16,0 0-13-16,-24 17-8 0,15-5 0 0,-5 4-2 16,-3 4-15-16,-2 0-12 0,-2 1-2 0,-1 0-6 15,-1-1-10-15,0-1-3 0,2 0-8 0,1-3-12 16,-4 0 2-16,7-5-1 0,4 1-3 0,0-3-5 15,2-1-3-15,1-1-1 0,1 1-6 0,-3-1-1 16,3-3-2-16,0 0 0 0,2 1 2 0,2-2 4 16,-1 0 0-16,6-3 7 0,-9 3-3 0,9-3 0 15,-5 3-3-15,5-3-4 0,-6 4-2 0,6-4-3 16,0 0-1-16,0 0-8 0,-8 5-2 0,8-5-3 16,0 0-2-16,0 0-1 0,0 0-9 0,0 0-1 15,0 0-2-15,0 0 2 0,26-5-6 0,-7 5 2 16,2-2-5-16,11 1 2 0,2-1-3 0,3 3-3 15,3-4 0-15,-2 3-3 0,2-1-6 0,-1 0 8 16,0 2-12-16,-4-1 4 0,0 0-1 0,-1-1-2 16,0 1 5-16,-5-1-7 0,-1 1-2 0,-7 0 1 15,7 1-3-15,-10-2 0 0,-4 1 2 0,5 0 2 0,-10-1 2 16,0 0 4-16,-3-2 0 0,-6 3 3 16,14-4 0-16,-14 4 1 0,5-4-1 0,-2-2 0 15,-3 6 1-15,-1-10-1 0,-3 0 4 0,-3 1-2 16,-3-1 1-16,-1-3 5 0,-5-3-2 0,-2 0 6 0,-1-4-5 15,0 4 5-15,-3-1 3 0,3-1 0 0,-1 1 4 16,3 6 4-16,2-2 1 0,2 0-1 16,3 6 2-16,1-3-2 0,-1 3-3 0,2-2-1 15,1 4-4-15,2 1-12 0,-1-1-19 0,6 5-19 0,-8-5-29 16,3 4-50-16,5 1-40 0,0 0-30 0,0 0-30 16,0 0-179-16,0 0-428 0,0 0 190 0</inkml:trace>
  <inkml:trace contextRef="#ctx0" brushRef="#br0" timeOffset="208069.29">9363 10205 109 0,'3'-9'255'16,"-3"9"-22"-16,1-8-22 0,-1 8-18 0,0 0-26 15,0 0-15-15,0 0-20 0,0 0-10 0,0 0-11 16,0 0-8-16,9 19-7 0,-1-4-12 0,-3 3-8 15,1 6-6-15,1 2-4 0,-1-2 1 0,4 1-10 16,-3 1-2-16,-1-7-1 0,1 0-2 0,0-2-4 16,1 2-4-16,0-2-6 0,-1-1 2 0,0-5-6 15,-2 2 0-15,1-2-3 0,-1-2 1 0,2 1-4 16,-1-3-3-16,-1 1-3 0,-1-2-3 0,0-1 1 16,-2 0 0-16,-2-5 9 0,7 7 20 0,-7-7 1 15,4 4 2-15,-4-4-1 0,0 0 2 0,0 0-5 16,10-13-5-16,-6 7-5 0,-1-6-1 0,4-3-9 15,-2 0 0-15,1-4-2 0,3-6-3 0,0-1-3 16,-1-1-1-16,2 0-1 0,2-1-2 0,-3 0-3 16,2 1 0-16,-1 1-3 0,3-3 1 0,-1 3 1 15,-6 7-7-15,3 1-3 0,0 4-1 0,-4 2 2 0,-1 2-9 16,0 3-17-16,0 0-24 0,-2 2-28 16,-2 5-33-16,4-7-27 0,-4 7-12 0,0 0-13 15,0 0-24-15,0 0-12 0,0 0-12 0,5 22-178 16,-9-9-416-16,3-1 185 0</inkml:trace>
  <inkml:trace contextRef="#ctx0" brushRef="#br0" timeOffset="208360.96">9817 10378 179 0,'0'0'161'0,"0"0"-12"0,5 6-9 0,-5-6 5 0,2 6-4 15,-2-6 5-15,-2 10 1 0,2-10 0 0,-1 15-3 16,0-3-14-16,-2 0 0 0,0 4-10 0,1 1-6 15,-3-1-4-15,1 1 0 0,0-3-6 0,2 4-3 16,-2-2-8-16,0 2-3 0,1-3-13 0,2-4-2 16,-1 0-1-16,2-1-15 0,-2 1-4 0,1-1-3 15,1-3-6-15,0 2-4 0,1-2 1 0,-1-7-4 16,0 11-4-16,2-5 0 0,-2-6-2 0,1 7 2 16,-1-7 1-16,5 5-2 0,-5-5-1 0,8 3-1 15,-8-3-4-15,11 0 10 0,1 0-15 0,-1 0-5 16,3-2-5-16,4 0-16 0,1-3-20 0,2 4-35 15,1-1-33-15,-3-2-36 0,7-2-43 0,1-1-36 16,0 4-36-16,0-6-198 0,0 2-475 0,2 3 210 16</inkml:trace>
  <inkml:trace contextRef="#ctx0" brushRef="#br0" timeOffset="208531.98">10621 10507 76 0,'0'0'259'0,"0"0"-26"0,6-6-22 16,-6 6-22-16,6-2-14 0,-6 2-25 0,8-2-13 16,-8 2-13-16,9 0-9 0,-9 0-15 0,18 0-15 15,-5 2-26-15,-3 0-43 0,2 1-44 0,-3-3-60 16,-2 1-50-16,-7-1-142 0,13 2-302 0,-7 1 134 16</inkml:trace>
  <inkml:trace contextRef="#ctx0" brushRef="#br0" timeOffset="208683.65">10620 10635 158 0,'-8'4'205'0,"8"-4"-12"0,-5 3-7 0,5-3-7 15,0 0-14-15,-3 8-9 0,3-8-12 0,0 0-13 16,16 6-11-16,-5-3-12 0,2-2-28 0,4 1-27 0,4-2-35 16,9-3-55-16,-7 3-52 0,4-4-72 0,-7 2-108 15,0-2-290-15,-2 1 129 0</inkml:trace>
  <inkml:trace contextRef="#ctx0" brushRef="#br0" timeOffset="-212001.48">11776 10417 69 0,'0'0'115'0,"0"0"2"0,-2-10-13 0,2 10-6 0,-4-7-5 16,4 7 5-16,-5-11-13 0,5 6-1 0,0 5-4 15,-7-9-1-15,5 3 2 0,2 6-8 0,-3-11 1 16,3 11-6-16,-3-12-4 0,0 5-3 0,3 7 4 16,0-12-8-16,0 12-2 0,0-12-3 0,5 6-4 15,-5 6-3-15,4-12-3 0,1 6-5 0,0 2-8 16,3-4 0-16,1 4-2 0,0-3-2 0,-2 0-6 15,2 4 2-15,4-2-8 0,-3 3-1 0,3 1-4 16,-4 1 3-16,0 1-2 0,2-1-2 0,-2 2-1 16,-2 2-3-16,1 1-3 0,0 1 3 0,-1 1 0 15,-1 1 8-15,-2 0-6 0,-1 2 2 0,-2 1-2 16,0 1 4-16,-1 3 2 0,-1-3-3 0,-3 2 4 16,0-2-2-16,-1 0 8 0,-3 2-7 0,-2-4 3 15,-1 3 3-15,-3-2-3 0,0 2-1 0,-3-4 3 16,2 0-5-16,4-2 5 0,-8-2-2 0,8 0-3 0,-3-2 1 15,3 0-4-15,0 0 1 0,2-1 6 0,0-1 0 16,3 1 2-16,6-2 6 0,-12 1-1 16,12-1-3-16,-6 1-6 0,6-1 6 0,0 0-7 15,-9 2 2-15,9-2-2 0,0 0-7 0,0 0 3 0,-7 2-5 16,7-2 4-16,0 0-8 0,0 0 2 0,0 0-2 16,18 11 2-16,-11-8 3 0,2 4-1 0,0-3-3 15,1 2-2-15,1 0 3 0,1 1-3 0,-1-1 2 16,6 3-6-16,-4 1 9 0,2-1 3 0,-1 2-14 15,0-2-18-15,1 0-31 0,-4-2-21 0,-1 0-26 16,4 2-30-16,1-1-17 0,-4 0-14 0,1-1-139 16,-2-1-328-16,-1-2 145 0</inkml:trace>
  <inkml:trace contextRef="#ctx0" brushRef="#br0" timeOffset="-211683.49">12118 10595 62 0,'0'0'183'0,"0"0"-12"0,0 0-13 16,2-7-19-16,-2 7-6 0,0 0-17 0,0 0-4 15,0 0 2-15,0 0 14 0,0 22 0 0,-4-6-6 16,-1 8-7-16,1 1-3 0,-1 1-11 0,1-7-4 16,-5 7-1-16,1-1-11 0,2 0-1 0,-1-2-12 15,1-5-4-15,4 0-4 0,-7 1-2 0,8-2-6 16,-3-1-7-16,0-4-2 0,3-2-4 0,0 0-3 15,-1 0-5-15,1-3-3 0,1-7 0 0,0 11-2 16,0-11 2-16,1 11 0 0,-1-11-5 0,5 6-3 16,2-5 2-16,-7-1-1 0,14 1-5 0,-3-1 7 15,3-1-9-15,-1-1-4 0,6 0 0 0,-2-1 2 0,3 0-7 16,3 3-6-16,-3-4-15 0,0 0-23 16,8 2-30-16,0-1-29 0,-8 1-58 0,3 0-28 15,-3-1-55-15,0 1-165 0,0-1-434 0,-3-1 192 16</inkml:trace>
  <inkml:trace contextRef="#ctx0" brushRef="#br0" timeOffset="-210831.61">11693 10371 7 0,'0'0'106'0,"1"-10"-4"16,-1 10-4-16,2-6 2 0,-2 6-9 15,5-7 2-15,-5 7-3 0,4-6-3 0,-4 6-6 16,6-5 1-16,-6 5-6 0,0 0-3 0,0-8-5 0,0 8-1 15,0 0-7-15,0 0-4 0,4-5-5 16,-4 5 0-16,0 0-12 0,0 0 3 0,0 0 4 16,0 0 1-16,4-6-6 0,-4 6 0 0,0 0-5 15,0 0 4-15,0 0-9 0,0 0 0 0,0 0-4 0,0 0-2 16,0 0-1-16,0 0-8 0,0 0-2 0,0 0 2 16,0 0-6-16,0 0 3 0,0 0-6 0,0 0 4 15,0 0-1-15,6 15 0 0,-6-15 1 0,0 9-3 16,1-2 10-16,-1-7 3 0,2 15 3 0,0-6-4 15,0 3 1-15,-1 0 8 0,-2 1 0 0,2 4 3 16,0 1-6-16,-1-1 4 0,2-1 0 0,0 5 1 16,-2 3 0-16,0 2 2 0,-2-6 0 0,2-2 0 15,-2 8 2-15,0-7 10 0,0 0-5 0,1 7-3 16,0-7-1-16,-2 0-2 0,3-1-1 0,0-1-6 16,-2 1 2-16,0-3-4 0,2 1 3 0,0-4-4 15,4-1 1-15,-4 0-5 0,1-2-1 0,-1 2 2 16,3-2-3-16,-3-2-6 0,0-7 0 0,3 10 3 15,-3-10-1-15,1 9-4 0,-1-9 0 0,-1 7 0 16,1-7-2-16,0 0 1 0,0 0 2 0,0 0-1 16,0 0 4-16,1 8-4 0,-1-8-3 0,0 0-12 15,0 0-13-15,0 0-26 0,0 0-31 0,0 0-33 16,0 0-38-16,0 0-37 0,0 0-37 0,0 0-168 16,0 0-420-16,-4-27 186 0</inkml:trace>
  <inkml:trace contextRef="#ctx0" brushRef="#br0" timeOffset="-210260.72">12571 10629 50 0,'0'0'166'0,"0"0"-11"0,0 0-13 0,0 0-15 15,0 0-6-15,0 0-18 0,0 0-7 0,0 0-15 16,0 0-7-16,0 0-3 0,0 0-10 0,0 0-15 15,0 0-17-15,0 0-31 0,0 0-23 0,0 0-38 16,-4 20-33-16,4-20-94 0,-2 7-205 0,2-7 91 16</inkml:trace>
  <inkml:trace contextRef="#ctx0" brushRef="#br0" timeOffset="-209254.06">13421 10497 2 0,'0'0'208'16,"-2"-11"-10"-16,2 11-5 0,0 0-14 0,0 0-11 15,0 0-22-15,0 0-12 0,0 0-14 0,0 0-14 16,0 0-6-16,0 0-6 0,0 0-5 0,0 0-13 16,0 0 0-16,-17 14-5 0,17-14-6 0,-8 10-2 15,6-3-6-15,-1 2-7 0,-3-2-1 0,0 0-7 16,2-1 0-16,0 0 0 0,2-1-2 0,2-5-1 16,-7 8-2-16,5-2-3 0,-4-1-1 0,6-5 0 0,-6 9-1 15,2-6-6-15,2 3 0 0,2-6 1 16,-9 7-6-16,5-3 0 0,-1 1-4 0,-2 0 2 15,2-1-4-15,-1 1-4 0,-1 0 6 0,1-2-6 0,0 1 1 16,6-4-3-16,-8 6 1 0,8-6-4 0,-7 4 4 16,7-4-8-16,-6 5 4 0,6-5-2 0,-5 5 0 15,5-5-2-15,-7 6 7 0,5-3-6 0,2-3 2 16,-7 10-2-16,5-4 0 0,2-6-2 0,-7 8 0 16,5-5-2-16,-2 4 5 0,4-7-3 0,-5 10 1 15,5-10-2-15,-2 9 6 0,2-9-5 0,-3 4-1 16,3-4 0-16,-2 7 2 0,2-7 3 0,-2 7-2 15,2-7 0-15,0 0 2 0,0 0 1 0,0 0 5 16,-6 4 2-16,6-4 4 0,0 0 1 0,0 0-1 16,0 0 11-16,0 0-5 0,0 0-1 0,0 0-3 15,0 0 1-15,0 0-2 0,0 0-4 0,0 0 5 16,0 0-2-16,-3 5 1 0,3-5-2 0,0 0-2 16,0 0 1-16,0 0-5 0,0 0 5 0,0 0-9 15,0 0 11-15,0 0-9 0,0 0 0 0,0 0 1 16,0 0-1-16,0 0-4 0,0 0 5 0,0 0-3 15,0 0-3-15,0 0 3 0,0 0-1 0,-14-9-3 16,14 9-1-16,0 0 0 0,0 0-1 0,0 0 0 16,0 0-1-16,23-9 1 0,-14 8 0 0,5 0-2 15,1-2 2-15,3 0 0 0,3 3-3 0,-2-1 0 16,4-3-1-16,-2 1 3 0,5 5 2 0,5-4-2 16,-10 1-2-16,8 0 1 0,-8 1-1 0,0-1 0 15,-2-2-2-15,1 2 3 0,-2 0-6 0,0 1 2 16,-7-2-4-16,3 2 1 0,-3-2 1 0,0-1 3 0,-2 3-3 15,-2-2 6-15,-1-1-3 0,-6 3-1 0,14-5 5 16,-9 1 0-16,-5 4-3 0,8-9 6 16,-6 1-2-16,1 2 1 0,-3 6 2 0,0-17-5 15,0 8 0-15,-3-1-1 0,-3-3 0 0,0 0 2 0,-2 3 0 16,-1-3-1-16,-1-2-1 0,-4 5 3 0,0-2-3 16,-4 1 5-16,1 1-4 0,0 1 4 0,0-1-3 15,1 3 0-15,1-1-1 0,-2 1 0 0,6 3 3 16,-2-2-3-16,4 2 0 0,0 1 1 0,-1 1-9 15,10 2-9-15,-10-5-23 0,10 5-27 0,-9-4-40 16,9 4-31-16,0 0-41 0,0 0-36 0,0 0-197 16,0 0-447-16,23-1 198 0</inkml:trace>
  <inkml:trace contextRef="#ctx0" brushRef="#br0" timeOffset="-208721.03">13863 10422 48 0,'4'-5'185'0,"-4"5"-20"0,0 0-14 15,10-3-17-15,-10 3-17 0,11-4-6 0,-2 1-18 16,4-1-10-16,-1 2-2 0,1 0-12 0,-1 0-5 16,1-1-3-16,0 3-10 0,-4-2-1 0,2 0-10 15,-2 1-3-15,-2-1-5 0,0 0 2 0,-7 2-5 0,9-2 2 16,-9 2 4-16,0 0 4 0,13-1 5 15,-13 1 2-15,0 0 0 0,0 0-5 0,9 0 1 16,-9 0-14-16,0 0 3 0,0 0-2 0,7 2-3 16,-7-2-5-16,0 0-1 0,-3 12 0 0,3-12 0 0,-1 15 5 15,-2-5 4-15,6 4 9 0,-3-3-5 0,-3 6 3 16,3 0-1-16,0 0-1 0,3 0-1 16,-1-3 3-16,0 4-1 0,0-2-3 0,3 0-6 15,-5 0 3-15,4 2-4 0,-1-6-1 0,1 5-2 0,0-7 1 16,-2 3-7-16,-1-5-1 0,3 1-1 0,-4-3 3 15,4 1-3-15,-2 3-1 0,-2-4-1 0,0-6 0 16,3 8 4-16,-3-8-2 0,-5 9 1 16,5-9-3-16,-6 5-2 0,-1-1 4 0,7-4-5 0,-13 3 2 15,3-2-1-15,-2-2-2 0,-2 1-2 0,2 0 4 16,-3-3-4-16,3 2 1 0,1-2-4 0,0 1-2 16,0 0 3-16,4 1 2 0,7 1-1 0,-14-2-1 15,14 2-3-15,-8-2-3 0,8 2-2 0,-7-1 2 16,7 1-3-16,0 0 2 0,0 0 1 0,0 0 2 15,0 0-1-15,21 7 3 0,-8-6-3 0,7 2 3 16,7 3-6-16,2-6-2 0,0 0-21 0,2 0-21 16,6 0-33-16,-5-2-26 0,1 1-30 0,-1-2-23 15,-3-2-23-15,2-1-9 0,-4 3 3 0,-5-2-112 16,-1 0-326-16,-1 0 145 0</inkml:trace>
  <inkml:trace contextRef="#ctx0" brushRef="#br0" timeOffset="-208515.25">14520 10651 79 0,'6'-3'117'0,"2"1"5"0,-8 2 8 0,5-9 2 15,-5 9 10-15,5-6 0 0,-5 6 2 0,0-7 6 16,0 7-10-16,0 0-2 0,0 0-9 0,-11-7-2 16,11 7-10-16,-19 3 2 0,8 3 0 0,-5 0 4 15,-1 4 1-15,2-2-3 0,-2 4-9 0,-1 1-9 16,3-2-12-16,1 3 2 0,1-3-21 0,1 3-2 16,5-3-7-16,3 0-6 0,1 1-4 0,4-2-2 15,1-1-7-15,5-1-3 0,4 0-9 0,3-2-13 16,6-1-16-16,0 0-31 0,0-1-32 0,3-1-36 15,-6-2-41-15,3 0-38 0,-5 1-38 0,-2-1-24 16,-2-1-159-16,-4 0-428 0,-7 0 189 0</inkml:trace>
  <inkml:trace contextRef="#ctx0" brushRef="#br0" timeOffset="-208196.52">14074 10423 145 0,'0'0'166'0,"-9"-3"4"16,5 0-10-16,4 3-7 0,-9-3-8 0,9 3-9 16,0 0-8-16,-9-4-14 0,9 4-12 0,0 0-15 15,0 0-5-15,23-7-9 0,-10 7-6 0,14-4-16 16,2 1-21-16,3 1-29 0,-1-1-42 0,5-1-27 16,0 1-53-16,-5 1-143 0,0-2-285 0,1-2 126 15</inkml:trace>
  <inkml:trace contextRef="#ctx0" brushRef="#br0" timeOffset="-206357.72">12120 11212 14 0,'0'0'18'0,"0"0"-3"0,7-4-4 0,-7 4-12 15,0 0-9-15,0 0-11 0,0 0 6 0</inkml:trace>
  <inkml:trace contextRef="#ctx0" brushRef="#br0" timeOffset="-205501.47">15590 10739 81 0,'0'0'217'0,"-9"-3"5"0,9 3-12 16,-7-4-10-16,7 4-19 0,0 0-15 0,-7-4-15 15,7 4-18-15,0 0-13 0,0 0-11 0,0 0-10 16,21-8-9-16,-5 6-11 0,2-1-8 0,5 2-10 15,-2 0-21-15,7-1-29 0,-8 1-31 0,0 1-49 16,-2 0-35-16,1-1-35 0,-7 2-44 0,-1 0-105 16,-5 1-312-16,2-2 138 0</inkml:trace>
  <inkml:trace contextRef="#ctx0" brushRef="#br0" timeOffset="-205341.92">15588 10826 132 0,'0'0'152'16,"-9"3"-15"-16,9-3-1 0,0 0-10 0,0 0-13 16,0 0-8-16,0 0-7 0,0 0-10 0,27 10-9 15,-10-6-26-15,2-2-38 0,3-1-30 0,3-2-46 16,3 2-132-16,-7-1-210 0,0-3 93 0</inkml:trace>
  <inkml:trace contextRef="#ctx0" brushRef="#br0" timeOffset="-205037.17">16374 10528 141 0,'4'-10'252'0,"-3"5"5"16,2-1-17-16,-3 6-13 0,3-11-17 0,-3 11-19 15,2-5-23-15,-2 5-16 0,0 0-19 0,0 0-2 16,0 0-19-16,0 0-6 0,0 0-2 0,0 28 1 0,-1-11 0 15,-2 2-2-15,1 5-6 0,-1-4-6 0,-2 5-3 16,2 0 7-16,0-1-16 0,-2 2-7 0,2-7-4 16,0-2 0-16,1-1-12 0,-1 5-8 15,1-3-3-15,0-1 0 0,1-1-4 0,0 1 3 0,1-4-11 16,0-1-9-16,-1 0-5 0,1-1-2 16,0-2-16-16,-2 1-25 0,2-3-25 0,0-7-20 0,0 12-21 15,0-12-21-15,-1 7-12 0,1-7-22 16,0 0-32-16,-4 6-21 0,4-6-38 0,0 0-189 0,0 0-459 15,0 0 203-15</inkml:trace>
  <inkml:trace contextRef="#ctx0" brushRef="#br0" timeOffset="-204715.99">16424 10524 171 0,'4'-10'163'15,"2"0"-14"-15,1 0-11 0,-1 2-3 0,3 0-7 16,1 3-7-16,1 1 0 0,1 2-9 0,5 2-3 15,1 2-6-15,-2 4-10 0,-2-3-7 0,3 6-9 16,0 0-4-16,-6 2-3 0,0 0-4 0,-1 3-3 16,-4-4-5-16,-2 2-2 0,-2 1 1 0,-2-1-2 15,2 4 10-15,-5-4-6 0,-1 0-2 0,-1-2-4 16,-4 2-3-16,2-2 5 0,-2 3-7 0,-2-5 2 16,0 1-1-16,1-4-2 0,-4 1 1 0,1 2-1 15,1-3 1-15,0 0-9 0,3 0-2 0,1-2 0 16,0 0-6-16,3-1-2 0,5-2-7 0,-7 3-2 0,7-3 7 15,-7 2-9-15,7-2-2 0,0 0-4 16,0 0 1-16,0 0 2 0,10 11-2 0,-2-8-5 16,6-1-10-16,-2-1-20 0,7 3-24 0,0-2-25 15,1 0-33-15,2-2-35 0,-3 0-32 0,4 0-19 0,4-4-20 16,-7 4-167-16,0 0-409 0,-1 0 180 16</inkml:trace>
  <inkml:trace contextRef="#ctx0" brushRef="#br0" timeOffset="-204466.79">16886 10681 89 0,'0'0'171'16,"0"0"-9"-16,3-3-10 0,-3 3-12 0,0 0-10 16,0 0-14-16,0 0-1 0,0 0 15 0,0 0 10 15,9 9 7-15,-8-2-6 0,1 3 5 0,-2 4 0 0,-2 1-2 16,0 1 11-16,-1 0-8 0,-2 5-7 16,3-2 0-16,-3 0-8 0,1-1-9 0,-1 0-5 15,1 1 7-15,1-2-18 0,1 0-18 0,-2-4-4 0,3-2-5 16,-1 1-8-16,2-2-4 0,0-1-8 0,2 1-3 15,-1-1-1-15,1-2-13 0,2-1 2 0,0-1-7 16,4 1 5-16,2 0-6 0,1-4 5 0,2-1-11 16,6-2-27-16,1 2-28 0,0-3-28 0,2-1-36 15,6-2-41-15,0 0-41 0,-2 0-52 0,3-3-55 16,-2 1-247-16,1 0-568 0,-1 0 251 0</inkml:trace>
  <inkml:trace contextRef="#ctx0" brushRef="#br0" timeOffset="-203529.45">17882 10339 62 0,'0'0'176'16,"0"0"-6"-16,3-8 2 0,-3 8-8 0,0 0-4 0,0 0-11 15,2-7-12-15,-2 7-14 0,0 0-6 0,0 0-9 16,0 0-9-16,0 0-8 0,0 0-9 16,0 0-2-16,0 0-2 0,0 0 0 0,0 0-7 15,0 0-6-15,-20 21 0 0,10-8-1 0,-3 0 0 0,0 2-5 16,-3 7 1-16,-4 0 9 0,0 3-3 15,1 0 8-15,1 2-6 0,1-1 1 0,5 3-5 16,-3-1 2-16,1 1-3 0,2-2 1 0,-1 5 2 16,5-3-3-16,-1-1 6 0,3-1-18 0,0-1 1 0,0 0-5 15,5 0-1-15,2-8-7 0,-2 1-2 0,5 0 0 16,-1-2-1-16,0 1-6 0,6 0-3 16,-2-2-8-16,4-2 1 0,2 1-1 0,1-2-4 15,1-1-1-15,2-3-26 0,7 5-22 0,-5-5-30 0,-1-2-32 16,3-1-36-16,-1-1-44 0,-1 1-37 0,2-4-30 15,-3-1-226-15,2-1-509 0,-1-1 225 0</inkml:trace>
  <inkml:trace contextRef="#ctx0" brushRef="#br0" timeOffset="-203048.11">18612 10541 191 0,'1'-6'225'0,"-1"6"-5"0,0-12-11 0,0 12-10 16,0-7-16-16,0 7-20 0,0 0-16 0,0 0-16 16,0 0 0-16,0 0 0 0,-21 20 2 0,9-4 0 0,-1-3-10 15,-3 9-13-15,-1-1-5 0,-2 0-6 16,0 3-1-16,-2-2-8 0,-2 0-3 0,2 0-6 15,0-2-5-15,-1-3-5 0,-2 2-6 0,6-3-9 16,-3 0-7-16,4-7 0 0,0 1-2 0,1-3-8 0,-1 2-4 16,1-4-5-16,3 0 15 0,0-3-18 0,1-1-1 15,2 1-4-15,-3-2 2 0,13 0 0 0,-12-4-2 16,6 1-1-16,1-4-6 0,5 7 0 0,-7-10-1 16,8 0-2-16,0 1 10 0,3-4-17 0,1-2-1 15,4 0 0-15,4 0 0 0,2-1 0 0,7 2 0 16,-7 2-1-16,3 3-2 0,-1 1-2 15,3 0 6-15,-4 3-10 0,2 2 5 0,-6 0-5 0,2 3 6 16,-2 1-8-16,1 3 4 0,-1-1-3 0,2 3 1 16,-3-1-1-16,0 2 0 0,3 3 3 0,-1 1 2 15,-3-3 0-15,4 1-2 0,-5 0 12 0,-1-1-10 16,2 1-3-16,3 1 4 0,-4-2 0 0,1 0-7 16,0-2-18-16,-2 1-28 0,2 2-26 0,-3-3-31 15,-1-2-28-15,-1 0-48 0,5-1-45 0,-3 1-48 16,-2-1-167-16,-5-3-483 0,9 0 213 0</inkml:trace>
  <inkml:trace contextRef="#ctx0" brushRef="#br0" timeOffset="-202825.27">18941 10132 42 0,'1'-10'293'0,"0"2"-34"0,2 1-28 15,-3 7-30-15,1-11-16 0,-1 11-22 0,0 0-19 16,0 0-8-16,0 0-8 0,0 0-8 16,0 0-6-16,0 0-14 0,-10 36-11 0,6-19-7 15,0 2-7-15,1 7-8 0,-2-1-5 0,-2 2-26 0,4-2-29 16,-2-1-36-16,0 1-52 0,1-6-76 0,-2 0-61 16,-1-2-124-16,1-1-370 0,2-4 164 0</inkml:trace>
  <inkml:trace contextRef="#ctx0" brushRef="#br0" timeOffset="-201971.07">19330 10523 36 0,'0'0'210'0,"4"-9"-22"0,-4 9-19 0,0 0-12 16,0 0-6-16,0 0 4 0,0 0-2 0,0 0-6 15,0 0-5-15,-16 28-5 0,10-17-8 0,-3 3-10 16,-2 0-2-16,1 1-9 0,-2 1-1 0,2-1-12 16,1 0-5-16,-3 1-4 0,2-3-5 0,0 1-6 15,1 0-7-15,0-5-4 0,3 1-7 0,-2-2-4 16,2 1-6-16,-1-2-5 0,1-3-2 0,2 3-4 15,-1-4-1-15,1 2-8 0,4-5 1 0,-6 8 2 16,6-8 10-16,-4 6-12 0,4-6-1 0,0 0 6 16,0 0-5-16,-5 3 4 0,5-3 1 0,0 0-7 15,0 0 0-15,0 0-4 0,0 0-3 0,0 0-2 16,0 0 1-16,0 0-6 0,0 0 2 0,0 0-4 16,0 0 2-16,0 0-4 0,0 0-5 0,20-11 0 15,-20 11 2-15,13-3-2 0,-5 3 4 0,2-1-6 16,-1 1 2-16,4 1-6 0,0 0 2 0,4 1-7 15,1 0-2-15,4 1-1 0,-2 0-4 0,0-1 1 16,3-1-3-16,5 1 1 0,-1 3-7 0,-6-4 3 16,-1-1 2-16,1 1 1 0,0-2 0 0,-3 0 5 15,-4 1 1-15,-3-4 2 0,1 3 0 0,-1-2 0 16,-3 1 4-16,0-4-4 0,-3 1 5 0,2-1-1 16,-4-5 1-16,-1 3 1 0,-2-4 0 0,-1 0-2 15,-3-4 2-15,-5-1 0 0,0 2 0 0,-2 1 4 16,-3-2 6-16,1 2-5 0,-4-1 2 0,-3 0 2 15,2 3 2-15,1 2 1 0,3-1-3 0,-1 3 2 16,4 2 0-16,3 1-7 0,0 1 4 0,3 0-4 0,-1 1-11 16,6 3-20-16,-9-4-27 0,9 4-33 0,0 0-28 15,-9-3-26-15,9 3-39 0,0 0-36 16,0 0-205-16,0 0-457 0,0 0 203 0</inkml:trace>
  <inkml:trace contextRef="#ctx0" brushRef="#br0" timeOffset="-201126.26">19751 10526 132 0,'11'0'141'0,"1"-2"-17"16,-1 0-2-16,3 1-10 0,-1 1-7 0,2-2-11 16,1 1-7-16,-1 0-8 0,-2-2-11 0,0 3-10 15,-1 0 1-15,-1-3-11 0,0 2 2 0,-1-2-8 16,1 0 0-16,-5 2 12 0,-6 1 2 0,12-4-3 15,-9 1-3-15,-3 3 1 0,8-6 10 0,-8 6 9 16,5-7 13-16,-5 7 9 0,4-3 2 0,-4 3-9 16,0 0-7-16,0 0-10 0,0 0-9 0,0 0-7 15,0 0-9-15,0 0 3 0,0 0-3 0,0 0 4 16,-8 24 3-16,6-9 2 0,-5 1-1 0,4 0-2 16,0 2-2-16,-1 0-6 0,1-2-2 0,0 3-1 15,1-2 2-15,0 0-6 0,1 2 1 0,-1 0-4 16,2-4 11-16,0 1-14 0,2-4-4 0,-1 1-3 15,-2-1 0-15,1-1 0 0,0-2-8 0,0-1 5 0,0-8-1 16,0 13-3-16,-2-7 1 0,2-6 2 16,-3 9-2-16,3-9-1 0,-7 5 2 0,7-5-3 15,-9 3-2-15,9-3 1 0,-13 0 6 0,13 0-11 16,-12-5-3-16,5 2 1 0,2-1 2 0,-2-1-12 0,0-1-2 16,2 0 1-16,0 3 0 0,5 3-2 0,-7-7 3 15,7 7 0-15,-6-6-8 0,6 6 7 16,-5-3-5-16,5 3 5 0,0 0-4 0,0 0 5 0,0 0 3 15,0 0-1-15,29 3 0 0,-15-1-5 0,6 1-3 16,1-2-22-16,9-1-13 0,-4 4-19 0,5-3-24 16,0 3-24-16,-2-3-26 0,-8-1-25 0,7 0-15 15,1 0-1-15,-6 2 0 0,-2-4 4 0,-2 2 6 16,4-1 12-16,-2-1 14 0,-1 0 7 0,0 0 18 16,-1-1 8-16,-1 1 21 0,-4-2 21 0,-1 0 25 15,2-4 20-15,-4 1 24 0,-4 3 8 0,1-3 35 16,1-2 16-16,-5 6 26 0,-2-3 18 0,1 0 4 15,-3 6 0-15,0-12 3 0,0 12 0 0,-4-11 0 16,-1 8-5-16,5 3-2 0,-13-5-2 0,7 3-11 16,-5 2 3-16,-1 6-8 0,0-3 4 0,-6 3-9 15,7 0-2-15,-1 1-12 0,1-1-4 0,-2 5-6 16,4-5-4-16,3 3-10 0,-1-1 6 0,4 2-11 16,-1-2-2-16,4-1-2 0,0-7-2 0,2 13-2 15,3-6-1-15,1 0-3 0,2 0-5 0,0-2 0 16,1 2-1-16,1-3-4 0,-2-1-4 0,-3 0 5 15,1 0-1-15,0 1-3 0,-6-4 0 0,6 4-4 16,-6-4 3-16,9 3-2 0,-9-3 0 0,0 0-2 16,0 0-2-16,0 0 6 0,0 0-6 0,0 0-1 15,0 0-1-15,0 0 7 0,-24 10 2 0,13-8 2 16,-1 3 8-16,1-1 1 0,2 1 2 0,-1 2-2 16,1-2-4-16,3 1 0 0,1 0 11 0,-2 0-9 15,4 0-3-15,0 1-1 0,0 0-3 0,3-7 1 16,3 15 4-16,1-8-6 0,6 0 1 0,-1-1-1 15,8 1-11-15,2-1-19 0,0-2-28 0,0 1-30 0,3-1-44 16,-1-4-43-16,-1 2-65 0,-1-4-42 16,-6 2-187-16,7-3-492 0,-3-2 219 0</inkml:trace>
  <inkml:trace contextRef="#ctx0" brushRef="#br0" timeOffset="-200882.38">20794 10478 77 0,'4'-3'224'0,"-4"3"-25"0,12 7-5 15,-4 3-6-15,1 5-5 0,0 1-7 0,-2 2-12 16,4 8-12-16,-2 2-6 0,-1 3-13 0,-1-2-1 16,-2 3-12-16,0-1-4 0,-2-2-13 0,-1 4-6 15,-3-3-11-15,0-3-5 0,-2 4-9 16,-2-5-9-16,-5 2-2 0,-3-4-7 0,-1-1-9 0,-6 2-24 15,-3-1-36-15,-3-3-30 0,-5-1-40 0,1-1-44 16,-2-2-52-16,-4 1-50 0,0-3-137 0,-14 3-396 16,0-5 175-16</inkml:trace>
  <inkml:trace contextRef="#ctx0" brushRef="#br0" timeOffset="-197274.94">8036 12113 3 0,'0'0'201'0,"-2"-8"-7"0,2 8 2 16,0 0-3-16,0 0-9 0,-1-10-9 0,1 10-14 16,0 0-16-16,0 0-15 0,0 0-14 0,-4-7-15 15,4 7-8-15,0 0-10 0,0 0-1 0,-7 22-5 16,0-6 2-16,1 2-6 0,-2 9-3 0,-2 2 4 16,0 1-10-16,-2-2 1 0,1 3-8 0,-1-4 13 15,1 0-5-15,-1-1-4 0,3-1-8 0,1-2-4 16,0-5-4-16,0 0-4 0,2-3-3 0,-1 1-1 15,2-5-3-15,-1-1-6 0,2-1 1 0,-1-1 3 16,2-2 2-16,-1 2 0 0,4-8 3 0,-2 9 4 16,0-4 12-16,2-5 2 0,0 0 14 0,0 0 9 15,-3 7-2-15,3-7 3 0,0 0-11 0,0 0-7 16,0 0-7-16,0 0-2 0,7-32-6 0,-2 16-5 16,2 1-4-16,2-4-4 0,2-6 5 0,2-1-15 0,0 0 2 15,1-1-5-15,2-1-13 0,0-4 11 16,2-1-19-16,6-8 1 0,-5 11 1 0,5-12 10 15,-3 14-17-15,-4-2 6 0,-1 1 0 0,-2 3 3 16,4 1-3-16,-4 1-8 0,-2 6 4 0,-3 2 8 16,-3 5-5-16,0 0 12 0,1 3-9 0,-2-1 3 0,-1 4-8 15,0 0-3-15,-4 5-9 0,5-6-2 0,-5 6 2 16,7-3 6-16,-7 3-3 0,0 0-3 16,17 12-1-16,-9 0 4 0,2 2-1 0,-3 1 5 15,5 8-1-15,-2 1 2 0,0 5 12 0,-1-3 3 16,-3 1 3-16,2-1 5 0,-3 1 4 0,-1 2 6 0,1-3-1 15,-1 1 0-15,3-2 6 0,2-2-4 0,-6-5 2 16,0 1 3-16,2-2 2 0,-1-4-7 16,0 4-11-16,-3-5 7 0,4 3-7 0,0-6-5 15,-2 2 11-15,-1-6-3 0,0 2-6 0,-2-7 4 0,2 11-12 16,0-6 14-16,-2-5-12 0,3 8 2 0,-1-3 6 16,-2-5-10-16,0 0-9 0,1 7-5 15,-1-7-22-15,0 0-18 0,0 0-23 0,0 0-25 0,0 0-15 16,0 0-27-16,0 0-40 0,0 0-43 0,0 0-46 15,0 0-47-15,0 0-211 0,0 0-570 0,0 0 253 16</inkml:trace>
  <inkml:trace contextRef="#ctx0" brushRef="#br0" timeOffset="-197083.59">8005 12294 196 0,'0'0'190'0,"-9"1"-18"0,9-1-10 16,0 0-8-16,0 0 0 0,0 0-10 16,0 0-6-16,0 0-12 0,37 2-10 0,-19-1-14 0,5-1-5 15,-1 0-13-15,11 2-19 0,-4-2-27 0,-1 1-54 16,0-1-66-16,1 0-61 0,-10-1-141 16,3-1-305-16,4-2 135 0</inkml:trace>
  <inkml:trace contextRef="#ctx0" brushRef="#br0" timeOffset="-196777.52">9201 12240 207 0,'0'0'203'15,"-11"0"-15"-15,11 0-9 0,0 0-6 0,-7 4-6 16,7-4-2-16,0 0-6 0,0 0-7 0,26 6-8 16,-13-3-21-16,2-2-13 0,7 1-11 0,7-2-6 0,-3 3-13 15,2-1-7-15,-7 0-20 0,8-2-38 16,-10 1-37-16,-1-1-47 0,-3 1-50 0,-1 0-44 15,-4 1-172-15,2-2-364 0,-2-3 162 0</inkml:trace>
  <inkml:trace contextRef="#ctx0" brushRef="#br0" timeOffset="-196603.37">9202 12360 199 0,'-4'4'199'0,"4"-4"-7"0,-3 5 3 0,3-5-9 15,2 12 0-15,-2-12-14 0,14 8-13 16,-2-2-14-16,6 0-16 0,10 0-9 0,1-5-13 0,2 3-14 16,3-5-35-16,2 2-42 0,-1-2-60 0,4 0-69 15,-2-4-77-15,0-2-112 0,-6 2-327 0,-1-1 145 16</inkml:trace>
  <inkml:trace contextRef="#ctx0" brushRef="#br0" timeOffset="-193260.77">11073 11882 164 0,'3'-10'194'0,"-3"10"-8"0,0-7-7 0,0 7-7 0,0 0-17 15,2-5-17-15,-2 5-14 0,0 0-12 0,0 0-13 16,0 0-2-16,0 0-6 0,0 0-5 0,-10 19 0 16,4-4-6-16,-3-1 0 0,-1 3-5 0,-2-2-2 15,-1 7-5-15,1-6-9 0,1 1-3 0,-3 4-2 16,0-7 0-16,1 2-4 0,0 0 1 0,0-1 0 15,-1 1 4-15,2-4-9 0,-2 0 1 0,0 1-5 16,1-2-1-16,-1 1-1 0,3-3-5 0,-1 0-1 16,-1 2 5-16,3-3-7 0,-1 0-2 0,0-5-5 15,1 1-1-15,-1 2-3 0,2-3-2 0,0 2-2 16,-1-1 1-16,3-1-2 0,2 1 1 0,5-4-6 16,-9 5 6-16,5-3-3 0,4-2-5 0,0 0 4 15,-10 2-4-15,10-2 3 0,0 0-1 0,0 0 0 16,0 0 0-16,-8 2-3 0,8-2 9 0,0 0-11 15,0 0 3-15,0 0 8 0,0 0-9 0,0 0-3 0,0 0-2 16,0 0-2-16,0 0 3 0,0 0-2 16,0 0 0-16,0 0-2 0,21-14 2 0,-13 12-2 15,-1 0 0-15,1-1 1 0,3 2 2 0,0 0-4 16,1 0 3-16,1-2-3 0,6 2 1 0,-2-1 0 0,5-1 0 16,-3 0 2-16,0 2-5 0,1 0 3 15,0-1-2-15,-2 4 0 0,-1-2 1 0,3-2-1 16,-5 2 2-16,2 0-1 0,0 0 0 0,0 0-1 0,-3 2 1 15,4 0 1-15,-4-2-1 0,3 2 0 0,1 0-1 16,-3 0 2-16,3 1-4 0,-5 0 2 0,1-2 2 16,0 1-6-16,-2-1 2 0,1 0-3 15,-1-1-1-15,-1 1-3 0,-3-1 5 0,4 0 0 0,-5 2 1 16,-7-2 1-16,14 0 0 0,-7 0 0 0,-7 0 1 16,11 0 3-16,-11 0-2 0,9-4 0 0,-9 4 1 15,5-3-2-15,-5 3 6 0,4-5-3 0,-4 5 1 16,0-9 1-16,0 9 0 0,-3-10 0 0,3 10-2 15,-5-15 0-15,1 5 3 0,1 1-6 0,-3-1 1 16,1 1 3-16,-2-6 4 0,-2 1-5 0,2 3 3 16,-1-3 4-16,-4-1-2 0,2 0 0 0,-2-1 0 15,2 2 1-15,-3-2-3 0,1 0-1 0,-5-1 3 16,2 2-3-16,0 3 3 0,0 1 1 0,2 1-4 16,-2-1 14-16,2 1-10 0,4 2 1 0,-1 1-6 15,0 2 0-15,2-2 5 0,3 4 4 0,-1-1-13 16,6 4-4-16,-8-6-21 0,8 6-25 0,-6-4-35 15,6 4-33-15,0 0-27 0,-6-3-28 0,6 3-31 16,0 0-34-16,0 0-157 0,0 0-430 0,21 11 190 16</inkml:trace>
  <inkml:trace contextRef="#ctx0" brushRef="#br0" timeOffset="-192787.54">11480 11890 128 0,'0'0'170'0,"0"0"-16"0,0 0-4 0,0 0-19 16,0 0 4-16,0 0-6 0,0 0-6 0,0 0-6 16,7 15-3-16,-3-6-2 0,0 0 1 0,0 3 0 0,2 2-3 15,-1 0-11-15,3 3-6 0,-4-3 1 16,3 3 2-16,-1-1-9 0,0 0-8 0,-2-1-5 0,1 0-6 15,1 1-7-15,-3-4-7 0,3 2-2 16,-1-3-7-16,-1 0-1 0,1 0-3 0,-1-1-5 16,2-3-1-16,-1 5-6 0,1-3-1 0,-2-3-5 15,0 0-3-15,-1-1 4 0,1 0-2 0,0-2-1 0,-4-3-5 16,8 8 1-16,-6-4 1 0,-2-4 9 16,4 7 7-16,-4-7 11 0,0 0-3 0,0 0 1 15,15-9-7-15,-11 5 0 0,2-5-2 0,0 1-5 0,-1-2-4 16,0-2-2-16,2-1 4 0,1-4-6 0,-1 1-4 15,0-1-1-15,-1-2-4 0,5-5 5 0,-1 2-6 16,1-1 5-16,0 0-6 0,-2 5-2 16,-1-2 0-16,1 4 12 0,-2 2-16 0,0-1 5 0,-2 5-8 15,-1-1 4-15,1 1-2 0,-1 2-3 0,-1 1-1 16,1 3 0-16,-4 4-6 0,3-8-12 0,-3 8-20 16,4-5-22-16,-4 5-19 0,0 0-11 0,0 0-20 15,0 0-16-15,0 0-18 0,0 0-27 0,0 0-14 16,-6 24-18-16,5-14-19 0,-6 1-142 0,4 0-395 15,1 0 175-15</inkml:trace>
  <inkml:trace contextRef="#ctx0" brushRef="#br0" timeOffset="-192394.91">12004 12110 39 0,'0'0'221'0,"0"0"-3"0,0-7-2 16,0 7 2-16,0 0-11 0,0 0-5 0,0 0-14 15,1-8-14-15,-1 8-19 0,0 0-15 0,0 0-15 16,0 0-10-16,0 0-19 0,0 0-4 0,0 0-12 16,0 0-10-16,0 0 1 0,0 0-4 0,0 0-4 15,-6 27 5-15,4-18-14 0,-1 3-8 0,0-4 2 16,1 3-2-16,-1 2 6 0,0-3-6 15,1 1-7-15,-2 1-1 0,1-1-2 0,1 0 5 16,0 0-9-16,0 1 0 0,-3-4 1 0,2 0-6 0,1 1 4 16,2-2-5-16,0-7-4 0,-4 12-2 0,3-6-5 15,1-6 2-15,0 11-7 0,0-11 0 16,0 8 1-16,0-8 14 0,1 8-11 0,-1-8 1 0,6 6-5 16,-4-2 2-16,-2-4-1 0,11 5-4 0,-3-3-2 15,0-2 7-15,3 3-5 0,3-3 3 0,5-3-10 16,-1-1-18-16,4 0-23 0,-2-2-25 0,7 0-48 15,-7 1-40-15,0 0-53 0,1-1-37 0,-3 2-230 0,0-4-513 16,-5 4 228-16</inkml:trace>
  <inkml:trace contextRef="#ctx0" brushRef="#br0" timeOffset="-191895.37">10670 12616 22 0,'-13'1'189'0,"5"1"-15"16,2 1-3-16,6-3-7 0,-7 6-13 0,7-6-6 16,0 0-6-16,23 11-1 0,7-7-10 0,6 0-9 15,18-1-12-15,9 1-6 0,32-1-9 16,2-3-9-16,4 1 4 0,1-4-10 0,-1-2-8 0,1 2 0 15,2 2-8-15,-4-2-7 0,-3 1-1 0,-5 0-8 16,-26-1-2-16,27-2-7 0,-34 5-2 0,-3-1-7 16,-2-1 2-16,-3 1-5 0,-14 0-2 15,-2 1-1-15,-6-2-2 0,-1 2-4 0,-7 0 1 0,0 0-3 16,-2 2-4-16,-2-2 0 0,-3 1 1 0,-1-1-2 16,-3-1 0-16,0 1 1 0,-10 0-3 0,11 1 2 15,-11-1-2-15,12-1 1 0,-12 1-1 0,0 0-8 16,9 0-10-16,-9 0-19 0,0 0-31 0,0 0-44 15,8-5-58-15,-8 5-60 0,0 0-147 0,0 0-401 16,0 0 177-16</inkml:trace>
  <inkml:trace contextRef="#ctx0" brushRef="#br0" timeOffset="-186331.48">11486 12933 97 0,'0'0'143'0,"0"0"-1"16,0 0 2-16,0 0 2 0,0 0-10 0,0 0 1 15,0 0-9-15,0 0-7 0,0 0-3 16,0 0-9-16,0 0-8 0,0 0-7 0,0 0-6 0,0 0-5 15,0 0-3-15,0 0 0 0,0 0-1 0,0 0-10 16,-20 20 2-16,8-11-1 0,-3 4-2 0,0-2-5 16,-2-2-6-16,-4 10-4 0,2-1 4 0,-1 0-6 15,-2 0-2-15,7-4 4 0,-1 2 5 0,1-3-6 16,1 2-6-16,-2-2-3 0,4 1 2 0,-2-1-6 16,2 0-2-16,2-5-2 0,1 0-3 0,0 0-2 15,3 0 0-15,1-5-5 0,1 1 2 0,-1 1 1 16,5-5 4-16,-5 7-3 0,5-7 0 0,-4 3-2 15,4-3 1-15,-6 4 4 0,6-4-4 0,0 0 3 16,0 0 1-16,0 0-1 0,0 0-2 0,0 0 2 16,0 0-2-16,0 0-6 0,0 0-3 0,0 0-2 15,24-4-3-15,-13 1-2 0,-2 0-2 0,5 2 1 16,0-1-4-16,6 1 3 0,0 1-5 0,-1-2 6 16,2-1-9-16,0 2-1 0,1 0-3 0,5-1-3 15,-5 2-2-15,-1-2-4 0,-1 1 1 0,0 1 0 16,-2 0 3-16,2-2-4 0,-1 1-2 0,0-2-1 15,0 2 0-15,-7 0 0 0,4 1 3 0,-5-2-1 16,-1 1 5-16,-1 0-2 0,-9 1 1 0,11-1-1 16,-11 1 5-16,11-1-1 0,-11 1 3 0,7-2 0 15,-7 2 1-15,0 0-3 0,3-5 0 0,-3 5-2 16,0 0 1-16,-1-14 2 0,1 14 3 0,-4-12-2 16,-2 6 1-16,0-3-1 0,-2-1 4 0,1 1-6 15,-2-1 0-15,1 1 1 0,-2-2 1 0,1-3 4 16,-1 5 0-16,0-5 4 0,3 5 3 0,-1-1-2 15,-1 0 3-15,1 0-1 0,0 1-4 0,0 1 4 16,0 1 0-16,1 2 1 0,2-1-2 16,1 2-3-16,-3 0 6 0,7 4-8 0,-7-8 0 0,7 8-6 15,-6-5-18-15,6 5-30 0,-5-5-36 0,5 5-47 16,0 0-46-16,0 0-50 0,0 0-43 0,0 0-182 16,0 0-491-16,0 0 218 0</inkml:trace>
  <inkml:trace contextRef="#ctx0" brushRef="#br0" timeOffset="-184570.75">11834 13011 55 0,'0'0'75'0,"0"0"-6"16,0 0-4-16,0 0-2 0,0 0-8 0,0 0 1 15,0 0-2-15,0 0 0 0,0 0-1 0,0 0 2 16,0 0-11-16,0 0 4 0,0 0-13 0,0 0 5 16,0 0-4-16,0 0-10 0,0 0 6 0,0 0 2 15,0 0-2-15,0 0-5 0,0 0 3 0,19 11-4 16,-19-11-11-16,0 0 12 0,0 0-11 0,0 0 9 16,4 4-6-16,-4-4 8 0,0 0-12 0,0 0 6 0,0 0 5 15,0 0-6-15,0 0 1 0,0 0 6 0,0 0-12 16,0 0 11-16,0 0 1 0,0 0 0 15,0 0-7-15,0 0 7 0,0 0 4 0,0 0 3 0,0 0-5 16,0 0 11-16,0 0 1 0,0 0 10 0,0 0-3 16,0 0 0-16,0 0 6 0,0 0-3 15,0 0-3-15,0 0-5 0,0 0-5 0,0 0-2 0,4-13-3 16,-4 13-4-16,0 0-3 0,5-8 4 0,-5 8-4 16,2-5 2-16,-2 5-1 0,3-6-7 0,-3 6-2 15,0 0 1-15,0 0-4 0,0 0-1 0,5-6-2 16,-5 6-3-16,0 0-3 0,0 0-7 0,0 0 8 15,0 0 1-15,0 0-3 0,0 0 0 0,0 0 1 16,0 0-5-16,15 7-1 0,-9-2 2 0,-1 0-2 16,3 3 1-16,0 0 3 0,-1 1 1 0,-1 1-3 15,4-4-1-15,0 8 1 0,-1-1 2 0,3 1-2 16,-3 2 1-16,0-2-1 0,2 1 6 0,-2-1 2 16,0-1 10-16,1 1 2 0,-2-4-2 0,1 5-5 15,-4-4 0-15,0-1 0 0,3 1-1 0,-3-2-4 16,1 1-1-16,-2-4-1 0,1 3 0 0,0-4-1 15,-2 1-1-15,1 0 0 0,-4-6 0 0,2 7-1 16,-2-7 3-16,4 7 0 0,-4-7 3 0,0 0 12 16,4 6 14-16,-4-6 6 0,0 0 6 0,0 0 7 15,0 0-2-15,0 0 0 0,0 0-5 0,0 0-2 16,0 0-5-16,0 0 1 0,0 0-8 0,5-25-2 16,-3 15-5-16,0-1-2 0,-1-1-2 0,4-1-5 15,1-5-4-15,0 0 0 0,-1 3-1 0,1-3-3 16,2 0 2-16,0 0 0 0,-1 0-4 0,2-10 1 15,-1 9 1-15,0 2-5 0,-1 1 1 0,1 1 0 16,-3 4-2-16,0 0-3 0,-2 2 2 0,1 3-3 16,0 0 1-16,-2 1-1 0,-2 5-2 0,4-9-4 15,-4 9-7-15,2-5-14 0,-2 5-14 0,0 0-18 16,0 0-21-16,5-4-14 0,-5 4-20 0,0 0-44 16,0 0-37-16,0 0-39 0,0 0-177 0,0 0-443 15,0 0 196-15</inkml:trace>
  <inkml:trace contextRef="#ctx0" brushRef="#br0" timeOffset="-184193.87">12263 13386 39 0,'0'0'182'16,"5"5"6"-16,-5-5 4 0,4 4-2 0,-4-4-7 15,0 0-4-15,14-3-1 0,-14 3-17 0,14-5-6 0,-3 0-2 16,-2 0-9-16,2-3-10 0,-1 1-12 0,0-2-3 16,3-1-7-16,-3 0-5 0,3-4-10 15,-3 2 2-15,3-1-8 0,-5-2-10 0,-1 5-5 16,0-2-6-16,0 2 5 0,-3-1-3 0,1 5 3 0,-3-1-7 16,0 1 3-16,-2 6-3 0,4-9-5 0,-4 9-9 15,6-7-7-15,-6 7-2 0,0 0-10 0,0 0-3 16,0 0-4-16,0 0-1 0,0 0-2 15,0 0 0-15,-19 21-2 0,15-12-6 0,-3 3 0 16,-2 2-2-16,4 1-1 0,1-5 2 0,0 1-2 16,-1 0-3-16,4-2-2 0,-1 0-1 0,2-1 1 0,-1 2 2 15,1-10 0-15,3 13-15 0,1-7 19 16,2-2-15-16,3 1-22 0,1-1-32 0,3-3-38 16,-3-1-44-16,3 2-60 0,-3-5-68 0,2 0-284 15,-5 0-592-15,1-3 262 0</inkml:trace>
  <inkml:trace contextRef="#ctx0" brushRef="#br0" timeOffset="-184004.48">12460 12989 160 0,'-8'-2'276'0,"8"2"-29"0,-6-5-29 0,6 5-19 0,-7-3-23 16,7 3-14-16,0 0-24 0,-7-3-4 0,7 3-17 15,0 0-17-15,0 0-39 0,0 0-25 0,0 0-47 16,0 0-60-16,30 10-57 0,-19-9-175 0,2 1-328 16,5-3 147-16</inkml:trace>
  <inkml:trace contextRef="#ctx0" brushRef="#br0" timeOffset="-183666.22">13702 12679 2322 0,'-7'-4'40'0,"0"0"50"16,7 4-28-16,-9-7-21 0,9 7-14 0,-5-5-16 15,5 5-3-15,-4-4-2 0,4 4 1 0,0 0-3 16,0 0 2-16,0 0-4 0,0 0-1 0,0 0 3 16,23-5 1-16,-10 4 0 0,5 1-2 0,0 0-18 15,-2 1-21-15,-3 1-36 0,5-2-48 0,-3 1-43 16,-1-1-46-16,-5 1-130 0,2 0-366 0,-4 1 163 15</inkml:trace>
  <inkml:trace contextRef="#ctx0" brushRef="#br0" timeOffset="-183508.25">13654 12818 149 0,'0'0'211'0,"0"0"-23"15,-7 5-13-15,7-5-1 0,0 0-5 0,0 0-12 0,0 0-10 16,27 5-15-16,-10-5-14 0,2 0-10 15,10-2-9-15,3-1-15 0,-1 1-33 0,1-2-47 16,-1 0-61-16,0-4-67 0,-1 4-174 0,-9-1-323 0,5-2 144 16</inkml:trace>
  <inkml:trace contextRef="#ctx0" brushRef="#br0" timeOffset="-170226.25">1467 12075 129 0,'-3'-6'181'0,"3"6"-10"0,-6-10 9 0,6 10-11 16,0 0-9-16,-2-9-15 0,2 9-17 0,0 0-19 15,0-7-9-15,0 7-15 0,0 0-12 0,0 0-7 0,0 0-10 16,16 11 1-16,-10-3-5 0,1 2-3 16,3 4-10-16,-1 0 3 0,2 0-6 0,-3 2-1 15,6 7 0-15,-5-8 2 0,1 1-9 0,-2-2 9 16,-2 2-9-16,3-2-6 0,-4-2 8 0,3-1-9 15,-3-1-3-15,0-2-1 0,3 1-2 0,-7-2-1 16,7-1 1-16,-5 1-4 0,0 0 1 0,1-1-1 16,-1-1 0-16,-3-5-2 0,3 10 5 0,0-6-1 15,-3-4-10-15,0 0 12 0,4 6 8 0,-4-6 21 16,0 0 6-16,0 0 7 0,9 0 0 0,-9 0 0 16,0 0-5-16,7-19-1 0,-2 9-4 0,4-6 0 15,0-2-3-15,2-6-7 0,-2 0 2 0,2 0-9 0,2-2-1 16,-2-3-6-16,2 5-2 0,-5 0 0 15,2-2-4-15,0 1-1 0,-3 8 1 0,0 1-2 16,-3 5-13-16,1 0-20 0,-1 2-20 0,-1 4-32 16,-1-1-43-16,-2 6-52 0,3-8-20 0,-3 8-11 15,0 0 0-15,0 0-12 0,6 14-140 0,-5-5-376 16,2 2 166-16</inkml:trace>
  <inkml:trace contextRef="#ctx0" brushRef="#br0" timeOffset="-169902.45">1980 12186 115 0,'4'5'163'16,"-4"-5"-13"-16,0 0-5 0,4 7 2 0,-4-7 4 15,0 7-6-15,0-7-10 0,-5 15-3 0,1-5-16 16,2-3-9-16,-1 3-4 0,0 1-10 0,1-1-5 16,3 0-8-16,-1 2-6 0,1-3-2 0,2 1-11 15,0-2-7-15,0 1-3 0,1-3-4 0,1-1-2 16,2 1-5-16,1-2 1 0,3-1 6 0,0-1 0 15,2-1-2-15,1-2 2 0,-1-1-2 0,2 1-4 16,1-5-1-16,2-2-5 0,-8 1 7 0,0 0 4 16,1-1 0-16,-2-2-1 0,-2 1-4 0,-1 0-5 15,1-5-2-15,-1-3-3 0,-3 0-7 0,-3 5 1 16,-2-4-3-16,0-1-1 0,-3 7-4 0,-2-3-1 0,2 4-5 16,-1 0-3-16,-2 1-1 0,0 2-3 15,-1 1-3-15,-1 3-10 0,-1 4-16 0,-2 1-11 16,0 2-30-16,-3 4-23 0,0 4-34 0,1-2-58 15,1-2-34-15,1 4-192 0,3 0-438 0,3-3 193 16</inkml:trace>
  <inkml:trace contextRef="#ctx0" brushRef="#br0" timeOffset="-169667.39">2378 11992 1602 0,'4'-19'17'0,"2"2"64"0,-3 1 16 0,-2 6 0 15,1-1 5-15,-2 3-4 0,2 0-16 0,-2 8-14 16,2-9-5-16,-2 9-15 0,0 0-7 0,0 0-6 16,0 0-8-16,0 0 14 0,0 0-1 0,7 32-2 15,-7-13-1-15,-2 8 1 0,2-1 4 0,0 2-2 16,-2-2-7-16,-1 0-2 0,2 0-1 16,2-1-5-16,-1-6 1 0,3 6-4 0,-2-6-2 0,3 0-14 15,-4-3-24-15,3-2-24 0,0 3-41 0,-1-4-63 16,0-4-63-16,2 2-197 0,0-5-438 0,-4-6 194 15</inkml:trace>
  <inkml:trace contextRef="#ctx0" brushRef="#br0" timeOffset="-169431.44">2604 11903 24 0,'0'-6'233'0,"0"6"-21"16,3-10-20-16,-3 10-12 0,0 0 0 0,0 0-2 15,0 0 13-15,6 32-7 0,-5-12 1 0,-1 3-13 16,2 6-6-16,-2-2-14 0,0 2-11 0,0 1-14 16,-4 1-3-16,2-6-22 0,0 2-7 0,1-8-11 15,1 5-8-15,0-5-9 0,-2-1-2 0,4-2-11 16,-4-6-3-16,4 2-19 0,-1 0-25 0,0-3-31 16,0-3-28-16,-1-6-41 0,0 12-43 0,0-12-37 15,3 4-49-15,-3-4-207 0,0 0-465 0,0 0 205 16</inkml:trace>
  <inkml:trace contextRef="#ctx0" brushRef="#br0" timeOffset="-168370.86">2550 12082 78 0,'0'0'164'0,"12"-6"-18"16,-1 5-20-16,0-1-6 0,5 1-9 0,5 0-13 15,8-1-3-15,-1-2-11 0,4 1-6 0,0 3-10 16,1-3 0-16,1 2-7 0,-2-2-7 0,-3-2-1 15,0 2-9-15,-7 2-4 0,-4 0-4 0,-4-1-3 16,-2 0-2-16,-1 0-3 0,-5 0 1 0,2 2 6 16,-8 0 13-16,10 0 14 0,-10 0 10 0,0 0 6 15,10 0-2-15,-10 0-8 0,0 0-1 16,0 0-7-16,0 0 1 0,-23 8-3 0,9-1 4 0,-3 1-5 16,-1 3-3-16,1 3-1 0,-6-1 2 0,8 1-5 15,-1 0-2-15,3 0-9 0,1-4-3 0,3 3-4 16,1 2-2-16,3-7-6 0,1 4 3 0,3-1-6 15,1-3 1-15,1 1-3 0,6 0 2 16,-1-1-2-16,-1-2 2 0,2-2-3 0,4-1 1 16,-5-1-2-16,6-2-1 0,1-1-3 0,-1 1 3 0,0-1-5 15,5-4 1-15,-6-1 2 0,3 0 2 0,-4-1-7 16,-1 2 8-16,4-7-9 0,-4 2-1 16,-1 1 4-16,-1-2-2 0,-3 1-4 0,0 0 4 0,0 1-2 15,-2 2 1-15,1 1-5 0,0 2 9 16,-3 4-9-16,2-9 6 0,-2 9-5 0,3-4-12 0,-3 4 3 15,0 0 0-15,0 0-1 0,0 0 0 16,0 0-1-16,0 0 5 0,10 18-4 0,-8-7 11 16,2-3-6-16,0 1 2 0,1 0-3 0,-1-1 2 15,4-1-2-15,1 1 7 0,0-1-2 0,5-1 1 0,1-1 0 16,4-1-4-16,0-3 5 0,2-1 8 0,0-1-9 16,0-2 1-16,-1 1 0 0,-1-4 3 0,-2 2-5 15,1-3 5-15,-5 1 3 0,0 0-4 0,-3-1 3 16,-1-1-1-16,3-4 0 0,-5 3 3 0,-1-1-2 15,-2-3-2-15,0 3 1 0,-4 0-1 0,0 0 1 16,0 0-2-16,-2 0 3 0,-4 2 1 0,1 2-3 16,0 1 1-16,0 1-4 0,-4 2-2 0,9 2 3 15,-15-1-5-15,15 1 2 0,-18 5-5 0,10 2 0 16,-3 1-1-16,2 1-3 0,0 0 8 0,2 0-2 16,1 0 3-16,2 0-3 0,4-9 3 0,-1 17-8 15,0-10 3-15,1-7-5 0,5 16-1 16,-3-9-4-16,-2-7-1 0,8 8 3 0,-8-8-4 15,12 5 3-15,-6-2 5 0,-6-3-3 0,15 1 4 0,-15-1-2 16,13-2 4-16,-13 2-1 0,0 0-1 16,18-2 1-16,-18 2 4 0,0 0-1 0,8-1-2 15,-8 1-6-15,0 0-3 0,0 0 0 0,0 0 1 16,11 6-1-16,-11-6 6 0,4 17 5 0,-4 2 7 16,-2 1 1-16,2 10 14 0,-2 2 4 0,1 13 5 0,-6 0-3 15,6 3-1-15,-3-1 8 0,2 0-3 0,-3-3-11 16,1-8 2-16,0 11 2 0,0-11-6 0,-5-3 0 15,3 0 1-15,-2-1 1 0,-3-4-3 16,-3 0 8-16,1-1-9 0,-4-1 13 0,-3-5-12 16,2-2-6-16,0-6 0 0,1-4 1 0,-2 3-1 0,1-8 6 15,2-1-6-15,-3-3-3 0,3-1-7 0,-2-5-7 16,5-6-4-16,1 0-5 0,1-4-6 0,4-8 1 16,3-2-4-16,6-3 2 0,5-5-3 15,8-13-3-15,7-1-6 0,5 0 2 0,6 2 2 16,7-1-4-16,-2-2 2 0,2 4-3 0,-1-3 3 15,24-12-6-15,-24 22 8 0,2 0-1 0,2 0 3 0,-4 3 3 16,2 3 0-16,-3-2 5 0,-10 10 0 0,-2 0 3 16,1 1 2-16,-5 0 8 0,-3 1-3 15,-6 6 2-15,-2 1 8 0,-2 1 6 0,-4 4 5 0,-2 0 14 16,2-1 10-16,-4 4 2 0,0 2 8 16,-1 5 1-16,0-10 8 0,0 10-18 0,0 0-4 0,-10-3 2 15,10 3 3-15,-20 17-4 0,4-4 4 0,-7 7-3 16,1 2 2-16,0 0-6 0,0 2-1 0,4-2 5 15,3 3-8-15,4-2-15 0,5 2-34 0,5-6-34 16,2-1-36-16,5 0-47 0,6-4-51 16,4 0-74-16,5 1-243 0,6-4-549 0,1-2 243 15</inkml:trace>
  <inkml:trace contextRef="#ctx0" brushRef="#br0" timeOffset="-167842.98">4373 12065 78 0,'-5'-13'275'0,"0"8"-9"0,-3 1-10 0,0-2-11 16,-1 2-13-16,-1 3-13 0,-4 1-25 0,4 1-13 15,-4 2-14-15,-2 4-20 0,1 0-13 0,2 5-14 16,-1-1-14-16,5 3-10 0,2-1-12 0,-1-2-4 15,3 1-12-15,1 2-3 0,0-3-5 0,4 1-10 16,0-3-3-16,2 3-3 0,0-3-4 0,2-3-5 16,2 1 4-16,1 1-8 0,-1-1 0 0,2-2-7 15,2-1 5-15,-1-3-12 0,-3-1-1 0,6-3-4 16,-3-1 1-16,-3 1-3 0,4-2-3 0,0-4 5 16,-1 1-5-16,-1 1-2 0,1-1 0 0,0-2-10 15,-1-2 3-15,-2 1-2 0,2 2 2 0,-2-1 0 16,1 2 0-16,-4 1 0 0,3 3-7 0,-3 1-1 15,-3 3-2-15,7-6 2 0,-7 6 0 0,0 0-4 16,0 0 3-16,11 14 5 0,-8-2 0 0,-1 1 2 16,1 3-3-16,-2 3-8 0,1 0-24 0,-4 0-36 15,1 5-43-15,-2-5-56 0,2 0-36 0,0-5-48 16,-2 2-166-16,1-7-458 0,2 3 202 0</inkml:trace>
  <inkml:trace contextRef="#ctx0" brushRef="#br0" timeOffset="-167294.98">4518 12181 135 0,'0'0'183'15,"3"-9"-10"-15,-3 9-9 0,1-7-15 0,-1 7-11 16,0 0 1-16,0 0 7 0,0 0 11 0,15 16-5 16,-12-11-13-16,1 7-7 0,0 3 0 0,0-3-8 15,-2 0-2-15,1 2-12 0,-2-3-3 0,-1 0-11 16,3-2 2-16,-3-1-4 0,0-8 5 0,0 13 9 15,0-8 11-15,0-5 10 0,0 0-8 0,-5 9-6 16,5-9-2-16,-7 1-16 0,7-1-11 0,0 0-7 16,-14-10-6-16,9 2-8 0,0-1-9 0,2-2-2 15,1-1-1-15,2-3-7 0,-2-2-10 0,4 4-6 16,0-3 0-16,2-1-5 0,7-8-2 0,0 8-3 16,-1 0-12-16,3 1 8 0,2 2-11 0,1 2-7 15,0 2-4-15,2 3 1 0,-5 4-1 0,5 0-7 16,-7 5 0-16,6 2-1 0,-4 2 13 0,0 3-10 15,0 2-2-15,0 4 0 0,-4-1 7 0,0 3-2 16,-1 1 2-16,-2 1 5 0,-2-2-3 0,1 0 2 16,0-2-1-16,-4-2 12 0,-1-2-10 0,0 0 0 15,0-1 9-15,2-5 2 0,-2-5 6 0,-4 10 0 0,4-10 1 16,-6 4 3-16,6-4-9 0,0 0 7 16,0 0-6-16,-16-9 5 0,11-1-5 0,1-1-1 15,2 0-4-15,-1-5-7 0,6-1 1 0,-2-3-8 16,3 1-2-16,0 0-3 0,3-6-7 0,1 7 3 15,2 2 4-15,1-1-7 0,0 3 1 0,3 4 3 0,-5 2 1 16,3 4-4-16,-1 0-1 0,1 3-1 0,-1 2 7 16,1 3 0-16,-1 3-3 0,3 5-1 15,-2 0 3-15,-1 3 1 0,-2 3 5 0,4 5-1 16,-8-6 4-16,1 1-3 0,1 8 7 0,-2-1-4 16,-4-5 12-16,-1-1-12 0,-1 0-19 0,1-2-33 0,0-1-38 15,-1 0-53-15,-1-6-71 0,2 0-71 16,2-1-244-16,-2-9-578 0,3 10 256 0</inkml:trace>
  <inkml:trace contextRef="#ctx0" brushRef="#br0" timeOffset="-167050.95">5253 11853 226 0,'0'-7'303'0,"3"0"-21"16,-3 7-24-16,2-10-24 0,-2 10-29 0,0 0-18 0,0 0-5 15,0 0 13-15,3 43 13 0,-3-14-11 16,-3 6-8-16,0 0-7 0,-5 15-12 0,0 0-14 16,1 0-10-16,0-3-11 0,0 3-15 0,-4-3-3 15,4-12-11-15,-1 11-10 0,-1-11-17 0,4-3-1 16,1-1-18-16,-4 0-6 0,5-3-13 0,-2-1-30 0,0-2-28 16,1-5-35-16,-2-4-45 0,1 0-43 0,0-5-57 15,3-1-59-15,-2-3-49 0,0-1-221 0,0-2-570 16,4-4 253-16</inkml:trace>
  <inkml:trace contextRef="#ctx0" brushRef="#br0" timeOffset="-166813.99">5260 12082 73 0,'6'-11'237'15,"2"4"-18"-15,3-2-8 0,0 4-7 0,1 1-6 0,2 1-9 16,-2 3-12-16,6 2-8 0,-5 2-16 0,3 0-12 15,-2 5-10-15,0 0-7 0,-1 2-10 0,-4-3-5 16,2 5-13-16,-3-3-12 0,-3 0-8 16,-2 0-6-16,-2 1-8 0,-1 1-3 0,-2 0-5 0,-5 4-6 15,-3-2-3-15,-3 3 9 0,0-5-14 0,-2 0-15 16,1-2-21-16,-5 0-18 0,3-1-32 0,-1-2-37 16,5-4-49-16,-1 1-39 0,6-3-38 0,0-1-210 15,7 0-453-15,0 0 201 0</inkml:trace>
  <inkml:trace contextRef="#ctx0" brushRef="#br0" timeOffset="-166591.31">5605 11936 215 0,'4'-9'269'0,"-2"3"-10"0,2 2-5 0,-4 4-5 0,5-8-9 16,-5 8-10-16,5-5-23 0,-5 5-15 0,0 0-18 15,0 0-11-15,8 16 3 0,-8-6-5 0,-1 4 8 16,-1 10-13-16,0 2-7 0,-2-3-18 15,-1 3-6-15,0 0-16 0,-2-1-9 0,1 0-3 16,2-5-15-16,-1 3-6 0,-3 1-3 0,5-3-24 0,0-2-30 16,0-4-39-16,0-2-46 0,0-2-43 0,0 0-34 15,1-1-43-15,-1-1-44 0,3 0-37 0,0-2-27 16,0-7-173-16,0 0-505 0,0 0 224 0</inkml:trace>
  <inkml:trace contextRef="#ctx0" brushRef="#br0" timeOffset="-166423.15">5696 12175 19 0,'6'-10'202'0,"0"0"5"0,-3 3 8 0,2 2-8 16,-1-1-6-16,0 1-15 0,-4 5-19 0,7-6-16 16,-7 6 5-16,0 0 2 0,0 0 4 0,12 9-13 15,-7-1-11-15,-3 0-10 0,1 3-10 0,0 0-12 16,-3 1-14-16,1 1-9 0,-1 3-6 0,-3-4-9 16,3 1-22-16,0-2-24 0,-2 0-32 0,0 0-31 15,0-1-33-15,-1-1-61 0,3-9-63 0,-5 10-236 16,5-10-469-16,-11 8 207 0</inkml:trace>
  <inkml:trace contextRef="#ctx0" brushRef="#br0" timeOffset="-166260.46">5701 11937 2235 0,'1'-14'59'15,"0"2"90"-15,-1 2-44 0,0 1-40 0,0 9-30 16,0-11-9-16,0 11-14 0,-1-10-12 0,1 10-12 15,0 0-13-15,0 0-18 0,0 0-39 0,0 0-50 16,0 0-59-16,0 0-177 0,0 0-396 0,0 0 175 16</inkml:trace>
  <inkml:trace contextRef="#ctx0" brushRef="#br0" timeOffset="-165801.28">6057 11832 18 0,'1'-9'285'0,"1"1"-11"0,-2 1-15 16,0 7-10-16,1-8-14 0,-1 8-29 0,0 0-16 16,0 0-23-16,0 0-18 0,0 0-5 15,0 0-3-15,-10 32-2 0,5-1-11 0,-2 6-5 0,-4 8-1 16,1 4-6-16,-1 0-7 0,4-3-4 15,-1 2-1-15,-1 1 6 0,1-2-12 0,1-11-2 16,0-1-3-16,1 0-11 0,0 1-6 0,0-4-1 0,0 0-13 16,1-3 1-16,0-1-1 0,0-3-12 0,0 3 1 15,2-11 6-15,-2 0-21 0,1 0 0 0,2-3-7 16,-2-4 2-16,0-1-26 0,3-2-10 0,-3-2-29 16,4-5-31-16,-7 7-50 0,7-7-43 0,-9 0-45 15,9 0-56-15,-15-9-35 0,7 2-247 0,-1-2-585 16,-1-7 259-16</inkml:trace>
  <inkml:trace contextRef="#ctx0" brushRef="#br0" timeOffset="-165503.83">5762 12236 14 0,'0'0'155'0,"15"-8"-13"16,-3 5 0-16,7-1-2 0,0 1 1 0,8-1-3 15,1-1-13-15,0 1-10 0,3 0-10 0,0-2-14 16,-1 2-7-16,0 2-9 0,0-3-7 0,-2 2-5 15,-8 0-1-15,0-2-5 0,0 1-4 0,-1 2 7 16,-3-2 5-16,-3 1 2 0,-2 1-2 0,0-2-2 16,-5 1 1-16,0-2-5 0,2 2-3 0,-4-1-6 15,-4 4-4-15,7-7 4 0,-3 5-4 0,-4 2 2 16,7-4 2-16,-7 4-8 0,4-4-5 0,-4 4 2 16,0 0-9-16,0 0-6 0,0 0-5 0,0 0 0 15,10 8 0-15,-10 2 6 0,0-2 3 0,0 2 0 16,-2 5 0-16,1-2-1 0,-1 4-4 0,-1 0 2 15,-1 0-5-15,1 1-20 0,0-7-30 0,-2 4-29 16,1-2-51-16,0-3-52 0,0 0-41 0,0-2-202 16,1-2-439-16,-1-1 194 0</inkml:trace>
  <inkml:trace contextRef="#ctx0" brushRef="#br0" timeOffset="-165338.33">6240 11939 21 0,'0'0'188'0,"1"-9"-23"0,-1 9-27 0,0 0-3 15,0 0-23-15,0 0-46 0,18 11-44 0,-9-1-43 16,-1 1-49-16,-2-1-56 0,6 4-137 0,3-1 60 16</inkml:trace>
  <inkml:trace contextRef="#ctx0" brushRef="#br0" timeOffset="-164799.06">6572 12082 150 0,'0'0'213'0,"0"0"-5"0,0 0-2 15,0 0-4-15,0 0-2 0,-27 1 0 0,19 5-1 16,-3 1-10-16,2 2-2 0,-1-1-12 0,-1 6-11 16,0 0 9-16,1 1-26 0,2 2-14 0,-2 0-12 15,-1 7-9-15,2-8-10 0,1 4-11 0,5-5 3 16,-4 1-19-16,3 0-8 0,4-2-9 0,-1-3-13 0,1 0-20 15,2-1-28-15,1-1-21 0,1-2-24 0,3-1-29 16,1-2-31-16,2-1-30 0,4-2-16 16,3-2-15-16,2-2 3 0,3 0 10 0,-3-1 8 15,3-3 23-15,-7 2 2 0,3-5 14 0,0 0 3 16,0-1 17-16,0 1-1 0,-4-4 19 0,0-1 2 0,-4-1 8 16,-1-1 14-16,1 0 15 0,-3 2 25 15,-2 0 4-15,-4 4 35 0,2 0 22 0,-3 4 23 16,0-1 9-16,0 8 12 0,-6-13 0 0,3 9 3 15,3 4 3-15,-12-3 7 0,12 3-2 0,-18 6-2 0,9 1-3 16,-5 4-5-16,1 3-8 0,-1-1-7 0,4 0-4 16,2 1-13-16,2-3-5 0,-2 1-7 0,5-2-1 15,-1 0-10-15,2 1-4 0,4-1 0 0,-4-3-4 16,6-1 3-16,0-3-11 0,-4-3-1 16,9 8-3-16,-4-6-4 0,2-2-6 0,3 0-1 0,-10 0-2 15,19-7-1-15,-11 1-6 0,2 0 3 0,0 0-1 16,-2-2 8-16,-1 2-14 0,0-3-1 15,-1 1-1-15,1-1 2 0,-4 3 0 0,0 2-3 16,-3 4-1-16,6-9 11 0,-3 5-16 0,-3 4-2 0,0 0 0 16,6-4 3-16,-6 4 4 0,0 0 1 0,0 0-2 15,3 16 5-15,-3-16 0 0,-2 16 2 0,4-6-2 16,-4 1 1-16,0-2 1 0,2 4-1 0,0-3-1 16,0 0 2-16,0 2-12 0,1-3-23 0,0-1-37 15,-1-1-47-15,3 0-60 0,0-2-60 0,-3-5-226 16,0 0-500-16,11 6 221 0</inkml:trace>
  <inkml:trace contextRef="#ctx0" brushRef="#br0" timeOffset="-164543.34">6934 11923 115 0,'1'-6'305'0,"1"0"-30"0,-2 6-23 16,0 0-26-16,0 0 0 0,0 0 2 0,0 0 6 15,5 19 3-15,-5 0-5 0,1 0-13 0,-1 8-10 16,-1 5-10-16,-1-6-17 0,-1 4-7 0,0-1-6 16,-1 2-11-16,0-3-15 0,0 1-8 15,-1-3-20-15,0-1-9 0,3-7-9 0,-1 2-1 0,-1-2-20 16,2-3-5-16,0-4-21 0,1 2-34 0,0-4-43 16,0 1-41-16,-1-3-37 0,0-2-29 0,2-5-32 15,-3 10-37-15,3-10-40 0,-4 4-34 0,4-4-32 16,0 0-194-16,0 0-544 0,0 0 241 15</inkml:trace>
  <inkml:trace contextRef="#ctx0" brushRef="#br0" timeOffset="-164296.86">6815 12186 178 0,'-2'-11'193'0,"2"11"-19"0,2-7-21 0,-2 7-2 16,8-6 2-16,-2 4-12 0,3-2-5 0,1 3-12 15,4-1-8-15,-1-2-10 0,4 1-9 0,-3 3-9 16,0-2-3-16,3-1-8 0,0 5-5 0,-2-2-10 15,-3 0 0-15,0 1-14 0,-1-1 2 0,1 2-9 16,-6 1 2-16,2-1-4 0,2 3 7 16,-4 1 5-16,1 0 4 0,-1 4 4 0,-2-1 7 0,0 2 0 15,0 2-5-15,-2 3-5 0,-1-2 3 0,-1-1-3 16,-1 4-8-16,0-6-3 0,-4 6-2 0,0-2-7 16,1-1-1-16,0-2-3 0,0-2-15 0,0 0-30 15,0-1-33-15,-2 1-46 0,0-2-57 0,3-2-59 16,-1 1-244-16,-1-4-490 0,5-3 216 0</inkml:trace>
  <inkml:trace contextRef="#ctx0" brushRef="#br0" timeOffset="-164137.33">7104 11987 116 0,'0'0'117'15,"6"18"-33"-15,-4-9-36 0,-1 0-19 0,0 4-29 0,0 3-37 16,3-2-23-16,-1 2-64 0,1-4 28 16</inkml:trace>
  <inkml:trace contextRef="#ctx0" brushRef="#br0" timeOffset="-163641.31">7177 12196 123 0,'0'0'189'0,"0"0"5"0,-8 8 1 0,4-3 4 16,0 0-12-16,1 2-9 0,-2 4-3 15,1-2 1-15,-1 1-13 0,1 0-2 0,1-2-15 16,-1 1-13-16,3 0-6 0,-3 1-12 0,4 0-10 0,0-10-11 16,3 12-6-16,-2-7-9 0,-1-5-4 0,6 11-7 15,-3-6-3-15,2-2-6 0,0 1-6 0,2-1-4 16,4-3-2-16,-3 0-3 0,1 0-4 16,-9 0-5-16,15-3-3 0,-5-1-4 0,-2 4 1 15,1-7-1-15,-1 3-5 0,-1-2-3 0,1-2 10 0,-2 1-14 16,1-1-3-16,-3-3 0 0,-1 0-1 15,1-1 0-15,-1 1-4 0,-1 2-8 0,5-1 6 0,-4 1-4 16,0 2-4-16,1 2 4 0,-2-2-7 16,-2 7-2-16,8-7-1 0,-4 4 2 0,-4 3 0 0,0 0-3 15,13 8 3-15,-9-2 6 0,-1 4 5 0,3 0 0 16,-4-1 6-16,-1 2 4 0,2 0 11 0,-2-1 5 16,4-1-6-16,-5 0 3 0,1-3-2 0,2 2-2 15,-3-8 21-15,-1 11-6 0,3-7 7 16,-2-4 16-16,0 0 7 0,0 0 0 0,0 0 1 0,0 0-6 15,0 0 5-15,0 0-12 0,0 0-4 0,0 0-6 16,9-22-5-16,-5 12 1 0,3 0-5 0,4-2-5 16,-1 0-5-16,1-1 3 0,1 2-12 0,1 0-1 15,-3 3-4-15,1 3 1 0,-1-3 0 0,-3 7-14 16,-7 1 5-16,16-2 1 0,-16 2 2 0,11 3-2 16,-11-3 6-16,12 12-1 0,-6-3 2 15,-2 4-5-15,-1-3 11 0,-2 3-5 0,-1 0-1 16,-1-2-2-16,1 1-6 0,-6 1-35 0,5-4-48 0,-1 2-49 15,-2-2-58-15,0 1-61 0,4-10-86 0,-1 9-323 16,1-9-708-16,0 0 313 0</inkml:trace>
  <inkml:trace contextRef="#ctx0" brushRef="#br0" timeOffset="-162556.33">7863 11862 56 0,'-2'-6'171'16,"-1"0"-5"-16,-1 1 3 0,0-1 3 0,4 6-8 15,-7-8-9-15,4 3-15 0,3 5-18 0,0 0-11 16,-13 1-15-16,7 9 1 0,-4 6-1 0,-7 13-3 16,0 3-1-16,-6 17-4 0,-3-1-4 0,3 3-8 15,-2 2-6-15,6 0-3 0,-1 1-5 0,8-4-11 16,3-4-2-16,4-11-6 0,4 1-1 0,5-2 10 16,6-1-15-16,1-3-34 0,2-1-38 0,5-1-60 15,4-6-67-15,0-1-227 0,1-3-422 0,1-4 188 16</inkml:trace>
  <inkml:trace contextRef="#ctx0" brushRef="#br0" timeOffset="-162218.46">8741 11800 126 0,'0'0'209'0,"0"0"-29"0,0 0-14 0,9-4-15 16,-9 4-6-16,15 25-3 0,-3 0 0 15,1 4-1-15,-2 3-6 0,2 15-5 0,2 0-11 16,-6 2-8-16,-2-1-9 0,-1 0-10 0,-2 0-2 16,-4 1-12-16,-5 0-9 0,0 0 9 0,-6-1-20 15,-4 2-38-15,-6-2-53 0,-5 2-67 0,-2-6-68 0,-6 5-197 16,0-8-393-16,-9-3 175 0</inkml:trace>
  <inkml:trace contextRef="#ctx0" brushRef="#br0" timeOffset="-160587.68">15680 12112 63 0,'0'0'154'15,"2"-11"5"-15,0 6 1 0,-2 5-11 0,3-9 0 16,-3 9-9-16,5-9-6 0,-5 9-6 0,2-6-21 15,-2 6-10-15,0 0-7 0,0 0-15 0,0 0-4 16,0 0 4-16,0 0 1 0,-6 23 3 0,-2-7 0 16,-3 8-3-16,-3 0-9 0,-1-1 3 0,-2 2-7 15,1-2-2-15,0-2 4 0,0 3-10 0,2-9 0 16,-1 4-4-16,2-5 2 0,1 0-5 0,-1 1-1 16,-1-5 2-16,2 0-5 0,-4 1 0 0,1-3-6 15,4-1 5-15,0 0-1 0,-1-4-7 0,-2 2-2 16,1 0 0-16,-1-5-2 0,4 1-2 0,-2 1-2 15,-1-4-4-15,5 1-1 0,-4-2-3 0,3-1 2 16,0-4-4-16,2 1-2 0,-3-2 3 0,4 0-1 16,-1-4 0-16,1 1-4 0,2-5 0 0,2-1-5 15,4 0 2-15,2 0-3 0,2 1 4 0,4 2-3 0,1 2-6 16,2 1-1-16,1-2 4 0,0 4-2 16,6 3 1-16,0-2-4 0,0 5 6 0,2 1-7 15,-1 2 2-15,2 2-4 0,-2 2 0 0,0 1-3 16,-1 2 4-16,0 1 0 0,-3 3-3 0,1 1 6 0,-4 2-7 15,1-1 5-15,0 2 0 0,-3 0-3 0,0-1 5 16,-2 1-2-16,3 0 2 0,-4 0-2 16,2 0 0-16,1 0-3 0,-5 0-19 0,0-4-20 15,2 0-26-15,-4-1-27 0,0 3-36 0,1-4-33 0,0 1-45 16,-3-3-37-16,0 0-150 0,2-1-431 0,-5-5 191 16</inkml:trace>
  <inkml:trace contextRef="#ctx0" brushRef="#br0" timeOffset="-160360.78">15927 11711 96 0,'-1'-10'203'0,"-1"4"-25"0,2 6-19 0,-2-9-10 16,2 9-22-16,-1-8-15 0,1 8-5 0,0 0-14 15,0 0-2-15,0 0-9 0,0 0-13 0,-7 26 0 16,5-14-11-16,-1 4-8 0,2 1-10 0,1 3-20 16,-4-1-47-16,4-3-53 0,0 3-51 0,-1-1-114 15,0 1-264-15,-3-2 117 0</inkml:trace>
  <inkml:trace contextRef="#ctx0" brushRef="#br0" timeOffset="-158831.29">16496 12077 78 0,'0'0'179'0,"0"-9"1"0,0 9-8 0,0-10 1 16,0 10-1-16,-2-8-10 0,2 8-6 0,0 0-16 15,0 0-16-15,2-11-14 0,-2 11-10 0,0 0-13 16,0 0-8-16,0 0-9 0,0 0-2 0,0 0-4 16,0 30 2-16,-2-13 0 0,-1 1 5 0,0 1 1 15,-1 7-2-15,2 0-7 0,-2-7-1 0,1 1-7 16,1-2 0-16,0 8-7 0,1-6-3 0,0-3 1 15,-2 2-5-15,-1-1-6 0,2-3-4 0,1 0-4 16,1 1 1-16,-2-6-8 0,0 2 4 0,2-2-7 16,0 1 11-16,-3-2 6 0,3 0-4 0,-1 0-21 15,1-9-22-15,-3 14-20 0,3-11-26 0,0-3-37 16,-5 10-41-16,5-10-40 0,-5 6-36 0,5-6-193 16,-10 0-438-16,10 0 194 0</inkml:trace>
  <inkml:trace contextRef="#ctx0" brushRef="#br0" timeOffset="-158473.6">16482 12024 126 0,'11'-8'168'0,"1"3"4"0,-1 1-5 15,4 1-10-15,-2 3-10 0,5 0-15 0,-6 3-13 16,0 1-9-16,0 2-6 0,-2 1-7 0,0 2-6 15,-2 1-4-15,-2 0-5 0,-2 1-2 0,1 1-1 16,-3-1-7-16,-4 0 1 0,0 1-3 0,-2 1-5 16,-2 1-5-16,-3-1-4 0,-1 2-2 0,-2-2-4 15,-1-1-1-15,-3-2-3 0,-2 1-5 0,2-4 3 16,0-2-5-16,-2 2-4 0,1-2 1 0,4-3-4 16,1 2 7-16,3 0 0 0,1-3 3 0,3 3-3 15,5-4-2-15,-10 0-8 0,10 0-5 0,-7 4-3 16,7-4-1-16,0 0-4 0,0 0-1 0,0 0-2 15,13 15-2-15,-7-11 2 0,5 1 0 0,1 0-5 16,4 4 3-16,3-3-3 0,0 1 1 0,8 2 0 16,-3 0-7-16,-2-2-22 0,-3-1-29 0,8 1-42 15,-7-5-52-15,1 2-39 0,-2-3-67 0,-1 1-155 16,-1-2-438-16,-5 0 193 0</inkml:trace>
  <inkml:trace contextRef="#ctx0" brushRef="#br0" timeOffset="-158192.62">16899 12256 182 0,'0'0'189'0,"0"0"-18"15,0 0-5-15,0 0 10 0,0 0 7 0,0 0 0 16,7 15 1-16,-7-15 0 0,-3 21-9 0,1-9-8 16,-3 3-7-16,-2 3-11 0,2 2-9 0,-1-4-4 15,1 1-13-15,-2 0-12 0,0-1-10 0,0 1-3 16,1-2-11-16,1-3-6 0,2 0-6 0,-1-1-2 15,2 0-11-15,-2-1-7 0,4-1-2 0,0-1-5 16,-2-1-6-16,2-7 2 0,0 11-7 0,0-11-4 0,1 10 0 16,1-7-6-16,-2-3 2 0,12 6 8 0,-3-3-13 15,5-2-5-15,4 1-2 0,3-2-19 0,2 1-21 16,4-2-27-16,6-1-32 0,-3 1-41 16,2-2-44-16,-2 2-47 0,4-1-45 0,-2-1-230 15,-2 0-530-15,3 0 234 0</inkml:trace>
  <inkml:trace contextRef="#ctx0" brushRef="#br0" timeOffset="-156271.18">17849 12169 48 0,'1'-7'167'0,"-1"7"-25"0,0 0-1 16,0 0-12-16,0 0 1 0,0 0-2 15,0 0-5-15,-18 19-8 0,9-5-6 0,-1 0-7 0,0-1-6 16,2 5-6-16,-3-2-2 0,1 0-6 0,-2 1-4 16,0-1-1-16,1 0-3 0,1-1-6 0,0-1-3 15,0 0-10-15,2-1 0 0,-1-3-1 0,3-1-5 16,0-1-1-16,1 0-2 0,3-2 2 0,-3-1-3 16,2-1 0-16,3-4-1 0,-8 8-1 0,8-8 2 15,-5 5 6-15,5-5-3 0,0 0 5 0,-5 4 2 16,5-4-1-16,0 0-2 0,0 0 1 0,0 0-6 15,0 0-1-15,0 0-9 0,0 0 1 0,0 0-5 16,0 0-5-16,0 0-3 0,0 0-2 0,0 0-3 16,0 0 2-16,0 0-5 0,0 0-2 0,0 0-4 15,10-18 2-15,1 16-4 0,0 1 1 0,-1-3-3 16,4 4-3-16,1-1 0 0,4 0 1 0,2 2-2 16,0-2-3-16,7 1-1 0,-1-4-1 0,-6 5 0 15,0-1-1-15,2 1-3 0,-1-1 0 0,-1 2-2 16,0-4 2-16,-2 4 3 0,-1-2-7 0,-5 0 1 15,-3-2-1-15,-2 2 6 0,-8 0 0 0,12-1 1 0,-7-2-1 16,-5 3 1-16,7-4 0 0,-7 4-2 16,1-9 6-16,-1 9-6 0,-4-15 5 0,0 5-4 15,-3-1 0-15,-1 2-1 0,-3-4 4 0,-2-3 0 16,-4 5 0-16,2-4 0 0,-2 3 1 0,1 1-4 0,-4 0 3 16,3 0 2-16,-1 1-4 0,1-1-1 15,2 4 4-15,2 1-3 0,1 1 3 0,2 2-2 16,3-1-15-16,-1 0-22 0,-1 1-33 0,2 1-37 15,7 2-52-15,-10-3-31 0,10 3-38 0,0 0-181 0,0 0-444 16,0 0 196-16</inkml:trace>
  <inkml:trace contextRef="#ctx0" brushRef="#br0" timeOffset="-155739.46">18315 12140 128 0,'12'-3'147'15,"0"2"-17"-15,5-3-10 0,1 1-3 0,0 0-8 16,0 0-19-16,-1 2-15 0,2-2 1 0,-6 1-7 16,1-1-10-16,-4 1-3 0,0 0-7 0,-1 2-4 15,-2-3-3-15,-7 3-2 0,9-4-5 0,-9 4-5 16,6-5-5-16,-6 5-2 0,0 0-3 0,2-8-2 15,-2 8 0-15,0 0 0 0,0 0 2 0,0 0 5 16,0 0-5-16,-10-11-1 0,10 11 0 0,0 0-4 16,0 0 5-16,0 0 6 0,-13 21 2 0,10-10 6 15,0 1 5-15,-1 6-2 0,4-1 2 0,-1 2 10 16,1-1 1-16,1 1 3 0,-1 6-2 0,3-6 4 16,-2 1-6-16,0-3-1 0,2 2-5 0,-3 0-1 15,5-2-3-15,-4-1-2 0,2 0-4 0,1-4-2 16,-2 1-4-16,2-3-1 0,-1 0-5 0,-3 0 2 15,1-3-4-15,-1 0 1 0,0-7-3 0,0 12-1 16,0-12 2-16,-1 8 0 0,1-8-6 0,-5 8 5 16,5-8-5-16,-7 3 2 0,7-3-3 0,-13 0-1 15,13 0-1-15,-15-1 0 0,7-1-3 0,-1-2-1 16,1 0-2-16,-3 0 0 0,3-1-5 0,-2 1 7 0,4 0-3 16,6 4-6-16,-10-4 8 0,10 4-4 0,-8-4 0 15,8 4-2-15,-6-3-1 0,6 3 0 0,0 0-2 16,0 0 3-16,0 0 1 0,0 0 1 15,0 0 2-15,0 0-4 0,0 0-1 0,28 8 6 0,-14-5-9 16,4-2-11-16,3 0-25 0,-3 1-36 0,4-2-32 16,6-2-46-16,-1 1-35 0,-4 1-171 0,5-4-390 15,-1-1 173-15</inkml:trace>
  <inkml:trace contextRef="#ctx0" brushRef="#br0" timeOffset="-155331.66">18992 12280 166 0,'0'0'179'0,"-12"-4"1"0,12 4-4 0,-15 2 3 15,2 2-4-15,-2 4-7 0,-2-1-6 0,0 4-8 16,0-2-10-16,-5 6-14 0,8-4-12 0,1 0-13 16,4-1-7-16,1-1-10 0,2 4-7 0,2-4-8 15,0 3-9-15,3-2-5 0,2 0-2 0,2-1-9 16,2 1 2-16,3-2-7 0,2-2-5 0,3-1-4 15,0 1 3-15,3 0-12 0,2-2 4 0,-3-3-7 16,4 1-1-16,-3 0-2 0,-5-2-2 0,2 1 1 16,-3-2 2-16,-2 0-7 0,-8 1 12 0,13-1 4 15,-13 1-1-15,7-3 4 0,-7 3-5 0,0 0 1 16,0 0-4-16,0 0-3 0,0 0 7 0,0 0-9 16,0 0 4-16,-38 1 3 0,20 3 8 0,-1 0 1 15,0 2 8-15,-2 3-6 0,2-1 7 0,1 0-3 16,0 3-2-16,-1-2-4 0,9 0 0 0,-4 2-4 15,5-3-3-15,3 1 0 0,-2 0-4 0,4-1-8 16,2 1 6-16,2 1-4 0,4-2 1 0,3-2 1 16,3 2-5-16,6-1-2 0,3-3-13 0,2 1-17 15,8-2 6-15,-1 2-41 0,-9-1-36 0,3-2-36 16,-1 1-43-16,-3-3-60 0,0 2-46 0,-6 0-214 16,-2-3-527-16,-3 1 234 0</inkml:trace>
  <inkml:trace contextRef="#ctx0" brushRef="#br0" timeOffset="-154474.89">15121 13059 93 0,'-13'-1'149'0,"4"2"0"16,0-1-7-16,9 0-5 0,-12-1-10 0,12 1-9 15,-11 0-13-15,11 0-6 0,-9 1-11 0,9-1-9 16,0 0-7-16,0 0-3 0,0 0 1 0,0 0 4 15,0 0-1-15,0 0 2 0,32 13 5 0,-14-10-4 16,16-1-3-16,16-2 0 0,5-1-7 0,8 0-1 16,33-1-2-16,-1 2-11 0,6-1-3 0,-2-3 0 15,0-1-6-15,6 4-2 0,3-4-3 0,3 2 0 0,-3-2-1 16,7 0-6-16,-3 5-3 0,-5-4 6 16,8 0-10-16,-6-6 5 0,4 3-3 0,9-3 5 15,-1 4 2-15,-3 3-2 0,-2-2 4 0,3-3-2 16,-7 0 6-16,2 2-6 0,-5-1 1 0,-1 1 3 0,0 4-2 15,-6-4 1-15,0 0 5 0,-3 1 5 0,0-1-1 16,-3 1 0-16,-1 2 1 0,-3 0-2 16,-27 2-7-16,31-5 0 0,-32 5-1 0,2-3 0 0,1 1 3 15,-4-1-1-15,1 2 1 0,-2 0-2 0,-7-2 0 16,-2 1-5-16,-16 0 10 0,-2-1 4 0,-6 2 1 16,-2-2 7-16,-9 3 7 0,-4-1 14 15,-4 0 9-15,-1 1-5 0,0-1 4 0,-9 2-2 0,9-1-3 16,-9 1-9-16,9-1-1 0,-9 1-14 0,0 0 7 15,0 0-19-15,9-3-2 0,-9 3-6 0,0 0-8 16,0 0-17-16,0 0-25 0,0 0-27 0,0 0-37 16,-28-6-41-16,17 6-26 0,0-1-42 0,-2 1-49 15,-4 1-60-15,-4-1-56 0,-8 2-212 0,1 0-613 16,-2-2 272-16</inkml:trace>
  <inkml:trace contextRef="#ctx0" brushRef="#br0" timeOffset="-147281.65">15669 13749 10 0,'6'-2'205'0,"-6"2"-9"0,0 0-5 0,0 0-2 15,0 0-4-15,0 0-5 0,0 0-5 0,0 0 0 16,0 0-12-16,0 0-8 0,0 0-6 0,0 0-5 16,0 0-15-16,0 0 9 0,0 0-6 0,0 0-15 15,-2-15-7-15,4 10-12 0,1-1-9 0,3 2-9 16,-2-2-12-16,5-1 0 0,-3 0-7 0,2-1-7 15,0-1-3-15,1 0-9 0,0 0-1 0,0-2-4 16,2 0-3-16,-1-4-4 0,1 1-1 0,-3 1-1 16,0-3-5-16,-2 0-4 0,2 0 2 0,1-3-2 15,-4 4-1-15,-1-3-5 0,-1 1-2 0,-2 0-3 16,-1 0 1-16,0 6-2 0,-1 0 3 0,-2 0-6 16,-1 1 0-16,0 0-1 0,-2 1 2 0,0 3-7 15,-3 0 0-15,-3 1 6 0,-2 2-3 0,0 1-1 16,-4 1-5-16,-2 1 4 0,0 1-2 0,-1 2 4 15,4 0-5-15,-1 0 4 0,4 1-1 0,3-1-6 16,0 0 1-16,5-1-4 0,0 1 11 0,1 1-6 16,5-4-4-16,-3 8 6 0,3-8-1 0,0 0-1 15,8 14 6-15,-1-9 3 0,4 0-1 0,9 0-4 16,1 0 3-16,5-1-1 0,4-4 9 0,-3 2-7 16,-7-1-6-16,6 0 5 0,-5 1-3 0,0 0 0 15,-2 0-5-15,-5-2 5 0,5 0 1 0,-9 2-3 16,3 0 1-16,-1 0 1 0,-3-1-4 0,1 1 4 15,-1 0 1-15,-4 1-3 0,1-1 0 0,-1 1 0 16,1 3 4-16,1-2-6 0,-4 2 5 0,0 2 0 16,0 0 0-16,0 3-3 0,0-1-2 0,0 2 4 15,1 0 4-15,-3-1-6 0,-1 1 3 0,3-1-1 16,-6 1-1-16,5-1-3 0,-2 1 4 0,2 3 0 16,-1-2 2-16,2-2 1 0,-2 0-3 0,0-2 3 15,1 2-5-15,-1-3-11 0,1 0-31 0,0-1-33 0,0 1-35 16,1-1-39-16,-3-7-40 0,9 11-45 15,-5-5-231-15,-4-6-507 0,7 6 224 0</inkml:trace>
  <inkml:trace contextRef="#ctx0" brushRef="#br0" timeOffset="-146906.78">16206 13730 4 0,'12'-2'184'0,"-12"2"-1"0,12 0 1 0,-6 0 2 16,-6 0-13-16,17-1-12 0,-6-1-8 0,2 0-7 16,-1-1-7-16,1 0-7 0,-1-1-9 0,0 2-2 15,4-5-9-15,-4 4-7 0,-1-1-8 0,1-1-1 16,-3-1 1-16,-3 2 0 0,1 1 0 0,-2 0-6 16,-5 3-5-16,5-11-13 0,-4 6-4 0,2-2-10 0,-3 7-6 15,-2-10-4-15,2 10-5 0,-5-12-5 16,-5 6 3-16,5 3-9 0,-4-2 1 0,-1 1-11 15,0 2-2-15,-1 2 2 0,0 1-5 0,-1 0-3 16,-1 3 0-16,-3 3-2 0,2 3 1 0,-3-1 0 16,4 3-3-16,2-2 1 0,1 2-2 0,2-2-2 0,4 1 9 15,-1 2-6-15,4-3 4 0,-2 3-2 0,6 3 0 16,-3-4-1-16,5-1 3 0,4 2-3 16,1-1 2-16,5-2-1 0,3-2 0 0,1 1 1 15,2-4-4-15,-2 1-17 0,9-5-18 0,2 1-29 0,-7-1-35 16,-3-1-45-16,1 0-55 0,0-3-55 0,-2 2-238 15,-2 1-522-15,1-3 231 0</inkml:trace>
  <inkml:trace contextRef="#ctx0" brushRef="#br0" timeOffset="-146466.15">16971 13605 63 0,'0'0'185'0,"0"0"-17"0,0 0-8 0,-8-3-18 16,8 3-19-16,0 0-10 0,0 0-12 0,0 0-7 16,0 0-14-16,0 0-5 0,0 0-10 15,0 0-17-15,0 0-56 0,0 0-11 0,-1 15-39 16,1-15-38-16,0 0-110 0,0 0-224 0,0 0 100 0</inkml:trace>
  <inkml:trace contextRef="#ctx0" brushRef="#br0" timeOffset="-145851.28">17607 13456 60 0,'0'0'212'0,"4"-6"-7"15,-4 6 3-15,0 0-11 0,6-6-6 0,-6 6-11 16,0 0-14-16,0 0 7 0,0 0-26 0,0 0-14 16,0 0-10-16,0 0-6 0,0 0-5 0,-21 13-4 15,8-1-2-15,-2 2-7 0,-6 3-4 0,0 1-7 16,-2 0 0-16,0 1-10 0,1-1-2 16,-1-1-7-16,0 1-1 0,6-5-11 0,-2-3-3 0,4 2-7 15,-2 2-1-15,2-3-5 0,1 0 3 0,2-4-5 16,0-1-6-16,3 3-1 0,0-3-2 0,1-2-1 15,0 2-3-15,3-3-1 0,5-3 5 0,-9 6-5 16,7-2-1-16,2-4-4 0,0 0-3 0,0 0 4 16,-8 4-3-16,8-4-4 0,0 0 1 0,0 0-4 15,0 0-2-15,-6 3 3 0,6-3-6 0,0 0-2 16,0 0 5-16,0 0-6 0,0 0 0 0,0 0 0 16,33-9 1-16,-20 8 3 0,1 0-5 0,4 0-1 15,2-1-2-15,-1 0 2 0,3 2-5 0,5-3 10 0,-7 3-10 16,3-1 3-16,7-1-5 0,-10 0-1 15,1 2 0-15,2-2-3 0,-2 0 6 0,1 2-2 16,-3-4-3-16,0 2 2 0,-1 0 3 0,-5 2 1 16,-3 0 1-16,2-3 7 0,-2 2-4 0,-4-2-3 15,0-1 4-15,-6 4-4 0,6-8-1 0,-1 5 1 0,-3-4 1 16,1 1 1-16,-3 6 1 0,-1-15-5 16,-2 7 4-16,-4-3 0 0,-1 2 4 0,-4-5-2 15,1 1-3-15,-3 3 5 0,-3-4-2 0,-1 2 1 16,1 2 2-16,1-1-5 0,-2 0 0 0,3 1 6 15,-3 3-6-15,1-2 3 0,5 4-3 0,0 0 1 16,-1 2-2-16,7 0-8 0,-4-1-27 0,2 3-23 16,8 1-24-16,-13-2-23 0,13 2-31 0,0 0-30 15,-6 4-40-15,6-4-39 0,0 0-216 0,0 0-499 16,19 9 222-16</inkml:trace>
  <inkml:trace contextRef="#ctx0" brushRef="#br0" timeOffset="-145331.78">17810 13468 74 0,'0'0'166'0,"7"-4"-12"15,-7 4 5-15,8-2 0 0,-8 2-1 16,7-4-10-16,-7 4-11 0,12-4-10 0,-4 3-8 16,1-3-9-16,2 2-9 0,2-1-9 0,-3 0-10 15,0 2-5-15,2-2-5 0,-5 3-6 0,0-3 2 16,-7 3 0-16,11-1 2 0,-11 1 5 0,9-1 1 0,-9 1 4 15,7-2-1-15,-7 2 2 0,0 0-1 16,6-2-10-16,-6 2-8 0,0 0-4 0,0 0-7 16,0 0 0-16,0 0-6 0,0 0-7 0,0 0-4 15,0 0 1-15,0 0-9 0,0 0 0 0,0 0-6 0,0 0 1 16,-6 21-3-16,2-13 1 0,0 1-2 0,0 2-2 16,0 2 3-16,-2 4-1 0,4-6-1 15,-4 5-2-15,2 0 1 0,2-3-3 0,-1 0 0 0,1-1 2 16,2 4-1-16,0-5 1 0,-2 1 0 0,4 1-4 15,-1-3 0-15,-1 2 2 0,1-2 4 16,1 2-3-16,0-2-6 0,-1-5 1 0,1 3-2 0,-2-8-3 16,1 13 5-16,-1-8-2 0,0-5 2 15,0 0-2-15,0 11 0 0,0-11-1 0,-4 5 1 0,4-5 2 16,-6 4-5-16,6-4 0 0,-12 0-6 0,12 0-1 16,-10-1-2-16,10 1 2 0,-11-1-2 0,11 1 1 15,-12-4-1-15,12 4 3 0,-8-5-5 0,8 5 2 16,0 0-1-16,-7-3 1 0,7 3 1 15,0 0-2-15,-7-4-2 0,7 4 6 0,0 0-4 0,0 0 3 16,0 0 0-16,0 0 0 0,23-2 0 0,-11 2 2 16,-1 1-3-16,7 0-6 0,0-2-9 15,4 0-22-15,7 2-21 0,-7-2-29 0,7-1-32 0,1 1-34 16,0-1-37-16,1-3-25 0,-4 4-22 0,1-2-142 16,-6 0-416-16,-1 0 184 0</inkml:trace>
  <inkml:trace contextRef="#ctx0" brushRef="#br0" timeOffset="-144921.52">18498 13622 115 0,'0'0'193'0,"0"-9"2"0,0 9-11 0,0 0-4 15,-10-8-6-15,10 8-5 0,-11-4-6 0,3 3-2 16,-5 2-3-16,2 2-1 0,-6 0-10 0,-1 3 0 16,0 2-7-16,3 1-10 0,-2 0-3 0,3-1-10 15,0 0-8-15,3 3-15 0,0-2-3 0,3-2-10 16,2 3-12-16,1 1-3 0,1-3-9 0,6-1-2 15,-2 3-7-15,1-2-3 0,5 0 0 0,2 2-3 16,2-3-7-16,-1-2 1 0,3 2-3 0,0-1-9 16,5 0-1-16,2-4 0 0,-2 2 0 0,-4-1-2 15,-3-2 0-15,-2 2-5 0,0-2 0 0,-8-1 1 16,12 2-6-16,-12-2 4 0,8 0 5 0,-8 0-8 16,0 0-8-16,0 0-1 0,0 0 0 0,0 0 3 15,0 0-3-15,0 0-1 0,0 0 3 0,-35 4 3 16,21 2 4-16,0-3 6 0,-4 4 15 0,0-1 3 15,0 1 4-15,1 2-2 0,0-2 1 0,3 3 6 16,2-2-4-16,2-3 5 0,2 4-16 0,1-1-1 16,2 0-8-16,1-2 9 0,4 1-3 0,0-7-1 15,1 12-6-15,2-5 4 0,3-3 0 0,0-1 5 16,5 1-14-16,7-1-9 0,-1-1-9 0,3 0-15 16,-1-1-34-16,-1-2-28 0,2 1-30 0,-7-1-32 15,0-2-33-15,-2 2-43 0,3-3-45 0,-2-1-47 16,-4 5-207-16,3-4-558 0,-3-3 247 0</inkml:trace>
  <inkml:trace contextRef="#ctx0" brushRef="#br0" timeOffset="-118637.56">24001 9814 39 0,'-5'3'183'0,"-2"-1"-5"0,7-2-4 16,-12 3-1-16,7 0-11 0,5-3-2 0,-8 3-14 15,8-3-9-15,-7 3-6 0,7-3-12 0,0 0-7 16,0 0-11-16,-8 1-1 0,8-1-7 0,0 0-1 15,0 0 0-15,0 0-7 0,0 0-6 0,0 0-6 16,0 0-3-16,0 0-9 0,-5-12-6 0,5 12-5 16,5-12-4-16,-1 4-8 0,0-1-3 0,1-3-2 15,3-2 5-15,-1-2-16 0,1 0 1 0,1 1-5 16,-2-3 1-16,2-1-2 0,-2-1-2 0,-1 1 0 16,-1 1-1-16,0-1-5 0,0 0 1 0,0-6-3 15,-3 6 0-15,-1 0-1 0,-1 3 0 0,-1-4-1 16,1 4-1-16,-3 0-1 0,1 4-1 0,-3 1 0 15,1 2 2-15,0 1-4 0,0 3-3 0,-1 2 3 16,-1-3 0-16,-2 4-5 0,-2 0 2 0,10 2 0 16,-22 6 0-16,11-2 0 0,-1 2 0 0,-5 3-2 15,7-2-1-15,-1 0 3 0,2 2-2 0,1 0 0 16,0 2 4-16,2-2-3 0,2 1-1 0,3-1 0 16,0 2 2-16,3-2 0 0,3 0 3 0,3-2 3 0,2 3-5 15,0-4 3-15,8 0 0 0,1 1 5 0,-1-2-4 16,5-3-1-16,-1 1-2 0,5 0-2 15,0-3 1-15,-4 0-1 0,-4 0 3 0,-1 2 0 16,1-1 0-16,-7-2-3 0,0 1 3 0,-2 2 0 0,1 1-3 16,-1 0-6-16,-4-1 7 0,3 3-3 0,-4 0 1 15,3-1 2-15,-4 3-1 0,2 2 0 16,-2 2-2-16,-1 0 4 0,2 5 1 0,-3-5-2 16,3 5 1-16,-2 0-4 0,-2-3 5 0,0 0-1 15,2 3 1-15,0-1-2 0,-1 1 3 0,2 0 1 0,-3-3-2 16,2 1-1-16,-2-2-11 0,3 1-20 0,1-3-35 15,-2 0-31-15,0-2-38 0,1-2-36 16,0 0-40-16,-1-1-158 0,-3-5-402 0,0 0 178 16</inkml:trace>
  <inkml:trace contextRef="#ctx0" brushRef="#br0" timeOffset="-118285.4">24460 9765 35 0,'0'0'163'0,"9"-5"2"0,-4 3-6 16,2-3-9-16,0-2-12 0,5 2-16 0,-2-1-4 15,-1-1-5-15,1 1-10 0,4-2-7 0,-5 1-2 16,1-1-4-16,-1 0-6 0,-1 1-6 0,-1 0 5 16,-4 1-2-16,5-1-5 0,-7-2-7 0,3 1-6 15,-3 1-1-15,1 2 4 0,-2 5-5 0,0-14 0 16,0 14-4-16,-6-12 0 0,4 7-4 0,2 5-7 15,-11-7-5-15,4 7-4 0,7 0-5 0,-14 2 1 16,1 2-8-16,-2 4-1 0,1 2-4 0,-2 4-3 16,3-2-2-16,1 3-1 0,2 1-3 0,0-1 1 15,3 1-2-15,1-2-1 0,3-1-2 0,2-1 3 16,2-2-6-16,3 4 2 0,-1-3 4 0,4 0-1 16,3-2-4-16,3 2 3 0,4-3-2 0,1-2 0 15,1-1-17-15,1-3-18 0,11 0-30 0,0-2-34 16,-2-2-38-16,3-2-38 0,-1-4-27 0,-1 4-175 15,-4-6-403-15,1 4 179 0</inkml:trace>
  <inkml:trace contextRef="#ctx0" brushRef="#br0" timeOffset="-118091.46">25035 9586 199 0,'0'0'206'15,"0"0"-17"-15,0 0-18 0,0 0-18 0,0 0-13 16,0 0-16-16,5-6-8 0,-5 6-11 0,11-2-13 16,0 1-12-16,-2-1-5 0,3 2-25 0,-1-1-26 15,-1 0-29-15,2-1-42 0,-1 0-39 0,-3 2-26 16,-8 0-134-16,13 0-266 0,-13 0 118 0</inkml:trace>
  <inkml:trace contextRef="#ctx0" brushRef="#br0" timeOffset="-117931.2">24989 9710 84 0,'0'0'155'0,"0"0"-2"0,0 0-8 16,0 0-7-16,21-3-11 0,-10 0-14 0,3 0-9 16,3 1-9-16,1-3-12 0,1 1-24 0,-2-2-32 15,4 0-61-15,6-1-44 0,-10 3-118 0,2-3-211 0,-6 2 94 16</inkml:trace>
  <inkml:trace contextRef="#ctx0" brushRef="#br0" timeOffset="-115807.98">26077 9175 9 0,'-2'-7'234'0,"2"7"-25"16,0-13-25-16,0 13-19 0,2-5-9 0,-2 5-8 16,0 0 14-16,13 15-10 0,-6 3-9 0,3 5-8 15,-2 2-21-15,3 4-8 0,-3-1-7 0,0 2-6 0,-1 2-8 16,1-4-7-16,0-3-8 0,-2 3-3 15,1-3-8-15,-5-6-5 0,1-2-6 0,1 0-3 16,-2-4-7-16,3-2 0 0,-3-2-1 0,-1-4-3 0,1 2 3 16,-2-7 17-16,2 10 4 0,0-6 10 15,-2-4-1-15,0 0 4 0,0 0-17 0,0 0-4 0,0 0-8 16,4-24-1-16,-2 12-6 0,1-6-3 16,5-9-4-16,-2 1-3 0,7-4 0 0,-2 0-4 0,5 0-5 15,-1 0-2-15,3 4 1 0,1 1-5 0,-6 2 1 16,-2 5 0-16,1 5-2 0,-4 2-4 0,-1 3-5 15,-3 1-2-15,4 3 0 0,-4 1-2 0,-4 3 11 16,13 3 3-16,-4 4-3 0,3 2 0 0,-1 4 1 16,0 3 1-16,-2 8-4 0,2 0 1 0,1 0-6 15,-3-1 4-15,1 0 4 0,-3-4 2 0,2 5-3 16,0 0 1-16,-2-6-11 0,-1 1-19 0,2-1-24 16,0 0-41-16,-1-2-45 0,-1-2-51 0,0-3-45 15,0-3-38-15,1 1-181 0,-1-2-485 0,-1-3 214 16</inkml:trace>
  <inkml:trace contextRef="#ctx0" brushRef="#br0" timeOffset="-115469.6">26749 9349 2252 0,'0'-20'25'0,"2"4"15"0,0-4 2 16,-2 7 6-16,0 1 17 0,0 2 2 0,2 2 1 16,-2 8-9-16,1-11-8 0,-1 11-11 0,2-8-4 15,-2 8-4-15,0 0 9 0,0 0 10 0,13 16-2 16,-1-2-1-16,-4 3-1 0,-1 2-5 0,5 3 4 15,-1 2-9-15,1 2-4 0,-2-2-3 0,1 0-1 16,-2-2-6-16,5 2-1 0,-8-9 2 16,3 0-1-16,-2 0-3 0,4-1-3 0,-6-7 1 0,3 3 0 15,-3-4-7-15,2-1 10 0,-4 0-5 0,1-2-2 16,-4-3 10-16,9 3 9 0,-9-3-3 0,0 0 15 16,11-12-17-16,-6 2-6 0,-1-1 4 0,0-7-5 0,1-7 1 15,-1 1 0-15,0-2-1 0,-3-2-3 0,3-3-5 16,-1-2-3-16,2 0 0 0,-3-2-5 15,4 2 3-15,-2 1 0 0,-1 4 1 0,1 2-5 16,0 9-4-16,-4 0-15 0,0 5-18 0,4 1-28 0,-2 2-34 16,-2 2-43-16,0 7-31 0,6-9-16 0,-6 9-18 15,0 0-16-15,13 5-9 0,-5 2-22 0,-4 3-132 16,5 0-413-16,0 3 183 0</inkml:trace>
  <inkml:trace contextRef="#ctx0" brushRef="#br0" timeOffset="-115088.8">27196 9306 114 0,'4'7'178'0,"-4"-7"-1"16,0 0-2-16,14-4 4 0,-14 4-3 0,19-6-7 0,-7 0-8 15,3-1-11-15,4 2-10 0,-2-2-14 0,10-6-16 16,1 3-6-16,1-3-14 0,2 3-8 0,-4-4-9 16,0 5-8-16,-7 3-9 0,-4 0-25 0,-3 2-24 15,-1 0-21-15,-4 1-27 0,-3 2-23 0,1 0-26 16,-6 1-34-16,8-3-3 0,-8 3-7 0,0 0 2 15,0 0-1-15,0 0 14 0,0 0 6 0,0 0 15 16,-27 1 22-16,27-1 8 0,-16 1 29 0,5-1 19 16,11 0 20-16,-14 0 20 0,9 0 22 0,5 0 11 15,-10 0 21-15,10 0 18 0,0 0 16 0,-13-1 4 16,13 1 1-16,0 0-5 0,-8-1-8 16,8 1-11-16,0 0-9 0,-6 3-15 0,6-3-2 0,-5 8 1 15,5 3 30-15,-4 0 3 0,4 6-7 0,-4 2 4 16,1 6-3-16,0 0 0 0,-1-4 5 0,4 5-14 15,-2 1-10-15,1-1-4 0,-1 0-4 0,2-5-8 16,0 3-4-16,-2-4-7 0,0-1-1 0,2-1-3 16,0-1-7-16,2 1-9 0,0-3-23 0,-1-3-23 15,-1-2-39-15,1-3-50 0,-1 1-56 0,0-8-55 16,3 9-40-16,-3-9-165 0,2 4-461 0,-2-4 205 16</inkml:trace>
  <inkml:trace contextRef="#ctx0" brushRef="#br0" timeOffset="-114899.24">27431 9153 183 0,'-2'-7'258'0,"2"7"-26"16,0 0-26-16,0 0-22 0,13-1-17 0,-13 1-15 15,17 2-13-15,-4-2-16 0,5 0-9 0,2 1-12 0,2-1-15 16,-1 1-32-16,1-3-41 0,0 3-56 0,-1-3-49 15,-2-1-64-15,-6 2-133 0,-2 1-312 0,-11 0 138 16</inkml:trace>
  <inkml:trace contextRef="#ctx0" brushRef="#br0" timeOffset="-114521.39">26657 9799 84 0,'-37'5'221'0,"4"2"-4"16,3-1-7-16,1-1 0 0,10-1-15 0,2-2-15 15,6-1-14-15,-2 3-18 0,8-2-16 0,5-2-10 16,-7 4-12-16,7-4-8 0,0 0-2 0,17 7-1 16,5-7-3-16,11-1-5 0,19-2-9 0,7-3-5 15,31-5-8-15,-1-4-4 0,-24 8-9 0,32-11-4 16,-5 2-5-16,0 5-3 0,-31 1-7 0,6 1-2 16,-2-1-5-16,-2 1 1 0,-3 1-11 0,-5 1 2 15,-3 3-10-15,-15-1-17 0,-1 2-27 0,-4 1-24 16,-1 2-33-16,-10 0-37 0,-4 0-31 0,-3 2-32 15,-3-2-17-15,-1 1-178 0,-6 1-416 0,-4-2 184 16</inkml:trace>
  <inkml:trace contextRef="#ctx0" brushRef="#br0" timeOffset="-114118.78">26848 10094 188 0,'-7'-5'237'0,"7"5"-4"0,0 0-17 0,-8-5-15 16,8 5-12-16,0 0-19 0,0 0-19 0,0 0-12 0,0 0-13 15,17-11-8-15,0 5-15 0,4 1-10 0,10-3-12 16,5 2-7-16,-2-1-7 0,7-2-7 0,-4 3-23 15,-3-1-28-15,-2 1-32 0,-3 0-29 0,-8 3-26 16,-2-1-20-16,-5 0-25 0,-3 1-5 0,-2 1-12 16,0 1-14-16,-9 1-129 0,9-2-306 0,-9 2 135 15</inkml:trace>
  <inkml:trace contextRef="#ctx0" brushRef="#br0" timeOffset="-113746.2">27133 9979 143 0,'-11'-1'151'16,"11"1"-2"-16,-10-4-4 0,10 4 3 0,0 0-8 15,-8-2-8-15,8 2-9 0,0 0-12 0,0 0-6 16,-9 7 13-16,9 0 7 0,0-7-5 0,0 17-7 16,0-7-8-16,0 8 6 0,2 2-1 0,2 7-2 15,-6 2-7-15,8 1-9 0,-5 1 1 0,1 1-5 16,-2-1-4-16,0-3-8 0,0 1-8 0,2-3-9 16,0-1-1-16,-2-2-5 0,2-4-6 0,2-3-6 15,0 0-2-15,-2-3-4 0,0-3-6 0,3 0 8 16,-1 0-1-16,0-1-12 0,-4-2-3 0,2-1-1 15,-2-6 0-15,0 10-3 0,0-10-1 0,3 6 2 16,-3-6-4-16,0 0 1 0,-5 10-4 0,5-10-5 16,-11 1-10-16,1 1-5 0,-3-2 1 0,1 0-1 0,0 0 2 15,1 0-3-15,0 0 2 0,-1-2-4 16,1 1 8-16,-1 1-4 0,12 0 0 0,-15-1 0 16,9-1 0-16,6 2 1 0,-10 2-2 0,10-2-3 0,0 0 3 15,-9 1 0-15,9-1 13 0,0 0-8 16,0 0 3-16,0 0 3 0,0 0 2 0,25 5-2 15,-6-7 1-15,10 0 2 0,-1-3-3 0,11 2 0 0,-1-3-13 16,12-7-33-16,-12 4-42 0,12-1-72 0,-12 1-78 16,-5 1-233-16,0-2-507 0,1 1 225 0</inkml:trace>
  <inkml:trace contextRef="#ctx0" brushRef="#br0" timeOffset="-112191.52">27674 10341 138 0,'5'-4'171'0,"-5"4"-6"0,0 0 6 15,2-6 0-15,-2 6-5 0,0 0-3 0,4-7-12 16,-4 7-9-16,0 0-6 0,0 0-11 0,0 0-7 0,0 0-1 16,0 0-10-16,-6-12-11 0,6 12-6 15,0 0-8-15,0 0-7 0,-14 0-9 0,14 0-6 0,-11 2-5 16,0 2-1-16,1 2-6 0,1-1-6 16,-1 3-3-16,0 1-3 0,1-1 0 0,-1 3-9 0,0-1 0 15,1 0-5-15,5-1 1 0,-3 0-1 0,1 2-4 16,3 0-2-16,1-3 2 0,1-1-3 0,2 3 0 15,0-2-5-15,5-1-2 0,1 3 6 16,-1-3-3-16,7-1 0 0,3 0 9 0,2-3-12 0,-2 0 2 16,4 0-1-16,-3-3 0 0,-2 0 1 0,2 0-1 15,-5-2-2-15,1 2 4 0,-2 0-3 0,-1-2-5 16,-2 0 1-16,-1 2 4 0,-7 0-6 16,12 0 4-16,-12 0-1 0,6 0 1 0,-6 0 2 0,0 0-4 15,0 0-3-15,0 0 2 0,0 0-4 0,0 0 0 16,-23 12 2-16,8-4 1 0,-1 1 0 0,-1 0 7 15,-4 1 2-15,-2 3 2 0,8-3 4 0,-3 0-4 16,4 2 1-16,1-3-1 0,4 0-1 0,3-3 0 16,1 3-3-16,0-3 0 0,5 4 1 0,0-3-3 15,5 1 0-15,1-2 4 0,1-1-1 0,4-3-10 16,11 0-13-16,-1-3-20 0,10 0-27 0,-3-2-35 16,-6 1-44-16,7-7-57 0,-2 2-44 0,-5 2-199 15,-4-4-475-15,2 3 209 0</inkml:trace>
  <inkml:trace contextRef="#ctx0" brushRef="#br0" timeOffset="-111556.83">26270 9518 112 0,'0'0'117'0,"0"0"-13"16,0 0-21-16,0 0-24 0,0 0-33 0,0 0-23 15,0 0-35-15,0 9-47 0,0-9-85 0,0 0 37 16</inkml:trace>
  <inkml:trace contextRef="#ctx0" brushRef="#br0" timeOffset="-109161.2">23922 11683 78 0,'-5'3'183'0,"0"1"-6"0,5-4 1 0,-9 4 5 15,9-4-4-15,0 0-7 0,0 0-16 0,0 0-15 16,0 0-14-16,0 0-10 0,23-31-5 0,-9 17-5 16,8-7-9-16,-1 0-9 0,1-4-5 0,1 1-7 15,0 2 0-15,-1-2-4 0,-3-1-8 0,0-2-4 16,-3 2-8-16,-2-1-5 0,-3-1-2 0,-1 3-4 15,-4 5 4-15,-4 0-8 0,-1 0-3 0,-2 3-3 16,0 4-2-16,-3 1 0 0,-2 2-1 0,-1 2-5 16,0 1-7-16,-2-1 1 0,-5 4-2 0,2 2-2 15,-6 1-3-15,3 1 3 0,-4 2-3 0,1 5-1 16,0 0-3-16,1 2-1 0,4 0-2 0,4-1 0 16,1 0 4-16,3 1-6 0,2 0 0 0,3 1-2 0,3 1 2 15,5-2 1-15,1-1-2 0,5 3 4 16,6-1-5-16,5-3 4 0,4 2 6 0,0-3-9 15,-1 0 0-15,1-2 0 0,-3 3-1 0,2-2 1 16,-9 1-5-16,-1 0 1 0,-1 1 0 0,-1 1 1 0,-1 2-3 16,1 0 2-16,-3 1 0 0,-2 4 3 15,0-1-1-15,-1 3 3 0,-4 0 2 0,1 2-2 16,-1-3 2-16,-3 4 0 0,3 3 0 0,-5-5 5 16,1 0 0-16,0-3-4 0,-2 2-1 0,2-1-11 0,-2-6-23 15,-1 2-27-15,1-3-38 0,-1 1-38 0,1-1-39 16,2-4-35-16,-2-6-40 0,5 9-126 15,-5-9-404-15,0 0 180 0</inkml:trace>
  <inkml:trace contextRef="#ctx0" brushRef="#br0" timeOffset="-108842.9">24571 11701 166 0,'7'-1'190'0,"-7"1"-1"0,10-3-2 16,-1 0-2-16,0 3-6 0,0-6-12 0,2 1-9 15,0 2-8-15,0-1-15 0,3 0-4 0,-2-3-8 16,1 1-9-16,-2 1-9 0,-2-2-4 0,1 3-2 16,-4-2-9-16,2-1-6 0,-3 2-10 0,-2 0-4 15,-3 5-7-15,2-11 1 0,1 6-8 0,-3 5-6 16,0 0-4-16,-8-14-2 0,3 11-9 0,5 3-4 16,-18-3-3-16,7 4-3 0,-2 1-2 0,-5 3-3 15,-1 3 2-15,2 0 3 0,-1 2-3 0,2-1-2 16,1 3-3-16,2 3-1 0,4-1-2 0,2-2-1 15,0 3 2-15,2 1-5 0,5-4 11 0,1 1-9 16,4 2 1-16,0-4-3 0,5 0-1 0,2-3-12 16,3 0-21-16,2-2-23 0,1-1-29 0,2-4-36 15,1-1-44-15,0 0-21 0,7-4-36 0,-2 1-24 16,-5-1-159-16,-3 0-429 0,2-4 189 0</inkml:trace>
  <inkml:trace contextRef="#ctx0" brushRef="#br0" timeOffset="-108591.68">25095 11611 54 0,'5'-3'175'0,"2"-2"-9"0,-1 2-18 0,3 0-10 15,0 0-15-15,2-2-14 0,-1 2-8 0,-3 2-12 16,-7 1-24-16,20 0-20 0,-13 0-22 0,-7 0-29 16,14 0-20-16,-14 0-11 0,15 1-13 0,-11 0 5 15,-4-1 3-15,7 7 8 0,-7-7 7 0,0 7 9 16,0-7 15-16,-4 12 23 0,-1-7 5 0,1 0 31 15,0 0-1-15,-2 3 9 0,1-4-5 0,1 2 4 16,0 2-3-16,-1-4-5 0,1 1-7 0,4-5 0 16,0 10-4-16,0-10-5 0,1 9-3 0,-1-9-3 15,10 6 0-15,-4-2-24 0,5-2-35 0,2-2-29 16,9-2-56-16,-2 0-140 0,11-2-271 0,0-2 120 0</inkml:trace>
  <inkml:trace contextRef="#ctx0" brushRef="#br0" timeOffset="-107960.91">26308 11240 34 0,'0'0'234'0,"-4"-8"-12"0,4 8-11 16,0-8-17-16,0 8-14 0,4-10-17 15,-2 4-11-15,8-2-7 0,3 1-9 0,5 2-9 0,2-1-10 16,7 1-4-16,2 3-13 0,-2 5-10 0,1 2-8 16,-2 3-6-16,-6 2-10 0,3 6-4 0,-7-2-6 15,-1 6-6-15,-3-2-3 0,-3 7-3 0,-3 1-2 16,-6 0 6-16,-2 1-9 0,-6 1-5 0,-2-1-5 15,-1 2 2-15,-8-4-2 0,2-3-3 0,-3 1-4 16,0-4 1-16,-1 0-1 0,-1-2-5 0,-3-3-3 16,7-3-3-16,-2-3 3 0,1-1 3 0,2-2 2 15,-1-2 8-15,7-1 6 0,-2-1 2 0,3-1 5 16,4-3-3-16,-5 0-8 0,6-2-4 0,-2 0 1 16,5-2-1-16,2 7-5 0,-3-10 0 0,3 10-7 15,3-11 4-15,-3 11-10 0,9-11 5 0,0 6-3 16,0 1-1-16,0 0-2 0,4 3 3 0,1 2-3 15,0-1 0-15,3 2-2 0,1 2 3 0,-5-2-3 16,8 2 3-16,-3 1-3 0,4 0 3 0,-3-1-3 16,1 2 2-16,2 0-4 0,5-1-8 0,-9 1-30 15,0-1-30-15,0-2-36 0,-1 3-41 0,0-4-45 0,-2 0-37 16,-1-1-38-16,-3 1-165 0,3-4-462 16,-1 1 204-16</inkml:trace>
  <inkml:trace contextRef="#ctx0" brushRef="#br0" timeOffset="-107557.66">27166 11254 194 0,'0'-13'257'0,"-4"7"-11"0,2 0-9 0,2 6-9 16,-5-12 4-16,-1 8-26 0,6 4-13 0,-10-3-10 15,10 3-23-15,-15 3-10 0,5 2-12 0,1 3-3 0,-1 6-6 16,-6 5-9-16,-2 3-11 0,4 1-5 0,1 3-3 16,-5 2-7-16,7-3-8 0,2 3-5 0,-3 1-5 15,6-1-11-15,3-1-8 0,-1-8-1 0,4 0-5 16,0 1-4-16,0-2-6 0,5-2-1 0,-1 0-6 16,4-5-2-16,2 1-3 0,-3-2 1 0,4-4 1 15,1 1-5-15,-2-2-9 0,3-3 4 0,-1 0-5 16,1-2 6-16,-1 0-7 0,1-2 6 0,0-1-1 15,-1-3-3-15,-1-1 0 0,-2 0-3 0,3-1 13 16,-6 0-14-16,-1-2-8 0,-3 0 4 0,-2-1-1 16,2 2-2-16,-6-3-3 0,-1 1 0 0,-3 2 1 15,-4 3-4-15,-2-2-2 0,0 4 0 0,-3 3-4 16,-1 1 3-16,-2 4-7 0,-5 5-21 0,5-2-27 16,-5 9-32-16,3-3-51 0,-1 4-50 0,1 1-60 15,4 2-57-15,-2 1-220 0,7-4-571 0,1-2 254 16</inkml:trace>
  <inkml:trace contextRef="#ctx0" brushRef="#br0" timeOffset="-107151.22">26277 12026 188 0,'-11'-2'228'0,"4"4"-18"0,7-2-17 0,-12 4-10 16,12-4-3-16,0 0-5 0,0 0-5 0,44 11-12 15,-9-9-5-15,20-2-9 0,10 2-11 0,27-6-14 16,8-4-7-16,-9-1-13 0,1-1-6 0,-27 3-4 16,27-5-11-16,-27 5 0 0,0-1-8 0,-5 0-1 15,-1 0-7-15,-5 0-8 0,-14 2-4 0,-4 2-5 16,-3 1-2-16,-5 0-5 0,-4 2-1 0,-5-2-7 16,-8 0-3-16,0 3-3 0,-1-3 0 0,-4 3 1 15,-6 0 0-15,10-2-8 0,-10 2-17 0,5-3-30 16,-5 3-36-16,0 0-35 0,0 0-45 0,0 0-48 15,-31-2-36-15,18 2-213 0,0 3-480 0,-6-3 213 16</inkml:trace>
  <inkml:trace contextRef="#ctx0" brushRef="#br0" timeOffset="-106933.52">26735 12111 11 0,'-9'3'220'0,"1"1"-21"0,4-1-21 16,4-3-8-16,-2 6-10 0,2-6-5 0,0 0 2 16,17 10 0-16,-5-8-9 0,5 0-13 0,2-2-9 15,8 0-11-15,5-1-12 0,-1-6-9 0,4 5-7 0,-2 0-10 16,-6-1-9-16,0-2-18 0,-5 2-31 16,-3 2-38-16,-6 1-64 0,-5-2-37 0,-8 2-32 15,17 0-31-15,-17 0-129 0,0 0-338 0,0 0 149 16</inkml:trace>
  <inkml:trace contextRef="#ctx0" brushRef="#br0" timeOffset="-106126.31">26944 12162 2 0,'0'0'213'0,"0"0"-6"0,0 0-10 0,-6 3-7 0,6-3-14 16,0 0 0-16,0 0 14 0,0 10-3 0,-1-1-5 15,1 2 3-15,1 2-7 0,-1 4-3 16,0 3-2-16,0 6-12 0,-3 1-11 0,1-2-9 15,2 2-14-15,-3 0-6 0,1-1-5 0,0-2-16 0,0-3 8 16,-3-4-17-16,5 0-16 0,0 2-5 0,-2-2-11 16,0-2-3-16,2-3 6 0,0-1-13 0,0-2-8 15,-2 1-8-15,2-3 2 0,0-7 2 0,-2 12-9 16,2-12 0-16,0 9 3 0,0-9-7 0,0 8 0 16,0-8-7-16,-9 5 6 0,4-3-2 0,5-2-7 15,-11 3 1-15,11-3-4 0,-17 0-8 0,7-2-3 16,1 0-3-16,0-1 0 0,-3 0 1 0,3-1-7 15,-1 0 6-15,0 0 3 0,1-1-4 16,-1 2 13-16,0-1-16 0,-1 0 1 0,4 1 4 0,0 1-4 16,7 2 0-16,-11-3 2 0,11 3-2 0,-9-2-3 15,9 2 0-15,0 0 1 0,0 0-1 0,0 0 2 16,0 0-6-16,0 0 39 0,0 0-3 0,0 0 3 16,0 0-3-16,25 10 3 0,-12-6-7 0,8-2 10 15,-2-1-10-15,11-1-13 0,1 0-17 0,-4-4-17 16,0-2-25-16,-4 2-23 0,0 0-23 0,3-3-23 15,1 0-27-15,0-1-28 0,0-1-26 0,0 3-19 16,-2-3 3-16,-5 2-2 0,0-1 8 0,-1 4 9 16,-2-2 3-16,5-1 4 0,-3 0 2 0,-4 2-106 15,3 0-325-15,-6 0 1058 0,0 0-555 0,0 0 37 16,-3-1 21-16,0 0 33 0,1 0 24 0,-2 1 28 16,-1-2 37-16,-1 1 25 0,-4 2 36 0,4 0 17 15,-6 4 3-15,2-7 3 0,-2 7 4 0,0 0-3 16,0 0 0-16,-10-8 6 0,10 8-2 0,-17 4 6 15,3-1 1-15,1 4 4 0,-6 2 3 0,-2 8-22 16,0-2 9-16,3-2-18 0,-4 5-11 0,4 2-6 16,4-4-7-16,3-1-12 0,4-1-12 0,-4 0-4 15,4-3-11-15,5 1-5 0,2-4-17 0,5 2 2 16,-1-2 2-16,1-2 0 0,3 1 6 0,1-4-8 16,3-1-12-16,5-2-3 0,2 0-2 0,1-4-6 15,-5 1-4-15,4-1 11 0,-8 1-9 0,2-1-9 16,-2 1 1-16,-2 3 2 0,-2-3-2 0,-7 3 4 15,11-3-3-15,-11 3-11 0,7 0 12 0,-7 0-30 16,0 0 16-16,0 0 0 0,0 0 1 0,-23 18 3 16,12-11 4-16,-5 3 3 0,1 4 15 0,-6 1 9 0,8 0 4 15,-1-2 2-15,1 1-4 0,-1-1 9 0,4 1 3 16,-1 0-6-16,1 0-5 0,3-1-2 16,1 0-4-16,2-3-1 0,4 0-1 0,0-2-6 15,4 2 4-15,-2-4-2 0,7 1-4 0,1 0-2 0,2-5-6 16,5 0-22-16,2-3-11 0,4-1-28 0,6-5-22 15,0-1-34-15,-1-1-29 0,-2 1-36 16,1-3-35-16,-2 0-42 0,-5 1-59 0,7-5-71 16,-7-1-246-16,4 1-672 0,-2-2 297 0</inkml:trace>
  <inkml:trace contextRef="#ctx0" brushRef="#br0" timeOffset="-100013.18">29575 10028 2255 0,'-2'-8'37'0,"2"8"3"0,0-10-20 15,0 10-10-15,0 0-12 0,0 0-3 0,0 0 4 16,0 0 5-16,0 0 3 0,0 0 1 0,13 29 5 15,-11-18 7-15,1 7 12 0,0 8 10 0,2 0 7 16,-3 1 4-16,2 1-5 0,1 1 0 0,2-2 1 16,-4-3-3-16,1-4-7 0,1-2-4 0,2-2 3 15,-2-1-4-15,-1 0 2 0,-2-4 4 0,1-1 0 16,-1-1-1-16,0-1 0 0,-2-8 19 0,1 8 2 0,0-3 11 16,-1-5 14-16,3 6 13 0,-3-6-8 15,0 0-5-15,0 0-7 0,0 0-10 0,0 0-6 16,5-19-5-16,-2 6-9 0,2-3-8 0,3-10 4 15,2 3-20-15,-1 0 9 0,4-1-2 0,3-2-11 16,0 5-1-16,0 2 0 0,2 0-1 0,-4 7-6 16,-2-1-3-16,-3 8-3 0,1-1-3 0,-4 1-6 15,0 2 1-15,2 3 0 0,-8 0-1 0,14 8 3 16,-5 0 1-16,-3 3-6 0,2 3-4 0,-2 4 1 0,1-1 3 16,0 7 7-16,-1-5-7 0,0 7 4 15,-3-7 1-15,0 1 1 0,2-1 3 0,-1 5 0 16,-1-5-7-16,2-1-14 0,-3-1-47 0,1 0-34 15,1-1-39-15,1-4-53 0,1-2-38 0,2 2-38 0,0-5-55 16,-1 2-162-16,6-2-523 0,-1-4 231 0</inkml:trace>
  <inkml:trace contextRef="#ctx0" brushRef="#br0" timeOffset="-99855.78">30236 10290 129 0,'3'-9'287'0,"1"0"-15"0,0-1-21 0,-3 5-11 15,2-1-12-15,-3 6-25 0,5-11-22 16,0 6-16-16,-1 1-17 0,-4 4-22 0,14-9-31 0,-5 5-33 16,3 2-49-16,0 2-58 0,1 0-62 0,-2 0-59 15,1 2-181-15,-3-2-377 0,1 4 167 0</inkml:trace>
  <inkml:trace contextRef="#ctx0" brushRef="#br0" timeOffset="-99716.64">30357 10367 108 0,'0'0'220'0,"0"0"-7"0,0 0-6 0,-4 6-8 16,4-6-13-16,0 0-19 0,0 0-15 0,0 0-15 16,16-1-16-16,-16 1-12 0,30-8-25 0,-11 4-36 15,0 0-47-15,8-2-58 0,2-3-58 0,1 0-56 16,-3-1-98-16,2-2-290 0,-1-2 129 0</inkml:trace>
  <inkml:trace contextRef="#ctx0" brushRef="#br0" timeOffset="-99557.22">30814 10108 2777 0,'4'-16'97'0,"-2"1"2"0,1 2 5 0,0 4 0 16,-5 0 6-16,4 2-3 0,-2 7-14 0,1-8-14 16,-1 8-15-16,0 0-16 0,0 0 5 0,0 0 8 15,0 0 11-15,5 31 7 0,-6-11-4 0,2 9-14 16,-2 4-3-16,0 1-5 0,-1 12-1 0,4 2-18 16,-4-13-49-16,5 1-66 0,-2 8-74 0,-2-9-95 15,7-1-89-15,-4-2-235 0,0-1-621 0,2 0 275 16</inkml:trace>
  <inkml:trace contextRef="#ctx0" brushRef="#br0" timeOffset="-92148.8">20115 12734 25 0,'0'0'193'0,"0"0"-17"0,0 0-9 16,-8 2 0-16,8-2-14 0,0 0-12 0,0 0-12 15,0 0-8-15,0 0-16 0,0 0 9 0,0 0-9 16,0 0-4-16,0 0-5 0,0 0-9 16,0 0-1-16,0 0-7 0,0 0-7 0,0 0-8 0,35 1-6 15,-22-2-1-15,-1 1-12 0,0-2-18 0,1 0-27 16,-2 2-38-16,-1-1-37 0,3 1-41 15,0-1-35-15,1 1-34 0,-2 0-116 0,-6-1-326 16,2 2 145-16</inkml:trace>
  <inkml:trace contextRef="#ctx0" brushRef="#br0" timeOffset="-91992.07">20165 12866 19 0,'-5'3'164'0,"5"-3"2"0,-9 6-1 0,9-6-2 16,-4 5-9-16,4-5-12 0,-5 3-15 0,5-3-5 15,0 0-15-15,0 0-6 0,0 0-11 0,11 12-8 16,-3-8-9-16,0 0-20 0,2 0-55 0,3-2-47 16,3 1-65-16,5-1-147 0,-2-2-282 0,8 0 124 15</inkml:trace>
  <inkml:trace contextRef="#ctx0" brushRef="#br0" timeOffset="-91501.08">21339 12550 189 0,'-4'-10'219'15,"3"3"-2"-15,-1 0-9 0,2 7-14 0,-4-9-18 16,0 3-13-16,4 6-21 0,0 0-13 0,-6-3-15 16,6 3-4-16,-13 14-9 0,1 1 0 0,-4 7-5 15,-3 5-4-15,-1 1-12 0,-1 1-4 0,-2-3-4 16,-2 1-6-16,5 0-10 0,-3-1 1 0,3-2-12 16,-1-2 0-16,3 0-4 0,0-3-1 0,5-5-6 15,1 0 0-15,-5 0-5 0,3-3 0 0,-1-3-5 16,4-2 1-16,2-1 1 0,2-2 12 0,0-2 5 15,0 1-9-15,7-2 0 0,0 0-2 0,-17-7 13 16,13-2-4-16,0 1-2 0,3-3 4 0,1 0-7 16,4-6-4-16,1 0-10 0,0 1-1 0,5-8-7 15,3 2 2-15,0 6 3 0,2-3-11 0,1 4 3 16,-4 2-3-16,4 4-1 0,-5 2 2 0,1 3-11 16,1 0 3-16,-4 2-2 0,1 4-1 0,2 0 0 15,-1 1 0-15,0 5 3 0,5 1-2 0,-2 1 0 16,0-1-5-16,-4 5 6 0,3-4 1 0,-3 3 1 15,0 1-5-15,0-2 6 0,1 0-14 0,0 2-28 16,-1-4-37-16,-1-2-45 0,0 0-63 0,1 0-57 16,1-2-242-16,-1-5-524 0,1 1 232 0</inkml:trace>
  <inkml:trace contextRef="#ctx0" brushRef="#br0" timeOffset="-91287.77">21328 12213 2646 0,'-6'-27'-8'0,"2"8"25"0,2 7 23 15,-2 0-5-15,3 1-26 0,0 3 0 0,0 2-9 0,1 6 2 16,-3-10-6-16,3 10 0 0,0 0 4 16,0 0-3-16,0 0 3 0,0 0 1 0,0 0 2 0,0 33-3 15,3-16-3-15,0 7-34 0,4 2-48 0,-3 1-51 16,7-1-49-16,-1-1-44 0,-2 0-116 15,5 0-374-15,0-2 166 0</inkml:trace>
  <inkml:trace contextRef="#ctx0" brushRef="#br0" timeOffset="-91037.36">21762 12401 154 0,'3'-7'248'0,"-3"7"-23"15,4-5-26-15,-4 5-17 0,0 0-8 16,0 0-7-16,0 0 4 0,6 24 4 0,-6-7-12 0,-1 8-14 16,-2 2-14-16,2 5-10 0,-2-3-10 0,2 3-12 15,0-3-7-15,-2 0-9 0,1-2-12 0,-1-1-7 16,3-7-6-16,0 0-7 0,0 0 0 0,0-2-7 16,-1 0-3-16,2-2-6 0,-2 4-8 0,1-8-26 15,0-1-23-15,0-1-33 0,0-1-40 0,-3-2-43 16,3-6-48-16,0 11-35 0,0-11-193 0,0 0-444 15,-3 5 196-15</inkml:trace>
  <inkml:trace contextRef="#ctx0" brushRef="#br0" timeOffset="-90715.54">21816 12332 181 0,'15'-2'173'15,"-2"-2"-9"-15,1 4-3 0,0 1-7 0,-1 2-10 16,2 4-6-16,-6-1-10 0,3 4-9 0,-6 1-10 16,2 2-12-16,-3-1-8 0,0 3-7 0,-4 0-3 15,-1 3-1-15,-2-2-12 0,-4 0-7 0,-1 0-3 16,-1 0-5-16,1-2-4 0,-5 1 3 0,3-5-7 16,0-1-3-16,0-1 5 0,0-1 2 0,4 0 2 15,0-3 1-15,1-1 4 0,4-3-4 0,-8 7-3 16,8-7-3-16,-7 5-4 0,7-5-3 0,-3 4-11 15,3-4 0-15,0 0-3 0,-2 6-5 0,2-6 1 16,0 0-4-16,9 13 1 0,-3-10-1 0,4 2-1 16,2 1-1-16,1-2-10 0,5 2-20 0,1 0-27 15,1-2-28-15,1-1-40 0,6-1-37 0,2-1-38 16,-6-1-37-16,-3-1-135 0,2-2-390 0,0-1 173 16</inkml:trace>
  <inkml:trace contextRef="#ctx0" brushRef="#br0" timeOffset="-90445.28">22316 12433 30 0,'1'-7'233'16,"-1"-4"2"-16,1 4-1 0,-1 7-4 0,0-10-18 15,0 10-16-15,3-9-23 0,-3 9-15 0,0 0-20 16,0 0-1-16,0 0 1 0,0 0-1 0,0 28-4 16,-2-9-5-16,-1 0-1 0,-2 7-9 0,1 0-9 15,-1 0-5-15,-2-1-12 0,3 2-4 0,-2-3-8 16,1-5-8-16,2 0-6 0,1-1-3 0,1-1-7 15,1-1-8-15,0-5-2 0,0 1 1 0,0-2-9 16,1 0-5-16,4-2 1 0,0-1-3 0,-1-1 0 16,4-1 0-16,2-1-3 0,2-3-1 0,1 2-6 15,8-6-3-15,-2 0-19 0,3-1-27 0,5-2-23 0,-2-3-29 16,-6 5-28-16,2-1-36 0,-2-2-37 0,-2 3-40 16,2-2-32-16,-6 4-223 0,-2-1-515 15,-1-1 228-15</inkml:trace>
  <inkml:trace contextRef="#ctx0" brushRef="#br0" timeOffset="-90077.14">21259 13087 147 0,'-17'4'176'0,"5"3"-6"16,5-4-2-16,3 3 5 0,3-2-10 0,1-4-9 15,24 9-5-15,7-4-8 0,25-4-13 0,32 0-10 16,11-8-4-16,2 2-11 0,4-7-8 0,4-2-8 16,-1 1-1-16,-5 0-7 0,-1 1-8 0,-3 2-3 15,-33 2-4-15,24-6-4 0,-35 10-4 0,-3-3 3 16,-16 4-5-16,0-1 1 0,-6 1-3 0,-2-2 0 15,-6 2-1-15,-1 3-7 0,-9-1-2 0,-1 0 0 0,-2 0-6 16,2 0 2-16,-6 0 3 0,-5 1-3 16,8-2 3-16,-8 2-4 0,0 0-2 0,10 0-7 15,-10 0-1-15,0 0-5 0,0 0-4 0,0 0-30 16,0 0-36-16,0 0-41 0,-33 6-65 0,18-2-58 0,-6 1-267 16,1-2-516-16,-10 0 228 0</inkml:trace>
  <inkml:trace contextRef="#ctx0" brushRef="#br0" timeOffset="-89292.3">21741 13768 101 0,'0'0'202'0,"0"0"2"16,-6 5-1-16,6-5-4 0,0 0-7 0,0 0-4 15,-2 6-18-15,2-6-3 0,0 0-8 0,0 0-5 0,0 0-10 16,0 0-6-16,0 0 1 0,0 0 4 0,0 0-21 15,15-16-6-15,-10 10-6 0,4-1-2 16,-1 0-13-16,0-2-5 0,-1-2-9 0,6-1-6 16,-4-2-7-16,-1-1-6 0,2-1-10 0,-2 0-4 15,-3 0 0-15,0-1-10 0,-1 1 48 0,2 0-23 0,-3 0-16 16,-5-1-2-16,4 1-2 0,-4 4-5 0,1-1 1 16,-4 2-7-16,0 3-1 0,1-2-4 0,-4 3-4 15,1-2 0-15,-3 5-8 0,-1 0 2 16,1 3-1-16,-5 0-7 0,2 2-2 0,-2 0-1 0,-2 2 3 15,0 2 7-15,4 0-12 0,0-1-4 0,2 1 0 16,1-2-3-16,2 3 3 0,6-2 0 0,-2 2 6 16,1 0-9-16,3-6 4 0,2 12 8 15,4-5-5-15,3-1-4 0,3 0-3 0,8 1 5 0,1-3 7 16,5-1-1-16,5 0-12 0,0-1 6 0,-1 0 1 16,1-1 0-16,-9 0-5 0,1 2 1 0,-5-3 4 15,2 0-7-15,-3 2 0 0,1 0 5 16,-8 0 1-16,1-1-3 0,-2 2 4 0,-1 0-9 0,-2 1 16 15,3-1-22-15,-2 1 6 0,-2 1 6 0,-1 2-3 16,1 2 0-16,0 2 0 0,-3-2 3 0,1 3-3 16,-4-1 9-16,1 2 3 0,2 3-2 0,-3-5 5 15,1 6 3-15,0-1-6 0,-3 2 4 0,5-2 9 16,-4 2-14-16,1-2-2 0,0 1 1 0,-2-6 3 16,6 1 7-16,-6 2-15 0,6-4-36 0,-7 0-35 15,4-2-43-15,1 0-52 0,-1-8-46 0,-1 10-57 16,5-5-45-16,-4-5-220 0,5 8-577 0,-5-8 255 15</inkml:trace>
  <inkml:trace contextRef="#ctx0" brushRef="#br0" timeOffset="-88935.47">22327 13872 84 0,'0'0'226'0,"11"-1"2"15,-11 1 10-15,10-2 7 0,-10 2 6 0,10 0-7 16,-10 0-11-16,18-3-18 0,-8-3-20 0,7 0-14 15,1-1-12-15,-1-1 1 0,0-1-12 0,1 1-14 16,-3-3 0-16,0-1-9 0,-2 0-1 0,1 0-14 16,-6 3-10-16,-2 0 1 0,1 1 7 0,-2-2-39 15,0 2 3-15,-2-2 0 0,-3 3-12 0,0 7-7 16,-4-13-6-16,-1 6-7 0,-2 0-13 0,-3 4 2 16,-4-1-3-16,1 4-4 0,-7 2-9 0,-7 2 1 15,0 8-7-15,0-1 15 0,-5 5 3 0,5 3-3 16,1 0 4-16,3 3 8 0,2-2-13 0,5 2-7 15,4 0-1-15,5-6-1 0,1 0 0 0,8 1-12 16,-1-6 11-16,8 4-4 0,1-3 1 0,7 0 5 16,8-1-4-16,6-5 0 0,2-3-3 0,7-3-1 15,-1-1-9-15,1-3-11 0,-2-1-30 0,1-3 3 16,-2 2-29-16,-16 5-24 0,9-6-29 0,-12 3-33 16,0-1-42-16,-7 3-45 0,-1-1-61 0,0-2-64 15,-6 1-217-15,-4 4-623 0,0 0 275 0</inkml:trace>
  <inkml:trace contextRef="#ctx0" brushRef="#br0" timeOffset="-88293.4">18261 13426 10 0,'6'-4'211'16,"-1"2"7"-16,-5 2-4 0,9-5-6 0,-9 5-5 15,6-2-20-15,-6 2-18 0,0 0-7 0,0 0-9 16,-12 17-6-16,-4 0-1 0,-7 7-3 0,-14 9 2 16,-4 3-4-16,-6 3-1 0,-4 0-7 0,-15 15-15 15,-7-1-9-15,5 1-7 0,16-19-4 0,2 1-14 16,1 0-5-16,-3-1-10 0,4-2-1 0,-3-1-33 16,4-5-1-16,15-6-6 0,2-4-21 0,3-2-29 15,3 0-33-15,7-5-39 0,4-3-47 0,1-4-60 16,6 0-66-16,0-3-174 0,6 0-480 0,0 0 212 15</inkml:trace>
  <inkml:trace contextRef="#ctx0" brushRef="#br0" timeOffset="-87761.8">18962 11894 194 0,'0'0'218'0,"0"0"-8"0,0 0-15 0,4-7-16 16,-4 7-24-16,0 0-14 0,0 0-6 0,0 0-6 15,-22 14-5-15,8-4 0 0,-9 7-1 0,-6 5-3 16,-12 8-1-16,-4 1-5 0,-1 3 5 0,-5 3-5 16,-29 18-4-16,7-2 6 0,-1 7 1 0,-3-9-6 15,-1 0-2-15,-6 0-7 0,1-1-4 0,-7-3-12 16,7-2-8-16,1-5-7 0,3-1-5 0,27-11-2 16,-2-1-8-16,7-1-6 0,-1-2 35 0,18-7-11 0,0-3-5 15,10-5-12-15,4-1-18 0,4-3-36 16,2 0-20-16,3 0-21 0,1-2-21 0,-1 0-24 15,7-3-24-15,-9 3-43 0,4-1-34 0,5-2-45 16,0 0-41-16,0 0-220 0,0 0-531 0,0 0 236 16</inkml:trace>
  <inkml:trace contextRef="#ctx0" brushRef="#br0" timeOffset="-78259.81">8393 14315 73 0,'-7'-7'118'0,"7"7"4"15,0 0-12-15,-5-5 6 0,5 5 9 0,0 0-21 16,-3-5 4-16,3 5-4 0,0 0 0 0,-4-7-2 16,4 7-10-16,0 0-5 0,0 0-5 0,0 0-7 15,-5-5-3-15,5 5-5 0,0 0-6 0,0 0-7 16,0 0-6-16,0 0-6 0,0 0-5 0,0 0-6 16,0 0-1-16,0 0-4 0,0 0-2 0,0 0-4 15,-5 18-4-15,5-10 1 0,0 1-2 0,-1 7 3 16,1 1 3-16,0-1-3 0,1 3 1 0,-2 1 1 15,2 5 3-15,0-5-3 0,-1-1-3 0,0 8 2 16,-1-8-4-16,1 5-1 0,0 1 3 0,1-6-3 16,-1-1 4-16,0 1-1 0,1-3 0 0,-1 1-1 15,0-4-3-15,0-2 5 0,2 3-2 0,-4-4-7 16,4 2-1-16,-1-2 0 0,0 0-2 0,1-3 2 16,-1-1 1-16,-1-6-6 0,-1 13 4 0,1-13-3 15,1 12 2-15,0-8-4 0,-1-4 2 0,0 0 1 0,0 12 1 16,0-12-15-16,0 5-18 0,0-5-20 15,0 0-18-15,0 9-37 0,0-9-30 0,0 0-16 16,0 0-30-16,0 0-124 0,0 0-327 0,0 0 145 16</inkml:trace>
  <inkml:trace contextRef="#ctx0" brushRef="#br0" timeOffset="-77872.76">8345 14302 22 0,'9'-16'143'0,"1"0"-5"0,3 5-10 15,1 0-6-15,1 3-5 0,-2 4-12 0,1 3-4 16,0 2-7-16,0 0 1 0,2 6-9 0,0-2-3 16,-2 6-8-16,-1 1-1 0,-3 4-3 0,-1 0-1 15,0 1-8-15,-4 6-4 0,-4-3-3 0,-1-2-9 16,-1 2 0-16,0-3-7 0,-4 3 0 0,-3-1-4 15,0-2-5-15,-1-1 1 0,-2 0-6 0,0-2-3 16,0-1-4-16,-4-2-5 0,2 1 6 0,2-6-3 16,0-2 2-16,2 1-5 0,-2-1 3 0,2 0-7 15,3-2 7-15,6-2-5 0,-11 0 4 0,11 0 2 16,-8 0-5-16,8 0-4 0,0 0-3 0,-8 4 4 16,8-4-8-16,0 0 1 0,0 0-2 0,0 0-4 15,0 0 5-15,0 0-1 0,11 14-1 0,-2-10 3 16,-1 3-1-16,4 0-3 0,-2-1 2 0,4 1 3 15,1 2-3-15,-1 1 2 0,3-2-1 0,-1 1-18 16,1 0-26-16,2-4-44 0,-1-1-51 0,1 1-25 16,3 0-135-16,-4-2-323 0,0-2 144 0</inkml:trace>
  <inkml:trace contextRef="#ctx0" brushRef="#br0" timeOffset="-77571.01">8892 14599 153 0,'0'0'186'0,"2"-5"-7"0,-2 5 6 16,0 0 3-16,0 0-9 0,0 0-8 0,3 21-10 15,-3-13-11-15,1 2-8 0,-1 1-9 0,-2 4-6 16,2-2-5-16,-3 5-8 0,0-1-7 0,2-1 0 16,0 0-7-16,-3 0-8 0,0 1-5 0,2 0-4 15,-1-2-6-15,-1 1-1 0,2-3-5 0,-2 1-8 16,3-2-9-16,-1-2-4 0,1 1-3 0,0-1-8 15,1-1-6-15,1 1 34 0,0-3-5 16,-1-7-8-16,4 10-5 0,-1-4-1 0,2-1-4 0,0-1-2 16,3-1-4-16,3 0-2 0,1-2-4 0,8-4-8 15,7-1-11-15,1 0-21 0,0-2-26 0,0-3-32 16,-1 2-34-16,0-3-39 0,-7 3-42 16,5-5-40-16,-9 3-62 0,0 0-177 0,-2 0-496 0,0-2 220 15</inkml:trace>
  <inkml:trace contextRef="#ctx0" brushRef="#br0" timeOffset="-76795.3">5546 14356 85 0,'0'0'157'0,"0"0"-22"0,0 0-34 15,0 0-34-15,0 0-58 0,0 0-45 0,0 0-51 16,0 0-94-16,20 17 43 0</inkml:trace>
  <inkml:trace contextRef="#ctx0" brushRef="#br0" timeOffset="-74119.31">2881 14009 27 0,'-8'-2'144'0,"8"2"-12"0,0 0-10 0,-9 10-7 0,6-5 5 16,0 10 2-16,1 4 17 0,0 8-7 0,1 5-11 15,-1 0-11-15,-2 3-3 0,4 1-12 16,-1 12-4-16,-1-15-8 0,-1 2 2 0,1-3-19 0,0 0-6 16,-1-2-8-16,1-2 0 0,-1-5-9 15,4-2-3-15,-2 3-9 0,0-5 5 0,1-3-3 0,-2-4-6 16,1-1 0-16,1-4-4 0,0-7 0 0,-1 11 0 15,1-11 0-15,0 9 4 0,0-9 10 0,0 0 8 16,0 8 5-16,0-8 4 0,0 0-6 16,0 0-4-16,0 0-7 0,0 0-6 0,0 0-3 15,0 0-5-15,11-17-1 0,-5 8-5 0,0 2 0 16,1 0-4-16,3-2-1 0,0 2-5 16,0 0 4-16,1 1-3 0,2 1-3 0,5 1 2 0,0-1-2 0,1 1-2 15,0 1-3-15,8-3 0 0,-6 0-1 16,0-1-2-16,6-1 0 0,-8 2-3 0,2 0 1 15,-1 0 0-15,1 0 2 0,-2-3-4 0,1 4 3 16,-2-3-2-16,0 1 4 0,-4 0-1 0,-1 1 3 16,-4-1 0-16,-4 1-1 0,4 0 2 0,-5 2 0 15,0-2 1-15,-2-2 0 0,-1 1 2 0,-1 7 5 16,2-13 1-16,-2 13 1 0,-3-13 3 0,1 9 3 16,2 4 3-16,-7-10-1 0,3 7-3 0,4 3 1 15,-8-4-4-15,8 4-1 0,-8-2-6 0,8 2-1 16,-11 6 3-16,4 1-5 0,-1 2-1 0,1 3 4 15,1-1-6-15,4 5 3 0,-3 0-3 0,0 1-16 16,3-5-27-16,4 1-39 0,0-1-40 0,5 5-34 16,-1-6-51-16,3 2-191 0,-3-5-429 0,6-3 191 15</inkml:trace>
  <inkml:trace contextRef="#ctx0" brushRef="#br0" timeOffset="-73895.33">3468 14133 235 0,'0'0'257'0,"-4"-7"-27"0,4 7-27 0,0 0-19 0,0 0-10 16,4 29-14-16,-4-3-11 0,1 2-11 0,0 3-8 16,2 1-13-16,-2-2-11 0,1 2-11 0,-1-2-11 15,0 3-3-15,3-2-9 0,0 3-6 0,1-3-19 16,-2-2-29-16,3-4-36 0,-2-6-26 0,0-3-42 15,1 1-63-15,-3-1-53 0,0-6-140 0,-1-4-369 16,-1-6 163-16</inkml:trace>
  <inkml:trace contextRef="#ctx0" brushRef="#br0" timeOffset="-73741.86">3408 14404 5 0,'0'0'203'0,"0"0"-22"0,-3-7-21 0,3 7-11 16,0 0-25-16,0 0-17 0,18-6-14 0,-5 4-49 16,6-2-51-16,9-2-56 0,7-1-103 0,-3 1-181 15,4-3 80-15</inkml:trace>
  <inkml:trace contextRef="#ctx0" brushRef="#br0" timeOffset="-72995.36">4071 14280 16 0,'0'0'251'0,"0"0"-17"0,0 0-23 0,-1-10-22 16,1 10-25-16,0 0-12 0,0 0-18 15,0 0-9-15,0 0-11 0,0 0-9 0,-1 38-10 0,1-21-12 16,0-1-2-16,0 3-8 0,-2 0-8 16,4-3-6-16,-1 2-6 0,3-1-3 0,-3-4-10 0,4-2-1 15,0 0-6-15,0-4 0 0,-1 0-3 0,1-1 1 16,2 0-5-16,-7-6-1 0,12 8 2 15,-4-5-3-15,1-1-1 0,3-4 3 0,0 0-1 0,-3 0-1 16,1-1 2-16,2-3 0 0,-2 1-1 16,0-3-2-16,-1 1 5 0,-1-2 5 0,1-1-4 15,-3 0 1-15,0 0-1 0,-1-3-3 0,-1-2-2 16,-1-2-2-16,1 2 1 0,-1 2-2 0,-3 3-2 0,1-3 1 16,-1 4 5-16,0 2 3 0,1 0 5 0,-1 7-8 15,0-10-2-15,0 10-12 0,0 0-2 0,0 0-12 16,0 0 9-16,0 0-8 0,0 0 4 15,0 0 3-15,7 22-2 0,-6-14-6 0,2 4 7 16,-1-1-2-16,5 4 3 0,-2-4-6 0,1-1 7 16,-1-1-5-16,1 0 6 0,2-3-5 0,2 1 1 15,-1-2 4-15,0-1 1 0,4 0-1 0,0-4 4 16,0 0-3-16,1-4-2 0,-1-1 6 0,6-2-7 16,-5 0 2-16,1-2 2 0,-6 0 5 0,0 2-6 15,1-3-2-15,-5 0 1 0,-1-2 0 0,0 2-2 16,-3-3 0-16,2 2-2 0,-3-1-3 0,0-1-1 15,-1 2-2-15,-1-1 6 0,1 6-8 0,1 6 2 16,-3-13-3-16,3 13-4 0,-2-8 0 0,2 8-2 16,0 0 0-16,0 0 2 0,0 0 0 0,0 0 0 15,0 0 0-15,-5 27-1 0,3-15 6 0,1 6-1 16,1 0 3-16,-1 1-4 0,1-1-1 0,0-2 3 16,1 1-1-16,0 1 3 0,2-1-2 0,-2 1 2 15,1-7-1-15,0 4 0 0,-1 0 1 0,2-4 2 16,-2 2-2-16,-1-2 4 0,0 1 2 0,2-3-3 15,-2 1-1-15,0 0-3 0,0-1-8 0,0-9-21 16,-3 12-27-16,3-12-36 0,0 0-45 0,-1 12-50 16,1-12-45-16,0 0-172 0,-5 9-441 0,5-9 195 15</inkml:trace>
  <inkml:trace contextRef="#ctx0" brushRef="#br0" timeOffset="-71193.01">5133 14209 40 0,'-15'-1'180'0,"5"5"1"0,1 2-14 15,-4 3-1-15,-2 4-5 0,-6 5-17 0,2 3-5 16,5-2-12-16,-3 1-9 0,5 3-14 0,-1-1-4 15,3-3-11-15,4-1-11 0,4 0-8 0,1 0-5 16,2 0-7-16,1-1-5 0,5-2-5 0,-2 1-2 16,4-1-6-16,0-2 0 0,2-2-6 0,5 0-2 15,-2-3-1-15,4 0-2 0,-2-3-10 0,-2-2-16 16,7 2-14-16,-5-5-15 0,1 1-13 0,-3-1-4 16,0-2-4-16,-1-2-5 0,2-3-7 0,-2 3 9 15,-1-2 0-15,0 0 5 0,-4-3 2 0,0-1-2 16,-2 2 9-16,2-3 2 0,-5-2-1 0,0 1-3 15,0-3 11-15,-2 3-15 0,-1-1 15 0,-1 0 3 16,2 4 15-16,-2-1 19 0,-1 1 21 0,2 9 14 16,-1-11 8-16,1 11-2 0,-1-8-3 0,1 8-12 15,0 0-2-15,0 0-6 0,0 0-2 0,0 0-6 16,0 0 18-16,0 0 3 0,0 0-5 0,1 33-2 16,2-21-3-16,-3 1 2 0,2 2-7 0,-1 3 0 15,5-2-4-15,-4-1-3 0,6 1 1 0,-3 0 0 16,1-4-4-16,2-3-1 0,0 1-3 0,0-3 0 15,1 2-3-15,-1-1 5 0,-1-5-4 0,3-1 4 16,-3 1-1-16,0-2-1 0,-7-1-2 0,14-1-2 16,-14 1 0-16,13-3 3 0,-8-2-3 0,0-1 3 15,1-1-7-15,-2 0 3 0,-3-4-2 0,1 0-4 16,-4-3-4-16,1 2-6 0,-3-4-3 0,-2 3 3 16,0-3-3-16,-2-1-2 0,1 0 5 0,0 1-5 15,-3-1 3-15,3 3 3 0,1-1 2 0,1 4-1 16,2-2 0-16,-1 3 3 0,3-1-1 0,1 11 3 15,3-13-8-15,3 7-1 0,-1 2 6 0,5 2-3 16,3 3 9-16,-1 0-8 0,4 3 3 0,1 6 1 16,1-1 5-16,-2 2 2 0,0 2 1 0,-2 0 2 15,0 2 3-15,-4 0 1 0,0 1 2 0,-2 0-4 16,2-1 2-16,-2 1 1 0,-3-1-1 0,-1-3 0 16,0-3-1-16,-2 1 5 0,2-1 5 15,-4-5 17-15,1 3 1 0,-1-7 10 0,0 0 12 0,0 9 2 16,0-9-3-16,0 0-4 0,0 0-8 0,0 0-3 15,0 0-7-15,0 0 0 0,-12-16 3 0,12 6-12 16,0 10-5-16,1-20-4 0,1 4-2 0,2 0-6 16,1-2-5-16,2 0-6 0,0 1-2 15,5 0 3-15,-5 1-8 0,2 3 4 0,-1 4-3 0,0 1 3 16,-2 2-5-16,0 3 1 0,2 0-4 0,-8 3 3 16,17 0-2-16,-11 3 3 0,3 1-2 0,0 4 3 15,-1-3 5-15,2 4-3 0,-2 0-1 0,2 0 1 16,3 2 1-16,-3-2 2 0,1-2 0 0,-3 2 4 15,5-6-2-15,-4 4 1 0,0-3 1 16,-2-1 0-16,3-2-2 0,1-1 0 0,2 0-1 16,-2-2-2-16,1-2 2 0,0-1-6 0,-3-1 6 0,-1-1 1 15,0-1 0-15,-2 0 1 0,-1-2-4 0,-1 3 6 16,-3-5-5-16,2 2 2 0,-2-2-3 0,-2 1 4 16,0-2-6-16,2 3 5 0,-4-3-2 0,2 2 2 15,0 4-2-15,1 7 1 0,-2-12-4 0,2 12 6 16,-2-9-8-16,2 9 0 0,0 0 1 0,0 0 6 15,0 0-3-15,0 0 3 0,0 0 3 0,9 23 1 16,-7-12 0-16,0 0 2 0,0 4 3 0,0 1-2 16,-1 0-3-16,-1 1 2 0,1 0-1 0,2 2 7 15,-2 0-10-15,1-1 3 0,1-2-3 16,-4 4 2-16,2-2-4 0,-2 0-32 0,1-1-43 16,0-2-55-16,3-4-57 0,-3-3-42 0,2 3-184 0,-2-11-447 15,-5 14 198-15</inkml:trace>
  <inkml:trace contextRef="#ctx0" brushRef="#br0" timeOffset="-71007.02">6103 14343 49 0,'0'0'243'0,"3"-6"-23"0,-3 6-23 0,0 0-13 16,0 0-4-16,0 0-8 0,0 0-13 0,0 0-13 15,1 22-16-15,-2-9-11 0,0-1-5 0,1 3-17 16,-2 3-12-16,1 0-3 0,1 1-10 15,-3-1-15-15,5 1-18 0,-4-1-27 0,0 3-36 16,1-4-46-16,-1-1-73 0,1 2-211 0,-3-4-383 16,0-5 170-16</inkml:trace>
  <inkml:trace contextRef="#ctx0" brushRef="#br0" timeOffset="-70854.19">5954 14158 2 0,'0'0'102'0,"0"0"-43"15,-3-5-37-15,3 5-54 0,0 0-32 0,0 0 14 16</inkml:trace>
  <inkml:trace contextRef="#ctx0" brushRef="#br0" timeOffset="-69961.24">6292 14349 19 0,'0'-9'272'16,"0"9"-6"-16,0 0-9 0,-5-12-3 0,5 12-22 15,-5-8-9-15,5 8-23 0,-6-5-14 0,6 5-27 16,-12-4-17-16,12 4-13 0,-10-3-15 0,10 3-12 15,-17 7-15-15,6-1-8 0,3 3-6 0,-2-2-1 16,1 3-13-16,3 2-11 0,-3 2-4 0,2 1-6 16,2-4-5-16,3 4-3 0,1-3-1 0,-1 1-2 15,4-2-2-15,1 1-2 0,2-2-4 0,0 3-3 16,2-4-2-16,1-1-6 0,2-1-5 0,1-1-9 16,1-2 6-16,3-2-7 0,2-2-13 0,-3-3 3 15,1 0 2-15,-1-1 3 0,-2-3 0 0,3-2 1 16,-3-1 3-16,-1-4 4 0,0 0 5 0,-4 1-8 15,-2-4 3-15,1 1 1 0,-3-3-1 0,1-1 2 16,-2-5-1-16,-3-1 0 0,-3 1 0 0,-1-2 0 16,1 2 4-16,0-2-2 0,-1-1 1 15,-1 3 1-15,3 6 0 0,-2 2 8 0,2 5 11 0,0 0 5 16,2 2 2-16,-2 3-6 0,3 7-1 0,-1-10-9 16,1 10-2-16,0 0-1 0,0 0-2 0,0 0-1 15,0 0 0-15,4 38-1 0,0-10 0 0,-4 1-3 16,3 4 2-16,0 5 2 0,1-8 1 0,-2 5-5 15,2 0 4-15,1-2-2 0,2-2 0 0,-2-2-3 16,2-3 13-16,1 2-12 0,-2-9 0 16,1 0 0-16,4 5 2 0,-2-8 0 0,0 0 0 0,3-2-3 15,-5-7 6-15,8 3-1 0,-5-3 5 0,1-3-4 16,-1-3-1-16,4-1 0 0,1-2 3 0,4-5-5 16,-4-3 3-16,3 1-2 0,-4-4 0 15,6-4 2-15,-1-2 2 0,0 0-2 0,-7 5-1 0,4-6-2 16,-4-4 1-16,-3 7-3 0,3-5 0 15,-6 2-1-15,0 0 3 0,0 3 7 0,-2 0-9 0,-4 0 2 16,-2 1-1-16,2 5 1 0,-2-1 0 0,-2 2 3 16,-1 0 8-16,1 5-1 0,-1-2 0 15,2 1 2-15,3 6-3 0,-11-5-1 0,11 5-5 16,0 0 0-16,-25 7-3 0,16 1 0 0,-3 4-6 16,2 1 6-16,3 3-3 0,-2-2-3 0,4 2 3 15,1 0-3-15,2 3 5 0,2-3 0 0,1 0-2 0,0 0-3 16,3-5 3-16,1-2 1 0,3 3 4 0,0-5 2 15,-1 1 3-15,5 0-3 0,-1-4 4 16,1 2-13-16,-1-3 7 0,2-2-2 0,1-1-4 16,-14 0 6-16,23-6-3 0,-10 2 2 0,0 0 1 15,-2-4-7-15,1 0-4 0,-2 2-4 0,1-3 1 16,1-4-9-16,-3 2-6 0,1-5-1 0,0 0 0 0,1 3-6 16,0-2 5-16,-1 1-2 0,0 1 8 0,2 0 0 15,-6 5 3-15,1 2-1 0,-3 1 0 0,-1 1-3 16,-3 4 3-16,9-4-2 0,-9 4 6 15,0 0 0-15,12 9 5 0,-8-4 0 0,0 1 3 16,-1 5 1-16,0-1 3 0,-1 2-3 0,0 1 2 0,0 0 2 16,-3 0-3-16,3 0-1 0,-2-2-11 0,2 0-20 15,-1 2-31-15,-1-2-35 0,0-11-38 0,-3 19-45 16,1-8-47-16,-4-4-174 0,-2 2-441 16,-1-1 195-16</inkml:trace>
  <inkml:trace contextRef="#ctx0" brushRef="#br0" timeOffset="-69745.01">5878 14098 201 0,'-9'-5'235'15,"3"2"-28"-15,6 3-20 0,-5-4-21 0,5 4-23 16,0 0-27-16,0 0-31 0,0 0-51 0,0 0-74 16,29 14-64-16,-12-7-101 0,0 1-223 0,4-1 99 0</inkml:trace>
  <inkml:trace contextRef="#ctx0" brushRef="#br0" timeOffset="-69197.03">9421 14507 210 0,'0'0'279'0,"0"0"-25"16,0 0-20-16,0 0-20 0,0 0-16 0,0 0-41 16,0 0-14-16,0 0-13 0,0 0-17 0,29-13-7 15,-12 9-12-15,3 0-10 0,1 3-10 0,-1-2-20 16,2 0-35-16,0 0-52 0,-4 2-41 0,0-2-60 16,-7 2-57-16,0 2-132 0,-3 0-347 0,-8-1 153 15</inkml:trace>
  <inkml:trace contextRef="#ctx0" brushRef="#br0" timeOffset="-69052.16">9512 14667 149 0,'0'0'158'0,"0"0"-9"16,0 0-17-16,14 2-13 0,-3-3-19 0,1-1-47 15,4-3-52-15,1 1-45 0,3-3-93 0,6-3-147 16,5 3 66-16</inkml:trace>
  <inkml:trace contextRef="#ctx0" brushRef="#br0" timeOffset="-68555.13">10107 14318 228 0,'-1'-5'246'0,"1"5"-17"0,0-12-17 0,0 12-15 0,6-13-17 15,3 5-11-15,3 3-18 0,-1-1-13 0,7 3-15 16,0 3-3-16,0 0-12 0,1 1-10 0,-2 2-8 16,1 4-10-16,-4 2-4 0,1-1-7 0,-2 1-7 15,-3 1-4-15,-2 0 0 0,-2 1-7 16,-1 0-5-16,-3 1-5 0,-2 0 1 0,-3 1-4 15,0-1 2-15,0 6-3 0,-5-5-4 0,0-3 2 0,1 0-2 16,0-1 1-16,-1-3-1 0,0 1-4 0,3-2-1 16,-1 0-5-16,2-1 4 0,4-4-4 0,-7 7-6 15,7-7 0-15,-5 3-1 0,5-3-5 0,0 0 3 16,0 0-4-16,-4 8 0 0,4-8-3 16,0 0 1-16,16 3-1 0,-6 2-2 0,1-3 8 0,2 4-13 15,-2-2 2-15,5 4 1 0,-4-3-3 0,0 3 0 16,-2 0-2-16,-1 1 3 0,1-1-1 15,-1 2 3-15,-2 0-2 0,-4-1 8 0,1 1-11 0,-1-1 2 16,-3 2 1-16,-5-1 1 0,-2-3 0 16,1 2 2-16,-3 0-3 0,-4-1 7 0,2-2-3 0,-6 0 2 15,4-3-5-15,-1 2 8 0,1-2-7 0,-4-1 6 16,4 1-7-16,0-3 4 0,0 0-1 0,2 0-21 16,-1-1-21-16,2-1-35 0,2 1-53 15,8 1-70-15,-14-6-68 0,14 6-203 0,-6-8-504 0,6 8 222 16</inkml:trace>
  <inkml:trace contextRef="#ctx0" brushRef="#br0" timeOffset="-68117.88">10813 14237 47 0,'0'-10'243'16,"0"10"-6"-16,0-12-6 0,0 12-7 0,-3-11-7 16,3 11-15-16,-1-10-19 0,1 10-19 0,0 0-12 15,0 0-25-15,0 0-12 0,0 0-3 0,0 0 5 16,0 0 1-16,1 37 0 0,-2-19 2 0,0 8-4 16,-1-7-2-16,1 5-7 0,0 1-11 0,-1 1-10 15,1-7-7-15,1 5-10 0,-1-4-4 0,0-2-2 16,2 1-9-16,-1-2-7 0,-1 4-1 0,1-4-7 15,1-1 0-15,-1 2-11 0,1-7-17 0,0 5-38 16,1-3-34-16,-1-3-34 0,-2 0-42 0,1 0-52 16,0-10-57-16,1 12-56 0,-1-12-154 0,0 0-492 15,1 12 219-15</inkml:trace>
  <inkml:trace contextRef="#ctx0" brushRef="#br0" timeOffset="-67823.59">11046 14284 21 0,'0'0'202'0,"0"0"-11"0,-8-4-17 15,8 4-6-15,-16 2-14 0,6 2-8 0,-3 0-17 16,-2 2-11-16,-2 1-13 0,2 5-5 0,1-7-12 16,1 5-9-16,-1 0-8 0,5-3-13 0,1 0-4 15,-2 1-4-15,3-1-4 0,1-1-4 0,1-1-9 16,1-1 0-16,4-4-6 0,-3 7-2 0,3-7-2 15,1 9-4-15,-1-9 10 0,6 12-10 0,-2-7 4 16,5 1 2-16,3 1 4 0,-3 0 1 0,3 3-2 16,1-3-2-16,-3 1 0 0,7 1 4 0,-2-1-9 15,2 1-3-15,-2-2 2 0,2 2-6 0,0 2 3 16,-1-2-27-16,1-3-32 0,-1 0-44 0,0-2-56 16,2-1-48-16,-6 1-151 0,1-3-368 0,0 1 163 15</inkml:trace>
  <inkml:trace contextRef="#ctx0" brushRef="#br0" timeOffset="-67317.33">11356 14577 98 0,'6'-2'161'0,"-6"2"1"0,10-3-3 0,-10 3-11 15,11-5-7-15,-5 4-5 0,2-2-13 0,-2 0-13 16,4-1-4-16,-1 0-6 0,0-3 2 0,0 5-9 16,4-2 1-16,-5-1-5 0,1 1-2 0,-3-2-3 15,-1 0-1-15,0 1-3 0,0 0-4 0,-3-1-8 16,3-3-6-16,-3 2-3 0,0 0-3 16,1 0-7-16,-3 7-2 0,2-15-7 0,-4 5-4 0,2 0-1 15,-3 3-8-15,1-2 0 0,0-3-1 0,-2 1-7 16,-1 1 3-16,1-3-4 0,1 1 2 0,-3-2-5 15,0-1-1-15,2-1-5 0,0 1 1 0,3 4 1 16,-2-1-1-16,3 0 0 0,1 3 4 0,2-2-5 16,1 0 2-16,1 1 2 0,5 1-7 0,2-4-2 15,2 2 0-15,2 2-2 0,4-3 0 0,0 5-3 16,2 3 0-16,-1 1 3 0,6 1-2 0,-9 3 0 16,2 4-3-16,-2 1 2 0,-2 2 4 0,-5 3-3 15,-1-1 1-15,-2 6 5 0,0-1 9 0,-6 1 1 16,1 3 1-16,-7-1 3 0,0 2 7 0,-2 4 7 15,-2 1-6-15,-1-7-4 0,2-2 11 0,0 2-12 16,1-2 5-16,2-3-14 0,-1 2 0 0,2-5-2 16,3 0 1-16,0 0-4 0,0-1 2 0,0-2 0 15,3 0 2-15,2 0-3 0,-1-2 10 0,2 0-11 16,6-1-15-16,6-3-25 0,-6-1-36 0,9-3-41 16,0-1-50-16,8-3-58 0,-9 4-253 15,1-3-507-15,-1 0 225 0</inkml:trace>
  <inkml:trace contextRef="#ctx0" brushRef="#br0" timeOffset="-66337.27">13450 14727 219 0,'0'0'253'15,"0"0"0"-15,0 0-11 0,0 0-10 0,0 0-9 16,0 0-15-16,-2-9-17 0,2 9-8 0,0 0-8 15,0 0-18-15,2-10-16 0,2 4-12 16,-4 6-14-16,3-11-9 0,1 5-3 0,-2-2-13 16,3-1-5-16,-1-2-12 0,6-2-5 0,-6 3-5 0,4-6-1 15,-1 0 0-15,1-2-18 0,2-6 2 0,-5 5-5 16,1 2-4-16,-6-3-8 0,3 2 3 0,0-8 5 16,-3 9-14-16,-3-1-9 0,2 4 9 15,-1 1 2-15,0 3-5 0,0-2-3 0,-4 5-1 16,-1 0-4-16,-3 1-3 0,6 1 1 0,-7 3-1 0,0 2-6 15,-1 1 1-15,1 0-5 0,-3 4 14 0,4 0-13 16,1 0 3-16,-1 2 3 0,4 2-2 0,1 0-4 16,5-1-4-16,0 1 2 0,2 0 3 0,5 1-4 15,5-1 3-15,1 0 4 0,7-2-5 0,5 1 1 16,5-2 5-16,3 0-6 0,-1 1 2 0,-3-4 1 16,0 1 10-16,0 0-12 0,-9 0-3 0,-2 1 0 15,-2 3 0-15,0-2-1 0,-5 3-3 0,3 1 3 16,-8 1 3-16,3 6-6 0,0-2 3 0,-4 0-1 15,1 2 3-15,-3 1-1 0,-1 0 0 0,0 0 1 16,2 0-4-16,-2 1 1 0,-2-5 4 0,2 4-1 16,-1 1 1-16,1-1 1 0,0-2-7 0,1 2-27 15,-1-5-29-15,0 2-35 0,-1-4-39 0,1 0-62 16,-2 0-63-16,2-5-248 0,-2-6-552 0,2 11 245 16</inkml:trace>
  <inkml:trace contextRef="#ctx0" brushRef="#br0" timeOffset="-65981.41">14005 14794 95 0,'9'-5'229'16,"-3"-1"0"-16,4 2 1 0,-2-3-15 0,1 2-9 15,5-4-16-15,-1 0-13 0,2-1-17 0,-1 1-9 0,-1-1-15 16,-3 1-4-16,-1 2-5 0,2 1-8 0,-3-3-9 15,0 0-9-15,-2-1-6 0,1 2 3 16,-5 0-15-16,2-2-4 0,0 0-9 0,-4 10-6 16,-1-12-7-16,1 12-5 0,-4-13-8 0,4 13-5 15,-10-7-3-15,10 7-7 0,-12 0 0 0,12 0-4 16,-21 6-6-16,10 1 1 0,-3 3 2 0,1 2 6 0,-1 3-10 16,3 0 9-16,2 0-3 0,-2 3 1 15,4 0-2-15,3 1 2 0,-1-1-2 0,1 0 1 0,2 1-4 16,2-3 2-16,2-3 2 0,0-1-11 15,3 2-1-15,1-2 3 0,1-3-2 0,3 2 0 16,0-4-1-16,-1-2-28 0,9 2-12 0,-2 0-37 16,4-5-32-16,1 2-47 0,0-4-44 0,9-4-51 0,-8 0-37 15,6 2-187-15,0-3-501 0,-9-1 221 0</inkml:trace>
  <inkml:trace contextRef="#ctx0" brushRef="#br0" timeOffset="-65663.26">14629 14634 184 0,'0'0'203'0,"7"-4"-23"0,-7 4-13 0,10-5-15 16,-10 5-14-16,12-1-11 0,-12 1-19 0,13 0-12 16,-13 0-24-16,0 0-37 0,18 3-32 0,-18-3-35 15,7 4-19-15,-7-4-21 0,5 6 0 0,-5-6-1 16,2 10 0-16,-2-10 7 0,0 0 2 0,0 14 3 15,0-14 12-15,-2 12 10 0,2-12 42 0,-7 16-12 16,3-7 21-16,-1-3 0 0,-2 2 16 0,1 1-2 16,1 0 8-16,0-2-2 0,-3 3 8 0,5-5 10 15,0 2 2-15,0 0-5 0,-2-1 17 0,3-1 4 16,2-5-1-16,-9 8-4 0,9-8 0 0,0 6-5 16,0-6 1-16,0 0-2 0,0 0-7 0,0 0-6 15,13 0-2-15,-13 0-8 0,21-10-22 0,-6 1-41 16,1-1-44-16,0 0-60 0,2 1-132 0,0-1-286 15,9-5 127-15</inkml:trace>
  <inkml:trace contextRef="#ctx0" brushRef="#br0" timeOffset="-64250.99">15270 14469 157 0,'0'0'160'0,"0"0"-8"16,0 0 15-16,0 0-14 0,0 0-8 0,-14 29-11 15,9-15-6-15,-1 4-8 0,-1 2-8 0,2 3-8 16,-4-5-9-16,5 2-4 0,-1 0-9 0,-3 3-7 16,1-4-6-16,2 0-6 0,0-2-8 0,-2-1-4 15,3-2-5-15,-2 1-2 0,-3 0-5 0,8-3-2 16,-4-2-2-16,1 0-6 0,0-3-1 0,0 1 0 16,3-3-3-16,1-5 4 0,-4 8-5 0,4-8-4 15,-7 6 0-15,7-6 2 0,0 0-3 0,0 0-4 16,0 0-1-16,0 0 0 0,0 0-4 0,0 0-3 15,0 0 1-15,9-21-2 0,-9 21 0 0,8-9-1 16,-3 6-2-16,3 0 6 0,1-1-9 0,2 3 5 16,0-1-2-16,1 0-1 0,0-2 0 0,2 4 3 15,-1-3-5-15,2 3 2 0,-2-2 0 0,6 2 1 16,-1-2-5-16,1 2 4 0,-1-3-3 0,0 0 1 16,2 2 5-16,-3-3-2 0,0 0-3 0,-6 1 5 15,7-3-2-15,-5 1-1 0,-2 2 2 0,1-4-2 16,-1 0 0-16,1 1 2 0,-3-1-2 0,0-2 3 15,-2 0 2-15,1 1-7 0,-2 0 8 0,-2 2 7 16,1 2 8-16,-3-3 9 0,-2 7-3 0,6-8 8 16,-6 8 8-16,3-7-1 0,-3 7-5 0,0 0-4 15,3-7-11-15,-3 7 0 0,0 0-2 0,0 0 1 16,0 0 5-16,-5 23 17 0,1-7-5 16,1 0 5-16,-2 4-1 0,-1-1-7 0,0 6-1 0,0-6-5 15,3 4 0-15,-1-2-7 0,2-3-5 0,-1 7 0 16,1-6 4-16,-1-1-8 0,2 0 2 0,2-1-6 15,-1 0-17-15,1-1-31 0,1-4-32 0,-2 2-33 16,0-2-44-16,0-2-43 0,2-4-54 0,-2-1-224 16,0-5-503-16,0 9 222 0</inkml:trace>
  <inkml:trace contextRef="#ctx0" brushRef="#br0" timeOffset="-63919.54">15714 14792 47 0,'0'0'214'0,"0"0"-1"0,0 0-2 16,0 0-4-16,0 0-19 0,0 0-14 0,-9 26-12 0,7-18-17 15,1 3-11-15,1 0-13 0,3 0-12 0,-2 0-11 16,4 2-7-16,-1-2-7 0,2 0-7 0,2-1-6 16,1-3-2-16,2-2-9 0,-1 3-1 15,1-3-5-15,2-2-3 0,1-2 2 0,-3 0-2 0,10-2-5 16,-6-3 4-16,-1 1-3 0,-2-2-5 15,5-4 3-15,-6 3-5 0,-1-3 1 0,-3 0-6 0,1 0 2 16,0-1 1-16,-6-1 0 0,1 1-3 0,-2-1-6 16,-2-2-3-16,-2 2-3 0,0-1-2 0,-3 2 2 15,-5-6-6-15,1 9-6 0,-1-2 2 0,-6 2-1 16,0 2-6-16,-1 1 2 0,0 3-1 16,0 1-5-16,2 2 0 0,-3 5-17 0,-1-1-25 15,1 1-34-15,5 1-42 0,-1 3-45 0,6-3-43 0,0 2-61 16,1 1-162-16,3-3-464 0,4 2 206 0</inkml:trace>
  <inkml:trace contextRef="#ctx0" brushRef="#br0" timeOffset="-63523.41">16014 15050 97 0,'5'3'214'0,"-5"-3"-5"0,15 1-10 15,-15-1-12-15,16-1-12 0,-7-4-8 0,2 2-9 16,3 1-10-16,4-4-8 0,-1 0-7 0,-1 0-1 16,1-2-13-16,1-1-9 0,-7 3 0 0,2-3-6 15,-5 2-6-15,2 0-1 0,0-3-3 0,-2-1-5 16,-3 0-1-16,0 0-10 0,-1-4-3 0,-3 3-7 16,-1-4-6-16,-1 0-4 0,-2 1-7 0,2 2 0 15,-3-2-3-15,0 1-11 0,1-2-5 0,0 5-5 16,0 1-1-16,1-1 3 0,1 5 0 0,1 6-1 15,0-16-2-15,0 16-4 0,7-13-5 0,1 7 0 16,2 2-4-16,4-1 2 0,-1 3-7 0,1 2 1 16,5-2-6-16,-1 5 2 0,1 1-2 0,-3 1-4 15,-4 2 5-15,-1 1-1 0,0 4-2 0,1 0-2 16,-5-2 4-16,-2 2-4 0,1 2 3 0,-3 3 2 16,-1-2 2-16,-1-3-2 0,-1 5-1 0,0-4 1 15,0-2 2-15,-1 0-3 0,1 1 2 0,0-3-13 16,1 1-18-16,0-2-41 0,4 1-43 0,-2-3-42 15,2-1-49-15,4-3-49 0,5 0-240 0,-1-2-530 16,6-2 235-16</inkml:trace>
  <inkml:trace contextRef="#ctx0" brushRef="#br0" timeOffset="-60162.65">17462 15167 92 0,'-9'10'105'0,"-2"6"-14"15,0 0-11-15,-2 6-3 0,-2 1 10 0,3 2-20 16,2-6-42-16,-1 3-50 0,4-3-76 15,-3-2-107-15,3-1 48 0</inkml:trace>
  <inkml:trace contextRef="#ctx0" brushRef="#br0" timeOffset="-59438.93">18705 14617 171 0,'0'0'222'0,"0"-9"-16"0,0 9-19 0,0 0-16 16,-3-9-20-16,3 9-12 0,0 0-18 0,0 0-11 16,0 0-6-16,-13 13-3 0,8-2-8 0,-5 3 0 15,-3 10-2-15,1 0-3 0,-2 0-9 0,-1 1-7 16,1-1-22-16,0-3-6 0,1 2-2 0,0-1-4 16,0-5-4-16,3-1-4 0,-3 0-1 0,3 0-3 15,-3-3 0-15,3 1-3 0,-1-1 1 0,3-5-3 16,-2 0 4-16,-3 4-6 0,3-6-2 0,-1 0-3 15,-1-2 2-15,1 2-2 0,-1-5-3 0,1 1-1 16,2-2 0-16,-2-2-1 0,2-3 3 0,3 2-2 16,-1-5-1-16,0 1-2 0,2-6 0 0,2-1-1 15,2-4-1-15,1-1 0 0,1-1-1 16,4-4-3-16,1 5-1 0,-1 0 2 0,3 3 2 0,-1 0-3 16,0 3 1-16,1 1-1 0,-2 3-4 15,1-1 2-15,-1 3 6 0,0 1-9 0,3 2-2 0,-1 3 1 16,0 1 1-16,-8 0 0 0,19 3-1 0,-9 3 0 15,2 1 2-15,0 4 1 0,1 0 0 0,1 2 3 16,2-2-1-16,-4 4 7 0,-1 2-7 0,6 1 1 16,-5-2-2-16,2-2 1 0,-2-3 1 15,2 4-2-15,0-4 4 0,-1 1-2 0,0 0 1 0,0 0-1 16,1-1-12-16,-5-4-30 0,2 2-38 0,0-2-36 16,-2-1-43-16,1 1-28 0,2-3-32 0,-6-1-112 15,3 0-356-15,-9-3 157 0</inkml:trace>
  <inkml:trace contextRef="#ctx0" brushRef="#br0" timeOffset="-59268.28">19229 14753 133 0,'14'-3'128'0,"-6"1"-12"0,4 1-15 16,-12 1-7-16,21-3-12 0,-9 3-24 15,1-3-40-15,-2 5-28 0,-11-2-36 0,22 1-67 16,-14 0-121-16,-8-1 53 0</inkml:trace>
  <inkml:trace contextRef="#ctx0" brushRef="#br0" timeOffset="-59108.32">19220 14882 63 0,'-3'4'125'0,"-1"0"-7"0,4-4-1 0,-4 8-7 15,4-8 1-15,0 0-6 0,10 11-11 0,0-8-8 16,3-2-8-16,4-1-4 0,3-1-13 0,3 0-15 0,5-1-31 16,4-5-33-16,-1 3-44 0,1-4-39 15,-3 1-70-15,1-1-185 0,-5 1 83 0</inkml:trace>
  <inkml:trace contextRef="#ctx0" brushRef="#br0" timeOffset="-58911.24">19852 14497 44 0,'-2'-11'252'0,"4"4"-8"0,-2 7-17 0,0-10-26 15,0 10-21-15,0 0-16 0,0 0 8 0,0 0 1 16,-8 50-6-16,4-16-21 0,0-1-10 0,-2 15-14 16,0-3-16-16,3 1-7 0,2-12-12 0,2 2-9 15,0-2-30-15,2 0-36 0,-2-2-48 16,3 0-50-16,1 1-64 0,-1-3-63 0,-1-1-150 0,-5 0-392 15,2-1 174-15</inkml:trace>
  <inkml:trace contextRef="#ctx0" brushRef="#br0" timeOffset="-55467.71">10465 15870 34 0,'-1'-16'156'0,"1"16"0"16,-4-6-6-16,1-1-3 0,3 7 4 0,-5-10-6 16,4 4-7-16,1 6 2 0,-4-8-1 0,4 8-8 15,-2-6-15-15,2 6-10 0,0 0-16 0,0 0-9 16,0 0-8-16,0 0-3 0,0 0-2 0,-5 16-2 16,2-3-4-16,0 6-2 0,-1 6-3 0,1-1 3 15,0 5-4-15,1-3-7 0,3 3-3 0,-1 1 3 16,-1 1-9-16,3-1-1 0,2-5-6 0,0 5 0 15,0-6-7-15,-2 2-25 0,0-6 4 0,1 6-5 16,1-9-1-16,-2 0-1 0,1 1 4 0,0-2-4 16,-1-5-6-16,0 3-17 0,1-4-23 0,-1 0-29 15,0-4-32-15,-2-6-30 0,4 12-24 0,-1-10-26 16,-3-2-147-16,2 6-363 0,-2-6 161 0</inkml:trace>
  <inkml:trace contextRef="#ctx0" brushRef="#br0" timeOffset="-54870.89">10484 16105 41 0,'12'-7'95'0,"-2"-1"-6"16,6-3-7-16,1-1-11 0,5-2-5 0,1 0-1 16,-1 1-13-16,-4 2 9 0,1 1-13 0,-1 0 12 15,-2-1-1-15,1-1 1 0,-4 2-9 0,-1-2-2 0,-4 3 9 16,1 0 5-16,-1 1 5 0,-3-1-21 15,-3-1 5-15,1-1-3 0,0 0-1 0,-3 11-7 16,-3-21 17-16,2 12-3 0,1 9-3 0,-3-15 1 16,3 15 6-16,-2-9-8 0,2 9-9 0,0 0-7 15,0 0-3-15,0 0-3 0,0 0 6 0,0 0-1 16,-3 37 6-16,4-12 0 0,-2 5 2 0,0 3-2 16,-1 2-9-16,1 13 1 0,-2-13 1 0,1-2-4 15,2 2 1-15,-1-5-6 0,1 1-4 0,-4-5-2 16,3 0-2-16,2-8 1 0,-1 0-3 0,4-3 3 15,-4-4-7-15,1 0 0 0,-1-3-3 0,0-2 1 16,1 1 2-16,-1-7 0 0,1 10 6 0,-1-10-5 16,0 0 0-16,6 4-1 0,-6-4 6 0,0 0-8 15,15-14-5-15,-5 6 1 0,-3-1 0 0,3-3-1 16,4 0 4-16,-1 0-7 0,-3 4 1 0,5-2 0 16,-3 4-1-16,4-1 2 0,2 2-4 0,0 1 1 15,0 1 2-15,0-1 2 0,1 0-1 16,-1 2-1-16,0-1 0 0,2-1 3 0,-3-1 3 15,3-2-6-15,1 1 2 0,-2-1-1 0,1 1 5 0,-2-1-4 16,0-3-3-16,-2 0 2 0,-2-1-2 0,0 1 0 16,-3-2 6-16,-1 0-2 0,-2-2-1 15,-3-1-2-15,0 2 3 0,-3 1-2 0,-2 1 1 0,1-5-7 16,-5 0 3-16,0 4 3 0,2 1-1 16,-3 0 1-16,-1 4 8 0,1 0 8 0,5 7-7 15,-14-6 2-15,14 6-5 0,-22 6-1 0,10 0 5 16,-4 6 0-16,1 2 1 0,-4 9-2 0,2 3-3 15,3 1 4-15,4-2-3 0,5 0 2 0,-1-6-3 16,3 6-16-16,3-6-37 0,3-2-31 0,0-2-58 16,5 0-52-16,1-3-194 0,-3-2-410 0,3-2 181 15</inkml:trace>
  <inkml:trace contextRef="#ctx0" brushRef="#br0" timeOffset="-54539.46">11449 16138 98 0,'0'0'213'0,"0"0"-13"0,0 0-8 0,0 0-13 15,4 19 0-15,-4-19-10 0,0 6-12 16,0-6-14-16,0 0-17 0,0 10-6 0,0-10-10 16,0 0-10-16,0 0 0 0,0 0 7 0,0 0 2 15,0 0 1-15,0 0 0 0,0 0-5 0,0 0-11 0,0 0-8 16,0 0-11-16,0 0-7 0,0 0-11 0,0 0-4 15,0 0-5-15,0-35-7 0,4 18-6 0,5-1-6 16,-2 1-4-16,5-5-4 0,0 5-6 16,7-3-2-16,-4 8-2 0,-1 1-1 0,-2 4 0 15,-1 0 0-15,2 3-7 0,-2 3 1 0,-1 1-1 16,-10 0-2-16,19 5 2 0,-9 3-2 0,-3-1 0 16,1 3-3-16,0 5 4 0,-2 3-1 0,-1 0-1 15,1-1-23-15,0 5-25 0,-5-2-36 0,2-2-51 16,-2 0-66-16,1-2-71 0,-2 2-159 0,2-6-466 15,4 0 206-15</inkml:trace>
  <inkml:trace contextRef="#ctx0" brushRef="#br0" timeOffset="-53977.21">13377 15980 2303 0,'-2'-12'66'0,"-4"3"43"0,2 4-29 16,4 5-29-16,-9-9-19 0,1 7-13 0,8 2-5 16,-13 0-1-16,13 0 6 0,-11 11 11 15,2 0 8-15,0 3 2 0,0 1 10 0,-5 6 2 0,6 7-10 16,-3-4-4-16,1 3-3 0,1-3 4 15,3-6-9-15,1 0-3 0,3 1-2 0,-2-2-4 0,-1 1-2 16,3-5-2-16,-1-2-28 0,3-2 0 0,-4 1-1 16,4-3 6-16,0-7 7 0,0 9 10 15,0-9 15-15,0 0 14 0,0 0 10 0,0 0 17 16,-4 12 3-16,4-12-13 0,0 0-4 0,0 0-2 16,0 0-6-16,0 0-3 0,8-34-10 0,-3 19-1 15,2-4-1-15,0-6-1 0,3-4-5 0,2-1-1 16,1 2-2-16,1-5-3 0,2 2-6 0,1-1-3 15,4-9 5-15,-5 10-7 0,1 2-3 0,2 2 4 16,0 0 2-16,-3 3-4 0,1 2-2 0,-4 8-1 16,-5 5-3-16,-1 0-4 0,5 5 12 0,-1-1-12 15,-3 4 0-15,-8 1-6 0,25 10 7 0,-13 1-5 16,-3 7 5-16,4 5 3 0,-3 5 2 0,-2 1-2 16,-4 3 9-16,1-2-6 0,-1-1 2 0,1 0-1 15,0 3 4-15,-3 0 5 0,2-3-6 0,-4 0-2 16,5-3 3-16,-3-1-4 0,0-7-1 0,2 0 3 15,-1 0-2-15,2 0-4 0,-1-4 5 16,1-2-4-16,-1 1-8 0,0-3-18 0,1 1-34 0,-3-3-35 16,2 2-33-16,-4-10-34 0,3 11-40 0,-3-11-51 15,5 7-43-15,-5-7-173 0,0 0-506 0,0 0 223 16</inkml:trace>
  <inkml:trace contextRef="#ctx0" brushRef="#br0" timeOffset="-53800.53">13262 16177 157 0,'0'0'172'16,"0"0"-7"-16,19-15-18 0,-3 11-9 0,2-3-10 0,2 0-18 16,10 1-9-16,3-5-22 0,-1 3-43 0,1 0-53 15,7 0-55-15,-3 3-119 0,-1-1-207 16,-1-3 92-16</inkml:trace>
  <inkml:trace contextRef="#ctx0" brushRef="#br0" timeOffset="-53620.73">14195 16022 98 0,'0'0'194'0,"0"0"-6"0,7 2-12 0,-7-2-4 16,0 0-16-16,17 0-18 0,-17 0-15 0,19 2-8 15,-19-2-12-15,22 1-26 0,-8-1-39 0,-14 0-45 16,22-1-67-16,-22 1-44 0,21 1-113 0,-21-1-248 16,0 0 110-16</inkml:trace>
  <inkml:trace contextRef="#ctx0" brushRef="#br0" timeOffset="-53458.33">14158 16193 45 0,'-10'8'187'0,"5"-4"-4"16,-1 2-9-16,6-6-9 0,-7 7-17 0,7-7-15 16,0 0-11-16,-4 8-12 0,4-8-9 0,0 0-6 0,0 0-14 15,31 3-18-15,-15-6-28 0,5-2-44 0,10-4-26 16,-2 2-43-16,2-4-52 0,-1 3-102 16,-1-1-251-16,4-5 111 0</inkml:trace>
  <inkml:trace contextRef="#ctx0" brushRef="#br0" timeOffset="-43746.64">24421 12101 64 0,'0'0'129'0,"-2"-8"3"0,2 8-7 16,0 0-16-16,0 0-9 0,0 0-13 0,0 0-4 15,0 0-11-15,0 0-2 0,0 0 9 0,0 0-1 16,0 0 1-16,2 30 0 0,-1-13 0 0,-1 6 0 16,-3 4 5-16,2 0-5 0,1 1 0 0,-3 3-4 15,3 2-7-15,0-2-6 0,0 1 1 0,0 3-7 16,2-3-4-16,-1 0-2 0,2-2-3 0,-2 2-4 16,3-2 1-16,0 1-1 0,1-3-9 0,-3 0 4 15,5 1-7-15,-2-3-2 0,0 0-1 0,0-2-2 16,-2-6-2-16,1 1-3 0,-1 0-2 0,-2-2-1 15,2 0-2-15,-2-1 4 0,0-4-6 0,2 1 0 16,-1-1-5-16,-1 1 4 0,-1-6-1 0,1 2-6 16,0-3 5-16,0 4-2 0,1-3-3 0,-2-7-1 15,1 13 2-15,0-8-1 0,-1-5-1 0,3 8 1 16,-3-8-3-16,0 0 4 0,1 10-1 0,-1-10-2 0,0 0 0 16,0 0 2-16,0 0-2 0,0 0-1 15,2 4 3-15,-2-4 0 0,0 0 0 0,0 0 3 0,0 0-5 16,0 0 5-16,0 0-6 0,0 0 4 15,0 0-8-15,0 0-22 0,0 0-25 0,0 0-30 0,0 0-30 16,0 0-24-16,0 0-16 0,0 0-25 0,0 0-22 16,-12-19-122-16,12 19-342 0,0-16 152 0</inkml:trace>
  <inkml:trace contextRef="#ctx0" brushRef="#br0" timeOffset="-43446.98">24338 12781 85 0,'0'0'137'0,"-2"6"-6"16,2-6 5-16,0 11-3 0,0-11-7 0,5 15-9 15,0-6 0-15,0 3-1 0,1 3-4 0,0-5-8 16,1 6-1-16,1-2-12 0,-1-4-6 0,-1 2-3 16,4 0-3-16,-2-4-5 0,2 6-3 15,-1-6-3-15,-2-1-6 0,3 2-8 0,-2-2 3 0,1 2 3 16,2-4-5-16,-1-2 2 0,-2-2-1 0,2 0-6 15,3-1 7-15,0-1-6 0,1 0-3 0,-1-4-4 16,3 0-4-16,-6-1-4 0,1 1-2 16,1-1-4-16,1-3-2 0,-3 1-2 0,1 0-5 0,-2-2-2 15,3-2-7-15,-4 4-17 0,-3-2-15 0,2 3-20 16,-4 2-22-16,3-2-30 0,-3 4-44 0,1-1-38 16,-4 4-41-16,6-6-139 0,-6 6-383 0,0 0 170 15</inkml:trace>
  <inkml:trace contextRef="#ctx0" brushRef="#br0" timeOffset="-35242.83">15475 15802 145 0,'0'0'156'16,"-12"-5"-7"-16,4 1-14 0,8 4-2 0,-14-4-5 16,8 1-3-16,6 3-4 0,-13-3-6 0,7 1-2 15,6 2-9-15,-16 0-5 0,16 0 1 0,-11 0-1 0,11 0-7 16,-13 0-4-16,13 0-7 0,-8-1-6 15,8 1-8-15,0 0-2 0,0 0-11 0,0 0-10 16,0 0-1-16,0 0-6 0,-9 1-1 0,9-1-2 16,0 0 1-16,0 0-6 0,34-1 0 0,-10 0 1 15,3-5-1-15,7 2-2 0,1 1-6 0,2-2-3 16,-4 0 1-16,0 3-3 0,-2-1 1 0,-4 0-3 16,-5 2-2-16,-6-2-2 0,2 2 1 0,-5-1 1 15,0 2-1-15,-2-1-3 0,-2 2-2 0,0-1-4 16,0 0 3-16,-9 0-3 0,12 2 1 0,-10 0 1 15,-2-2-2-15,12 5 1 0,-12-5-1 0,5 7 4 16,-5 0-3-16,2 1 1 0,-3 3 0 0,-2 0 1 16,1 7-2-16,-3-1 2 0,-3 2-1 0,0-1 2 15,1 9 4-15,0 1-3 0,0-1 3 0,0 1-1 16,1 4 2-16,1-2 3 0,0 1-1 0,0-2-1 16,2-1 0-16,2-3-1 0,-3 1 0 0,4-7-2 15,0 1 0-15,0 5-27 0,0-8 1 0,4 2 3 16,-3-1 1-16,0-4 1 0,2 2 6 0,-3-3-16 15,4-1-17-15,-3 0-14 0,-1-3-30 0,0 3-13 16,0-5-25-16,0-7-12 0,0 12-26 0,2-6-1 16,-2-6-16-16,0 9-137 0,0-9-337 15,0 0 150-15</inkml:trace>
  <inkml:trace contextRef="#ctx0" brushRef="#br0" timeOffset="-35057.4">15508 16159 26 0,'0'0'78'0,"0"0"7"0,-12-1-3 15,12 1-7-15,0 0-5 0,0 0 3 0,0 0-9 16,0 0-8-16,39-8 2 0,-19 3-13 0,11 0-4 16,3 0-11-16,1-3-25 0,2 0-37 0,0-2-16 15,1 3-21-15,-1-6-38 0,0 3-115 0,-1 0 51 16</inkml:trace>
  <inkml:trace contextRef="#ctx0" brushRef="#br0" timeOffset="-34699.11">16203 15854 39 0,'-4'-11'139'0,"0"6"-11"0,4 5 6 0,-9-7-14 15,9 7 0-15,-11-5-13 0,11 5-8 0,0 0-6 16,0 0-5-16,0 0 5 0,-18 12-11 0,10-5 1 15,6 2-5-15,-2 0-5 0,1 4-3 16,2-3-7-16,0 2-7 0,1 1-1 0,4 2-7 16,-4-4-3-16,5 5-6 0,-3-4 1 0,6-1-7 15,-3 0-5-15,3 0 1 0,2 0-5 0,-1 0-3 0,0-2-3 16,1 0-4-16,0 0 5 0,-1 1-2 0,2 3-1 16,-1-4 1-16,-3-2-2 0,1 1-2 0,-1 0-3 15,0 1 0-15,1 1-1 0,-4-6 2 16,1 5-1-16,0-2-1 0,-5-7 4 0,3 19 8 15,-3-9-4-15,0-1 6 0,-3-2-2 0,-1 2 3 16,-1 1-6-16,-3 0 2 0,-2-1-2 0,0 1-4 16,2-4 3-16,-2 3-1 0,0-4 0 0,-2 3-4 15,2-2 0-15,1-1-6 0,0-2-14 0,9-3-23 16,-18 4-30-16,12-3-22 0,6-1-35 0,-19-2-37 16,19 2-41-16,-18-9-110 0,10 3-330 0,0-4 146 15</inkml:trace>
  <inkml:trace contextRef="#ctx0" brushRef="#br0" timeOffset="-34556.99">16101 15918 126 0,'4'-12'110'0,"-2"6"-17"0,6 1 3 16,3-2-9-16,7-4-11 0,10 0-11 16,2-1 0-16,6 1-15 0,13-2-10 0,0-1-46 0,1 0-51 15,-16 4-68-15,2-2-134 0,1-2 60 16</inkml:trace>
  <inkml:trace contextRef="#ctx0" brushRef="#br0" timeOffset="-34396.69">16975 15647 70 0,'0'0'191'0,"0"0"-6"0,0 0-3 15,0 0-13-15,0 0-19 0,0 0-15 0,-13 9-13 16,13-9-17-16,0 0-38 0,0 0-36 0,0 0-55 15,0 0-45-15,0 0-56 0,-5 10-74 0,5-10-214 16,0 0 95-16</inkml:trace>
  <inkml:trace contextRef="#ctx0" brushRef="#br0" timeOffset="-17898.09">12580 13239 47 0,'-6'2'76'0,"6"-2"-10"16,0 0-6-16,0 0-8 0,0 0-2 0,0 0-10 15,0 0-5-15,0 0 1 0,0 0-9 0,0 0 0 16,0 0-20-16,0 0-12 0,0 0-5 0,0 0-6 0,0 0-8 15,-7 2-12-15,7-2-36 0,0 0-78 0,0 0 34 16</inkml:trace>
  <inkml:trace contextRef="#ctx0" brushRef="#br0" timeOffset="-14906.89">12841 16851 52 0,'9'-3'59'15,"5"2"-8"-15,-3-2-1 0,7 2-6 0,4-2 1 16,5 1-2-16,0-1-2 0,2 2 5 0,-1 1 4 16,5 0-8-16,-1-3 8 0,7 1-1 0,-2-2-1 15,14 0 1-15,1-2 0 0,0 2-8 0,1-1-2 16,-1 0 2-16,3-1 0 0,3 0 1 15,1 3-9-15,3 0 6 0,-1-6-8 0,2 7 0 16,2-1-8-16,0-3 13 0,0 0-1 0,0 1 0 0,29-7-9 16,-4 7 11-16,-29-4 5 0,33 2 1 0,-29 0 1 15,30 1-3-15,-1-3 4 0,-4-4-9 0,1 8 3 16,4-7-7-16,-3 7 0 0,-29-1 2 0,29-3 0 16,-2 0 0-16,3-1-4 0,-4 4-2 0,-23 0 5 15,25 2 2-15,-29 5 1 0,1-5-2 16,2 10 10-16,-1-5 3 0,1 3-5 0,-5 1-2 15,-2 1 0-15,-1 0-1 0,1 2 6 0,-6-2-4 0,-3 4 1 16,-11-5-2-16,-2 0-1 0,-3 0-3 0,0 2-1 16,-2-1-4-16,-6-1-1 0,-4-2-1 0,-3-1-5 15,0-1 3-15,-8 1-6 0,-1-1-1 16,2 2-2-16,-6-2 2 0,-5-1 1 0,8 0-6 16,-8 0 0-16,0 0-4 0,0 0-11 0,0 0-27 15,-20-12-29-15,2 10-17 0,-13-2-29 0,-5 4-17 16,-16 1-29-16,-7-2-17 0,-6 2-5 0,-24 3-5 0,-5 0-114 15,28 0-311-15,-33-1 138 0</inkml:trace>
  <inkml:trace contextRef="#ctx0" brushRef="#br0" timeOffset="-13705.54">13011 16815 75 0,'4'-7'72'0,"-2"2"2"0,2-1-2 0,-4 6-5 15,4-11-7-15,-4 11 1 0,-2-13-5 0,2 13-7 16,-9-13-12-16,0 2 1 0,2 2-4 16,-6-5 4-16,-1 1-1 0,-5-5-5 0,-4-1-1 15,0 0 1-15,-2-3-2 0,-2-1-2 0,1 0 6 0,-1-4-9 16,2 0 0-16,-11-10-1 0,1 0 0 0,2 0-3 16,10 8 2-16,-9-5-7 0,5 6 1 0,6 0 5 15,-6-11-5-15,8 10 12 0,-6-15-10 16,8 13 6-16,2 0 0 0,1 2-7 0,5-2 9 15,3-1 1-15,1 4-9 0,1 0-1 0,4-1 4 16,0-3-7-16,1 4 2 0,7-6-8 0,-3 3 3 16,3-1-1-16,6-2-6 0,1 3 0 0,-1 1 3 15,2-2 0-15,4 1 2 0,9-7-5 0,-11 7-4 0,5 1 9 16,10-5-9-16,-8 10 8 0,0-1-5 16,4 2 3-16,0 1-11 0,1 1 6 0,-1 2-4 15,3 0-3-15,1 2 7 0,-4 0 3 0,1 3-8 16,3 2 5-16,-4-1 2 0,5 0-3 0,-1 2-1 15,-1-1 0-15,1 0 3 0,1 0 1 0,2 1-2 16,-3 1 5-16,1 1-19 0,5 0 11 16,-5 1 5-16,1 0-3 0,-1 0-8 0,2 3 12 0,0-2-8 15,16 2 3-15,-15 2 5 0,1-1-3 0,14-1-1 16,-2 3 5-16,1 3-6 0,1-1 0 0,2-2 1 16,1 3-2-16,-2 4 2 0,-1-3-2 0,0 6-4 15,1-2 7-15,7-1-10 0,-3 2 11 0,1-2-4 16,-1 1 1-16,-1 0 3 0,3 1-3 15,4-2 3-15,1-2-6 0,2 2 0 0,1-3 0 0,-3 4 3 16,1-2 6-16,0-3-5 0,27-2-1 16,-31 1-1-16,6 1-1 0,-3-3 10 0,26 3-8 15,-26-2-1-15,1 1 2 0,25-5-5 0,-25 6 10 0,-4-4-4 16,5 1 6-16,-1 1-4 0,0 0 2 0,-1-1-6 16,1 2-2-16,-1-2 3 0,1 5 1 15,-2-4-6-15,-2 1 4 0,3-2 1 0,-4 5 4 0,0-2-4 16,-4-2 2-16,1 4 0 0,-1-2-2 0,-3-2 3 15,-1 4-2-15,0-2-3 0,-12-2 8 16,-3 2-7-16,2 3 4 0,12-6-6 0,-14 3 5 16,1 0-8-16,-3 0 5 0,-3 0 3 0,2 2-1 15,-5-1 2-15,-1 2-5 0,-6-3-2 0,-3 2 7 0,0 2-5 16,-1-1 4-16,-5 0-4 0,-2 1-2 0,3 2-2 16,-2-1 7-16,-1 1 2 0,-2 1-8 15,0 0 2-15,1 2-3 0,-2 0 5 0,0 0 3 16,-2 1-5-16,2 5-3 0,-1 1 12 0,-1-6-5 15,-3 5-2-15,3 0-3 0,-4 4 0 0,1-2 9 16,-2 1-6-16,4 0 1 0,-2 2 2 0,-2 3-2 16,0-3 4-16,2 8 4 0,-2-3 1 0,0 2 1 15,-2 0-4-15,2 0 4 0,2 1 9 0,-1 0 1 16,0 2-1-16,2 1 2 0,-2 1-2 0,4-2 2 16,-2 3 0-16,1-1-5 0,-1 0 9 0,-1 1-12 15,1 0 3-15,0-2 3 0,-1 1-4 0,4 4-8 16,-4-2 5-16,3 0-4 0,-1 11 4 0,-1-10-1 15,2-2-4-15,0 1 2 0,-3 1 1 0,1-2-1 16,0 2-3-16,-2-3 1 0,-1 3 1 0,1-3-4 16,-2 2 5-16,-2-3-6 0,-1 0 1 0,-3-2-1 15,1 0 3-15,-3-1-4 0,-3-1 0 0,2-2 2 16,-3 4 2-16,-3-5 0 0,-2-1-1 0,-3-2-2 16,-3-1 2-16,-2 1-3 0,-2-1 0 0,-1-3-2 15,-3 1 4-15,-12 4-6 0,8-5 4 0,-2-5-6 16,-10 5 5-16,8-7-2 0,-13 7 3 0,-4-7-7 15,1-1 5-15,0 1-3 0,-3-3-1 0,-2 3-1 16,-4-2 1-16,-25 1-2 0,26-2 1 0,-30 3-7 16,29-3-3-16,-2-2-5 0,-28 1 1 0,28 0-6 15,5-4 2-15,-4 1-3 0,-1 3-2 0,4 1-32 16,4-3-20-16,6-2-28 0,12-4-40 0,2 4-113 16,5-2-279-16,-1-5 123 0</inkml:trace>
  <inkml:trace contextRef="#ctx0" brushRef="#br0" timeOffset="-13528.98">16460 16264 1619 0,'9'-25'-21'0,"-5"5"33"0,-3 2-36 16,-2-2-30-16,-2 4-43 0,-1 4-46 0,-2 0-17 15,-6-2-29-15,0 0-205 0,-8-4 91 0</inkml:trace>
  <inkml:trace contextRef="#ctx0" brushRef="#br0" timeOffset="-12449.29">17852 15832 60 0,'-7'8'134'16,"7"-8"-5"-16,-3 5-4 0,3-5-3 0,0 0 0 16,-6 7-12-16,6-7-11 0,0 0-7 0,0 0-13 15,0 0-4-15,0 0-5 0,22 2-4 0,-3-8-16 16,14-8-17-16,1-3-42 0,21-12-39 0,26-14-39 16,-1-1-32-16,-27 11-66 0,25-22-198 0,5 2 88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7:00:52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25772 7496 83 0,'0'0'97'0,"0"0"-10"0,0 0 1 15,0 0-12-15,-7-8 0 0,7 8-12 0,0 0 2 16,0 0 2-16,-5-6-3 0,5 6 4 0,0 0 0 0,0 0 2 16,-4-6 0-16,4 6-6 0,0 0-1 15,0 0-5-15,0 0-5 0,0 0 0 0,0 0-7 0,0 0-3 16,-3-8-5-16,3 8 2 0,0 0-4 15,0 0 5-15,-6-4-3 0,6 4-4 0,0 0 2 0,0 0-5 16,0 0-2-16,0 0-9 0,0 0-14 0,0 0 0 16,-2-7 12-16,2 7 4 0,0 0 1 15,0 0 9-15,0 0-6 0,0 0-3 0,0 0-2 16,0 0-6-16,0 0 2 0,0 0-2 0,0 0-3 0,0 0 0 16,0 0-2-16,0 0-2 0,0 0-3 0,0 0 2 15,0 0 0-15,0 0-3 0,0 0-4 0,0 0 2 16,0 0-3-16,0 0 1 0,0 0-2 0,0 0 3 15,0 0-5-15,0 0 4 0,0 0-1 16,0 0 4-16,0 0 3 0,0 0-4 0,0 0-6 0,0 0 3 16,-7 15 0-16,7-15-3 0,0 0 0 0,0 0 1 15,0 0-1-15,0 0 6 0,0 0-3 0,0 0 0 16,0 0 2-16,0 0 2 0,0 0 1 0,0 0 1 16,2 13 2-16,-2-13 5 0,0 0-1 0,0 0 3 15,0 0 2-15,0 0 0 0,0 0 5 0,0 0 3 16,0 0 7-16,0 0 1 0,0 0 4 0,0 0 5 15,0 0 0-15,0 0 1 0,0 0 0 0,0 0 1 16,0 0 1-16,0 0-1 0,0 0 1 0,0 0-6 16,0 0-2-16,0 0-4 0,0 0-1 0,0 0 1 15,0 0-2-15,0 0-4 0,0 0-2 0,0 0 1 16,0 0-4-16,0 0-2 0,0 0-3 0,0 0-4 16,0 0 1-16,0 0-2 0,0 0-4 0,0 0 2 15,0 0 2-15,0 0-8 0,0 0 1 0,0 0-4 16,0 0-5-16,0 0 5 0,0 0-2 0,0 0-1 15,0 0 1-15,0 0-1 0,0 0 1 0,-2 6 2 16,2-6-3-16,-2 10 1 0,2-10-3 0,-2 9 1 16,0-1 1-16,2-8 0 0,-4 11-1 0,3-4 3 15,1-1 3-15,0-6-6 0,0 18 0 0,-1-11 3 16,1 2-3-16,0-9 3 0,-2 16 1 0,2-8-2 16,0 3 3-16,0-11-1 0,0 11 0 0,0-2-2 15,0-9-2-15,0 9 5 0,0-3-3 0,0-6 2 16,2 11 1-16,-2-11-1 0,1 11 2 0,-1-11-3 15,-1 9 0-15,1-9 3 0,1 9-3 0,-1-9-1 16,0 7 2-16,0-7 0 0,0 0 3 0,0 0-6 16,1 8 5-16,-1-8-2 0,0 0 1 0,0 0 4 15,0 0 10-15,0 0 6 0,0 0 5 0,-2 8 7 16,2-8 13-16,0 0-8 0,0 0 5 0,0 0 0 16,0 0-5-16,0 0-2 0,0 0-9 0,0 0-3 15,0 0-2-15,0 0 2 0,0 0-5 0,-4-23-7 16,4 23 1-16,-2-11-4 0,2 1 0 0,0 10-3 15,-5-15-4-15,5 7-5 0,-2 1 3 0,2 7-1 16,-2-13-2-16,0 6 1 0,2 7-2 0,2-9 5 16,-2 9-5-16,0-13 2 0,0 13 1 0,-2-10 0 15,2 10 0-15,0 0-3 0,-2-6 0 0,2 6-2 16,0 0 3-16,0 0-1 0,0 0-1 0,0 0-2 16,0-12 1-16,0 12 1 0,0 0-1 0,0 0 1 15,0 0-6-15,0 0-8 0,0 0-11 0,0 0-10 16,0 0-9-16,0 0-9 0,0 0-12 0,0 0-10 15,0 0-8-15,0 0-14 0,0 0-25 0,0 0-33 16,0 0-40-16,0 0-56 0,0 0-132 0,0 0-417 16,0 0 185-16</inkml:trace>
  <inkml:trace contextRef="#ctx0" brushRef="#br0" timeOffset="1011.65">26652 7531 33 0,'0'0'90'0,"0"0"0"16,0 0 1-16,0 0-1 0,-2-9 0 0,2 9-4 15,0 0-6-15,0 0-4 0,0 0-1 0,-5-4-12 16,5 4 2-16,0 0-9 0,0 0 0 0,0 0-6 16,-9-3 7-16,9 3-5 0,0 0-9 0,-8-5 1 15,8 5-3-15,0 0 2 0,-8-1 10 0,8 1 3 16,0 0-2-16,0 0 0 0,-9-4 5 0,9 4-10 15,0 0 3-15,0 0-5 0,-8-4 7 0,8 4 3 16,0 0-6-16,0 0 2 0,0 0 0 0,0 0-4 16,0 0-2-16,0 0-2 0,0 0 0 0,-4-6-4 15,4 6-3-15,0 0-10 0,0 0 0 0,0 0-1 16,0 0 2-16,0 0-8 0,0 0-4 0,12-8-2 16,-12 8 0-16,7-4-1 0,-7 4-1 0,10-5-1 15,-10 5 3-15,8-5-3 0,-8 5 0 0,7-3 2 16,-7 3-1-16,4-3-3 0,-4 3-1 0,0 0-1 15,0 0-3-15,7-4 5 0,-7 4-1 0,0 0 1 16,0 0 3-16,0 0 3 0,0 0 1 0,0 0-3 16,0 0 0-16,0 0-5 0,0 0-1 0,0 0-2 15,0 0-1-15,-29 2-3 0,15 0 2 0,2-1 0 16,0 1-1-16,1 0-1 0,0-1 5 0,3 0 1 16,2 1-6-16,6-2-3 0,-11 1 0 0,11-1 2 15,-7 1 4-15,7-1 0 0,0 0 5 0,0 0 1 16,0 0 3-16,0 0-1 0,0 0 6 0,0 0-5 15,0 0 3-15,41-8-4 0,-26 5 4 0,3 1-3 16,1-2 1-16,-2 0 2 0,1 1-2 0,0-2 2 16,-4 2-4-16,-3 1 0 0,-1 0-2 0,-2 1 0 15,-1-1 2-15,-7 2-6 0,13-2 2 0,-9 0-1 16,-4 2-3-16,0 0-1 0,12-3-3 0,-12 3-5 16,0 0 2-16,8 0-3 0,-8 0 2 0,0 0 1 15,0 0 0-15,0 0-4 0,0 0 3 0,0 0-1 16,0 0-1-16,0 0-6 0,-17 12-11 0,17-12-8 15,-7 3-24-15,7-3-25 0,0 0-38 0,-7 2-39 16,7-2-33-16,0 0-35 0,-6 6-143 0,6-6-397 16,-5 5 175-16</inkml:trace>
  <inkml:trace contextRef="#ctx0" brushRef="#br0" timeOffset="2188.15">25923 7350 14 0,'0'0'62'0,"0"0"-1"0,0 0-12 16,6-4 1-16,-6 4 1 0,0 0 0 0,0 0 5 16,0 0 5-16,0 0-1 0,4-7 8 0,-4 7-1 15,0 0 4-15,0 0-7 0,0 0 5 0,0 0-1 16,2-8-5-16,-2 8 2 0,0 0 0 0,0 0 10 15,0 0 2-15,0 0 4 0,1-8 5 0,-1 8 3 16,0 0 3-16,0 0 5 0,0 0-1 0,0 0-1 16,0 0 6-16,0 0-12 0,-1-9 0 0,1 9-9 15,0 0-3-15,0 0-3 0,0 0-2 0,0 0-2 16,0 0-6-16,0 0-3 0,0 0-5 0,0 0-5 16,0 0-6-16,0 0-1 0,0 0-12 0,0 0 0 15,0 0-8-15,0 0-4 0,0 0-4 0,0 0-2 16,0 0-4-16,0 0 3 0,0 0-4 0,0 0 0 15,0 0-4-15,0 0 0 0,7 25-2 0,-7-17 4 16,2 2 0-16,0 1-3 0,1 1 4 0,-3 0-1 16,1 0-1-16,1 6 1 0,0-7-1 0,2 4-2 15,-2 1 0-15,0-3-1 0,-1-1 2 0,3-1-2 16,-2 5 0-16,0-4 2 0,0 2 1 0,1 3 2 16,2 0-3-16,-3-2 2 0,0 0 5 0,2 1 1 15,-1 0 4-15,-1-4-1 0,-2 1-7 0,2-2 3 16,0 1-1-16,-2 2 3 0,2 1-2 0,-2-1-1 15,0-2 3-15,0 0 0 0,0-1 4 16,0 0 10-16,0 1-2 0,0-2-1 0,0-1 5 0,0 3-6 16,-2-3-1-16,2 1-3 0,0 0-2 0,0-2-3 15,0-8-3-15,-2 16 1 0,2-10-3 0,0-6 1 16,0 13 2-16,2-6-4 0,-2 1-3 0,0-8 2 16,2 12-4-16,-2-8 4 0,0-4-1 0,2 14-3 15,-1-8 1-15,1 1-1 0,-2-7 1 0,5 13-3 16,-5-7 9-16,0 1-8 0,2 0 1 0,0 1 8 15,-2-2 3-15,1 2 4 0,-1-8-1 0,4 12 1 16,-4-5-4-16,0-7 2 0,4 13-6 0,-4-6 1 16,0-7 0-16,0 10-1 0,0-4 2 0,0-6-5 0,2 9 1 15,-2-9-2-15,0 10 0 0,2-4-2 16,-2-6-1-16,0 10 2 0,0-10-1 0,0 8 2 16,0-8-3-16,3 10 0 0,-1-5 3 0,-2-5-4 15,0 8 1-15,0-8-1 0,0 9 2 16,0-9-2-16,2 9 1 0,-2-9 5 0,2 6-8 0,-2-6-1 15,2 6 6-15,-2-6-4 0,0 0 0 0,0 0-6 16,0 7 3-16,0-7 1 0,0 0 5 0,0 0-1 16,0 0-7-16,3 10 5 0,-3-10-1 0,0 0-1 15,0 0 3-15,0 0-15 0,0 0-23 0,0 0-23 16,0 0-33-16,0 0-26 0,0 0-38 0,0 0-46 16,0 0-43-16,0 0-42 0,0 0-180 0,0 0-503 15,-7 6 223-15</inkml:trace>
  <inkml:trace contextRef="#ctx0" brushRef="#br0" timeOffset="5096.63">26533 8206 82 0,'0'0'210'0,"0"-13"-5"16,0 13 1-16,1-10 17 0,-1 10-11 15,0-7-7-15,0 7-20 0,0 0-7 0,2-9-15 16,-2 9-11-16,0 0-17 0,0 0-15 0,0 0-11 0,0-9-11 16,0 9-9-16,0 0-12 0,0 0-9 0,0 0-7 15,0 0-5-15,0 0-10 0,0 0 2 0,0 0 10 16,17 16-10-16,-11-8-5 0,0 0 4 15,0 1-8-15,5 4-3 0,-4-3-2 0,5 3 0 0,-2-1-10 16,-1-3 2-16,1 5-2 0,-1-6-3 0,-1 2-1 16,2-1-1-16,-1 0 0 0,-3-2-1 0,5 2-4 15,-1-3 1-15,-2 1 0 0,-5-4-3 0,7 4 2 16,-4-2-3-16,0 0 1 0,-3-2 5 16,3 0 13-16,-6-3 7 0,7 4 5 0,-7-4 9 0,7 4 15 15,-7-4-5-15,0 0-2 0,0 0-11 0,15-9-4 16,-10 7-4-16,-1-5 0 0,4-2-7 0,-4 2-13 15,0-5 11-15,1 3-3 0,-3-4-7 0,2-4 3 16,3 0-13-16,0 0 5 0,-3 0 2 0,-1-1-1 16,-1 6-8-16,2-3 15 0,-2 3-18 0,0 0 2 15,0 2 1-15,-1 1 3 0,-1-1-10 0,0 3 2 16,2 1 0-16,-2 6-10 0,2-11-14 0,-2 11-21 16,3-8-26-16,-3 8-29 0,0-8-34 0,0 8-37 15,0 0-33-15,0 0-18 0,0 0-11 0,0 0-23 16,0 0-21-16,0 0-171 0,-10 27-481 0,6-17 212 15</inkml:trace>
  <inkml:trace contextRef="#ctx0" brushRef="#br0" timeOffset="5412.33">27049 8226 59 0,'0'0'238'0,"8"-4"4"0,-8 4 4 0,6-3 9 16,-6 3-5-16,0 0-9 0,0 0-11 0,7-4-18 15,-7 4-16-15,0 0-20 0,0 0-18 0,0 0-13 16,0 0-9-16,0 0-5 0,0 0-14 0,0 0-13 16,-27 16-10-16,18-9-8 0,-3 1-12 0,1 0-4 15,1 3-7-15,-3 1-5 0,1 1-4 0,1 0-12 16,1-6 3-16,4 3-9 0,-1-2-7 0,3 0-3 16,-1 1-3-16,2-1 0 0,1 2 0 0,2 0-7 15,-2-3 7-15,2-7-11 0,7 16 14 0,-5-11-18 16,1 1 3-16,3 2-4 0,-1-5-11 0,5 3-10 15,0-2-17-15,-1-3-23 0,1 2-21 0,4-6-18 16,-14 3-24-16,20-4-22 0,-8 2-11 0,1 1-13 16,1-3-7-16,4 0-5 0,-2-1-7 0,-5 0-7 15,1 2-4-15,-2-1-5 0,1-3-3 0,-1 2-106 16,-1-1-331-16,1 0 147 0</inkml:trace>
  <inkml:trace contextRef="#ctx0" brushRef="#br0" timeOffset="5645.37">27298 8242 35 0,'0'0'168'16,"2"-6"-1"-16,-2 6-4 0,0 0 2 0,0 0 1 16,0 0 0-16,0 0 0 0,-12-7-11 0,12 7-6 15,-9 2-6-15,9-2-7 0,-18 7-6 0,7-1 1 16,-1 0-2-16,-1 3-5 0,2-1-9 0,-3 2-4 16,1 0-9-16,1-1-1 0,3 1-8 0,1-1-8 15,1 1-13-15,-1 0-1 0,6-3-13 0,0 1-3 16,0-2-9-16,2-6-2 0,-4 13-6 0,4-13 2 15,0 0-6-15,4 19-4 0,-2-12-15 0,5-2-20 16,0-1-17-16,2 1-38 0,4 0-41 0,3-6-59 16,3-2-60-16,0 2-253 0,6-7-512 0,2 3 227 15</inkml:trace>
  <inkml:trace contextRef="#ctx0" brushRef="#br0" timeOffset="14996.32">24460 8003 4 0,'-2'-8'82'0,"2"8"-6"0,0 0 4 0,-4-5-1 0,4 5 0 16,0 0 1-16,0 0-15 0,0 0 12 0,-3-8-8 16,3 8-6-16,0 0 6 0,0 0-1 15,0 0-7-15,0 0-8 0,-2-8-2 0,2 8-5 16,0 0-2-16,0 0-2 0,0 0-13 0,0 0-1 0,0 0 1 15,-2-7-3-15,2 7 1 0,0 0-8 0,0 0 6 16,0 0-10-16,-1-10-5 0,1 10 1 0,0 0-2 16,0 0 4-16,-1-9 3 0,1 9 0 15,0 0 1-15,-3-7 3 0,3 7-8 0,-1-9 1 0,1 9 4 16,0 0-3-16,-5-10 8 0,5 10-6 0,-3-8-5 16,3 8 1-16,-2-9 6 0,2 9 1 0,-1-9 0 15,1 9-1-15,0 0 2 0,-2-10-1 0,2 10-2 16,-4-7-5-16,4 7 5 0,-2-6-2 0,2 6 2 15,0 0-1-15,-3-10 4 0,3 10-8 0,0 0 0 16,0 0 1-16,0-9-3 0,0 9 4 0,0 0-1 16,0 0 2-16,-2-8 2 0,2 8-2 0,0 0-2 15,0 0-1-15,0 0-1 0,0 0 0 0,0 0-1 16,0 0-6-16,0 0 6 0,-4-5-4 0,4 5 0 16,0 0-4-16,0 0 1 0,0 0-2 0,0 0 0 15,0 0-4-15,0 0-1 0,0 0 10 0,0 0 6 16,5 23 3-16,-4-16 2 0,-1-7-1 0,2 16 5 15,-4-6 12-15,2 1 1 0,2 0-3 0,-2-1-2 16,0 8 0-16,0-7-1 0,1 2-1 0,-1 3-2 16,-1 0 2-16,2-4-4 0,-1 0-1 0,0 2-3 15,0-4 2-15,0 2-3 0,1-1 0 0,-1 0-8 16,3-1 2-16,-5-1 1 0,2-2-2 0,0-7 0 16,4 15 2-16,-6-8-4 0,2-7-1 0,0 9 0 15,0-9-1-15,-2 9 1 0,2-9-4 0,0 0-1 16,0 8-15-16,0-8-23 0,0 0-31 0,-3 8-25 15,3-8-25-15,-6 6-27 0,1-3-30 0,-1 0-160 16,-3 1-361-16,0 0 159 0</inkml:trace>
  <inkml:trace contextRef="#ctx0" brushRef="#br0" timeOffset="15206.88">24246 8241 103 0,'0'0'130'0,"0"0"-6"0,0 0-2 0,0 0-9 0,0 0-3 16,16 1-2-16,-16-1-6 0,14-3-9 0,-2 0-13 16,0 2-17-16,1 1-24 0,3-3-27 0,-2 0-51 15,0 3-18-15,-1-3-41 0,-5 5-70 0,-1-4-181 16,-7 2 80-16</inkml:trace>
  <inkml:trace contextRef="#ctx0" brushRef="#br0" timeOffset="15381.51">24312 8338 121 0,'0'0'179'0,"0"0"-15"0,0 0-20 0,0 0-6 16,0 0-3-16,11 7-12 0,-11-7-13 0,13-3-12 15,-13 3-17-15,17 0-25 0,-7 0-40 0,-10 0-36 16,20 0-27-16,-13 0-25 0,-1 0-32 0,-6 0-83 16,8 7-204-16,-8-7 91 0</inkml:trace>
  <inkml:trace contextRef="#ctx0" brushRef="#br0" timeOffset="15507.28">24279 8493 76 0,'0'0'147'16,"-5"3"-5"-16,5-3-13 0,0 0-11 0,0 0-3 15,0 0-13-15,0 0-6 0,0 0-14 0,28-1-21 16,-9-4-36-16,10-6-52 0,2 3-48 0,-8-2-91 16,5 3-178-16,-2-5 79 0</inkml:trace>
  <inkml:trace contextRef="#ctx0" brushRef="#br0" timeOffset="58641.87">24141 6363 91 0,'-3'-7'181'16,"3"7"0"-16,0 0-1 0,-1-10-3 0,1 10-5 15,0 0-8-15,-1-6-9 0,1 6-8 0,0 0-7 16,0 0-5-16,0-13-9 0,0 13-6 0,0 0-10 15,0 0-4-15,0-8-2 0,0 8-6 0,0 0 1 16,0 0-8-16,0 0 0 0,-4-6-3 0,4 6-4 16,0 0 4-16,0 0-9 0,0 0-7 0,0 0 5 15,0 0-13-15,0 0 0 0,0 0-3 0,0 0-8 16,-3-8 3-16,3 8-11 0,0 0-2 0,0 0-8 16,0 0 4-16,0 0-6 0,0 0-11 0,0 0 2 15,0 0 4-15,0 0-15 0,0 0-2 0,0 0-5 16,0 0 1-16,0 0-3 0,0 0-2 0,0 0 4 15,0 0 4-15,4 32-6 0,-3-20 5 0,2 3-4 16,-2 1 3-16,0 3 4 0,-1-2-3 0,2 2-6 16,-1 0 9-16,-1-3-6 0,3 2 1 0,-3-2 1 15,0-1 5-15,1-2-4 0,-1 1-2 0,1-5-1 16,0 3 5-16,-1-2-5 0,2-1-1 0,-2-2 2 16,1 2-3-16,0-3 3 0,-1-6-1 0,2 11-1 15,-2-11 0-15,0 9-7 0,0-9 6 0,0 8 2 16,0-8-5-16,0 0 4 0,1 7-2 0,-1-7-1 15,0 0-20-15,0 0-18 0,0 0-16 0,0 9-16 16,0-9-21-16,0 0-28 0,0 0-21 0,0 0-38 16,0 0-45-16,0 0-35 0,0 0-212 0,0 0-506 15,0 0 224-15</inkml:trace>
  <inkml:trace contextRef="#ctx0" brushRef="#br0" timeOffset="59329.38">24181 6368 23 0,'0'0'135'0,"-7"-4"1"0,7 4-3 0,0 0 2 16,0 0-9-16,-5-4-4 0,5 4 0 0,0 0-7 15,0 0-2-15,0 0-10 0,-5-5-2 0,5 5-5 16,0 0-5-16,0 0-2 0,-7-6-2 0,7 6-1 16,0 0-5-16,-2-6 1 0,2 6-2 0,0 0 0 15,0 0 4-15,0 0-5 0,0 0-2 0,-1-8-6 16,1 8-6-16,0 0-7 0,0 0-4 0,0 0-5 15,7-10-5-15,-7 10-6 0,5-4-3 0,-5 4-3 16,9-3-4-16,-9 3-6 0,8-3-2 0,-8 3-2 16,9-1-4-16,-9 1-1 0,0 0-1 0,13 4 0 15,-13-4-3-15,10 7 0 0,-5-3 6 0,0 2-3 16,-1-1 0-16,1 2 9 0,-1 1-7 0,-3 1-2 16,2 0-3-16,-2-2 5 0,2 2-4 0,-3-2-1 15,0-7 1-15,-2 17-1 0,1-11 1 0,0 2-1 16,-2 0-1-16,1-1-2 0,-2 0 1 0,4-7-1 15,-7 10-4-15,2-5 2 0,1 1-4 0,1-2 3 16,3-4-3-16,-6 9 2 0,4-5-1 0,2-4 3 16,-5 5-5-16,5-5 1 0,0 0-5 0,-4 5 2 15,4-5-10-15,0 0-5 0,0 0 2 0,0 0 1 16,0 0 0-16,6 11 4 0,-6-11-5 0,9 4 6 16,-4-2 0-16,3 3 4 0,-2-1-4 0,1 0 8 15,-1 0-6-15,-1 0 3 0,2 1-2 0,0 1 2 16,-1-1 3-16,-3-1-4 0,1 1 2 0,0 2 2 15,1-1-1-15,-4 0 1 0,-1-6 2 0,4 10-1 16,-4-10 1-16,0 13-4 0,0-13 3 0,-2 8 2 16,-1-3 1-16,3-5 0 0,-6 10-1 0,1-7-2 15,0 1 4-15,-1 0 0 0,1 1-14 0,5-5 4 16,-14 5-4-16,8-4-3 0,6-1-16 0,-13 3-12 16,5-1-22-16,8-2-28 0,-11 0-26 0,11 0-30 15,-12-3-36-15,12 3-37 0,-13-3-122 0,7-1-371 16,0 0 163-16</inkml:trace>
  <inkml:trace contextRef="#ctx0" brushRef="#br0" timeOffset="60562.09">22248 4799 18 0,'0'0'162'0,"-4"-8"-7"0,4 8-6 0,0 0-10 0,-8-7-6 16,8 7 3-16,-6-5-3 0,6 5-7 0,-5-4-10 15,5 4-4-15,0 0-15 0,-13-3-6 0,13 3-9 16,-7-3-4-16,7 3-3 0,-10 1 2 0,10-1-14 16,-11 0-4-16,11 0-5 0,-14 4-5 0,8 0-2 15,-4 2-8-15,0-1-1 0,1 4-9 0,-1-5-3 16,3 4 4-16,0 1-12 0,-1-1 0 0,1 2-6 16,2-1 4-16,0-2-3 0,0 3-2 0,-1-1-1 15,5-1 5-15,0-1-2 0,0 1-6 0,1-1-1 16,0-7 0-16,2 18 2 0,2-10-1 0,0-2 0 15,2 1 2-15,-2-1-1 0,2-1-1 0,-1 0-1 16,5-1 5-16,-3 1-1 0,3-2-2 0,-1 1-2 16,-1-2 4-16,2-1-3 0,-3 1-2 0,-7-2 3 15,11 4 0-15,-7-3-4 0,-4-1 2 0,0 0 3 16,13 2-4-16,-13-2 4 0,5 2 0 0,-5-2-1 16,0 0 0-16,0 0-6 0,0 0 6 0,0 0 1 15,0 0-3-15,0 0 2 0,0 0 1 0,0 0-2 16,0 0-2-16,0 0 3 0,0 0-6 0,0 0-2 15,0 0 1-15,0 0-2 0,0 0-1 0,-22 13 0 16,12-7 1-16,-5 2-2 0,-1 1 3 0,1 1 0 16,1 2-1-16,-3-1-1 0,3 2 4 0,-1-1 1 15,2-2 2-15,4 0-4 0,0-1 0 0,2 1 4 16,0-1-3-16,2-1 0 0,-3-1 0 16,6 0-4-16,-2 2 4 0,1-1-2 0,3-8 1 0,0 11-2 15,4-5 12-15,-4-6 10 0,10 10 9 0,-5-6 1 16,6 1 8-16,0-3 1 0,8 1-3 0,1-2 4 15,-2-1-10-15,1-2 0 0,1-1-1 16,-2 0-1-16,1 0-5 0,-2-3-4 0,-1 2-9 16,-3 1-6-16,0-1-11 0,0 1-10 0,-4-1-5 15,2 1-13-15,-2-3-17 0,0 3-21 0,-1 1-18 0,-2 0-35 16,-6 2-37-16,14-8-27 0,-7 6-28 0,-2-2-145 16,-5 4-390-16,0 0 173 0</inkml:trace>
  <inkml:trace contextRef="#ctx0" brushRef="#br0" timeOffset="61861.82">26257 4547 161 0,'0'0'152'0,"0"0"-4"0,0 0-5 0,0 0-10 15,0 0 2-15,0 0 0 0,0 0-13 0,2-5 0 16,-2 5-1-16,0 0-7 0,0 0-5 0,0 0 0 15,0 0-3-15,0 0-4 0,0 0 0 0,0 0-5 16,0 0-1-16,0 0-2 0,0 0 0 0,0 0-7 16,0 0-6-16,0 0-5 0,0 0-5 0,0 0-9 15,0 0-6-15,0 0-10 0,0 0-3 0,0 0-2 16,-25 7-6-16,21-3-7 0,-5-1-1 0,4 2-1 16,-4 3-3-16,-4-3 4 0,3 3-6 0,0-1-8 15,-1 6 2-15,-1-1-3 0,1 1 1 0,-1 0-2 16,3-3 2-16,1 4 0 0,-1-1-4 0,2 2-1 15,0-5 7-15,1 2-11 0,1-3 2 0,1 1-3 16,4-3 1-16,-2 3 1 0,-1-1-3 0,3-9 3 16,7 15 1-16,-5-7-6 0,2-2 12 0,1 1 8 15,1-1 8-15,4 0 0 0,-3 0-1 0,3-2 10 16,3-1-9-16,-3 0-2 0,3-1-2 0,-1-2-4 16,1 2 0-16,-4-4-5 0,3 4-3 0,-1-5-2 15,-3 2-8-15,4 1-12 0,-5-3-10 0,-7 3-21 16,8-2-29-16,-8 2-42 0,0 0-77 0,12-9-94 15,-12 9-198-15,5-9-522 0,-5 9 231 0</inkml:trace>
  <inkml:trace contextRef="#ctx0" brushRef="#br0" timeOffset="69348.48">22279 5019 46 0,'0'0'64'16,"0"0"-7"-16,0 0-1 0,0 0-11 0,0 0-9 15,0 0-15-15,0 0-13 0,0 0-12 0,0 0-17 16,0 0 2-16,0 0-10 0,0 0-15 0,0 0-46 15,0 0 20-15</inkml:trace>
  <inkml:trace contextRef="#ctx0" brushRef="#br0" timeOffset="69994.42">24299 7478 87 0,'0'0'151'0,"0"0"1"15,0 0-11-15,0 0-3 0,0 0-13 0,1 7-11 16,-1-7-7-16,0 0-20 0,0 0-21 0,0 0-21 15,0 0-24-15,0 0-39 0,0 0-37 0,0 0-36 16,0 0-88-16,-21-11-193 0,13 9 85 0</inkml:trace>
  <inkml:trace contextRef="#ctx0" brushRef="#br0" timeOffset="75870.55">22430 4398 31 0,'0'0'46'0,"0"0"-2"15,0 0-4-15,0 0-4 0,0 0 0 0,0 0-10 16,0 0 2-16,0 0 0 0,0 0-9 15,0 0-6-15,0 0-4 0,0 0-14 0,0 0-10 0,0 0-6 16,0 0-32-16,0 0-57 0,0 0 26 16</inkml:trace>
  <inkml:trace contextRef="#ctx0" brushRef="#br0" timeOffset="76870.72">24440 7254 119 0,'0'0'130'0,"0"0"-5"0,0 0-5 0,0 0-4 0,0 0-3 16,0 0-8-16,0 0-2 0,0 0-19 15,0 0-3-15,0 0 2 0,0 0-1 0,0 0-6 0,0 0-10 16,0 0 0-16,0 0-9 0,0 0-4 0,0 0-6 16,0 0-5-16,0 0-2 0,0 0-7 0,0 0 1 15,0 0-6-15,0 0-4 0,0 0 2 0,0 0-2 16,0 0-7-16,0 0-5 0,0 0-15 0,0 0-17 15,0 0-17-15,0 0-38 0,0 0-24 0,0 0-28 16,0 0-131-16,0 0-279 0,-17-17 124 0</inkml:trace>
  <inkml:trace contextRef="#ctx0" brushRef="#br0" timeOffset="77504.7">22656 4675 5 0,'0'0'-2'0,"0"0"0"0</inkml:trace>
  <inkml:trace contextRef="#ctx0" brushRef="#br0" timeOffset="78837.86">24176 7011 9 0,'0'0'16'0,"0"0"2"0,0 0-4 0,0 0 3 15,0 0-2-15,0 0-1 0,0 0 1 0,0 0-4 0,0 0 5 16,0 0-1-16,0 0 2 0,0 0 8 0,0 0-7 16,0 0 5-16,0 0-3 0,0 0-1 0,0 0 4 15,0 0-4-15,0 0-1 0,0 0 4 0,0 0 5 16,0 0-3-16,0 0 2 0,0 0 1 0,0 0 3 15,0 0-5-15,0 0-8 0,0 0 9 0,0 0 4 16,0 0-9-16,0 0 7 0,0 0-6 0,0 0-2 16,0 0 3-16,0 0 0 0,0 0 0 0,0 0-5 15,0 0 5-15,0 0 5 0,0 0-3 0,0 0-6 16,0 0 0-16,0 0 2 0,0 0 0 0,0 0 1 16,0 0-5-16,0 0-1 0,0 0-3 0,0 0 8 15,0 0-7-15,0 0 4 0,0 0-1 0,0 0-2 16,0 0-3-16,0 0 12 0,0 0-3 0,0 0-4 15,0 0-3-15,0 0-11 0,0 0 15 0,0 0 1 16,0 0-4-16,0 0 5 0,0 0-13 0,0 0 7 16,0 0-1-16,0 0-5 0,0 0 1 0,0 0 0 15,0 0 6-15,0 0-7 0,0 0-9 0,0 0 5 16,0 0 0-16,0 0-7 0,0 0 5 0,0 0-6 16,0 0-7-16,0 0-1 0,0 0-18 0,0 0-3 15,0 0-19-15,0 0-10 0,0 0-5 0,0 0-24 16,0 0-72-16,0 0-175 0,0 0 78 0</inkml:trace>
  <inkml:trace contextRef="#ctx0" brushRef="#br0" timeOffset="79492.22">24447 6961 40 0,'0'0'66'0,"0"0"-1"0,0 0-6 0,0 0-6 16,0 0-5-16,0 0-11 0,0 0 0 16,0 0 0-16,0 0-6 0,0 0-12 0,0 0 9 15,0 0-1-15,0 0-11 0,0 0-4 0,0 0 0 0,0 0-3 16,0 0-6-16,0 0-13 0,0 0-8 0,0 0-10 15,0 0-3-15,0 0-2 0,0 0-9 0,0 0-32 16,0 0-78-16,0 0 35 0</inkml:trace>
  <inkml:trace contextRef="#ctx0" brushRef="#br0" timeOffset="79731.69">24410 6967 6 0,'0'0'33'0,"0"0"-2"0,0 0-3 15,0 0-2-15,0 0-2 0,0 0-4 0,0 0 0 16,0 0-6-16,0 0 3 0,0 0-1 0,0 0-3 16,0 0-1-16,0 0-9 0,0 0 7 0,0 0-6 15,0 0-2-15,0 0 3 0,0 0-3 0,0 0-5 16,0 0 1-16,0 0-6 0,0 0-5 0,0 0-1 15,0 0-9-15,0 0-15 0,0 0-40 0,0 0 18 16</inkml:trace>
  <inkml:trace contextRef="#ctx0" brushRef="#br0" timeOffset="81444.48">24447 7006 8 0,'0'0'40'0,"0"0"-7"15,0 0 1-15,0 0-8 0,0 0-1 0,0 0-3 16,0 0-5-16,0 0 3 0,0 0-8 0,0 0-2 16,0 0-18-16,0 0-6 0,0 0-6 0,0 0-15 15,0 0-37-15,0 0 17 0</inkml:trace>
  <inkml:trace contextRef="#ctx0" brushRef="#br0" timeOffset="82878.05">26040 6785 11 0,'0'0'42'0,"0"0"-6"16,0 0-13-16,0 0-25 0,10-9-17 0,-10 9-20 16,9-5 10-16</inkml:trace>
  <inkml:trace contextRef="#ctx0" brushRef="#br0" timeOffset="83825.25">28343 4170 4 0,'0'0'2'0,"0"0"-3"0,0 0-2 16</inkml:trace>
  <inkml:trace contextRef="#ctx0" brushRef="#br0" timeOffset="84787.06">27945 7638 20 0,'0'0'40'0,"-6"2"-25"0,6-2-28 16,0 0-14-16,0 0 7 0</inkml:trace>
  <inkml:trace contextRef="#ctx0" brushRef="#br0" timeOffset="95424.34">27296 6383 32 0,'0'0'63'0,"0"0"-16"16,0 0-20-16,0 0-29 0,0 0-27 0,0 0-29 16,0 0 14-16</inkml:trace>
  <inkml:trace contextRef="#ctx0" brushRef="#br0" timeOffset="98048.18">28970 6129 25 0,'0'0'32'0,"0"0"-11"0,0 0-4 0,0 0-8 16,0 0-11-16,-11-4-7 0,11 4-7 0,0 0-17 0,0 0 8 16</inkml:trace>
  <inkml:trace contextRef="#ctx0" brushRef="#br0" timeOffset="116263.17">12588 7057 81 0,'0'0'91'0,"0"0"-9"0,0 0-6 15,0 0-1-15,0 0-11 0,0 0-10 0,0 0 9 16,0 0-16-16,0 0 5 0,-4-4-5 0,4 4 6 16,0 0-17-16,0 0 18 0,0 0-10 0,0 0-3 15,0 0-6-15,0 0 8 0,0 0-12 0,0 0-2 16,0 0 2-16,0 0 3 0,0 0-6 0,0 0-2 16,0 0 0-16,0 0-2 0,0 0 2 0,0 0 2 15,0 0 2-15,0 0-6 0,0 0-2 0,0 0 3 16,0 0-8-16,0 0 8 0,0 0-6 0,0 0-2 15,0 0 0-15,0 0-3 0,0 0 2 0,0 0-1 16,0 0-1-16,0 0 2 0,0 0-4 0,0 0-7 16,0 0 4-16,0 0 5 0,0 0 0 0,0 0 1 15,0 0-6-15,0 0 5 0,0 0-4 0,0 0-3 16,0 0 5-16,0 0-11 0,0 0 3 0,0 0 1 16,0 0 5-16,0 0-6 0,0 0-1 0,0 0 2 15,0 0-2-15,0 0 3 0,0 0-3 0,0 0 1 0,0 0-3 16,0 0-1-16,0 0 0 0,0 0 6 15,0 0-7-15,0 0 7 0,0 0-6 0,0 0 0 16,0 0 6-16,0 0-3 0,0 0-4 0,0 0-1 16,0 0 5-16,0 0-6 0,0 0 6 0,0 0 2 15,0 0-2-15,0 0 4 0,0 0-14 0,0 0 13 16,0 0-5-16,0 0-11 0,0 0 16 0,0 0-2 16,0 0-3-16,0 0 3 0,0 0-2 0,0 0-3 15,0 0 5-15,0 0-2 0,0 0-3 0,0 0 6 0,0 0-8 16,0 0 6-16,0 0-6 0,0 0 5 0,0 0-6 15,0 0 5-15,0 0-1 0,0 0 1 16,0 0 2-16,0 0 0 0,0 0-6 0,0 0 1 16,0 0 5-16,0 0-6 0,0 0 5 0,0 0 4 15,0 0-4-15,0 0 1 0,0 0-1 0,0 0 0 0,0 0-1 16,0 0 1-16,0 0-2 0,0 0 0 0,0 0-4 16,0 0 10-16,0 0-10 0,0 0 4 15,0 0 3-15,0 0-7 0,0 0 10 0,0 0-4 16,0 0 0-16,0 0 1 0,0 0-8 0,0 0 7 0,0 0-10 15,0 0-5-15,0 0-12 0,0 0-12 0,0 0-6 16,0 0-27-16,0 0-21 0,0 0-11 0,0 0-19 16,0 0-101-16,0 0-240 0,0 0 107 15</inkml:trace>
  <inkml:trace contextRef="#ctx0" brushRef="#br0" timeOffset="126206.33">22026 8454 19 0,'0'0'44'15,"0"0"-5"-15,0 0-10 0,0 0-10 0,5 4-44 16,-5-4-28-16,0 0 13 0</inkml:trace>
  <inkml:trace contextRef="#ctx0" brushRef="#br0" timeOffset="127317.49">22178 8604 50 0,'0'0'71'0,"0"0"-11"0,0 0-8 16,0 0-16-16,0 0-12 0,0 0-12 0,0 0-3 16,0 0-14-16,0 0-14 0,0 0-30 0,0 0-52 15,0 0 24-15</inkml:trace>
  <inkml:trace contextRef="#ctx0" brushRef="#br0" timeOffset="130057.43">24501 7906 101 0,'0'0'107'0,"0"0"-20"0,0 0-4 16,0 0-5-16,0 0-20 0,-31-10 7 0,31 10-15 16,0 0-4-16,0 0-7 0,0 0 2 0,0 0-2 15,0 0-19-15,-7-6-7 0,7 6-13 0,0 0-14 16,0 0-8-16,-7-8-6 0,7 8-10 0,-6-5-13 16,1 2-62-16,5 3-121 0,-13-9 53 0</inkml:trace>
  <inkml:trace contextRef="#ctx0" brushRef="#br0" timeOffset="130586.89">22533 4709 53 0,'0'0'58'0,"0"0"-9"16,-6-7-4-16,6 7-5 0,0 0-7 0,0 0-15 16,0 0-10-16,0 0-12 0,0 0 2 0,0 0-10 15,0 0-13-15,0 0-19 0,0 0-47 16,0 0 21-16</inkml:trace>
  <inkml:trace contextRef="#ctx0" brushRef="#br0" timeOffset="172262.43">13203 8042 65 0,'0'0'101'16,"-2"10"-3"-16,2-10-16 0,0 0-12 0,0 0-4 15,0 0-8-15,0 0-9 0,0 0 0 0,0 0-10 16,0 0-6-16,0 0-5 0,0 0 2 0,0 0-7 15,0 0 1-15,0 0-2 0,0 0-2 0,0 0-5 16,4 5-1-16,-4-5-6 0,0 0 4 0,0 0-3 16,0 0 0-16,5 7 1 0,-5-7 0 0,0 0 0 15,2 6 1-15,-2-6-5 0,4 4 2 0,-4-4 1 16,4 6-5-16,-4-6 7 0,5 5-4 0,-5-5 3 16,5 2-6-16,-5-2 1 0,4 8 5 0,-4-8-5 15,3 2 7-15,-3-2-4 0,6 6-3 0,-6-6 5 16,0 0 2-16,7 6-11 0,-7-6 12 0,2 5-1 15,-2-5 2-15,4 4-2 0,-4-4-1 0,0 0 4 16,6 4 2-16,-6-4-8 0,0 0 1 0,4 4-5 16,-4-4 4-16,0 0-2 0,0 0 5 0,6 5-3 15,-6-5 0-15,0 0 4 0,0 0 14 0,0 0-5 16,0 0-3-16,5 4 1 0,-5-4 3 0,0 0 2 0,0 0 3 16,0 0 2-16,0 0 4 0,0 0 5 15,0 0-5-15,0 0 7 0,0 0-8 0,0 0-4 16,0 0 0-16,14-6-7 0,-14 6 0 0,13-11-4 15,-5 4 1-15,2 0-3 0,3-4-8 0,4-1-15 16,2-6-14-16,2 0-13 0,6-4-18 0,2-1-31 16,9-7-34-16,2-2-133 0,-11 11-269 0,14-10 120 15</inkml:trace>
  <inkml:trace contextRef="#ctx0" brushRef="#br0" timeOffset="173012.37">13380 9042 70 0,'0'0'89'0,"0"0"-15"0,0 0-6 16,0 0-9-16,0 0 3 0,0 0-4 0,0 0 0 15,0 0-8-15,14 4-1 0,-14-4-12 0,0 0 18 16,6 8-2-16,-6-8-2 0,2 5-7 0,-2-5 13 16,5 6-14-16,-5-6-10 0,4 7 6 0,-4-7-4 15,6 6-2-15,-6-6 17 0,6 6-1 0,-6-6 4 16,2 6-9-16,-2-6-3 0,0 0-10 0,7 3 5 16,-7-3 0-16,0 0-1 0,6 4 8 0,-6-4-3 15,0 0-1-15,0 0 2 0,0 0-8 0,14-4-3 16,-7 1 4-16,2-4-11 0,0-2-12 0,4-5-20 15,8-5-23-15,0-4-34 0,6-2-50 0,9-10-145 16,1-4-282-16,1-6 124 0</inkml:trace>
  <inkml:trace contextRef="#ctx0" brushRef="#br0" timeOffset="175117.6">9333 9054 85 0,'0'0'77'0,"0"0"-4"0,0 0-5 16,0 0-2-16,0 0-19 0,0 0 0 0,0 0-6 15,0 0-18-15,0 0 16 0,0 0 0 0,0 0-4 16,0 0-5-16,0 0-2 0,0 0-19 0,0 0 4 16,0 0-1-16,0 0 6 0,0 0-2 0,0 0-6 15,0 0-5-15,0 0-5 0,0 0-6 0,0 0-4 16,0 0-3-16,0 0-2 0,0 0-10 15,0 0-8-15,0 0-8 0,0 0-11 0,0 0-6 0,0 0-30 16,0 0-96-16,0 0 43 0</inkml:trace>
  <inkml:trace contextRef="#ctx0" brushRef="#br0" timeOffset="175864.58">12711 8048 15 0,'0'0'62'0,"0"0"-2"16,0 0 5-16,0 0-5 0,0 0 1 0,0 0-1 16,0 0 0-16,3-6-8 0,-3 6 10 0,0 0-3 15,0 0-8-15,0 0 2 0,0 0 1 0,0 0-9 0,0 0 3 16,0 0-6-16,0 0-2 0,0 0-5 16,0 0 0-16,0 0-9 0,0 0 3 0,0 0-5 15,0 0-5-15,0 0-2 0,0 0-2 0,0 0-16 16,0 0-7-16,0 0-7 0,0 0-13 0,0 0-14 15,0 0-10-15,0 0-16 0,0 0-17 0,0 0-57 16,0 0-153-16,0 0 67 0</inkml:trace>
  <inkml:trace contextRef="#ctx0" brushRef="#br0" timeOffset="177285.49">12879 9645 15 0,'0'0'20'0,"0"0"4"0,0 0 0 0,0 0-6 16,0 0-2-16,0 0-2 0,0 0 1 0,0 0 4 16,0 0-10-16,0 7 4 0,0-7-2 0,0 0 0 15,0 0-1-15,0 0-3 0,0 0 0 16,0 0 1-16,0 0-2 0,0 0-6 0,0 0 14 0,0 0-8 16,0 0 5-16,0 0-4 0,0 0 3 0,0 0 4 15,0 0-3-15,0 0 4 0,0 0-17 0,0 0 3 16,0 0 8-16,0 0-3 0,0 0 0 0,0 0 4 15,0 0-10-15,0 0 9 0,0 0-5 0,0 0-4 16,5 3 4-16,-5-3-1 0,0 0 3 0,0 0-3 16,0 0 1-16,0 0-4 0,0 0 3 0,0 0-1 15,0 0 2-15,0 0-2 0,0 0 5 0,0 0-9 16,0 0 4-16,0 0-7 0,0 0 12 0,0 0-9 16,0 0-1-16,0 0-2 0,0 0 4 0,0 0-3 15,0 0 10-15,0 0-12 0,0 0 6 0,0 0-1 16,0 0 1-16,0 0 0 0,0 0-4 0,0 0 5 15,0 0-1-15,0 0 1 0,0 0 1 0,0 0-3 16,0 0 2-16,0 0 5 0,0 0-7 0,0 0 1 16,0 0 0-16,0 0-1 0,0 0-2 0,0 0 5 15,0 0-8-15,0 0 6 0,0 0 2 0,0 0 4 16,0 0-8-16,0 0 0 0,0 0 2 0,0 0 0 16,0 0 2-16,0 0-5 0,0 0 4 0,0 0-2 15,0 0 0-15,0 0-2 0,0 0 2 0,0 0 0 16,0 0-4-16,0 0 3 0,0 0 0 0,0 0-2 15,0 0 1-15,0 0 0 0,0 0-1 0,0 0 5 16,0 0 5-16,0 0-8 0,0 0 1 0,0 0-2 16,0 0 3-16,0 0-2 0,0 0-5 0,0 0-3 15,0 0 1-15,0 0-6 0,0 0-4 0,0 0-33 16,0 0-57-16,0 0 25 0</inkml:trace>
  <inkml:trace contextRef="#ctx0" brushRef="#br0" timeOffset="178152.84">12300 8421 1 0,'0'0'51'0,"0"0"-9"15,0 0-1-15,0 0-5 0,0 0 0 0,0 0-12 16,0 0 1-16,0 0 3 0,0 0-13 0,0 0 2 15,0 0-3-15,0 0 2 0,0 0-5 0,0 0-4 16,0 0-5-16,0 0 0 0,0 0-9 0,0 0-2 16,0 0-10-16,0 0 1 0,0 0-4 0,0 0-1 15,0 0-22-15,0 0-49 0,0 0 21 0</inkml:trace>
  <inkml:trace contextRef="#ctx0" brushRef="#br0" timeOffset="178733.14">13003 8168 25 0,'0'0'52'16,"0"0"-9"-16,0 0-11 0,0 0-10 0,0 0-16 15,0 0-15-15,0 0-20 0,0 0-31 0,0 0 14 16</inkml:trace>
  <inkml:trace contextRef="#ctx0" brushRef="#br0" timeOffset="183128.98">16156 9119 14 0,'0'0'108'0,"0"0"2"0,0 0-16 15,0 0-1-15,0 0-6 0,0 0-11 0,0 0-6 16,0 0-15-16,0 0-8 0,0 0 2 0,0 0-25 15,0 0-19-15,0 0-10 0,0 0-18 0,0 0-24 16,0 0-80-16,1 9-136 0,-1-9 60 16</inkml:trace>
  <inkml:trace contextRef="#ctx0" brushRef="#br0" timeOffset="184707.7">16045 9087 71 0,'0'0'117'0,"0"0"-4"0,0 0-6 16,0 0-6-16,0 0-11 0,0 0-1 15,0 0-18-15,0 0 1 0,0 0-5 0,0 0-7 0,0 0-10 16,0 0-5-16,0 0 2 0,0 0-20 16,0 0-15-16,0 0-18 0,0 0-16 0,0 0-10 0,0 0-17 15,-4 6-23-15,4-6-14 0,0 0-60 0,0 0-157 16,0 0 69-16</inkml:trace>
  <inkml:trace contextRef="#ctx0" brushRef="#br0" timeOffset="186051.2">9036 8374 21 0,'0'0'69'0,"0"0"-8"0,0 0-10 0,2-10-6 15,-2 10-6-15,0 0-17 0,0 0-5 0,0 0-4 0,0 0-6 16,0 0-21-16,11 0-14 0,-11 0-23 0,0 0-54 16,0 0 23-16</inkml:trace>
  <inkml:trace contextRef="#ctx0" brushRef="#br0" timeOffset="186907.64">18838 8868 56 0,'0'0'87'0,"0"0"-9"0,0 0-5 0,0 0-13 16,0 0-10-16,0 0-12 0,0 0-16 0,0 0-16 15,0 0-30-15,0 0-16 0,0 0-28 0,0 0-74 0,0 0 34 16</inkml:trace>
  <inkml:trace contextRef="#ctx0" brushRef="#br0" timeOffset="187215.23">19493 8858 78 0,'0'0'93'0,"0"0"-13"0,0 0-8 0,0 0-5 15,0 0-8-15,0 0 1 0,0 0-9 0,0 0-3 16,0 0-5-16,0 0-5 0,0 0 0 0,0 0-10 16,0 0 3-16,0 0-17 0,0 0 2 0,0 0-9 15,0 0-8-15,0 0-16 0,0 0-13 0,0 0-22 16,0 0-69-16,0 0-131 0,0 0 59 0</inkml:trace>
  <inkml:trace contextRef="#ctx0" brushRef="#br0" timeOffset="190644.58">29783 4114 11 0,'0'0'102'0,"0"0"1"0,-7-5-6 0,7 5 1 0,0 0-18 16,0 0-5-16,0 0-3 0,0 0-12 0,-2-7-5 16,2 7-3-16,0 0-1 0,0 0-12 0,0 0-3 15,0 0-10-15,0 0 3 0,0 0-7 0,0 0-7 16,0 0-1-16,0 0-10 0,0 0-23 15,0 0-18-15,0 0-6 0,0 0-4 0,0 0-2 16,0 0-17-16,0 0-64 0,0 0-142 0,-2 26 63 16</inkml:trace>
  <inkml:trace contextRef="#ctx0" brushRef="#br0" timeOffset="192093.27">29969 3983 30 0,'0'0'96'16,"0"0"-2"-16,0 0-7 0,0 0-3 0,0 0-3 15,0 0-11-15,0 0 8 0,0 0-22 0,0 0 0 16,0 0-10-16,0 0-7 0,0 0-1 0,0 0-3 16,0 0-14-16,0 0 0 0,0 0-16 0,0 0-16 15,0 0 2-15,0 0-15 0,0 0-11 0,0 0-24 16,-1 23-15-16,0-11-48 0,1 0-130 0,-4 5 58 15</inkml:trace>
  <inkml:trace contextRef="#ctx0" brushRef="#br0" timeOffset="192715.6">29741 7780 110 0,'0'0'133'0,"0"0"-2"0,0 0-19 0,0 0-4 16,0 0-8-16,0 0-16 0,0 0-15 0,0 0-15 15,0 0-38-15,0 0-27 0,0 0-25 0,0 0-24 16,0 0-75-16,0 0-147 0,0 0 65 0</inkml:trace>
  <inkml:trace contextRef="#ctx0" brushRef="#br0" timeOffset="195970.37">9003 10444 39 0,'0'0'53'0,"0"0"-8"0,0 0 4 0,0 0-16 15,0 0-5-15,0 0-8 0,0 0-5 0,0 0-5 16,0 0-12-16,0 0-10 0,15-2-35 0,-15 2-50 15,0 0 22-15</inkml:trace>
  <inkml:trace contextRef="#ctx0" brushRef="#br0" timeOffset="196311.28">9784 10660 52 0,'0'0'87'0,"5"5"-14"16,-5-5-7-16,0 0-9 0,0 0-2 0,0 0-4 16,0 0-8-16,0 0-7 0,0 0 1 0,0 0-9 15,0 0-4-15,0 0-17 0,0 0 3 0,0 0-3 16,0 0-18-16,0 0-7 0,0 0-10 0,0 0-9 16,0 0-13-16,0 0-32 0,0 0-89 0,0 0 41 15</inkml:trace>
  <inkml:trace contextRef="#ctx0" brushRef="#br0" timeOffset="197786.27">13463 10965 67 0,'0'0'148'0,"0"0"-20"16,0 0-13-16,0 0-10 0,0 0-10 0,7 0-14 16,-7 0-10-16,0 0-22 0,0 0-21 0,0 0-15 15,0 0-22-15,0 0-29 0,11 4-24 0,-11-4-71 16,3 8-142-16,-3-8 63 0</inkml:trace>
  <inkml:trace contextRef="#ctx0" brushRef="#br0" timeOffset="198126.26">14375 10953 168 0,'7'1'156'0,"-7"-1"-5"0,0 0-2 0,0 0-5 16,0 0-3-16,8 1-9 0,-8-1 0 0,0 0-21 16,0 0-10-16,0 0-8 0,0 0-13 0,0 0-7 0,0 0-3 15,0 0-10-15,0 0-9 0,0 0-2 16,0 0-6-16,0 0-4 0,0 0-5 0,0 0-4 16,0 0 0-16,0 0-4 0,0 0-5 0,0 0-3 15,0 0 0-15,0 0-7 0,0 0-8 0,0 0-16 16,0 0-11-16,0 0-16 0,0 0-18 0,0 0-18 0,0 0-13 15,0 0-8-15,0 0-13 0,0 0-5 0,0 0-5 16,0 0-5-16,0 0-87 0,0 0-229 16,0 0 102-16</inkml:trace>
  <inkml:trace contextRef="#ctx0" brushRef="#br0" timeOffset="198339.23">14391 10945 5 0,'0'0'62'0,"0"0"-12"15,0 0 1-15,0 0 0 0,0 0-8 0,0 0-9 16,0 0 4-16,0 0-6 0,0 0-8 0,0 0-1 16,0 0-4-16,0 0-2 0,0 0-4 0,0 0 0 0,0 0-22 15,0 0 0-15,0 0-8 0,13 6-7 0,-13-6-15 16,0 0-25-16,0 0-67 0,0 0 30 0</inkml:trace>
  <inkml:trace contextRef="#ctx0" brushRef="#br0" timeOffset="199315.31">16907 10871 8 0,'0'0'136'0,"0"0"-13"0,0 0-2 16,0 0-5-16,0 0 7 0,0 0-22 0,0 0-5 15,0 0-13-15,0 0-4 0,0 0-12 0,0 0-4 16,0 0-4-16,0 0 3 0,0 0-6 0,0 0-5 16,0 0-7-16,0 0-6 0,0 0-5 0,0 0 0 15,0 0-10-15,0 0-5 0,0 0-14 0,0 0-18 16,0 0-20-16,0 0-4 0,0 0-17 0,0 0-14 16,0 0-15-16,0 0-19 0,0 0-87 0,0 0-207 15,0 0 92-15</inkml:trace>
  <inkml:trace contextRef="#ctx0" brushRef="#br0" timeOffset="203109.14">19715 10739 129 0,'0'0'133'0,"0"0"-19"0,4 5-12 15,-4-5-12-15,0 0-11 0,5 3-13 0,-5-3-20 16,0 0-13-16,5 4-21 0,-5-4-21 0,0 0-21 15,0 0-34-15,5 8-54 0,-5-8-126 0,4 6 56 16</inkml:trace>
  <inkml:trace contextRef="#ctx0" brushRef="#br0" timeOffset="203432.25">20474 10897 75 0,'0'0'108'0,"7"2"2"0,-7-2-1 0,0 0-13 15,0 0-8-15,0 0-3 0,0 0-13 0,0 0-1 16,0 0 0-16,0 0-13 0,0 0 1 0,0 0-3 16,0 0-9-16,0 0-3 0,0 0-1 0,0 0-3 15,0 0-5-15,0 0-7 0,0 0-9 0,0 0-18 16,0 0-16-16,0 0-32 0,0 0-30 0,0 0-36 16,-26-6-65-16,26 6-191 0,-13-3 85 0</inkml:trace>
  <inkml:trace contextRef="#ctx0" brushRef="#br0" timeOffset="204291.9">20216 10839 43 0,'0'0'96'0,"0"0"4"0,0 0-7 0,0 0-5 15,0 0-11-15,0 0 3 0,0 0-16 0,0 0-8 16,0 0-2-16,0 0-7 0,0 0 0 0,0 0-3 16,0 0-7-16,0 0-5 0,0 0-16 0,0 0-13 15,0 0-27-15,0 0-17 0,-19 8-24 0,19-8-77 16,-14 2-152-16,7-1 67 0</inkml:trace>
  <inkml:trace contextRef="#ctx0" brushRef="#br0" timeOffset="211530.84">10162 12987 10 0,'0'0'20'16,"0"0"-1"-16,0 0-7 0,0 0-3 0,-6-6-3 15,6 6-5-15,0 0 9 0,0 0-10 0,0 0 7 16,-7-2-3-16,7 2 0 0,0 0-2 0,0 0 3 15,-7-4-2-15,7 4-1 0,0 0-1 0,0 0 2 16,-9-2 0-16,9 2-4 0,0 0 1 0,0 0 2 16,0 0 2-16,0 0-2 0,-9-1-1 0,9 1-4 15,0 0 0-15,0 0-18 0,0 0-22 0,-10-1 9 16</inkml:trace>
  <inkml:trace contextRef="#ctx0" brushRef="#br0" timeOffset="-212534.33">12720 11937 50 0,'0'0'124'0,"0"0"-6"0,0 0-1 0,2-7-6 16,-2 7-6-16,0 0-13 0,0 0 1 15,0 0-7-15,0 0-7 0,0 0 0 0,18 13 6 16,-17-10-2-16,-1-3-13 0,8 8-1 0,-8-8 2 0,4 7 2 16,1-3-4-16,-5-4-9 0,6 8-4 0,-2-5-3 15,0 2 2-15,0-1-6 0,-4-4-2 0,7 7-1 16,-3-2-1-16,0-2-1 0,-4-3-7 15,6 7 0-15,-6-7-2 0,6 6-1 0,-3-5-5 0,-3-1 1 16,6 4-2-16,-6-4-2 0,6 4-2 16,-6-4 1-16,0 0 2 0,0 0-2 0,5 2 0 15,-5-2-3-15,0 0 5 0,0 0-4 0,0 0-3 16,12 0 2-16,-12 0-7 0,8-7 2 0,-1 1-4 0,3-4-12 16,3-1-16-16,2-3-11 0,6-5-32 0,3-3-30 15,1-2-26-15,13-9-42 0,0-2-53 0,-4 0-109 16,7-1-344-16,3-3 153 0</inkml:trace>
  <inkml:trace contextRef="#ctx0" brushRef="#br0" timeOffset="-211750.88">12781 13013 174 0,'2'-6'166'0,"-2"6"-10"0,0 0-19 0,0 0-14 15,0 0-8-15,0 0-4 0,0 0-12 0,0 0 7 0,0 0-3 16,0 0-8-16,14 12-12 0,-14-12 4 16,4 7-7-16,-4-7-12 0,7 5 2 0,-5 0-2 15,-2-5-1-15,4 7-4 0,-4-7-2 0,4 5-1 16,-4-5-9-16,5 3 2 0,-5-3-4 0,0 0-5 0,2 7 4 16,-2-7-3-16,0 0-6 0,6 4 2 15,-6-4-1-15,0 0-9 0,0 0 1 0,17-7-11 16,-9 0-22-16,9-4-16 0,1-8-32 0,2-1-34 15,7-7-39-15,11-7-41 0,3-3-196 0,-1-4-388 0,25-18 172 16</inkml:trace>
  <inkml:trace contextRef="#ctx0" brushRef="#br0" timeOffset="-209705.5">12255 13230 4 0,'2'-6'114'0,"-2"6"-7"0,0 0-16 15,4-8-2-15,-4 8-8 0,0 0-10 0,2-5-5 16,-2 5-8-16,0 0-8 0,0 0-8 0,0 0-2 0,0 0-2 16,3-10-13-16,-3 10-4 0,0 0-10 15,0 0-8-15,0 0-20 0,0 0-13 0,0 0-26 16,0 0-79-16,0 0-146 0,0 0 65 0</inkml:trace>
  <inkml:trace contextRef="#ctx0" brushRef="#br0" timeOffset="-206949.84">17215 12690 33 0,'0'0'22'16,"0"0"-16"-16,0 0-11 0,0 0-5 0,0 0-10 16,0 0 5-16</inkml:trace>
  <inkml:trace contextRef="#ctx0" brushRef="#br0" timeOffset="-206105.99">15872 12444 19 0,'20'7'49'0,"-20"-7"1"16,0 0-11-16,0 0 4 0,0 0 2 0,0 0-8 16,0 0 3-16,0 0-3 0,2 8-5 15,-2-8-4-15,0 0 0 0,0 0-2 0,0 0 0 16,0 0-2-16,0 0-1 0,0 0-5 0,0 0 0 16,0 0-1-16,0 0-1 0,0 0 1 0,0 0-4 0,0 0 0 15,0 0-1-15,0 0-4 0,0 0 1 0,0 0 0 16,0 0 1-16,0 0 0 0,0 0-11 15,0 0 3-15,0 0 0 0,0 0-6 0,0 0-5 16,0 0-8-16,0 0 0 0,0 0-6 0,0 0-6 0,0 0-12 16,0 0-12-16,0 0-35 0,0 0-95 0,0 0 42 15</inkml:trace>
  <inkml:trace contextRef="#ctx0" brushRef="#br0" timeOffset="-199013.86">16222 13939 36 0,'0'0'77'0,"0"0"-5"0,0 0-13 16,0 0-1-16,0 0-22 0,0 0-2 0,0 0-10 15,0 0-2-15,0 0-10 0,0 0-11 0,0 0-7 16,0 0-6-16,0 0-4 0,0 0-7 0,0 0-6 15,0 0-3-15,0 0-21 0,0 0-56 0,0 0 25 16</inkml:trace>
  <inkml:trace contextRef="#ctx0" brushRef="#br0" timeOffset="-198843.62">16217 13950 39 0,'0'0'18'0,"0"0"10"0,0 0 5 15,0 0 9-15,0 0-6 0,0 0 4 16,0 0 0-16,0 0 10 0,0 0 3 0,0 0-2 16,0 0-8-16,0 0 12 0,0 0-6 0,0 0 2 15,0 0-4-15,0 0 0 0,0 0-4 0,0 0-3 0,0 0-1 16,0 0-8-16,0 0-7 0,0 0-6 0,0 0-9 15,0 0-1-15,0 0-19 0,0 0 5 16,0 0-17-16,0 0-1 0,0 0-11 0,1 9-8 16,-1-9 8-16,0 0-17 0,0 0 3 0,0 0-5 15,-2 8-6-15,2-8-31 0,0 0-98 0,0 0 44 16</inkml:trace>
  <inkml:trace contextRef="#ctx0" brushRef="#br0" timeOffset="-198695.26">16217 13976 25 0,'0'0'39'0,"0"0"5"16,0 0 0-16,0 0 6 0,0 0-2 0,0 0-5 15,0 0 2-15,0 0-3 0,0 0 2 0,0 0-3 16,0 0-9-16,0 0 1 0,0 0 0 0,0 0-12 16,0 0 2-16,0 0-11 0,0 0 7 15,0 0-18-15,0 0-10 0,0 0-2 0,0 0-9 0,0 0-8 16,0 0-11-16,0 0-6 0,0 0-37 0,0 0-87 16,0 0 39-16</inkml:trace>
  <inkml:trace contextRef="#ctx0" brushRef="#br0" timeOffset="-197438.38">16223 13991 67 0,'0'0'65'0,"0"0"-15"0,0 0-10 16,0 0-9-16,0 0-12 0,0 0-10 0,0 0-20 16,0 0-11-16,0 0-20 0,0 0-45 0,0 0 20 15</inkml:trace>
  <inkml:trace contextRef="#ctx0" brushRef="#br0" timeOffset="-197035.84">16258 13967 2 0,'0'0'50'0,"0"0"-7"15,0 0-12-15,0 0-8 0,0 0-13 0,0 0-37 16,0 0-28-16,0 0 12 0</inkml:trace>
  <inkml:trace contextRef="#ctx0" brushRef="#br0" timeOffset="-196757.05">16296 13977 73 0,'0'0'87'0,"0"0"-13"0,0 0 3 0,0 0-13 15,0 0-9-15,0 0-1 0,0 0-20 0,0 0-4 16,0 0-5-16,0 0-13 0,0 0-14 0,0 0-8 15,0 0-8-15,0 0-15 0,2 7-17 0,-2-7-29 16,0 0-85-16,0 0 37 0</inkml:trace>
  <inkml:trace contextRef="#ctx0" brushRef="#br0" timeOffset="-195075.1">27352 9091 21 0,'0'0'22'0,"-1"23"-5"16,1-23-11-16,1 12-17 0,0-5-13 0,-1 5 6 16</inkml:trace>
  <inkml:trace contextRef="#ctx0" brushRef="#br0" timeOffset="-194389.86">27267 10826 21 0,'0'0'69'16,"0"0"-7"-16,-6 4-7 0,6-4-1 0,0 0-10 15,0 0-1-15,0 0-4 0,0 0-7 0,2 12-1 16,-2-12-6-16,0 0-8 0,0 0-12 0,0 0-13 0,0 9-20 15,0-9-50-15,0 0-83 0,0 0 38 16</inkml:trace>
  <inkml:trace contextRef="#ctx0" brushRef="#br0" timeOffset="-193835.52">27669 11065 28 0,'0'0'65'16,"0"0"-10"-16,0 0-4 0,0 0-6 0,-4 4-8 15,4-4 1-15,0 0-6 0,0 0-2 0,0 0-2 0,0 0-6 16,0 0-14-16,0 0 14 0,0 0-1 0,0 0-6 15,0 0 3-15,0 0 0 0,0 0-2 16,0 0-2-16,0 0-12 0,-7 4 3 0,7-4-10 16,0 0 7-16,0 0-10 0,0 0-4 0,-2 5-7 0,2-5-8 15,0 0-3-15,0 0-16 0,0 0-26 0,0 0-76 16,0 0 35-16</inkml:trace>
  <inkml:trace contextRef="#ctx0" brushRef="#br0" timeOffset="-192474.5">26603 9586 22 0,'-4'4'90'0,"4"-4"-21"0,0 0-11 0,0 0-2 0,0 0 1 16,0 0-17-16,0 0-21 0,0 0-25 15,10 17-62-15,-8-11-73 0,3-2 33 0</inkml:trace>
  <inkml:trace contextRef="#ctx0" brushRef="#br0" timeOffset="-191866.33">29545 10685 39 0,'0'0'95'0,"0"0"-21"0,0 0-3 0,0 0-9 0,0 0-8 15,0 0-10-15,0 0-8 0,0 0-11 16,0 0-30-16,0 0-6 0,0 0-27 0,0 0-37 16,0 0-81-16,0 0 37 0</inkml:trace>
  <inkml:trace contextRef="#ctx0" brushRef="#br0" timeOffset="-189933.41">31080 10541 101 0,'0'0'143'0,"0"0"-2"16,0 0-14-16,0 0-19 0,0 0-5 0,0 0-7 15,0 0-14-15,0 0-9 0,0 0-8 0,0 0-6 16,0 0 3-16,0 0-1 0,0 0-7 0,0 0 3 16,0 0-2-16,0 0-1 0,0 0 2 0,0 0-3 15,0 0-4-15,0 0 2 0,0 0-5 0,0 0 1 16,0 0-1-16,0 0-6 0,0 0-2 0,0 0-2 15,0 0-2-15,0 0-6 0,0 0 0 0,0 0 0 16,0 0-6-16,0 0 1 0,0 0-3 0,0 0-1 16,0 0-2-16,0 0 1 0,0 0-5 0,0 0-4 15,0 0-5-15,0 0-5 0,0 0-22 0,0 0-16 16,0 0-31-16,0 0-28 0,0 0-31 0,0 0-37 16,0 0-108-16,-12 2-296 0,12-2 132 0</inkml:trace>
  <inkml:trace contextRef="#ctx0" brushRef="#br0" timeOffset="-187854.37">27645 9313 70 0,'0'0'94'15,"0"0"-10"-15,0 0-8 0,0 0-4 0,0 0-8 16,-9-2-10-16,9 2-21 0,0 0-17 0,0 0-11 16,0 0-19-16,-1 15-33 0,1-15-38 0,0 12-92 15,0-5 42-15</inkml:trace>
  <inkml:trace contextRef="#ctx0" brushRef="#br0" timeOffset="-180323.5">21375 12748 57 0,'0'0'58'0,"0"0"-10"0,5-5-7 0,-5 5-20 16,0 0-16-16,0 0-24 0,8 0-17 0,-8 0-38 16,0 0 18-16</inkml:trace>
  <inkml:trace contextRef="#ctx0" brushRef="#br0" timeOffset="-180086.32">21425 12878 78 0,'0'0'86'0,"0"0"-18"16,-11 0-10-16,11 0-13 0,0 0-19 0,0 0-2 15,0 0-24-15,0 0-13 0,0 0-49 0,0 0-68 16,0 0 31-16</inkml:trace>
  <inkml:trace contextRef="#ctx0" brushRef="#br0" timeOffset="-179727.56">22106 12654 50 0,'0'0'114'0,"0"0"-5"0,0 0-5 16,0 0-8-16,0 0-6 0,0 0-22 0,0 0 4 15,0 0-9-15,0 0-13 0,0 0-16 0,0 0-17 16,0 0-12-16,0 0 4 0,-3-11-18 0,3 11-10 16,0 0-19-16,0 0-21 0,0 0-67 0,0 0-137 15,0 0 60-15</inkml:trace>
  <inkml:trace contextRef="#ctx0" brushRef="#br0" timeOffset="-179521.59">22231 12417 53 0,'0'0'68'0,"0"0"-6"0,0 0-12 16,0 0-22-16,0 0-14 0,0 0-20 0,0 0-40 15,0 0-48-15,-10 20 22 0</inkml:trace>
  <inkml:trace contextRef="#ctx0" brushRef="#br0" timeOffset="-176019.76">26741 11656 22 0,'0'0'70'0,"0"0"1"0,0 0-9 0,0 0-3 0,0 0-16 15,0 0 7-15,0 0-15 0,0 0-5 0,0 0-2 16,0 0-18-16,-10 22-17 0,10-22-29 0,-2 9-38 15,-1-2-78-15,1-2 35 0</inkml:trace>
  <inkml:trace contextRef="#ctx0" brushRef="#br0" timeOffset="-175435.37">26867 12758 7 0,'0'0'87'15,"0"0"8"-15,0 0-16 0,0 0-15 0,-8-3 0 16,8 3-7-16,0 0-5 0,0 0 3 0,0 0-4 16,0 0-1-16,0 0-2 0,0 0-5 0,0 0-7 0,0 0 7 15,0 0-5-15,0 0-2 0,0 0-12 0,0 0 6 16,0 0-3-16,-7-4-5 0,7 4 0 0,0 0 3 16,0 0-7-16,0 0 1 0,0 0 2 0,0 0-9 15,0 0-2-15,0 0 4 0,0 0-14 0,0 0 11 16,0 0-6-16,0 0-3 0,0 0-4 0,0 0-3 15,0 0 2-15,0 0-19 0,0 0 4 0,0 0 1 16,0 0 1-16,0 0 1 0,0 0 1 0,0 0-6 16,0 0-2-16,0 0 0 0,0 0-9 0,0 0-5 15,0 0-1-15,0 0 3 0,0 0-1 0,0 0-1 16,0 0 0-16,0 0-8 0,0 0 0 0,0 0-8 16,0 0-3-16,0 0-38 0,0 0-99 0,0 0 45 15</inkml:trace>
  <inkml:trace contextRef="#ctx0" brushRef="#br0" timeOffset="-174124.6">27537 9388 16 0,'0'0'74'0,"0"0"-7"0,0 0-2 16,0 0-10-16,0 0-9 0,0 0-1 0,0 0-2 15,0 0-7-15,0 0-2 0,0 0-5 0,0 0-2 0,0 0-1 16,0 0-1-16,0 0-19 0,0 0-15 0,0 0-15 15,0 0-3-15,0 0-19 0,0 0-36 16,-9 9-88-16,9-9 40 0</inkml:trace>
  <inkml:trace contextRef="#ctx0" brushRef="#br0" timeOffset="-166456.33">10782 14698 36 0,'0'0'66'0,"0"-9"6"0,0 9-14 16,0 0 5-16,0 0-16 0,0 0-2 0,0 0-7 0,0 0 4 16,0 0-17-16,0 0-5 0,0 0-9 15,0 0-8-15,0 0-22 0,0 0-9 0,0 0-4 16,0 0-43-16,0 0-80 0,0 0 35 0</inkml:trace>
  <inkml:trace contextRef="#ctx0" brushRef="#br0" timeOffset="-166213.53">11323 14622 32 0,'0'0'35'15,"0"0"-13"-15,5 11-18 0,-5-11-20 0,2 4-17 16,-2-4 8-16</inkml:trace>
  <inkml:trace contextRef="#ctx0" brushRef="#br0" timeOffset="-165732.28">11844 14679 29 0,'0'0'93'0,"0"0"-7"0,0 0-11 15,0 0-1-15,0 0-3 0,0 6-4 0,0-6-3 16,0 0-4-16,0 0 1 0,0 0-2 0,0 0 2 16,0 0-5-16,1 7-4 0,-1-7 8 0,0 0-6 15,0 0 0-15,0 0-7 0,0 0 0 0,0 0-1 16,0 0-4-16,0 0 3 0,0 0-7 0,0 0 3 15,0 0-2-15,0 0-4 0,0 0-1 0,0 0-2 16,0 0 2-16,0 0 6 0,0 0-6 0,0 0-3 16,0 0 14-16,0 0-11 0,0 0-5 0,0 0 0 15,0 0-1-15,0 0 6 0,0 0-10 0,0 0-5 16,0 0 5-16,0 0-1 0,0 0-5 0,0 0-1 16,0 0-3-16,0 0 3 0,0 0-3 0,0 0-2 15,0 0-2-15,0 0-1 0,0 0-1 0,0 0-2 16,0 0 2-16,0 0-5 0,0 0-1 0,0 0-9 15,0 0-5-15,0 0-12 0,0 0-11 0,0 0-21 16,0 0-17-16,0 0-13 0,0 0-26 0,0 0-18 16,0 0-13-16,0 0-92 0,0 0-256 0,0 0 114 15</inkml:trace>
  <inkml:trace contextRef="#ctx0" brushRef="#br0" timeOffset="-164729.68">14407 14816 39 0,'0'0'78'16,"0"0"-1"-16,0 0-16 0,0 0-7 0,0 0 4 15,0 0-9-15,0 0 4 0,0 0-13 0,0 0-2 0,0 0-2 16,0 0-6-16,0 0 1 0,0 0-10 0,0 0 1 15,0 0-4-15,0 0-4 0,0 0-1 0,0 0-13 16,0 0-5-16,0 0-7 0,0 0-6 0,0 0-15 16,0 0-12-16,0 0-59 0,0 0-112 0,0 0 50 15</inkml:trace>
  <inkml:trace contextRef="#ctx0" brushRef="#br0" timeOffset="-162363.86">13903 14779 42 0,'0'0'56'0,"0"0"-7"16,0 0-4-16,0 0 0 0,0 0-6 0,0 0-4 15,0 0 0-15,0 0-19 0,0 0 11 0,0 0-3 16,0 0-4-16,0 0 3 0,0 0-4 0,0 0-1 15,0 0-7-15,0 0 0 0,0 0-11 0,0 0-4 16,0 0-15-16,0 0-5 0,0 0-19 0,0 0-29 16,0 0-76-16,0 0 35 0</inkml:trace>
  <inkml:trace contextRef="#ctx0" brushRef="#br0" timeOffset="-160850.49">16772 14763 117 0,'0'0'156'0,"0"0"0"0,0 0-12 16,-2-11-14-16,2 11-2 0,0 0-14 0,0 0-15 15,0 0-9-15,0 0-7 0,0 0-8 0,0 0-2 16,0 0 3-16,0 0-14 0,0 0-3 0,0 0-3 0,0 0-4 16,0 0-2-16,5 20-5 0,-5-20 2 0,2 7 1 15,-2-7 0-15,0 0-3 0,-2 12 1 16,2-12-5-16,0 0-6 0,-1 8-2 0,1-8-3 0,-1 6 0 16,1-6-7-16,0 0-5 0,-3 11 7 0,3-11-6 15,0 0 1-15,0 7-6 0,0-7 3 0,0 0-7 16,0 0 2-16,0 0-5 0,2 8-2 15,-2-8-3-15,0 0-5 0,0 0-15 0,0 0-25 0,22-11-26 16,-11 3-33-16,10-11-30 0,1-1-24 0,7-1-26 16,10-9-91-16,-9 6-295 0,13-9 130 15</inkml:trace>
  <inkml:trace contextRef="#ctx0" brushRef="#br0" timeOffset="-159334.33">10282 14853 74 0,'0'0'80'0,"0"0"-7"16,0 0 1-16,0 0-21 0,0 0 6 0,0 0 15 16,0 0-10-16,0 0-4 0,0 0-3 0,0 0 0 15,0 0-1-15,0 0-6 0,0 0 0 0,0 0-8 16,0 0 6-16,0 0-3 0,0 0 6 0,0 0-4 16,0 0-8-16,0 0 8 0,0 0 1 0,0 0-12 15,0 0 3-15,0 0-5 0,-1 9 6 0,1-9-2 16,0 0-6-16,0 0-7 0,0 0 2 0,0 0-7 15,-4 4-2-15,4-4-2 0,0 0-1 0,0 0 0 16,0 0-4-16,0 0 1 0,9 4-1 0,-1-1 2 16,2-1-6-16,3-1-4 0,5 2-19 0,4-3-20 15,9 0-24-15,5-3-36 0,4 2-26 0,8-4-100 16,-9 4-240-16,-1-2 106 0</inkml:trace>
  <inkml:trace contextRef="#ctx0" brushRef="#br0" timeOffset="-158684.33">12511 14334 5 0,'0'0'161'0,"0"0"-14"16,0 0-2-16,0 0-9 0,0 0-9 0,0 0-6 16,0 0-8-16,0 0-6 0,0 0-5 0,10 7-4 15,-10-7-1-15,4 6-4 0,-4-6-10 0,0 0-4 16,0 13-2-16,0-13 0 0,0 6-4 0,0-6-3 16,4 9-10-16,-4-9-1 0,2 7-6 0,-2-7-1 15,1 8-2-15,-1-8-3 0,1 7-5 0,-1-7 1 16,2 6-5-16,-2-6 2 0,0 0-4 0,7 4-2 15,-7-4 0-15,4 4-5 0,-4-4-1 0,0 0 3 16,0 0-6-16,12-2-2 0,-12 2-3 0,0 0-3 16,11-9 0-16,-6 4-3 0,1 1-12 0,4-3-10 15,-3-4-12-15,6 2-14 0,3-2-18 0,-1-2-24 16,3-5-24-16,7-1-45 0,0-4-36 0,-1 4-168 16,1-3-376-16,4-3 166 0</inkml:trace>
  <inkml:trace contextRef="#ctx0" brushRef="#br0" timeOffset="-157835.36">18997 14902 52 0,'0'0'126'0,"0"0"-23"0,-5-4-12 0,5 4-5 16,0 0-9-16,0 0-4 0,0 0-15 0,0 0-11 0,0 0-11 16,0 0-20-16,0 0-1 0,0 0-19 0,0 0-15 15,0 0-23-15,0 0-22 0,23-2-45 0,-23 2-118 16,0 0 53-16</inkml:trace>
  <inkml:trace contextRef="#ctx0" brushRef="#br0" timeOffset="-157331.92">20438 14643 166 0,'0'0'183'16,"0"0"-18"-16,0 0-20 0,0 0-9 0,0 0-11 0,0 0-10 16,0 0-7-16,0 0-17 0,0 0-2 0,0 0-13 15,0 0 1-15,0 0-2 0,2 20-15 0,-2-20-3 16,1 9-7-16,-1-9-9 0,0 0 4 15,2 8-7-15,-2-8 2 0,0 0-9 0,4 3-4 16,-4-3 6-16,0 0-11 0,14-3-7 0,-6-1-10 0,2-5-24 16,3-2-12-16,7-8-25 15,5-3-29-15,1-4-27 0,15-10-35 0,-1 2-115 0,1-1-282 16,6-2 125-16</inkml:trace>
  <inkml:trace contextRef="#ctx0" brushRef="#br0" timeOffset="-145284.25">16838 16037 64 0,'0'0'145'16,"0"0"-12"-16,0 0-12 0,0 0 0 0,0 0-16 16,0 0 5-16,0 0-3 0,0 0-14 15,0 0-8-15,0 0-8 0,8-4-12 0,-8 4 4 0,0 0-7 16,0 0 1-16,0 0 0 0,10 1 2 0,-10-1-3 16,0 0 2-16,0 0 4 0,0 0-3 0,0 0 0 15,0 0 5-15,0 0 1 0,11 3-4 0,-11-3 3 16,7 2-2-16,-7-2 0 0,0 0-5 0,6 2-5 15,-6-2 0-15,0 0-3 0,9 3-3 0,-9-3 0 16,0 0-9-16,8 4 1 0,-8-4-4 0,0 0 1 16,6 2-4-16,-6-2 3 0,0 0-9 0,0 0 0 15,11 0-2-15,-11 0 0 0,0 0-6 16,11-5 0-16,-5-1-11 0,2-2-4 0,1-1-16 0,10-11-15 16,2-3-14-16,1 0-30 0,3-2-33 0,13-11-38 15,3-3-55-15,1 0-47 0,-3-7-136 0,22-17-405 16,-18 17 180-16</inkml:trace>
  <inkml:trace contextRef="#ctx0" brushRef="#br0" timeOffset="-101766.66">16894 15951 2 0,'-10'7'24'0,"10"-7"-5"0,0 0-1 16,-5 10 0-16,5-10-3 0,-4 5 4 0,4-5-2 16,0 0-3-16,0 0-3 0,-1 13-1 0,1-13-1 15,0 0 5-15,0 0 2 0,-4 8-3 0,4-8 4 16,0 0 9-16,0 0-1 0,0 0-5 0,0 0-1 0,0 0-2 15,0 0 14-15,0 0-3 0,0 0 7 16,-1 18-2-16,1-18 3 0,0 0 7 0,0 0-11 16,0 0 0-16,5 14-4 0,-5-14-13 0,0 0 11 15,0 0-3-15,5 12-1 0,-5-12 9 0,8 6-5 16,-8-6-8-16,0 0 9 0,11 6-3 0,-11-6-4 16,0 0-7-16,0 0 1 0,18-3 3 0,-18 3-7 15,21-9-14-15,-11 1-10 0,9-2-11 0,4-5-26 16,-1-3-24-16,5-3-52 0,-3 0-137 0,12-11 61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03:41:09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19813 10091 43 0,'0'0'34'0,"3"-7"-4"15,-3 7-5-15,1-6 2 0,-1 6-2 0,0 0-8 16,4-7-10-16,-4 7-10 0,0 0-11 0,0 0 0 16,0 0-16-16,-4-13-32 0,4 13 15 0</inkml:trace>
  <inkml:trace contextRef="#ctx0" brushRef="#br0" timeOffset="706.26">19817 10058 92 0,'0'0'-6'0,"0"-9"7"0,0 9 1 16,0 0 4-16,0 0 3 0,0 0 2 0,-1-10 0 15,1 10 12-15,0 0-3 0,0 0 2 0,0 0 9 16,0 0-13-16,0 0 16 0,0 0-6 0,0 0 3 0,0 0 4 16,0 0 3-16,0 0 0 0,0 0 4 0,0 0 3 15,0 0-1-15,0 0 14 0,0 0-3 16,0 0 5-16,0 0 5 0,0 0-7 0,0 0 7 16,0 0 4-16,0 0-2 0,0 0 4 0,0 0-2 0,0 0 11 15,0 0-1-15,0 0 0 0,0 0 6 0,0 0-2 16,0 0-6-16,0 0-4 0,0 0-3 15,0 0-9-15,0 0-2 0,0-10 0 0,0 10-4 16,0 0-2-16,0 0 1 0,1-9 1 0,-1 9 0 0,0 0-2 16,3-7-5-16,-3 7-2 0,0 0-6 0,1-8 5 15,-1 8-8-15,0 0 1 0,0-10-7 16,0 10 0-16,1-8-10 0,-1 8 5 0,0 0-6 16,-2-11 0-16,2 11-1 0,-4-8-5 0,4 8-2 15,0 0 6-15,-5-9-11 0,5 9 3 0,-5-6-3 0,5 6-4 16,-11-4-2-16,5 4 2 0,6 0-4 0,-19-2 3 15,9 4-1-15,-4-1-1 0,2 1-1 0,-6 3-1 16,2-1 1-16,2 0 7 0,-2 2-9 0,-3 1 1 16,2 0-1-16,2 2 2 0,0 0-4 0,1-2 5 15,0 6-1-15,2-7-2 0,-1 6 1 0,2-4 0 16,3 1-2-16,1-2 3 0,0 3-4 0,-2 0 4 16,4-1-3-16,0 1 2 0,2-1-2 0,1 1-1 15,2 2 2-15,1-5 1 0,2 5 0 0,1-2 5 16,1 1-4-16,2 0 3 0,1-1-2 0,4 3 4 15,-2-4-5-15,1 2 2 0,3-1 0 0,-1-3-2 16,1-1-2-16,3 1-3 0,-6-4-5 0,2 4 0 16,0-4 0-16,0 0 2 0,-1-1-1 0,0-1 3 15,2-1-3-15,-5-1 6 0,1 0-4 0,-2 0 3 16,-8 1-2-16,13-3 5 0,-13 3-3 0,9-3 6 16,-9 3-4-16,7-4-5 0,-7 4 3 0,6-4 0 15,-6 4 0-15,4-4 1 0,-4 4-2 0,0 0 2 16,0 0-1-16,0 0-3 0,0 0 0 0,0 0 2 15,0 0-2-15,-19-6 0 0,19 6 4 0,-15 4-1 16,3 0 0-16,1-1-1 0,-1 4-1 0,-3 0-1 0,0 4 2 16,-3-2 3-16,5 2-2 0,-5 0 2 0,3 0 2 15,-1 1-4-15,2 0 0 0,0-1 2 16,4 2 0-16,-3-1 2 0,7-1-3 0,-4 0 3 16,5-1-1-16,3-2 0 0,0 2 1 0,-1-2 0 0,6 3 0 15,-2-5 3-15,3 1-2 0,0 0 6 16,2 0-3-16,2-2 2 0,4 2-2 0,0-3 4 0,0 0-4 15,5 0-18-15,4 0-17 0,-3-3-21 0,4 1-17 16,0-2-37-16,5 0-19 0,3-3-19 0,-3 0-26 16,1-2-135-16,-1-3-331 0,2 2 147 0</inkml:trace>
  <inkml:trace contextRef="#ctx0" brushRef="#br0" timeOffset="982.16">20132 10314 9 0,'0'0'218'16,"-4"-11"-6"-16,4 11-12 0,0 0-11 0,0 0-7 15,-4-7-15-15,4 7-10 0,0 0-13 0,0 0-16 16,0 0-11-16,0 0-11 0,0 0-7 0,10-6-11 16,-3 4-3-16,-7 2-10 0,17-3-5 0,-5 0-5 15,-2 0-6-15,4 2-6 0,-2-2-8 0,-1 0-4 16,2 2-1-16,-1-1-11 0,-4 1 7 0,0 0-9 15,-1-2 0-15,-7 3-6 0,12-2 1 0,-12 2 0 16,10-1-5-16,-10 1-5 0,8-2-15 0,-8 2-18 0,0 0-20 16,0 0-18-16,0 0-35 0,9 0-30 15,-9 0-19-15,0 0-28 0,0 0-26 0,5 6-122 16,-5-6-344-16,0 0 152 0</inkml:trace>
  <inkml:trace contextRef="#ctx0" brushRef="#br0" timeOffset="1315.93">20643 10010 98 0,'-1'-7'217'0,"-1"-5"-2"0,0 6-8 15,-2-3 1-15,1 2-7 0,3 7-7 0,-1-12-13 0,-2 7-15 16,3 5-14-16,0 0-19 0,-1-9-15 0,1 9-10 15,0 0-14-15,-4-6-13 0,4 6-10 0,0 0-7 16,0 0-5-16,0 0-4 0,-5 24-12 16,4-13 6-16,0 3-6 0,0 3-6 0,-3 2-9 0,2 0-2 15,1 0 6-15,-3 6-7 0,3-6-5 16,1 0-2-16,-1 0 1 0,2 0-1 0,-2-2-3 16,2 2 0-16,0-1-1 0,0-1 0 0,2 1-3 0,-2-1 1 15,-1-3-4-15,0 2 0 0,2-3-17 0,-2 0-23 16,-2-1-34-16,1-1-23 0,0 1-26 0,-1-1-22 15,0-1-26-15,1 0-24 0,-2-3-23 0,0 0-136 16,3-7-373-16,-3 6 166 0</inkml:trace>
  <inkml:trace contextRef="#ctx0" brushRef="#br0" timeOffset="1780.16">20714 10009 68 0,'-1'-12'193'0,"0"3"-7"0,1-1-9 16,0 1-13-16,0 9-7 0,1-12-9 0,0 6-17 16,-1 6-14-16,8-10-8 0,1 4-14 0,1 2-9 15,4 2-8-15,2-1-5 0,3 3-7 0,-1 0-7 16,-2 3-6-16,2 0-6 0,-5-2-3 0,0 5-2 16,1 4-2-16,-5-4 0 0,2 3 0 0,-3 1 5 15,0 4 1-15,-3-2-1 0,-3 0-4 0,1 4-1 16,-6-1-5-16,0-4-4 0,-1 0 0 0,-2 5-5 15,-1-1-3-15,0-4 4 0,0 0-5 0,-2 0-3 16,2-1 0-16,0-2-2 0,-2 0-3 0,4-2-1 16,1 0-6-16,1-2 2 0,3-4-1 0,-6 9 0 15,6-9-4-15,-3 7 5 0,3-7-3 0,-1 7 4 0,1-7-5 16,8 5 2-16,-1-3-3 0,1 0 1 16,2-1-1-16,3 0 4 0,1 1-7 0,-2 2 0 15,1-1 0-15,0 0 1 0,0 1-2 0,4 1 3 16,-3 2-2-16,-1-1-1 0,-4 1 1 0,0-1-2 15,1 2-1-15,-4-1 2 0,-1 2-1 0,-2-3 2 0,-1 2-1 16,1-2 2-16,-3-6 0 0,-1 14 6 16,-1-7-2-16,-3 2 3 0,0-2-2 0,-1 1 6 15,-4-3-4-15,1 2 1 0,-3-2 1 0,-2 1 0 16,-3-2 1-16,0 0-2 0,-2-1 0 0,3 1-6 16,1-2 25-16,3-1-14 0,1-1-23 0,-3 0-22 15,3-1-32-15,-1-1-44 0,3 1-47 0,9 1-49 16,-12-6-201-16,8 1-436 0,4 5 193 0</inkml:trace>
  <inkml:trace contextRef="#ctx0" brushRef="#br0" timeOffset="2048.48">21325 10147 159 0,'0'0'252'0,"7"-5"-21"16,-7 5-13-16,0 0-18 0,0 0-10 0,5-3-13 15,-5 3-10-15,0 0-13 0,0 0-10 0,9 0-16 16,-9 0-6-16,0 0-4 0,14 0-6 16,-14 0-5-16,15 0-4 0,-5 1-11 0,-2-1-9 0,-8 0 1 15,14-1-5-15,-14 1-1 0,13 0-2 0,-13 0-4 16,9 0 6-16,-9 0-2 0,0 0-5 16,7 0-4-16,-7 0-6 0,0 0-5 0,0 0-12 0,0 0-6 15,0 0-12-15,9-2-21 0,-9 2-31 0,0 0-35 16,0 0-46-16,0 0-57 0,0 0-64 0,0 0-54 15,0 0-185-15,0 0-506 0,0 0 225 0</inkml:trace>
  <inkml:trace contextRef="#ctx0" brushRef="#br0" timeOffset="3067.98">21578 10151 199 0,'-10'-4'237'0,"10"4"-9"0,0 0-11 16,0 0-9-16,-5-5-14 0,5 5-13 0,0 0-8 15,0 0-16-15,-1-7-12 0,1 7-10 0,0 0-12 16,0 0-9-16,0 0-14 0,0 0-8 0,4-13-8 16,-4 13-7-16,2-9-7 0,-2 9-5 0,6-7-3 15,-6 7-1-15,5-10-4 0,-2 5-1 0,-3 5-3 16,9-8-4-16,-5 3-5 0,1 1-1 0,1-5-1 16,-1 5-4-16,1-4 1 0,0 0-3 15,1 0 6-15,0 3-9 0,-1-1 6 0,0-2-8 0,1 0-3 16,-2 3-2-16,3-4-1 0,0 0-3 0,-3 0-1 15,1 5 10-15,-2-2-10 0,0 0 2 0,1 2-1 16,-5 4 4-16,5-8 4 0,-2 1-12 0,-3 7 2 16,5-3 1-16,-5 3-1 0,4-5-2 0,-4 5 8 15,4-4-7-15,-4 4-5 0,0 0-5 0,3-7 1 16,-3 7-5-16,0 0 10 0,0 0-12 0,0 0 1 16,0 0-9-16,0 0 2 0,0 0-3 0,0 0-1 15,0 0 3-15,0 0 0 0,8 15 3 0,-6-4-1 16,-2 0 1-16,3 7-3 0,-2 2 7 0,1 5-4 15,-1 0 1-15,0 0 11 0,-1 4-13 0,-1-1 5 16,0-1-6-16,2 0 12 0,0 1-7 0,-2-2-1 16,1 0-1-16,0 0 1 0,0-7-3 0,0 0 5 15,1 1 7-15,0-2-9 0,1-1-1 0,-2-1 2 16,0-1 8-16,1-3-10 0,-1 0 1 0,0-4 1 16,-1 3 1-16,1-4-6 0,-3 1 2 0,1-1 2 15,-1-1 0-15,3-6 0 0,-6 10-1 0,-1-6-4 16,2-1-11-16,5-3-9 0,-11 4-11 0,3-4-14 15,8 0-22-15,-18-3-22 0,8 0-35 0,0-1-41 16,1-2-47-16,1-4-44 0,0 0-233 0,0-6-532 0,0-2 235 16</inkml:trace>
  <inkml:trace contextRef="#ctx0" brushRef="#br0" timeOffset="3227.96">21553 9914 1635 0,'-3'-20'-4'0,"3"12"0"16,0-1 10-16,0 0-2 0,0 9-1 0,-1-12-4 16,1 12-17-16,1-10-31 0,-1 10-10 0,1-7-19 0,-1 7-30 15,4-8-114-15,-4 8-239 0,8-9 106 16</inkml:trace>
  <inkml:trace contextRef="#ctx0" brushRef="#br0" timeOffset="3578.12">21874 9829 144 0,'2'7'201'0,"1"-1"-1"0,-2 4-15 16,-1-1-7-16,2 1-3 0,-2-3-8 0,0-7-15 16,-3 18-11-16,1-11-12 0,2 0-5 0,0-7-1 15,-2 9 2-15,2-9 5 0,-1 7 7 0,1-7 10 16,0 0 2-16,0 0 3 0,0 0-12 0,0 0-13 15,0 0-16-15,0 0-8 0,0 0-10 0,3-23-8 16,2 12-9-16,2-4-9 0,-2 2 4 0,7-2-28 16,-2-2 1-16,2 2-4 0,0 1-4 0,2-2 0 15,-1 4-7-15,1 1-7 0,-4 3 1 0,5-2-5 16,-4 3-5-16,-2 1 1 0,1 2-6 0,-3 4-3 16,2 0-1-16,-9 0-1 0,21 3 5 0,-13 2-5 15,1 1-1-15,-3 2-2 0,4 1 1 0,-3 0-5 16,0 3 3-16,-2-1 11 0,2 4-9 0,-2 0-4 15,-1 2 0-15,-2 0-27 0,-1 1-30 0,-1 2-33 16,0-3-50-16,-1 1-51 0,1 0-39 0,-1 2-53 16,-2-1-206-16,3-2-531 0,0-2 236 0</inkml:trace>
  <inkml:trace contextRef="#ctx0" brushRef="#br0" timeOffset="3866.09">22309 10145 179 0,'0'0'230'16,"0"0"-14"-16,0 0-12 0,0 0-8 0,0 0-6 15,7 6-3-15,-7-6-7 0,10 1-7 0,-2-1-8 16,3 2-4-16,2-1-7 0,5-1-8 0,-4-1-9 16,4-1-6-16,-2 2-11 0,0 0-4 0,-4 0-3 15,0 0-2-15,-2-1 6 0,0 1-12 0,-3-1 14 16,-7 1 5-16,12-1 12 0,-12 1-24 0,10-3 13 15,-10 3-4-15,0 0 0 0,9 1-6 0,-9-1-12 16,0 0-1-16,0 0-10 0,7-3-7 0,-7 3-10 16,0 0-4-16,0 0-13 0,0 0-10 0,0 0-21 15,0 0-35-15,0 0-47 0,0 0-65 0,0 0-55 16,0 0-76-16,0 0-82 0,0 0-338 0,0 0-726 16,0 0 321-16</inkml:trace>
  <inkml:trace contextRef="#ctx0" brushRef="#br0" timeOffset="4342.07">23117 9888 182 0,'2'-5'265'16,"-2"5"-14"-16,4-6-15 0,-4 6-7 0,3-8-21 15,-3 8-12-15,4-8-18 0,-4 8-20 0,0 0-19 16,0 0-14-16,0 0-15 0,0 0-8 0,0 0-17 16,0 0-8-16,0 0-5 0,0 0-8 0,0 31-2 15,-1-16-5-15,-1 4-7 0,0 0-2 0,2 7-1 16,-3-1-4-16,0-1-6 0,2 2 2 16,0-7-4-16,-2 0 3 0,5 0-6 0,-6-4-4 0,3 4 0 15,1-2 0-15,-2 0-6 0,4-2 1 0,-5-2-2 16,4-1-3-16,-1 0 0 0,0-2-2 0,-1 3-2 15,2-2 0-15,-2-1 0 0,1 0-2 0,-1-1-7 16,0 1-21-16,-1 1-18 0,1-6-26 0,1-5-32 16,-3 11-37-16,3-11-31 0,-3 8-36 0,0-3-29 15,3-5-194-15,-8 3-455 0,8-3 202 0</inkml:trace>
  <inkml:trace contextRef="#ctx0" brushRef="#br0" timeOffset="4618.58">23171 9894 164 0,'2'-11'193'0,"2"2"-16"15,1 2-16-15,0-1-7 0,3 1-2 0,1 0-10 16,1 2-9-16,-1 1-13 0,-2 1-15 0,4-1-9 0,-3 4-13 16,-8 0-6-16,13 4-6 0,-7 0-7 15,-1 1-5-15,0 0-2 0,-1 2-4 0,-3 2-6 16,2 2 1-16,-5 5 0 0,1-6 2 0,-1 4-5 15,-5-4 2-15,-3 5 0 0,0-2-2 0,-2 2 3 16,0-5-5-16,1 3-6 0,-3-3-2 0,3-3-4 16,-2 4-3-16,2-3 2 0,-2 1-5 0,1-2-7 0,-3 2-12 15,-1 0-31-15,4-4-27 0,0 1-38 16,1 0-39-16,0-1-42 0,2 0-45 0,-2 2-127 16,5-4-371-16,-1 1 163 0</inkml:trace>
  <inkml:trace contextRef="#ctx0" brushRef="#br0" timeOffset="4820.56">23287 10194 177 0,'9'-2'199'0,"-9"2"-14"15,10-1-7-15,-10 1-14 0,9-1-15 0,-9 1-13 0,9-2-15 16,-9 2-12-16,11-1-12 0,-4-1-8 0,1 0-18 15,1 0-29-15,-9 2-32 0,17-1-26 0,-5-1-51 16,2 1-30-16,-2-1-49 0,0-4-88 0,1 2-253 16,1 2 113-16</inkml:trace>
  <inkml:trace contextRef="#ctx0" brushRef="#br0" timeOffset="5372.13">23678 9974 155 0,'-3'-10'242'16,"3"10"-6"-16,0-10-3 0,0 10-10 0,2-9-13 15,-2 9-12-15,-3-8-15 0,3 8-7 0,0 0-16 16,0 0-16-16,-1-8-15 0,1 8-12 0,0 0-16 16,0 0-8-16,-3-8-9 0,3 8-13 0,0 0-9 15,0 0-7-15,0 0-6 0,0 0-5 0,0 0-2 16,0 0-8-16,4 26-4 0,-3-16 0 0,1 2-4 15,-2-2-1-15,2 2-4 0,0 2-3 0,-2 1-1 16,1 1-4-16,1-6 4 0,-2 2-4 0,4-2-1 16,-1 0-4-16,-2-1 2 0,0-2 6 0,2 2-9 15,-3-3 0-15,0-6 2 0,-1 13-3 0,2-8 0 16,-1-5-1-16,1 10 7 0,-1-10-8 0,3 7-2 16,-3-7 2-16,0 0 2 0,2 7 2 0,-2-7 0 15,0 0 0-15,0 0 8 0,0 0 8 0,0 0 6 16,0 0 0-16,0 0-2 0,0 0 1 0,0 0-1 15,0 0 1-15,0 0-2 0,0 0 3 0,0 0-3 16,0 0 2-16,0 0-6 0,0 0-1 0,0 0 0 16,-5-28-5-16,5 28 1 0,3-12-1 0,-3 12 4 15,1-11 8-15,0 5-18 0,2-4 5 0,1 1-9 0,1-1 4 16,1 0-3-16,1 3-4 0,1-2 4 16,2-1-5-16,2-1 7 0,2 0-7 0,1 1-6 15,0 0 2-15,1 0-1 0,2 0 2 0,-2 2-1 16,0 1 1-16,-3 4-7 0,-2 0 2 0,2 2 13 15,-1 1-16-15,-2 1-1 0,-1 2 3 0,0 1 0 0,1 4 1 16,-2 2-3-16,-2 0 4 0,1-1-4 0,-2 2 3 16,1 5 5-16,-2-2-3 0,-3 1 6 0,0-1-7 15,-2 3-13-15,0-2-34 0,0 2-36 16,-2-4-46-16,2 2-62 0,1-2-50 0,0-2-56 0,0 1-177 16,1-3-516-16,2 0 228 0</inkml:trace>
  <inkml:trace contextRef="#ctx0" brushRef="#br0" timeOffset="6212.37">24550 10010 10 0,'0'-11'264'0,"0"11"-12"0,-2-11-15 0,0 4-27 16,-1 0-18-16,-3 1-10 0,2-1-8 0,-2 3-5 0,2-2-9 15,-3 2-10-15,2-1-13 0,5 5-20 0,-14-6-8 16,8 5-12-16,6 1-12 0,-22 4-1 16,9-1-15-16,2 5-5 0,-6 0-8 0,2 2-5 15,-2 0-3-15,3 2-6 0,0 1-3 0,4-2-5 0,0 1 0 16,1-1-6-16,6 0-4 0,-4-1-3 0,4-1-1 16,2 2-1-16,-1 0 0 0,2-1-4 15,3-1 13-15,2-2-12 0,0 3-2 0,3-3 0 16,-1 0 2-16,3-4-7 0,-1 1 3 0,2-1-2 0,0-1 1 15,1-2 0-15,2 0 1 0,-2-2 0 0,-1-1 1 16,-1-3-3-16,2-1-3 0,-2-1-1 0,1-6 2 16,0 0 5-16,-1 0-5 0,-2-4-2 15,-1-1-2-15,2-4 1 0,-2-3 0 0,0 3 1 0,-3-4-1 16,3 2-3-16,-4-1 0 0,0 7 0 0,1-7 2 16,-3 8 7-16,0-1-5 0,3-1 2 0,-4 4-3 15,0 3 4-15,0 2 13 0,-4 0 2 16,3 1-1-16,0 5 1 0,1 5-1 0,0-13-4 0,0 13-6 15,-5-6-1-15,5 6-9 0,0 0-6 0,0 0 3 16,0 0 4-16,0 0-4 0,0 0 13 0,-13 22-16 16,8-5 4-16,0 0-1 0,-3 8 0 0,2-1 3 15,2-5-5-15,2 6-3 0,2-5 6 0,3 3-1 16,-2-3 2-16,3 4 7 0,0-5-9 0,5-2 1 16,0-2 4-16,1 1-1 0,4 0-1 0,-4-2 0 15,7-2 1-15,-3-1 2 0,4-2-1 0,-1-1 7 16,0-3-10-16,1-1 2 0,1-3 3 0,-2 1 2 15,-4-4-2-15,0 0-3 0,1-2 0 0,-1 1 4 16,-2-2-1-16,0-2 0 0,0-2-1 0,1 0 0 16,-4-3 1-16,0-3-5 0,3 1 4 0,-7 3-3 15,3 1 1-15,-2-2 1 0,-1 2-2 0,0 1-1 0,0 2 3 16,-2 3-4-16,-2 4 3 0,2-9-2 0,-2 9-5 16,3-5-6-16,-3 5 1 0,0 0 3 15,0 0 0-15,0 0-2 0,0 0 4 0,0 0-5 16,0 22 5-16,0-12-4 0,-2 1 2 0,2 1 4 0,0-1 2 15,0-2-7-15,3 3 1 0,1-1-6 16,-4 2-25-16,5 1-16 0,1 1-32 0,-2-6-36 16,1 1-51-16,0 0-42 0,-1-3-43 0,0 2-219 15,-1-2-514-15,1-2 228 0</inkml:trace>
  <inkml:trace contextRef="#ctx0" brushRef="#br0" timeOffset="6369.37">24836 9791 123 0,'-3'-4'186'0,"3"4"-22"15,-5-8-23-15,5 8-23 0,-4-4-45 0,4 4-14 16,0 0-51-16,0 0-57 0,0 0-89 0,0 0-148 16,11 28 65-16</inkml:trace>
  <inkml:trace contextRef="#ctx0" brushRef="#br0" timeOffset="6657.8">25026 10039 22 0,'0'0'245'0,"2"7"-12"0,-2-7-10 0,0 0-10 16,0 0-9-16,0 0-16 0,1 7-18 0,-1-7-20 16,0 0-10-16,2 5-14 0,-2-5-10 0,4 7-10 15,1-4-4-15,1 1-7 0,0-1-3 0,4 1-6 16,1-1 2-16,1-2-18 0,-3 0 3 0,4-1-10 15,1 0-2-15,-3 0-8 0,1-3-1 0,1 0 2 16,-3-1-1-16,2-1 1 0,-4 0-5 0,0-3-6 16,0-2-1-16,-6 3-8 0,5-3-3 0,-5-2-2 15,-1 0-2-15,-1 0-6 0,-1 0 0 0,-1 2-5 16,-3 1-5-16,3 4-1 0,-3-3-8 0,-1 0-14 16,2 3-18-16,-4 0-21 0,-1 2-15 0,1 3-24 15,0-2-33-15,8 2-30 0,-17 0-26 0,11 2-20 16,6-2-33-16,-11 5-158 0,10 1-421 0,1-6 188 15</inkml:trace>
  <inkml:trace contextRef="#ctx0" brushRef="#br0" timeOffset="7280.05">25497 9949 65 0,'5'-4'256'0,"-5"4"-4"16,4-9 5-16,-4 9-9 0,2-5-16 15,-2 5-16-15,0 0-16 0,-1-13-8 0,1 13-18 16,0 0-15-16,-7-5-20 0,7 5-11 0,-16 0-15 15,9 0-10-15,-4 2-10 0,-3 1-9 0,1 2-11 0,-2 3-1 16,3-2-14-16,3 2-7 0,-1-1-7 16,2 1-3-16,1 1 0 0,1-1-7 0,3 0 0 15,0-3-6-15,3 4 0 0,0-9-2 0,4 13 3 16,0-8-6-16,2-2-1 0,3 3 3 0,1-4-12 0,1-1 6 16,3-1 2-16,-3 0-8 0,2-3 2 15,1 0 1-15,-1-5-4 0,-5 3 1 0,3-2-1 16,1-6-2-16,-5 1 1 0,3-2-4 0,-2 0 3 0,-3-3-3 15,1 0-1-15,0-2 4 0,0-7 7 0,-4 9-16 16,0-10 7-16,-1 3-9 0,1-2 3 0,-4 7 6 16,2 0-8-16,0 2 4 0,-1 0-3 0,1 2 7 15,-2 3-5-15,0 3-2 0,0-1 3 0,-1 3 3 16,3 7-4-16,-4-12 0 0,4 12-1 0,-1-7-4 16,1 7 3-16,0 0-5 0,0 0-4 0,0 0 2 15,0 0-3-15,0 0 3 0,-8 28 1 0,8-11 5 16,0 0-2-16,0 2-2 0,4 2 1 0,0-3-2 15,2 0 5-15,0 2-1 0,5 3 2 0,-5-6-8 16,4 1 8-16,1-2 1 0,0 0-4 0,1 0 2 16,5 3-2-16,-1-6 3 0,-2-2 7 0,4 1-2 15,-3-4-1-15,1 1-1 0,-3-4-2 0,-1 0 4 16,1-1 2-16,1-1-4 0,-1-2 2 0,-2-2 1 16,-1 1 2-16,3-4-5 0,-4-1-2 0,7-4 2 15,-3-2 6-15,-2 4-9 0,-2-3 13 0,0-2-8 16,1 2-1-16,-4-1-1 0,-2 1 1 0,1-1-4 15,-1 3 3-15,-2 1-4 0,0-1-4 0,-2 8 0 16,1-9 4-16,-1 9-5 0,0 0 0 0,-3-12-2 16,3 12-6-16,-11 0 8 0,11 0-3 0,0 0 0 15,-22 12 3-15,15-5-1 0,-1-1-1 0,3 2 7 16,-2 0-6-16,4 1 1 0,2 2 1 0,3 1-1 0,7 2-3 16,4-1-20-16,3 0-24 0,2-1-28 15,9 2-38-15,-2-2-42 0,0 0-49 0,-6-7-60 16,-5 0-206-16,2 2-516 0,-5-3 229 0</inkml:trace>
  <inkml:trace contextRef="#ctx0" brushRef="#br0" timeOffset="8094.05">19983 10967 246 0,'0'-7'238'0,"0"7"-21"0,-4-12-15 16,4 12-16-16,-5-12-8 0,-1 5-15 16,1 2-8-16,-1 1-14 0,-1-1-13 0,-3 4-14 0,0 1-12 15,-3-1-6-15,0 2-8 0,-1 3-6 0,-2 2 0 16,-3 2-6-16,0 3 6 0,-2 6-3 0,-1 2-5 16,3-1-9-16,2 4-4 0,3-8-4 15,5 2 4-15,-2 0 4 0,4 1-6 0,1-4-3 0,2 3-4 16,3-3-3-16,2 2-9 0,0-3-9 0,3-1 3 15,0 0-2-15,4 4-2 0,3 0-1 0,-2-8-3 16,5 6-8-16,1-5-21 0,3 0-33 0,-2-1-41 16,2-2-52-16,0-1-49 0,3 0-55 15,1-1-46-15,-4-3-148 0,2 0-462 0,2-4 204 0</inkml:trace>
  <inkml:trace contextRef="#ctx0" brushRef="#br0" timeOffset="8267.2">20201 11126 193 0,'0'0'280'0,"2"-5"-19"16,-2 5-20-16,0 0-20 0,0 0-12 0,7-7-23 15,-7 7-16-15,0 0-22 0,6-4-14 0,-6 4-12 16,9-3-18-16,-9 3-30 0,10-3-34 0,-2 3-40 16,2-1-39-16,0-1-50 0,3 1-50 0,6-2-47 15,-6 3-136-15,5-2-348 0,-5 1 153 0</inkml:trace>
  <inkml:trace contextRef="#ctx0" brushRef="#br0" timeOffset="8508.17">20621 10960 90 0,'1'-6'271'0,"-1"6"-10"16,4-11-4-16,-3 4-1 0,-1 7-1 0,3-9-9 15,-3 9-10-15,3-7-16 0,-3 7-18 0,0 0-23 16,2-8-21-16,-2 8-18 0,0 0-14 0,0 0-19 15,0 0-9-15,0 0-5 0,0 0-14 0,0 0-7 16,3 31-9-16,-3-19-4 0,0 1-5 0,0 3-6 16,1 0-1-16,0 1-10 0,3-2-1 0,-4 2-5 15,1-2 0-15,2-2-8 0,-2-2-15 0,3 2-27 16,-3 0-27-16,2-1-35 0,-2-1-49 0,2 2-56 16,1-3-49-16,-1 1-47 0,-1-1-186 0,-1-3-506 15,2-1 224-15</inkml:trace>
  <inkml:trace contextRef="#ctx0" brushRef="#br0" timeOffset="8901.44">20777 10862 211 0,'1'-9'242'0,"2"1"-10"16,-1 2-19-16,1 0-17 0,1-1-12 0,-4 7-19 15,9-9-13-15,-3 8-11 0,0-1-8 0,-6 2-12 16,17 0-3-16,-5 3-5 0,-3 1-11 0,1 1-9 15,-1 1-7-15,-2-1-8 0,0 1-8 0,-2 2-6 16,1 0-8-16,-1 1-5 0,-2 0-3 0,-2 1-2 16,0-2-3-16,-2 4-5 0,0-4-5 0,-5 3 0 15,2-1-6-15,0-1-5 0,0-1-5 0,0 1-15 16,0-4-11-16,2 3-3 0,-1-4 0 0,3-4-2 16,-1 11-6-16,0-5 3 0,1-6 3 0,3 11-3 15,0-5 6-15,2-1 1 0,2 2-2 0,0 0 3 16,6-2-2-16,-4 0 3 0,4 0-1 15,-2 1 1-15,0 0 1 0,0 0-4 0,-2 0 4 0,1 1 0 16,-1 0 7-16,0-1-3 0,-4 0 4 0,0 0 10 16,-2 0 0-16,0-1 8 0,-3-5 1 0,-2 12 9 15,2-12-1-15,-6 13 0 0,-1-6-4 16,-2 0 5-16,-1-2-6 0,-1 1-3 0,0-1-1 0,-3 1-2 16,4-2 0-16,-1 0-14 0,0-1-21 0,2 0-29 15,1-2-43-15,1 2-61 0,7-3-61 0,-9 2-236 16,9-2-484-16,0 0 214 0</inkml:trace>
  <inkml:trace contextRef="#ctx0" brushRef="#br0" timeOffset="9259.6">21461 10984 206 0,'4'-3'305'0,"1"-3"-30"0,-5 6-25 16,9-8-18-16,-3 5-8 0,-1-2-25 0,-1 1-12 15,1-1-12-15,2 1-14 0,-2 1-13 0,1-3-12 16,0 2-9-16,-1-2-7 0,-5 6-5 0,11-4-6 16,-6-1-2-16,0 1 4 0,-5 4 0 0,6-7-10 0,-6 7 9 15,7-4-10-15,-7 4-15 0,4-6 0 16,-4 6-17-16,0 0-16 0,0 0 0 0,5-3-14 16,-5 3-1-16,0 0-4 0,0 0-7 0,6 13 2 15,-5-7-8-15,0 4-2 0,1 2 3 0,-1 4-8 0,0 1 8 16,2 1-10-16,-2 0-2 0,2 1 1 0,-3 1 0 15,1-4-8-15,0 2 10 0,2-1 2 16,-2-2-1-16,-1-3-9 0,3 0 1 0,-3 1 1 16,0-4-3-16,0 3-4 0,0-3 2 0,0-3-7 15,0-6-11-15,0 13-16 0,0-13-18 0,-3 12-20 0,2-7-15 16,1-5-21-16,-6 10-24 0,3-6-35 0,-2 0-36 16,5-4-47-16,-12 6-53 0,5-6-179 15,-2 1-521-15,9-1 231 0</inkml:trace>
  <inkml:trace contextRef="#ctx0" brushRef="#br0" timeOffset="9411.62">21600 10905 1581 0,'8'-18'12'0,"-5"-1"10"0,3 6-27 16,-4 3 9-16,2 0-14 0,0 1-15 0,0-1-26 15,1 4-2-15,-5 6-14 0,10-11-11 0,-4 4-17 16,1 3-20-16,2 2-72 0,-9 2-202 15,18-6 89-15</inkml:trace>
  <inkml:trace contextRef="#ctx0" brushRef="#br0" timeOffset="9637.01">21819 10899 194 0,'0'0'222'0,"0"0"-13"0,0 0-12 15,7-13-11-15,-7 13-5 0,5-9-5 0,-2 3-7 16,1 0-10-16,1-2-12 0,1-2-5 0,3 2-7 15,-1-1 3-15,0 0-14 0,0 1-11 0,0 2-5 0,-4 2-8 16,1-2-10-16,0 3-15 0,-5 3-8 16,10-3-8-16,-10 3-7 0,0 0-3 0,12 8-11 15,-6 0 2-15,-2 1-5 0,0 3-5 0,1-1-4 16,-2 2-2-16,-1 6-20 0,3-3-32 0,-2 4-52 0,-1-1-63 16,7-2-68-16,3 5-59 0,-6-6-157 15,2-3-461-15,6 0 204 0</inkml:trace>
  <inkml:trace contextRef="#ctx0" brushRef="#br0" timeOffset="9910.29">22318 11019 129 0,'0'0'315'0,"0"0"-5"0,0 0-11 0,0 0-12 0,0 0-13 16,0 0-20-16,8-1-10 0,-8 1-15 0,0 0-11 15,0 0-24-15,0 0-13 0,0 0-14 0,10-1 2 16,-10 1-11-16,14 0-13 0,-4 0-8 0,2-2-7 15,1 2-14-15,0 0-12 0,-1 0 0 0,0-1-9 16,-3 0 2-16,2 1-6 0,-2 0 5 0,-9 0 2 16,13 0-1-16,-13 0-1 0,11-2-4 0,-11 2-3 15,9-1-2-15,-9 1 0 0,0 0-5 0,8 1-1 16,-8-1-9-16,0 0-3 0,0 0-11 0,0 0-4 16,0 0-3-16,0 0-14 0,0 0-18 0,0 0-36 15,0 0-39-15,8-4-48 0,-8 4-87 16,0 0-77-16,0 0-106 0,0 0-410 0,0 0-849 0,0 0 376 15</inkml:trace>
  <inkml:trace contextRef="#ctx0" brushRef="#br0" timeOffset="10416.17">23097 10839 238 0,'0'-9'280'0,"0"9"-15"15,-3-13-5-15,3 7-8 0,0 6-10 0,-4-10-13 16,4 10-20-16,-2-7-27 0,2 7-19 0,0 0-14 15,0 0-20-15,0 0-16 0,0 0-11 0,0 0-10 16,0 0-7-16,-7 23-9 0,6-7-6 0,-1 3-7 16,-1 0-5-16,0 6-10 0,2 1 0 0,0-2-5 15,-1 1-4-15,1-7-1 0,0 2-9 0,0-2-4 16,1-1 2-16,-2 2-6 0,2-2-3 0,0 0 4 16,0 0 12-16,0-2-18 0,-1-3-2 0,1 0 2 15,0 0-9-15,0-2-29 0,-1 1-39 0,-1-2-42 0,1 3-50 16,-3-4-53-16,1 0-44 0,-2 1-235 15,-2-1-525-15,2-2 233 0</inkml:trace>
  <inkml:trace contextRef="#ctx0" brushRef="#br0" timeOffset="10668.08">23094 11011 61 0,'12'-10'198'16,"1"-2"-1"-16,2 2-6 0,2 2 3 0,2 1-1 15,-2-1-13-15,-4 5-15 0,1 0-16 0,-1 1-16 16,0 3-10-16,-3-1-11 0,-2 1-15 0,-2 2-1 16,2 0 5-16,-3 3-8 0,-1-3-5 0,-1 4 18 15,0-1-2-15,-3 2-5 0,0-8-3 0,-6 19-6 16,-2-7-9-16,-2-1-7 0,-2 1-1 16,-1 1-8-16,-1-3-9 0,-1 2-5 0,0-4-6 0,-2 3-4 15,0-4-26-15,3 2-32 0,-3-2-32 0,-1-1-43 16,2 1-54-16,5-1-62 0,-1-2-58 0,-1-1-166 15,5 3-467-15,1-5 206 0</inkml:trace>
  <inkml:trace contextRef="#ctx0" brushRef="#br0" timeOffset="10833.11">23384 11094 221 0,'0'0'272'0,"9"-6"-17"0,-9 6-24 16,8-3-17-16,-8 3-18 0,9-4-23 0,-5 1-19 15,-4 3-14-15,8-3-14 0,-1 1-33 0,1 0-40 16,2 0-51-16,1 1-63 0,-1 0-62 0,2-2-61 16,-1 1-110-16,1-1-318 0,-2 2 141 0</inkml:trace>
  <inkml:trace contextRef="#ctx0" brushRef="#br0" timeOffset="11194.08">23715 10951 245 0,'0'0'256'0,"5"-8"-11"0,-2 4-9 15,-3 4-6-15,0 0-13 0,7-10-17 0,-7 10-19 16,0 0-20-16,4-2-22 0,-4 2-10 0,0 0-9 16,0 0-6-16,7 12-4 0,-5-2-8 0,1 0-2 15,-2 2-10-15,2 0-7 0,-1 4-6 0,0-5-9 16,-4 1-6-16,5-1-3 0,-3 0-9 0,2-1-2 16,0 0 0-16,-2-3-3 0,0-7-6 0,3 7 2 15,-3-7-4-15,0 8 8 0,0-8 21 0,0 0 32 16,0 0 4-16,0 0-16 0,0 0-3 0,0 0-10 15,0 0 3-15,0 0-13 0,0 0-5 0,9-22-13 16,-5 14-3-16,0-3 7 0,6-4-16 0,-1 2-5 16,0-3-2-16,5 0-8 0,0 4 5 0,5-6-5 0,-5 6-7 15,2-2-4-15,-2 4 6 0,1 1-8 16,-3 3 3-16,-3 1-1 0,-2 1-5 0,1 3-21 16,0 0 21-16,-8 1-7 0,13 3 9 0,-6 1-7 15,-1 3 0-15,0-1-3 0,-1 1 3 0,0 4 0 0,-3-1 3 16,1 0 1-16,1 3 5 0,-2 2-20 15,-2-3-34-15,0 4-41 0,0-3-43 0,-1-1-48 16,0 1-67-16,2 0-68 0,0 0-280 0,2-4-642 16,2-1 284-16</inkml:trace>
  <inkml:trace contextRef="#ctx0" brushRef="#br0" timeOffset="11815.59">24578 10979 152 0,'2'-6'304'0,"1"0"-6"0,-2 1-28 0,-1 5-19 16,0-11-17-16,0 11-14 0,-7-6-18 0,7 6-15 16,-7-6-21-16,-6 4-16 0,2 4-11 0,-2 2-14 15,2-1-11-15,-6 4 0 0,-4 2-11 16,4 0-10-16,0 1-7 0,-1-1-9 0,4 0-10 16,5 0-5-16,-2-2-10 0,2 0-4 0,2 1-1 0,2 1-10 15,2-3-2-15,1 0 0 0,2-6-3 0,-1 12-4 16,1-12 1-16,7 10-4 0,0-8 0 0,2 1 1 15,2-3-7-15,7 0 1 0,-5-1 10 0,5-4-7 16,0 1-6-16,-6-2-2 0,0 0 10 16,3-1-7-16,-4-2 9 0,0 1-2 0,1-5 3 0,-1-2-6 15,-3 0 9-15,1-2-10 0,-3-1 0 16,2-7-1-16,-2 3-6 0,-2-4 2 0,-2-2 3 0,1 1-6 16,-3 10 2-16,3-12 9 0,-3 10-2 15,-2 0 21-15,4 3-3 0,-4 3 8 0,-2 1 3 0,4 3 6 16,0 9-9-16,-2-13 0 0,2 13-9 15,0 0-6-15,0-14-11 0,0 14-1 0,0 0-6 16,0 0-4-16,0 0 3 0,0 0-7 0,-18 27 3 0,13-9 7 16,1 8-11-16,0-1-4 0,-2 0 2 0,2 2-7 15,4-8 19-15,0 0-28 0,1 1 14 0,4-1 4 16,0-1 2-16,2 1-4 0,2-1 3 0,-1-1-1 16,4-4 5-16,1 1-1 0,2-2-13 0,0-3 15 15,1-1-6-15,-2-3 2 0,0 0 0 16,-2-1-2-16,2-3 5 0,-3-1-2 0,2-1-3 0,1-2 8 15,-3 0-11-15,1-1 2 0,1 0-4 0,-4-4 2 16,1 1-4-16,2-4 3 0,-3 1 0 0,-2 1 1 16,0-2-1-16,-2 2 1 0,1 2-3 0,-2 0 5 15,0 0-2-15,-1 4 1 0,-3 3 0 0,4-7-6 16,-4 7-3-16,4-7-1 0,-4 7-5 0,0 0 3 16,0 0 10-16,0 0-39 0,0 0 26 0,0 0 5 15,0 0 1-15,-1 24 2 0,1-24-21 0,-3 16 7 16,1-7 12-16,2 2-34 0,0-3-33 0,0 1-36 15,0 0-42-15,0 1-37 0,2 0-53 0,-4-2-56 16,6 2-62-16,-4-10-216 0,-4 12-620 0,4-12 275 16</inkml:trace>
  <inkml:trace contextRef="#ctx0" brushRef="#br0" timeOffset="11981.7">24887 10847 2456 0,'-2'-18'84'0,"-1"-1"11"15,1 3-35-15,-3 4-2 0,3 2-13 0,1 1-9 16,-3 2-10-16,4 7 0 0,-2-12-12 0,2 12-9 16,-4-7-27-16,4 7-30 0,0 0-9 0,0 0-45 15,0 0-30-15,0 0-37 0,20 13-39 0,-12-5-146 16,1-2-386-16,5 5 171 0</inkml:trace>
  <inkml:trace contextRef="#ctx0" brushRef="#br0" timeOffset="12248.05">25059 10914 57 0,'0'0'195'0,"3"8"-3"16,-3-8-3-16,0 7 7 0,0-7-8 0,-4 14-6 16,2-8-10-16,-2 0-15 0,4-6-12 0,-2 13-11 15,2-6-8-15,0-7-3 0,0 14-8 0,1-9-6 16,1 2-4-16,2 0 4 0,1-1-10 0,3 0 6 16,2-3 1-16,1 1-4 0,2-3-10 0,1-1-3 15,-1 1-6-15,5-1-1 0,-6-2 4 0,-1 0 10 16,2-3-20-16,-3-2 5 0,-2 1-9 0,2-1-5 15,-4-2-2-15,-1 0-7 0,-2-2-8 0,0-1-9 0,-1-1 4 16,-4-4-10-16,-2 6 0 0,-1 0-11 16,-3-3-1-16,-2 0-5 0,1 6-20 0,-2-1-15 15,-4 1-25-15,3 4-17 0,-4 0-28 0,-2 3-31 16,0-1-36-16,-1 5-34 0,0 2-41 0,6-2-33 16,3 1-233-16,0 2-536 0,5 1 239 0</inkml:trace>
  <inkml:trace contextRef="#ctx0" brushRef="#br0" timeOffset="12875.19">25405 10910 137 0,'9'-6'256'0,"1"2"3"0,-5 0-8 15,0 2-6-15,-5 2-5 0,7-7-10 16,-7 7-15-16,3-6-8 0,-3 6-18 0,0 0-15 16,0 0-15-16,0 0-13 0,0 0-14 0,0 0-13 15,0 0-13-15,-26 2 5 0,14 3-26 0,-5 2-7 16,2 2-2-16,-3-1-11 0,9-1-4 0,-2 0-10 15,-1-1-2-15,4 1 0 0,3 0-13 0,-4 2-9 16,4-2 0-16,3-2 1 0,0 1-4 0,2-6-1 16,-2 11 6-16,2-11-9 0,8 7 3 0,0-4 10 15,1 0-18-15,4-1-2 0,5-2 3 0,-5-2 1 0,4-1-1 16,3-1-7-16,-5-2 5 0,-1 1 2 16,-1-2-2-16,-2-1-7 0,-1-1 15 0,1-3-13 0,-2-2-2 15,2-1-6-15,-5-3 7 0,3-4-1 16,-5 2 3-16,2-5-2 0,-2 1-5 0,-2-3-1 15,-1 2 5-15,1-1 2 0,0 2-8 0,-2 7 8 0,-2 2 19 16,2 2-2-16,0 1 8 0,0 2-7 16,-2 0 17-16,2 10 2 0,-2-12-5 0,2 12-7 15,0 0-4-15,0-11-9 0,0 11-10 0,0 0 2 16,0 0-1-16,0 0-5 0,0 0 2 0,-11 36-7 0,8-16 6 16,-4 3 1-16,5-4-2 0,-2 7 3 0,1-2-6 15,3 2 12-15,0-6-10 0,2 4-6 0,-2-6 6 16,2 0-1-16,5 0 0 0,-2-2-3 0,4 0 16 15,2-1-14-15,0-2 1 0,3-2 4 0,1-1-1 16,-1-1-1-16,1-1 4 0,4-2-3 0,2 0 0 16,0-2 1-16,-1-4 2 0,0 1-3 15,3-4-1-15,-2 1 2 0,-2-1-6 0,-1-2 6 16,-2-1 9-16,-4-1-7 0,-2-2-8 0,2 0-1 16,-1-4 0-16,-4 0 5 0,-1-2 7 0,-1 0-9 0,-5 1-6 15,1 2 5-15,-1 1-4 0,-1 0-4 0,-4 2 3 16,1 0-2-16,-1 1-2 0,1 3-5 15,-3 1-9-15,-1 2 18 0,-10 4-2 0,4 0-4 0,-4 3 5 16,4 3-21-16,-3 0 2 0,2 1 14 0,5-1 6 16,-1 0 5-16,3 4-1 0,1-2-4 0,3 3-12 15,4-3-17-15,0 3-15 0,7-2-39 0,0 0-37 16,6 0-45-16,-1 1-51 0,2-3-57 0,0-1-64 16,-1-1-242-16,-1-4-626 0,-3 1 277 0</inkml:trace>
  <inkml:trace contextRef="#ctx0" brushRef="#br0" timeOffset="31051.85">20017 10269 45 0,'0'0'82'0,"0"0"2"16,0 0-8-16,0 0-9 0,-6-8-8 0,6 8-10 16,0 0 3-16,0 0-11 0,0 0-3 0,0 0-3 15,-3-7 1-15,3 7-11 0,0 0-13 0,0 0-16 16,0 0-13-16,0 0-5 0,0 0-13 0,0 0-10 15,0 0-3-15,0 0-41 0,0 0-95 0,0 0 42 16</inkml:trace>
  <inkml:trace contextRef="#ctx0" brushRef="#br0" timeOffset="36520.31">17739 11601 183 0,'0'0'181'0,"-4"-7"-5"0,4 7-1 16,0 0-9-16,-2-8-7 0,2 8-10 0,0 0-8 16,-3-7-15-16,3 7-8 0,0 0-18 0,0 0-4 15,0 0-15-15,0 0-7 0,0 0-8 0,0 0-8 16,0 0 3-16,0 0-2 0,-15 22-11 0,11-13-7 15,0 2-4-15,0 1 1 0,2 0-3 16,-3 1-4-16,0-2-1 0,2 0-4 0,2 1-2 0,-2-1-5 16,2 0 0-16,0-3-2 0,-1 2-3 0,1-3 0 15,-1-1-3-15,2-6 0 0,-2 10 3 0,2-10-2 16,0 7 5-16,0-7 5 0,0 0 6 0,0 0 6 16,-1 9 7-16,1-9-7 0,0 0 1 0,0 0-5 15,0 0-2-15,0 0-6 0,1-28-3 0,-2 18-3 16,4-6-1-16,-1 0 2 0,1-2 0 0,-1 0-5 15,3-5 2-15,3-6-4 0,-2 1 0 0,1 1 0 16,2 0-2-16,0 1 1 0,1-2-3 0,-1 2-1 0,1 1 1 16,-2 6 1-16,-3 3-1 0,1 0-2 15,-1 4 1-15,3 2 1 0,-4 0 0 0,2 3-5 16,-2 1 8-16,-1 1-11 0,-3 5 1 0,6-8-4 16,-6 8 4-16,6-4-1 0,-6 4 0 0,0 0-2 0,17 7 2 15,-12 0 0-15,4 2 3 0,-3 0-3 16,1 2 2-16,1 4 0 0,2 0 3 0,0 0-1 0,-1 3 1 15,-1-1 0-15,-1 1-1 0,1-1-3 16,0 1 4-16,-3 0 0 0,4 1 1 0,-3-5-2 0,-1 1-1 16,-1-1 3-16,0-2 1 0,-2-2-6 0,2 2 1 15,0-2-2-15,-1-1 5 0,-1 1-15 0,1 2-13 16,-5-2-15-16,2-2-18 0,-1 1-19 0,1-9-33 16,-1 12-27-16,0-4-17 0,1-8-14 0,-2 10-24 15,2-10-18-15,-2 10-115 0,2-10-352 0,-7 2 156 16</inkml:trace>
  <inkml:trace contextRef="#ctx0" brushRef="#br0" timeOffset="36698.04">17697 11644 108 0,'0'0'106'0,"0"0"-16"16,0 0 0-16,0 0-9 0,0 0-8 0,0 0-6 15,29-4-12-15,-16 3-17 0,8-2-14 0,-3 0-25 16,2 0-14-16,2 0-11 0,7-1-19 0,-3 2-63 16,-3 1-116-16,5-2 51 0</inkml:trace>
  <inkml:trace contextRef="#ctx0" brushRef="#br0" timeOffset="36924.11">18252 11560 22 0,'5'-1'151'0,"-5"1"2"0,10-5-1 16,-10 5-6-16,6-5 1 0,-6 5-10 0,2-4-12 15,-2 4-3-15,0 0-5 0,0 0-4 0,0 0-1 16,-17-9-8-16,9 8-6 0,8 1-6 0,-18 2-5 16,8 2-8-16,-1 1-7 0,-1 2-9 0,2-1-4 0,-3 4-5 15,0 2-10-15,2-2-2 0,1-1-7 16,2 4-2-16,2 2-2 0,-2 0-5 0,4-4 2 16,4 2-3-16,2-2-2 0,-1 1-3 0,1-1-6 15,6-1-16-15,-2 1-11 0,2 0-15 0,7 1-22 16,-3-3-28-16,2 1-22 0,3-5-24 0,2-2-31 15,-4 1-23-15,-1-2-122 0,0-3-325 0,4-1 144 0</inkml:trace>
  <inkml:trace contextRef="#ctx0" brushRef="#br0" timeOffset="37155.04">18518 11381 224 0,'1'-10'226'0,"-1"0"-8"0,2 4-8 0,-2 6-21 15,0-10-18-15,0 10-21 0,0 0-16 0,-1-9-20 16,1 9-8-16,0 0-12 0,0 0-5 0,0 0-8 16,4 36-7-16,-2-21-3 0,-2 12-1 15,-2 2-8-15,1-4-1 0,-2 2-8 0,1-3-4 16,3 0-9-16,-2-5 2 0,-1 1-5 0,4-2 0 0,-2 1-6 16,-2 1-6-16,0-4-18 0,0 1-27 0,2-6-29 15,-1 3-38-15,0-4-32 0,1 1-39 0,0-2-22 16,0-3-162-16,-4 1-371 0,4-7 164 0</inkml:trace>
  <inkml:trace contextRef="#ctx0" brushRef="#br0" timeOffset="37431.71">18448 11613 20 0,'0'0'173'0,"0"0"-15"15,-1-10-12-15,1 10-24 0,0 0-10 0,7-7-6 16,-7 7-12-16,14-5-12 0,-4 1 11 0,0 3-11 15,4-3-7-15,-1 1-3 0,1 2 0 0,3-2-8 16,0 1-9-16,-2 1-7 0,-3 0 2 0,0 1-3 16,-2 0-12-16,-1 0 0 0,-9 0-3 0,13-3-1 15,-13 3-5-15,10 4 2 0,-4-1-1 0,-1 1-1 16,-1 2-1-16,0-1 4 0,0 1-6 0,-1-1 1 16,1 3-5-16,-2 1-1 0,2 0 2 0,-2 1-3 15,0-2-1-15,0 3 1 0,-1 0 0 0,1-3-5 16,-1 3-4-16,-1-3-15 0,3-2-18 0,-2 3-35 15,0-2-25-15,0-1-23 0,3-1-34 0,-4-5-147 16,2 10-311-16,-2-10 138 0</inkml:trace>
  <inkml:trace contextRef="#ctx0" brushRef="#br0" timeOffset="37585.65">18671 11430 17 0,'0'0'165'0,"-3"-11"-12"0,3 11-42 16,0-6-25-16,0 6-34 0,0 0-22 0,0 0-9 0,0 0-19 16,0 0-31-16,0 0-73 0,0 0-110 15,16 26 49-15</inkml:trace>
  <inkml:trace contextRef="#ctx0" brushRef="#br0" timeOffset="38034.57">18860 11549 26 0,'0'0'210'0,"0"0"-15"15,8-3-7-15,-8 3-11 0,0 0-19 0,6-3-11 16,-6 3-16-16,0 0-13 0,0 0-12 16,0 0-11-16,0 0-11 0,10 8-2 0,-5-4-3 0,2 1-7 15,-3 0-10-15,2-1-2 0,2 5-3 0,-2-1-1 16,2 0-5-16,-1-1-2 0,-1 0-5 0,0 0-4 16,0 0-11-16,1-1 5 0,-1-2-6 0,-1 1-2 15,0-2-2-15,1 1 4 0,0 1-4 16,-6-5 0-16,6 4 0 0,-6-4-1 0,8 1-1 0,-8-1-2 15,0 0-1-15,13-4-3 0,-13 4-1 0,8-6 0 16,-2-2-2-16,0 2-2 0,2 1-2 0,-1-1 1 16,1-3-3-16,1 0 1 0,5-1-2 0,-4 1-3 15,1 4 0-15,0-1 0 0,-1 0-2 0,1 1 1 16,0 1-2-16,0 2 0 0,-1 1 0 0,-2-2-2 16,1 3 2-16,2-1 2 0,-11 1-2 0,20 0 2 15,-10 1 0-15,3-1-1 0,-1 0-3 0,-1-1 1 16,0 1 1-16,-2 0-2 0,3-3-2 0,-2 3 4 15,0-3 1-15,-3 0 1 0,0 0-1 0,-7 3 1 16,8-8 1-16,-5 2-3 0,-1 0-2 0,-2 6 7 16,-1-10-8-16,1 10 0 0,-5-12 0 0,1 7 1 15,4 5-7-15,-14-5 8 0,5 2-3 0,-1 4 2 16,-3 2-3-16,1 1 3 0,-3 4 1 0,1 1-1 16,-2 2 0-16,3 2 4 0,-1 2-4 0,3-1-6 15,4 3-20-15,0-2-30 0,2 1-45 0,5-4-55 16,5 0-62-16,-1 3-135 0,8 0-384 15,3-2 169-15</inkml:trace>
  <inkml:trace contextRef="#ctx0" brushRef="#br0" timeOffset="39047.99">19867 11851 104 0,'0'0'250'0,"-6"-8"-28"0,6 8-16 16,2-11-25-16,-2 11-17 0,11-18-9 0,-3 11-14 15,4-7-12-15,-1 2-10 0,3-2-8 0,-1-1-7 16,1-1-8-16,-1 1-11 0,-1 1-2 0,3-8-2 0,-6 6-6 16,0 1-2-16,-3-2-8 0,-1 5 3 0,-3 0-4 15,0-1 0-15,-2 3-2 0,-1 2-2 16,1 1-4-16,0 7-7 0,-4-13-5 0,0 10 2 15,4 3-14-15,-16-6 0 0,7 6-7 0,-3 2-1 16,1 2-3-16,-1 1-3 0,-1 0-5 0,4 4-2 0,2-2-2 16,0-1 2-16,1 0-4 0,3 0 5 0,2 0-3 15,1-6 1-15,3 14-3 0,2-9 2 16,2 2-2-16,1-2-1 0,2-1-3 0,6-2 1 16,-1 1-4-16,4-3 5 0,2 1 1 0,-3-1-3 0,-1-1 1 15,-4 1-2-15,1 0 0 0,-2-2-1 0,-4 2 1 16,-8 0 1-16,15-1-6 0,-15 1-2 15,9 0 2-15,-9 0 0 0,9 4 2 0,-4-1-1 0,-5-3 0 16,6 9-2-16,-3-4 0 0,-1 1 3 0,2-1 0 16,-1 0 1-16,1 2 0 0,-1 0-1 0,4 1-3 15,-2-2 3-15,-1-1 2 0,7 0 4 0,-6 0-5 16,4-1 0-16,0-1 2 0,3-3 2 16,0 2-1-16,1-2 2 0,6-2 0 0,-6 1-5 0,6-1 3 15,-2-2 4-15,-4 0-5 0,2-2-1 0,-1 1 3 16,-2 1-2-16,0-4 2 0,-1 3-2 0,-2-3 1 15,1 0 4-15,-1 1-7 0,-4-1 5 0,1 1-5 16,-2-3 5-16,-1 6-5 0,-1-2 1 0,-2 6 0 16,0-11 1-16,3 5-3 0,-3 6-3 0,0 0 0 15,-7-10-3-15,7 10 3 0,0 0 3 0,-15 4-6 16,6 2 1-16,-1 2 0 0,1 0 3 0,0 1-3 16,0 1 2-16,0-2 0 0,3 2-1 0,3-2 3 15,-1 2 0-15,2-1-2 0,3 1 3 0,2-5-1 16,0 4 2-16,4-2-2 0,3-1 4 0,1-2 0 15,6-1 3-15,1 1-3 0,1-2 0 0,3-1 1 16,-3-2-1-16,0-1-1 0,2-2 4 0,-1 2-2 16,-1-3-3-16,1 1 1 0,-3-1 3 0,0 0-4 15,-2-1 9-15,-2 1-8 0,-3-2 1 0,0 0 1 16,-2 1 0-16,0-2 1 0,-3 1-2 0,0 2 0 16,-1-4 1-16,0 3 0 0,-3 0-1 0,-1 6-4 15,0-11 6-15,0 11-3 0,-1-9-5 0,1 9-1 16,-7-5 3-16,7 5-1 0,-14-2-1 0,14 2-1 15,-16 5 4-15,4-1-3 0,2 3 8 0,1-2-2 16,-1 1-6-16,1 0-1 0,0 0-1 0,3 0 2 16,-1-1 1-16,3 0 0 0,2 2 0 0,2-7-1 0,-5 9 2 15,5-9 2-15,-2 7-1 0,2-7 0 0,0 0 0 16,8 12 3-16,-4-11-1 0,-4-1 0 16,13 4-3-16,-7-1 3 0,0-2 4 0,1 1-7 15,-7-2 3-15,14 3-4 0,-8 0 5 0,1-1-7 0,-2 1 22 16,5 3-5-16,-4 2 0 0,0-2-2 15,0 3 0-15,-2 2-2 0,2 3 1 0,-3-2-5 0,2 4 3 16,-3-3 0-16,2 3-4 0,-1 0 1 16,-1-1 2-16,-2-3-5 0,0 0 5 0,0 1-5 15,-1-2 5-15,1 0-1 0,-3 0-6 0,1 0 8 0,-2-1 2 16,-1 0-4-16,-1-2-5 0,-2 0 1 0,0-1 4 16,0 1-2-16,-2-3 4 0,1 0-4 15,0 2-4-15,2-5-19 0,-1 0-17 0,2 1-25 16,6-3-24-16,-13 0-38 0,13 0-39 0,-11-1-43 0,11 1-43 15,-11-9-160-15,7 2-441 0,2 0 195 0</inkml:trace>
  <inkml:trace contextRef="#ctx0" brushRef="#br0" timeOffset="39236.18">20852 11683 244 0,'4'-5'260'0,"0"0"-11"15,0-1-14-15,-4 6-20 0,6-6-22 0,-6 6-21 16,5-5-17-16,-5 5-20 0,0 0-11 0,0 0-12 15,0 0-4-15,7 19-10 0,-7-9-12 0,0 0-4 16,1 4-13-16,-2 0-6 0,2 2-4 0,-1 0-7 16,1 0-5-16,-1-2-4 0,0-4-15 15,0 2-31-15,-1-2-30 0,1-1-47 0,-1 1-57 0,1-10-56 16,0 13-205-16,0-13-430 0,-1 9 191 0</inkml:trace>
  <inkml:trace contextRef="#ctx0" brushRef="#br0" timeOffset="39399.04">20935 11558 1857 0,'-1'-26'8'0,"-4"11"44"0,1-1 9 15,1 5-35-15,-1 2-9 0,-2-1-7 0,3 4 0 16,-1 1-8-16,4 5-3 0,-10-2-15 0,10 2-17 16,0 0-15-16,-13 10-19 0,9-5-19 0,4 4-29 15,-1 2-8-15,2 1-27 0,3 0-84 0,4 3-254 16,2 1 112-16</inkml:trace>
  <inkml:trace contextRef="#ctx0" brushRef="#br0" timeOffset="39865.74">21061 11640 87 0,'0'0'165'0,"7"4"-1"0,-7-4-14 0,7 3-7 15,-7-3-6-15,0 0-12 0,0 0 0 0,0 0-5 16,-7 15-2-16,7-15-6 0,-5 13-4 0,-1-7-6 16,2 3-7-16,-2-2-11 0,2 3-5 0,-1 0-10 15,3-3-6-15,1 2-6 0,0-2-5 0,1-7-7 16,0 13 4-16,0-13-12 0,1 14 0 0,0-10-4 15,-1-4 1-15,4 10 4 0,-1-6 2 0,-3-4-4 16,9 3 0-16,-9-3-3 0,10-2-2 0,-10 2-1 16,13-4-1-16,-8 0-3 0,1-1 4 0,2-1-8 15,-2-2-1-15,0 0-1 0,1 0-4 0,-3 2 1 16,2-1 2-16,3-1-4 0,-1-1-2 0,1-3-1 16,0 3 1-16,-3 0-4 0,4 1 0 0,-2 0-2 15,0 2 2-15,0 3-3 0,-1 0-3 0,-1 1 1 16,2 0-2-16,-8 2 2 0,13 3 0 0,-5-1 0 15,-3 4-2-15,1-1 0 0,1 3 5 0,-1-1-10 0,-1-1 5 16,-1 1-1-16,0-1 3 0,0 0-1 16,-4-6 1-16,5 9 0 0,-3-7 6 0,-2-2 10 15,4 8 15-15,-4-8 6 0,0 0 12 0,5 4 2 16,-5-4 5-16,0 0-6 0,0 0-3 0,0 0-8 0,19-8-1 16,-12 2-6-16,3 1-2 0,0-3-3 15,4-1-4-15,2-2-2 0,-2 3-1 0,2-2-4 16,-2 3 0-16,4-1-4 0,-5 2 1 0,0 2-3 15,3 0-8-15,-4 3 2 0,-2-1-4 0,0 2 2 0,-1 2-4 16,-2 0-4-16,-1 3 12 0,1 0-5 0,0 6-4 16,-3-2-1-16,-3 0-3 0,0 3-31 0,1 0-17 15,-4 4-42-15,1 1-39 0,-3-1-43 16,-2-1-58-16,0 0-56 0,-5 0-167 0,2 2-493 16,-6-4 218-16</inkml:trace>
  <inkml:trace contextRef="#ctx0" brushRef="#br0" timeOffset="40430.37">19158 12347 143 0,'-13'-4'192'15,"-4"4"-5"-15,-2 0-9 0,0 6-6 0,-3-1-14 16,-1 7-12-16,0 0-12 0,5-2-11 0,2 5-4 15,-2 1-8-15,3 0-12 0,4-2-9 16,2 2-10-16,4-2-8 0,-1 1-4 0,3-4-9 16,5 2-5-16,-2-3-4 0,5 1-5 0,-2-1-5 0,4-1-1 15,3-3-5-15,2-1-3 0,-1-1 0 0,3-2-1 16,-1-2-4-16,0 1 0 0,5 1 3 0,-5-5-2 16,-5 3 1-16,1-3 0 0,-1 0 9 15,-3-1 5-15,-5 4 9 0,9-4-3 0,-9 4 0 0,5-6 2 16,-5 6-11-16,0 0 4 0,0 0-9 0,0 0-2 15,-12-9-1-15,12 9-7 0,-19 1 1 0,6 3-4 16,1 0 0-16,-3 4-4 0,3 0-1 0,-1 1-3 16,-1 2-2-16,3-1 0 0,1 0 1 0,2 0-2 15,3-1-1-15,1 2-2 0,1 1-2 0,3 0 2 16,0-2-1-16,2 0 3 0,3-2 0 0,3 0 0 16,2-1 0-16,0-2-7 0,9 1-3 0,0-1-15 15,8-2-16-15,2-1-24 0,0-4-33 0,-3 1-25 16,1-2-27-16,0-1-33 0,1 0-15 0,-2-3-11 15,-6 4-14-15,-1-4 6 0,2-1-113 0,-3 1-347 16,-2-1 153-16</inkml:trace>
  <inkml:trace contextRef="#ctx0" brushRef="#br0" timeOffset="40623.28">19351 12655 1103 0,'11'-9'-94'16,"-3"-1"34"-16,4-3 33 0,-4 1 22 0,-3-5 27 15,-1 2 27-15,0-2 16 0,-3 0 19 0,2 0 10 16,-2 0 16-16,-1 2 16 0,-1-2 4 0,2 6 4 16,-1 1 10-16,2 3 5 0,-1 0 6 0,-1 7-13 15,1-12-10-15,-1 12-14 0,-2-8-12 0,2 8-14 16,0 0-6-16,0 0-12 0,0 0 1 0,-2 29-2 15,2-14-2-15,0 3-7 0,-2 7-11 0,0 1 0 16,0-7-3-16,2 6-10 0,0-6-5 0,-1 7-4 16,2-7 3-16,-1-2-8 0,0 0-3 0,1-1-12 15,-1-4-29-15,1-1-36 0,1-2-22 0,-4-2-35 16,2-7-46-16,2 15-33 0,-1-11-38 0,-1-4-34 16,4 5-150-16,-4-5-447 0,0 0 198 0</inkml:trace>
  <inkml:trace contextRef="#ctx0" brushRef="#br0" timeOffset="40984.65">19463 12486 89 0,'1'-11'223'16,"-2"-2"-3"-16,1 2-6 0,-1 3-11 0,2 0-12 15,2 2-17-15,-3 6-21 0,0-8-13 0,0 8-7 16,6-6-14-16,-6 6-12 0,10 0-8 0,-10 0-9 16,13 3-4-16,-5 2-6 0,-2-2-6 0,4 3-9 15,-1 2-3-15,0-2-7 0,-1 1-5 0,-2 2-8 16,0-2 1-16,0 3-5 0,-1-2-2 0,1 1-5 15,-4 0-2-15,0 0-5 0,-3 0 1 0,1-2-3 16,0-7-3-16,-1 14-2 0,1-14-11 0,-2 11-10 16,4-4-13-16,-2-7-6 0,-2 13-4 0,5-8-10 15,-3-5-2-15,2 11 3 0,1-7-4 0,1 1 3 16,1 2 2-16,3-3 7 0,1 2 2 0,-2-1 0 16,2 0 3-16,-2-2 1 0,5 2 4 0,-3 0 3 15,0 1-1-15,3-2 5 0,-5 3-2 0,1-2 7 16,-3 1 4-16,2-1 7 0,-2 1 8 0,-1-2 2 15,-2 2 9-15,-2-6 0 0,1 11 1 0,-1-11-1 16,-3 12-1-16,-3-5-5 0,1-2 2 0,-2 3-6 16,-1-1 3-16,-1-2-13 0,0 1-24 0,-1 0-30 15,1 0-39-15,2-2-43 0,0-1-33 0,1 0-52 16,6-3-119-16,-13 1-363 0,13-1 162 0</inkml:trace>
  <inkml:trace contextRef="#ctx0" brushRef="#br0" timeOffset="41303.01">19927 12587 42 0,'22'-14'256'0,"2"-2"-10"0,-6 5-9 15,6-5-8-15,1 3-12 0,-2-3-3 0,-2 1-14 16,-5 6-1-16,-1-3-8 0,-1 1-8 0,-1 1-4 16,-4 3-3-16,1 0-8 0,-1 1-3 0,-4 0-1 15,2 1 5-15,-4 2-10 0,4 0-7 0,-7 3-6 16,5-6-15-16,-5 6-12 0,5-5-13 0,-5 5-15 15,0 0-21-15,0 0-3 0,5 11-2 0,-5-1 0 16,-4 0-6-16,3 6-8 0,0 1-1 0,-1 2-7 16,1 0-4-16,-2 1-5 0,0-2-6 0,1 2-1 15,1-1 2-15,-1 0-5 0,2 1 3 0,-2-1-11 16,2-2-1-16,2 1 6 0,0-1-13 0,-1-1 4 0,-1-3-2 16,0-1 1-16,3 1-6 0,-3-3-5 15,0 1-21-15,1-2-33 0,-1-2-52 0,0-7-30 16,0 13-28-16,0-13-34 0,-2 11-40 0,-1-7-48 15,3-4-48-15,-7 5-229 0,7-5-611 0,-9 0 271 0</inkml:trace>
  <inkml:trace contextRef="#ctx0" brushRef="#br0" timeOffset="41482.08">20189 12286 2751 0,'-6'-30'10'0,"-2"4"23"16,3 7-3-16,0 2-13 0,0 2-3 0,1 4 1 15,0 2 3-15,2 4-6 0,-1-3-7 16,3 8 1-16,-3-7-3 0,3 7 0 0,0 0-1 16,0 0-15-16,0 0-19 0,0 0-27 0,0 0-33 15,0 0-41-15,19 28-35 0,-11-14-19 0,1 1-27 0,1 0-124 16,1-3-364-16,-2 2 162 0</inkml:trace>
  <inkml:trace contextRef="#ctx0" brushRef="#br0" timeOffset="41675.71">20317 12365 70 0,'1'3'126'0,"-1"-3"6"0,4 4 8 0,-4-4 1 0,0 0 11 16,5 6 8-16,-5-6 7 0,0 0 3 0,10-2-7 16,-10 2 1-16,14-7-7 0,-6 3-5 0,2-2-10 15,0 0-2-15,1-1-5 0,-1 0-2 16,0 1-4-16,-1-1-6 0,0 2-17 0,-1 0-8 0,-3 2-8 16,1-2-9-16,-6 5-10 0,8-5-12 0,-8 5-13 15,8-2-5-15,-8 2-7 0,0 0-11 0,10 12-23 16,-6-2-37-16,-3 0-33 0,2 7-43 0,-1-1-48 15,-1-4-55-15,3 5-242 0,-1 0-497 0,1 1 220 16</inkml:trace>
  <inkml:trace contextRef="#ctx0" brushRef="#br0" timeOffset="41899.07">20689 12554 115 0,'0'0'286'0,"0"0"-11"0,0 0-13 15,0 0-11-15,0 0-9 0,0 0-9 0,0 0-11 16,7-3-10-16,-7 3-10 0,0 0-13 0,13 0-6 16,-4 2-14-16,-9-2-5 0,14-2-10 15,-6 1-13-15,3 0-12 0,-11 1-16 0,15 0-15 0,-7 1 1 16,-8-1-16-16,12 0 0 0,-6 0-21 0,-6 0-3 16,13-1-22-16,-13 1-37 0,10-3-46 0,-10 3-54 15,8 0-70-15,-8 0-86 0,13-2-327 16,-4-3-629-16,2 2 279 0</inkml:trace>
  <inkml:trace contextRef="#ctx0" brushRef="#br0" timeOffset="42184.15">21767 12378 2230 0,'-25'-7'118'16,"-1"-2"-6"-16,8 5-32 0,4 0-24 0,4 0-11 16,-1 3-8-16,4-3-7 0,7 4-13 0,-2-8 6 15,2 8 3-15,0 0 8 0,11-9 1 0,1 4-1 16,3-1 0-16,6 3 0 0,-1-3-5 0,7-1-1 0,-7 4-5 16,2-1 1-16,-3 0-4 0,-2-1-1 15,-3 2-1-15,-4 1-10 0,0 0-20 0,-2 0-15 16,-8 2-26-16,10-1-33 0,-10 1-34 0,0 0-42 15,0 0-13-15,1-9-17 0,-1 9-8 0,0 0-149 0,0 0-376 16,-26 6 167-16</inkml:trace>
  <inkml:trace contextRef="#ctx0" brushRef="#br0" timeOffset="42382.17">21732 12287 55 0,'-10'0'142'0,"10"0"8"0,-16-1 9 16,10 0 16-16,6 1 7 0,-13 0-5 0,13 0 4 15,-10 1-7-15,10-1-11 0,-9 0-7 0,9 0-21 0,-9 5-12 16,4-1-2-16,-2 5 2 0,3 1 9 15,-1 6-10-15,-2 3-4 0,-2 4 4 0,4 1 34 16,-2 1-8-16,3-2-6 0,-2 2-20 0,2-5-5 0,2 0-7 16,-1-1-17-16,-1 6-6 0,3-7-14 15,0-2-6-15,1 1-20 0,-3-4-10 0,3 3-35 16,0-4-44-16,-1-2-45 0,-2 0-46 0,2 0-62 16,0-4-64-16,-1 1-274 0,2-7-577 0,-6 10 256 15</inkml:trace>
  <inkml:trace contextRef="#ctx0" brushRef="#br0" timeOffset="42537.51">21649 12601 143 0,'0'0'248'0,"9"-6"-17"0,-2 5-20 16,5-3-18-16,-2 3-19 0,-1-3-20 15,2 1-13-15,1 1-29 0,1-2-47 0,-2 3-67 16,2-3-69-16,5-2-76 0,-7 2-95 0,7-2-263 15,-2 0 117-15</inkml:trace>
  <inkml:trace contextRef="#ctx0" brushRef="#br0" timeOffset="42684.7">21944 12537 265 0,'0'0'258'0,"0"0"-7"0,0 0-15 0,0 0-8 16,0 0-14-16,0 0-13 0,0 0-9 0,0 0-23 0,0 0-18 15,0 0-13-15,0 0-14 0,0 0-14 0,0 0-17 16,0 0-22-16,0 0-39 0,0 0-57 0,0 0-65 15,0 14-79-15,6-12-240 0,-6-2-441 0,23 0 195 16</inkml:trace>
  <inkml:trace contextRef="#ctx0" brushRef="#br0" timeOffset="42999.75">22288 12415 232 0,'0'0'280'16,"2"-5"-5"-16,-2 5-5 0,0 0-6 0,1-10-13 15,-1 10-13-15,3-5-21 0,-3 5-24 0,0 0-19 16,0 0-18-16,0 0-11 0,0 0-6 0,0 23-10 15,-3-11-9-15,1 4 0 0,-3 1-18 16,0 2-8-16,2-1-3 0,1 0-13 0,-1 1-10 0,0 0 3 16,1 0-16-16,1 0-6 0,-2-4-6 0,3 0-2 15,-1-3-17-15,2 1-26 0,-1-4-33 0,0 2-41 16,0-1-36-16,-1-3-40 0,1-7-51 0,-2 10-52 16,2-10-259-16,-1 7-558 0,1-7 247 0</inkml:trace>
  <inkml:trace contextRef="#ctx0" brushRef="#br0" timeOffset="43369.45">22312 12458 64 0,'5'-15'238'0,"0"-2"-5"15,0 6-3-15,0 3-13 0,2-1-6 0,0 0-19 16,0 2-11-16,-1 2-17 0,2 4-9 0,3 1-10 16,-11 0-12-16,17 3-2 0,-8 0-8 0,2 4-11 15,0 0-3-15,-2 4-5 0,-2-3-12 0,-2 3-12 16,-1-1-5-16,1 2-7 0,-3 0-5 0,0 0-8 15,-2-2-4-15,-1 3 1 0,-2-4-9 0,-2 2-8 16,0-1 3-16,0 0-10 0,1-1 4 16,-5 0-11-16,4-3 1 0,-1 1-8 0,2-1-8 0,1 0-9 15,-1-2-3-15,4-4-8 0,-7 7-4 0,7-7 2 16,0 8 2-16,0-8-2 0,5 7 5 0,-5-7-4 16,11 7 4-16,-4-4-1 0,-1 0 4 0,4 1-2 15,1 1 3-15,-2-1 1 0,-2 2 0 0,2 1-1 16,-2-3 5-16,-1 2-2 0,-2-1 3 0,0 1 4 15,-1-1 8-15,-3-5 8 0,2 10 9 0,-2-10-5 16,-4 12-1-16,0-7 5 0,-2 3-7 0,-3-4 0 16,1 2 0-16,-3-1-2 0,-2 0-2 0,0 0-14 15,2-2-16-15,0-1-25 0,-1 1-38 0,3-1-39 16,-2-1-56-16,11-1-52 0,-12-3-59 0,12 3-156 16,-6-6-477-16,6 6 211 0</inkml:trace>
  <inkml:trace contextRef="#ctx0" brushRef="#br0" timeOffset="43517.35">22732 12603 277 0,'11'-3'315'0,"-4"1"-14"16,-2-1-12-16,2 0-5 0,-7 3-16 0,9-2-18 15,-9 2-11-15,9-3-33 0,-9 3-21 0,0 0-20 16,5-2-26-16,-5 2-22 0,0 0-41 0,0 0-45 16,0 0-51-16,0 0-58 0,0 0-66 0,-17 15-83 15,8-10-219-15,0 1-483 0,-5-3 214 0</inkml:trace>
  <inkml:trace contextRef="#ctx0" brushRef="#br0" timeOffset="44037.99">19319 13305 53 0,'0'0'242'0,"-16"0"-15"16,4-1-9-16,0 2-8 0,-7 2-6 0,1 0-11 15,-2 3-6-15,-6 4-14 0,2 4-30 0,1-1-8 16,-4 4-9-16,7-1-10 0,3 2-6 0,-1 2-3 16,3 0-1-16,2-4-9 0,3-1-8 0,2 2-8 15,0 1-5-15,6-3-8 0,-1 0-3 0,2-3-8 16,2 1-4-16,2-2 0 0,2 0-2 0,2-1 0 16,4 1-3-16,-2-2-14 0,2-3-9 0,2-1-15 15,5 0-32-15,-1-2-42 0,0 0-49 0,-4-3-56 16,8-3-50-16,-2 0-50 0,-1 0-157 0,0-3-461 15,0-1 204-15</inkml:trace>
  <inkml:trace contextRef="#ctx0" brushRef="#br0" timeOffset="44203.11">19453 13528 106 0,'0'0'271'0,"0"0"-8"16,0 0 1-16,0 0-14 0,0 0-4 0,-3-11-8 15,3 11-17-15,0 0-11 0,0 0-20 0,0 0-20 16,0 0-21-16,0 0-15 0,0 0-19 0,0 0-28 15,2-8-28-15,-2 8-41 0,0 0-32 0,0 0-27 16,0 0-38-16,0 0-48 0,0 0-53 0,0 0-57 16,0 0-149-16,0 0-418 0,0 0 185 0</inkml:trace>
  <inkml:trace contextRef="#ctx0" brushRef="#br0" timeOffset="44452.15">19590 13343 155 0,'-2'-10'253'0,"2"10"-3"16,0 0-11-16,0 0-16 0,-2-7-12 0,2 7-19 15,0 0-13-15,0 0-22 0,0 0-12 0,0 0-12 16,0 0 5-16,0 0 2 0,0 27-14 0,-1-12 1 16,-1-1-15-16,4 0-5 0,-5 3-9 0,2 0-9 15,-1 0-18-15,2-1-5 0,-1 0 0 0,0 0-6 16,2 0-8-16,-1-3-8 0,0-1-7 0,0-1-24 15,-1 0-22-15,2-1-27 0,0-3-32 0,-1 0-33 16,2 0-40-16,0-1-29 0,-2-6-43 0,4 10-32 16,-3-6-172-16,-1-4-452 0,6 4 200 0</inkml:trace>
  <inkml:trace contextRef="#ctx0" brushRef="#br0" timeOffset="44789.59">19669 13385 113 0,'4'-16'238'0,"-2"6"-5"0,0-1-15 15,1 2-14-15,1-1-18 0,2 3-7 0,-3 0-18 16,4 3-14-16,-2 0-15 0,1 2-5 0,2 1-13 16,3 1-4-16,0 1-11 0,-5 3-7 0,5 1-10 15,0 2-7-15,-4-2 0 0,2 3-12 0,-1 1-6 16,-2-2-6-16,-1 3-3 0,-3-2-6 0,0 3-4 16,-2-1-6-16,0 0-6 0,-2 2-9 0,-2-2-17 15,-1 1-16-15,2-2-16 0,-2 0-16 0,4-2-11 16,-3-1-6-16,3 2-3 0,1-8-3 0,0 11 2 15,0-11 0-15,6 9 7 0,0-6 8 0,1 1 9 16,1-2 3-16,2 2 1 0,-3-1 8 0,4-1 10 16,-2 1 3-16,-1-1 6 0,-1 0 6 0,-1 0 2 15,0 2 9-15,-1 0 10 0,-5-4 16 0,6 8 2 16,-6-2 4-16,0-6-4 0,0 0 2 0,-9 17-8 16,3-10 1-16,-3 0-2 0,1 1-1 0,-2-1-3 15,0 0-13-15,2-2-19 0,0-1-25 0,2-1-36 16,6-3-51-16,-9 6-51 0,4-4-158 0,5-2-359 15,0 0 159-15</inkml:trace>
  <inkml:trace contextRef="#ctx0" brushRef="#br0" timeOffset="45068.07">20135 13434 161 0,'13'-12'248'15,"0"1"-9"-15,-1-1-15 0,-3 3-8 0,-1 1 1 16,1-1-2-16,-1-1-14 0,0 4-5 0,-1-2-13 15,-2 0-12-15,1 1-14 0,-3 3-8 0,-3 4-9 16,7-7-8-16,-3 5-8 0,-4 2-7 0,7-6-13 16,-7 6-15-16,0 0-7 0,0 0-5 0,0 0-9 15,0 0-3-15,8 12-3 0,-8 2-5 0,0 2-5 16,-1 2-3-16,-3 1-6 0,1 7-1 0,-1 1-3 16,1-2-2-16,1-6-4 0,1 4-1 0,1 3-4 15,0-7 0-15,0 1-3 0,1-3-5 0,-2 0-6 16,2 0 0-16,-1-1-3 0,2 0-22 0,-1-6-35 15,-2 0-49-15,1 0-54 0,1-1-48 0,-1-9-61 16,5 10-62-16,-5-10-195 0,0 0-557 0,0 0 247 16</inkml:trace>
  <inkml:trace contextRef="#ctx0" brushRef="#br0" timeOffset="45219.24">20252 13203 2019 0,'-12'-27'0'15,"3"9"44"-15,3 1-31 0,-4 4-5 0,6 3-5 16,1 1 1-16,-1 3 1 0,4 6-9 0,-1-5-8 16,1 5-13-16,0 0-32 0,0 0-38 0,0 0-41 15,12 22-159-15,-5-12-319 0,0 0 141 0</inkml:trace>
  <inkml:trace contextRef="#ctx0" brushRef="#br0" timeOffset="45409.78">20483 13243 171 0,'3'-6'237'0,"1"0"-11"0,3-2-10 0,-1 1-12 16,2-1-5-16,-1 1-8 0,0 0-9 0,3 4-6 15,-2-2-18-15,-1 1-13 0,1 3-17 0,-8 1-8 16,16 0-13-16,-8 6-14 0,2-2-5 0,-4 3-12 16,-1 0-7-16,2 4-10 0,-2 0-32 0,-3-1-35 15,3 7-48-15,-3-2-41 0,-1 2-46 0,3-2-50 16,1 1-43-16,0-1-121 0,0-3-386 0,4 2 170 15</inkml:trace>
  <inkml:trace contextRef="#ctx0" brushRef="#br0" timeOffset="45610.06">20849 13463 24 0,'0'0'237'16,"9"3"-3"-16,-9-3-2 0,5 2-5 0,-5-2-5 16,7 1-9-16,-7-1-3 0,0 0-7 0,11 0-4 15,-11 0-14-15,10-1-6 0,-3-1-5 0,1 0-7 16,0 1-10-16,-2-1-10 0,-6 2 2 0,15-4-4 15,-8 2-4-15,-1 1-11 0,-6 1-1 0,10-4-13 16,-5 1-10-16,-5 3-17 0,10-2 1 0,-7-2-14 16,-3 4-9-16,11-7-24 0,-5 3-22 0,-2 0-46 15,1-2-65-15,1-1-61 0,2-1-76 0,6-2-82 16,-2 2-276-16,5-3-634 0,10-5 280 0</inkml:trace>
  <inkml:trace contextRef="#ctx0" brushRef="#br0" timeOffset="46107.18">21859 13172 210 0,'0'0'275'0,"0"0"3"0,0 0-17 0,-3-8-23 16,3 8-21-16,0 0-23 0,0 0-18 0,0 0-14 15,0 0-14-15,-9 18-2 0,8-6-6 0,-1 3-12 16,0 2-11-16,0 2-10 0,1-1-3 0,1 1-10 15,1 4-16-15,-1-3-7 0,-1 1-7 0,1-4-9 16,1 2 0-16,1-2-6 0,-1 1-9 0,2-2-4 16,-1-5-18-16,-1 1-25 0,3-2-36 0,0-1-37 15,-4-1-47-15,0-1-48 0,0-7-44 0,1 9-42 0,-1-9-165 16,-2 8-460-16,2-8 205 0</inkml:trace>
  <inkml:trace contextRef="#ctx0" brushRef="#br0" timeOffset="46415.09">21827 13168 200 0,'6'-9'213'0,"-1"3"-16"15,-1 2-8-15,2 0-17 0,0 2-13 0,-6 2-8 16,0 0-2-16,18 8-11 0,-14-3-11 0,2 3-12 16,1 3-6-16,-3 0-4 0,-2 1-13 0,5 4-9 15,-7-3-4-15,-3 3-10 0,1 0-6 0,-2 0-4 16,0-4-6-16,0-1-5 0,-1 2-5 0,0-5-4 15,-2 2 0-15,2-2-5 0,1-2-1 0,1-3-4 16,3-3-1-16,-10 5-5 0,10-5 2 0,-7 3-2 16,7-3-4-16,0 0 1 0,0 0-5 0,0 0 0 15,0 0 0-15,0 0 0 0,0 0-5 0,0 0-4 16,0 0-1-16,0 0-1 0,28-4 1 0,-23 8-1 16,5 2 0-16,-2 0-2 0,0 1 1 0,0 1 1 15,0 0-5-15,3 1-21 0,-6-2-37 0,4 1-60 16,2-1-66-16,1 0-54 0,-2 0-163 0,3-2-434 15,0-1 192-15</inkml:trace>
  <inkml:trace contextRef="#ctx0" brushRef="#br0" timeOffset="46573.2">22267 13382 42 0,'0'0'248'0,"4"-5"-18"16,-4 5-20-16,0 0-23 0,0 0-20 0,4-6-21 15,-4 6-13-15,0 0-20 0,0 0-25 0,0 0-48 16,4-5-43-16,-4 5-54 0,0 0-52 0,0 0-131 0,6-4-259 16,-6 4 116-16</inkml:trace>
  <inkml:trace contextRef="#ctx0" brushRef="#br0" timeOffset="46798.36">22391 13182 207 0,'0'0'249'0,"3"-7"-13"0,-3 7-9 0,2-7-13 0,-2 7-16 16,0 0-20-16,0 0-16 0,0 0-13 16,0 0-1-16,0 0-3 0,0 0-3 0,4 26 3 15,-3-11-14-15,-2 0-6 0,1 4 7 0,-2 1-14 16,0-2-12-16,0 2-10 0,-1-2-13 0,-1 2-3 16,2-2-8-16,0 1-8 0,-1-4-7 0,1-2-4 15,1 0-17-15,1-2-30 0,-4 1-35 0,3-3-57 0,0 0-26 16,-1-1-36-16,1-2-41 0,1-6-38 15,0 0-33-15,-1 9-158 0,1-9-454 0,0 0 201 0</inkml:trace>
  <inkml:trace contextRef="#ctx0" brushRef="#br0" timeOffset="47160.12">22514 13187 177 0,'6'-8'213'0,"1"1"-5"16,0-1-11-16,2 3-11 0,-4 2-13 0,2 1-10 15,2-1-9-15,-9 3-7 0,15 2-14 16,-9 1-7-16,3-1-7 0,-1 3-4 0,-2 3-13 0,0-3-11 16,-1 4-7-16,-2 0-9 0,0 1-4 15,-3 0-4-15,-3 0 1 0,0 1-11 0,-1 1-7 0,-3-2-8 16,1 2-2-16,-3 4-4 0,1-8-2 0,2 0-6 16,0 2-4-16,0-6-7 0,3 2-11 0,-1-1-5 15,4-5-7-15,-5 10-5 0,5-10-5 16,2 8 4-16,-2-8-1 0,10 7 4 0,-2-1-3 15,2-3 4-15,3-1 0 0,-1 2-1 0,2-1 0 16,1 3 2-16,-2-2-1 0,-2 2 1 0,1-1 0 0,1 0 5 16,-4 1-3-16,0 1 2 0,-3-2 0 15,1-1 5-15,-4 0 7 0,1 1 7 0,-4-5 5 16,0 11-1-16,0-11-1 0,-8 10 1 0,1-6-4 16,-2 1-1-16,-2 1-5 0,-3-2-1 0,3 1-7 0,1-1-15 15,-3-2-28-15,1 1-32 0,1-2-43 0,3-2-84 16,8 1-228-16,-15-1-463 0,6-3 205 15</inkml:trace>
  <inkml:trace contextRef="#ctx0" brushRef="#br0" timeOffset="47323.78">22904 13333 178 0,'5'-2'342'0,"0"0"-10"0,-5 2-7 0,9-3-10 15,-9 3-20-15,9-3-15 0,-9 3-31 0,5-2-20 16,-5 2-24-16,0 0-16 0,0 0-29 0,7-3-27 15,-7 3-37-15,0 0-50 0,0 0-54 0,4-5-62 0,-4 5-68 16,0 0-86-16,0 0-265 0,0 0-530 16,0 0 234-16</inkml:trace>
  <inkml:trace contextRef="#ctx0" brushRef="#br0" timeOffset="52211.07">20601 12726 17 0,'0'0'40'0,"0"0"-7"0,0 0-8 16,0 0-15-16,0 0-13 0,0 0-18 0,0 0-22 15,0 0 10-15</inkml:trace>
  <inkml:trace contextRef="#ctx0" brushRef="#br0" timeOffset="53105.39">20617 12775 3 0,'0'0'25'0,"0"0"-14"0,0 0-11 0,0 0-7 0,0 0-7 16,0 0 3-16</inkml:trace>
  <inkml:trace contextRef="#ctx0" brushRef="#br0" timeOffset="54497.71">22544 12695 84 0,'0'0'79'0,"0"0"-1"16,0 0-13-16,0 0-3 0,0 0-8 0,0 0-8 15,0 0 1-15,0 0-8 0,0 0-24 0,0 0-7 16,0 0-12-16,0 0-14 0,0 0-14 0,0 0-56 16,0 0-94-16,0 0 42 0</inkml:trace>
  <inkml:trace contextRef="#ctx0" brushRef="#br0" timeOffset="62359.54">24031 12307 75 0,'0'0'131'0,"0"0"-3"0,0 0-21 15,0 0 22-15,-18-4-18 0,18 4 1 0,-12-2-2 16,12 2-13-16,-12 0-8 0,4 0-1 0,8 0-7 16,-19 2-3-16,12-2-1 0,0 1 10 0,7-1-11 15,-16 1 0-15,10 1-8 0,6-2-4 0,-10 1-5 16,10-1-5-16,0 0-6 0,-10-3 0 0,10 3-7 16,0 0-4-16,0 0-5 0,-11-2-4 0,11 2 0 0,0 0 2 15,0 0-6-15,0 0 6 0,0 0-4 16,0 0-2-16,0 0-6 0,0 0-1 0,0 0 3 15,0 0-6-15,0 0 6 0,37-3-5 16,-18 1 2-16,2-1-4 0,8 0-2 0,1 1 0 0,1-5 0 0,-3 6-4 16,-7-1-6-16,0 0-23 0,-3-1-20 15,0 1-23-15,-5 2-33 0,0-2-12 0,0-3-37 16,-3 2-30-16,-1 3-125 0,-1-1-326 0,-8 1 145 16</inkml:trace>
  <inkml:trace contextRef="#ctx0" brushRef="#br0" timeOffset="62888.17">24162 12259 7 0,'0'0'159'0,"0"0"-2"0,0 0-4 0,-6-4-7 0,6 4-12 16,0 0-7-16,0 0-13 0,0 0-16 0,0 0 5 15,0 0-6-15,0 0-7 0,-8 10-2 0,8-10 4 16,-2 11 6-16,-2-2-10 0,4 0 6 0,-5 1-5 16,2 0-9-16,1 3-2 0,-3 1-10 0,2 3 3 15,-1-3-11-15,2 2-6 0,0 1 12 0,-3 0-2 16,3 1-8-16,0-2-8 0,0 0-1 0,2 2-7 16,-3 0-2-16,1-6-3 0,2 4-6 0,-3-1-2 15,3-3-3-15,0 0-5 0,-1-1 1 0,2-2-3 16,2-1-1-16,-3 2 0 0,0-4-1 0,0-6-1 15,1 14-2-15,-1-7-2 0,0-7-1 0,0 12-3 16,0-12 1-16,0 10-3 0,0-10-10 16,0 6-3-16,0-6-1 0,0 0-1 0,-5 8-1 0,5-8-1 15,0 0 0-15,-6 5-3 0,6-5 0 0,-8 0 1 16,8 0-2-16,0 0 0 0,-17-2 3 0,17 2 6 16,-11 0-3-16,11 0-4 0,-11-4 4 0,11 4 5 15,-13-4-3-15,6 2 0 0,1-1 4 0,-2 1-1 16,8 2 2-16,-13-4-1 0,13 4 4 0,-13-2 1 15,10-1 1-15,3 3-2 0,-9-2 7 0,9 2-1 16,0 0 1-16,-8-3-1 0,8 3-2 0,0 0-1 16,0 0-2-16,0 0 1 0,0 0 0 0,0 0-1 15,0 0 2-15,0 0 2 0,0 0 0 0,32-1-3 16,-18 1-1-16,5-2-6 0,2 1-18 0,0 0-34 16,0-1-43-16,8 0-51 0,-7 1-54 0,-3 0-164 15,-1-2-400-15,1 0 176 0</inkml:trace>
  <inkml:trace contextRef="#ctx0" brushRef="#br0" timeOffset="63195.02">24758 12471 189 0,'-1'-8'233'0,"1"8"-10"0,0 0-14 15,0 0-12-15,0 0-22 0,0 0-19 0,6-9-12 0,-6 9-17 16,8-5-11-16,1 2-11 0,-2 3-13 0,-7 0-11 15,16-2-33-15,-10 2-43 0,-6 0-42 0,14-3-69 16,-9 2-56-16,-5 1-138 0,8-3-324 16,-8 3 144-16</inkml:trace>
  <inkml:trace contextRef="#ctx0" brushRef="#br0" timeOffset="63365.28">24723 12566 62 0,'0'0'208'16,"0"0"-9"-16,0 0-12 0,4 9-7 0,-4-9-6 16,7 6-7-16,-7-6-11 0,10 2-14 0,-4 1-17 15,2 0-25-15,0-2-35 0,3-1-59 0,2-1-73 16,0 1-76-16,-4-4-118 0,1 0-281 0,0 2 124 16</inkml:trace>
  <inkml:trace contextRef="#ctx0" brushRef="#br0" timeOffset="63882.6">25415 12314 136 0,'0'0'167'0,"-10"-3"-17"0,10 3 0 0,-8-7-5 0,0 6-7 15,8 1 3-15,-11-5-9 0,5 2-7 0,-2 0-9 16,8 3-3-16,-13 0-7 0,13 0 1 0,-12-2-2 15,12 2-8-15,-5-3-12 0,5 3-3 0,0 0-11 16,-10-5-8-16,10 5-8 0,0 0-4 0,0 0-7 16,0 0 0-16,0 0-7 0,19-4-4 0,2 4-2 15,9-3-1-15,2-1-4 0,0-2-2 16,-1 3-15-16,0 2-24 0,-11-1-33 0,2 2-41 0,-3-1-43 16,-2-2-36-16,-5 2-45 0,-3-2-112 0,-1 1-352 15,-8 2 156-15</inkml:trace>
  <inkml:trace contextRef="#ctx0" brushRef="#br0" timeOffset="64500.09">25518 12285 26 0,'0'0'218'16,"0"0"-6"-16,0 0-5 0,0 0 0 0,0 0-14 15,18-12-7-15,-18 12-14 0,0 0-11 0,0 0-16 16,0 0-16-16,0 0-3 0,0 0-19 0,0 0-14 0,0 0-10 16,0 0-7-16,0 0-11 0,0 0-8 0,0 0-4 15,0 0-4-15,0 0-8 0,8 9-4 0,-8-2 0 16,1-1-4-16,-1 4 2 0,0 1 0 16,0 1-2-16,3 0-6 0,-2 5-1 0,-2-1-5 0,2 1 4 15,-1 0 16-15,3 0 2 0,-3 2-4 0,-2-4 2 16,4 2-9-16,-2-2-2 0,0 2-5 15,2-4 2-15,-2-1-5 0,2 3-4 0,0-4 1 16,-2 0 0-16,0 0-2 0,0-1-4 0,3-1-1 16,-3-1 0-16,1-2 1 0,-1-6-2 0,3 11-2 0,-3-5-3 15,0-6 0-15,4 7 0 0,-4-7 2 0,2 6-1 16,-2-6 0-16,0 0 0 0,0 9 0 0,0-9 0 16,0 0-2-16,0 0 1 0,0 0-1 15,0 7 0-15,0-7 1 0,0 0-5 0,0 0 1 0,0 0-4 16,0 0-2-16,0 0-1 0,0 0-2 0,0 0-2 15,-13-1 6-15,13 1-2 0,0 0 0 0,-16-4 0 16,16 4-1-16,-11-4 3 0,5 3-3 0,6 1-1 16,-14-6 3-16,9 4 1 0,-1 0-2 0,6 2 1 15,-14-6-1-15,7 4 0 0,7 2 1 0,-11-1 0 16,5-1 2-16,6 2-1 0,-10-4 1 0,10 4 3 16,0 0-2-16,-11 0-1 0,11 0 2 0,0 0-2 15,-8-2 4-15,8 2-5 0,0 0 5 0,0 0-2 16,0 0-2-16,0 0 2 0,0 0-6 0,0 0 1 15,0 0 2-15,0 0 1 0,0 0 4 0,0 0 1 16,0 0-6-16,0 0 1 0,24-3 4 0,-24 3 1 16,18 0-1-16,-10-1-1 0,3 1 1 0,-1 0-10 15,2 0-17-15,-1-1-23 0,0 0-23 0,1 1-37 16,1 0-34-16,0-2-29 0,3 2-32 0,2-3-22 16,-4 1-164-16,-1 0-420 0,5-1 186 0</inkml:trace>
  <inkml:trace contextRef="#ctx0" brushRef="#br0" timeOffset="64883.68">25935 12530 205 0,'5'-4'223'0,"-5"4"5"0,0 0-4 16,6-5-6-16,-6 5-10 0,0 0-2 0,0 0-9 15,0 0-12-15,0 0-13 0,0 0-12 0,0 0-10 16,0-8-21-16,0 8-7 0,0 0-23 0,0 0-7 15,0 0-6-15,0 0-13 0,0 0-8 0,0 0-5 16,-15 24-5-16,11-16-5 0,-1 2-6 0,1-3-6 16,-3 2-2-16,4-1-4 0,-1 0 1 0,2 2-10 15,-2 0 0-15,4-3-1 0,0-7-2 0,1 16 3 16,2-10-8-16,-1 1 3 0,4-1-5 0,-3-2 1 16,6 1 2-16,-2-1-1 0,0-1 1 0,3 1-2 15,2-4-1-15,-1 0 1 0,1 0-3 0,-3 0-2 16,3-3 4-16,-2 2-5 0,-1-4 1 0,0 2 3 15,-1-2-4-15,0-1 6 0,-4 0-4 0,3-1 1 16,-3-4-2-16,0 3-2 0,-4-3 1 0,0 0 6 16,0 1-9-16,0 0-1 0,-2 0-2 0,-2 2-1 15,-2-1-1-15,-1 3-4 0,-3 0 2 0,1 1-9 0,-4 3-26 16,-5 1-19-16,1 1-36 0,-4 1-48 16,1 3-62-16,2-2-79 0,-3 5-216 0,3-2-538 15,7-2 238-15</inkml:trace>
  <inkml:trace contextRef="#ctx0" brushRef="#br0" timeOffset="71353.03">26596 12146 18 0,'2'-9'105'0,"-2"9"5"0,3-7-3 16,-3 7 7-16,2-6 3 0,-2 6-2 0,0 0-5 16,2-7 0-16,-2 7-4 0,0 0-4 0,0 0-3 15,2-10-3-15,-2 10 2 0,0 0-4 0,0 0-3 16,0 0-5-16,0 0-5 0,0 0-4 0,0 0-5 15,0 0-9-15,0 0-3 0,0 0-5 0,0 0-7 0,0 0-4 16,0 0-1-16,0 0-9 0,0 0-1 16,0 0-5-16,0 0-4 0,0 0-3 0,-13 20 2 15,3-8-6-15,4 3 0 0,-3 4-1 0,0-2 2 0,2 10-4 16,-2-1 2-16,-1 4 1 0,2 0 2 0,-1 0-3 16,1-1 1-16,-2 2 22 0,3 2-6 15,3-4-2-15,0 1-6 0,-1-1-1 0,5-2-1 16,0 0-3-16,0-1 0 0,3-2-3 0,1 1-2 15,-2-6 1-15,4 0 3 0,2-2-6 0,-2-1-2 0,3 0 1 16,2-2 1-16,3 0 0 0,1 0-3 0,2-2-7 16,-2-1-13-16,3-1-26 0,1-1-46 15,0-5-52-15,2 3-49 0,-2-4-57 0,-5-3-131 16,5 2-401-16,-2-5 178 0</inkml:trace>
  <inkml:trace contextRef="#ctx0" brushRef="#br0" timeOffset="71887.62">26989 12468 161 0,'-7'-6'220'15,"7"6"-10"-15,-4-6-8 0,4 6-18 0,-2-7-8 16,2 7-15-16,-1-8-7 0,1 8-12 0,0 0-14 16,3-12-12-16,1 6-13 0,0 1-7 0,3-1-11 15,-2 1-8-15,4-2-5 0,0-2-7 0,-3 3-6 16,6-7-4-16,-1 7-4 0,1-2-1 16,-3 0 1-16,-1 1-3 0,3 0 0 0,-1 1 1 0,0 2-2 15,-3-4-5-15,3 1 0 0,-4 0 1 0,1 3 0 16,-3-2-3-16,1 2-3 0,0-4-4 0,-1 4-1 15,-4 4 2-15,5-9 4 0,-5 9-5 0,2-6 1 16,-2 6-4-16,2-7-5 0,-2 7-3 0,0 0-3 16,0 0-1-16,0 0-6 0,-9-9-3 0,9 9 10 15,-14 3-12-15,3 1 3 0,-1 1-7 0,-5 7 2 16,1 0 1-16,-4 4 0 0,6-2-4 0,-8 5 4 16,2-1-1-16,6-4 20 0,3 0 0 0,0 2 2 0,2-2 1 15,2 2-3-15,3-4-5 0,2 2-4 16,-1-1 4-16,3-1-3 0,2-2-1 0,1 1 7 15,1 1-1-15,2-2 24 0,2-2-22 0,3 3 4 16,0-4 1-16,1 0 3 0,5 0-2 0,-1 0 1 0,1-1-11 16,-4-2 1-16,-3 0 2 0,4-1-8 15,-5 0-1-15,2-2-2 0,1 2-8 0,-3-1-20 16,-1-1-22-16,-8-1-19 0,12 2-27 0,-12-2-26 16,11 0-35-16,-4 0-49 0,-7 0-42 0,13-3-56 15,-13 3-189-15,9-5-522 0,-9 5 231 0</inkml:trace>
  <inkml:trace contextRef="#ctx0" brushRef="#br0" timeOffset="74114.06">27223 11750 12 0,'0'0'109'0,"0"0"-5"0,2-10-5 0,-2 10-2 16,0 0-2-16,0 0 0 0,0 0-8 0,0 0 3 16,0 0-5-16,0 0 2 0,0 0-12 0,0 0 5 15,0 0-6-15,0 0 3 0,0 0-1 0,0 0-2 16,0-8 0-16,0 8-1 0,0 0 4 0,0 0-3 16,0 0-2-16,0 0-6 0,0 0-1 0,0 0-1 15,2-9 1-15,-2 9-3 0,0 0 3 0,0 0 1 16,0 0-1-16,0 0-2 0,0 0-3 0,-2-9 0 15,2 9-4-15,0 0 1 0,0 0-2 0,2-7 0 16,-2 7-3-16,0 0-4 0,0 0-4 0,0 0-1 16,0 0 2-16,0 0-6 0,4-8 1 0,-4 8-6 15,0 0-6-15,0 0-3 0,0 0-4 0,0 0-1 16,0 0-1-16,0 0-6 0,0 0-1 0,0 0-4 16,0 0-2-16,0 0 2 0,0 0 0 0,0 0-5 15,0 0 0-15,0 0-3 0,0 0 6 0,16 12-5 16,-13-7 1-16,3 0-2 0,-1 0 2 0,1 2 0 15,4-1-1-15,-6 2-1 0,3-1 3 0,1 3-2 0,2-3 17 16,-2 3 0-16,-1-1 0 0,0-1-3 0,3 2-1 16,-2-1-5-16,-1 0 1 0,-1-2-2 0,2 3-1 15,-2-3 2-15,1-1-2 0,-3 0 0 16,1-1 5-16,-1 1-7 0,1-2 0 0,-1 1-1 16,-4-5-1-16,5 7 2 0,-1-4-5 0,-4-3 1 0,5 8-2 15,-5-8 4-15,4 5-1 0,-4-5 1 16,4 4 2-16,-4-4 1 0,0 0-3 0,0 0 5 15,6 5-2-15,-6-5 4 0,0 0-2 0,0 0 2 16,0 0 0-16,0 0-3 0,0 0-1 0,10-9 0 16,-6 4-1-16,1-1 1 0,0-3 0 0,2-1 1 0,0 0 0 15,-1-5-1-15,3 1-3 0,-2 0 8 16,2-1 2-16,-3 1 5 0,-2 4 0 0,1-2 4 16,0 3 2-16,-2 0 0 0,1-1 1 0,0 0 0 15,-2 3 4-15,1-1 5 0,-3 3-8 0,0 5 0 0,4-10-4 16,-4 10-3-16,2-12-5 0,-2 12-3 15,2-9-2-15,-2 9 5 0,0 0-4 0,1-7-2 16,-1 7-3-16,0 0-1 0,0 0-10 0,1-7-18 16,-1 7-18-16,0 0-20 0,0 0-18 0,1-9-20 0,-1 9-28 15,0 0-27-15,0 0-18 0,12-1-34 0,-6-1-22 16,3 0-22-16,3 2-167 0,-4 0-454 0,-8 0 201 16</inkml:trace>
  <inkml:trace contextRef="#ctx0" brushRef="#br0" timeOffset="76260">27696 11854 32 0,'0'0'113'0,"0"0"-8"0,0 0-3 15,0 0-1-15,4-8-5 0,-4 8 1 0,0 0-6 16,0 0-3-16,0 0-4 0,0 0-5 0,0 0-6 15,0 0 0-15,0 0-8 0,0 0-6 0,0 0-3 16,0 0-1-16,0 0-4 0,0 0-4 0,0 0 3 16,0 0-1-16,0 0 0 0,0 0-2 0,0 0 3 15,0 0 3-15,0 0-3 0,0 0 1 0,0 0-2 16,0 0 3-16,0 0-7 0,0 0-8 0,0 0 0 16,0 0-3-16,0 0-6 0,0 0 0 0,0 0-4 15,0 0 0-15,0 0 11 0,0 0-19 0,0 0 1 16,0 0 0-16,0 0-4 0,0 0 2 0,0 0-4 15,0 0 0-15,0 0-4 0,0 0 2 0,0 0 5 16,0 0 1-16,0 0 4 0,0 0 4 16,0 0 3-16,0 0 4 0,0 0 3 0,0 0 2 0,0 0 2 15,0 0 1-15,6-3-3 0,-6 3 0 0,0 0-7 16,0 0 1-16,0 0-5 0,0 0-4 0,-3-12 2 16,3 12-5-16,0 0 1 0,0 0-3 0,0 0 5 15,-2-9 3-15,2 9 2 0,0 0 3 0,0 0-1 16,0 0 3-16,0 0 4 0,0 0 0 0,-1-9-4 15,1 9-1-15,0 0 1 0,0 0-2 0,0 0-5 16,0 0 2-16,0 0-3 0,0 0-5 0,0 0-2 16,0 0-2-16,0 0-7 0,0 0 0 0,0 0-5 15,0 0-3-15,0 0 1 0,0 0 0 0,0 0-2 16,0 0 0-16,0 0-2 0,0 0 1 0,0 0 5 16,0 32-3-16,-2-23 0 0,0 2 3 0,2-1-3 15,0 1 3-15,-2-1-3 0,0 1 3 0,2-1-4 16,-1-1 6-16,-1 1-5 0,1-2 0 0,0 2 3 15,1-10-1-15,-2 14 3 0,4-7-1 0,-2 0-2 16,0-7 0-16,-2 12 0 0,2-12 2 0,-2 10-1 16,2-10 2-16,0 10-6 0,0-10 6 0,-2 9-5 15,2-9-10-15,0 9-13 0,0-9-15 0,0 0-18 16,-2 7-25-16,2-7-15 0,0 0-30 0,-1 7-17 16,1-7-32-16,0 0-15 0,-4 4-19 0,4-4-151 15,0 0-391-15,0 0 173 0</inkml:trace>
  <inkml:trace contextRef="#ctx0" brushRef="#br0" timeOffset="76825.27">27700 11830 98 0,'0'0'175'0,"0"-8"-8"0,0 8-5 0,0 0 2 0,1-10-19 15,-1 10-12-15,0 0-10 0,5-7-9 0,-5 7-7 16,0 0-7-16,4-9-14 0,-4 9-3 16,4-5-8-16,-4 5-8 0,9-2-7 0,-9 2-4 15,9-1-9-15,-9 1-3 0,11 1-6 0,-11-1-2 16,9 2-8-16,-9-2 0 0,9 4-6 0,-1-1-1 16,-6 2-1-16,-2-5-3 0,10 5-1 0,-7 0-2 15,1 0-3-15,-4-5-1 0,8 8 0 0,-6-3-2 16,2 0 0-16,-4-5-1 0,2 10 7 0,-2-10-6 15,0 10 1-15,2-4-1 0,-2-6 1 0,-3 10-2 0,3-10 2 16,-5 10-3-16,5-10 4 0,-5 7-6 16,3-2 0-16,2-5 2 0,-7 6 0 0,7-6 1 15,-5 5-4-15,5-5 2 0,-4 6-2 0,4-6 3 16,0 0-1-16,0 0 0 0,-4 4-2 0,4-4 4 0,0 0-3 16,0 0 3-16,0 0 1 0,0 0-9 0,0 0 6 15,0 0 5-15,0 0-9 0,0 0 0 16,21 0-1-16,-10 0 0 0,-3 0 3 0,-8 0-3 15,18 0-1-15,-9 2 5 0,2-1-6 0,-2 1 1 0,-4 0-2 16,4 1-1-16,-3-1-1 0,1 1 2 0,0 2-1 16,-3-1 1-16,-1 0 3 0,-3-4 1 0,8 8-2 15,-8-2 0-15,0-6 4 0,0 11-2 0,0-11-1 16,-4 10 0-16,0-6 0 0,0 1 3 0,4-5 2 16,-11 7 5-16,3-3 6 0,3-1 0 0,-5 1-1 15,2-1 2-15,2-2-1 0,6-1 1 0,-15 2-3 16,7-2-3-16,8 0 4 0,-13 0-4 0,13 0 0 15,-13 0-8-15,13 0-17 0,-10-3-19 16,10 3-29-16,-10-4-41 0,10 4-41 0,-7-3-40 0,7 3-167 16,-5-4-379-16,5 4 167 0</inkml:trace>
  <inkml:trace contextRef="#ctx0" brushRef="#br0" timeOffset="78273.17">27593 12213 29 0,'0'0'90'0,"0"0"-2"0,0 0-3 0,0 0-9 15,11-2-13-15,-11 2 0 0,0 0-11 0,0 0 6 16,0 0-6-16,5-3 3 0,-5 3-5 0,0 0-1 15,0 0-4-15,0 0 4 0,0 0-10 0,0 0-6 16,0 0-1-16,0 0 4 0,0 0-13 0,0 0-1 16,0 0-4-16,0 0-3 0,0 0-2 0,0 0 2 15,0 0-4-15,0 0 2 0,-24-1 1 0,24 1 0 16,-12-2 0-16,12 2-1 0,0 0 5 16,-15 0 6-16,15 0-3 0,-13 0 4 0,13 0 1 0,-13-1 5 15,13 1 0-15,-13-1 2 0,13 1-8 0,-11 0 3 16,11 0-2-16,-13 1 6 0,13-1 3 15,0 0-3-15,-10-3-1 0,10 3 5 0,0 0-5 16,-9 0-3-16,9 0-4 0,0 0 3 0,0 0-3 0,0 0 0 16,0 0-5-16,0 0-3 0,0 0-2 0,0 0 2 15,0 0-3-15,31-5 5 0,-12 1 8 0,8 1 1 16,5-2-3-16,1-1-3 0,-1 1 3 0,3-1-2 16,3 1 6-16,-2-1-1 0,3 0 1 0,-1 2 2 15,-4-2 1-15,-1 1 2 0,-2 1 4 0,-3 2-7 16,-5-1-2-16,-4 1 0 0,-1 0-3 0,-5-1-1 15,-3 2 3-15,1-2-4 0,-4 5-3 0,-7-2 1 16,14 0-3-16,-14 0-1 0,8-2-6 0,-8 2 1 16,0 0-1-16,11-1 12 0,-11 1-9 0,0 0-7 15,0 0 0-15,10 1-2 0,-10-1-2 0,0 0 9 16,0 0-5-16,2 6-10 0,-2-6-16 0,0 0-16 16,0 0-15-16,0 0-31 0,-12 10-36 0,12-10-33 0,-11 5-32 15,3-1-157-15,-5 0-366 0,-4 0 161 16</inkml:trace>
  <inkml:trace contextRef="#ctx0" brushRef="#br0" timeOffset="78874.31">27582 12314 207 0,'0'0'209'0,"-7"-5"1"0,7 5-9 0,0 0-12 0,0 0-9 16,0 0-8-16,0 0-14 0,0 0-12 15,0 0-13-15,0 0-10 0,-4-6-12 0,4 6-10 0,0 0-10 16,0 0-14-16,0 0-6 0,0 0-9 0,0 0-7 16,0 0-2-16,0 0-7 0,0 0-1 0,0 0-7 15,9 21-2-15,-7-15-6 0,2 0-1 0,1 4-1 16,0-2 2-16,-1 0 0 0,0 1-3 0,5-2-5 15,-6 1-1-15,3-1-2 0,-2 0-3 0,-1 0 4 16,1-2-7-16,-1 0 3 0,-3-5-5 0,4 9 1 16,1-5-2-16,-5-4 2 0,5 7-1 15,-5-7-2-15,4 6 0 0,-4-6-1 0,0 0 1 0,2 3-4 16,-2-3 2-16,0 0 8 0,0 0 5 0,0 0 8 16,0 0 7-16,0 0 2 0,0 0 1 15,0 0-5-15,0 0 1 0,0 0 0 0,0 0 3 0,0 0-2 16,0 0-5-16,0 0-2 0,0 0-4 15,0-22-1-15,2 15-8 0,-2 7 7 0,5-13-4 0,-1 3 1 16,-2 4-8-16,6-3-2 0,-6 3-1 0,7-1 3 16,-1 1-5-16,-4 0 3 0,2 2-6 15,0 0 7-15,1-1-3 0,-1 3 5 0,-6 2-5 0,12-6 3 16,-6 6 5-16,-6 0-5 0,12-3 0 0,-6 3 4 16,-6 0-4-16,14 0-3 0,-8 2-1 0,-6-2 2 15,13 4-2-15,-7-1-2 0,0 1 1 0,-1 2 0 16,1 3 0-16,-3-3-2 0,4 1 6 15,-2 1-5-15,-1 0 0 0,0 1-2 0,-2-1 3 16,1-1-1-16,1 1-1 0,-2-1 1 0,-2 2-2 0,6-1 7 16,-5-1-1-16,0-1-2 0,3 1-2 0,-4-7-9 15,0 12-24-15,2-6-24 0,-2-6-31 0,2 10-34 16,-2-10-34-16,0 10-54 0,4-7-44 0,-4-3-37 16,0 0-169-16,0 0-494 0,0 0 219 0</inkml:trace>
  <inkml:trace contextRef="#ctx0" brushRef="#br0" timeOffset="79285.16">27951 12364 60 0,'0'0'257'0,"2"-5"-4"0,-2 5-21 0,0 0-14 15,6-5-19-15,-6 5-20 0,0 0-18 0,0 0-18 16,0 0-15-16,0 0-6 0,0 0-2 0,0 0 4 15,5 18-9-15,-1-12-3 0,-4 1-15 0,4-1-9 16,-3 3-9-16,1 1-8 0,-2-2 1 0,1 0 1 16,-1-8-9-16,4 13-8 0,-4-8-7 0,0-5-2 15,5 11-2-15,-4-4-4 0,-1-7-3 0,2 6 1 16,-2-6 1-16,3 9 4 0,-3-9-7 0,4 5-1 16,-4-5 2-16,5 7 4 0,-5-7 0 0,0 0 5 15,4 3 14-15,-4-3-4 0,0 0 6 0,11-1-2 16,-11 1-1-16,0 0-6 0,13-9-9 0,-8 4 0 0,2-4 8 15,3 3-13-15,-2-5 8 0,1-3-8 16,3 3-16-16,-3-4 2 0,3 0 5 0,-2 2-8 16,1-2-1-16,-2 0-2 0,0 5 0 0,-2 0-20 15,2 0 17-15,-3 1-4 0,0 4 2 0,-2-1-5 16,0 1 2-16,-1-1-18 0,-3 6-13 0,5-7-27 16,-5 7-31-16,3-5-26 0,-3 5-29 0,0 0-28 15,0 0-27-15,0 0-23 0,0 0-30 0,0 0-22 16,0 0-33-16,0 0-161 0,0 0-493 0,-11 19 219 15</inkml:trace>
  <inkml:trace contextRef="#ctx0" brushRef="#br0" timeOffset="79645.53">28192 12387 91 0,'0'0'208'0,"0"0"-2"0,0 0-5 15,0 0-10-15,0 0-7 0,10 0-18 0,-10 0-10 16,0 0-14-16,0 0-12 0,17-4-12 0,-12 2-12 15,5 0-13-15,-10 2-9 0,13-1-7 16,-7 0-17-16,-6 1-19 0,10-2-21 0,-10 2-29 16,9-3-15-16,-5 0-32 0,-4 3-16 0,8-4-13 0,-8 4-3 15,6-3-2-15,-6 3 6 0,0 0-5 0,6-4 5 16,-6 4 8-16,0 0 9 0,6-5 3 16,-6 5 18-16,0 0 10 0,0 0 15 0,0 0 13 15,0 0 11-15,1-7 17 0,-1 7 17 0,0 0 2 0,0 0 3 16,0 0 3-16,0 0-7 0,0 0-4 0,0 0 6 15,0 0 18-15,0 0 19 0,0 0-6 0,0 0-2 16,0 22 6-16,0-13 13 0,0 0-2 0,-1 0-6 16,1 3-3-16,-3-2-4 0,2 0-8 0,-1 3-4 15,0-3-1-15,2 2-5 0,-4-2-5 0,4 0-8 16,0-1-1-16,-4 1-3 0,3 0-3 0,-1-1-23 16,-1-2-30-16,3-7-34 0,-4 13-43 0,3-7-54 15,1-6-45-15,0 10-186 0,0-10-412 0,-4 5 183 16</inkml:trace>
  <inkml:trace contextRef="#ctx0" brushRef="#br0" timeOffset="80079.06">28732 12450 83 0,'0'0'243'0,"0"0"-8"0,0 0-9 15,0 0-11-15,0 0-9 0,0 0-14 0,0 0-16 16,0 0-7-16,0 0-10 0,0 0-9 0,7-4-5 15,-7 4-5-15,11 0-3 0,-4-2-5 0,4 1 4 16,-1 1-6-16,8-4-6 0,-6 1-5 0,2 0 7 16,2 1-6-16,-2 0 0 0,-1-1-2 0,0 1-6 15,-4 1-11-15,1-3-4 0,2 3-9 0,-12 1-9 16,11-1-5-16,-4-1-4 0,-7 2 2 0,11-2-10 16,-11 2-3-16,0 0-6 0,6-1 1 0,-6 1-8 15,0 0-7-15,0 0 1 0,8-1-2 0,-8 1-9 16,0 0-1-16,0 0-15 0,0 0-1 0,0 0-20 15,0 0-37-15,0 0-32 0,0 0-36 0,0 0-35 16,0 0-46-16,0 0-46 0,0 0-52 0,0 0-47 16,0 0-214-16,0 0-597 0,0 0 265 0</inkml:trace>
  <inkml:trace contextRef="#ctx0" brushRef="#br0" timeOffset="80578.42">29260 12220 126 0,'4'-9'286'16,"-3"-1"1"-16,3 1-11 0,-1 2 2 0,2-1-8 15,-4 0 5-15,-1 8-13 0,4-10-14 0,-3 5 0 16,-1 5-24-16,1-10-7 0,-1 10-14 0,3-7-12 16,-3 7-15-16,3-6-19 0,-3 6 0 0,0 0-9 15,0 0-13-15,1-9-11 0,-1 9-5 0,0 0-16 16,0 0-10-16,1-8-8 0,-1 8-11 0,0 0-3 15,0 0-11-15,0 0-5 0,0 0-18 0,0 0 7 16,0 0-1-16,0 0-4 0,0 0-5 0,0 0-4 0,0 0 9 16,0 0-12-16,0 0-3 0,3-7 1 15,-3 7-6-15,0 0-12 0,0 0 9 0,0 0-2 16,0 0 1-16,0 0-2 0,0 0 2 0,1-7-1 16,-1 7 1-16,0 0 3 0,0 0-4 0,0 0 4 0,0 0-8 15,0 0-2-15,0 0-2 0,0 0 0 0,0 0-5 16,0 0 4-16,0 0-4 0,5 18 2 15,-5-18-2-15,1 18 1 0,2-3 4 0,-3 2 4 16,0 1-7-16,0 0 1 0,0 8 4 0,0-6 1 0,0-2 0 16,1 1 1-16,-1 7 1 0,0-9 2 15,0 3 1-15,3 5 0 0,-3-9 2 0,1 1-1 0,-1-4 0 16,2-1-2-16,0 1 1 0,-2-1-4 0,1-2 0 16,0-1-4-16,-1-1 3 0,0-8-1 15,3 13-2-15,-2-8 0 0,-1-5 2 0,0 8 5 16,0-8-6-16,0 0 4 0,1 10-6 0,-1-10-10 15,0 0-27-15,0 0-23 0,0 0-39 0,0 0-40 0,0 0-52 16,0 0-51-16,0 0-56 0,-15-20-65 16,11 11-52-16,-1-1-255 0,4-3-721 0,0 3 318 0</inkml:trace>
  <inkml:trace contextRef="#ctx0" brushRef="#br0" timeOffset="80911.55">29732 11958 145 0,'5'-9'269'16,"-5"9"-5"-16,2-8-8 0,-2 8-14 0,3-8-16 15,-3 8-18-15,4-6-16 0,-4 6-21 0,5-5-16 16,-5 5-15-16,9-1-9 0,-9 1-16 0,18 5-11 15,-9 1-4-15,3 1-12 0,0 4-8 0,1 3-5 16,5 5-7-16,-7-3-4 0,4 7-8 0,-2 1 1 16,1 2-12-16,-2 0-5 0,-7 2-2 0,0-4-5 15,3 3 2-15,-6-3-4 0,1 2-3 0,-1-7-2 16,-3 0-3-16,0-1-2 0,-3 0-3 0,-5 0-13 16,1-1-12-16,1-3-23 0,-5 4-23 0,-1-3-21 15,-1 0-29-15,-7 2-31 0,3-3-40 0,-4 0-46 16,-4-2-40-16,-4 1-156 0,3-2-451 0,1-1 200 15</inkml:trace>
  <inkml:trace contextRef="#ctx0" brushRef="#br0" timeOffset="89521.17">23894 12855 25 0,'0'0'110'0,"-8"-2"3"0,8 2-21 16,0 0 4-16,0 0 4 0,-7-4-11 0,7 4-8 15,0 0 2-15,0 0-10 0,0 0 2 0,0 0-13 16,-7-4 0-16,7 4 0 0,0 0-5 0,0 0-3 16,0 0-11-16,-7-4-4 0,7 4-6 0,0 0-9 15,0 0 4-15,0 0-7 0,0 0 5 0,0 0-7 16,33 2 1-16,-15-4-1 0,4 2 0 16,6 0-13-16,5-1-14 0,3 0-29 0,3-1-35 0,1-1-30 15,12-1-117-15,-17 2-237 0,1 0 105 16</inkml:trace>
  <inkml:trace contextRef="#ctx0" brushRef="#br0" timeOffset="90390.93">25716 12843 24 0,'0'0'91'0,"0"0"2"16,0 0-12-16,0 0-2 0,0 0-1 0,0 0-6 15,0 0 2-15,0 0 6 0,0 0-7 0,0 0 2 0,0 0 0 16,0 0-13-16,0 0-6 0,-10-2-5 16,10 2-4-16,0 0 2 0,-11-1-14 0,11 1 2 15,0 0 6-15,-17 0 10 0,12 1-9 0,5-1 0 16,-14 0-2-16,8 3-2 0,6-3-1 0,-12 1 2 0,12-1 0 15,-11 0-7-15,11 0 2 0,-11 2-4 0,11-2 1 16,-6 2-8-16,6-2 3 0,0 0-8 0,0 0 0 16,-10 0 0-16,10 0-2 0,0 0-6 0,0 0 6 15,0 0-3-15,0 0-3 0,0 0-3 0,27 8 5 16,-7-9-5-16,5 1-16 0,9-3-9 0,17-1-31 16,3-4-18-16,3 3-29 0,5-3-22 0,1-2-30 15,4 3-102-15,23-6-268 0,0-3 119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7:07:19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24194 3901 16 0,'0'0'20'15,"0"0"-4"-15,0 0-1 0,0 0-2 0,0 0-1 16,4-5-3-16,-4 5-3 0,0 0 3 0,0 0 0 16,0 0 2-16,0 0 0 0,0 0-4 0,0 0 0 15,0 0-1-15,0 0 4 0,0 0-2 0,0 0 1 16,0 0-6-16,0 0 2 0,0 0-1 0,0 0-1 15,0 0 1-15,0 0 1 0,0 0-2 0,0 0 6 16,0 0-3-16,0 0-2 0,0 0-2 0,0 0 5 16,0 0-1-16,0 0-2 0,0 0 1 0,0 0 1 15,0 0-1-15,0 0 1 0,0 0 3 0,0 0 2 16,0 0-5-16,0 0 1 0,0 0 1 16,0 0 5-16,0 0-3 0,0 0 2 0,0 0-1 15,0 0 3-15,0 0 1 0,0 0-4 0,0 0 3 16,0 0 2-16,0 0 0 0,0 0 11 0,0 0-12 0,0 0 7 15,0 0-1-15,0 0 8 0,0 0-1 0,0 0-2 16,0 0-6-16,0 0 5 0,0 0-4 16,0 0-7-16,0 0 2 0,0 0-2 0,0 0 0 15,0 0-7-15,0 0 10 0,0 0-11 0,0 0-5 16,-12-7-9-16,12 7-11 0,0 0-11 0,0 0-14 16,0 0-14-16,-3-10-45 0,3 10-113 0,0 0 50 15</inkml:trace>
  <inkml:trace contextRef="#ctx0" brushRef="#br0" timeOffset="25405.02">4508 6265 47 0,'0'0'83'0,"0"0"7"0,0 0-12 0,-2-14 5 16,2 14-6-16,0 0-5 0,0 0-3 0,-3-5-4 16,3 5-10-16,0 0-15 0,0 0-6 0,0 0-11 15,0 0-13-15,0 0-13 0,0 0-20 0,0 0-25 16,-2-6-12-16,2 6-56 0,0 0-124 0,0 0 55 15</inkml:trace>
  <inkml:trace contextRef="#ctx0" brushRef="#br0" timeOffset="27595.76">4575 7112 29 0,'0'0'83'0,"0"0"-1"0,0 0 1 0,0 0-8 16,0 0-6-16,0 0-9 0,0 0 0 0,0 0-2 15,0 0-12-15,0 0-10 0,0 0-6 0,0 0-1 16,0 0 0-16,0 0-14 0,0 0-1 0,0 0-20 16,0 0-8-16,0 0-3 0,0 0-21 0,0 0-13 15,0 0-13-15,0 0-38 0,0 0-110 0,0 0 49 16</inkml:trace>
  <inkml:trace contextRef="#ctx0" brushRef="#br0" timeOffset="28922.1">4117 7464 64 0,'0'0'104'0,"0"0"-2"0,0 0-4 0,0 0-1 0,0 0-9 16,0 0-4-16,0 0-1 0,0 0-1 15,0 0 4-15,0 0-13 0,0 0-5 0,0 0 2 16,0 0-4-16,0 0-8 0,0 0 4 0,0 0-4 0,0 0 18 16,0 0-20-16,0 0-6 0,0 0 1 0,0 0-3 15,0 0-2-15,0 0-2 0,0 0-3 16,0 0-2-16,0 0 0 0,0 0-3 0,0 0-4 15,0 0 2-15,0 0-4 0,0 0-1 0,0 0-3 0,0 0-3 16,0-9-3-16,0 9 2 0,0 0-5 0,0 0-2 16,0 0 2-16,0 0-6 0,0 0 1 0,0 0 1 15,0 0-2-15,0 0-2 0,0 0-1 0,0 0-4 16,0 0-2-16,0 0-4 0,0 0-4 0,0 0-3 16,0 0-7-16,0 0-8 0,0 0-9 0,0 0-2 15,0 0-12-15,0 0-7 0,0 0-4 0,0 0-17 16,0 0-5-16,0 0-11 0,0 0-4 0,0 0-17 15,0 0-13-15,0 0-99 0,0 0-243 0,0 0 108 16</inkml:trace>
  <inkml:trace contextRef="#ctx0" brushRef="#br0" timeOffset="29670.66">4971 6745 25 0,'0'0'91'0,"0"0"1"0,0 0-10 0,0 0-17 16,-6-3 2-16,6 3-7 0,0 0-10 0,0 0 0 16,0 0-11-16,0 0 0 0,0 0-9 15,0 0 1-15,0 0-22 0,0 0-7 0,0 0-19 16,0 0-4-16,0 0-15 0,0 0-9 0,0 0-11 15,0 0-38-15,0 0-100 0,0 0 45 0</inkml:trace>
  <inkml:trace contextRef="#ctx0" brushRef="#br0" timeOffset="30352.27">6648 4844 24 0,'0'0'52'0,"0"0"-4"0,0 0-5 15,0 0 0-15,0 0 1 0,0 0-10 0,0 0-18 0,0 0 11 16,0 0 3-16,0 0 0 0,0 0-8 16,0 0-8-16,0 0 3 0,0 0-6 0,0 0-2 15,0 0-12-15,0 0-14 0,0 0-12 0,0 0-41 16,0 0-74-16,-3 6 33 0</inkml:trace>
  <inkml:trace contextRef="#ctx0" brushRef="#br0" timeOffset="140578.18">24595 14750 35 0,'-7'4'38'0,"7"-4"-10"16,0 0-13-16,0 0-35 0,0 0-20 0,0 0 9 15</inkml:trace>
  <inkml:trace contextRef="#ctx0" brushRef="#br0" timeOffset="208178.07">10525 4921 31 0,'0'0'64'0,"0"0"-11"0,0 0 1 16,-4-7-11-16,4 7-13 0,0 0 15 15,0 0-14-15,-2-6 3 0,2 6-2 0,0 0-9 16,0 0-4-16,0 0-4 0,0 0-6 0,0 0-17 0,0 0-10 15,0 0-10-15,0 0-7 0,0 0-31 0,0 0-71 16,0 0 31-16</inkml:trace>
  <inkml:trace contextRef="#ctx0" brushRef="#br0" timeOffset="208935.09">12325 7274 5 0,'0'0'3'0,"-1"-9"-1"0,1 9 1 0,0 0 0 16,0 0 7-16,0 0 0 0,0 0 1 0,0 0 12 16,0 0-4-16,-2-9-1 0,2 9 4 0,0 0 1 15,0 0-21-15,0 0 4 0,0 0 2 0,0 0 0 16,-4-9-3-16,4 9 6 0,0 0-6 0,0 0 3 16,0 0-5-16,0 0 4 0,0 0-2 0,0-8-2 15,0 8-1-15,0 0 1 0,0 0 4 0,0-7-3 16,0 7-4-16,0 0-1 0,0 0-2 0,0-11-7 15,0 11 1-15,-4-9 2 0,4 9-3 16,-3-7-8-16,3 7-13 0,-4-10-32 0,4 10 14 0</inkml:trace>
  <inkml:trace contextRef="#ctx0" brushRef="#br0" timeOffset="209523.71">10457 5041 49 0,'0'0'49'0,"0"0"5"16,-5-7-7-16,5 7-6 0,0 0-4 0,-5-3-5 15,5 3 0-15,0 0-4 0,0 0-5 0,-6-4-15 16,6 4 12-16,0 0-7 0,0 0 0 0,0 0-5 16,0 0 2-16,0 0-4 0,0 0-6 0,0 0-13 15,0 0-8-15,0 0-13 0,0 0-2 0,0 0-25 16,0 0-67-16,0 0 30 0</inkml:trace>
  <inkml:trace contextRef="#ctx0" brushRef="#br0" timeOffset="210074.27">12475 6956 37 0,'0'0'69'0,"0"0"-23"0,0 0-5 0,0 0-3 16,0 0-11-16,-13 5-20 0,13-5-1 0,0 0-9 16,0 0-42-16,-16-6-49 0,9 1 22 0</inkml:trace>
  <inkml:trace contextRef="#ctx0" brushRef="#br0" timeOffset="210656.2">10505 4914 25 0,'0'0'31'16,"0"0"-2"-16,0 0-3 0,0 0 1 0,0 0-1 16,0 0-10-16,0 0-6 0,0 0-1 0,0 0-8 15,0 0-2-15,0 0-1 0,0 0-4 0,0 0-10 16,0 0-1-16,0 0-10 0,0 0-29 0,11 14 14 15</inkml:trace>
  <inkml:trace contextRef="#ctx0" brushRef="#br0" timeOffset="211287.87">12322 7025 11 0,'0'0'99'16,"0"0"-12"-16,0 0-15 0,0 0-3 0,0 0-16 15,0 0 3-15,0 0-11 0,0 0 1 0,0 0-5 16,0 0-5-16,0 0-17 0,0 0-4 0,0 0 1 16,0 0-4-16,0 0-6 0,0 0-10 0,0 0-7 15,0 0 1-15,0 0-14 0,0 0-4 0,0 0-1 16,0 0-5-16,0 0-7 0,-13-19-5 0,9 14-30 15,-4-3-83-15,0-2 37 0</inkml:trace>
  <inkml:trace contextRef="#ctx0" brushRef="#br0" timeOffset="211776.06">10891 5041 28 0,'0'0'39'15,"0"0"-3"-15,-7-4-9 0,7 4 4 0,0 0-2 16,0 0-4-16,0 0-4 0,0 0-2 0,0 0-1 0,-5-4-2 16,5 4-3-16,0 0-4 0,0 0-4 0,0 0-6 15,0 0-4-15,0 0-10 0,0 0-1 0,0 0-31 16,0 0-50-16,0 0 22 0</inkml:trace>
  <inkml:trace contextRef="#ctx0" brushRef="#br0" timeOffset="212290.09">12349 6891 7 0,'0'0'39'0,"0"0"-4"16,0 0-6-16,0 0-4 0,0 0-2 0,0 0-7 15,-10 8 1-15,10-8-9 0,0 0-1 0,-14-2-10 16,14 2 1-16,-12-1-6 0,12 1-8 0,-14-7-14 0,6 6-32 15,1-5 15-15</inkml:trace>
  <inkml:trace contextRef="#ctx0" brushRef="#br0" timeOffset="212709.54">10919 5143 33 0,'0'0'41'0,"0"0"-7"16,0 0-9-16,0 0 1 0,0 0-8 0,0 0-9 16,0 0-12-16,0 0-15 0,0 0-10 15,0 0-30-15,0 0 13 0</inkml:trace>
  <inkml:trace contextRef="#ctx0" brushRef="#br0" timeOffset="213185.09">12314 7053 24 0,'0'0'89'0,"0"0"0"16,0 0-16-16,0 0 1 0,0 0-6 0,0 0-7 0,0 0-4 15,0 0-19-15,0 0-20 0,0 0-1 0,0 0-7 16,0 0-16-16,-23-16-4 0,16 10-9 0,-1-3-1 15,-2-2-4-15,-3-3-8 0,-5-5-10 0,2 0-36 16,-5-2-84-16,1-8 38 0</inkml:trace>
  <inkml:trace contextRef="#ctx0" brushRef="#br0" timeOffset="213556.71">10992 5037 15 0,'0'0'25'0,"0"0"-1"0,0 0-1 0,0 0-3 15,0 0-10-15,0 0-6 0,0 0-10 0,0 0-1 16,0 0-11-16,0 0-20 0,0 0 9 0</inkml:trace>
  <inkml:trace contextRef="#ctx0" brushRef="#br0" timeOffset="214093.81">12370 7022 42 0,'0'0'45'0,"0"0"-14"0,0 0-10 16,0 0-3-16,0 0-13 0,0 0-2 0,-20-9-7 15,17 6-6-15,-4-6-16 0,0 1-27 0,0-2 13 16</inkml:trace>
  <inkml:trace contextRef="#ctx0" brushRef="#br0" timeOffset="-211426.57">12318 7034 113 0,'0'0'103'0,"0"0"-7"0,0 0-13 0,0 0 3 0,0 0-16 15,0 0 0-15,0 0-12 0,0 0-5 0,-9 11 0 16,9-11-12-16,0 0-11 0,0 0-3 0,0 0-18 15,0 0 0-15,0 0-18 0,0 0-16 0,0 0-7 16,0 0-15-16,0 0-7 0,0 0-12 0,0 0-46 16,0 0-120-16,0 0 53 0</inkml:trace>
  <inkml:trace contextRef="#ctx0" brushRef="#br0" timeOffset="-208963.47">10636 4789 10 0,'0'0'18'16,"0"0"-8"-16,0 0-11 0,0 0-6 0,0 0-6 15,0 0 3-15</inkml:trace>
  <inkml:trace contextRef="#ctx0" brushRef="#br0" timeOffset="-200319.15">10932 4823 2 0,'0'0'20'0,"0"0"-8"0,0 0 0 0,0 0 2 16,0 0-1-16,0 0-5 0,0 0 1 0,0 0-1 0,0 0 3 16,0 0-8-16,0 0 3 0,0 0 3 15,0 0 1-15,0 0-3 0,0 0-2 0,0 0-2 16,0 0-8-16,0 0 1 0,0 0-6 0,0 0 8 15,0 0-1-15,0 0-4 0,0 0-4 0,0 0-8 16,0 0-20-16,0 0 10 0</inkml:trace>
  <inkml:trace contextRef="#ctx0" brushRef="#br0" timeOffset="-199358.2">12257 7042 10 0,'0'0'15'0,"0"0"-4"0,0 0 0 0,0 0-6 0,0 0 6 15,0 0-1-15,0 0 0 0,0 0-1 16,0 0-6-16,0 0 6 0,0 0-4 0,0 0 0 0,0 0-1 16,0 0 2-16,0 0-9 0,0 0 1 0,0 0-6 15,0 0-11-15,0 0-20 0,0 0 9 0</inkml:trace>
  <inkml:trace contextRef="#ctx0" brushRef="#br0" timeOffset="-198276.2">10862 4982 19 0,'0'0'11'0,"0"0"0"0,0 0 2 0,0 0-6 16,0-8 2-16,0 8-3 0,0 0-1 0,0 0-5 15,0 0 1-15,0 0 5 0,0 0-3 0,0 0-1 16,0 0-2-16,0 0 2 0,0 0 0 0,0 0-4 16,0 0 7-16,0 0-10 0,0 0 6 0,0 0-5 15,0 0 4-15,0 0-16 0,0 0-16 0,0 0 7 16</inkml:trace>
  <inkml:trace contextRef="#ctx0" brushRef="#br0" timeOffset="-196347.44">10087 4939 2 0,'0'0'19'0,"0"0"-3"16,0 0 5-16,0 0-10 0,0 0 1 15,0 0-1-15,0 0-2 0,0 0-1 0,0 0 5 16,0 0-3-16,0 0 1 0,0 0 0 0,0 0-7 16,0 0-3-16,0 0 6 0,0 0-5 0,0 0-1 0,0 0-6 15,0 0-5-15,0 0-4 0,0 0 2 0,0 0-10 16,0 0-23-16,0 0 11 0</inkml:trace>
  <inkml:trace contextRef="#ctx0" brushRef="#br0" timeOffset="-166245.02">13046 3323 24 0,'0'0'194'0,"0"0"-9"16,0 0-7-16,-8 9 23 0,8-9-12 0,0 0-12 15,0 0-3-15,0 0-5 0,0 0-5 0,0 0-11 16,0 0-4-16,0 0-8 0,0 0-10 0,0 0-9 16,0 0-11-16,0 0-9 0,0 0-11 0,0 0-9 15,0 0-10-15,0 0-13 0,0 0-18 0,0 0-14 16,19-7-15-16,-19 7-13 0,20-5-10 0,-11 2-25 16,0 1-24-16,3 0-8 0,-2-1-18 0,-3 1-11 15,0 1-3-15,-7 1-16 0,14-1-13 0,-8 0-9 16,-6 1 8-16,0 0 1 0,16-4 5 0,-16 4 8 15,0 0 6-15,0 0 10 0,11-3 9 0,-11 3 9 16,0 0 6-16,0 0 12 0,4 0 11 0,-4 0 4 16,0 0 16-16,0 0 10 0,0 0 6 0,0 0 9 15,0 0 13-15,0 0 6 0,0 0 12 16,0 0 1-16,0 0 4 0,0 0-8 0,0 0 0 16,0 0 22-16,0 0 4 0,-6 21 8 0,6-21 9 0,-2 17 5 15,2-7-2-15,0 1 8 0,0 1 1 0,0 4-1 16,0-4-2-16,2 4-1 0,-2-5-6 0,2 5-6 15,-4-4-9-15,4 0-2 0,-2 0-5 0,0 0 2 16,0-3-8-16,0 3-4 0,2-4-2 16,-2 3 2-16,-2-5-7 0,2-6-1 0,0 13-3 15,-2-7-1-15,2-6 1 0,-4 10-5 0,4-10 1 0,-3 8-3 16,3-8-3-16,-5 4 1 0,5-4-1 0,-6 3 2 16,6-3-4-16,0 0 0 0,-11 0-1 0,11 0 1 15,0 0-6-15,-16-4 5 0,16 4 0 0,0 0 0 16,-9-1-3-16,9 1-1 0,0 0-4 15,-9-1 2-15,9 1 0 0,0 0 2 0,0 0-4 16,0 0 0-16,0 0 0 0,0 0-2 0,0 0 0 0,0 0-2 16,0 0 3-16,0 0-6 0,0 0 0 0,0 0-13 15,0 0-12-15,32 1-9 0,-22-1-14 16,-1 0-13-16,-9 0-16 0,23-2-10 0,-9 1-6 16,-3-2-4-16,0 1-4 0,3 0 3 0,1-1 2 15,-1-1 8-15,-1 1 4 0,7-3 15 0,-4 0 2 16,2-1 9-16,-3 0 4 0,2-1 2 0,-2 1 10 15,-1-3 8-15,-6 3 7 0,4-3 9 0,-1 1 9 16,-2 2 6-16,-3-2 19 0,2 4 12 0,-2-1 8 16,-3 2 30-16,-3 4 9 0,6-7 5 0,-6 7 6 15,5-4 3-15,-5 4-4 0,0 0-11 0,0 0 2 16,0 0 5-16,0 0 3 0,0 0-1 0,0 0-2 16,0 0-3-16,-14 25-6 0,8-20-5 0,2 1-5 15,-6 2-3-15,6-3-7 0,1 4-7 0,1-3-3 16,2-6 1-16,-4 11-10 0,4-6 3 0,0-5-5 15,4 11 2-15,-2-6-8 0,-2-5-3 0,7 8-5 16,-3-4-10-16,4-3-9 0,-8-1-5 0,11 5-6 16,-3-3-4-16,-1 0-2 0,3-2 1 0,-10 0 0 15,13-3 5-15,-13 3-1 0,11 0 8 0,-11 0 3 16,0 0 2-16,7-2 8 0,-7 2 8 0,0 0 3 0,0 0 8 16,0 0-5-16,0 0 1 0,0 0 0 15,0 0-1-15,0 0 3 0,0 0-3 0,0 0 6 16,-23 6 3-16,17-2 2 0,1 1 1 0,-2-1 3 15,3 0-3-15,-1 1-1 0,1-1-6 0,4-4 0 16,-9 9-1-16,7-4-4 0,-2 0 1 0,4-5-1 16,-4 9-2-16,4-9-2 0,0 0-10 0,4 10-14 15,-4-10-23-15,0 0-29 0,10 10-20 0,-10-10-36 16,16 1-23-16,-4-2-13 0,5-3-1 0,4-2-11 16,-1-1 6-16,0-1-104 0,-2 1-289 0,9-5 129 15</inkml:trace>
  <inkml:trace contextRef="#ctx0" brushRef="#br0" timeOffset="-166070.95">13814 3425 190 0,'0'0'218'0,"5"-4"-22"0,-5 4-15 16,0 0-10-16,0 0-18 0,6-4-16 0,-6 4-13 16,6-3-11-16,-6 3-15 0,7-4-18 0,1 3-27 15,-8 1-33-15,12-4-35 0,-5 5-40 0,-7-1-19 16,12-1-20-16,-12 1-14 0,13 0 2 15,-13 0-2-15,9 2-8 0,-9-2-61 0,7 4-191 0,-7-4 85 16</inkml:trace>
  <inkml:trace contextRef="#ctx0" brushRef="#br0" timeOffset="-165928.68">13869 3466 278 0,'-6'5'-14'0,"1"2"20"0,-3 0 21 0,3-3 19 16,-2 2 14-16,3-1 10 0,-1-1-2 0,5-4 9 16,-4 7 0-16,4-7 5 0,-4 4-7 0,4-4 0 15,0 0 8-15,0 0-13 0,0 0 1 16,0 0-7-16,8 9-18 0,-8-9-27 0,16-1-27 15,-2-3-31-15,4-1-30 0,2 1-20 0,6-8-11 16,0 3-63-16,1-2-176 0,-1 1 78 0</inkml:trace>
  <inkml:trace contextRef="#ctx0" brushRef="#br0" timeOffset="-165477.75">14281 3195 31 0,'0'0'202'0,"0"0"-7"16,0 0-24-16,0 0-19 0,30-2-15 0,-19 1-15 15,-1 0-12-15,4-5-23 0,-3 6-8 0,3-4-19 16,-3 1-16-16,0 3-15 0,0-3-12 0,-6 2-3 16,2-2-11-16,-7 3 4 0,11-1-8 0,-11 1 2 15,7-1 1-15,-7 1 4 0,0 0 1 0,0 0-1 16,0 0-3-16,0 0 5 0,0 0 1 0,-2 14 2 15,2-14-9-15,-7 12 12 0,4-2-2 0,1 0 5 16,-2 3 14-16,2 0-4 0,1 1-3 0,-3 0 1 16,2 1-6-16,0 2-5 0,1-1 2 0,-1 1 5 15,1-4-4-15,1-1 5 0,0-1-5 0,1 1-3 16,-1 1 0-16,2-2 3 0,-4-2-4 16,2 0-3-16,0-1-2 0,0-8 2 0,-2 10 0 15,2-10 4-15,-3 9 1 0,3-9-3 0,-4 5 12 16,4-5-10-16,-3 4 5 0,3-4-2 0,-8 4 0 0,8-4 0 15,0 0 0-15,-13 0-2 0,13 0 0 0,-12-2-5 16,12 2 1-16,-8-3 0 0,8 3-5 16,0 0 3-16,-9-2-7 0,9 2-2 0,0 0-3 15,-10-1-4-15,10 1-5 0,0 0 2 0,0 0-8 16,0 0-16-16,0 0-11 0,0 0-12 0,0 0-24 16,32-4-27-16,-20 1-13 0,1 0-20 0,1 0-108 15,3-1-270-15,-1-1 119 0</inkml:trace>
  <inkml:trace contextRef="#ctx0" brushRef="#br0" timeOffset="-165277.22">14618 3333 32 0,'0'0'203'0,"3"-8"1"0,-3 8 0 0,0 0-6 16,0 0-7-16,0 0-22 0,1-8-14 0,-1 8-8 16,0 0 11-16,0 0 5 0,0 0-6 0,-4 26-15 15,2-16-14-15,0 2-9 0,0 3-9 0,1-3-14 16,-1 1-8-16,1-2-4 0,0 1-14 0,1 1-7 15,-1-1-1-15,1-1-12 0,1 1-19 0,-1-1-27 16,2-3-29-16,-2-1-29 0,2 0-32 0,-2-7-35 16,0 0-31-16,3 14-30 0,-1-10-22 0,-2-4-164 15,0 0-397-15,0 0 175 0</inkml:trace>
  <inkml:trace contextRef="#ctx0" brushRef="#br0" timeOffset="-164944.92">14672 3315 2 0,'9'-8'146'16,"-3"3"-4"-16,1 1-2 0,0 1-2 0,0 0-3 16,-7 3-4-16,13-1-8 0,-13 1 2 0,11 4 0 15,-3-3 2-15,-8-1-17 0,9 7-6 0,-7-2-5 16,1 1 0-16,-2 3-7 0,-1-2-7 0,0-7-9 16,0 16-9-16,-1-7-9 0,-2 2-11 0,-2-2-16 15,2-2-17-15,0 3-17 0,0-4-14 0,-2 2-18 16,3-1-13-16,2-7-13 0,-3 11-8 0,3-11 1 15,1 10 7-15,-1-10 3 0,4 7 5 0,1-2 5 16,-5-5 2-16,9 7 4 0,-9-7 2 0,9 7 11 16,-5-4 4-16,0 0 4 0,2 1 9 0,-6-4 19 15,9 6 6-15,-6-3 14 0,0 3 15 0,-3-6 16 16,4 10 7-16,-2-7-8 0,-2-3 12 0,-4 12-7 16,4-12 0-16,-4 10-5 0,0-3-7 0,-3-1-1 15,0-2-9-15,-2 4-3 0,0-4-20 0,3 2-15 16,-4-2-28-16,10-4-34 0,-13 5-46 0,6-4-62 15,7-1-138-15,-20 0-331 0,20 0 146 0</inkml:trace>
  <inkml:trace contextRef="#ctx0" brushRef="#br0" timeOffset="-164577.47">14887 3368 106 0,'0'0'206'0,"18"-5"-18"16,-6 3-18-16,-1 1-15 0,0-2-18 0,-1 1-12 16,3-1-13-16,-1 0-19 0,-12 3-25 0,14-2-35 15,-14 2-32-15,0 0-27 0,18-3-16 0,-18 3-10 16,10-2-15-16,-10 2-13 0,0 0-4 0,0 0 7 16,0 0 7-16,0 0 7 0,0 0 2 0,0 0 15 15,0 0 9-15,-23-15 20 0,23 15 6 0,0 0 11 16,-18-4 18-16,18 4 12 0,0 0 5 0,-17-4 21 15,17 4 2-15,-9 0-5 0,9 0 2 0,0 0 12 16,0 0 17-16,-12 11 5 0,9-4 12 0,3-7 8 16,-8 19-5-16,8-9 12 0,-2 2-4 0,-2-2 4 15,3 4-6-15,-1-2 0 0,1-2-12 0,-1 1-6 16,2 3-10-16,0-4-6 0,0-10-8 0,-2 19-3 16,1-10-9-16,2 1-6 0,-1-10-10 0,2 12-33 15,-2-12-26-15,2 10-34 0,-2-10-40 0,0 0-46 16,3 15-33-16,-3-15-202 0,0 0-405 0,0 0 179 15</inkml:trace>
  <inkml:trace contextRef="#ctx0" brushRef="#br0" timeOffset="-164290.35">15138 3166 152 0,'0'0'201'0,"0"0"-11"16,0 0-15-16,0 0-18 0,0 0-14 0,0 0-12 15,2-2-5-15,-2 2-5 0,0 0-13 0,0 0-10 16,0 0-7-16,27 6-10 0,-16-5-5 0,1-1-11 15,-2 2-25-15,3-1-22 0,-2 0-20 0,-11-1-27 16,24 0-34-16,-15 0-23 0,-9 0-32 16,14 0-18-16,-14 0-13 0,0 0-83 0,13-1-251 15,-13 1 111-15</inkml:trace>
  <inkml:trace contextRef="#ctx0" brushRef="#br0" timeOffset="-163961.95">15237 3183 61 0,'0'0'132'0,"-2"12"5"0,-1-3 15 0,1 1 8 16,-1 3-2-16,0 1-10 0,2 2-4 0,0 0-7 16,-2 2-10-16,0 1-5 0,2-2-7 0,1-1-8 15,-4 0-13-15,3-3-6 0,0-3-9 0,1 3-7 16,0-3-8-16,0 1-7 0,0-11-3 0,0 16-4 16,0-16-8-16,-2 11-3 0,2-5-8 0,0-6-14 15,0 0-8-15,0 0-10 0,-2 11-7 0,2-11-13 16,0 0-7-16,0 0-5 0,0 0-9 0,-12 3-4 15,12-3 1-15,0 0 6 0,0 0 0 0,0 0 7 16,-18-14 1-16,18 14 1 0,-5-6 10 0,5 6 4 16,-7-6 7-16,7 6 7 0,0 0-4 0,0 0 5 15,-8-7-1-15,8 7 0 0,0 0 2 0,0 0 2 16,0 0 7-16,0 0 2 0,0 0 0 0,0 0 2 16,0 0 5-16,0 0-3 0,0 0-2 0,0 0-4 15,0 0-12-15,29 11-11 0,-16-11-34 16,0 1-27-16,-1-2-41 0,4 0-25 0,0 0-134 0,1-1-297 15,0-2 132-15</inkml:trace>
  <inkml:trace contextRef="#ctx0" brushRef="#br0" timeOffset="-163761.62">15542 3306 16 0,'0'0'203'0,"4"-6"7"0,-4 6-1 0,0 0-9 15,0 0-7-15,0 0-8 0,0 0 1 0,0 0-4 16,0 0-6-16,-36 14-8 0,21-5-7 0,1 4-4 15,-1-2-12-15,3 2-17 0,-1 0-15 0,5-4-11 16,1 1-9-16,1 0-9 0,4-2-12 16,0 2-10-16,2-10-27 0,2 17-32 0,5-9-34 0,-1-1-39 15,7 0-41-15,4-2-55 0,3-3-60 0,0 2-188 16,2-4-447-16,6-1 198 0</inkml:trace>
  <inkml:trace contextRef="#ctx0" brushRef="#br0" timeOffset="-162092.15">14112 3932 208 0,'0'0'205'16,"0"0"-8"-16,0 0-13 0,0 0-8 0,0 0-12 15,0 0-17-15,0 0-14 0,0 0-14 0,0 0-15 0,0 0-13 16,0 0-9-16,0 0-11 0,25-12-7 15,-14 9-9-15,-1 0-10 0,-2 2-13 0,1-1-12 16,1-1-9-16,-10 3-5 0,11-2-9 0,-5 1 3 16,-6 1-2-16,9-2 4 0,-9 2 4 0,0 0-4 15,8-1 0-15,-8 1 3 0,0 0-4 0,0 0 4 16,0 0-8-16,0 0 8 0,0 0 11 0,0 0-1 16,0 0-1-16,0 0-1 0,0 0 1 0,0 0 0 15,0 0 0-15,0 0-5 0,0 0 11 0,0 0-4 16,-24 9 5-16,18-1-1 0,4 1 4 0,-1 1 0 15,0 2 2-15,-1 1-1 0,2 2-3 0,0 0-2 16,2 2 8-16,-2-4-9 0,2 4 0 0,2-1 2 16,-2-4-7-16,-2-1 0 0,2 2 0 0,0-1 0 15,-1-1-3-15,1-1 1 0,0-1-4 0,0 0 0 16,0-9 1-16,-2 13 4 0,1-7-7 0,1-6-7 16,-1 8-1-16,1-8-7 0,0 0-2 0,-2 8-7 15,2-8 0-15,0 0 2 0,-6 4-2 0,6-4-2 16,0 0 1-16,0 0-1 0,-14-3 4 0,14 3 1 15,0 0 2-15,-11-5 1 0,11 5 1 0,-9-4 1 16,9 4 3-16,-9-3 1 0,9 3-4 0,0 0 2 16,-9-2-2-16,9 2 0 0,0 0 1 0,0 0 1 15,0 0 0-15,0 0 1 0,0 0 8 0,0 0-2 16,0 0 7-16,0 0 2 0,0 0-3 0,0 0 5 16,0 0-4-16,18 12-5 0,-18-12-12 0,11 0-12 15,0 0-31-15,0-2-32 0,2 1-35 0,-2-1-42 16,3-1-161-16,-5 0-349 0,3 0 156 0</inkml:trace>
  <inkml:trace contextRef="#ctx0" brushRef="#br0" timeOffset="-161811.55">14425 4030 3 0,'0'0'191'0,"0"0"-12"0,0 0-3 0,0 0-3 15,0 0-9-15,0 0-4 0,0 0-9 0,0 0-11 16,0 0-13-16,0 0 2 0,0 0-9 0,-30 11-4 0,22-3-3 16,-4-2-4-16,1 3-4 0,0-2-6 0,-2 4-5 15,5-1-5-15,-1-1-8 0,1 2-3 0,1-2-7 16,-1 3-5-16,2-3-9 0,2 1-4 16,1-3-7-16,1 3-2 0,-2-1-5 0,4 0-4 15,0-3-5-15,0-6-1 0,2 14-3 0,2-10-10 16,1 2-17-16,1-2-16 0,-1 0-31 0,3-2-25 15,4 1-30-15,-12-3-54 0,23 2-36 0,-7-3-46 0,0-2-141 16,1-1-412-16,2-3 183 0</inkml:trace>
  <inkml:trace contextRef="#ctx0" brushRef="#br0" timeOffset="-161628.58">14732 3946 91 0,'0'0'223'0,"0"0"-19"0,0 0-19 16,10-2-16-16,-10 2-18 0,7-1-17 0,-7 1-22 15,8-2-16-15,-8 2-34 0,12-2-26 0,-3 1-38 16,-9 1-31-16,14-1-36 0,-5 1-29 0,-9 0-113 16,12 2-227-16,-12-2 101 0</inkml:trace>
  <inkml:trace contextRef="#ctx0" brushRef="#br0" timeOffset="-161486.84">14750 4032 152 0,'-4'5'183'0,"4"-5"2"16,-6 5 2-16,6-5-9 0,-6 7-3 0,6-7-7 15,-4 4-12-15,4-4-13 0,0 0-7 0,0 0-14 16,0 0-9-16,0 0-23 0,13 6-34 0,-13-6-35 16,19-4-50-16,-4 0-65 0,1-4-75 0,2 4-127 15,7-10-320-15,-2-1 142 0</inkml:trace>
  <inkml:trace contextRef="#ctx0" brushRef="#br0" timeOffset="-160112.72">15159 3809 83 0,'0'0'184'15,"0"0"-10"-15,-5-3-7 0,5 3-5 0,0 0-9 16,0 0-15-16,0 0-17 0,0 0-8 0,0 0-14 15,0 0-6-15,0 0-8 0,0 0-11 0,0 0 4 16,0 0-5-16,13-8-8 0,-3 5-7 16,-1 1-2-16,5 0-7 0,5-1-6 0,-5 0-8 15,0 0-12-15,4-1-18 0,-7 4-19 0,2-3-20 16,-1-1-25-16,-5 2-27 0,1-1-18 0,1 3-24 0,-9 0-21 16,9-6-111-16,-9 6-281 0,0 0 125 15</inkml:trace>
  <inkml:trace contextRef="#ctx0" brushRef="#br0" timeOffset="-159778.65">15224 3778 42 0,'-5'10'129'0,"2"-5"18"0,0 0-7 15,0 2-4-15,2 2-3 0,-1 1 3 0,2 0 0 0,-1 1-12 16,0-1-6-16,3 0-12 0,0 2-2 0,-1-1 2 16,-2-1-2-16,3-1-9 0,0 1-13 0,0 0-5 15,-1-4-2-15,-1 2-16 0,2-2 0 16,-1 2-9-16,0 0-2 0,2-3-4 0,-3-5-2 15,0 11-6-15,0-11-4 0,1 10-4 0,-1-4-2 16,0-6-2-16,0 0-3 0,-1 11-3 0,1-11-7 0,-4 9-6 16,4-9-9-16,-6 6-3 0,6-6-8 0,-4 4-6 15,-1 1 3-15,5-5 3 0,-8 2 2 0,8-2-3 16,0 0 5-16,0 0 0 0,-12 0 0 16,12 0 2-16,0 0 2 0,0 0 3 0,0 0 6 15,-7 2-2-15,7-2-1 0,0 0 6 0,0 0-4 16,0 0-3-16,0 0 3 0,0 0-2 0,0 0-1 0,0 0 3 15,0 0 3-15,0 0-6 0,19 5-1 0,-19-5-20 16,14 1-19-16,-5-4-14 0,2 4-26 16,2-2-26-16,1 1-21 0,3-4-20 0,-4 3-17 15,1 1-98-15,-1-2-285 0,1 2 127 0</inkml:trace>
  <inkml:trace contextRef="#ctx0" brushRef="#br0" timeOffset="-159410.18">15558 3930 99 0,'0'0'191'0,"1"-6"-3"0,-1 6-5 16,0 0-1-16,0 0-1 0,-12-7-5 0,12 7-11 16,-12 0-2-16,12 0-8 0,-18 8-5 0,9-3-10 15,-4 2-12-15,3-1-10 0,0 1-9 0,2 2-14 16,-1-2-9-16,4 2-5 0,-4-1-11 0,3 1-9 16,3 0-3-16,1-4-8 0,2-5-3 0,-2 12-8 15,2-12-1-15,2 12-9 0,3-8-4 0,0 0-11 16,-5-4-3-16,10 5-8 0,-5-2-4 0,4-2-4 15,-1 1 2-15,-8-2-6 0,14 0 1 0,-14 0 5 16,12-3-2-16,-12 3-1 0,12-1 6 0,-12 1 0 16,6-2-2-16,-6 2 1 0,0 0 7 0,4-5 9 15,-4 5 4-15,0 0 4 0,0 0 6 0,0 0 1 16,0 0 4-16,0 0-4 0,0 0 0 0,0 0 2 16,-27 5 3-16,21-1 1 0,1 1 5 0,-3 2-6 15,-1 0-8-15,5 0-3 0,-2-1-1 16,2 0-4-16,0 1 0 0,2-3 1 0,-2 5-2 0,4-9-7 15,0 10 0-15,0-10-22 0,6 12-17 0,-3-8-20 16,-3-4-25-16,11 5-18 0,-4-3-26 0,3 0-43 16,1-4-51-16,2 1-34 0,0 0-185 0,-1-1-464 15,5-5 205-15</inkml:trace>
  <inkml:trace contextRef="#ctx0" brushRef="#br0" timeOffset="-159245.95">15699 3941 44 0,'0'0'251'0,"0"0"-9"16,0 0-9-16,3-5-11 0,-3 5-7 0,0 0-18 16,8-6-18-16,-8 6-15 0,10-3-16 0,-1-1-16 15,4 1-14-15,-1-2-19 0,5 1-37 0,1 0-50 16,0-5-46-16,0 4-60 0,0-1-58 0,1-2-188 16,-8 4-368-16,7-2 163 0</inkml:trace>
  <inkml:trace contextRef="#ctx0" brushRef="#br0" timeOffset="-158561.24">15949 3718 28 0,'6'-4'210'0,"-6"4"-4"16,5-4-4-16,-5 4-7 0,9-6-19 16,-4 3-17-16,-5 3-12 0,13-6-16 0,-5 4-10 15,1-4-16-15,-2 3-7 0,1 1-15 0,0-2-11 16,1 1-21-16,-4 1-11 0,-5 2-10 0,7-3-6 15,-7 3-9-15,8-4 1 0,-8 4-5 0,0 0 0 16,0 0-1-16,8-3-3 0,-8 3-1 0,0 0-1 16,0 0 1-16,0 0-1 0,0 0 1 0,0 0 0 15,0 0 3-15,0 0 1 0,0 0 9 0,-12 21-1 16,11-14 6-16,1 1 10 0,0-8 2 0,-1 17 2 16,1-6-1-16,-2-3 7 0,0 3 5 0,3 0 2 15,-1 1 2-15,1 0 5 0,1-1-1 0,-1-2-2 16,-2 1-6-16,1-1 4 0,1 1-1 0,-1 0 1 15,1-3-5-15,-1-7-5 0,0 10-5 0,2-2 1 16,-2-8-7-16,1 10-4 0,-1-10-1 0,0 8-2 16,0-8 1-16,0 8-5 0,0-8-4 0,0 0 2 15,-3 7-1-15,3-7-11 0,0 0-12 0,-5 8-13 16,5-8-13-16,0 0-4 0,-9 2-1 0,9-2 1 16,-9 1-3-16,9-1 0 0,0 0-1 0,-11-4-2 15,11 4 3-15,0 0 2 0,-9-4 1 0,9 4 6 16,-7-5 1-16,7 5 4 0,0 0 4 0,0 0 3 15,0 0 3-15,0 0 4 0,0 0 1 0,0 0 3 16,0 0 1-16,0 0 0 0,27-3-2 0,-15 3-11 16,-1-1-9-16,1-2-16 0,1 1-15 0,-1 0-18 15,7-1-14-15,-1-1-23 0,-1-1-14 0,-4 3-18 16,0-3 13-16,-2 2-14 0,-1-4 15 0,0 3 14 16,0-1 12-16,0 0 20 0,-4 0 11 0,-6 5 21 15,10-10 19-15,-6 4 29 0,-4 6 21 0,10-9 23 16,-7 3 18-16,1 0 13 0,-4 6 7 0,4-9 0 15,-3 3 6-15,-1 6 22 0,1-7 9 0,-1 7 2 16,3-8 2-16,-3 8-6 0,0 0-7 0,0 0-6 16,0 0-1-16,0 0 18 0,0 0 7 0,0 0 10 15,0 0-16-15,6 15 17 0,-5-5-12 16,-1-1-4-16,2 2-9 0,-2 1-8 0,3-1-14 16,-3-1-8-16,3 2-7 0,-2-2-10 0,0 1 2 0,1-3-8 15,0 3-8-15,1-3-18 0,-1 1-29 0,1-2-27 16,0-1-30-16,-3-6-28 0,5 9-29 0,-3-5-30 15,-2-4-30-15,0 0-22 0,5 10-30 16,-5-10-30-16,0 0-209 0,0 0-502 0,0 0 223 16</inkml:trace>
  <inkml:trace contextRef="#ctx0" brushRef="#br0" timeOffset="-158228.12">16317 3763 29 0,'6'-10'168'0,"-2"2"-1"0,2 0 4 16,-2 3 10-16,3 0-5 0,-7 5-3 0,9-6 0 15,-9 6-4-15,7-5-8 0,-7 5-1 0,8-1 1 16,-8 1-6-16,0 0-3 0,11 6-1 0,-7-3-9 16,-4-3-5-16,5 8-27 0,-3-3 9 0,-2-5-5 15,4 9-14-15,-3-3-6 0,-1-6-5 0,0 10-11 0,0-10-9 16,-1 12-5-16,1-12-11 0,-3 9-11 0,2-4-8 16,1-5-14-16,-2 8-7 0,2-8-14 0,-2 6-11 15,2-6-6-15,0 0-10 0,0 0 0 16,0 0-7-16,4 12 2 0,-4-12 5 0,0 0 2 15,7 6 3-15,-3-3-2 0,-4-3 5 0,9 7 0 16,-5-4 2-16,-4-3 1 0,5 5 4 0,-2 0 2 16,-3-5 3-16,2 9-1 0,-2-9 3 0,3 10-5 15,-3-10 5-15,-2 10-5 0,2-10-1 0,-2 12-7 16,2-12-14-16,-4 12-20 0,1-6-21 0,1 1-32 16,2-7-34-16,-10 10-42 0,2-2-41 0,0-3-173 15,1 0-429-15,-1 1 189 0</inkml:trace>
  <inkml:trace contextRef="#ctx0" brushRef="#br0" timeOffset="-158045.65">15982 4117 146 0,'-5'4'272'0,"-2"0"-17"0,1-1-8 0,6-3-5 16,-5 5-6-16,5-5-13 0,0 0-20 0,0 0-14 15,38-5-26-15,-6-4-20 0,6 0-48 0,16-5-47 16,3 0-61-16,-1-2-79 0,4-1-96 16,-8 3-174-16,1 0-392 0,-15 2 174 0</inkml:trace>
  <inkml:trace contextRef="#ctx0" brushRef="#br0" timeOffset="-157926.97">16727 3982 60 0,'5'3'312'15,"-5"-3"-27"-15,0 0-28 0,8 0-28 0,-8 0-39 16,0 0-59-16,0 0-80 0,0 0-127 0,0 0-165 16,0 0-259-16,10-19 115 0</inkml:trace>
  <inkml:trace contextRef="#ctx0" brushRef="#br0" timeOffset="-140611.47">13308 7927 36 0,'0'0'70'0,"0"0"-8"16,0 0-7-16,-4-9-3 0,4 9-6 0,0 0 2 15,0 0-13-15,0 0 3 0,0 0 1 0,0 0 3 16,0 0-11-16,0 0-1 0,0 0 7 0,-11-3-8 16,11 3 1-16,0 0 1 0,0 0 0 0,0 0-3 15,-10 2-2-15,10-2-3 0,0 0-22 0,0 0 12 16,0 0-7-16,-8 5-4 0,8-5-8 0,0 0 1 16,-5 9 43-16,1-5 27 0,4-4-10 0,-7 7 9 15,7-7-13-15,-9 5-6 0,4-3-5 0,5-2 0 16,-6 2-7-16,6-2 1 0,-7 4-7 0,7-4-1 15,-7 3-4-15,7-3 2 0,0 0-5 0,0 0 5 16,0 0-3-16,-11 0 4 0,11 0-6 0,0 0-7 16,0 0 8-16,0 0-6 0,0 0 3 0,-4 5 7 15,4-5-11-15,0 0-1 0,0 0-7 0,0 0 4 16,0 0 7-16,0 0-8 0,0 0 16 0,18 4 14 16,-12-3-1-16,7-1-6 0,4 3-23 0,4 0-23 15,0 0 30-15,6-3 0 0,-4-3-1 0,8 0-3 16,-1 2-3-16,3-4 4 0,-1 0-4 0,3-1 1 15,1 0 11-15,2 1-2 0,-2-1-1 0,3-2-2 16,1 3-4-16,-4 0 5 0,1 0-7 0,0 0 0 0,-3 2 2 16,-1-1-2-16,-1 2 5 0,-3 1 0 15,1-3 4-15,-2 2-3 0,-8 2-1 0,1-1 1 16,1-1 1-16,-4-1-4 0,4 6-1 0,-5-6 10 16,-4 2-12-16,0 1 0 0,-1 0 0 0,-1 0-2 0,-1 1 0 15,2-2 0-15,-5 1 1 0,-7 0-1 0,16 1 1 16,-10-1 2-16,1 0 1 0,-7 0 6 15,16 0-6-15,-16 0 6 0,11 0 0 0,-4 0 1 16,-7 0 3-16,9 0 2 0,-9 0-7 0,0 0 0 16,11 0 1-16,-11 0 0 0,0 0-2 0,0 0 1 0,9 0 1 15,-9 0-4-15,0 0 3 0,0 0-4 16,0 0-2-16,0 0-11 0,0 0-18 0,0 0-26 16,0 0-53-16,2 6-36 0,-2-6-73 0,0 0-132 15,-20 19-366-15,4-12 163 0</inkml:trace>
  <inkml:trace contextRef="#ctx0" brushRef="#br0" timeOffset="-135090.55">13818 7525 11 0,'0'0'28'0,"0"0"-2"0,0 0 0 0,0 0-5 16,0 0-4-16,0 0 1 0,0 0 2 0,0 0-5 0,0 0-5 15,0 0-2-15,0 0 0 0,0 0-8 16,0 0-12-16,0 0-21 0,0 0-36 0,3 6 16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7:13:13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19671 11567 139 0,'0'0'151'0,"-6"2"-5"0,6-2-10 0,0 0-1 16,-13-1-4-16,13 1-3 0,-9-3-9 15,9 3-2-15,-11 0-2 0,11 0-4 0,-10-3-2 16,10 3 1-16,-12-4-1 0,7 2-1 0,5 2-9 16,-10-3-4-16,10 3-6 0,-8-2-10 0,8 2-5 0,0 0-3 15,-8-2-4-15,8 2-9 0,0 0-6 16,0 0-2-16,0 0-2 0,-10-1-4 0,10 1 4 15,0 0-12-15,0 0-5 0,0 0 5 0,0 0-7 16,0 0 0-16,25-5-3 0,-10 2-3 0,2-1 0 0,6 0-5 16,1-6 0-16,5 1 0 0,-1 3-5 15,2 0 0-15,-2-1-3 0,-1 0-9 0,-6 3-10 16,0-3-9-16,-1 3-27 0,-1 0-18 0,-1 0-23 16,-6 0-26-16,-1 1-31 0,1-1-31 0,-4 3-18 0,-1 0-178 15,-7 1-402-15,9-1 178 0</inkml:trace>
  <inkml:trace contextRef="#ctx0" brushRef="#br0" timeOffset="483.41">19790 11468 135 0,'-2'7'166'0,"2"-7"-3"0,-4 8-10 0,4-8 18 16,1 17 7-16,-1-2-8 0,3 3-3 0,-3 0-15 15,2 8-11-15,0-2 19 0,-1 3-11 0,0-6-10 16,2 5-11-16,1 2-3 0,1-3-6 0,-4-7-10 16,4 7-4-16,-4-7-10 0,3 0-10 15,1-1-4-15,-2 0-13 0,-2-4-3 0,0 2-8 0,3-2-3 16,-1-4-2-16,-1 3-9 0,1-2-7 0,0-1-2 16,-1 1-4-16,-1-3 1 0,1 0-7 0,-1 0-1 15,-1-7-2-15,4 9-4 0,-4-9 0 0,0 0 1 16,-2 10 4-16,2-10-7 0,2 6 0 0,-2-6-3 15,0 0 0-15,0 0-4 0,-5 7-1 0,5-7 6 16,0 0-8-16,-14-2-2 0,14 2 2 0,-12-3-2 16,12 3-1-16,-15-2-1 0,7 0 0 0,8 2-1 15,-18-3 0-15,12 2 1 0,6 1 2 0,-14-3 0 16,5 3-2-16,9 0 4 0,-13-3-2 0,7 2-1 16,6 1 1-16,0 0-6 0,-16-1 0 0,16 1 1 15,0 0-2-15,-7 0 2 0,7 0-1 0,0 0-4 16,0 0 1-16,0 0 4 0,0 0 3 0,0 0-4 15,0 0 1-15,0 0 1 0,0 0 2 0,0 0-1 16,0 0 0-16,21 12 2 0,-10-10-8 0,1-2-11 16,6 0-16-16,1 0-18 0,-1 0-21 0,1-2-29 15,-1 1-33-15,3-1-35 0,0-2-30 0,0 1-24 16,1-1-22-16,-1-1-146 0,1 2-423 0,4-6 188 16</inkml:trace>
  <inkml:trace contextRef="#ctx0" brushRef="#br0" timeOffset="734.22">20316 11793 128 0,'0'0'207'15,"3"-5"4"-15,-3 5 2 0,0 0-5 0,0 0 1 16,0 0-5-16,0 0-2 0,0 0-7 0,-24 1-5 16,15 4-1-16,-1 1-11 0,0 1 1 0,-4 3-9 15,2-1-10-15,1 2-8 0,-3 0-9 0,5 1-13 16,0 3-2-16,1-5-15 0,1 1 4 0,0-2-27 15,3 4-15-15,2-3-3 0,-1 1-1 0,2-3-16 16,-1 3 0-16,4-4-7 0,0 3-4 0,1-4-4 16,1 0-3-16,1-1-11 0,3 2-19 0,3-1-13 15,1-2-29-15,2-2-29 0,2 0-34 0,3-4-37 16,1 2-44-16,1-3-46 0,7-2-47 0,3-3-48 16,-2 1-166-16,0-3-526 0,-1-4 233 0</inkml:trace>
  <inkml:trace contextRef="#ctx0" brushRef="#br0" timeOffset="903.01">20721 11741 181 0,'0'0'219'16,"0"0"-12"-16,6-2-9 0,-6 2-18 0,0 0-19 16,9-4-15-16,-9 4-14 0,12 0-13 0,-12 0-15 15,12-2-31-15,-5 2-34 0,-7 0-36 0,15 0-31 16,-8 2-34-16,-7-2-40 0,12 1-24 0,-4 2-115 15,-8-3-261-15,6 4 116 0</inkml:trace>
  <inkml:trace contextRef="#ctx0" brushRef="#br0" timeOffset="1058.99">20757 11831 98 0,'-7'5'191'0,"3"0"-5"0,-2-1 5 16,6-4 3-16,-9 5 0 0,6-1 1 0,3-4-4 15,0 0-4-15,-6 6-12 0,6-6-10 0,0 0-12 16,0 0-12-16,-1 5-7 0,1-5-20 0,0 0-16 15,0 0-22-15,23 0-28 0,-14-2-36 0,1 1-45 0,-1-2-56 16,5-1-67-16,-1-1-88 0,-1 1-127 16,4-5-401-16,-1 1 178 0</inkml:trace>
  <inkml:trace contextRef="#ctx0" brushRef="#br0" timeOffset="1783.71">22143 11508 195 0,'0'0'216'0,"0"0"-9"0,0 0-2 0,0 0 2 15,0 0-4-15,-18 18-9 0,9-3-7 0,-5 6-8 0,0 3-14 16,-2 3-12-16,-5-1-7 0,2 3-7 0,2 0-7 16,-6-2-5-16,3 3-3 0,2-3-10 15,2-1-12-15,-4-3-6 0,2 1 8 0,0-3-20 16,-3-2-4-16,0 0-3 0,2-2-5 0,3-3-10 0,-4-2 3 15,4-2-11-15,-3 2-5 0,1-3 39 16,0-1-6-16,0-3-9 0,6-1-1 0,1 0-3 0,-1-3-5 16,2-1 1-16,0 0-5 0,10 0-7 0,-17-9-7 15,10 3 1-15,-1-5-11 0,2 0-4 0,-1-5-5 16,1-1-3-16,2-1-6 0,3-2-10 0,-2 1 0 16,3-1 4-16,1 3 1 0,2-2-8 0,0 3 4 15,-2 3-3-15,3-3 1 0,0 6-7 16,-1 1-4-16,2 4 5 0,0 0 0 0,2 2 0 0,-1 0 0 15,-6 3-8-15,18-1 1 0,-8 5 1 0,1 0 4 16,5 3-4-16,-3 2 11 0,4 5-6 16,-3-2-5-16,5 5 3 0,-6-2 3 0,1-1-3 15,-1 1-2-15,-1 1 15 0,0-2-11 0,1 1-3 16,-1 1 3-16,0-3 4 0,-1 0 1 0,0-1-4 0,-1-1-5 16,-3-1 4-16,1-1 5 0,0 0-32 0,-3-2-39 15,1 3-27-15,1-5-42 0,-4 0-43 0,-1 0-46 16,-2-5-49-16,10 7-35 0,-3-5-251 0,-7-2-603 15,17-2 267-15</inkml:trace>
  <inkml:trace contextRef="#ctx0" brushRef="#br0" timeOffset="2016.72">22440 11554 78 0,'-5'-11'234'16,"5"11"-6"-16,0 0-12 0,0 0-8 0,0 0-15 16,0-8-14-16,0 8-13 0,0 0-17 0,7-3-10 15,-7 3-12-15,17-3-12 0,-3 0-3 0,-1 1-19 16,7-1-5-16,-1-3-17 0,3 3-23 0,1 1-21 16,-4-1-33-16,0 1-16 0,0-2-37 0,-2 1-35 15,-2 1-22-15,-2-1-30 0,1 1-25 0,-5-1-139 16,-4 2-336-16,-5 1 150 0</inkml:trace>
  <inkml:trace contextRef="#ctx0" brushRef="#br0" timeOffset="2416.85">22608 11494 98 0,'-10'4'150'0,"8"1"13"0,-5-1 17 16,2 2 8-16,1 4 4 0,0-1-5 0,2 2 0 15,-3 5 2-15,2 0-9 0,2 3 0 0,-2 6-8 16,1-5 3-16,-1 4-14 0,1-7-11 0,1 2-13 0,1 0-11 15,0-1-7-15,0 0-4 0,0 1-2 16,0-1-15-16,0-1 1 0,0-1-5 0,1-4-12 16,-1 0-5-16,0-1-5 0,0-1-12 0,0-1 0 15,0-2-10-15,0-7-5 0,-1 12-6 0,-1-6 0 16,2-6-4-16,0 0-5 0,0 11 5 0,0-11-9 16,0 0 0-16,-1 8-2 0,1-8-2 0,0 0-2 15,-8 3-3-15,8-3-3 0,-8 1 9 0,8-1-8 16,0 0-8-16,-17-4 7 0,17 4-3 0,-12-3-7 15,7 1 6-15,5 2-9 0,-13-3 3 0,13 3-3 0,-7-3 4 16,7 3-2-16,0 0 8 0,-11-2-11 16,11 2-14-16,0 0 12 0,0 0 0 0,0 0 0 15,0 0 6-15,0 0 10 0,0 0 0 0,0 0 9 16,0 0-12-16,0 0 11 0,0 0-10 0,23 8 4 16,-10-8-5-16,0-2-22 0,1 1-12 0,3 0-12 0,3-1-28 15,2-1-30-15,3-1-33 0,-3 0-40 16,1 0-48-16,-1-1-37 0,10-4-29 0,-5 2-28 15,1-1-171-15,4 0-519 0,-4-2 230 0</inkml:trace>
  <inkml:trace contextRef="#ctx0" brushRef="#br0" timeOffset="2816.81">23057 11723 72 0,'2'-7'207'0,"-2"7"6"0,0-9 2 0,0 9 1 15,0 0 9-15,-11-7 1 0,11 7 3 0,-14 0-8 0,6 1 10 16,-3 3-20-16,-1 2 0 0,-3 1-5 0,1 1-5 15,0-1-14-15,-3 6-15 0,2-1-19 0,1 2-16 16,4 1-11-16,-2 1-3 0,2-4-19 16,2 3-11-16,4-2-8 0,2-2-1 0,-1 0-20 0,3-1 0 15,3-3-11-15,1 3 1 0,-1-2-8 0,1-3-1 16,4 1-6-16,1 0 1 0,4-3-12 0,-2-1 0 16,2-1 3-16,-2-1-14 0,0 2 5 0,-2-4 0 15,1 2-4-15,-10 0-7 0,13-2 2 0,-6 0 8 16,-7 2-10-16,11-1 0 0,-11 1-4 0,0 0 6 15,6-4-6-15,-6 4-3 0,0 0 8 0,0 0-10 16,0 0 5-16,0 0-14 0,0 0 19 0,-32 7 0 16,20-1-1-16,5-1 5 0,-10 2 1 0,1 1 13 15,2 1-1-15,-2 1 7 0,0-1-18 0,5-1 9 16,1 3-3-16,2-4 6 0,1 3-6 0,0-2-13 16,0 1 11-16,2-1-5 0,2 1-1 0,2-4-2 15,-2 3-4-15,3-8 4 0,3 13-1 0,2-8 1 16,0 1-7-16,5-2-6 0,-1-2-15 0,9 1-15 15,0-4-29-15,9-1-43 0,1-1-41 0,-1-4-31 16,2 2-29-16,4 1-41 0,1-6-53 0,1 0-56 16,3-2-256-16,-3-2-659 0,15-2 292 0</inkml:trace>
  <inkml:trace contextRef="#ctx0" brushRef="#br0" timeOffset="3133.17">23608 11664 59 0,'-14'0'293'15,"1"0"4"-15,-5 1-4 0,4 1-2 0,0-2 2 16,0 2-17-16,1 0 6 0,0-1-29 0,3-1-11 16,-1 0-7-16,4 1-28 0,7-1-17 0,-11 2-11 15,11-2-12-15,0 0 0 0,-13 0-31 0,13 0 3 16,0 0-8-16,0 0-13 0,-6 0-14 0,6 0-7 15,0 0-9-15,0 0-3 0,0 0-19 0,0 0 13 16,29-3-14-16,-17 0-2 0,1 2-11 0,5-4-4 16,2 3-3-16,0-1-5 0,-3 1-4 0,4 0-17 15,-3-2-5-15,1 0-14 0,0 3-28 0,-6 0-29 16,5-1-38-16,-6 2-29 0,-2-2-33 0,1 2-35 16,-3 0-37-16,0 2-32 0,-8-2-28 0,14 1-37 0,-14-1-240 15,11 0-612-15,-11 0 271 0</inkml:trace>
  <inkml:trace contextRef="#ctx0" brushRef="#br0" timeOffset="3383.53">23633 11517 47 0,'-5'-5'297'15,"5"5"3"-15,-7-4 3 0,7 4 5 0,-8-4-11 16,8 4-9-16,0 0-11 0,-8-4-24 0,8 4-22 0,0 0-5 15,0 0-4-15,0 0 0 0,-6 21 2 0,5-11-13 16,-1 2-12-16,0 3-13 0,-1 2-10 16,2-1-8-16,0 2-14 0,1-1-15 0,0 1-13 15,0 0-13-15,1 0-9 0,0-1-10 0,-1 0-8 0,1 1-15 16,-1 0-10-16,0-1-30 0,0-6-45 0,2 7-49 16,2-2-60-16,-2-2-60 0,-3 3-59 0,-2-2-70 15,3-4-85-15,-2 2-283 0,0-1-737 0,-1-5 325 16</inkml:trace>
  <inkml:trace contextRef="#ctx0" brushRef="#br0" timeOffset="4466.46">24380 11355 150 0,'0'0'180'0,"-14"0"2"0,14 0-6 15,-13 0-6-15,6 0-12 0,7 0-3 0,-10 1-3 16,10-1-8-16,-10 0-4 0,10 0-17 0,0 0-5 16,0 0-9-16,-10 0-3 0,10 0-7 0,0 0-12 0,0 0-5 15,0 0-5-15,0 0-7 0,0 0 0 16,0 0-9-16,30-5-5 0,-15 1-4 0,4 3-6 15,0-1-5-15,0-2-4 0,0 3-18 0,0-3-16 16,0 1-23-16,0 1-29 0,-6 0-25 0,4 0-26 0,-3 1-33 16,4-3-23-16,-7 2-27 0,0 1-20 0,-5 0-122 15,3-1-350-15,-9 2 155 0</inkml:trace>
  <inkml:trace contextRef="#ctx0" brushRef="#br0" timeOffset="4917.72">24481 11315 77 0,'-6'5'134'0,"4"0"18"16,2-5 13-16,-4 12 17 0,1-3 8 16,0 3-14-16,0-2 1 0,1 7-5 0,0 3 7 15,0 5-10-15,-2 2-19 0,4-3-8 0,-3 2-4 0,1-1 0 16,1 1-11-16,-1-2-8 0,4-8-8 0,-2 1-6 16,0 3-6-16,3-4-3 0,-1 1-6 0,-2-5-5 15,2 2-9-15,-2-4-4 0,2 0-5 16,-1 0-6-16,0-2-5 0,-1-1-7 0,3-1-5 0,-3-6 1 15,0 9-12-15,0-9-6 0,0 8 17 0,0-8-14 16,0 0-1-16,0 0-4 0,0 0-4 0,-2 11-2 16,2-11-1-16,0 0 4 0,0 0-10 0,0 0 7 15,-12-2-5-15,12 2-3 0,0 0-3 0,-21-6 0 16,15 5-1-16,-1-1 1 0,-4-1-8 0,2 1 5 16,0-1-1-16,-1 2 1 0,2 0-7 0,-1 0 43 15,9 1-4-15,-13-4-7 0,13 4-4 0,-12-1-3 16,12 1 0-16,-12 0-15 0,12 0 9 0,-10 0-3 15,10 0 0-15,0 0 3 0,-9 0 2 0,9 0-11 16,0 0-10-16,0 0-4 0,0 0 17 0,-8 5 1 16,8-5-3-16,0 0 10 0,0 0-5 0,0 0 0 15,0 0-8-15,0 0 11 0,16 8-1 0,-5-8 3 16,-1 0-8-16,1 0 17 0,8-1-16 0,1 0-6 16,-2-2-19-16,4 1-24 0,-4 1-25 0,5 0-20 15,3-4-22-15,-4 3-23 0,-3 0-27 0,10 1-25 16,-9 0-23-16,1-2-21 0,-1 0-9 0,0 2-6 15,1-3-3-15,-8 4 6 0,1-1-156 0,1 0-423 16,-7-1 186-16</inkml:trace>
  <inkml:trace contextRef="#ctx0" brushRef="#br0" timeOffset="5199.99">24883 11668 45 0,'0'0'207'0,"7"-5"6"16,-7 5 1-16,0 0 6 0,0 0-1 0,0 0 2 15,0 0-7-15,0 0-1 0,0 0-1 0,0 0 0 16,0 0-1-16,-30 8-5 0,21-4-5 0,0 1-9 16,0 2-7-16,0 0-3 0,0 2-19 0,2 1-3 15,0 0-13-15,-2 3-9 0,0 1-8 0,-1-2-2 16,5 1-25-16,0-1 7 0,1 2-12 0,0-2-10 16,1 1-8-16,1-4-9 0,2 2-7 0,-2-2-4 15,-1-1-6-15,8 2-3 0,-5-2-9 0,3-2-23 16,1 1-26-16,0-1-22 0,2-3-31 0,4 2-32 15,-1-2-29-15,0 0-33 0,1-2-27 0,3 1-30 16,0-2-25-16,0-2-18 0,6-2-15 0,1-3-10 16,-1 0 2-16,1 0 0 0,0-2-161 0,-4-1-474 15,1-2 210-15</inkml:trace>
  <inkml:trace contextRef="#ctx0" brushRef="#br0" timeOffset="5516.86">25064 11789 754 0,'11'-12'1'16,"-5"4"29"-16,2-1 34 0,-3 2 19 0,1 1 16 0,-6 2 17 15,0 4 12-15,6-10 13 0,-6 10 6 0,0 0 4 16,2-6 4-16,-2 6 3 0,0 0 5 0,0 0 4 15,0 0 6-15,0 0 14 0,-19 14 7 0,10-6-3 16,2 0-8-16,-1 0-7 0,0 3-9 16,-1-2-14-16,3 2-15 0,1 0-17 0,-2-3-3 15,5 3-14-15,-2-2-11 0,1-1-1 0,3-2 1 0,0-6-9 16,5 14 0-16,-3-8 2 0,3 0 8 0,1 0-14 16,-1-3 1-16,7 0-6 0,-1 1-1 0,2-5-7 15,0 1-5-15,0-3-6 0,2 1-3 16,-2-1-7-16,-2-2 0 0,2 0-5 0,-3-2-6 0,3 2 2 15,-4-2-8-15,-4-1 2 0,3-1-3 0,-4-1-3 16,1 1-6-16,-4-1-3 0,-2 0 4 0,-2 0-6 16,-1 0 1-16,-3 1-2 0,-1-2-7 0,-3 0-1 15,-1 4-2-15,-1-2-2 0,-1 3-2 0,1 3-2 16,-1-1-11-16,-2 1-12 0,-2 3-19 0,4 0-19 16,0 2-29-16,2 1-40 0,2 2-55 0,-1 1-48 15,0 1-61-15,6-1-81 0,0 3-354 0,1-1-792 16,2-1 351-16</inkml:trace>
  <inkml:trace contextRef="#ctx0" brushRef="#br0" timeOffset="6034.58">25799 11376 52 0,'0'0'316'15,"-10"-7"-3"-15,6 5 2 0,-3-2-9 0,7 4-3 16,-11-5-11-16,11 5-18 0,-13 0-16 0,13 0-8 16,-13 5-23-16,6 1-14 0,-5 5-1 0,3 3-2 15,-5 10-2-15,3 4-9 0,-2 1-11 0,3 3-7 16,4 0-1-16,-5 13-9 0,3-11-8 0,0 11-5 15,0-11-8-15,5 1-8 0,-3-3-13 0,3 0-10 16,1-1 0-16,2 0-9 0,0-5-5 0,3-1-5 16,-1-6-6-16,4-1-3 0,0-1-7 0,3-2-5 15,-3 1-2-15,2-7-8 0,3 2-7 0,3-1-2 16,-1-1-14-16,-2-3-16 0,5 1-16 0,1-3-16 16,0-1-28-16,2-1-27 0,0 0-32 0,-1-2-27 15,3-2-41-15,-4-1-36 0,1 0-38 0,0-1-29 16,-4 0-26-16,-1 0-36 0,1 0-20 0,2-1-16 0,-3 0-14 15,-2-2-271-15,0 0-696 0,-1-2 309 16</inkml:trace>
  <inkml:trace contextRef="#ctx0" brushRef="#br0" timeOffset="6334.67">26170 11645 145 0,'4'-12'266'0,"-2"1"12"0,-4 2 11 0,2-1 10 16,0 3 11-16,0 7 8 0,0-14-8 15,0 14-8-15,-3-9-15 0,3 9-11 0,0 0-34 16,-2-6-21-16,2 6-24 0,0 0-8 0,0 0 12 0,0 0 10 16,0 0-3-16,0 30-5 0,-4-16-5 0,4 5-13 15,0-2-7-15,0 1-6 0,-5 2-8 16,5-2-12-16,0 0-14 0,0 1-10 0,0-1-11 16,-3 1-11-16,6-1-9 0,-6-2-9 0,2 0-9 15,2-2-11-15,-1 3 0 0,-1-6-11 0,0 2-4 0,1-1-5 16,0-1-4-16,-2-1-8 0,4 0-4 0,-4-3-11 15,2 2-22-15,0-9-30 0,0 13-34 16,0-13-40-16,0 9-37 0,0-9-34 0,0 0-41 16,0 8-40-16,0-8-25 0,0 0-44 0,0 0-41 0,12-2-39 15,-12 2-44-15,13-12-243 0,3 1-751 0,2-7 332 16</inkml:trace>
  <inkml:trace contextRef="#ctx0" brushRef="#br0" timeOffset="6616.99">26465 11707 112 0,'0'0'293'0,"0"0"-11"0,0 0-9 16,8-2 5-16,-8 2-5 0,0 0-6 0,0 0-14 15,0 0-1-15,11 2-4 0,-11-2-12 16,10 0-8-16,-10 0-13 0,14 0-6 0,-7 0-4 0,2 2-6 16,3-2-7-16,-2 0-7 0,-3 0-7 0,-7 0-14 15,16 0-7-15,-9 2-4 0,-7-2-3 0,11 0 2 16,-11 0-8-16,11-2-5 0,-11 2-4 0,0 0-7 15,11 0-6-15,-11 0-10 0,0 0-12 0,0 0-13 16,7-2-4-16,-7 2-18 0,0 0 2 0,0 0-12 16,0 0-10-16,0 0-25 0,0 0-23 0,10 0-33 15,-10 0-35-15,0 0-43 0,8-4-58 0,-8 4-57 16,9-4-67-16,-3 2-61 0,4-3-73 0,-3 3-362 16,3-3-857-16,-1-2 379 0</inkml:trace>
  <inkml:trace contextRef="#ctx0" brushRef="#br0" timeOffset="8934.58">27007 11862 117 0,'0'0'160'0,"0"0"-1"0,0 0-5 15,0 0-1-15,0 0-4 0,0 0-10 0,0 0-4 0,0 0-3 16,0 0 3-16,0 0-6 0,0 0-2 0,0 0-10 16,0 0 6-16,0 0-11 0,27-9-12 15,-21 5-6-15,1 0-4 0,3-1-8 0,3 0-2 16,-7-1-2-16,3-1-7 0,1-2-7 0,-2 3 0 0,1-3-10 15,1 1 0-15,-1-1-7 0,-1 0-4 0,-1 1-4 16,0-1 3-16,-2 3-5 0,1-3-3 0,-1 1-4 16,-1-1-4-16,-2 3-6 0,-2 6 4 0,2-13 1 15,-2 8 3-15,0 5 1 0,5-8 6 0,-5 8-4 16,0 0-2-16,0 0-1 0,-5-13-7 0,5 13 1 16,-6-3-3-16,6 3-4 0,-13 0 3 0,13 0-2 15,-15 3-4-15,4 0-1 0,1 3 1 0,-4 1-2 16,3 0-2-16,-1 1-1 0,-3 1-2 0,4 0 24 15,-3 4 6-15,1 0 2 0,1-1-14 0,5 2 0 16,-1 1-4-16,4-1 5 0,-4 2 14 0,4 0-1 16,1-5 0-16,1 5-1 0,-2-1-1 0,4-3 5 15,0 1 1-15,4 0-2 0,-4-1 7 0,5-1 1 16,-1 0 4-16,4-2 2 0,-2 1 14 0,2-2 1 16,-3 1-11-16,5-2-2 0,1-3-5 0,1 3 3 15,1-2-9-15,0-2 3 0,-2-1-9 0,2 1 2 16,0-1-18-16,1-2-19 0,2-1-15 0,0-2-23 15,-3 1-32-15,5-2-34 0,-1-1-32 0,-4 0-37 16,5-1-44-16,-3-1-51 0,2-3-49 0,-3 2-273 16,0-2-635-16,0-2 281 0</inkml:trace>
  <inkml:trace contextRef="#ctx0" brushRef="#br0" timeOffset="13199.83">27250 11186 140 0,'-5'-4'196'0,"5"4"-2"16,0 0 1-16,-4-6-10 0,4 6-10 0,0 0-5 16,0 0-23-16,0 0-12 0,0 0-13 0,0 0-14 15,0 0-9-15,0 0-11 0,0 0-12 0,0 0-5 16,0 0-2-16,0 0 2 0,0 0-1 0,0 0 20 15,11 17-4-15,-7-12 3 0,1 4 4 0,1 2 3 16,4 0-4-16,-1 3-2 0,-3-2-4 16,2 2-11-16,2-1-7 0,-1-1-6 15,-1 3-2-15,2-2-5 0,-5-2-8 0,1 0 0 0,1 0-7 0,-1-3-2 16,2 2-6-16,-2-1 0 0,-1-1 2 0,1-1-11 16,-2-1-1-16,2-2 1 0,-2 0-3 0,-4-4-1 15,7 6 1-15,-3-2 5 0,-4-4 10 0,5 5 20 16,-5-5 7-16,0 0 10 0,0 0-2 0,0 0-8 15,16-9-9-15,-12 2 1 0,2 0-5 0,-1-4-6 16,2-3-3-16,2-1-9 0,-2-1 2 0,3-1-7 16,-2-2 3-16,-2 2-11 0,3-8 4 0,-3 6-4 15,4-5-2-15,-3 1-4 0,-1-1 2 0,-3 5-19 16,3 0 13-16,-2 1 5 0,0 2 5 0,0 1-15 16,-2 4 6-16,2 2-4 0,-3-1 9 0,1 4-10 15,-2 6-2-15,0-10-1 0,0 10-11 16,2-7-17-16,-2 7-6 0,0-7 1 0,0 7-22 0,0 0-20 15,0 0-11-15,0 0-8 0,0 0-11 0,0 0-11 16,0 0-23-16,0 0-24 0,0 0-27 0,0 29-22 16,0-17-26-16,0 0-22 0,0-2-21 0,0 6-147 15,4-5-462-15,-1 0 205 0</inkml:trace>
  <inkml:trace contextRef="#ctx0" brushRef="#br0" timeOffset="13500">27723 11250 171 0,'0'0'189'0,"0"0"5"16,0 0 0-16,14-4 4 0,-14 4-7 15,0 0-8-15,0 0-11 0,0 0-9 0,0 0-1 16,0 0-8-16,0 0-11 0,0 0-8 0,0 0-7 16,-31 8-8-16,23-4-5 0,2 0-9 0,-3-1-4 15,1 5-11-15,-2-2-4 0,1 4-4 0,3-3-11 16,-1 2-6-16,0-1-7 0,2 0 0 0,1 1-4 15,0 1-9-15,-1-1-1 0,3 0-6 16,0 0-7-16,2-1-2 0,-1 0 1 0,1-8-5 0,1 16 2 16,3-10 2-16,-2 0-20 0,1 0-14 0,1 0-11 15,2-1-17-15,-1 0-21 0,2-1-24 0,0-1-19 16,1 0-28-16,1-1-31 0,1-1-19 0,-10-1-21 0,22 0-9 16,-8-1-6-16,-4-1-4 0,2-1-146 15,-3-1-389-15,4 0 172 0</inkml:trace>
  <inkml:trace contextRef="#ctx0" brushRef="#br0" timeOffset="13742.99">27890 11243 17 0,'0'0'196'0,"0"0"-5"0,2-12-2 16,-2 12 0-16,3-5-8 0,-3 5-10 0,0 0-6 0,0 0-1 16,0 0-6-16,0 0-12 0,0 0-4 0,0 0-4 15,-10 22 8-15,10-11-12 0,-2-1-6 16,0 2-8-16,1-1-11 0,-3 0-6 0,4 1-2 15,0 0-15-15,-2 0-6 0,2-1-9 0,-2 0-7 16,2 0-1-16,0-1-13 0,0 0-5 0,0-1-6 0,-1 3-14 16,2-6-16-16,-1-6-28 0,0 14-17 0,0-14-23 15,0 10-26-15,0-10-25 0,-2 11-31 16,2-11-25-16,0 0-22 0,1 15-13 0,-1-12-19 16,0-3-147-16,0 0-395 0,0 0 175 0</inkml:trace>
  <inkml:trace contextRef="#ctx0" brushRef="#br0" timeOffset="14134.04">27884 11262 14 0,'1'-11'157'0,"2"6"-4"0,-1-2 0 0,2 0-2 0,-4 7-2 16,7-10 0-16,-3 6-1 0,2 0-3 0,-1 0 0 16,5 2-3-16,-4 1-7 0,-6 1-12 0,16 0-3 15,-16 0 1-15,15 1-2 0,-10 1-8 0,4 1-7 16,-9-3-5-16,11 7-1 0,-8-1 0 15,5-1-5-15,-6 1-5 0,1 0-6 0,-3 1-4 0,0-7-1 16,2 17-9-16,-4-9-5 0,-1-1-10 0,2 2 2 16,-4 1-1-16,5-4-14 0,-4 0-2 15,4-6-5-15,-4 12-4 0,4-12-15 0,-1 8-5 0,1-8-9 16,-1 9 2-16,1-9-3 0,1 8-3 0,-1-8-2 16,5 6 1-16,-1-3 0 0,-4-3-4 0,9 5 4 15,-2-2 1-15,0-1 1 0,1 0 1 0,-3 0-3 16,6 0 0-16,-2-1 1 0,-2 1 0 0,2 1 1 15,-9-3 0-15,11 5 0 0,-8-3 0 16,-1 4 6-16,-2-6 1 0,4 7 0 0,-4-7 1 0,-4 12-1 16,4-12 1-16,-6 10 2 0,-2-5-3 0,-1 3-3 15,1-1-2-15,-2 0-3 0,-1 0-4 0,0 0-10 16,-1 1-5-16,-1-1-4 0,3 0-23 0,-2-4-15 16,2 2-22-16,2-1-31 0,-2 1-33 0,10-5-36 15,-10 4-43-15,5-3-188 0,5-1-452 0,0 0 201 16</inkml:trace>
  <inkml:trace contextRef="#ctx0" brushRef="#br0" timeOffset="14434.57">28422 11172 30 0,'0'0'288'0,"0"-10"-9"15,0 10 0-15,0 0 0 0,-3-11-8 0,3 11-11 16,-4-5-6-16,4 5-23 0,0 0-24 0,0 0-11 16,0 0 1-16,-22 14-9 0,16-3-16 0,-4 3-11 15,1 2 2-15,-5 7-37 0,0 1 12 0,1 1-13 16,-1 3-13-16,0-2-8 0,-2 2-13 0,3-2-7 16,-4 0-10-16,4 4-5 0,-3-5-7 0,3 2 3 15,0-1-34-15,0 0 17 0,1-2-6 0,0-2-6 16,3-6-2-16,1 0-27 0,1 0-25 0,-2-1-38 15,1 0-34-15,0-4-36 0,2-1-44 0,0-1-42 16,-1 1-49-16,1-1-46 0,2-1-271 0,1-2-625 16,3-6 277-16</inkml:trace>
  <inkml:trace contextRef="#ctx0" brushRef="#br0" timeOffset="14865.97">28335 11493 280 0,'4'-7'289'15,"-4"7"-13"-15,0 0-9 0,0 0-10 0,2-9-11 16,-2 9-18-16,0 0-14 0,0 0-22 0,0 0-17 16,0 0 0-16,0 0-8 0,13 17 3 0,-12-13-2 15,4 3-13-15,-1 1-8 0,0 2-3 0,1-1-4 16,1 2-33-16,-1-3 1 0,1 3-12 0,-3-1-4 15,3 0-3-15,-1-1-16 0,-1 0-9 0,1 0 1 16,0-1-10-16,-1 0-12 0,2-1 2 0,-2 0-5 16,1-3-2-16,0 0-12 0,0 2 2 0,-5-6 0 15,8 6 0-15,-5-3-4 0,-3-3 2 0,7 3-4 16,-7-3 9-16,12 3 3 0,-12-3-1 0,0 0 3 16,8-3-2-16,-8 3-3 0,6-7 4 0,-4 2 5 15,-2 5-4-15,5-16-3 0,-2 6-2 0,1 0-9 16,-2-2 4-16,0-4-6 0,-1 5 0 0,3-7-1 15,-2 1-4-15,0 0-2 0,0 1 0 0,-2 2-1 16,1 5 0-16,1-2-4 0,-2 3 1 0,2-2-5 0,-2 4 2 16,0 6-7-16,0-11-12 0,0 11-12 15,0-8-20-15,0 8-33 0,2-9-39 0,-2 9-31 16,0 0-38-16,1-7-27 0,-1 7-39 0,0 0-32 16,0 0-46-16,14-1-282 0,-14 1-662 0,13-2 293 0</inkml:trace>
  <inkml:trace contextRef="#ctx0" brushRef="#br0" timeOffset="15116.84">28736 11440 189 0,'0'0'254'0,"-10"1"-3"0,10-1-2 0,-10 2-4 15,10-2-2-15,-8 2-10 0,8-2-13 0,0 0-19 16,0 0-19-16,0 0-8 0,-8 2-14 0,8-2-13 0,0 0-7 15,0 0-4-15,0 0-10 0,0 0-15 16,0 0-5-16,30 0-10 0,-20-2-12 0,4-2-8 0,2 0-10 16,2 0-8-16,1 3-21 0,0-4-21 15,-2 0-24-15,-4 2-31 0,-1-2-32 0,-2 5-30 16,-4-3-37-16,2 1-30 0,-3 0-32 0,-5 2-17 0,10-2-17 16,-10 2-22-16,0 0-139 0,0 0-428 0,0 0 190 15</inkml:trace>
  <inkml:trace contextRef="#ctx0" brushRef="#br0" timeOffset="15358">28907 11405 194 0,'0'0'205'0,"0"0"2"16,0 0 1-16,0 0 5 0,0 0 1 0,0 0-3 15,0 0-8-15,0 0-3 0,0 0-12 0,0 0-1 16,0 0 6-16,0 0 8 0,-24 17 11 16,24-17-10-16,-3 13-17 0,3-2 12 0,-2 1-11 15,-2 3 4-15,3-1-7 0,-4 2-15 0,4-1-4 0,-4-3-13 16,2 4-14-16,0-3-9 0,1-1-7 0,-1-1-14 15,1 3-11-15,-1-2-12 0,2 0-2 0,-3 0-9 16,4-1-5-16,-3-1-12 0,3-1-5 16,2 1-9-16,-4-2-22 0,1-1-22 0,1-7-29 0,0 12-31 15,-2-6-34-15,2-6-46 0,3 9-35 0,-3-9-37 16,2 9-45-16,-2-9-59 0,0 0-45 0,-2 10-282 16,2-10-697-16,0 0 310 0</inkml:trace>
  <inkml:trace contextRef="#ctx0" brushRef="#br0" timeOffset="15816.07">29302 11224 198 0,'0'-9'203'0,"0"9"-2"0,0 0-4 15,-2-8-12-15,2 8-5 0,0 0-7 0,0 0-4 16,-3-9-9-16,3 9 1 0,0 0-4 0,0 0-2 16,-4-5 2-16,4 5-3 0,0 0 3 0,0 0 6 15,0 0-12-15,0 0 4 0,0 0-5 0,0 0-7 16,0 0-6-16,0 0-3 0,0 0-1 0,0 0-10 15,0 0-1-15,0 0-9 0,0 0-7 0,4-10-6 16,-4 10-10-16,0 0-2 0,0 0-9 0,15 4-7 16,-15-4-4-16,9 4 1 0,-1 0-7 0,2 2 6 15,1 3-5-15,3 1 0 0,-2 2 0 0,3 2 0 16,2 7 0-16,-1-1-3 0,0 4-2 0,-2 1 3 16,-1 1-3-16,-1 2 4 0,-1 4-7 0,1 13-4 15,-9-12-2-15,-1 3-4 0,-2 0-5 0,-4 12-6 16,-1-1-2-16,-4 2-1 0,-6-1-9 0,-6 0-28 15,-1-1-32-15,-5-1-40 0,-5-1-42 0,-7-1-48 16,-16 20-50-16,12-19-57 0,-23 15-86 0,22-18-83 16,-26 17-256-16,-1-9-758 0,16-17 336 0</inkml:trace>
  <inkml:trace contextRef="#ctx0" brushRef="#br0" timeOffset="20921.97">20561 12931 177 0,'0'0'176'0,"0"0"-6"0,0 0-1 15,-13 8-11-15,13-8-13 0,0 0-9 16,0 0-6-16,0 0-10 0,0 0-2 0,-14-4-10 0,14 4-6 16,0 0-3-16,-16-2-6 0,9 2-6 0,7 0 0 15,-13-2-3-15,5 4 0 0,8-2-5 0,-13 0-5 16,13 0-1-16,-16-2-2 0,10 1-4 0,6 1-2 15,-12 0-5-15,12 0-2 0,-10 0-3 16,10 0-3-16,0 0-3 0,-11 0 5 0,11 0-8 16,0 0-3-16,0 0-4 0,-8 0 1 0,8 0-5 0,0 0-1 15,0 0 4-15,0 0-15 0,0 0-3 0,0 0-2 16,0 0 3-16,36-6-5 0,-20 5-2 16,4-1-2-16,0-2 2 0,7-1-5 0,0 1-1 15,-2-1 0-15,-3 1-3 0,-2 0-12 0,1 1-17 0,-1 1-14 16,1-2-14-16,-6 1-17 0,0 2-23 0,-4 0-33 15,0 0-30-15,-1 1-35 0,-2 1-29 16,1-2-193-16,-9 1-447 0,10 0 198 0</inkml:trace>
  <inkml:trace contextRef="#ctx0" brushRef="#br0" timeOffset="21499.67">20631 12914 166 0,'0'0'200'15,"0"0"-10"-15,0 0-10 0,0 0-10 0,0 0-6 16,0 0 5-16,0 12 2 0,0-12-5 0,2 14-2 16,-6-2-10-16,4 0-1 0,1 6-13 15,0 0-11-15,1 0-2 0,-2 3 0 0,1-2-8 16,1-1-13-16,-3 0-7 0,4-1-6 0,-1 0-7 0,0 0-11 15,-1 0-25-15,0 0 4 0,2-2-9 16,-1 2 0-16,1 0-2 0,-1-4 1 0,-1-2-8 0,1 0-7 16,-1-1 5-16,0 2-9 0,-1-2-1 0,2 0 0 15,-2-1-3-15,1 0-3 0,-1-1-7 0,0 0 6 16,0-8 9-16,0 14-13 0,0-9-2 0,0-5-4 16,0 9 2-16,0-9-1 0,0 10 0 0,0-10-1 15,-3 7 3-15,3-7-3 0,0 0 4 0,-4 8 10 16,4-8-15-16,0 0 8 0,-7 6-8 0,7-6-2 15,-9 0 2-15,9 0 1 0,-9 1-7 0,9-1 7 16,-16-1-3-16,8-1-4 0,8 2 1 0,-19-4 0 16,8 2-3-16,-2 1-4 0,0-1 5 0,0 1-3 15,0 0 2-15,0 0-3 0,2-1 0 0,-2 2 3 16,3 0 1-16,2 0-2 0,8 0-1 0,-14 0 3 16,14 0 0-16,-13 2 1 0,13-2-5 0,-10-2 3 15,10 2 0-15,0 0-4 0,-6 3 0 0,6-3-2 16,0 0 4-16,0 0-1 0,0 0 3 15,0 0-1-15,0 0 5 0,0 0-5 0,14 16 4 16,-8-14 4-16,2 2-3 0,-2-2 7 0,5 0-9 16,0 1 8-16,-1 1 5 0,3-4-7 0,-2 3-2 0,3-1 4 15,-1 1-10-15,5-3 0 0,0 1-23 0,-4-1-16 16,0-1-20-16,0 1-26 0,3 0-31 0,-3-1-35 16,4-1-40-16,-4 1-37 0,1-3-27 0,0 4-188 15,-3-1-482-15,3-5 214 0</inkml:trace>
  <inkml:trace contextRef="#ctx0" brushRef="#br0" timeOffset="21835.62">21045 13236 53 0,'0'0'241'0,"-3"-13"-11"0,3 13 0 16,0 0-6-16,-9-6-1 0,3 3-9 0,6 3-12 15,-11 0-2-15,11 0-7 0,-14 3-10 0,5 2-8 16,-2-3-7-16,2 4-7 0,-1 0-7 0,2 1-12 16,0 0-2-16,-1 1-6 0,1 2-7 0,1 1-4 15,0 0-3-15,0 4-5 0,1 2-14 0,3-6-4 16,-2 2 2-16,3-2-4 0,1 0-13 0,-1 0-3 16,2 0-3-16,0-2-5 0,0 0-5 0,1 1-5 15,0-3-11-15,-1-7 0 0,6 12 0 0,-2-5-1 16,0-1-8-16,2-1-3 0,1-1-5 0,3 0-29 15,-2-1-11-15,-1-1-40 0,5-1-30 16,1-1-23-16,-2-1-27 0,4-1-32 0,1-2-37 16,-2 1-37-16,4-3-44 0,1-2-30 0,1-3-254 0,5-1-608 15,2-2 269-15</inkml:trace>
  <inkml:trace contextRef="#ctx0" brushRef="#br0" timeOffset="22033.34">21490 13125 101 0,'0'0'253'0,"0"0"-4"0,0 0-6 0,0 0-5 15,0 0-6-15,-11-8-12 0,11 8-22 16,0 0-15-16,0 0-14 0,0 0 6 0,0 0-23 0,0 0-14 16,18 0-12-16,-18 0-14 0,17-2-10 15,-6 2-18-15,0-1-20 0,3 0-29 0,-4-1-31 0,2 0-36 16,-1 1-37-16,-11 1-55 0,18-1-55 0,-10-2-51 15,-8 3-178-15,0 0-441 0,14-3 195 0</inkml:trace>
  <inkml:trace contextRef="#ctx0" brushRef="#br0" timeOffset="22230.77">21447 13223 153 0,'0'0'233'0,"-5"5"4"0,5-5 9 0,-6 2-10 15,6-2-5-15,0 0-11 0,0 0-10 0,0 0-5 16,0 0-14-16,0 0-13 0,0 0-13 0,20 1-13 16,-20-1-21-16,19-4-13 0,-7 0-12 0,0 0-21 0,0-1-24 15,2 2-33-15,-3-1-35 0,2-2-44 0,-2 3-48 16,0-1-58-16,1 0-55 0,0-3-232 0,-2 4-480 16,0-2 213-16</inkml:trace>
  <inkml:trace contextRef="#ctx0" brushRef="#br0" timeOffset="23100">22487 12808 195 0,'0'0'207'0,"-3"-10"-4"0,3 10-3 16,0 0 0-16,-3-8-7 0,3 8-6 0,-4-5-2 15,4 5-10-15,0 0-33 0,-7-6-9 0,7 6-4 16,-10 0-6-16,10 0-2 0,0 0-3 0,0 0-8 16,-15 5-9-16,10-2-2 0,-3 4-6 0,0 0-2 0,1 1 1 15,1 3-5-15,-4 1-6 0,3 3-3 16,-1 4 4-16,2-4 1 0,-1 3-2 0,3 0-8 15,1 8 1-15,-1 0 8 0,0 1-11 0,-1 1 10 16,1-1-11-16,4-1-2 0,1-2 1 0,0 1-12 16,2 0 0-16,0-1-1 0,0 0 3 0,0 3-3 0,0-6 2 15,-1-4-17-15,3 2 15 0,0 1-6 0,2 3 7 16,-5-5-9-16,2-2 1 0,0 3-7 16,-1-4-3-16,-1-4-4 0,1 5 0 0,-2-4-3 15,1-1-5-15,0-1-5 0,-2 0 1 0,1 1 1 0,-2-3-5 16,-1 2-1-16,2-2-6 0,0-8 0 0,-5 11 3 15,3-4-5-15,2-7-11 0,-5 11-29 16,1-7-21-16,4-4-26 0,-8 6-22 0,4-3-26 16,4-3-30-16,-9 2-26 0,9-2-32 0,0 0-35 15,0 0-27-15,-18-8-25 0,16 2-18 0,-2-1-202 0,-2-3-561 16,3-3 249-16</inkml:trace>
  <inkml:trace contextRef="#ctx0" brushRef="#br0" timeOffset="23249.88">22258 13258 45 0,'-2'-8'135'0,"2"8"3"0,0 0 19 16,11-3-1-16,-3 1 1 0,3 2-3 0,1-2-14 15,2-1-12-15,5-1-12 0,3-1-12 0,-2 4-9 16,8-6-12-16,-1 3-9 0,-5-1-30 16,1 2-44-16,-5 0-37 0,2-1-45 0,-1 3-45 15,-2-2-120-15,-2 1-267 0,-2-1 117 0</inkml:trace>
  <inkml:trace contextRef="#ctx0" brushRef="#br0" timeOffset="23541.66">22785 13132 79 0,'6'-2'270'0,"-6"2"0"0,0 0 0 16,0 0-8-16,0 0-8 0,0 0 5 0,4 9-4 15,-4-9 2-15,-1 15-5 0,-2-7-17 0,3 2-7 16,-1 1-2-16,0 1-12 0,-2 4-6 0,2 1-3 16,-2-2-8-16,1-3-15 0,0 1-14 0,1 1-11 0,0-1-11 15,-2-1-10-15,3 0-10 0,0 0-10 16,0 0-9-16,0-4-16 0,3 3-6 0,-3-4-9 16,0 3-7-16,1 0-7 0,0-4-10 0,-1-6-19 15,3 12-24-15,-2-8-27 0,-1-4-33 0,1 10-40 16,-1-10-40-16,2 6-27 0,-2-6-36 0,1 6-42 15,-1-6-46-15,0 0-61 0,0 0-39 0,0 0-230 0,0 0-663 16,0 0 293-16</inkml:trace>
  <inkml:trace contextRef="#ctx0" brushRef="#br0" timeOffset="24099.91">23405 12886 84 0,'-2'-10'253'0,"2"10"-3"15,-6-8-10-15,1 4-4 0,5 4 10 0,-12-5-17 16,6 3-8-16,-2 1-12 0,-2 0-13 0,0 3-8 16,1 2-8-16,-5 1-3 0,0 7-2 0,-3 0-12 0,0 6-4 15,0 5-8-15,1 0 0 0,2 8-10 16,5-1 4-16,0 3 0 0,0 1-10 0,4 2-7 16,4-4 0-16,0 4 7 0,2-1-8 0,0-3-3 15,3-2-10-15,5-2-6 0,-3-2-5 0,3-1-10 0,0-2-4 16,5 0-8-16,-3-8-2 0,0 1-10 15,1-1-3-15,0-1-9 0,2-2-13 0,-3-5-21 0,4 3-10 16,-5-3-23-16,2 0-26 0,0-4-35 0,-1 4-29 16,-1-5-42-16,0 2-35 0,-2-1-36 15,-2-3-42-15,1 3-48 0,-7-3-49 0,14 0-38 0,-14 0-211 16,11-6-652-16,-6 1 289 0</inkml:trace>
  <inkml:trace contextRef="#ctx0" brushRef="#br0" timeOffset="24632.96">23711 12968 25 0,'0'0'246'0,"-5"-9"12"16,5 9-4-16,-5-7 4 0,5 7-7 0,-4-6-8 0,4 6-11 15,0 0-18-15,-2-7-24 0,2 7-18 0,0 0-20 16,0 0-18-16,-4-6-9 0,4 6-14 0,0 0 5 16,0 0 5-16,0 0-1 0,0 0 2 15,0 0-1-15,11 22-9 0,-8-11 3 0,2 4-19 16,0 2 14-16,0 2-9 0,2 5-1 0,0 0 0 0,0 0 0 16,-1-8-3-16,-2 4-9 0,1-2-4 0,4 0-2 15,-3-1-11-15,2-1-5 0,-3 1-6 16,4-2-4-16,-3-1-5 0,3 0-2 0,-3-2-6 15,-3-2-1-15,4-1-6 0,-2-1-3 0,0 0-1 16,-1-2-8-16,0-1 3 0,0 0-2 0,-2 0-5 0,-2-5 6 16,8 5-4-16,-8-5 1 0,3 4 6 0,-3-4 3 15,0 0-4-15,0 0-3 0,0 0-5 16,11-8 6-16,-11 8-7 0,8-15 1 0,-6 5-3 16,4-2-5-16,-1-5 1 0,3 1-1 0,-3-4-3 15,2 1-4-15,3-3-5 0,-2-2 2 0,-3 6 1 0,1-2-1 16,2-5 1-16,-5 6-2 0,3 0 2 0,-2 2-1 15,-1 1-2-15,0 6-5 0,-2-1 8 0,1 2-3 16,-1 0-5-16,0 2 7 0,0 1 1 0,-1 6-3 16,4-11-4-16,-4 11-4 0,1-5-3 0,-1 5-6 15,2-8-14-15,-2 8-10 0,0 0-14 0,1-8-21 16,-1 8-25-16,0 0-23 0,0 0-7 0,0 0-19 16,0 0-28-16,0 0-41 0,0 0-45 0,0 0-38 15,0 0-31-15,18 14-266 0,-18-14-649 16,5 7 288-16</inkml:trace>
  <inkml:trace contextRef="#ctx0" brushRef="#br0" timeOffset="24999.06">24278 13096 14 0,'0'0'248'0,"0"0"2"0,0 0-5 16,0 0 0-16,0 0-5 0,0 0-4 0,0 0-25 16,0 0-12-16,0 0 7 0,-27 5-14 15,20-1-3-15,2 2 0 0,0-3-24 0,-3 3-5 0,-2 1-16 16,4 2-3-16,-3-2-4 0,2 4-5 0,1-1 2 16,-3 4-17-16,3-2 7 0,-2 3-1 0,2 2-1 15,1-2-4-15,-1 3-12 0,3-4-3 0,0 0-4 16,0-3-16-16,3 0-3 0,0 2-10 15,0-1-9-15,0-2-3 0,3-1-4 0,0 1-7 0,-1-3-2 16,1 0-8-16,2-1-14 0,1-1-24 0,1-2-20 16,-1 2-31-16,2-3-30 0,2 0-17 15,1-2-32-15,0 0-23 0,0-1-27 0,1-3-26 16,0 2-22-16,2-3-26 0,3-2-18 0,1 1-22 16,-3-3-3-16,3 1-181 0,1-2-518 0,-5 0 230 0</inkml:trace>
  <inkml:trace contextRef="#ctx0" brushRef="#br0" timeOffset="25265.79">24525 13103 103 0,'2'-11'157'0,"0"3"14"15,-2 1 13-15,0 7 14 0,3-11 9 0,-3 11 4 0,0 0-1 16,-3-7 4-16,3 7-4 0,0 0-9 0,0 0-9 16,0 0-15-16,0 0-8 0,0 0-6 0,0 0-5 15,0 0-7-15,0 0 1 0,0 0 8 0,0 0-9 16,0 0-13-16,-6 32 0 0,5-22-8 15,1 3 1-15,0-1-16 0,-2 3-5 0,0-1-5 0,0 0-3 16,2 2-13-16,-1-1-10 0,1 1-8 0,-2-1-1 16,0-3-11-16,1-1-6 0,1 1-6 0,0 1-1 15,0-3-11-15,-1-1-16 0,1 1-22 0,0 0-30 16,-2-4-16-16,2-6-29 0,-1 13-29 0,2-7-25 16,-1-6-38-16,2 11-21 0,-2-11-27 0,1 8-26 15,-1-8-20-15,0 0-28 0,0 0-19 0,0 0-187 16,0 0-539-16,0 0 239 0</inkml:trace>
  <inkml:trace contextRef="#ctx0" brushRef="#br0" timeOffset="25699.71">24519 13137 34 0,'-1'-11'202'0,"1"11"0"15,1-8 1-15,3 1 6 0,-4 7 0 16,5-10-2-16,1 5-4 0,-1 0-5 0,4 0-4 15,-1 3-11-15,2-3-10 0,1 3-10 0,-4 1-6 0,6-2-3 16,-5 3-4-16,2 0-2 0,-1 2-9 0,-3 0-4 16,2 0-17-16,-2 1-2 0,1 2-10 0,-1 0 1 15,-1-1-4-15,0 3 1 0,-1 1 2 0,-1-4-15 16,-1 2-10-16,-2-6-10 0,-1 15-9 0,1-8 1 16,-1 1-6-16,-3 2-3 0,1 0-12 0,-1-3 0 15,-1 2-5-15,1-2 0 0,1-2-6 0,0 1-11 16,-1 0-3-16,2 0 1 0,-2 1-12 0,4-7-3 15,-3 11-6-15,3-6-2 0,0-5-7 0,2 10 8 16,-2-10-8-16,0 12 10 0,3-8-5 0,-3-4-5 16,6 10 3-16,-1-5 2 0,0 1-2 0,-1-2 0 15,1 3-2-15,-3-2 3 0,4-1-2 0,-3 1 7 16,1 0 2-16,1-1-3 0,-5-4-3 0,4 5 7 16,-4-5-6-16,4 5 1 0,-4-5-2 0,0 0 2 15,0 9 5-15,0-9-10 0,0 0 2 0,-10 9 4 16,3-5-1-16,7-4 4 0,-13 6-6 0,7-3-8 15,-3 1-13-15,1-3-12 0,1 0-5 0,-5 0-31 16,3 1-15-16,9-2-25 0,-15 0-25 0,4 0-41 16,3 0-48-16,8 0-48 0,-14-2-276 15,6 1-599-15,8 1 265 0</inkml:trace>
  <inkml:trace contextRef="#ctx0" brushRef="#br0" timeOffset="26222.89">24909 13334 201 0,'0'0'239'0,"0"0"2"0,7 3 6 16,-7-3-19-16,4 10-1 0,-4-3-11 0,0-7-22 15,-9 22-13-15,5-12-25 0,-6 7-13 0,1 1-16 16,1-2-13-16,-4 2-30 0,2-1-30 0,-1 0-26 16,-1-2-28-16,3 0-45 0,-2 0-41 0,-1 1-45 15,4-7-52-15,-5 3-190 0,4-2-404 0,2-2 180 16</inkml:trace>
  <inkml:trace contextRef="#ctx0" brushRef="#br0" timeOffset="27468.4">25399 12849 2 0,'0'0'161'0,"0"0"2"15,-21 2-5-15,21-2 0 0,0 0-2 0,-13 2 3 0,13-2-4 16,0 0 9-16,-11 0-10 0,11 0-8 0,0 0-16 16,0 0-6-16,0 0-11 0,0 0-7 0,0 0-3 15,0 0-5-15,0 0-6 0,0 0-5 16,0 0-6-16,0 0-7 0,35-4-8 0,-17 0-8 15,1 3-7-15,1-2-4 0,0-1-6 0,0 4-5 0,-2-3-19 16,0 2-23-16,0 0-20 0,-8 1-26 0,1 0-31 16,-1 0-33-16,-10 0-27 0,15 0-19 15,-7 1-19-15,-8-1-10 0,8 1-133 0,-8-1-350 16,8 3 155-16</inkml:trace>
  <inkml:trace contextRef="#ctx0" brushRef="#br0" timeOffset="27917.53">25525 12859 44 0,'0'0'164'16,"0"0"-4"-16,-7 2 1 0,7-2-5 0,-8 2 0 0,8-2 10 16,-3 9 4-16,3-9-3 0,-5 10 2 0,1-2 0 15,3 3-2-15,-2 2-1 0,0 3-2 0,1 4-6 16,-3 5-2-16,5 0-6 0,-1 0-15 0,-1-4-1 16,2-4-11-16,0 1-2 0,3 6-8 0,-3-6-5 15,5-2 3-15,-5-2-16 0,4 1-11 0,-4-3-6 16,2-1-11-16,0-1 3 0,1 1-3 0,-1-5 3 15,-2 2-19-15,2-1-8 0,-2-7 0 0,0 10-4 16,2-3-8-16,-2-7-5 0,0 9 7 0,0-9-5 16,1 7-5-16,-1-7 0 0,0 0 1 0,-3 9-9 15,3-9 5-15,0 0-6 0,-9 4-5 0,9-4 0 16,-9 0-1-16,9 0-22 0,-14 0-7 0,14 0-8 16,-10 0 2-16,10 0-2 0,-18-4-3 0,9 0 0 15,2 2-6-15,-5-1 8 0,4 1 0 0,-1-2 2 16,3 2 5-16,6 2 0 0,-14-8 3 0,9 7 6 15,-2-3-4-15,7 4 2 0,-12-4 11 0,12 4 3 16,-4-4 6-16,4 4-4 0,-6-4 3 0,6 4 4 16,0 0-3-16,-7-3-2 0,7 3 1 0,0 0-3 15,0 0 6-15,0 0-1 0,0 0-1 0,0 0-1 16,0 0 1-16,0 0 4 0,18 11-8 0,-7-9 8 16,0-2-6-16,2 4-8 0,8-8-15 0,-3 4-22 15,2 0-27-15,0-3-20 0,-1-2-27 0,10 0-30 16,-3-1-34-16,1 1-13 0,1 0-33 0,0 0-17 15,-1-5-8-15,1 3-165 0,-8 1-451 0,0 0 200 16</inkml:trace>
  <inkml:trace contextRef="#ctx0" brushRef="#br0" timeOffset="28350.17">25944 13060 76 0,'0'0'179'15,"0"0"-4"-15,0 0 11 0,0 0 11 0,0 0 4 16,0 0 2-16,0 0-2 0,-32 9 0 0,24-1 3 15,-1 0-14-15,-5 3-10 0,8-2-7 0,-7 4-14 16,8-1-11-16,-6 1-9 0,6-1-19 0,-1-1-9 16,4-1-6-16,1 0-8 0,1 2-12 0,2-2-8 15,-1-1-8-15,3-2-30 0,0-1-1 0,1-1-6 16,5 0-6-16,0 0 1 0,-1 0-2 0,3-3-4 16,-3 0-6-16,1-1-3 0,0-1-4 0,-10 0 1 15,17 0 2-15,-10 0-2 0,-7 0 2 0,12-1-7 16,-12 1 4-16,9-1 2 0,-9 1-1 0,0 0 7 15,10-1-2-15,-10 1-1 0,0 0-1 0,0 0 0 16,0 0-3-16,0 0 2 0,0 0 0 0,0 0 11 16,-23 8 2-16,15-2 15 0,-3 0-13 0,2 1 7 15,-3 2 6-15,-1-1 4 0,-1 3 5 0,2-1 9 16,1 2 10-16,1-2-3 0,-1 1-3 0,2 1 1 16,3-1-1-16,-2 0-3 0,2 0-7 0,1-2 5 15,3 2-6-15,-2-3-1 0,1 2 4 0,4-3-10 16,-1-7-10-16,2 14-4 0,0-9 4 0,3 2-5 15,-1-2-3-15,2-1-3 0,2-3-4 0,0 2-7 16,3-2-11-16,1 0-18 0,-1-2-34 0,0 0-26 16,3-2-30-16,-1 0-33 0,1-1-35 0,-1-1-36 15,5-2-45-15,-4-3-50 0,4 2-46 0,-3-3-213 16,-1 0-612-16,3-3 271 0</inkml:trace>
  <inkml:trace contextRef="#ctx0" brushRef="#br0" timeOffset="28617.89">26232 12777 81 0,'0'0'249'0,"2"-10"-8"0,-2 10-5 0,5-7 2 16,-5 7-9-16,0 0-1 0,13 2 7 0,-4 4-13 15,2 7-2-15,3 0-16 0,2 6-8 0,-3 4-11 16,1-1-13-16,1 3-13 0,-3 1-10 0,-1 1-15 16,-3 5-7-16,0-2-19 0,-4 2-18 0,0-2 5 15,-6 2-25-15,-2-1-27 0,-4 1-24 0,-5-2-49 16,0 2-30-16,-12 8-39 0,5-9-38 0,-9 6-54 16,6-8-60-16,-11 9-63 0,-6-2-161 0,0-2-514 15,-12-6 227-15</inkml:trace>
  <inkml:trace contextRef="#ctx0" brushRef="#br0" timeOffset="37518.91">25650 13371 34 0,'0'0'87'0,"0"0"-9"16,0 6-5-16,0-6 1 0,0 0-17 0,0 0-1 15,0 0-11-15,0 0 7 0,0 0-6 0,0 0-4 16,0 0-5-16,0 0-6 0,0 0-6 0,0 0 1 16,0 0-1-16,0 0-12 0,0 0 0 0,0 0-3 15,0 8-11-15,0-8-9 0,0 0-15 0,0 0-34 16,0 0-63-16,-10 1-132 0,10-1 59 0</inkml:trace>
  <inkml:trace contextRef="#ctx0" brushRef="#br0" timeOffset="37891.68">24000 13601 39 0,'0'0'24'0,"0"0"-17"0,0 0-19 16,0 0-13-16,0 0 6 0</inkml:trace>
  <inkml:trace contextRef="#ctx0" brushRef="#br0" timeOffset="44591.78">21581 14404 24 0,'0'0'37'15,"0"0"-6"-15,0 0-2 0,0 0-5 0,0 0-3 16,0 0 1-16,0 0-3 0,0 0 2 0,0 0 6 16,0 0-12-16,0 0 5 0,0 0 2 0,0 0-13 15,0 0 10-15,0 0-5 0,0 0 1 0,0 0 0 16,0 0-4-16,0 0-5 0,0 0 3 0,0 0 2 16,0 0-4-16,0 0 5 0,0 0-5 0,0 0-4 15,0 0 0-15,0 0 3 0,0 0-5 0,0 0 1 16,0 0 6-16,0 0-1 0,0 0-6 0,0 0 2 15,0 0-5-15,0 0 4 0,5 4-3 0,-5-4-2 16,0 0-7-16,0 0 5 0,0 0 1 0,0 0-8 16,0 0-1-16,0 0-2 0,0 0-14 0,0 0-6 15,0 0 4-15,0 0-24 0,0 0-57 0,0 0 26 16</inkml:trace>
  <inkml:trace contextRef="#ctx0" brushRef="#br0" timeOffset="45966.2">21518 14328 8 0,'0'0'78'0,"0"0"4"0,0 0 3 0,0 0 1 0,0 0-14 16,0 0 3-16,0 0-6 0,0 0 0 15,0 0 4-15,0 0-4 0,0 0 1 0,0 0-7 16,0 0 0-16,0 0-2 0,0 0-3 0,0 0 2 0,0 0-5 16,0 0-2-16,0 0-6 0,0 0 1 15,0 0-1-15,0 0 3 0,0 0 3 0,0 0-12 16,0 0 6-16,0 0-5 0,0 0 0 0,0 0 0 15,0 0 2-15,0 0 4 0,0 0-7 0,0 0 4 16,0 0 0-16,0 0-1 0,0 0-3 0,0 0-1 0,0 0-2 16,0 0 3-16,0 0 1 0,0 0-8 15,0 0 0-15,0 0-4 0,0 0 1 0,0 0-9 0,0 0 3 16,0 0-2-16,0 0-4 0,0 0-1 16,0 0-1-16,0 0-7 0,0 0 5 0,0 0-6 15,0 0 1-15,0 0-1 0,0 0-3 0,0 0-2 16,0 0 2-16,0 0-1 0,14 13-1 0,-14-13 1 0,4 8-1 15,0-4 0-15,-4-4 3 0,8 9 1 0,-5-2 4 16,1-1 5-16,1 1-2 0,1 1 1 0,0 0 1 16,0 1 5-16,1 1 3 0,-2 0-4 15,3-2 3-15,-3 4-5 0,2-3 2 0,0 0-1 16,-2 1-1-16,1 1-2 0,2-2 0 0,-2 1-4 16,-1 0 5-16,0-2-4 0,1 1 3 0,-1 0 0 0,2 0-4 15,-2-1-1-15,1 0 0 0,-1-1 1 16,0 0 0-16,-1-3-4 0,1 1 11 0,-2 1-10 15,1 1 1-15,0-2 0 0,-4-5 0 0,5 8-2 16,-5-8-1-16,6 9-2 0,-4-6 5 0,-2-3-3 16,5 6 2-16,-5-6-3 0,0 0 1 0,4 4-2 15,-4-4 6-15,0 0-4 0,0 0 11 0,0 0 1 16,0 0 9-16,4 4 5 0,-4-4 13 0,0 0 1 16,0 0-2-16,0 0-10 0,0 0-2 0,5-15 4 15,-5 15-6-15,1-11-8 0,2 3 2 0,-2-1-4 16,2-4-2-16,-2 3-2 0,1-3-1 0,1-2 9 15,1-1-7-15,0 4-9 0,-1-3-3 0,0 1 0 16,0 3 0-16,-1-1 3 0,1 1 1 0,-1-1-5 0,1 2 2 16,-1-1 7-16,1 1-14 0,1 0 4 15,-3 1 1-15,0 0-4 0,0 3 0 0,-1 6-1 16,2-13 5-16,-1 8-4 0,-1 5-1 0,0-12-1 16,0 12 5-16,0-9-2 0,0 9-2 0,0-9 1 15,0 9-3-15,0 0 5 0,1-8-3 0,-1 8-4 16,0 0 1-16,0 0 3 0,0 0 0 0,0 0-2 15,0 0-10-15,-1-10-6 0,1 10-12 0,0 0-7 16,0 0-14-16,0 0-14 0,0 0-17 0,0 0-18 16,0 0-33-16,0 0-35 0,0 0-21 0,0 0-21 15,0 0-5-15,0 0-20 0,0 0-145 0,-6 21-408 16,6-21 181-16</inkml:trace>
  <inkml:trace contextRef="#ctx0" brushRef="#br0" timeOffset="46539.75">22144 14430 159 0,'0'0'175'0,"0"0"-3"16,0 0-7-16,0 0-6 0,0 0-19 0,0 0-7 15,-31 4-4-15,21-2 1 0,-1 1-10 0,0 2-11 16,2 1-3-16,-4 0-10 0,4 0-7 0,-1 1-5 16,0 0-6-16,1 2-8 0,2-3-2 0,2 3-10 15,-1-1-4-15,1 1-7 0,1 0-5 16,1-3 2-16,3 3-13 0,-1 0-1 0,1-9-2 0,2 15-5 16,0-9 1-16,2 2-3 0,1-3-1 15,1 0 1-15,0 0 3 0,3-1 3 0,3 0-3 16,-2-2 1-16,2-1-1 0,7 1 1 0,-9-2-2 15,3 0 0-15,1 0-3 0,-1-2-1 0,-2-1-4 0,1-1-3 16,-2 0 2-16,0 0-3 0,-4 3 2 16,-6 1-1-16,14-4 5 0,-9 1-6 0,-5 3-1 0,10-1 1 15,-10 1 2-15,0 0 1 0,9 0 2 0,-9 0 2 16,0 0-4-16,0 0 0 0,0 0 0 0,0 0 7 16,0 0-6-16,0 0-2 0,0 0 3 0,-26 6-3 15,20-2 5-15,-3 0 7 0,-3 3 8 0,-3 0-15 16,-1 2 3-16,0 1-8 0,2-1 2 15,0 1 0-15,1 1 0 0,3-3 1 0,-1 2 1 0,5-3-4 16,-2 4 3-16,1-3-3 0,0 1-1 16,4 0 2-16,-1 1-3 0,1-3-2 0,0 0-3 15,3-1 4-15,-1 2-2 0,1-8 2 0,3 14-5 16,-2-9 2-16,2 1-1 0,-3-6-1 0,7 10 1 16,-4-7 1-16,2 2-1 0,3-2-2 0,1-2-11 15,-2 1-15-15,-7-2-21 0,18 1-27 0,-9 2-31 0,3-3-39 16,-2-3-47-16,1 2-38 0,3-2-37 0,-2 1-153 15,-2-2-447-15,2-2 198 0</inkml:trace>
  <inkml:trace contextRef="#ctx0" brushRef="#br0" timeOffset="46851.93">22396 14536 45 0,'0'0'226'16,"4"-6"-5"-16,-4 6-3 0,0 0-9 0,0 0-12 16,4-4-17-16,-4 4-15 0,0 0-15 0,0 0-14 15,0 0-11-15,0 0 1 0,0 0-1 0,0 0-5 16,0 0-4-16,4 18-9 0,-4-10-2 0,0 2 4 16,1-1-13-16,0 2-12 0,-1 1-7 0,1-2-9 15,-1 3-2-15,2-2-3 0,-1 2-4 0,-2 0-6 16,2-1-5-16,0-1-3 0,-1-1-2 0,2 1-4 15,-1-1-6-15,0 0-4 0,2-2 30 0,-3-1-4 16,1 0-5-16,0 1-15 0,-1-8-9 0,3 11-35 0,-2-4-19 16,-1-7-28-16,0 9-21 0,0-9-21 15,0 10-25-15,0-10-22 0,2 6-30 0,-2-6-26 16,0 0-33-16,1 8-19 0,-1-8-133 0,0 0-416 16,0 0 185-16</inkml:trace>
  <inkml:trace contextRef="#ctx0" brushRef="#br0" timeOffset="47316.92">22386 14497 59 0,'5'-7'190'16,"3"3"0"-16,-1-1-10 0,1 0 6 0,0 0-12 15,2 1-9-15,0 3-10 0,0-2-5 0,1 3-5 16,0-1-7-16,-3 1-9 0,1 1-6 0,2 1-7 15,0-1-7-15,-2 2 0 0,1 1-6 0,-1 2-15 16,0 0 0-16,-4 0-2 0,2 1-1 0,-2 2-1 16,-1-1-4-16,-1 3-5 0,-3-3-2 0,-1 2-6 15,1 0-2-15,-3-1-15 0,0 1 2 0,0-1-7 16,-1 2-3-16,-2-2-6 0,2 0-8 0,1-2-6 16,0-1-1-16,3-6-7 0,-2 10-3 0,2-10 1 15,-1 10-5-15,1-10-9 0,0 10 2 0,2-5 0 16,2 1-5-16,-4-6-3 0,9 8 0 0,-4-4 2 15,1 0-3-15,2-2 0 0,0 5 5 0,1-3 0 16,0 0 0-16,-3 0 5 0,1-2-4 16,3 5 1-16,-5-6-2 0,1 4 0 0,-2-2 2 15,1 0-1-15,-5-3 2 0,8 8-2 0,-4-5 5 16,-4-3 4-16,2 7 1 0,-2-7 7 0,1 9-3 16,-1-9 3-16,-5 12-1 0,3-6 2 0,-3-2-6 0,0 3 9 15,-2-3-10-15,1 4 3 0,-3-3-5 0,0 1-2 16,1-1-14-16,-1 0-11 0,-2-1-13 0,1 1-17 15,-1-2-27-15,1-1-22 0,-1 2-33 0,0-1-58 16,0-2-53-16,1 2-214 0,-3-3-497 16,0-1 220-16</inkml:trace>
  <inkml:trace contextRef="#ctx0" brushRef="#br0" timeOffset="52050">23439 14700 135 0,'0'0'126'0,"1"7"0"16,-1-7-6-16,0 0 6 0,0 0-3 0,0 0-5 16,0 0-1-16,0 0-8 0,0 0-9 0,0 0 0 15,0 0-4-15,3 5-9 0,-3-5-1 0,0 0 0 16,0 0-4-16,0 0-1 0,0 0 0 0,0 0-3 15,0 0 0-15,0 0-3 0,0 0 4 0,0 0-3 16,0 0-2-16,0 0-6 0,0 0-9 0,0 0-6 16,0 0-3-16,0 0-2 0,8-16-3 0,-3 10-3 15,-5 6-1-15,5-11-3 0,-1 8 0 0,-2-4 0 16,2 0-3-16,-1-1-5 0,-1 4 2 0,1-3 1 16,-1 1-5-16,2-4-6 0,0 1-1 0,-3-2-1 15,0 2 2-15,-1 1-5 0,2-1 2 0,-2 9-6 16,1-18-2-16,-2 9 4 0,1-1 3 0,-2 0-9 15,2 10-2-15,-1-12 5 0,1 12 8 0,1-13 11 16,-1 13-1-16,-1-7-9 0,1 7 0 0,-1-8-1 16,1 8-4-16,0 0 0 0,0 0-4 15,0-9-2-15,0 9-2 0,0 0 1 0,0 0-7 16,0 0 6-16,0 0 11 0,0 0 0 0,0 0 1 0,0 0 4 16,-1 26 2-16,1-15 0 0,-2 1-1 0,1-1-2 15,1 5-1-15,-1-4-2 0,1 0-2 0,0 5 1 16,1-7-5-16,-1 2-3 0,1-2 0 0,2-3 5 15,-1 4 8-15,1-6-12 0,1 0-2 0,1 0-1 16,-1 0 5-16,2-1-9 0,-6-4 9 16,14 1-6-16,-6-1 8 0,1-4-12 0,1 0-1 0,-1-2 6 15,1 1-3-15,0-1 2 0,-1-2-3 0,-1 1 3 16,0-2-1-16,-3 2-5 0,1-3-3 0,-2 1 3 16,0-3 4-16,-1 3-2 0,0-1 1 0,4 0 1 15,-6 1-5-15,-1 9 3 0,2-16-3 16,-2 16 1-16,0-14 1 0,-1 9 3 0,1 5-8 15,0 0 2-15,0 0 3 0,0 0-5 0,1-15-4 0,-1 15 6 16,0 0-1-16,0 0 3 0,0 0 5 0,0 0 1 16,0 0 0-16,0 0 3 0,-7 35-9 0,6-22 3 15,-1 2 1-15,1 2-3 0,0-1 4 16,1-1 0-16,-1 3 1 0,-1-6 3 0,1 3-12 16,0 2 7-16,-1-5-6 0,1 0 6 0,2 0-1 15,-1-1-7-15,0 1 3 0,0-1-9 0,0-2-12 0,-1 3-19 16,1-6-17-16,-1 5-13 0,1-11-21 0,-1 15-32 15,-1-9-32-15,2-6-39 0,-2 12-23 16,-1-7-43-16,3-5-217 0,0 0-513 0,-9 8 227 16</inkml:trace>
  <inkml:trace contextRef="#ctx0" brushRef="#br0" timeOffset="52218.63">23379 14407 45 0,'0'0'82'0,"0"0"-43"0,26 6-21 0,-17-3-28 16,2 0-19-16,2 4-32 0,5-3 14 0</inkml:trace>
  <inkml:trace contextRef="#ctx0" brushRef="#br0" timeOffset="53234.45">24171 14443 10 0,'0'0'234'0,"8"-3"0"0,-8 3-9 16,0 0-9-16,0 0-2 0,0 0-12 0,0 0-4 15,0 0-14-15,0 0-12 0,0 0-12 0,0 0 0 16,-31-3-13-16,22 7-2 0,-2 0-13 0,1 1-5 15,-2 1 4-15,2 3-18 0,-2-3-15 0,1 7-8 16,-2 0-9-16,2-2-4 0,2 5-4 0,-1-1-7 16,1 2-8-16,2-4-4 0,3 2-5 0,3-3-3 15,-3 0-7-15,4-2-2 0,-1 3-3 0,5-1-7 16,-3-2 10-16,2-1-16 0,0-3-3 0,3 3 0 16,-1-5 4-16,1 1-1 0,2-1-6 0,-2-2 1 15,4 1-1-15,-1-3 0 0,4-1-7 0,-3-2 2 16,3-1 1-16,2-4 1 0,1-2-4 0,-6 3 0 15,2-1 1-15,0-6 0 0,0 1-2 0,-3-1 1 16,2-1-2-16,-3-2-3 0,-2-1 5 0,-1 0-7 16,2-6 6-16,-5 5-9 0,1 1 7 0,-2-9-15 15,-2 2 1-15,-2 0-2 0,-3 0 4 0,2 0 3 16,-1 0 1-16,2 6-1 0,-4-5 1 0,3 4-1 16,-4 4 2-16,3 2 6 0,2 2 3 0,0 2 0 15,0 1 10-15,1 2-1 0,2 7-3 0,-4-9-5 16,4 9 2-16,-1-6-4 0,1 6 1 0,0 0-6 15,0 0 2-15,0 0 1 0,0 26 18 0,2-11-9 16,-1 11 5-16,2 0-6 0,2 0 4 0,-3 3-2 16,1-2 1-16,5 0-2 0,-4-2 9 15,1-6-9-15,1 5-4 0,-2-5 0 0,2-3 0 16,2 1-5-16,-3-7 4 0,3 6-2 0,-2-7 4 0,1 1 0 16,0-2-3-16,1-1 3 0,0 1-1 0,-3-2-2 15,2-4-2-15,0 0-4 0,-7-2 6 0,18 3 0 16,-18-3-7-16,19-4 6 0,-9 1-1 0,1-3 1 15,1-1-6-15,-3-1 5 0,1 0-2 0,-1-4-7 16,1 1-4-16,1-4-5 0,-4 4 2 16,2-4 1-16,0 1 0 0,-5 4-8 0,0-5 2 15,-2 4 5-15,0-1-3 0,-2 1 3 0,2 2-1 0,-3 0 1 16,1 9 8-16,0-12 1 0,0 12 1 16,-3-9 3-16,3 9 5 0,-3-7 1 0,3 7-5 15,0 0 3-15,-13 2-7 0,13-2 9 0,-10 10-6 0,4-2-3 16,0 2 10-16,0 1-6 0,2 0 2 15,0 1 4-15,1-1-7 0,1 1 5 0,1-2-2 0,1 2-5 16,0-12 3-16,1 20 3 0,0-11-1 0,2 0-1 16,1 0 0-16,-4-9 3 0,10 11-5 0,-6-5-8 15,-4-6-3-15,12 7 0 0,-4-5-9 0,-8-2-8 16,23 0-22-16,-11-2-8 0,7-3-11 16,-3 1-10-16,2-3-8 0,1-1-5 0,-2-1-8 15,-2 0 0-15,1-2 0 0,-2 0 0 0,2 1 0 0,-2-1 6 16,1-4 3-16,-5 4 7 0,1-6 8 0,-2 2 7 15,0-2 4-15,-4 0 6 0,3 0 6 16,-4-2 2-16,-2 0 19 0,0 0 12 0,-2 0 5 16,1 1 10-16,-2 1 14 0,1 1 18 0,-2 4 16 15,1 2 12-15,0 1 11 0,1 9 2 0,-2-12-2 0,2 12 4 16,0-9 0-16,0 9 2 0,0 0-15 16,0 0 9-16,0 0 11 0,0 0 3 0,0 0 6 15,-6 25-3-15,3-12-8 0,1 6-1 0,1-2-5 16,-2 9-15-16,-2-7 15 0,4 1-19 0,-2-2 4 15,2 2-20-15,0-2 2 0,1 1-5 0,0-1-3 16,0-1-4-16,2 0 2 0,-2-2-14 0,-1 0-26 0,1-3-16 16,3-2-28-16,-3 3-21 0,2-3-31 0,-1 0-36 15,1 1-35-15,-2-11-38 0,-2 20-35 16,4-14-54-16,-2-6-210 0,-2 16-557 0,2-16 248 16</inkml:trace>
  <inkml:trace contextRef="#ctx0" brushRef="#br0" timeOffset="53381.65">24678 14370 99 0,'20'-4'95'0,"-10"2"-21"0,2 1-33 15,-1 0-33-15,-1 2-62 0,3 2-57 0,-2 0 27 16</inkml:trace>
  <inkml:trace contextRef="#ctx0" brushRef="#br0" timeOffset="53949.99">24870 14575 64 0,'5'1'185'15,"-5"-1"3"-15,0 0 6 0,15-8 2 0,-9 3-8 16,3 1-10-16,0-3-9 0,-3 3-9 0,2-4-6 15,1-2-12-15,-1 2-9 0,1-5-6 0,-1 4-11 16,0-5-4-16,1 0-11 0,-2 4-5 0,-2 0 2 16,1-2-13-16,-2 2 10 0,0-1-5 0,-1 4 1 15,-1-3-3-15,0 3 1 0,-2 7-7 0,0-13-6 16,0 13 6-16,-4-10-8 0,4 10-5 0,-5-9 0 16,5 9 1-16,-6-7-8 0,6 7-2 0,-11-2 0 15,11 2-6-15,-12 3-3 0,4 2-7 0,-2-1 3 16,1 6-8-16,0-1-3 0,-1 4-3 0,0 1-9 15,3 0 8-15,0 0-4 0,0-4-13 0,1 6 4 16,3-5-6-16,0 0 0 0,3 0-1 0,-2-2 3 16,2-9-5-16,3 20 2 0,-2-11-1 0,2-1 6 15,-3-8-6-15,6 11-1 0,2-6 0 0,-2-1-1 16,4 2-8-16,-5-5 8 0,6 2-7 0,-11-3 7 16,19 1-12-16,-19-1 6 0,22-5-3 0,-12 1 7 15,2-1-6-15,-1 1-1 0,-2-2 0 0,1 1 8 16,0-3-7-16,-1-1 1 0,-1 1-10 0,-2-2 7 15,1 0-9-15,-1-2 2 0,0 3-4 0,2-3 2 16,-6 1-4-16,2 1-3 0,-1 1 0 0,1 0 12 16,0 0-12-16,-2 0-5 0,3 2 3 0,-5 1 5 15,0 6-2-15,5-10 3 0,0 7-5 0,-5 3 8 16,4-4-4-16,-4 4-2 0,0 0-1 0,0 0 8 16,11 0 8-16,-11 0-6 0,0 0 11 0,10 11 6 15,-8-4-3-15,2 0 0 0,0-1 4 0,-1 0 2 16,1 2-6-16,-2-1-2 0,1 3-3 15,-1-4 3-15,2 4-26 0,2-3-28 0,-5 1-31 0,2 1-36 16,1-3-33-16,-4-6-48 0,4 14-51 0,-4-14-38 16,4 11-227-16,-4-11-556 0,1 12 246 0</inkml:trace>
  <inkml:trace contextRef="#ctx0" brushRef="#br0" timeOffset="54765.93">25347 14417 150 0,'2'10'212'15,"-2"-10"-1"-15,-2 10-7 0,6-4-12 0,-4-6-2 16,0 14-9-16,0-8-12 0,0-6-9 0,0 13-11 0,0-7-15 16,0-6-13-16,-2 9-8 0,2-9-5 0,0 9-2 15,0-9 2-15,0 0 2 0,0 0 0 16,0 0 0-16,0 15 16 0,0-15-7 0,0 0-2 15,0 0 11-15,0 0-12 0,0 0 11 0,0 0-20 16,0 0-1-16,0 0-14 0,0 0-5 0,0 0-8 16,0 0-11-16,0 0-5 0,0 0-5 0,0 0-17 0,-2-38 0 15,2 38-13-15,4-20-11 0,-1 10 6 16,3-5 0-16,-2 4-10 0,-1 1 1 0,4-2-6 16,-3 2 1-16,3-2 5 0,-1 4 4 0,0 1-6 15,-2-1-5-15,-4 8 2 0,11-9 5 0,-5 5-1 16,2 3-12-16,-4 0-6 0,-4 1 8 0,0 0-2 0,18 6 2 15,-11-1 7-15,-7-5-5 0,14 11 3 16,-8-3 3-16,-1 0-6 0,1 1 2 0,2-1-5 16,-2 2 12-16,-2-1-1 0,2-1-14 0,-3 1 4 15,2-3 1-15,-5-6 0 0,3 11 4 0,-3-11 3 16,2 7 7-16,2-4 4 0,-4-3 3 0,4 6 3 16,-4-6 8-16,0 0-7 0,2 6 11 0,-2-6-2 0,0 0-12 15,0 0-2-15,0 0-3 0,0 0-4 16,0 0 2-16,0 0 0 0,0 0-3 0,0 0-8 15,0 0-1-15,2-21-1 0,1 14-9 0,1-2-4 16,-2-1-4-16,4 1-5 0,2-1 4 0,-3 0-8 16,1 2 0-16,-2-1 3 0,4 2 4 0,-6 1-6 15,4 2 1-15,-1-1 9 0,-1 1-6 0,-4 4-3 16,7-5 7-16,-7 5 3 0,9-1-2 0,-9 1-1 16,9 7-4-16,-5-4 4 0,1 4 8 0,-1-2-2 15,-3 2 6-15,6 2-4 0,-1-1-3 0,-2 0 1 16,1 1 5-16,0-3-6 0,2-2 3 0,-3 1-4 15,3 3 11-15,-1-4-7 0,-2-3 8 0,1 3-1 16,-5-4 4-16,9 2 3 0,-9-2-8 0,10 3 9 16,-10-3 2-16,10 0 0 0,-10 0 2 0,10-4 1 15,-10 4-5-15,7-5-5 0,-1 2 3 0,-6 3 1 16,5-10 0-16,-3 5 4 0,2 0-9 0,-4 5 1 16,5-12 4-16,-3 4-13 0,-2 8 11 0,1-10-5 0,-1 10 2 15,1-10-4-15,-1 10 2 0,1-8 2 16,-1 8 1-16,4-5-2 0,-4 5 7 0,0 0-4 15,0 0 10-15,0 0 2 0,0 0-1 0,0 0 8 16,0 0-7-16,-14 16 1 0,11-6 2 0,0-2-6 16,0 2 1-16,-1 0 0 0,0-1-1 0,2 3-6 15,-1-3 1-15,1-2-7 0,0 5-19 0,2-2-29 16,0-1-34-16,0 0-34 0,2-1-30 0,-2-8-37 16,4 11-33-16,-2-7-33 0,-2-4-32 0,7 9-48 15,-2-5-37-15,-5-4-183 0,0 0-589 0,11 4 261 16</inkml:trace>
  <inkml:trace contextRef="#ctx0" brushRef="#br0" timeOffset="54923.21">25729 14198 41 0,'-1'-5'158'0,"1"5"-25"0,0 0-15 0,-1-8-15 16,1 8-26-16,0 0-25 0,0 0-22 0,0 0-22 15,0 0-27-15,13 16-19 0,-6-8-4 0,-1 2-11 16,-2 1-42-16,6 3-103 0,-3 2 46 0</inkml:trace>
  <inkml:trace contextRef="#ctx0" brushRef="#br0" timeOffset="55365.78">25826 14427 24 0,'0'0'142'0,"0"0"6"15,0 8 11-15,0-8 5 0,0 0 3 0,0 0 2 16,4 5 3-16,-4-5-1 0,0 0-1 0,0 0-4 15,7 1-7-15,-7-1 0 0,0 0-7 0,0 0-6 16,13-11-11-16,-6 7-2 0,-3-1-2 0,1 0-10 16,-1 1-5-16,-4 4-8 0,11-9-8 0,-3 5-4 15,-2-1-4-15,-6 5-14 0,9-4-7 0,-2 2-4 16,-7 2-8-16,11 0 2 0,-11 0 6 0,11 2-11 16,-6 1 0-16,1 1 0 0,-6-4-9 0,10 7 8 15,-2-2-11-15,-3-1-9 0,1 0 4 0,2 1-10 16,1 0 3-16,-3-2-4 0,5 1-2 0,-1-3 0 15,0 1-4-15,1-2 1 0,-1 0-3 0,1-1 6 16,-2 1-13-16,0-1-1 0,-2-2 1 0,-7 3-2 16,13-5 3-16,-4 3-8 0,-4-4 7 0,1 3-10 15,-1-1 2-15,-1-3 4 0,-4 7-2 0,6-11 1 16,-4 7 2-16,2-2 3 0,-4-2-2 0,0 8-11 16,2-13 5-16,2 4 11 0,-6 2-18 0,2 7 0 15,0-10-2-15,0 10 2 0,0-11 5 0,0 11 0 16,-4-8 8-16,4 8 1 0,-5-2-2 0,5 2 2 15,0 0 0-15,0 0-5 0,-20 6 6 0,13-1 0 16,0 2 2-16,3-1 1 0,-3-2 4 0,3 5-5 16,-1-2-2-16,-1 2-12 0,0-1-7 0,4-1-27 15,0 0-30-15,0-1-27 0,0 1-53 0,2-7-38 16,0 11-45-16,0-11-50 0,6 8-46 0,-3-5-231 16,-3-3-600-16,16 1 266 0</inkml:trace>
  <inkml:trace contextRef="#ctx0" brushRef="#br0" timeOffset="55849.21">26331 14332 143 0,'0'0'234'0,"4"-6"11"0,-4 6 10 0,0 0 11 0,0 0-2 16,0 0 13-16,0 0-19 0,0 0-11 0,0 0-5 16,0 0-1-16,0 0-28 0,-27 6 7 15,18-1-17-15,-1-1-16 0,2 2-12 0,-1 0-13 0,1 0-18 16,3-1-12-16,-4 1-11 0,6-1-19 0,-1 0-6 15,-2 1-4-15,6-6-19 0,-3 9-5 0,1-2-4 16,2-7-8-16,-2 10-7 0,2-10-6 16,0 7 0-16,0-7-8 0,4 9 1 0,-4-9-2 15,9 6-6-15,-9-6-3 0,11 1 1 0,-4 0-3 0,-7-1-1 16,13-4-5-16,-6 2 0 0,1-1-2 0,-2-2-4 16,1 0 3-16,-1 1-6 0,-2-2-3 0,6-3 5 15,-5-1 0-15,1-1-7 0,0 0 1 0,-3-1 0 16,4-3 3-16,-4-2-4 0,1 2 1 15,0-2-2-15,-2-1 2 0,0 0-4 0,3-6 2 0,-3 5-1 16,0 0 1-16,2-7 2 0,-4 7 0 0,4 0-2 16,-4 0-4-16,0 2 12 0,0 2 8 15,2 2 9-15,-2 4 13 0,2 0 10 0,-2 2 4 0,0 7-4 16,0-11-6-16,0 11-1 0,0 0-7 16,0 0 5-16,0 0 20 0,0 0 4 0,0 0 2 15,0 0 1-15,-4 30-1 0,4-12-3 0,-4-1-8 0,4 2-2 16,-2 5-8-16,2-5 1 0,-2 1-8 0,2-1-6 15,0-1 0-15,2 0-4 0,-2-1-10 0,2 0-24 16,-2-1-24-16,0-4-32 0,4 1-44 16,-2 0-39-16,0-3-42 0,0 2-42 0,-4 1-47 15,4-2-44-15,-2 0-65 0,0-4-56 0,0-7-274 16,-2 16-773-16,2-16 342 0</inkml:trace>
  <inkml:trace contextRef="#ctx0" brushRef="#br0" timeOffset="56471.21">27074 13924 21 0,'-4'-10'241'0,"0"4"-2"15,-3-4-1-15,0 3 2 0,4 2 1 0,-3 1-6 16,6 4-12-16,-5-10-16 0,5 10-17 0,-4-6-21 15,4 6-17-15,0 0-17 0,0 0-7 0,0 0-4 16,0 0 3-16,-10 16-5 0,8-2-3 0,0 5-1 16,2 0-7-16,0 9-11 0,-4 0 9 0,6 0 1 15,-4 2-6-15,4-1 0 0,-2 1-2 0,0-2-5 16,2 0-11-16,-2-1-2 0,0 1-4 0,0-2-2 16,2-6-7-16,0-2-12 0,-4 2-6 0,4-1 1 15,-2-1-3-15,0 0-4 0,0-2-9 0,0 2 3 16,0-2-2-16,0-5-5 0,0 3-9 0,-2-2 1 15,0 0 3-15,2-2-11 0,-4 1 5 0,3-2-6 16,-3 0-8-16,0 1-16 0,4-2-20 0,-2-2-34 16,0 1-23-16,2-7-35 0,-5 11-30 0,0-7-38 15,5-4-41-15,-7 4-47 0,7-4-30 0,-8 0-31 16,8 0-213-16,0 0-594 0,-13-9 263 0</inkml:trace>
  <inkml:trace contextRef="#ctx0" brushRef="#br0" timeOffset="57665.89">26924 14235 18 0,'4'-4'164'0,"-4"4"5"0,10-7 9 0,-6 5-1 16,-4 2 4-16,11-5-10 0,-5 4-7 0,-6 1-9 16,16-1-11-16,-9 2-9 0,-7-1 5 0,16 2-8 15,-9-1-9-15,3 2 1 0,-1 0-11 0,1-1-1 16,-1 2-10-16,0 1-11 0,-2-1-7 0,0 0-10 15,-3-1-1-15,2 0 0 0,-1 1-5 0,4 2-7 16,-4 0-1-16,-1-3-8 0,1 1 0 0,-5-4-1 16,4 9-4-16,-4-9 4 0,4 8-7 0,-4-8 4 15,2 6-5-15,-2-6-5 0,0 0-5 0,0 8-5 16,0-8-1-16,0 0 2 0,0 0-3 0,0 0-3 16,-2 9-6-16,2-9 5 0,0 0-5 0,0 0-6 15,0 0-2-15,0 0-10 0,0 0-10 0,0 0-5 16,0 0-11-16,0 0 1 0,0 0-6 0,0 0 0 15,10-27-4-15,-4 20-2 0,1-4 1 0,2-3 6 16,0 5 9-16,-2-6-11 0,4 3 1 0,0-2-1 16,-2 2 4-16,0 1 1 0,-1 2 3 0,2-1 0 15,-1 1 6-15,-3 3 3 0,2-2 1 0,-1 2 3 16,-1 1 1-16,0 3 6 0,1-3-4 0,-7 5 6 16,10-6-2-16,-10 6 2 0,6-1-2 0,-6 1 16 15,0 0 5-15,15 4 10 0,-12 0 3 0,2 1 5 16,-1 2 3-16,0 2 9 0,-1-2-3 0,-1 5-1 15,2-2 0-15,-2 0-2 0,0 0 0 0,-1-1-7 16,1 1 1-16,0-3-6 0,1 0 0 0,0-1-6 16,-1 0-2-16,0 1 2 0,2-2-8 0,-4-5 3 15,7 8-2-15,-1-5-2 0,-4 1 1 0,-2-4 4 16,10 4-10-16,-2-2-2 0,-8-2 2 0,14-1 5 16,-7 1-5-16,-7 0 2 0,15-3-2 0,-10-1-3 15,4 1-4-15,-4-1-1 0,1 0-6 0,-1-2-8 16,-1 2 4-16,0-5 3 0,-3 3 3 0,2-2-3 15,-1 1-8-15,-4-3 10 0,2-1-10 0,-4 0 1 16,2 1-4-16,-2-1 3 0,1 1 2 0,-3-2 3 16,2 3 1-16,-1-2 2 0,0 0-1 0,-1 0-1 15,4 0-1-15,-3 5 6 0,1-2-5 0,4 8 4 16,-2-12 2-16,0 8 1 0,2 4 1 0,1-12 11 16,-1 12-11-16,1-8-5 0,3 2 2 0,-4 6 3 15,9-5 1-15,-9 5-2 0,14-4-5 0,-6 4 4 16,-8 0 1-16,17 3 6 0,-7 0 1 0,-1 1 8 15,0 2-2-15,1-3 4 0,-4 6 8 0,3-1 2 16,0-1-2-16,-2 3 5 0,1-4-1 0,-1 2-3 16,1 1 2-16,-2-2-5 0,1 3 1 15,-5-5-1-15,5 0-2 0,-3 0 4 0,-2-1 9 0,-2-4-3 16,5 9 3-16,-5-9 5 0,4 6 8 0,-4-6 4 16,3 4 2-16,-3-4 0 0,0 0 5 0,4 4 5 15,-4-4-4-15,0 0-9 0,0 0-2 0,0 0-6 16,0 0-3-16,0 0-10 0,0 0-2 0,0 0 3 15,-11-22-12-15,11 22-4 0,3-13-12 16,-3 4-3-16,1-1-2 0,0-2-1 0,7-2-1 0,-3-2-4 16,3 0 4-16,2 2-8 0,1 2 1 0,0-2-7 15,0 2 4-15,-4 4-1 0,2-1 2 0,2 3 2 16,-4 2 2-16,0 1-4 0,4-1 9 0,-4 4-1 16,-7 0-1-16,17 7-7 0,-9-2 10 0,0 3-3 15,-1-1 15-15,0 3 0 0,2 0 0 16,-6-1 0-16,3 2 3 0,-1 1-2 0,1-5 1 0,-1 3 1 15,-3-2 6-15,1-1-9 0,1-2 5 0,-1 1 6 16,-3-6 5-16,4 6 5 0,-4-6-2 0,4 7 1 16,-4-7 2-16,0 0 3 0,0 8-1 0,0-8-1 15,0 0-3-15,0 0-3 0,0 0-2 16,0 0-5-16,0 0-5 0,0 0-7 0,0 0-3 0,0 0-5 16,0 0-8-16,-4-27-7 0,4 27-11 0,1-17-15 15,0 4 11-15,6 3-3 0,-3-3-6 0,5-1-1 16,0 0 9-16,0 1 0 0,5 1-2 0,-7 1 4 15,1 3 3-15,1 1 3 0,1 0 2 16,0 5 5-16,-10 2-3 0,14-5-2 0,-14 5 8 0,15 0 11 16,-15 0-8-16,11 9 7 0,-3-2 0 0,-2 1 2 15,-2 0 7-15,1 1-1 0,0 1 4 0,-2-2 3 16,1 3-7-16,2-2-3 0,-4 2 6 16,1-2-4-16,1 1 18 0,-2-1-23 0,1 1 3 0,-3-10-23 15,1 16-23-15,1-8-28 0,-4-3-39 0,2-5-37 16,0 0-49-16,-2 20-47 0,2-20-55 15,-2 10-230-15,2-10-578 0,0 0 255 0</inkml:trace>
  <inkml:trace contextRef="#ctx0" brushRef="#br0" timeOffset="58516.94">28593 13741 30 0,'-5'-10'216'0,"5"10"-6"0,-1-9 7 15,1 9 1-15,-4-9-5 0,4 9-5 0,0 0-11 16,0 0-12-16,-2-8-13 0,2 8-20 0,0 0-14 16,0 0-14-16,0 0 0 0,0 0 6 15,0 0 8-15,0 0 0 0,9 29-7 0,-5-14-2 0,0 0-8 16,0 3-7-16,1 1-19 0,-1 6 2 0,0-6-9 15,0-1-9-15,2-2-7 0,-2 1-7 0,1 0-5 16,1 0-8-16,1-3 5 0,-3-3-10 16,3 0-8-16,-2 0 13 0,-1-3-21 0,1 1 0 15,-1-4 2-15,-3 0-4 0,2-1 7 0,-3-4 8 0,9 7 2 16,-9-7 13-16,5 3-2 0,-5-3 0 0,0 0 3 16,0 0 0-16,13-7-12 0,-6 0-3 0,-4 1-2 15,3-2-1-15,-2-3-4 0,1 0-3 16,-1 1-8-16,1-5-6 0,-1-3 4 0,4 2-3 0,-2-2 0 15,1-1-1-15,-1 0-12 0,-1 2 4 0,4-8-7 16,-5 6-8-16,3-5-5 0,-3 6 7 0,0-1-6 16,-1 1-4-16,3 0-2 0,-2 2-1 15,2 0 3-15,-6 6 2 0,2 1-7 0,-2 2 2 16,0 7-18-16,2-10-13 0,-2 10-21 0,3-8-17 0,-3 8-9 16,0 0-5-16,0 0-29 0,0 0-26 0,4 20-34 15,-4-11-54-15,-2 2-59 0,1 7-36 0,-5-1-205 16,0-2-583-16,3 4 258 0</inkml:trace>
  <inkml:trace contextRef="#ctx0" brushRef="#br0" timeOffset="58816.97">29094 13811 35 0,'5'-6'257'0,"-5"6"-2"0,0 0 1 0,0 0-2 15,0 0-3-15,0 0-19 0,0 0-7 0,0 0-14 0,0 0-8 16,0 0-12-16,-18-5-6 0,18 5-6 0,-13 9-11 16,6-4-10-16,-3 3 0 0,2 1-9 0,1 0-11 15,1 1-14-15,-2 2 1 0,2-1-15 0,2 1-11 16,0-2-2-16,2 0-11 0,-1 4-9 16,2-2-6-16,0 0-6 0,1-2-8 0,2 0-6 15,1 2-12-15,-1-3 5 0,1 1-13 0,2-2-17 0,0 1-31 16,3-2-25-16,-4-1-36 0,2-2-31 0,2 2-34 15,-2-1-34-15,3 0-34 0,-3-3-35 0,6-1-18 16,2 0-15-16,-3-1-5 0,1 0-174 0,1 0-496 16,-3-2 220-16</inkml:trace>
  <inkml:trace contextRef="#ctx0" brushRef="#br0" timeOffset="59050.46">29292 13854 115 0,'3'-7'175'0,"1"3"16"15,-4 4 12-15,3-12 9 0,-3 12-8 0,3-6-10 16,-3 6-13-16,0 0-15 0,2-8-1 0,-2 8 0 16,0 0 6-16,0 0 9 0,0 0-7 0,3 20-7 0,-3-10-12 15,0-3-7-15,-1 4-12 0,1 0-8 0,1 1-8 16,-1-2-13-16,0 6-7 0,0-4-6 0,1 1-15 16,-1-3-5-16,3 1-8 0,-3-2 10 15,0 1-28-15,0 0-5 0,1-1-29 0,0 0-17 16,-1-1-28-16,3-1-23 0,-2 1 0 0,-1-1-34 15,0-7-41-15,0 12-40 0,0-6-47 0,0-6-47 16,1 8-25-16,-1-8-167 0,-2 9-492 0,2-9 219 0</inkml:trace>
  <inkml:trace contextRef="#ctx0" brushRef="#br0" timeOffset="59483.55">29324 13845 55 0,'4'-15'204'0,"3"-1"-3"15,0 6 3-15,-2-1-1 0,0 3 0 0,3 0-1 16,-1 2-5-16,-2 1-7 0,2 1 1 0,-1 3-8 16,-6 1-4-16,13 0-1 0,-13 0-7 0,0 0-10 15,18 5-4-15,-13 1-12 0,-5-6 3 0,13 8-9 16,-8-2-17-16,1 1-10 0,-2 1-8 0,0 2-15 16,2-3-8-16,-2 1-8 0,-1-1-7 0,-2 0-18 15,0 0 14-15,-1 0-9 0,2 1-7 0,-2-8 0 16,-4 13-5-16,2-6-8 0,0 0-20 0,-1-1-1 15,3-6-23-15,-6 10-8 0,5-4-7 0,1-6-13 16,-3 10-6-16,3-10-5 0,-4 9-2 0,4-9 3 16,2 7 6-16,-2-7-3 0,4 9 8 0,-4-9 1 15,5 7 6-15,0-5-3 0,-5-2 0 0,9 8 14 16,-5-3-2-16,1 0 4 0,0 1-2 0,1-3 5 16,0 4 1-16,-2-2-7 0,3-1 9 0,-3 2 8 15,1-1 1-15,1 1-3 0,-1-3 9 0,-5-3 9 16,4 9 6-16,-3-3 13 0,-1-6 1 0,3 6 7 15,-3-6-2-15,0 0-2 0,-7 15 0 0,4-12-7 16,-1 3-16-16,-4-3 16 0,3 4-2 0,-3-3 1 16,3-1-16-16,-4 0-14 0,0 1-24 15,3 0-11-15,-2 0-25 0,-1 0-33 0,3-2-37 0,-2 1-43 16,8-3-47-16,-9 4-46 0,2-3-223 0,7-1-532 16,0 0 235-16</inkml:trace>
  <inkml:trace contextRef="#ctx0" brushRef="#br0" timeOffset="59965.93">30037 13594 203 0,'0'0'261'0,"9"-4"0"15,-9 4-5-15,5-2-10 0,-5 2-10 16,0 0-15-16,0 0 4 0,0 0 8 0,0 0-4 15,3 16-12-15,-3-7-9 0,0-9-14 0,-5 21-6 16,1-6-19-16,-2-1 7 0,-1 2-12 0,2 3-13 16,-2-3-6-16,-3 2-8 0,1 5-9 0,-1 1-7 0,1-3-13 15,-1-4-5-15,4-1-12 0,-5 1-6 16,-1 5-4-16,5-6-13 0,-1 1-4 0,3-1-8 16,-2-3-3-16,4 0-7 0,-1-1-2 0,3 1-5 15,0-3-2-15,-2 0-3 0,3-1-5 0,-1-2-3 16,1-7 1-16,0 10-12 0,3-4 7 0,-3-6-6 0,3 7-4 15,-3-7 0-15,7 3 3 0,-7-3-2 0,10 0-7 16,-10 0 7-16,10-6-4 0,-10 6 2 0,10-10-1 16,-5 5-1-16,2-4-2 0,-3 0 3 15,0-2-1-15,-2-1 0 0,1 0-4 0,-1 0 4 16,0-5 2-16,-2 1-5 0,-3 2-6 0,0-2 3 16,0-1-1-16,-3 1 2 0,-1 1 1 0,-2 3 0 0,0-2-4 15,2 4 0-15,-5-1-1 0,2 3-4 16,-1 1 6-16,-1 0-1 0,-4 2 1 0,2 3-4 15,1-1-4-15,-6 2-16 0,1 1-14 0,18 0-20 16,-28 2-19-16,14 1-30 0,0-2-25 0,-2 5-37 16,3-2-36-16,4 0-45 0,9-4-48 0,-19 9-55 15,9-3-302-15,4 1-706 0,6-7 312 0</inkml:trace>
  <inkml:trace contextRef="#ctx0" brushRef="#br0" timeOffset="60551.09">30311 13573 225 0,'12'-1'231'0,"-12"1"-4"0,16-3-13 15,-8 2-24-15,4-1-16 0,-2-1-14 0,1-1-21 16,1 3-10-16,1-4-18 0,1 2-7 0,-1 0-11 15,6-1-15-15,-7 0-14 0,2 2-14 0,-4 0-12 16,-1-2 0-16,1 3-9 0,-5-2-5 0,-5 3-9 16,9-5-12-16,-9 5-1 0,5-5-1 0,-5 5 11 15,0 0-2-15,0 0 1 0,0 0 1 0,0 0 6 16,0 0 1-16,0 0 4 0,0 0 3 0,0 0 10 16,0 0 9-16,0 0 14 0,0 0 17 0,0 0 17 15,-16 22 7-15,13-12 20 0,-1 0 0 0,1 4 7 16,-1 3-1-16,0 0-7 0,3-1 2 0,-1 1 2 15,0-2-9-15,0 2-9 0,2 0-11 0,3-2-5 16,-3 2-3-16,0-1-13 0,0 0 2 0,1-5-10 16,-1 0-2-16,0 3-9 0,0-4-4 0,3 0-8 15,-1 3-15-15,-2-13 10 0,0 15 1 0,0-15-9 16,2 12-4-16,-2-12-1 0,0 0-4 0,1 11-3 16,-1-11 1-16,0 0-8 0,0 0-7 0,-3 11-4 15,3-11-15-15,-2 5-17 0,2-5 8 0,-9 3 2 16,9-3-17-16,-13 0 3 0,13 0-4 0,-13-2-2 15,13 2 9-15,-14-2-8 0,8 0 11 0,6 2 2 16,-12-2 0-16,7 0 4 0,5 2 3 0,-10-1 1 16,10 1 3-16,0 0 1 0,-9-2 4 15,9 2 1-15,0 0 3 0,0 0-4 0,-9-3 8 0,9 3 2 16,0 0 11-16,0 0 0 0,0 0-2 0,0 0 5 16,0 0 0-16,0 0-5 0,0 0 5 0,0 0 8 15,26 6-1-15,-16-4-21 0,3-2-15 0,6-2-18 16,-1 1-33-16,0-1-30 0,1-1-41 0,0-1-37 15,1 0-39-15,2-1-43 0,5-2-41 0,0 0-216 16,-7 2-558-16,1-1 247 0</inkml:trace>
  <inkml:trace contextRef="#ctx0" brushRef="#br0" timeOffset="60984.73">30947 13662 183 0,'0'0'214'0,"0"0"8"0,0 0 4 0,0 0 8 0,0 0 1 15,-13-11-2-15,13 11-9 0,-11 3 1 16,11-3-21-16,-17 8 16 0,6-5-16 0,2 4 5 16,-7 1-14-16,4 2-14 0,-4 1-8 0,6-3-6 0,1 1-19 15,0 0-16-15,0 1-14 0,4-2-22 16,0 1 4-16,1-1-11 0,2 1-8 0,-1 0-6 16,2-3-12-16,1-6-7 0,1 12 1 0,2-6-4 15,-3-6-8-15,7 10-8 0,0-5-4 0,2 1-1 16,3-3-11-16,-3-1-8 0,5 1 1 0,-3 0-5 15,-4-2 1-15,5-1-4 0,-5 0 5 0,-7 0-11 0,15 2 5 16,-15-2 0-16,12-2-3 0,-12 2 2 16,9 2 0-16,-9-2 1 0,0 0-6 0,8-5 6 15,-8 5-8-15,0 0 3 0,0 0 2 0,0 0 10 16,0 0 3-16,0 0-2 0,0 0 5 0,-27 6 2 16,18-2 7-16,-2 1 16 0,0 0 11 0,-4 6 9 0,6-5 13 15,-6 5 8-15,1-2 7 0,0 4 2 16,2 0 4-16,-1 0 0 0,1-3-3 0,5 0-8 15,2-1-15-15,-2-1 2 0,4 1-6 0,-1-3 0 16,3 2-9-16,-1-2-3 0,2-6-7 0,2 13-6 16,3-7-11-16,0-3-18 0,1 1-19 0,5 0-31 15,-1-3-34-15,4 0-39 0,3-2-44 0,2 0-66 16,-3-1-48-16,2-4-60 0,0-1-85 0,-4 4-384 16,3-6-862-16,1-1 382 0</inkml:trace>
  <inkml:trace contextRef="#ctx0" brushRef="#br0" timeOffset="61163.15">31319 13830 306 0,'0'0'440'0,"10"-2"13"0,-10 2 14 0,0 0 6 16,0 0-24-16,0 0-27 0,15-1-43 0,-15 1-39 16,0 0-31-16,0 0-32 0,8-5-31 0,-8 5-32 15,0 0-43-15,0 0-49 0,0 0-53 0,0 0-57 16,0 0-69-16,0 0-78 0,0 0-78 0,0 0-99 15,0 0-105-15,0 0-253 0,0 0-724 0,0 0 320 16</inkml:trace>
  <inkml:trace contextRef="#ctx0" brushRef="#br0" timeOffset="63784.01">20106 15567 136 0,'-8'-6'235'0,"8"6"-8"0,-5-4-20 0,5 4-16 0,0 0-19 16,0 0-17-16,0 0-16 0,0 0-12 0,-5-5-16 15,5 5-8-15,0 0 5 0,0 0-7 16,0 0 9-16,0 0-9 0,15 21 8 0,-11-15-3 16,3 4-1-16,-1 0-3 0,3 4 3 0,-1 2-11 15,-1-4-6-15,0 4-7 0,3-3-6 0,-2 3-4 16,1 0 5-16,0-1 0 0,-2 2 3 0,2-1-7 15,-1 0-9-15,1-1-1 0,-2 3-4 0,1-4-4 16,0 2-3-16,1-4-6 0,-4 5 3 0,0-5-9 16,1-3-5-16,1 2 0 0,2-1-4 0,-3 1-2 15,0-2 1-15,0-3-13 0,-4-1 11 0,3-1-5 16,-5-4 5-16,5 8 1 0,-5-8 15 0,5 5 11 16,-5-5 2-16,0 0 9 0,4 5 4 0,-4-5-8 15,0 0-11-15,0 0 4 0,7-14-9 0,-5 4-6 16,0 1-5-16,1-2-2 0,-1-1-5 0,0-5 5 15,2-1-7-15,-3 1-12 0,1-2 10 0,3-5 2 16,-7 3-5-16,1-3-28 0,0-1 10 0,-2 1-5 16,3-1 1-16,2 5-10 0,-2 0-5 0,1-7-4 15,-2 8-4-15,2 1-2 0,-4 1-1 0,3 6 5 16,0-2-7-16,3 4 7 0,-3 9 1 0,1-16-5 16,-1 16-14-16,0-10-17 0,0 10-19 0,0-7-29 15,0 7-30-15,0 0-13 0,0 0-11 0,0 0-17 16,0 0-27-16,0 0-25 0,0 0-40 0,17 19-25 15,-11-9-166-15,0 1-498 0,1 0 221 0</inkml:trace>
  <inkml:trace contextRef="#ctx0" brushRef="#br0" timeOffset="64266.92">20706 15648 58 0,'0'0'188'16,"0"0"-4"-16,0 0-6 0,0 0 0 0,-24 8-11 0,16-1-6 16,-1 2-6-16,-2 0-10 0,-1 3-3 0,1 3-10 15,0-2-8-15,2-3-13 0,1 6-6 16,2-7-7-16,2 2-4 0,1 2-7 0,3-3-4 16,0 2-2-16,3-1-4 0,1-2-10 0,1 0 0 15,0-2-7-15,4 0-1 0,1 1-8 0,2-2-6 16,-1-3-5-16,5 1-2 0,-4-3-6 0,6-1 2 15,-5 0-10-15,1-1 2 0,0 0-4 0,-1-1-1 16,0 1-5-16,-4-2 1 0,1 0 2 0,-4 1-3 16,-6 2 0-16,11-3-1 0,-6 0-5 0,-5 3 9 15,6-4-13-15,-6 4 2 0,0 0-4 0,0 0 1 16,2-8 2-16,-2 8-3 0,0 0-1 0,0 0 0 16,0 0-4-16,-24 2 3 0,24-2-1 0,-18 6 0 15,7 1-1-15,-6 1 0 0,3-1 6 0,0 3 6 16,-1-1 1-16,-1 1 5 0,2 0 1 0,4 3 1 15,1-5-1-15,0 1 2 0,3 4-2 0,2-4 4 16,-1 2-1-16,2 0-5 0,2 0-2 0,1-11 1 16,-1 19 2-16,3-8-5 0,1-2 0 0,-1-1 4 15,4-1-9-15,-6-7 4 0,12 12-6 0,0-7-9 16,-3 0-14-16,2-2-9 0,2-2-28 0,0 1-24 16,0-2-31-16,-1 0-34 0,0-2-35 0,2-2-26 15,3-1-29-15,-1-3-22 0,0 0-134 0,-2 1-422 16,-2-4 188-16</inkml:trace>
  <inkml:trace contextRef="#ctx0" brushRef="#br0" timeOffset="64518.17">20956 15716 186 0,'0'-5'188'15,"0"5"-6"-15,0 0 8 0,0 0-2 0,0 0-3 16,0 0-5-16,0 0-7 0,-1 27-1 0,-1-15-16 15,1-2-9-15,1 2-15 0,-1 4-7 0,0-2-7 16,1-4-9-16,0 3-15 0,1-2-9 16,-1 3-5-16,0-3-9 0,1 4-9 0,0-3-10 0,2-2-5 15,-1 1-15-15,-2-2-17 0,2 1-20 0,-2-3-17 16,1 1-22-16,-1-8-17 0,2 13-27 0,-2-13-18 16,2 11-20-16,-2-11-17 0,0 0-15 0,2 12-2 15,-2-12-2-15,0 0-4 0,3 8-1 0,-3-8-94 16,0 0-281-16,0 0 124 0</inkml:trace>
  <inkml:trace contextRef="#ctx0" brushRef="#br0" timeOffset="64933.36">20920 15805 92 0,'-2'-15'120'0,"2"1"-4"0,2-2 9 16,2 1 3-16,1 2 5 0,4 2 6 0,1-2 2 16,4 0 9-16,-2 3 0 0,3 0 9 0,-1 1-15 15,3 2-4-15,-2 2-10 0,4 2 7 0,-2 3-5 16,-4 0-4-16,3 3-2 0,-4 0-8 15,-3 1-1-15,1 1-6 0,-2 2-3 0,2 0-7 16,-5 1-1-16,0 3-8 0,-2-1-8 0,-1 2-3 16,-2-3-2-16,0-9-8 0,-4 22-12 0,4-10-9 15,-2-1 1-15,-1-2-5 0,1 2-5 0,-1-3-3 16,3-8-6-16,-2 15-14 0,2-15-1 0,-3 12-11 16,3-12-4-16,-4 10 3 0,4-10-2 0,-1 10-2 15,1-10 1-15,0 0 5 0,8 9-11 0,-8-9 1 16,9 4 0-16,-9-4 3 0,11 4-2 0,-2-1-3 15,-9-3 0-15,15 6 3 0,-8-2 0 0,3 0-5 16,-2 0 13-16,-8-4-6 0,13 5 2 0,-6-2-3 16,-7-3-3-16,12 6-1 0,-12-6 2 0,9 3 3 15,-9-3-3-15,8 7 7 0,-8-7 0 0,4 6 0 16,-4-6 3-16,0 0 9 0,-6 17-12 0,6-17-4 16,-6 12 4-16,6-12-4 0,-9 9-1 0,1-2 5 15,-2 0-11-15,3-1-13 0,0-1-6 0,7-5-12 16,-14 9-18-16,5-2-17 0,2-4-26 0,7-3-22 15,-11 8-26-15,11-8-39 0,-13 3-36 0,13-3-42 16,-8 4-166-16,8-4-465 0,0 0 206 0</inkml:trace>
  <inkml:trace contextRef="#ctx0" brushRef="#br0" timeOffset="65165.87">21582 15673 82 0,'9'-1'211'15,"-9"1"-3"-15,9-2-3 0,-9 2-9 0,11-4-10 16,-4 2-8-16,2 0-23 0,4-3-8 0,-2 2-18 16,2 0-10-16,1-1-16 0,-1 0-15 0,-1 0-22 15,0 1-31-15,-3 1-42 0,-9 2-40 0,17-3-31 16,-17 3-35-16,12-1-31 0,-12 1-20 0,12 2-96 15,-12-2-281-15,0 0 125 0</inkml:trace>
  <inkml:trace contextRef="#ctx0" brushRef="#br0" timeOffset="65321.62">21636 15766 81 0,'-5'4'169'16,"1"1"6"-16,4-5-3 0,-5 5-4 0,5-5-3 15,0 0-9-15,-3 6 0 0,3-6-3 0,0 0-3 16,0 0-11-16,0 0-8 0,9 7-14 0,-9-7-10 15,14-1-12-15,-4 1-9 0,-1-2-25 16,4 0-25-16,-1 0-34 0,0 0-41 0,1 1-52 16,0-2-54-16,1-2-38 0,-2 1-128 0,-1-1-336 15,1-1 149-15</inkml:trace>
  <inkml:trace contextRef="#ctx0" brushRef="#br0" timeOffset="65949.63">22478 15328 98 0,'-4'-7'240'0,"4"7"6"0,-5-5-4 0,5 5-6 16,-7-4-6-16,7 4-12 0,-7-4-13 16,7 4-11-16,0 0-14 0,-10-1-22 0,10 1-2 15,0 0-10-15,-10 6-6 0,6-1-2 0,0 5-2 16,0 1 0-16,-1 4-1 0,2 3-14 0,-1 1-2 15,2-1-12-15,-1-1 7 0,0 2-8 0,0 9-12 16,2-8 3-16,2 5-2 0,-1 1-4 0,-1 0-6 16,0-2-5-16,-1 0 0 0,5 1-1 0,-4-5-4 15,2-2-4-15,1 0 0 0,-2 1-6 0,2 0 2 16,1-2-3-16,0-1-4 0,-2 0-5 0,2 1-2 16,-3-1-2-16,1-1 1 0,-1-1-9 0,1-2-2 15,-2-2-3-15,1 0-4 0,-3 1-4 0,2 0-4 16,-1 2-8-16,2-13-6 0,-4 14-26 0,1-8-14 15,3-6-26-15,-2 13-31 0,2-13-21 0,-4 9-31 16,1-5-24-16,3-4-29 0,0 0-40 0,-9 7-50 16,9-7-52-16,0 0-304 0,-16 2-688 0,16-2 305 15</inkml:trace>
  <inkml:trace contextRef="#ctx0" brushRef="#br0" timeOffset="66125.95">22285 15708 119 0,'17'-5'145'0,"-1"-1"-20"16,0 0-9-16,3 1-9 0,-1-1-11 0,1 2-10 16,0 0-25-16,-2 0-30 0,0-1-49 0,-2 3-35 15,-1-1-84-15,-7 2-146 0,-7 1 65 0</inkml:trace>
  <inkml:trace contextRef="#ctx0" brushRef="#br0" timeOffset="66434.45">22634 15670 86 0,'13'3'207'0,"-6"1"6"0,-7-4-12 0,13 7 0 15,-6-5-3-15,-1 4-7 0,3 3-8 0,-3-1-12 16,-2 1-7-16,-1-1-3 0,-1 1-11 0,-2 3-7 15,2-1-13-15,-4 1-5 0,0-1-5 16,-2 0 1-16,0-1-9 0,-1 1-6 0,0 0-7 16,-3-1-5-16,3-1-7 0,0-1-5 0,0 0 0 0,5-8-10 15,-7 8-8-15,7-8-6 0,-6 8-3 0,6-8-6 16,0 0-4-16,-5 8-1 0,5-8-7 0,0 0-12 16,0 0 4-16,0 0 3 0,0 0-11 0,0 0-1 15,0 0-1-15,0 0-6 0,19 7-7 16,-19-7-16-16,22-4-15 0,-11 1-21 0,2-1-18 15,6-2-32-15,2-1-37 0,3-3-43 0,3 1-41 16,0-4-39-16,-1 3-34 0,-1-2-161 0,-1-2-488 16,0-3 216-16</inkml:trace>
  <inkml:trace contextRef="#ctx0" brushRef="#br0" timeOffset="66717.97">23264 15324 41 0,'0'0'257'0,"-10"-6"-7"0,10 6 6 0,0 0-4 16,-31 6-5-16,20 0-7 0,-5 5-9 0,3 1-6 15,-6 7-9-15,3 3-7 0,0-1-12 0,2 4-14 16,2-1 1-16,0 2-4 0,2 2 2 0,1 1-18 16,1-3-12-16,6 0 0 0,-1 2-20 0,0-1 3 15,5-1-20-15,-2-1-5 0,4-5-5 16,-2-2-10-16,3 0-7 0,2 1-7 0,2-2-6 0,-2-1-9 15,4 0-5-15,1-4-8 0,-3-1-6 0,5 0-16 16,2-1-19-16,-2 0-39 0,4-4-20 0,-2-2-30 16,2 0-28-16,1-3-37 0,1 0-41 0,-7 0-48 15,5-2-43-15,0 0-51 0,-1-1-278 16,-3-1-652-16,1-5 289 0</inkml:trace>
  <inkml:trace contextRef="#ctx0" brushRef="#br0" timeOffset="67232.07">23517 15452 127 0,'1'-7'210'0,"-1"7"2"0,0-11 0 15,0 11 4-15,3-12-2 0,-3 12-4 0,0 0-5 16,0 0-11-16,0 0-8 0,0 0-5 0,-1-18-18 16,1 18-15-16,0 0-5 0,0 0-11 0,0 0-12 15,0 0 8-15,0 0 13 0,0 0 1 0,0 0-18 16,0 0 16-16,0 0-3 0,16 24 2 16,-12-13-5-16,0 1-9 0,3 0-8 0,-1 2-6 0,1 0-7 15,-1 2-14-15,1-1-7 0,1 1-8 0,-1 0-4 16,0 0-3-16,-1-3-11 0,-1-2-3 15,2 0-6-15,-1 2-9 0,1-5 2 0,-1 1-6 16,1 0-4-16,-4-2-5 0,-3-7-1 0,8 10-5 16,-3-5 3-16,-5-5-3 0,6 7-2 0,-6-7 4 15,8 6-1-15,-8-6 1 0,0 0 2 0,0 0 0 16,0 0-1-16,0 0-6 0,19-9 2 0,-19 9-2 16,9-16-2-16,-5 7-2 0,0-2-1 0,0 0-1 0,-2 0-2 15,3-7 4-15,0 3-8 0,2-2-2 16,-2-2 2-16,5-6-16 0,-3 2-6 0,-2 7 1 15,0-2-6-15,0 1-3 0,-1-2-4 0,-1 3 4 16,1 5-8-16,-1-1 4 0,-3 12-3 0,4-20-4 16,-3 10-21-16,-1 10-8 0,5-12-12 0,-5 12-40 15,0 0-31-15,1-14-34 0,-1 14-40 0,0 0-38 16,0 0-23-16,0 0-24 0,0 0-22 0,0 0-203 16,0 0-577-16,0 0 255 0</inkml:trace>
  <inkml:trace contextRef="#ctx0" brushRef="#br0" timeOffset="67500.93">23961 15480 40 0,'0'0'238'0,"0"0"-4"0,0 0-4 0,0 0 3 0,0 0-5 15,0 0-1-15,0 0-6 0,-23 15-10 16,23-15 2-16,-13 13-14 0,6-5-13 0,0 0-7 15,2 3-3-15,-3 2-4 0,3 1-18 0,1 3-7 16,0-6-17-16,-1 4-15 0,3-4-8 0,0 2-11 16,2-2-4-16,2 5 2 0,-1-6-21 0,4 1-6 0,-4-2-13 15,4 0-20-15,0 0-28 0,0-4-24 16,-5-5-32-16,16 12-30 0,-9-8-32 0,4-2-33 16,-1 0-38-16,3-2-41 0,-13 0-36 0,25-2-28 15,-13 0-178-15,2-2-506 0,2-2 224 0</inkml:trace>
  <inkml:trace contextRef="#ctx0" brushRef="#br0" timeOffset="67750.23">24217 15485 180 0,'0'0'232'0,"0"0"4"16,3-9-2-16,-3 9-7 0,0 0-2 0,0 0-3 15,0 0 7-15,0 0-6 0,0 0-13 0,0 0-5 16,0 0-24-16,-3 39-2 0,3-28-8 0,-1 3-12 15,1 1-9-15,1 2-12 0,-2-3-18 0,0 2-11 16,0-5-11-16,1 6-5 0,1-4-8 16,-1-2-16-16,0 1-3 0,0-2-26 0,1 0-11 15,-1-10-25-15,0 18-12 0,0-18-33 0,0 13-21 16,0-7-27-16,1 0-28 0,-1-6-25 0,0 0-28 16,0 0-33-16,-1 18-27 0,1-18-41 0,-2 5-193 15,2-5-502-15,0 0 222 0</inkml:trace>
  <inkml:trace contextRef="#ctx0" brushRef="#br0" timeOffset="68168.27">24179 15531 111 0,'2'-10'209'16,"-2"10"0"-16,5-13 2 0,-2 7 3 0,5-3 0 16,-3 1-5-16,1 0-12 0,-6 8 0 0,12-9-20 15,-2 4-9-15,-10 5-6 0,16-6-8 0,-16 6 2 16,17-4-9-16,-17 4-5 0,16 0-15 0,-16 0-6 15,0 0-6-15,21 8-6 0,-13-5-6 0,-8-3-2 16,10 8-11-16,-10-8-1 0,7 9-11 0,-6-2-6 16,-1-7-7-16,-1 14-8 0,1-14-10 0,-4 18-10 15,-1-9-7-15,1-1-7 0,-1 0-7 0,0 2-4 16,1-3-6-16,4-7-4 0,-7 14-17 0,7-14-3 16,-2 13-2-16,2-13-5 0,-4 12-11 0,4-12-4 15,5 10 2-15,-5-10-3 0,8 7 5 0,-8-7-1 16,9 9 6-16,-3-5-4 0,4-1 3 0,-1 3 5 15,0-2 6-15,1 1-2 0,-10-5 5 16,17 7 1-16,-10-4-2 0,-7-3 0 0,13 9 9 16,-9-4 0-16,-4-5-1 0,10 10 2 0,-4-7-1 0,-6-3 6 15,5 12 7-15,-5-12 0 0,0 13 6 0,0-13 1 16,-3 14 0-16,-2-7-2 0,1 2-2 0,-3 0 2 16,2 0-5-16,-2 1 0 0,-3-2-1 0,2 1-10 15,1-1-6-15,-4 0-26 0,1 1-22 16,0-2-37-16,1 0-39 0,-1 0-50 0,3-1-49 15,1-3-239-15,-3 3-516 0,9-6 229 0</inkml:trace>
  <inkml:trace contextRef="#ctx0" brushRef="#br0" timeOffset="68366.16">24608 15776 236 0,'0'0'265'0,"16"5"5"0,-11 0 2 0,-5-5-6 15,8 9-5-15,-5-2-7 0,-3-7-8 0,0 0-20 16,3 19-16-16,-3-19-23 0,-5 17-8 0,5-17-26 16,-9 18-16-16,1-8-22 0,1-1-31 0,-2 0-33 15,-5 1-36-15,2-4-41 0,0 2-50 0,1-1-51 16,-6 0-64-16,3-2-71 0,-2 0-196 0,-2-2-496 16,-1-1 220-16</inkml:trace>
  <inkml:trace contextRef="#ctx0" brushRef="#br0" timeOffset="70067.02">25255 15129 56 0,'0'0'180'0,"0"0"8"15,-8 3 0-15,8-3 1 0,0 0-3 0,-10 5-6 16,10-5-8-16,-7 3-3 0,7-3-9 0,-8 5-5 16,8-5 20-16,0 0-11 0,-5 3-15 0,5-3-14 15,0 0-16-15,0 0-7 0,-4 5-11 0,4-5 0 16,0 0-10-16,0 0 2 0,0 0-3 0,0 0-7 16,22 4-4-16,-11-5-7 0,2-1-5 0,6 0-6 15,2-2-6-15,0 1-21 0,6-4 13 0,2 3-20 16,-11 2-22-16,0-1-25 0,4 1-28 0,-6 0-31 15,-2 0-34-15,-3 1-37 0,-5 0-30 0,6-1-34 16,-12 2-24-16,11 0-15 0,-11 0-145 0,9 2-432 16,-9-2 192-16</inkml:trace>
  <inkml:trace contextRef="#ctx0" brushRef="#br0" timeOffset="70583.66">25437 15130 185 0,'-3'1'184'16,"3"-1"-4"-16,0 0-1 0,0 0 2 0,-4 6 11 15,4-6 6-15,-4 8 9 0,4-8 2 0,-2 16-1 16,-1-5-3-16,1 1-3 0,1 4-14 0,-1 1-12 16,0 0 1-16,0 2-12 0,2-2-8 0,0 0-4 15,3 1-19-15,-4-2-5 0,1 0-14 16,2 0-17-16,1 1 4 0,-1 0-13 0,-2-5-8 0,3 0-27 16,-1-1 20-16,-2 0-11 0,-5-3-12 0,10 2 2 15,-3-3-6-15,0 1-13 0,-2-2 4 0,0-6-4 16,4 11-3-16,-3-6-5 0,-1-5 1 0,0 8-8 15,0-8 6-15,0 0-3 0,0 9-15 0,0-9 9 16,0 0-9-16,0 0-3 0,0 0-2 16,-4 8 4-16,4-8-4 0,0 0-7 0,0 0-4 0,0 0-15 15,0 0 3-15,-11 0-3 0,11 0 3 0,0 0 4 16,-14-5-18-16,14 5 2 0,-15-3 1 0,7 3 2 16,1-2 10-16,7 2-5 0,-16-5 3 0,7 5 1 15,0-2 0-15,9 2 11 0,-18-1-7 16,5 1 4-16,1-1 3 0,1 1 0 0,-2 1-1 15,2 0 3-15,2 1 1 0,0-2 5 0,9 0-1 0,-13 0 3 16,13 0-1-16,-10 0 2 0,10 0 1 0,-6 1-19 16,6-1 26-16,0 0-1 0,0 0 0 0,0 0 7 15,0 0 8-15,0 0 4 0,15 14-11 16,-7-11 8-16,5-1-3 0,5-3 6 0,-2 2 2 16,2-1-5-16,1 0-3 0,-1-1 0 0,-5 1 0 15,8-1-6-15,-10 1-1 0,9-1-4 0,1-2 7 0,-5 0-11 16,-2 3-6-16,0-2-3 0,-2 0-4 0,2 2-16 15,-5-3-9-15,2 3-23 0,-11 0-28 16,13 0-21-16,-6-3-23 0,-7 3-24 0,11-1-24 16,-11 1-28-16,10 0-35 0,-10 0-22 0,10 0-36 15,-10 0-183-15,0 0-518 0,10 0 230 0</inkml:trace>
  <inkml:trace contextRef="#ctx0" brushRef="#br0" timeOffset="71133.09">25973 15302 200 0,'0'0'259'0,"0"0"1"0,-24-3 9 15,11 4 0-15,6 1-6 0,-7 1-23 0,3 1 5 16,-7 2-17-16,3 3-12 0,5-4-18 0,-1 3-24 16,2 0-4-16,0 0-13 0,1 2-20 0,0-1-12 15,4 0-8-15,1 0-14 0,0-1-11 0,0 1-11 16,3-3-10-16,3 3-3 0,0-2-32 0,0 1 23 16,1-5-3-16,0 2-5 0,6 1-13 0,-3-4 0 15,2 0-4-15,2 0-6 0,0 0-3 0,0-3 4 16,-1 1-12-16,0 0-2 0,-1-1 1 0,3 1 3 15,-5-3-2-15,-7 3-11 0,11-3-13 0,-5 0 26 16,-6 3-11-16,10-1 8 0,-10 1-3 16,0 0-1-16,8-3-4 0,-8 3 0 0,0 0-1 0,0 0-1 15,0 0-1-15,0 0 2 0,0 0 10 0,0 0 4 16,0 0 3-16,-26 7 3 0,17-5-13 0,-5 4 17 16,3 1 2-16,0 0 15 0,-3 5 6 0,-1-2-9 15,-2 0 9-15,4 2 0 0,-3-2-3 0,7-1 2 16,-2 3 3-16,2-1-9 0,2-3 2 0,1 4-3 15,2-3-4-15,1-1-3 0,1 1-6 0,-3 1-2 16,5-3-1-16,0 2-2 0,0-9-2 0,5 13-2 16,-1-8-2-16,3 2-2 0,-1-2 3 0,1-2-11 15,3 1 3-15,1-2-15 0,0 0-8 0,1-1-19 16,0-1-16-16,1-1-39 0,0-1-28 0,0-2-48 16,0 1-45-16,0-1-44 0,0-1-55 0,0 2-69 15,0-3-304-15,2-3-731 0,0 0 325 16</inkml:trace>
  <inkml:trace contextRef="#ctx0" brushRef="#br0" timeOffset="71399.98">26184 15041 184 0,'0'0'278'0,"7"-5"11"16,-1 3 15-16,-6 2-4 0,0 0-8 0,21 2 3 0,-4 3-16 16,-2 5-11-16,1 2-13 0,4 7-7 15,-4-4-16-15,-3 5-12 0,3 3-11 0,-5 2-20 16,1 1-13-16,-6 5-14 0,-4 1-12 0,3 1-15 16,-8 14-13-16,1-11-13 0,-8 12-21 0,-3-2-41 15,-4-2-40-15,-6 2-49 0,-8 1-62 0,-3-1-67 16,-1 1-82-16,-4-4-101 0,-24 17-299 0,23-19-706 15,-30 10 312-15</inkml:trace>
  <inkml:trace contextRef="#ctx0" brushRef="#br0" timeOffset="128101.32">21144 15809 126 0,'0'0'122'0,"0"0"-11"16,0 0-8-16,-22-10-15 0,22 10-4 0,0 0-3 15,-10-2-3-15,10 2-10 0,0 0 3 0,-9-3-10 16,9 3-4-16,0 0 1 0,-8-1-4 0,8 1-14 16,0 0-14-16,0 0-11 0,0 0-28 0,-8-3-17 15,8 3-30-15,0 0-13 0,0 0-13 0,0 0-10 16,0 0-52-16,0 0-160 0,0 0 71 0</inkml:trace>
  <inkml:trace contextRef="#ctx0" brushRef="#br0" timeOffset="129001.03">25963 15316 47 0,'0'0'44'15,"0"0"-1"-15,0 0-5 0,0 0-6 0,0 0-2 16,0 0-3-16,0 0 0 0,0 0-2 0,0 0-5 16,0 0 0-16,0 0 7 0,0 0-13 0,0 0-2 15,0 0-2-15,0 0 4 0,0 0 0 0,0 0-8 16,0 0-2-16,0 0-1 0,0 0-8 0,0 0-8 16,0 0-1-16,0 0-14 0,0 0-9 0,4 15-23 15,-4-15-65-15,0 0 28 0</inkml:trace>
  <inkml:trace contextRef="#ctx0" brushRef="#br0" timeOffset="130735.9">20953 16122 28 0,'0'0'30'0,"0"0"-2"16,0 0-10-16,0 0-10 0,0 0-15 16,0 0-11-16,0 0-19 0,0 0 9 0</inkml:trace>
  <inkml:trace contextRef="#ctx0" brushRef="#br0" timeOffset="146018.9">11770 13959 48 0,'0'0'84'16,"0"0"-10"-16,0 0-4 0,0 0-5 0,0 0 3 15,0 0-12-15,-5-5-3 0,5 5-3 0,0 0-7 16,0 0-6-16,0 0 1 0,-12-1 3 0,12 1-20 16,0 0 4-16,-12 1 1 0,12-1-6 0,-12 1 1 15,12-1 1-15,-10 2-15 0,2-1 3 0,8-1 5 16,-15 2-6-16,5 0 2 0,2-1 4 0,-1 1-1 15,1-1 2-15,-3 0 14 0,1 1 0 0,3 0-1 16,-5 0 8-16,2-2-2 0,3 2 7 0,7-2-14 16,-15 2 5-16,9 0-3 0,6-2-8 15,-13 0 12-15,13 0-6 0,-10 0 0 0,10 0 0 0,0 0-6 16,-10 2 1-16,10-2-4 0,0 0-1 0,0 0-3 16,-7 1 4-16,7-1-13 0,0 0 5 0,0 0 3 15,0 0-6-15,0 0-3 0,0 0 7 0,0 0 4 16,0 0-12-16,0 0 14 0,19 16 0 0,-8-10 6 15,2-3-2-15,7 1-6 0,7 2 1 0,2 1-1 16,3-4 5-16,3 0-8 0,5 0 3 0,15-2 0 16,-3-1-5-16,3 0 9 0,-1 0-4 0,3-1-2 15,1-1-5-15,-1 2-1 0,-6-3 5 0,4 1-3 16,0 1 0-16,-15 0-2 0,12-3 2 0,-12 2-1 16,-1 1 5-16,14-1-5 0,-17 0 4 0,3-2-1 15,-3 3-5-15,1-3 3 0,0-2 3 0,0 4 2 16,-4-2 2-16,-2 2-2 0,-3-2 0 0,-5 3 0 15,-2-2 4-15,1 2 1 0,-4-1 5 0,-4 2-2 16,-3 0-5-16,0-2 6 0,-2 1-5 0,0 0 1 16,-9 1-3-16,11-2 0 0,-11 2-6 0,10-1 7 15,-10 1 2-15,0 0 7 0,8-1 5 0,-8 1-1 16,0 0-3-16,0 0-6 0,0 0-3 0,0 0-7 16,0 0-18-16,0 0-20 0,-20 11-23 0,7-3-36 15,-1 0-54-15,-10 9-66 0,-5 4-127 0,-1-3-359 16,-18 4 160-16</inkml:trace>
  <inkml:trace contextRef="#ctx0" brushRef="#br0" timeOffset="168606.94">14871 9504 9 0,'0'0'33'0,"0"0"-3"0,0 0-6 15,0 0 3-15,0 0-11 0,0 0 0 0,0 0-11 16,3-5-5-16,-3 5-3 0,0 0-8 0,0 0-14 16,0 0-26-16,0 0 12 0</inkml:trace>
  <inkml:trace contextRef="#ctx0" brushRef="#br0" timeOffset="171701">14493 9571 16 0,'0'0'85'16,"0"0"-1"-16,0 0-5 0,0 0-7 0,0 0 1 16,0 0-21-16,0 0 7 0,0 0-13 0,0 0 4 15,0 0-8-15,0 0 3 0,0 0-12 0,0 0 0 16,0 0-7-16,0 0 4 0,0 0-5 0,0 0 3 16,0 0-6-16,0 0 11 0,0 0-11 0,0 0-1 15,0 0-1-15,0 0-8 0,0 0-3 0,0 0 7 16,0 0-8-16,-6-8 1 0,6 8-1 0,0 0-2 15,0 0-3-15,0 0 6 0,0 0-1 0,0 0-4 16,-9-2 0-16,9 2-9 0,0 0 7 0,0 0 2 16,-8-2-2-16,8 2 0 0,0 0 2 0,0 0-3 15,-9-1 5-15,9 1-4 0,0 0 0 0,0 0-1 16,0 0-1-16,0 0 3 0,-14-2-7 0,14 2 8 16,0 0-3-16,0 0 1 0,0 0-3 0,-6-1 12 15,6 1-11-15,0 0 1 0,0 0-2 0,0 0 1 16,-9-1 0-16,9 1-2 0,0 0-1 0,0 0 9 15,-12-3-6-15,12 3-5 0,0 0 7 0,0 0-4 16,-9 0-1-16,9 0 5 0,0 0-4 0,0 0-3 16,0 0 4-16,-9-1 5 0,9 1-2 0,0 0-1 15,0 0-4-15,0 0 4 0,0 0-2 0,0 0-2 0,0 0 3 16,0 0 5-16,0 0-7 0,-11 0 9 16,11 0-13-16,0 0 6 0,0 0 7 0,0 0-2 15,0 0-12-15,0 0 7 0,0 0 1 0,0 0-3 16,-11 0 0-16,11 0 5 0,0 0-5 0,0 0 4 15,0 0 1-15,0 0-3 0,0 0-3 0,0 0 3 0,0 0-6 16,0 0 8-16,0 0 0 0,0 0-6 16,0 0 7-16,0 0-4 0,0 0-3 0,0 0 6 15,0 0-2-15,-9 1 1 0,9-1-1 0,0 0-4 16,0 0 6-16,0 0-1 0,0 0-4 0,0 0 3 0,0 0-2 16,0 0 7-16,0 0-2 0,0 0-4 0,0 0 6 15,0 0-13-15,0 0 8 0,0 0 4 16,0 0-4-16,0 0-2 0,0 0 1 0,0 0 1 15,0 0-2-15,0 0 4 0,0 0 4 0,0 0-14 16,0 0 11-16,0 0 1 0,0 0-1 0,0 0 12 0,0 0-19 16,0 0-1-16,0 0 8 0,0 0-5 0,0 0 1 15,0 0 1-15,0 0-3 0,0 0 6 0,0 0-2 16,0 0 4-16,0 0-7 0,0 0 8 16,0 0-2-16,0 0 0 0,0 0 6 0,0 0-2 0,0 0 4 15,0 0 2-15,0 0-4 0,0 0 3 0,0 0-5 16,0 0 4-16,0 0-4 0,0 0 1 0,0 0-9 15,0 0 2-15,0 0 0 0,0 0 6 0,0 0-2 16,0 0-8-16,0 0 4 0,0 0-1 16,0 0-1-16,0 0 3 0,0 0 1 0,0 0 0 0,0 0-8 15,0 0 4-15,0 0-4 0,0 0 2 0,0 0-1 16,0 0 2-16,0 0-6 0,0 0 9 0,0 0 1 16,0 0 2-16,0 0-5 0,0 0 2 0,0 0-3 15,0 0 0-15,0 0-5 0,0 0 4 0,0 0 3 16,0 0 2-16,0 0 1 0,0 0 4 0,0 0-9 15,0 0 8-15,0 0-4 0,34 0 1 0,-26 0-2 16,-1 1 6-16,5-2 6 0,-1 1 1 0,0-1-6 16,2 1 1-16,0 0-2 0,6-3 6 15,-1 3 0-15,2-2 2 0,-1-1-7 0,0 2 6 0,3 1-9 16,-3-2 30-16,3 2-33 0,5-4 8 0,-5 1-9 16,-1 2 1-16,-1-2-1 0,2 1 4 0,-3 1-9 15,0 1 7-15,-1-3-7 0,0 3 6 0,-4-3-1 16,3 2-1-16,-3 0 7 0,0-1-1 0,-1 1-1 15,-3 0 4-15,0-1-2 0,0 2 4 0,-1-1-8 16,-9 1 1-16,11 0-7 0,-11 0 6 0,11-1 0 16,-11 1-2-16,7-1 0 0,-7 1 0 0,0 0-1 15,0 0-1-15,0 0 3 0,0 0 7 0,11 0-3 16,-11 0 7-16,0 0 4 0,0 0 4 0,0 0 0 16,0 0 7-16,0 0 1 0,6 2-2 0,-6-2 0 15,0 0-2-15,0 0-1 0,0 0-5 0,0 0 3 16,0 0-2-16,0 0-3 0,0 0-7 0,0 0 3 15,0 0-5-15,0 0-11 0,0 0-12 0,0 0-21 16,0 0-23-16,0 0-21 0,0 0-14 0,0 0-11 16,4 7-16-16,-4-7-22 0,0 0-77 0,-10 11-235 15,10-11 104-15</inkml:trace>
  <inkml:trace contextRef="#ctx0" brushRef="#br0" timeOffset="174199.84">15853 11204 4 0,'0'0'20'0,"-10"1"3"15,10-1 7-15,0 0 3 0,0 0 0 16,0 0 4-16,-9 0 2 0,9 0-1 0,0 0-5 0,0 0 1 15,0 0-8-15,0 0 3 0,0 0-3 0,0 0-1 16,0 0-3-16,0 0 4 0,0 0-1 0,0 0-4 16,0 0 8-16,0 0 1 0,0 0 4 0,0 0-4 15,0 0 2-15,0 0 4 0,0 0-6 0,0 0 13 16,0 0 5-16,0 0 2 0,0 0-9 16,0 0 5-16,0 0 5 0,0 0-1 0,-8 2-4 0,8-2 6 15,0 0-10-15,0 0 1 0,0 0 1 0,0 0-2 16,0 0 3-16,0 0-8 0,0 0-2 15,0 0 5-15,0 0-6 0,0 0 1 0,0 0-5 0,0 0-1 16,0 0 3-16,0 0 5 0,0 0-8 0,0 0-1 16,0 0-2-16,0 0 2 0,0 0 5 0,0 0-8 15,0 0-3-15,0 0 4 0,0 0-2 0,0 0 3 16,0 0 1-16,0 0-4 0,0 0 6 0,0 0-1 16,0 0-2-16,0 0-2 0,0 0 1 0,0 0 2 15,0 0-4-15,0 0 2 0,0 0 3 0,0 0-7 16,0 0 2-16,0 0-3 0,0 0 0 0,0 0-4 15,0 0 0-15,0 0 2 0,0 0 0 0,0 0-4 16,0 0-1-16,0 0 2 0,0 0-5 0,0 0 3 16,0 0 2-16,0 0-4 0,0 0 0 0,0 0-1 15,0 0 4-15,0 0-6 0,0 0 1 0,0 0 4 16,0 0-3-16,0 0-1 0,0 0 1 0,0 0-1 16,0 0 3-16,0 0-1 0,0 0 0 0,0 0-2 15,0 0 4-15,0 0-2 0,0 0-3 0,0 0 2 16,0 0 1-16,0 0-2 0,0 0 3 0,-10 0-4 15,10 0 2-15,0 0-1 0,0 0-1 0,0 0-3 16,0 0 1-16,0 0-1 0,-12-4 1 0,12 4-3 16,0 0-1-16,0 0 4 0,-10-2 0 0,10 2-4 15,0 0 5-15,-8-3 1 0,8 3 19 0,0 0 0 16,-10-1-4-16,10 1 3 0,0 0 1 0,0 0-3 16,0 0-1-16,-10-2-1 0,10 2-3 0,0 0-3 0,-7-2-2 15,7 2 1-15,0 0-1 0,0 0-5 16,0 0 2-16,0 0-5 0,-10-2 4 0,10 2-5 15,0 0 1-15,0 0-1 0,0 0-2 0,0 0 9 16,0 0-10-16,0 0 0 0,0 0 0 0,0 0-2 16,0 0 0-16,0 0 1 0,0 0-3 0,0 0-3 15,0 0 6-15,0 0 1 0,0 0 2 0,0 0 2 16,0 0-4-16,0 0 5 0,0 0-5 0,27 6-1 16,-15-6 4-16,-1 1-3 0,1-1 1 0,2-1 3 15,0 1-1-15,4-1-2 0,3 1 7 0,-1 0-9 0,-1-2 2 16,-3 2 0-16,5 0 1 0,-2-3 0 0,-2 5 2 15,3-2-3-15,-7-2 4 0,5 2-2 16,-7 2-2-16,3-2 5 0,-2 0 0 0,1 0 8 16,1 1-6-16,-4-1 6 0,3 0-7 0,-4 1 3 0,-2-1 1 15,1 1 2-15,-8-1-9 0,13 0 2 0,-13 0 0 16,7 1-1-16,-7-1 5 0,0 0 3 0,9 0-4 16,-9 0 1-16,0 0 2 0,0 0-4 0,0 0 1 15,10 0-4-15,-10 0 5 0,0 0-4 16,0 0 3-16,0 0-8 0,0 0 4 0,0 0-12 0,0 0-14 15,0 0-13-15,0 0-22 0,0 0-28 0,0 0-23 16,0 0-26-16,0 0-36 0,0 0-28 0,0 0-35 16,0 0-213-16,0 0-478 0,-5-18 212 15</inkml:trace>
  <inkml:trace contextRef="#ctx0" brushRef="#br0" timeOffset="175459.99">15905 10464 56 0,'0'0'69'0,"0"0"-14"0,0 0-8 0,0 0-1 16,0 0-2-16,0 0-5 0,0 0-1 0,0 0 1 15,0 0-11-15,0 0 4 0,-1 8-7 0,1-8 8 16,0 0-7-16,0 0-3 0,0 0-1 0,0 0 1 16,0 0-3-16,0 0 3 0,0 0 0 0,0 0 0 15,0 0 4-15,0 0-3 0,0 0-1 0,0 0 3 16,0 0 1-16,0 0 1 0,0 0-2 0,-5 5 1 15,5-5-4-15,0 0 0 0,0 0 3 0,-7 4 5 16,7-4-13-16,-5 2 13 0,5-2-2 0,0 0 1 16,-7 3 2-16,7-3-2 0,-7 4-8 0,7-4 6 15,0 0-3-15,-9 4-1 0,9-4 5 0,0 0-12 0,-6 3 11 16,6-3 0-16,0 0 2 0,-7 2-2 16,7-2 1-16,0 0-1 0,0 0-2 0,0 0-1 15,0 0 1-15,-8 1 1 0,8-1-1 0,0 0-4 16,0 0 6-16,0 0-2 0,0 0-1 0,0 0 1 0,0 0-3 15,0 0 0-15,0 0-6 0,0 0 4 16,0 0-2-16,0 0-1 0,0 0 6 0,0 0-2 16,0 0 2-16,0 0 5 0,0 0-1 0,0 0-1 15,0 0-2-15,0 0-2 0,0 0 0 0,0 0-2 0,0 0-3 16,0 0-4-16,0 0 3 0,0 0-3 0,0 0-3 16,0 0 1-16,0 0 1 0,0 0-8 0,0 0 8 15,0 0-2-15,0 0 3 0,0 0-8 16,0 0 3-16,0 0-1 0,0 0-3 0,0 0 4 0,0 0 0 15,0 0-3-15,0 0 3 0,0 0-1 0,0 0 0 16,0 0 0-16,0 0 6 0,0 0 0 0,0 0 8 16,0 0 1-16,0 0 8 0,0 0 5 0,0 0-1 15,0 0 1-15,0 0 6 0,0 0-3 0,0 0 4 16,0 0-2-16,0 0-1 0,0 0 5 0,0 0-11 16,0 0-1-16,0 0 0 0,0 0-3 0,0 0 0 15,0 0-2-15,0 0-3 0,0 0-1 0,0 0-2 16,0 0-1-16,0 0 0 0,0 0-3 0,0 0-2 15,0 0 1-15,0 0-5 0,0 0 3 0,0 0-3 16,0 0 0-16,0 0-2 0,0 0-4 0,0 0 2 16,0 0-2-16,0 0 3 0,0 0-1 0,0 0 1 15,0 0-6-15,0 0-3 0,0 0 4 0,0 0 2 16,0 0-1-16,0 0-3 0,0 0-2 0,0 0 3 16,0 0-3-16,0 0 0 0,0 0 0 0,0 0 4 15,0 0-4-15,0 0 0 0,0 0-2 0,0 0 2 16,0 0 1-16,0 0 8 0,0 0-10 0,0 0-2 15,0 0-1-15,0 0 0 0,0 0-7 0,0 0-14 16,0 0-12-16,0 0-20 0,0 0-19 0,0 0-24 16,0 0-16-16,0 0-20 0,0 0-18 0,0 0-35 15,0 0-5-15,0 0-26 0,0 0-115 0,0 0-364 16,-4 7 162-16</inkml:trace>
  <inkml:trace contextRef="#ctx0" brushRef="#br0" timeOffset="176111.56">15990 11172 6 0,'0'0'131'0,"0"0"-21"0,0 0-1 16,0 0-7-16,0 0 0 0,0 0-21 16,0 0-6-16,0 0-7 0,0 0 1 0,0 0-12 0,0 0-7 15,0 0 0-15,0 0-10 0,0 0-9 0,0 0-14 16,0 0-10-16,0 0-20 0,0 0-31 0,0 0-25 16,0 0-95-16,0 0-177 0,0 0 79 0</inkml:trace>
  <inkml:trace contextRef="#ctx0" brushRef="#br0" timeOffset="177683.78">12801 11159 1 0,'0'0'194'0,"-4"-8"-9"16,1 2 0-16,3 6 4 0,-3-10-5 0,-1 4-10 16,4 6 6-16,-4-10-10 0,4 10-4 0,-2-6-8 0,2 6-13 15,0 0-10-15,0 0-11 0,-3-9-15 16,3 9-12-16,0 0-12 0,0 0-10 0,0 0-4 15,0 0 1-15,0 0 6 0,0 0 1 0,0 0-1 16,14 20-2-16,-7-9 1 0,0 3-4 0,3 1-2 16,-3 0-2-16,3 1-5 0,0-1-8 0,1 1-11 0,-1 1 0 15,-1 0-2-15,-1-2-8 0,4-1 3 16,-5-2-6-16,-1 0-5 0,3-2-1 0,-1-1 1 16,0-2-1-16,-4 1-12 0,3 0 1 0,-1-4 2 15,-2 1-2-15,-4-5 6 0,6 8-4 0,-3-5 11 0,-3-3 13 16,6 5 15-16,-6-5 9 0,0 0-5 15,0 0-4-15,0 0-8 0,9-11 6 0,-9 11-15 16,4-13-5-16,-1 4-3 0,1-1-1 0,-1-1-2 16,-1-1 0-16,0-1-10 0,2-3 2 0,-1-1 3 15,-1 2-13-15,0-3 14 0,2 1-17 0,1-1-15 0,-8 1 6 16,7 1 2-16,-2-2-8 0,-2 5-6 0,0 1-1 16,2 2-9-16,-2 3-8 0,2-1-13 0,-2 1-20 15,0 7-28-15,0-11-22 0,0 11-9 16,0 0-5-16,0 0-14 0,0 0-12 0,0 0-23 0,0 0-11 15,17 16-17-15,-11-8-18 0,2 6 0 0,1 0-14 16,0-1-151-16,3 0-422 0,1-3 188 0</inkml:trace>
  <inkml:trace contextRef="#ctx0" brushRef="#br0" timeOffset="177950.03">13261 11251 106 0,'0'0'169'0,"0"0"12"0,5 2 2 16,-5-2 1-16,0 0 0 0,0 0 1 0,0 0-1 15,0 0-3-15,0 0-11 0,0 0-6 0,0 0-9 16,0 0-7-16,0 0-8 0,0 0-3 0,0 0-10 16,0 0 0-16,0 0 4 0,-23 9-15 0,19-4-5 15,-1 1-5-15,-1 2-1 0,1 1-7 0,0 2-5 16,1-3-8-16,0 1-9 0,-1 0-9 0,5 3 10 16,-2-2-26-16,0-1-4 0,2 0-4 0,0-1 1 15,2 3-4-15,0-3-8 0,1-1-5 0,-1-1 0 16,2 1-6-16,0-3-2 0,1 1-47 0,4 0-26 15,-4 0-33-15,1-2-25 0,1 0-35 0,4 1-33 16,-4-1-31-16,-7-3-29 0,25 1-15 0,-12-5-15 16,-2 2-157-16,1-3-461 0,-1 1 204 0</inkml:trace>
  <inkml:trace contextRef="#ctx0" brushRef="#br0" timeOffset="178183.76">13446 11236 208 0,'-2'-10'211'0,"2"10"3"0,0 0 3 0,0 0-10 0,0-9-8 16,0 9-17-16,0 0-7 0,0 0-18 0,0 0 3 16,0 0-3-16,0 0-3 0,0 0-11 0,0 0-2 15,0 0-6-15,-4 31-6 0,8-21-15 0,-4 0-13 16,2 0-11-16,0 1-8 0,-2 0-6 0,0-1-6 16,2 2-2-16,-2 2-12 0,2-3-7 0,0 1-5 15,1 0-6-15,-3-2-20 0,2 0-23 0,-2 0-26 16,2 2-28-16,0-2-30 0,-2-3-22 0,0-7-28 15,0 17-29-15,0-17-36 0,0 13-26 0,0-13-23 16,0 0-132-16,-4 12-416 0,4-12 185 0</inkml:trace>
  <inkml:trace contextRef="#ctx0" brushRef="#br0" timeOffset="178550.13">13459 11227 158 0,'6'-4'191'15,"-3"-2"-10"-15,1 1-4 0,-4 5-6 0,9-7-12 16,-6 5-5-16,-3 2 0 0,8-5-4 0,-8 5-9 16,9 0-4-16,-9 0-5 0,0 0-9 0,16 5-3 15,-13-3-8-15,-3-2-4 0,6 5-7 0,-2-1-7 16,2 1-7-16,-2 0-8 0,-4-5-7 0,2 8-8 16,-2-8-7-16,0 11-5 0,2-6-5 0,-2-5-6 15,2 10-3-15,-2-10-13 0,3 9-9 0,-3-9-12 16,2 8-4-16,2-2-6 0,-4-6-9 0,2 6-7 15,-2-6-5-15,7 9-2 0,-2-5-1 0,-5-4 1 16,9 5 1-16,-5-1 4 0,3 0-3 0,-1-2 1 16,0 3 1-16,0-2 3 0,-1 0 1 0,1 1 6 15,-1 2-1-15,-1-3 0 0,-4-3 2 0,7 6 2 16,-4-2 5-16,-3-4 7 0,4 7 1 0,-4-7 3 16,0 7 0-16,0-7 1 0,0 0-3 0,-4 13 3 15,1-9-1-15,-1 2-1 0,-2-1 0 0,6-5-1 16,-8 8-9-16,3-3-13 0,-1 0-22 0,-1 0-26 15,7-5-31-15,-11 9-46 0,6-4-27 0,1 0-34 16,0 1-129-16,4-6-363 0,0 0 161 0</inkml:trace>
  <inkml:trace contextRef="#ctx0" brushRef="#br0" timeOffset="178778.52">13601 11397 164 0,'0'0'263'0,"0"-9"-9"0,0 9-10 0,0 0-15 15,0 0-15-15,0 0-20 0,0 0-17 0,6-10-9 16,-6 10-20-16,7-2-13 0,-7 2-18 0,6-1-8 0,-6 1-12 16,10-2-8-16,-10 2-11 0,11-1-11 15,-11 1-27-15,11 0-29 0,-11 0-36 0,12 0-40 16,-12 0-41-16,11 0-43 0,-3 0-43 0,-8 0-186 15,14 0-408-15,-7-1 182 0</inkml:trace>
  <inkml:trace contextRef="#ctx0" brushRef="#br0" timeOffset="178982.95">13679 11487 176 0,'0'0'217'0,"-5"7"16"0,1-4-21 0,4-3-5 15,-4 10-9-15,4-10-12 0,0 0-6 0,-5 3-11 16,5-3-10-16,0 0-7 0,0 0-11 0,0 0-13 16,0 0-8-16,5 12-12 0,-5-12-20 0,0 0-21 15,13 0-26-15,-13 0-26 0,18-4-29 0,-9 1-30 0,0-2-29 16,5 2-41-16,-3-3-32 0,7-1-45 16,-5 2-179-16,1-3-399 0,3-4 177 0</inkml:trace>
  <inkml:trace contextRef="#ctx0" brushRef="#br0" timeOffset="180167.03">14032 11205 162 0,'0'0'253'16,"-10"-8"4"-16,10 8 0 0,-6-2-7 0,6 2-10 0,-9-1-3 15,9 1-15-15,0 0-11 0,-16 3 1 16,11 0-22-16,-3 2-7 0,1 2-9 0,-2 0-13 15,0 3-11-15,-2 2-5 0,1 1-14 0,1 0-13 16,1-2-13-16,2 0-15 0,-2-2-1 0,4 3-10 16,1-1 0-16,1 0-14 0,0 0-4 0,2-3-12 15,0 2-10-15,0-4-22 0,5 3-24 0,-3-3-13 16,2 0-29-16,4 0-24 0,-4-3-23 0,2 1-21 16,1 2-17-16,-1-3-21 0,4 0-11 0,-1-2-16 15,0 1-4-15,0-1-3 0,2-2-7 0,0-2 9 0,-1-1-3 16,-2 0 2-16,1-2 8 0,3 1 14 15,-3-3 14-15,-1 0 14 0,-1-1 23 0,0 1 19 0,2-2 19 16,-3 1 22-16,-1 2 29 0,1-2 18 16,-4 2 21-16,2 1 15 0,-2 0 27 0,0 0 7 15,-2 6 17-15,4-9 13 0,-4 9 9 0,2-5 8 0,-2 5 14 16,0 0-4-16,3-5 5 0,-3 5 8 0,0 0 4 16,0 0 2-16,0 0-5 0,0 0-5 0,2 19-8 15,-2-19-7-15,-2 17-3 0,2-10-12 0,0 0-11 16,0-7-2-16,0 13-12 0,0-5-5 15,0-8-7-15,4 14-2 0,-4-8-10 0,5 1-1 0,-3-2-12 16,5 1 3-16,-5-2-7 0,-2-4-4 0,7 8 2 16,-5-4 0-16,-2-4-8 0,11 6-4 15,-7-5 0-15,-4-1-5 0,12 0-1 0,-12 0-8 16,11 0-5-16,-11 0-2 0,8-3 2 0,-8 3-1 0,8-6-3 16,-8 6-4-16,7-8 6 0,-5 3-4 0,-2 5 0 15,4-10 0-15,-4 3 0 0,2 0 4 0,-2 7-6 16,2-13 1-16,-1 4-4 0,-1 2-1 0,0-2-4 15,2-1-4-15,-2 1 6 0,2-1-5 16,-2 1 4-16,3 2-1 0,-1 0 7 0,0 1-3 0,-2 6 4 16,7-10 7-16,-5 6-2 0,-2 4 2 0,8-7-6 15,-5 5 2-15,-3 2 1 0,0 0 11 0,16 2 5 16,-10 2 7-16,-1 0 3 0,0 2 7 0,-3 0 0 16,3 1-1-16,1 0-2 0,1 2 4 0,-1-2-2 15,-2 1 1-15,-1-2-4 0,2 1-1 0,-3-1 13 16,1 1-11-16,-3-7 0 0,8 8 9 0,-8-8-2 15,2 6 10-15,-2-6-5 0,0 0 2 0,0 0 4 16,0 0-1-16,5 9-4 0,-5-9-1 0,0 0-3 16,0 0-8-16,0 0 2 0,0 0-1 0,0 0-8 15,0 0-1-15,0 0 0 0,0 0-14 0,4-18 5 16,-4 18-8-16,3-13 0 0,2 4-3 0,-1-2 0 16,2-2-9-16,-3 3 5 0,6-5-2 0,-2 1-6 15,4 2 11-15,-4 2-9 0,-3 3-4 0,2-1 4 16,-1 2 1-16,-2 2 4 0,-3 4-9 0,9-7 4 15,-5 4 4-15,-4 3-2 0,0 0 2 0,16 9 1 16,-9-6 2-16,-5 2 5 0,4 2 0 0,0 1 2 16,0 1-1-16,0 0 2 0,1-2-1 0,-1 2 7 15,1-1-7-15,-1-1 0 0,-2-2 2 0,2 0 7 16,-1-2-6-16,1 1 4 0,0-2 0 0,-6-2-1 16,11 3 1-16,0-1-2 0,-11-2-1 0,11-2 1 15,-4-1 1-15,-7 3 2 0,15-4-2 0,-9 1-4 16,0-2 7-16,2-2-4 0,-1 0-3 0,-1 0 0 15,2 0 7-15,-1-2-7 0,-1-1 6 0,-1-2-8 16,-1 2-7-16,4 0-3 0,-5-2-9 0,2 0 10 16,-1 1-4-16,0-1-4 0,-2 3 3 0,-1-1 3 15,1 1-1-15,0-1 5 0,0 4-3 0,-2 6 3 16,2-9 0-16,-2 9 13 0,0-8-11 0,0 8 9 16,0 0 14-16,0 0-15 0,0 0 3 0,0 0-1 15,0 0 1-15,0 0 1 0,0 0 1 0,0 0 0 16,-15 17-7-16,15-10-1 0,0-7 3 0,0 14 9 15,1-4-10-15,-1 0 1 0,3-2-2 0,-2 3 3 16,3-2-3-16,-2 1-7 0,0 0 11 0,3-1 5 0,-3 1-4 16,1 1 2-16,1-1-1 0,-2 0 4 15,1 0 4-15,-3 0-6 0,0 1-7 0,4 0 9 16,-4-1 2-16,0 0-6 0,-2-1-2 0,0 0-12 16,2-2-12-16,0-7-8 0,-3 13-20 0,2-6-19 0,-2-1-26 15,1 1-30-15,2-7-31 0,-5 8-38 16,1-3-39-16,4-5-36 0,-5 9-43 0,5-9-227 15,-7 4-578-15,7-4 256 0</inkml:trace>
  <inkml:trace contextRef="#ctx0" brushRef="#br0" timeOffset="180399.71">14773 11067 66 0,'0'0'286'0,"2"-11"0"0,-2 11-9 0,0-7-3 0,0 7-11 15,0 0-8-15,0 0-3 0,0 0 13 0,0 0-2 16,0 0-2-16,0 0-24 0,9 18-9 16,-7-7-22-16,0 2-3 0,0 3-11 0,-1 0-14 15,0 0-19-15,-1 2-15 0,-1-3-14 0,1 2-11 16,1-1-12-16,-1-4-3 0,0 0-22 0,0 2-12 0,0-3-29 16,1 0-32-16,-1-1-32 0,0 0-46 0,0-1-54 15,-1 0-39-15,1 1-44 0,-4-2-48 16,2-2-56-16,-2 3-51 0,0-1-215 0,-1-3-622 15,1-1 276-15</inkml:trace>
  <inkml:trace contextRef="#ctx0" brushRef="#br0" timeOffset="180662.79">14974 11185 28 0,'5'1'312'0,"-5"-1"-10"0,0 0 2 0,0 0-6 16,7 3-5-16,-7-3-14 0,0 0-13 0,0 0-27 15,0 0-29-15,0 0-23 0,0 0-21 0,0 0-38 16,0 0-49-16,0 0-56 0,0 0-63 15,0 0-75-15,0 0-92 0,0 0-252 0,0 0-497 0,0 0 220 16</inkml:trace>
  <inkml:trace contextRef="#ctx0" brushRef="#br0" timeOffset="181611.1">16139 11075 73 0,'0'0'107'16,"0"0"-29"-16,0 0-30 0,0 0-27 0,0 0-33 16,0 0-41-16,0 0-57 0,0 0 26 0</inkml:trace>
  <inkml:trace contextRef="#ctx0" brushRef="#br0" timeOffset="182309">15994 10246 32 0,'2'5'142'0,"-2"-5"-4"0,0 0-5 0,0 0-9 15,0 0-6-15,0 0-8 0,0 0-1 0,0 0-11 16,0 0-8-16,0 0-3 0,0 0-14 0,0 0 0 16,0 0-7-16,0 0-5 0,0 0-6 0,0 0-6 15,0 0-5-15,0 0-1 0,0 0-7 0,0 0-7 16,0 0 3-16,0 0-6 0,0 0-2 0,0 0-4 15,0 0-14-15,0 0-18 0,0 0-19 0,0 0-18 0,0 0-19 16,0 0-28-16,0 0-25 0,0 0-120 16,0 0-259-16,0 0 115 0</inkml:trace>
  <inkml:trace contextRef="#ctx0" brushRef="#br0" timeOffset="183013.22">16000 9654 45 0,'0'0'90'0,"0"0"-12"15,0 0-4-15,0 0-5 0,0 0-7 0,0 0-3 16,0 0 1-16,0 0-11 0,0 0 4 0,0 0-9 16,0 0-4-16,0 0 1 0,0 0-3 0,0 0-11 15,0 0-6-15,0 0 4 0,0 0 0 0,0 0-2 16,0 0-3-16,0 0 0 0,0 0-12 0,0 0-5 16,0 0-5-16,0 0-20 0,0 0-4 0,0 0-8 15,0 0-6-15,0 0-26 0,0 0-7 0,0 0-46 16,0 0-128-16,0 0 57 0</inkml:trace>
  <inkml:trace contextRef="#ctx0" brushRef="#br0" timeOffset="196656.87">16059 10894 59 0,'0'0'93'0,"0"0"-3"0,0 0-17 16,0 0-8-16,0 0 2 0,0 0-11 0,0 0-8 16,0 0 0-16,0 0-17 0,0 0 7 0,0 0-18 0,0 0-12 15,0 0-11-15,0 0-5 0,0 0-5 0,0 0-11 16,12-1-2-16,-12 1-8 0,0 0-14 15,3 7-42-15,-3-7-98 0,0 0 43 0</inkml:trace>
  <inkml:trace contextRef="#ctx0" brushRef="#br0" timeOffset="197446.97">16169 10342 28 0,'0'0'34'0,"0"0"-4"0,0 0 1 16,0 0-4-16,0 0-6 0,0 0 5 0,0 0-8 15,0 0-2-15,0 0 0 0,0 0 0 0,0 0-6 16,0 0-4-16,0 0-6 0,0 0-1 0,0 0-4 16,0 0-8-16,0 0-8 0,0 0-20 0,0 0-42 15,0 0 19-15</inkml:trace>
  <inkml:trace contextRef="#ctx0" brushRef="#br0" timeOffset="-185126.99">4349 11330 13 0,'0'0'62'0,"0"0"-2"15,0 0 2-15,0 0-3 0,0 0-1 0,0 0 4 16,0 0-3-16,0 0-4 0,0 0-2 0,0 0 0 16,0 0 0-16,0 0-5 0,0 0 3 0,0 0 4 15,0 0-2-15,0 0-3 0,0 0-4 0,0 0-2 16,0 0 8-16,0 0-5 0,0 0-18 0,0 0 1 15,0 0-5-15,-7-9-1 0,7 9 1 0,0 0-8 16,0 0-1-16,-9-2-10 0,9 2 13 0,0 0-5 16,0 0-2-16,-11-1-2 0,11 1 6 0,0 0 1 15,0 0-7-15,-12 1 4 0,12-1 3 16,0 0-6-16,0 0 2 0,0 0-2 0,-10-1-1 0,10 1 10 16,0 0-2-16,0 0 0 0,0 0-3 0,0 0 1 15,0 0-3-15,0 0 5 0,0 0-2 0,-11 0 2 16,11 0-1-16,0 0-7 0,0 0 2 0,0 0 1 15,0 0-3-15,0 0 0 0,0 0-3 0,0 0 7 16,0 0-5-16,0 0 1 0,0 0-3 0,0 0-5 16,0 0-5-16,0 0 10 0,0 0-3 0,0 0-1 15,0 0-1-15,22-7 2 0,-22 7-1 0,15-2 3 16,-4 1-4-16,-1 0 3 0,2-2 2 0,-2 2-9 16,2-1 9-16,1 1-11 0,2-3 15 0,-1 2-12 15,-2 0 7-15,6 2 3 0,-6-3-4 0,1 1-3 16,1-1 5-16,-3 1 4 0,1 1-3 0,-1-1-3 15,-2 2 1-15,3-1 0 0,-12 1-3 0,14-1-1 16,-8-1 3-16,-6 2-4 0,11-2 0 0,-11 2-5 16,11 0 4-16,-11 0-3 0,0 0 0 0,9 2-3 15,-9-2-2-15,0 0-4 0,4 3-16 0,-4-3-10 16,0 0-16-16,-2 12-38 0,2-12-7 0,-5 13-39 16,0-6-89-16,-4 2-245 0,0 0 109 15</inkml:trace>
  <inkml:trace contextRef="#ctx0" brushRef="#br0" timeOffset="-184428.7">3449 11515 36 0,'-3'-5'166'0,"3"5"12"16,0 0-8-16,-2-9-17 0,2 9-15 0,0 0-9 15,0 0-13-15,0 0-11 0,0-8-14 0,0 8-8 16,0 0-8-16,0 0-6 0,0 0-10 0,0 0-4 15,0 0-2-15,0 0-4 0,0 0-7 0,0 0-4 16,23 8 2-16,-18-5-4 0,0 1 0 0,1-2-4 16,0 2-4-16,1-1-2 0,-1 1-3 0,0 1 0 15,0-2-3-15,-1 1 0 0,0 2 7 0,3-2-6 16,-2-1 0-16,-1 0 3 0,2 2 4 0,-2 0-3 16,1-2-10-16,-6-3 4 0,8 3-5 0,-8-3 4 15,8 4-3-15,-8-4 0 0,6 4-3 0,-6-4 3 16,4 4-3-16,-4-4 2 0,0 0 0 0,5 5-2 15,-5-5-1-15,0 0 3 0,0 0 0 16,0 0 3-16,0 0 4 0,0 0-2 0,0 0-5 0,9-11 0 16,-9 11-1-16,5-11-1 0,-2 1-4 0,-1-1-4 15,3-4 6-15,0-1-1 0,0 1-12 0,1-1-3 16,-3 1 1-16,1 0-1 0,-1 3 1 0,1 3 0 16,-2-3-1-16,3 5 1 0,-4-3-1 0,1 4 3 15,-2 6-4-15,4-10-3 0,-4 10 2 0,2-6-4 16,-2 6-4-16,3-6-4 0,-3 6-13 0,0 0-17 15,2-7-28-15,-2 7-15 0,0 0-4 0,0 0-7 16,0 0-18-16,0 0-26 0,12 13 0 0,-12-13-118 16,5 10-288-16,-4-3 127 0</inkml:trace>
  <inkml:trace contextRef="#ctx0" brushRef="#br0" timeOffset="-184013.03">3730 11416 70 0,'0'0'129'0,"0"0"-8"0,0 0-10 0,0 0 3 0,0 0-26 15,0 0-3-15,0 0-12 0,0 0-14 0,0 0-4 16,0 0-2-16,0 0 2 0,0 0 0 0,0 0 0 16,14 14 10-16,-11-9 3 0,0 0-12 0,-3-5-8 15,7 10 4-15,-2-3 1 0,-2-2 6 0,2 1-7 16,0-1 3-16,-2 0-8 0,1 0-5 0,-4-5 0 15,7 7-5-15,-5-3-3 0,2-1-1 0,-4-3 7 16,4 8 1-16,-4-8 9 0,0 0 4 0,6 5-3 16,-6-5-4-16,0 0 0 0,0 0-1 0,0 0 0 15,0 0-3-15,5 4 6 0,-5-4-7 0,0 0-3 16,0 0-6-16,0 0 1 0,0 0-5 0,7-20-2 16,-5 14-3-16,1-1-3 0,0-2-4 0,0-1 1 15,1-2-8-15,1-1 3 0,-1 2-10 0,0-1 4 16,4-5-6-16,-2-2-5 0,-1 4-1 0,3-1 2 15,-4 5-4-15,0 1-2 0,1-1 5 0,-3 5 0 16,2-2-9-16,-1 1 3 0,-3 7-6 0,6-10-9 16,-5 7-11-16,-1 3-18 0,4-6-10 0,-4 6-1 15,0 0-28-15,0 0-28 0,0 0-8 0,13 14-1 16,-9-9-9-16,-3 4-7 0,2 2-11 0,-3 1-87 16,2-1-265-16,-4-1 117 0</inkml:trace>
  <inkml:trace contextRef="#ctx0" brushRef="#br0" timeOffset="-183779.92">3860 11462 101 0,'0'0'142'16,"0"0"0"-16,0 0-8 0,-9-2-7 0,9 2-8 16,0 0-12-16,0 0-21 0,0 0-6 0,0 0-6 15,0 0 12-15,0 0-1 0,2 15-3 16,-1-7 11-16,-1 4 1 0,3 0-8 0,-1 3-1 15,1 3-4-15,-1 0-7 0,1 1-1 0,0-2-16 0,0 3-6 16,0 5-4-16,-2-6-6 0,2 4-29 16,-2-4-32-16,1 0-38 0,1 1-50 0,-2-1-41 0,1 0-155 15,-1 0-330-15,-1-1 146 0</inkml:trace>
  <inkml:trace contextRef="#ctx0" brushRef="#br0" timeOffset="-183618.03">3956 11872 104 0,'0'0'115'0,"0"0"-32"16,9 0-31-16,-9 0-21 0,0 0-24 0,9 1-38 15,-9-1-30-15,0 0-64 0,8 2 28 0</inkml:trace>
  <inkml:trace contextRef="#ctx0" brushRef="#br0" timeOffset="-158642.29">16128 11103 101 0,'0'0'99'0,"0"0"-16"16,0 0-3-16,0 0 3 0,0 0-2 0,0 0-9 0,0 0-5 15,0 0-7-15,0 0-7 0,0 0 6 0,0 0-11 16,0 0-5-16,0 0-4 0,0 0-7 0,0 0-1 16,0 0-16-16,0 0-6 0,0 0-11 0,0 0-1 15,0 0-6-15,0 0-10 0,0 0-10 0,0 0-9 16,0 0-19-16,0 0-14 0,-9-12-68 0,9 12-148 16,-5-5 66-16</inkml:trace>
  <inkml:trace contextRef="#ctx0" brushRef="#br0" timeOffset="-157981.68">16024 10394 32 0,'0'0'59'0,"0"0"1"0,0 0-8 15,0 0-17-15,0 0 9 0,0 0-4 0,0 0-11 16,5 3 4-16,-5-3-6 0,0 0-4 0,0 0 0 16,0 0-11-16,0 0-2 0,0 0-5 0,0 0-6 15,0 0-7-15,0 0-3 0,0 0-18 0,0 0-44 16,0 0-79-16,0 0 36 0</inkml:trace>
  <inkml:trace contextRef="#ctx0" brushRef="#br0" timeOffset="-92412.75">7268 17053 36 0,'-8'2'200'0,"8"-2"-14"16,-8 2-6-16,8-2-4 0,0 0-6 0,-6 3-6 15,6-3-2-15,0 0-3 0,0 0-7 0,0 0-3 16,0 0-11-16,0 0-8 0,0 0-11 0,0 0-6 15,0 0-10-15,-4-12-9 0,4 12-8 0,3-15-10 16,-1 7-4-16,2-4-9 0,1 1-4 0,1-8-9 16,2 2-2-16,1-6-1 0,4-1-7 15,-4-2-2-15,2 0-9 0,1-1-2 0,-2 0 1 16,0 3-5-16,7 1 1 0,-8 0-5 0,-2 4-1 0,2-3-3 16,-1-4-3-16,-5 7 2 0,1 0-1 0,1-6-5 15,0 6 4-15,-3-2 1 0,-2 2-4 0,0 2 1 16,-2 0-13-16,-1-1 9 0,-1 2 2 0,1 4 0 15,-1 0-6-15,1 1 6 0,-1 0 0 0,0 1 1 16,-1 2 0-16,5 8-1 0,-9-10 8 16,9 10-12-16,-9-10 4 0,9 10-5 0,-7-5-4 15,7 5 4-15,0 0-5 0,-18 2 3 0,18-2-7 16,-14 13 4-16,7-3 1 0,0 4-2 0,0 2-2 16,3-5 2-16,3 5 1 0,-1-2-2 0,2-2-1 15,0 1-4-15,1-1 5 0,3-3 0 0,0 1 4 16,2 1-4-16,3-3 5 0,0-1-5 0,0 2-4 15,3-3-2-15,1-2-8 0,1 1 10 0,4-1-1 16,0 2 3-16,0-4-2 0,0-2-1 0,-1 1 4 16,0-1-3-16,1 0 1 0,-6 0-9 0,1 0 15 15,1 0-3-15,-1 1 1 0,-1 1 0 0,-1 1-2 16,-1-1 2-16,0 4 7 0,0-1-6 0,-1 3 22 16,0 1 0-16,-3 1 2 0,2-1 4 0,0 7-5 15,-2-5 3-15,2 3 2 0,-4 0-7 0,1 2-2 16,-3-3-1-16,2-2 1 0,0 1-6 0,0 0 3 15,0 0-4-15,-1 5-8 0,1-1-20 0,1 0-18 16,-2-6-32-16,1-1-32 0,-1 0-45 16,-3-9-22-16,8 18-35 0,-3-9-36 0,-1-2-177 15,-4-7-449-15,0 0 199 0</inkml:trace>
  <inkml:trace contextRef="#ctx0" brushRef="#br0" timeOffset="-86346.68">8048 16815 48 0,'0'0'161'0,"-2"-8"-12"15,2 8-6-15,0 0-6 0,-5-6-7 0,5 6-6 16,0 0-1-16,-8-7-4 0,8 7 1 0,-8-4 1 16,8 4 24-16,-10-4-13 0,10 4-7 0,-10-3-13 15,10 3-8-15,-12 0-9 0,12 0-11 0,-11 1-9 16,11-1-5-16,-12 5-8 0,12-5-5 0,-10 8-1 15,5-2-9-15,5-6-6 0,-10 16 2 0,5-8-6 16,0 6-1-16,1-3-7 0,0 0-1 0,3 1-2 16,1-1-7-16,-2 1-2 0,4-1 0 0,-2 0-5 15,2-3 3-15,-2-1-5 0,4 1 4 0,1-2-9 16,-2-1 3-16,-1 0 2 0,-2-5-5 0,8 8 1 16,-4-2 1-16,-4-6-8 0,9 3 7 0,-9-3-3 15,7 4-2-15,-7-4 4 0,9-1-2 16,-9 1-3-16,7-8 6 0,-2 4-4 0,-5 4 2 15,9-10-2-15,-5 1 2 0,-1 0-1 0,-1-4-2 0,0 0 4 16,0 2-9-16,-1-1 10 0,0-5 1 16,-1 6-3-16,-1-7-1 0,1 3 1 0,-1-3-2 15,-3 1 1-15,1 0-1 0,-1 1-2 0,0-2 6 16,1 1 0-16,-5 2 5 0,3 1 0 0,2 1 7 16,0 2-3-16,-1 0-1 0,0 1 7 0,1 2-7 15,1 1 8-15,-1-1-1 0,3 8-1 0,-4-8-1 16,4 8-5-16,-2-6-13 0,2 6 12 0,0 0-7 15,0 0-5-15,0 0 7 0,0 0 2 0,0 0 6 16,10 18 0-16,-5-3-7 0,2 2 9 0,3 8 5 16,-3-6-7-16,1 7 0 0,0-3 2 0,1 2-3 15,0 4-1-15,-4-2-3 0,0-3 0 0,0-4 3 16,-1 3-6-16,0-6-5 0,1 3-5 0,-2-2-7 16,1-3-13-16,0-3-22 0,0 3-16 0,-1-2-16 15,1-2-30-15,-1 1-31 0,2 0-55 0,-1-3-55 16,-1-2-180-16,-3-7-462 0,2 10 204 0</inkml:trace>
  <inkml:trace contextRef="#ctx0" brushRef="#br0" timeOffset="-86171.59">8390 16628 9 0,'0'0'234'0,"7"-9"-13"16,-7 9-4-16,5-10-20 0,-5 10-14 0,7-6-21 15,-7 6-12-15,8-9-20 0,-8 9-10 0,13-7-12 16,-4 3-23-16,0-2-29 0,3 4-34 0,-4-2-34 16,-8 4-34-16,16-6-46 0,-4 3-48 0,-3 1-128 15,-9 2-289-15,0 0 127 0</inkml:trace>
  <inkml:trace contextRef="#ctx0" brushRef="#br0" timeOffset="-86007.53">8563 16613 117 0,'0'0'189'15,"-6"7"-7"-15,6-7-2 0,-6 6-8 0,6-6-10 16,0 0-16-16,-8 7-10 0,8-7-13 0,0 0-6 16,0 0-2-16,0 0-6 0,0 0-9 15,0 0-9-15,0 0-20 0,0 0-16 0,31-3-19 0,-31 3-24 16,20-7-36-16,-11 5-42 0,2-1-50 16,1 0-68-16,-4-1-104 0,3-1-311 0,-11 5 139 15</inkml:trace>
  <inkml:trace contextRef="#ctx0" brushRef="#br0" timeOffset="-84690.75">9521 15872 55 0,'0'0'153'0,"0"0"-6"0,0 0-13 0,0 0-5 16,0 0-6-16,0 0-10 0,0 0-4 0,0 0-8 15,0 0-8-15,0 0-6 0,0 0 0 16,0 0-5-16,0 0 0 0,-5 34-6 0,1-22-1 0,2 1 0 16,0 0-11-16,-2 4 6 0,0 1-2 0,0-2-6 15,1 2-3-15,-1-1-8 0,-1 0-2 0,-2 0-1 16,2 0-2-16,-1 0-4 0,1-2 0 0,-2 2-2 15,3-2-6-15,0-2-1 0,1-2-2 0,-2-1-5 16,1 0-1-16,0-1-1 0,1 2-4 0,1-5 1 16,-1 0 0-16,3-6-8 0,-6 10 5 15,4-4-4-15,2-6-1 0,-3 7 1 0,3-7-3 16,-5 5 0-16,5-5-2 0,0 0-2 0,0 0 1 0,-3 7 0 16,3-7 9-16,0 0 6 0,0 0 10 0,0 0-2 15,0 0-6-15,0 0-3 0,0 0-3 0,0 0 2 16,0 0-5-16,0 0 0 0,0 0-4 15,0 0-3-15,0 0-1 0,17-19-4 0,-14 16 2 16,4-1 3-16,-2 0-8 0,4 2 3 0,1-1-2 16,0 0 5-16,3 0-4 0,0-3-1 0,1 2 3 15,3 0 0-15,-3 0-7 0,2 0 7 0,2-3-4 16,-2 2 6-16,1 0-3 0,-4 0-5 0,0-1 4 0,-2 2-2 16,4-3-4-16,-1 1 1 0,-3-2 4 15,1 2-3-15,-2 1 1 0,0-2-3 0,0 0 7 16,-2 0-3-16,0 1 5 0,-2-1-2 0,-1 1-7 15,-2 0 4-15,-1-1 1 0,-2 7 1 0,3-10 0 16,-5 2 9-16,2 8 1 0,-5-15 8 0,0 5-1 16,-1 1-2-16,-3 0-3 0,0 3 6 0,-5-4-5 15,0 1 8-15,-3 2 2 0,3-3-1 0,-1 3-3 16,1-2 0-16,-4 2-2 0,2 0 2 0,3 1-3 16,2 1 1-16,-3 0-2 0,4 0-4 0,0 1 2 15,0 1-3-15,3 0-2 0,1 0-3 0,6 3-2 16,-12-4-6-16,12 4-17 0,-9-3-20 0,9 3-25 15,0 0-28-15,-5-4-36 0,5 4-43 0,0 0-26 16,0 0-19-16,0 0-28 0,0 0-146 0,0 0-420 16,0 0 186-16</inkml:trace>
  <inkml:trace contextRef="#ctx0" brushRef="#br0" timeOffset="-84312.9">9790 15754 2 0,'3'-4'205'0,"-3"4"-16"0,0 0-14 16,0 0-12-16,0 0-2 0,9-2 5 0,-9 2-2 15,10 8 5-15,-1-1-8 0,-1 1-12 0,1 4-6 16,3 0-12-16,1 0-9 0,-1 2-12 16,-1-1-3-16,1 1-11 0,2-2-9 0,-3 0-7 15,1 0-5-15,-2-2-5 0,-1-2-2 0,1 1-5 16,-2-2-8-16,-2 1-4 0,1-2-1 0,-2-1-2 0,1-2 7 15,-6-3-2-15,10 7 3 0,-7-5 2 0,-3-2 3 16,8 4 2-16,-8-4 4 0,0 0-3 16,0 0-3-16,0 0-5 0,0 0-7 0,15-8 7 15,-15 8-14-15,2-11 0 0,0 4-6 0,-2-2-4 16,0-1 4-16,1-1-8 0,-1-1-8 0,-1-1-1 16,1-1 1-16,1-4-11 0,-4 0-1 0,3 1-6 15,0 1 2-15,0-2-13 0,-4 6-3 0,3 0 0 16,1 2-16-16,-1-1-14 0,1 3-20 0,0 8-21 15,-1-12-32-15,1 12-37 0,0 0-34 0,0 0-37 16,0 0-6-16,2-12-10 0,-2 12-16 0,0 0-147 16,0 0-435-16,0 0 192 0</inkml:trace>
  <inkml:trace contextRef="#ctx0" brushRef="#br0" timeOffset="-83880.2">10294 15717 106 0,'0'0'236'0,"0"0"-4"0,0 0-4 0,0 0-11 0,0 0-12 16,-16 18-13-16,13-12-6 0,-4 3-14 0,6-2-13 15,-3 2-12-15,3 1-14 0,-2 0-14 0,5-1-11 16,-4 1-9-16,4 0-11 0,-2-3-6 0,2 0-15 16,0 0-1-16,3 0-8 0,2 2-9 15,-3-3-5-15,2-2-3 0,2 3-4 0,0-5-6 16,-1 0-1-16,2 1-3 0,2-3-5 0,-4 0-1 15,3 0-4-15,0-1-1 0,-2-1 1 0,-8 2-3 16,12-4-2-16,-6 1-3 0,-6 3 2 0,7-6 2 0,-7 6-3 16,6-6 2-16,-6 6 5 0,0 0 7 0,0 0 9 15,0 0-5-15,0 0 3 0,-14-9-3 16,14 9 0-16,0 0 3 0,-22 7 5 0,13-3-10 16,-1 1 2-16,-1 3 1 0,2-1 3 0,0 1-8 15,0 1-3-15,0 1 4 0,4-1-1 0,-2-1-7 16,3 0 0-16,2 2-1 0,-1 0 0 0,2-1-6 15,-1-3-3-15,2-6 2 0,3 14-1 0,0-7 3 16,-1-1-4-16,5-3-1 0,-1 2-18 0,3-1-11 0,1-2-24 16,1-1-20-16,1 2-24 0,2-5-30 15,-3-1-27-15,7 0-26 0,-2-3-33 0,2-1-22 16,2-3-10-16,4-2-12 0,-1-3-135 0,1-1-418 16,-9 6 185-16</inkml:trace>
  <inkml:trace contextRef="#ctx0" brushRef="#br0" timeOffset="-83678.96">10627 15721 46 0,'0'-8'176'0,"0"8"12"0,-1-9 9 16,1 9 6-16,0 0 1 0,-1-11-13 0,1 11-12 15,0 0-13-15,0 0 4 0,0 0 5 0,0 0 8 16,0 0-11-16,0 0-9 0,2 29-13 0,0-16-8 16,0-1-13-16,2 5-8 0,-1-4-14 0,0-1-5 15,1 4-10-15,-1 1-12 0,-1-1-6 0,1-3-7 16,-1-2-7-16,4-1-17 0,-4 1-25 0,2 0-29 15,-1-2-22-15,0 1-44 0,0-3-37 0,-1-1-37 16,-2-6-45-16,4 12-35 0,-1-7-34 0,-3-5-155 16,0 0-455-16,0 0 201 0</inkml:trace>
  <inkml:trace contextRef="#ctx0" brushRef="#br0" timeOffset="-83296.61">10659 15686 119 0,'6'-10'241'16,"-1"0"-3"-16,0 5-12 0,0-2-14 0,-1 2-10 16,1 1-9-16,-5 4-5 0,14-5-14 0,-14 5-8 15,10-1-10-15,-10 1-8 0,12 2-12 0,-6 1-11 16,-6-3-5-16,11 5-12 0,-4-1-8 0,-3 0-13 16,1 2-8-16,-3 1-2 0,3 0-1 0,-2 2-6 15,-3 3-7-15,1-2-14 0,-2 0-6 0,1 0-8 16,-3 2-12-16,0-1-6 0,1-2-15 0,0 1-10 15,1-3-10-15,-1 2-6 0,1 2-9 0,1-11-7 16,0 12 0-16,3-5 4 0,-1-2-4 0,2-1 5 16,-4-4 3-16,9 6 7 0,-4-3-4 0,0-1 3 15,-5-2 4-15,14 4 0 0,-8-3 3 0,6 1 2 16,-7 0 0-16,4 0 6 0,-9-2 6 0,12 1 4 16,-7 2 3-16,-5-3 4 0,10 3 6 0,-10-3 10 15,6 5 8-15,-6-5 11 0,3 6 6 0,-3-6-4 16,2 10-4-16,-2-10 0 0,-6 10 1 0,3-4-14 15,-3 3-11-15,1 0-10 0,-1 0-18 0,0 0-23 16,-4 1-30-16,3 0-34 0,-1 0-26 16,-2 3-50-16,1-4-47 0,0 1-211 0,-5 0-469 15,1 0 207-15</inkml:trace>
  <inkml:trace contextRef="#ctx0" brushRef="#br0" timeOffset="-82946.31">9938 16611 191 0,'-10'9'197'0,"4"-1"3"16,3-3-1-16,3 0-4 0,0-5-1 0,11 3-8 16,3-4-4-16,12-2-11 0,9-7-13 0,1-2-7 15,16-8-15-15,-2-2-1 0,2 0-18 0,2 2-6 16,-4-6-1-16,4-2-12 0,-2 2-4 0,-5 1-5 15,2 2 4-15,-6 0-4 0,-11 7-1 0,-1-1 8 16,1-1-23-16,-3 0 2 0,-2 4-7 0,0-2 6 16,-4 2-12-16,-5 4 7 0,0 1-17 0,-2 0-4 15,-4 4-6-15,-3-2 0 0,1 2-8 0,-10 5 3 16,14-6-10-16,-9 5 1 0,-5 1-7 0,0 0 8 16,13-7-10-16,-13 7-14 0,0 0-8 0,0 0-5 15,0 0-16-15,0 0-14 0,0 0-29 0,0 0-33 16,0 0-33-16,0 0-38 0,-18 30-36 0,9-21-39 15,-1 1-35-15,-3 4-188 0,-1 1-506 16,-3 5 224-16</inkml:trace>
  <inkml:trace contextRef="#ctx0" brushRef="#br0" timeOffset="-82296.03">10382 16734 62 0,'-3'-10'237'0,"3"10"1"0,0 0-7 15,0 0-3-15,-15 17-8 0,9-7-10 0,1 4-10 16,-2 4-13-16,-1 6-7 0,0 1-15 0,1 0-12 16,0 2-12-16,1-2-10 0,-1 0-7 0,0-5-11 15,2 6 0-15,0-8-16 0,1-1-8 0,3-2-4 16,-2-4 2-16,1 2-14 0,1-2-5 0,-4-2-5 16,2-2 22-16,2 1 1 0,1-8-4 0,-1 8-3 15,1-8-3-15,-2 9 5 0,2-9-5 16,0 0-3-16,0 0-1 0,0 0-6 0,0 0-3 0,0 0-9 15,0 0-13-15,0 0 1 0,9-23 0 0,-4 13-5 16,0 0-6-16,0 1 1 0,2-1 0 0,3-1-15 16,-4 2 0-16,3 2-1 0,-3 2-1 0,0-1 2 15,3 0-3-15,2 3-3 0,-3-4 3 16,1 1-6-16,-1 5-2 0,-1 1 0 0,1-2 0 16,1 0 3-16,2 2-1 0,1-2-5 0,-1 0 5 15,1 0 1-15,1 2-7 0,-2-3-7 0,-1 0-1 0,4 1 0 16,-1-1 0-16,0-1-2 0,-1-2 1 15,-2 1-8-15,1 1 12 0,-1-2-3 0,0-2-11 16,0 2 9-16,0 2 5 0,-5-2-1 0,-5 6 8 16,10-11-7-16,-6 4 7 0,-4 7-3 0,4-12 11 15,-4 4-3-15,0 8 10 0,-4-13-1 0,-1 7 1 16,0 1-1-16,-3-1-8 0,-1 1 8 0,-2 0 1 16,0 0-4-16,-1 0 8 0,-2 0 1 0,2 0-2 0,-4-1-1 15,0 2-1-15,-2-2-2 0,2 3-8 16,-1 0 2-16,4 0-8 0,-1 1 10 0,4 0-9 15,0 0-3-15,-2 2-4 0,5-1-20 0,7 1-12 16,-12-3-19-16,12 3-29 0,-7-3-28 0,7 3-45 16,0 0-63-16,0 0-68 0,-7-8-86 0,7 8-252 15,-1-16-675-15,1 16 298 0</inkml:trace>
  <inkml:trace contextRef="#ctx0" brushRef="#br0" timeOffset="-79862.38">10855 16361 2 0,'-5'3'97'0,"5"-3"-5"15,-12 5 0-15,8-3-8 0,4-2 7 0,-10 8-8 16,5-7 9-16,5-1 0 0,-6 4-1 0,6-4-1 16,0 0-2-16,-8 2-3 0,8-2-2 0,0 0-10 15,0 0-3-15,-5 4-5 0,5-4-3 0,0 0-8 16,0 0-6-16,0 0 3 0,0 0-3 0,0 0-11 15,0 0 3-15,0 0 1 0,0 0-6 0,14-13-5 16,-6 7 1-16,2-1-5 0,-4-1-3 0,3 0-1 16,3 1-3-16,-1-5-1 0,1 3-2 0,0 0 0 15,1-1 0-15,-1-1-5 0,-3 5-7 0,1-2-16 16,-2 2-15-16,-1 0-10 0,0 1-13 0,-7 5-23 16,7-5-13-16,-7 5-24 0,7-5 8 0,-3 0-2 15,-4 5-13-15,0 0-1 0,0 0-79 0,0 0-214 16,0 0 94-16</inkml:trace>
  <inkml:trace contextRef="#ctx0" brushRef="#br0" timeOffset="-79478.52">10978 16244 523 0,'-11'20'-45'0,"6"-16"21"0,5-4 16 16,-9 8 7-16,9-8 9 0,-10 9 19 0,10-9 4 16,-9 8 6-16,5-3 8 0,4-5 2 15,-7 8 16-15,4-3-2 0,3 4 5 0,0-9 9 16,-4 10-5-16,7 0 16 0,-2 0 1 0,2 1 1 16,-1-2-7-16,1 4 10 0,1-4-4 0,-1 6-4 15,4-3-6-15,0 2 5 0,-3-4-9 0,2 2-5 0,-2 0-3 16,2 0-3-16,0 3-4 0,-3-4-5 15,2-1-1-15,-2 1-7 0,1-2-6 0,-2 1-4 0,1-2-2 16,-1-3-4-16,0 2 1 0,-2-7-5 16,4 8-2-16,-3-1-4 0,-1-7-1 0,3 9 1 15,-3-9-2-15,4 4 1 0,-4-4-9 0,0 0-5 16,0 0-7-16,-5 11-11 0,5-11-3 0,0 0 0 16,-7 4-3-16,7-4 6 0,-10 0-1 0,10 0 2 15,-13 1-3-15,7-1 4 0,6 0-1 0,-16 0 3 16,8 0 0-16,8 0 2 0,-14-1 2 0,7-1 1 15,7 2 2-15,-10 2 1 0,10-2 1 0,0 0 2 16,-8 0-4-16,8 0 5 0,0 0 5 0,0 0 4 16,0 0-1-16,0 0 3 0,0 0-1 0,0 0 2 15,0 0 4-15,17 11 0 0,-17-11-3 0,17 0 0 16,-6-1-3-16,-1-1-4 0,1 1-11 0,1-5-11 16,1 3-16-16,-3-2-24 0,4-1-25 0,3-2-18 15,-2-2-27-15,2 3-24 0,-1-5-16 0,0 2-3 16,-2-3-101-16,0 2-290 0,1-2 128 0</inkml:trace>
  <inkml:trace contextRef="#ctx0" brushRef="#br0" timeOffset="-79079.97">11234 16405 28 0,'4'-10'27'0,"-1"4"22"0,0 0 4 0,-3 6 19 15,0 0 8-15,3-16 24 0,-3 12 9 0,0 4 8 16,0 0 11-16,0 0 9 0,-5-10 0 0,5 10-3 16,0 0 3-16,0 0 3 0,-15 12 0 0,7-4-4 15,0-1-6-15,3 6-2 0,0-3-10 0,1 3-6 16,-1 4-8-16,0-3-12 0,4 1-8 15,1-3-9-15,0 0-8 0,3-1-9 0,0 0-1 16,-1-1-12-16,3-1-3 0,0-2-5 0,2 0 2 16,-1-3-9-16,1 2-4 0,5-3-5 0,-3 0-5 15,1 0-4-15,-1-3 1 0,0 0-2 0,2-3-4 16,-3 2 0-16,-8 1-2 0,13-5 0 0,-7 3 1 16,-6 2-1-16,10-4-3 0,-10 4 0 0,5-2-1 15,-5 2 3-15,0 0 1 0,0 0 0 0,0 0-2 16,0 0 7-16,0 0-4 0,0 0 9 0,-23 19-2 15,16-10 1-15,-5 5 2 0,-3 5 7 0,4-2 3 16,-5 5 13-16,3-1 7 0,3-4-1 0,0 0 1 16,2 1 1-16,1-1-5 0,2-6-5 0,1 0 5 15,1 0-5-15,0 0-7 0,3-11-1 0,3 18-4 16,0-12-6-16,-3-6-2 0,11 7 5 0,-3-4-3 16,-8-3-3-16,20-3-11 0,-8 0 4 0,3-5-20 15,3 1-20-15,-5-3-21 0,1 4-26 0,0-3-32 16,-1 2-29-16,0-3-37 0,1 0-40 0,-6 1-39 15,1 1-40-15,-1-1-170 0,1 2-498 0,-3-1 220 16</inkml:trace>
  <inkml:trace contextRef="#ctx0" brushRef="#br0" timeOffset="-76762.73">11306 15686 103 0,'0'0'201'0,"0"0"-14"15,0 0-11-15,0 0-6 0,0 0-19 0,0 0-10 16,0 0-12-16,0 0-12 0,0 0-14 0,0 0-10 16,0 0-3-16,0 0-3 0,0 0-6 0,0 0-1 15,-4 18-7-15,7-14-6 0,-2 3-7 0,3-1-4 16,-2 0-9-16,1-2 2 0,1 2-7 0,1 4-2 15,-3-6-6-15,2 1-1 0,-4-5 1 0,7 8-2 16,-7-8 0-16,5 6 12 0,-5-6-8 0,5 3 4 16,-5-3-2-16,0 0-3 0,14-3-4 0,-6-1-7 15,-1-5-13-15,6-3-22 0,1-4-27 0,4-11-34 16,4 1-50-16,8-13-41 0,-1 3-51 0,0-3-145 16,-1-1-386-16,-6 11 170 0</inkml:trace>
  <inkml:trace contextRef="#ctx0" brushRef="#br0" timeOffset="-75161.75">11466 16477 122 0,'0'0'123'15,"0"0"-15"-15,0 0-12 0,0 0-6 0,0 0-2 16,7-3-4-16,-7 3-1 0,0 0-4 16,0 0 6-16,0 0-2 0,0 0 0 0,0 0-5 0,11 7-2 15,-11-7-3-15,5 7-2 0,-5-7-2 16,5 5-6-16,-5-5-4 0,4 3 0 0,-4-3-13 15,7 5-2-15,-7-5-4 0,4 4-7 0,-4-4 0 16,0 0 0-16,5 3-5 0,-5-3 7 0,4 7 0 0,-4-7-3 16,5 3 0-16,-5-3-3 0,6 4 5 0,-6-4-9 15,0 0 3-15,0 0-3 0,8 4-2 0,-8-4-7 16,0 0 3-16,0 0-2 0,6 4 1 16,-6-4-2-16,0 0 0 0,0 0 4 0,6 1 1 15,-6-1 2-15,0 0 1 0,0 0-5 0,0 0 0 16,0 0-4-16,9-10 1 0,-9 10 1 0,5-6-2 15,0 2-1-15,-5 4-5 0,6-15-2 0,-1 5-15 16,2 1-15-16,1-7-22 0,4-1-14 0,5-6-41 16,0 0-25-16,3-4-31 0,-1-3-41 0,9-9-110 15,1 1-330-15,-4 11 146 0</inkml:trace>
  <inkml:trace contextRef="#ctx0" brushRef="#br0" timeOffset="-73233.06">11486 16560 2 0,'0'0'223'16,"-5"8"2"-16,5-8-9 0,0 0-10 0,-3 7-14 15,3-7-20-15,0 0-18 0,0 0-12 0,-2 8-19 0,2-8-10 16,0 0-12-16,0 0-11 0,0 0-17 16,0 0-25-16,4 7-25 0,-4-7-26 0,0 0-39 15,0 0-30-15,0 0-41 0,7 3-27 0,-7-3-150 16,0 0-312-16,0 0 139 0</inkml:trace>
  <inkml:trace contextRef="#ctx0" brushRef="#br0" timeOffset="-69613.73">12142 16098 193 0,'0'0'209'0,"0"0"0"16,0 0-1-16,0 0 0 0,16 7-13 0,-11-1-14 15,2 2-13-15,1 0-2 0,4 4-13 0,-3 2-33 16,4-2-5-16,-3 0-10 0,3 0-10 0,1 1-3 15,-1-3-9-15,1 3-5 0,-2 0-7 0,-1-3-2 16,1-1-3-16,1 0-7 0,-1-2-5 0,-5-3-1 16,1 2-5-16,1-2-5 0,1 2 1 0,-6-4-4 15,0 1 5-15,-4-3-3 0,9 4 5 0,-9-4-2 16,5 1 6-16,-5-1 8 0,0 0-13 0,0 0-1 16,9-6-7-16,-9 6 3 0,0 0 10 0,1-14-18 15,-2 4 3-15,-1 0-8 0,2 0 0 0,-2-3-5 16,-1-3-4-16,1 1-3 0,-1-1-2 0,1-2 0 15,2-2-1-15,0 3-1 0,0-3-2 0,0 1 1 16,0-1 8-16,0 4-13 0,2-2 2 0,-2 8-3 16,1-3-2-16,1 6-3 0,-2 1-11 0,0 6-19 15,2-12-16-15,-2 12-25 0,0-8-22 0,0 8-12 16,0 0-20-16,0 0-25 0,0 0-31 0,0 0-33 16,0 0-24-16,0 0-24 0,11 22-140 0,-11-22-434 15,5 13 192-15</inkml:trace>
  <inkml:trace contextRef="#ctx0" brushRef="#br0" timeOffset="-69362.88">12567 16077 204 0,'0'0'232'16,"0"0"-5"-16,0 0-3 0,0 0-8 0,0 0-10 15,0 0-7-15,-29 12-12 0,29-12-7 0,-6 9-11 16,3 0-3-16,3-9-2 0,-8 15-4 0,7-3-8 15,-2-5-14-15,1 7-19 0,2-2-5 0,-2 0-5 16,4-1-11-16,-2 2 1 0,5-1-24 0,-2 0-8 16,1 0-2-16,-2 0-5 0,3-1-14 0,-1-3-1 15,2 1-2-15,2-2-14 0,1-1-16 0,-3-1-21 16,3 1-24-16,-2-3-16 0,4 0-26 0,-6-1-35 16,3-1-31-16,-8-1-37 0,0 0-40 0,25-3-39 15,-18-1-202-15,-7 4-496 0,14-8 220 0</inkml:trace>
  <inkml:trace contextRef="#ctx0" brushRef="#br0" timeOffset="-69112.88">12682 16064 78 0,'0'0'228'0,"0"0"-3"15,0 0 4-15,0-7 3 0,0 7 0 0,0 0-6 16,0 0-9-16,0 0-14 0,0 0-17 0,17 29-9 15,-13-19-11-15,2 1-14 0,-2-1-15 0,1 0-14 16,-1 1-2-16,0-1-16 0,1 1-16 16,2-1-3-16,-3-2-8 0,1 1-9 0,-1 0-16 15,-2-2-13-15,0 0-22 0,1-1-25 0,1 1-23 16,1 0-23-16,-5-7-30 0,5 6-16 0,-5-6-31 0,4 9-20 16,-4-9-20-16,0 0-16 0,5 9-23 0,-5-9-18 15,0 0-128-15,0 0-384 0,0 0 171 16</inkml:trace>
  <inkml:trace contextRef="#ctx0" brushRef="#br0" timeOffset="-68723.94">12738 16129 28 0,'-2'-12'115'0,"-1"0"-10"15,3 12 7-15,3-22 7 0,-1 11 21 0,1 0 4 16,3 0 8-16,-2 0 2 0,5 2 7 0,-2 1-3 16,0 1-11-16,-1 1 1 0,1 2-2 0,0 2 4 15,2-3 10-15,-2 5-5 0,-7 0-8 0,15-1-11 16,-8 3-5-16,2 1-7 0,-5 0-8 0,3 0-6 15,-7-3-4-15,12 7-7 0,-6-2-6 0,-6-5-7 16,7 10-12-16,-5-2-4 0,2-2-7 0,-4-6-10 16,3 15-7-16,-3-15-2 0,2 16-15 0,-2-10-17 15,0 2-11-15,0-1-11 0,0-7-14 0,0 13-17 16,0-13-10-16,0 13-3 0,0-9-13 0,0-4-4 16,0 9-2-16,0-9-2 0,5 6 1 0,-5-6 1 15,5 6 2-15,-5-6-3 0,10 3 4 0,-10-3 11 16,7 2 5-16,-7-2 6 0,10 0 2 0,-10 0 6 15,10 1 1-15,-3 0 8 0,-7-1 2 0,10 1 4 16,-4 2 5-16,-6-3 5 0,9 3 8 16,-9-3 10-16,7 2 7 0,-7-2 7 0,6 4 2 0,-6-4 5 15,3 8-1-15,-3-8 5 0,0 8-3 16,0-8-3-16,-5 11-7 0,5-11-6 0,-4 11-10 16,3-4-5-16,-3-1-25 0,2 0-21 0,2-6-29 0,-7 10-29 15,7-10-29-15,-6 9-41 0,0-4-185 0,2 0-396 16,4-5 176-16</inkml:trace>
  <inkml:trace contextRef="#ctx0" brushRef="#br0" timeOffset="-68428.49">12998 15898 46 0,'-4'-4'283'15,"4"4"-8"-15,-2-10-1 0,2 10-9 0,-2-7-15 16,2 7-23-16,0 0-8 0,0 0-6 0,0 0 1 16,0 0-1-16,0 0-23 0,17 19-4 0,-7-4 4 15,-4-1-12-15,1 2 2 0,1 1-10 0,2 8-11 16,-1 0-9-16,-1 0-17 0,2 0-11 0,-3 0-7 16,2-1-10-16,-1 0-11 0,-4-4-15 0,6 4-3 15,-5-9-2-15,1 6-17 0,-2-5-2 0,1 1-6 16,2 0-17-16,-2-2-20 0,-1-1-24 0,0-1-13 15,1-3-28-15,-1 0-25 0,-2-2-36 0,3 2-35 16,-2-4-28-16,-3-6-40 0,6 7-34 0,-4-3-43 16,-2-4-37-16,2 6-200 0,-2-6-575 0,0 0 254 15</inkml:trace>
  <inkml:trace contextRef="#ctx0" brushRef="#br0" timeOffset="-68161.8">13288 15973 194 0,'-5'-6'273'0,"5"6"6"15,-8-2-6-15,8 2 1 0,0 0-14 0,0 0-14 16,0 0-20-16,-16 8-12 0,16-8-13 16,-7 13-5-16,5-4-21 0,2 1-8 0,0-10-11 15,-3 21-10-15,3-9 3 0,1 0-17 0,1 0-14 16,-2-2-5-16,2 1-18 0,-2 0-2 0,4 0-22 15,-1 0 3-15,0-3-32 0,1 2-14 0,-4-10-29 16,4 11-23-16,1-5-33 0,-1-3-33 0,-4-3-30 16,4 7-35-16,-4-7-33 0,0 0-41 0,16 1-16 15,-16-1-28-15,16-8-197 0,-16 8-507 0,16-10 225 16</inkml:trace>
  <inkml:trace contextRef="#ctx0" brushRef="#br0" timeOffset="-67479.74">13396 16029 82 0,'0'0'151'0,"-2"-14"4"15,2 14 11-15,0 0 6 0,-5-7 1 0,5 7 14 16,0 0 10-16,0 0-6 0,0 0-7 0,0 0 2 16,0 0-4-16,0 0-12 0,0 0-7 0,0 36-8 15,1-24-14-15,3-1-3 0,-4 2-17 0,0-3-14 16,4 2-11-16,-2-2-9 0,0 0-6 0,3-2-11 16,-5-8-4-16,9 14-4 0,-8-7-4 0,-1-7-10 15,8 9-11-15,-8-9 2 0,7 5-7 0,-7-5-2 16,8 4-7-16,-8-4 5 0,0 0-2 15,0 0-7-15,0 0-2 0,19-8-1 0,-19 8-1 16,6-8-3-16,-6 8 4 0,7-13-5 0,-7 13-4 16,5-11 6-16,-5 11-1 0,0-14-9 0,0 4 4 15,0 10-1-15,2-19-5 0,-2 8 6 0,2-1-6 0,-1 0-4 16,-1-1 0-16,4 2 5 0,0-1 3 0,1 3 2 16,-5 9 5-16,4-13-1 0,0 7 4 0,-4 6-8 15,10-7 19-15,-10 7-2 0,9-4 12 16,-9 4 3-16,0 0 11 0,0 0-5 0,20 8-1 15,-20-8-2-15,9 6 5 0,-5-1-8 0,-4-5 6 16,7 11-9-16,0-6 1 0,-7-5-9 0,7 10 9 16,-7-10 1-16,6 6-14 0,-6-6-7 0,3 8 0 15,-3-8 2-15,6 5-1 0,-6-5 1 0,0 0-3 16,0 0 10-16,0 0-10 0,10 4-9 0,-10-4 6 16,0 0 1-16,0 0-4 0,0 0 12 0,0 0-11 15,15-15-5-15,-15 15 5 0,7-11-14 0,-5 4 8 16,5-2-3-16,-5 0 2 0,1 1-4 0,-3 8 3 15,10-12-6-15,-10 12-2 0,7-7 3 0,-7 7 7 16,10-5-3-16,-10 5-2 0,10-2 3 0,-10 2-2 16,0 0 1-16,0 0-6 0,17 4 11 0,-17-4-4 15,0 0 2-15,13 3-3 0,-13-3 10 0,0 0-7 16,13 2-1-16,-13-2-9 0,0 0 1 0,0 0 2 16,0 0 4-16,14-3-3 0,-14 3-1 0,6-8 8 15,-6 8-13-15,5-9 8 0,-5 9-6 0,0-10-1 16,0 10 3-16,2-12 3 0,-2 12-1 0,2-11-6 15,-2 11-3-15,0-13 9 0,0 13-5 0,0 0 6 16,0-11-4-16,0 11-3 0,0 0-13 0,0 0 13 16,0 0 6-16,0 0-4 0,0 0 3 0,0 0 0 15,0 0-2-15,0 0 3 0,0 0-8 0,0 0-13 16,0 0-32-16,12 27-29 0,-12-21-29 0,0-6-42 16,0 10-38-16,0-10-44 0,0 13-38 0,0-13-46 15,0 0-245-15,2 10-612 0,-2-10 272 0</inkml:trace>
  <inkml:trace contextRef="#ctx0" brushRef="#br0" timeOffset="-67262.75">13798 15702 98 0,'0'0'293'0,"0"-9"7"0,0 9 2 16,0 0-3-16,0 0 11 0,0 0-16 0,0 0-10 15,9 27-23-15,-7-15-13 0,0 4-29 0,1 0-18 16,-1 0-17-16,0 1-23 0,1-2-13 0,-1-2-14 16,0 0-22-16,0-3-27 0,2 1-33 0,-1 0-26 15,1-2-37-15,-2-3-31 0,-2 2-51 0,4-2-50 16,-4-6-60-16,0 0-50 0,6 12-57 0,-6-12-183 16,0 0-534-16,0 0 237 0</inkml:trace>
  <inkml:trace contextRef="#ctx0" brushRef="#br0" timeOffset="-66999.64">13988 15679 131 0,'0'0'161'0,"0"0"-22"0,0 0-39 16,0 0-49-16,0 0-60 0,-4 14-87 15,4-14-103-15,0 0 45 0</inkml:trace>
  <inkml:trace contextRef="#ctx0" brushRef="#br0" timeOffset="-66837.91">13717 16084 75 0,'7'-7'18'0,"2"-1"-34"0,-3-3-17 0,1 1 8 0</inkml:trace>
  <inkml:trace contextRef="#ctx0" brushRef="#br0" timeOffset="-97112.69">12109 13618 9 0,'0'0'13'0,"0"0"1"15,0 0-3-15,0 0 2 0,0 0-1 0,0 0 1 16,0 0 0-16,0 0 2 0,0 0 4 0,0 0-2 16,0 0 5-16,0 0-1 0,0 0-5 0,0 0-1 15,0 0-1-15,0 0-7 0,0 0 8 0,0 0-10 16,0 0 4-16,0 0 2 0,0 0-4 0,0 0-2 0,0 0 4 15,0 0-2-15,0 0-3 0,0 0 1 16,0 0 4-16,0 0 3 0,0 0-8 0,0 0-7 16,0 0 9-16,0 0-4 0,0 0-1 0,0 0 0 0,0 0-3 15,0 0 0-15,0 0 4 0,0 0-3 0,0 0-2 16,0 0 4-16,0 0 3 0,0 0-14 0,0 0 10 16,0 0-3-16,0 0-4 0,0 0-3 15,0 0-4-15,0 0-38 0,0 0-55 0,0 0 24 0</inkml:trace>
  <inkml:trace contextRef="#ctx0" brushRef="#br0" timeOffset="-45669.18">10273 15872 75 0,'0'0'68'0,"0"0"-6"16,0 0-6-16,0 0 8 0,0 0-14 0,0 0-1 15,0 0-2-15,0 0-11 0,0 0 4 0,0 0-10 0,0 0 4 16,0 0 1-16,0 0 0 0,0 0-2 0,0 0-1 16,0 0-7-16,0 0 6 0,0 0-5 0,0 0 1 15,0 0-2-15,0 0 5 0,0 0-6 16,0 0-14-16,0 0 9 0,0 0-5 0,0 0 1 15,0 0-16-15,0 0-7 0,0 0-1 0,0 0-9 0,0 0-10 16,0 0-4-16,0 0-17 0,0 0-8 0,0 0 1 16,0 0-16-16,0 0-39 0,-20 4-120 15,20-4 55-15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04:30.1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14917 2914 34 0,'0'0'171'0,"0"0"-2"0,0 0-19 0,0 0-13 16,9 0-15-16,-9 0-11 0,0 0-19 0,0 0 3 16,0 0-2-16,0 0-1 0,0 0 4 0,0 0-1 15,0 0-2-15,0 0-2 0,0 0-5 0,0 0-3 16,0 0-7-16,0 0-4 0,0 0-6 0,0 0-7 16,0 0-4-16,0 0-6 0,0 0-6 0,9 0-1 15,-9 0 0-15,0 0-4 0,0 0-5 0,0 0 0 16,0 0-1-16,0 0 2 0,0 0-1 0,0 0 3 15,0 0-3-15,0 0-1 0,0 0-1 0,0 0-1 16,0 0-4-16,0 0 0 0,0 0-5 0,0 0 1 16,0 0 0-16,0 0-2 0,0 0 0 0,0 0-4 15,0 0 2-15,0 0 3 0,0 0-4 16,0 0 1-16,0 0-2 0,0 0 9 0,0 0-2 0,0 0 5 16,0 0 3-16,0 0-2 0,0 0 2 0,0 0 2 15,0 0 4-15,0 0-3 0,0 0 2 0,0 0 1 16,0 0-1-16,0 0 0 0,0 0 0 0,0 0-3 15,0 0 5-15,0 0 2 0,0 0-5 0,0 0 3 16,0 0-6-16,0 0 2 0,0 0-1 16,0 0-2-16,0 0-7 0,0 0 0 0,0 0-5 15,0 0 6-15,0 0-3 0,0 0-1 0,0 0-1 16,0 0-1-16,0 0-3 0,0 0-4 0,0 0 1 16,0 0-6-16,0 0 1 0,0 0-1 0,0 0-2 0,0 0-2 15,0 0 1-15,0 0-1 0,0 0-2 0,-13 27 2 16,13-18 2-16,-3 0-9 0,1 2 10 15,1 2-7-15,-1 2 4 0,0 2-3 0,1 0 11 16,0 0-11-16,-1 2 5 0,2-2-1 0,-1-5 0 16,1 4 5-16,-1 1 1 0,2-2 4 0,-2-3 0 15,1 1-4-15,0-2 5 0,0 0-1 0,-1 1 8 16,1-12-5-16,1 16-1 0,-1-16-4 0,1 14 4 16,-1-14-3-16,0 13-3 0,0-13 1 0,1 8 1 15,-1-8-4-15,0 0-1 0,0 12 0 0,0-12-1 16,0 0-2-16,0 0-16 0,0 10-12 0,0-10-14 15,0 0-22-15,0 0-35 0,0 0-41 0,0 0-52 16,0 0-57-16,0 0-53 0,0 0-227 0,-11-27-569 16,8 18 252-16</inkml:trace>
  <inkml:trace contextRef="#ctx0" brushRef="#br0" timeOffset="229.64">14793 2779 157 0,'-3'-8'214'0,"3"8"-14"16,0 0-10-16,-4-6-14 0,4 6-15 15,0 0-15-15,0 0-10 0,0 0-21 0,-4-6-18 16,4 6-28-16,0 0-36 0,0 0-38 0,0 0-33 15,0 0-45-15,0 0-55 0,0 0-101 0,0 0-258 16,18 20 114-16</inkml:trace>
  <inkml:trace contextRef="#ctx0" brushRef="#br0" timeOffset="867.81">15118 3027 149 0,'0'0'191'0,"0"0"-11"0,0 0-12 16,0 0-13-16,8 1-13 0,-8-1-15 16,0 0 5-16,2 8 3 0,-2-8-7 0,2 8 4 15,-1-1-14-15,-1 3 1 0,1-2-8 0,1 2-9 0,0-2-6 16,2 3-3-16,-2-2-5 0,1 3-8 16,-3-3 2-16,1-2-8 0,-1-1-6 0,0 4 2 15,0-10-5-15,0 11 2 0,0-4-4 0,0-7 0 16,5 9-6-16,-5-9-7 0,0 0 5 0,-1 9-11 15,1-9 1-15,0 0 2 0,0 8-7 0,0-8-1 16,0 0-2-16,0 0 3 0,0 0 2 0,0 0 1 0,0 0 12 16,0 0 1-16,0 0-11 0,0 0 10 15,0 0-8-15,0 0-2 0,0 0-3 0,0 0-3 0,0 0-13 16,-4-29 2-16,4 20-4 0,0-3-3 16,2-1-15-16,1 1 15 0,2-7-10 0,0 0-18 15,-2 0 18-15,5 2-4 0,-1-1-5 0,0 1 9 16,2 2-17-16,-2 6 18 0,0-3-11 0,-1 3-15 15,-1-2 11-15,3 4 0 0,-3 2 1 0,0 0 5 0,0 1-5 16,3 4-2-16,0-1 4 0,-8 1-3 16,19 3 2-16,-10 2-2 0,-2-1 5 0,2 3-7 15,0 1 0-15,0 1-12 0,1-1 25 0,-3 0-8 16,-1 5 3-16,1-4 0 0,-1 3-5 0,-1-1-2 16,-1 0 5-16,2-3 1 0,-2 4-7 0,-1-3-1 15,2-2 10-15,-3-2-6 0,1 4-15 0,-1-2-17 16,0-1-7-16,-2-6-24 0,0 12-22 0,0-12-26 15,0 11-31-15,0-11-32 0,0 11-17 0,0-11-51 16,0 7-43-16,0-7-153 0,2 7-474 0,-2-7 209 16</inkml:trace>
  <inkml:trace contextRef="#ctx0" brushRef="#br0" timeOffset="1253.43">15551 2821 172 0,'0'-5'250'0,"0"5"-4"0,3-7-9 16,-3 7-13-16,0 0-19 0,2-8-20 15,-2 8-21-15,0 0-16 0,0 0-17 0,0 0-13 16,0 0-3-16,0 0 4 0,0 0-3 0,7 36-1 16,-6-20-9-16,0 2-6 0,1 3-4 0,-2 3 2 15,-2 3-5-15,4 0-6 0,0-2-2 0,-1 3-7 16,-1-4-13-16,0 2-1 0,2-1-6 0,-2 0-3 16,1-7-4-16,0 1-11 0,0 0 1 0,1 0-1 15,-1-2-14-15,-1 1 9 0,0-1-6 0,0-3-1 16,0 1-6-16,1 0-1 0,-1-3-24 0,2-1-21 15,-2-1-19-15,0-10-22 0,-3 14-27 0,3-14-27 16,-1 12-28-16,1-12-28 0,0 0-27 0,0 0-35 16,-4 15-27-16,4-15-152 0,0 0-449 0,0 0 198 15</inkml:trace>
  <inkml:trace contextRef="#ctx0" brushRef="#br0" timeOffset="1500.86">15588 2987 63 0,'7'-10'162'0,"3"0"-4"16,-2 2 5-16,7-2-10 0,-3 6-8 0,0 0-4 0,1 1-20 15,0 2-8-15,-2 0-9 0,-11 1-11 0,23 7-6 16,-11-3 5-16,-6 1-17 0,2 2 3 16,-3 1-9-16,0 0-2 0,-2 4 3 0,-3-1-8 15,0-11-3-15,-3 23-5 0,-2-7-2 0,-1-2-5 16,-2 1-9-16,-2-2-10 0,1-4-11 0,0 0-8 15,0-2-12-15,-1 3-20 0,1-4-15 0,0-2-33 16,-3 2-25-16,12-6-35 0,-14 5-43 0,14-5-124 16,-14 4-322-16,14-4 143 0</inkml:trace>
  <inkml:trace contextRef="#ctx0" brushRef="#br0" timeOffset="1899.96">15827 2952 101 0,'0'0'177'16,"0"0"10"-16,0 0-4 0,8 10 0 0,-8-10-7 16,1 17-12-16,-1-5-13 0,-1-2-11 0,1-10-8 15,-1 27-9-15,-1-14-10 0,2-3-4 16,3 1-10-16,0 0-9 0,-2 0-7 0,4-1-3 0,0-2 2 16,-5-8-2-16,10 13-1 0,-2-7-6 15,-2-3-4-15,-6-3 1 0,17 4-10 0,1-5-1 16,-18 1-3-16,22-3-5 0,-8-1-6 0,-2 0-3 15,5-5-11-15,-7 4 3 0,2-3-2 0,-2-1-4 16,-1 1-3-16,0-1 0 0,0-2-5 0,-3 1 5 16,-1 1-2-16,-5 9 4 0,8-19 3 0,-5 10-6 15,0-3 7-15,-3 12 5 0,2-15-1 0,-2 15 11 16,0 0 4-16,0-17 0 0,0 17-2 0,0 0-6 16,0 0-4-16,0 0-8 0,1-13-2 0,-1 13 2 15,0 0-3-15,0 0 4 0,0 0-4 0,0 0-4 16,0 0 7-16,-5 49-7 0,5-49 3 0,0 23-4 15,1-12-2-15,-1-11-9 0,4 24 6 0,-2-12 0 16,2-2-8-16,-1 2-12 0,3-4-17 0,-6-8-14 16,8 17-45-16,-3-13-35 0,-5-4-40 15,17 10-47-15,-17-10-51 0,16 2-55 0,-16-2-187 16,14 0-536-16,-14 0 238 0</inkml:trace>
  <inkml:trace contextRef="#ctx0" brushRef="#br0" timeOffset="2138.85">16264 2855 123 0,'-1'-13'268'0,"1"13"4"16,-1-19-1-16,0 12 0 0,1 7-7 15,0 0-12-15,0-17-23 0,0 17-19 0,0 0-31 16,0 0-15-16,0 0-9 0,0 0 14 0,0 0 14 16,0 0-19-16,3 43 4 0,-3-25-11 0,2 7-10 15,-1 1-15-15,-1-1-8 0,0 1-13 0,0-3-5 16,0 2-9-16,1-7-11 0,-2 0-6 0,1-1-2 15,-1 2-16-15,1-3-6 0,0-4-36 0,0-12-34 16,0 25-33-16,-2-15-35 0,0 0-40 0,2-1-43 16,0-9-49-16,0 0-57 0,-3 19-52 0,3-19-237 15,-5 10-607-15,5-10 268 0</inkml:trace>
  <inkml:trace contextRef="#ctx0" brushRef="#br0" timeOffset="2316.09">16176 2995 42 0,'0'0'234'0,"-4"-8"-9"0,4 8 0 0,0 0-14 16,0 0-11-16,-2-12-15 0,2 12-12 15,0 0-10-15,0 0-11 0,0 0-13 0,0 0-10 16,19-4-12-16,-6 4-18 0,2 0-23 0,2-1-28 0,3-2-49 16,-1 2-60-16,4-3-65 0,4-1-78 15,-9 1-134-15,0-1-366 0,0 2 162 0</inkml:trace>
  <inkml:trace contextRef="#ctx0" brushRef="#br0" timeOffset="2900.69">16833 2883 252 0,'0'0'249'16,"-6"-5"-10"-16,6 5-5 0,-9-2-14 0,9 2-15 15,-16 2-11-15,5-2-12 0,-2 5-11 0,-3 4-9 16,1 0-6-16,-4 4-14 0,1 4-8 0,-2 0-5 16,6 0-11-16,1 6-4 0,3-6-16 0,0 6-6 15,2-5-7-15,4-1-9 0,0 0-5 0,2 0-15 16,2-1-3-16,0-5-2 0,2 3-7 0,2-3-2 15,3 0 4-15,-1 0-14 0,3 0-2 0,1-4-19 16,0-1-11-16,3-1-26 0,4 0-27 0,1-3-34 16,3 2-42-16,-4-4-53 0,2-2-45 0,0-2-43 15,-1 0-183-15,0-2-490 0,-1-2 217 0</inkml:trace>
  <inkml:trace contextRef="#ctx0" brushRef="#br0" timeOffset="3316.42">16999 2773 45 0,'-1'-12'214'0,"0"0"5"15,-1 4 4-15,2 8 0 0,-2-14-1 0,2 14-14 0,-2-10-18 16,2 10-15-16,2-7-24 0,-2 7-17 0,0 0-14 16,0 0-10-16,0 0-7 0,0 0 1 0,10 37-6 15,-6-11-11-15,0 2-8 0,1 1 0 0,0-3-3 16,-3 3-12-16,1-3-7 0,1-3-6 15,-2 5-2-15,0-8-8 0,0-2 1 0,1 1 5 16,-2-2-10-16,0-4-8 0,-1-2-3 0,3-1 0 16,-4 0-2-16,1-10-2 0,1 14-5 0,-1-14 1 15,0 10 2-15,0-10-6 0,0 0 4 0,0 0 0 16,0 0 4-16,0 0 5 0,0 0-5 0,0 0 0 16,0 0-6-16,0 0-5 0,0 0 9 0,0 0-17 15,0 0-1-15,29-38-1 0,-16 21-5 0,-3 2-2 16,3-2 4-16,0 2-11 0,-1 2 0 0,1-1 0 15,-1 3 3-15,-4 3-4 0,-2 4 4 0,-6 4-6 16,10-9 5-16,-3 7-1 0,-7 2 4 0,0 0-1 16,20 8 0-16,-14-1-1 0,2 2 3 0,0-2 2 15,-2 3 0-15,1-1 2 0,-1 1 1 16,-1-1-5-16,3 1-23 0,-2 0-19 0,-1 1-28 16,0-3-40-16,-5-8-36 0,16 16-30 0,-9-9-33 15,2-2-37-15,0 0-141 0,-9-5-425 0,22 0 188 16</inkml:trace>
  <inkml:trace contextRef="#ctx0" brushRef="#br0" timeOffset="4066.15">17537 2862 211 0,'0'0'210'0,"-14"-6"-6"0,14 6-9 0,-16 0-2 15,16 0-21-15,-21 6-12 0,8 3-7 0,2 2-1 16,1 4-8-16,-2-1-11 0,4 3-13 0,-1 0-9 15,3 0-5-15,0-1-7 0,3-2-10 0,1 0-7 16,0-3-7-16,4-1-3 0,-1 1 1 0,3-2-3 16,0 0-11-16,1-2-1 0,-5-7-7 0,9 10-2 15,-3-6-8-15,-6-4 2 0,15 5-6 0,-15-5-4 16,18 0 4-16,-8-2-10 0,-10 2-6 0,20-8-1 16,-11 2-3-16,-9 6-3 0,15-7 0 0,-7-3-2 15,-2 5 1-15,0-2-2 0,-2 0-2 0,-4 7 0 16,8-16-4-16,-4 7 3 0,-2 2 6 0,1-4-7 15,-2-1-1-15,2 3 1 0,-3 9 2 0,0-13 6 16,0 13 5-16,0 0 1 0,1-14-4 0,-1 14-3 16,0 0-3-16,0 0 0 0,1-10-6 15,-1 10-1-15,0 0 1 0,0 0 3 0,0 0-1 0,0 0 4 16,0 0 4-16,0 0-1 0,-2 42 2 16,2-42-1-16,2 20-4 0,1-10-3 0,-3-10 2 15,2 19-4-15,-2-19 2 0,5 14 1 0,1-5 1 0,-6-9-3 16,9 9 13-16,-9-9-7 0,13 11-5 15,-3-6 5-15,-10-5 3 0,19 6-6 0,-9-3 2 0,-10-3 3 16,23-2-2-16,-12 2-6 0,-11 0-2 16,26-7 2-16,-14 2-2 0,1-1 3 0,-2 0 0 15,-1-1-5-15,3 1 0 0,-4-2-6 0,3-3 1 16,-5 0-4-16,-1 4 3 0,-1-3-2 0,-1 0-3 16,-1-2 4-16,-2-2-5 0,-2 4 3 0,0-4 1 15,-2 2-6-15,0 2 7 0,1-1-3 0,-2 1 7 16,0 0-1-16,4 10 1 0,-6-12-7 0,6 12 6 15,-7-7 2-15,7 7-4 0,-7-7 10 16,7 7-10-16,0 0 3 0,-7-6-4 0,7 6 2 0,0 0-2 16,0 0-1-16,0 0 2 0,0 0 0 0,0 0 3 15,0 0-1-15,0 0 0 0,0 0 9 0,0 0-11 16,0 0-1-16,0 0 2 0,0 0-3 0,27 13 6 16,-27-13 6-16,19 0-5 0,-7-2 0 0,-12 2-3 15,19-2 0-15,-6-1-4 0,-13 3 8 0,15-1-7 16,-5 1-1-16,-10 0-1 0,14-2 4 0,-14 2 0 15,11 3 0-15,-11-3-1 0,11 5 4 0,-11-5-1 16,9 8 4-16,-5-2-2 0,-4-6 5 16,6 12 2-16,-1-4 1 0,-3 1 4 0,-2-9-6 15,3 16 0-15,0-7 4 0,-3 2-18 0,0-11-11 0,1 16-26 16,1-9-27-16,-1 3-29 0,-1-10-39 0,1 16-43 16,-1-16-55-16,4 15-50 0,-4-15-177 15,1 13-500-15,-1-13 221 0</inkml:trace>
  <inkml:trace contextRef="#ctx0" brushRef="#br0" timeOffset="4294.74">18192 2972 37 0,'0'0'379'0,"0"0"-27"15,0 0-15-15,0 0-7 0,0 0-5 0,0 0-19 16,0 0-12-16,0 0-30 0,0 0-24 0,10 2-18 16,-10-2-30-16,0 0-21 0,0 0-33 0,0 0-37 15,0 0-46-15,0 0-42 0,5 1-49 0,-5-1-47 16,0 0-68-16,0 0-72 0,0 0-94 0,0 0-174 16,0 0-533-16,0 0 236 0</inkml:trace>
  <inkml:trace contextRef="#ctx0" brushRef="#br0" timeOffset="5416.53">18296 2862 195 0,'0'0'194'0,"0"0"-4"0,0 0-1 15,0 0-8-15,2-6-7 0,-2 6-5 0,0 0-8 16,0 0-8-16,0 0-8 0,0 0-10 0,0 0-6 16,0 0-16-16,0 0-7 0,0 0-14 0,-22 3-7 15,14 2-5-15,-1 1-11 0,0 2 0 0,-3 3-6 16,1 1-7-16,-1 1-2 0,3 2-8 0,2-5-5 16,1 4-2-16,-3 2-5 0,6-1-3 15,0-3-5-15,1-2-2 0,2-1-2 0,0-9-2 0,3 21 0 16,-1-14-4-16,-2-7 6 0,8 10-10 0,-3-4 0 15,2 0-2-15,-1-2 0 0,-6-4-4 0,15 3-6 16,-5-1-3-16,-10-2-2 0,20-5 0 16,-11 2 0-16,-9 3-2 0,16-6 0 0,-8 2 7 15,1-3-8-15,0-1 0 0,-2-1 7 0,0 2-4 16,-1-1 2-16,-2-2 6 0,1 1-4 0,-1 2 0 16,-1-3 5-16,-3 10 1 0,5-17 4 0,-5 17 4 15,2-12 9-15,-2 12-1 0,3-10-2 0,-3 10 0 16,0 0-4-16,2-9-5 0,-2 9-3 0,0 0-6 15,0 0 2-15,0 0-1 0,0 0 0 0,0 0 4 16,0 0-5-16,0 0 4 0,0 0-1 0,8 27-2 16,-5-15-1-16,-1-1-24 0,1-2-19 0,-1 4-29 15,-2-13-28-15,5 22-35 0,-1-12-39 0,1-1-39 16,-5-9-31-16,4 14-143 0,-4-14-417 0,4 10 185 16</inkml:trace>
  <inkml:trace contextRef="#ctx0" brushRef="#br0" timeOffset="5666.92">18567 2878 151 0,'-10'-12'229'16,"3"8"-4"-16,7 4-11 0,-12-3-3 0,12 3-11 16,-17 0-9-16,17 0-10 0,-15 3-12 0,6 4-8 15,1 2-10-15,1 1-18 0,2 0-5 0,-3 6-15 16,3-2-11-16,0-1-9 0,1 2-9 15,0 1-11-15,5-4-2 0,1-1-10 0,0 2 2 16,0-2-13-16,-2-11-8 0,11 23-15 0,-5-14-13 16,2-1-26-16,1-1-28 0,0 0-33 0,2-1-24 15,1-3-39-15,-12-3-39 0,26 0-39 0,-9 0-22 16,-17 0-123-16,26-4-390 0,-15 0 173 0</inkml:trace>
  <inkml:trace contextRef="#ctx0" brushRef="#br0" timeOffset="5899.51">18741 2751 182 0,'-2'-5'240'0,"2"5"-4"15,-3-12-5-15,3 12-14 0,0-7-20 0,0 7-17 16,0 0-13-16,0 0-11 0,0 0-1 0,0 0 3 16,0 0 0-16,0 0 1 0,0 0-3 0,5 44-26 15,-2-27-9-15,-3 2-14 0,2 1-6 16,-1 4-6-16,2 1-11 0,0-6-3 0,-2 0-10 15,0-2-13-15,2 1 0 0,-2 0-5 0,3-1-11 16,1 1-28-16,-1-3-24 0,-2 2-35 0,2 0-34 16,-3-6-42-16,2 0-41 0,-3-11-45 0,4 19-45 0,-3-8-204 15,-1-11-493-15,-1 17 219 0</inkml:trace>
  <inkml:trace contextRef="#ctx0" brushRef="#br0" timeOffset="6049.86">18731 2878 80 0,'0'0'133'0,"8"-7"-11"0,-8 7-10 0,16-2-16 16,-3 1-14-16,0 1-23 0,7 1-41 0,3 0-45 16,5 3-86-16,-9 0-122 0,2 0 54 0</inkml:trace>
  <inkml:trace contextRef="#ctx0" brushRef="#br0" timeOffset="7134.03">19034 3092 105 0,'0'0'190'0,"0"0"-6"16,0 0-13-16,0 0-11 0,15-23-10 0,-15 23-8 0,9-14-4 15,-3 5-10-15,2 1-12 0,-3-3-4 16,5-3-10-16,-4 3-3 0,0 0-7 0,2-2-10 15,-3 1-3-15,0-1 1 0,-1-2-10 0,-2 5-4 16,1-2-1-16,-1 1 4 0,0 3 1 0,-2 0 6 16,0 8-13-16,-3-13 2 0,3 13-3 0,-2-11-4 15,-1 6 5-15,3 5-14 0,0 0-6 0,-13-7-2 16,13 7-4-16,-13 3-7 0,13-3 1 0,-14 10-4 16,2 2 0-16,1 1 6 0,2-4-12 0,2 2 3 15,2 1-5-15,0-1 5 0,1 1-7 0,0 2 0 16,2-2-3-16,1 0 2 0,2-1-5 0,1 2 1 15,-1-4-3-15,3 2 0 0,1-1 3 0,-1-2 1 16,2 2-5-16,3-4 0 0,0 2 4 16,0-3-3-16,3-1 1 0,-1-1-1 0,1 0 2 15,2-3 1-15,-1 2-7 0,-13-2 3 0,25-5-2 0,-7 1 4 16,-3-1-4-16,3-2-1 0,-5 2 0 16,3-4 0-16,-5 3-4 0,0-2 0 0,-2 0 5 15,1-1-10-15,2-2-5 0,-6 1 0 0,-1 1-1 16,-2-3 0-16,0 2-5 0,-3 10-2 0,0-21 1 0,-2 10 5 15,2 11-3-15,-4-17 0 0,1 8 4 0,-1 0 0 16,4 9 2-16,-8-10 0 0,8 10 6 16,-9-10 0-16,5 6 0 0,4 4 2 0,0 0-3 15,-7-7 3-15,7 7-5 0,0 0 1 0,0 0-1 16,-9-9 0-16,9 9 1 0,0 0 3 0,0 0-3 16,0 0 1-16,0 0 11 0,0 0-9 0,23-3 0 15,-12 0 3-15,1 0 2 0,1 1 3 0,-1 0-1 16,6-2 0-16,-5 1-6 0,0 2 3 0,2-1 2 15,-6 1-4-15,-9 1 1 0,15-3 3 0,-15 3-5 16,16 0 1-16,-16 0-2 0,10 5 5 0,-4-2 10 16,2 3 8-16,-8-6 2 0,8 13 3 0,-5-2-1 15,1-1 4-15,-4-10 7 0,3 21-6 0,2-8-3 16,-5-1-2-16,5-2-3 0,-4 4-3 0,-1-14-5 16,2 20-1-16,0-10 1 0,-2-10 1 0,5 17 0 15,-5-17-4-15,5 10 2 0,-5-10-5 0,9 10 5 16,-9-10 0-16,11 7 7 0,-11-7-8 0,12 3 5 15,-12-3 2-15,16 0-5 0,-16 0-5 0,18-6 2 16,-18 6 3-16,17-7-4 0,-9 0-5 0,0 0-3 16,1 0 1-16,-4 2-5 0,0-5-3 15,0 0-2-15,-1-1-4 0,1 0 1 0,-1 1 6 0,2-1-11 16,-1-5-4-16,-1 5-1 0,-1 1 5 0,-2-2-3 16,2 3 1-16,-3 9 7 0,1-13-4 0,-1 13 3 15,0 0 4-15,3-12 2 0,-3 12-6 0,0 0 3 16,0 0-5-16,0 0 2 0,0 0 0 15,0 0 8-15,0 0 0 0,0 0 6 0,0 0-5 16,0 0 0-16,-6 38 1 0,6-28 2 0,0-10-6 16,0 14 2-16,0-14 6 0,4 13-6 0,-1-6 4 15,-3-7 1-15,9 11 2 0,-4-6 5 0,-5-5-1 16,11 4 1-16,-3-2-3 0,5-2 4 0,-13 0-4 16,23-3-1-16,-13 0 2 0,0-1-3 15,3-1 2-15,-3 1 0 0,2-1 3 0,-2-3-4 0,-2 3-4 16,-2-1-1-16,0-2 7 0,2 2-3 0,-4-3-1 15,0 1 3-15,-2-2-2 0,-2 10-4 0,4-16 2 16,-3 9-1-16,-1 7-3 0,3-9 13 0,-3 9-12 16,0 0 0-16,3-10-2 0,-3 10-4 0,0 0 2 15,0 0-5-15,0 0 8 0,0 0-1 0,0 0 7 16,0 0-4-16,0 0 4 0,2 32-2 0,-2-23 1 16,0-9 6-16,0 21 0 0,1-9 1 0,1 0-2 15,-2-1-2-15,0-1-3 0,1 2 4 0,1-1-3 16,-2-11-6-16,0 26-9 0,0-16-11 15,0-1-13-15,0 3-23 0,0-12-22 0,-5 17-30 0,5-17-42 16,-5 12-49-16,5-12-48 0,-5 10-56 0,5-10-155 16,-11 7-496-16,11-7 219 0</inkml:trace>
  <inkml:trace contextRef="#ctx0" brushRef="#br0" timeOffset="7561.85">20102 2673 104 0,'0'0'281'0,"3"-6"-4"0,-3 6-10 16,0 0-20-16,4-5-16 0,-4 5-22 0,0 0-21 15,0 0-9-15,0 0 3 0,0 0-2 0,6 21-6 16,-6-6 1-16,0 2-19 0,1 2-8 0,-2 7-8 15,1-6-16-15,0 5-9 0,0-7-9 0,3 2-8 16,-5-1-11-16,1 0-8 0,0 1-6 0,1-2-13 16,-2 0 0-16,2-2-4 0,2 0-7 0,-2-4-6 15,0-12-3-15,1 20-17 0,-1-10-21 0,0-10-29 16,1 14-28-16,-1-14-31 0,2 12-36 0,-2-12-27 16,0 0-30-16,0 0-46 0,3 15-28 0,-3-15-19 15,0 0-193-15,0 0-502 0,0 0 222 0</inkml:trace>
  <inkml:trace contextRef="#ctx0" brushRef="#br0" timeOffset="7854.3">19999 2885 143 0,'-8'-6'216'0,"8"6"-21"0,0 0-13 0,-8-6-17 16,8 6-8-16,0 0-8 0,0 0-5 0,0 0-7 15,0 0-10-15,25-5-15 0,-10 3-8 0,4 1-10 16,-1 0-2-16,10-3-11 0,2 3 0 0,-2-5-13 15,1 2-5-15,-7 1-3 0,-3 0-4 0,1 0-8 0,-6 2-2 16,4-1-4-16,-5 0-4 0,-1 2-1 16,-12 0-8-16,14-2 1 0,-14 2-4 0,11-3-5 15,-11 3 1-15,0 0-5 0,12 0 1 0,-12 0 0 16,0 0 10-16,10 9 12 0,-10-9-3 0,8 10-3 16,-6-4-2-16,3 1-3 0,-1 2-4 0,-1 1-9 15,-1-2-12-15,1 1-18 0,-3-9-18 0,2 19-30 16,-2-19-30-16,5 20-36 0,-5-20-51 0,-3 16-41 15,3-16-170-15,0 0-422 0,0 0 187 0</inkml:trace>
  <inkml:trace contextRef="#ctx0" brushRef="#br0" timeOffset="8021.22">20282 2771 36 0,'0'0'199'0,"-5"-9"-19"0,5 9-18 16,0 0-21-16,-1-11-39 0,1 11-31 16,0 0-34-16,0 0-38 0,0 0-45 0,0 0-41 0,0 0-46 15,0 0-143-15,42 15 64 0</inkml:trace>
  <inkml:trace contextRef="#ctx0" brushRef="#br0" timeOffset="8555.75">20537 2814 212 0,'0'0'231'0,"0"0"-3"16,0 0-13-16,0 0-9 0,0 0-15 0,0 0-4 15,0 0-13-15,0 0-5 0,-36 6-7 0,28 1-4 16,3 3-17-16,0-1-9 0,0 2-6 0,1 1-11 16,-4 4-9-16,1-3-10 0,6 3-8 0,-1-3-8 15,2-13-3-15,-1 22-7 0,1-11-14 0,4 0-3 16,-4-11-4-16,7 20-5 0,-2-13 4 15,-5-7 0-15,15 13-6 0,-6-7-3 0,2-2 2 0,2 0-4 16,5-4-5-16,0-1-3 0,1-2 2 0,2-1-6 16,-1 0-6-16,-2-1 1 0,1-2-4 15,-3 1-1-15,1-2 3 0,-3-2-7 0,-4 3-2 16,4-4-3-16,-5 1 5 0,0 0-6 0,-1 0 2 0,0-5-2 16,-3 3 0-16,-1 2 0 0,-2-3-1 0,2 3 9 15,-2 0-4-15,1 0 3 0,-2 0 8 16,-1 10-13-16,1-15 13 0,-1 15 4 0,3-9 10 15,-3 9-8-15,0 0-1 0,0-12-4 0,0 12 1 16,0 0-5-16,0 0 5 0,0 0-6 0,0 0 3 16,0 0-7-16,0 0-8 0,0 0 5 0,0 0 4 15,0 0-2-15,0 0-4 0,-13 34 3 0,11-29-4 16,2-5 2-16,0 15 0 0,0-15-9 0,1 21 4 16,-1-12 0-16,3 1-7 0,2 0 7 15,-5-10-11-15,6 16-2 0,-2-8 6 0,-1 0-10 0,-3-8 0 16,6 14-1-16,-6-14-2 0,4 12 9 0,-4-12-3 15,6 10-6-15,-6-10 3 0,3 13-4 0,-3-13 0 16,0 0 0-16,2 14 5 0,-2-14 1 0,0 0 6 16,-7 15-3-16,7-15 2 0,-8 15 4 0,8-15-4 15,-14 10-2-15,7-6-6 0,0-1-13 0,7-3-11 16,-14 8-21-16,7-5-39 0,7-3-54 0,-18 6-63 16,18-6-80-16,-16 0-227 0,16 0-566 15,0 0 250-15</inkml:trace>
  <inkml:trace contextRef="#ctx0" brushRef="#br0" timeOffset="10748.18">21177 2952 102 0,'0'0'156'0,"0"0"-6"0,0 0-7 0,0 0-6 16,0 0-6-16,0 0-7 0,0 0-1 0,0 0-13 15,0 0-3-15,0 0-3 0,-8-4 0 0,8 4-3 16,0 0-1-16,0 0-2 0,0 0-6 0,0 0 2 15,0 0-6-15,0 0-1 0,0 0-6 0,0 0-4 16,0 0-3-16,0 0-8 0,0 0-4 0,0 0-3 16,0 0-3-16,0 0-5 0,0 0-2 0,0 0-3 15,0 0 2-15,0 0-8 0,0 0-4 0,0 0-1 16,0 0-6-16,0 0 1 0,0 0-5 0,0 0 0 16,0 0-8-16,0 0 0 0,0 0 0 0,0 0-2 15,0 0 0-15,0 0-5 0,23-2 1 0,-23 2-2 16,18 0 4-16,-6 0-2 0,-1-1-2 0,3-1 4 15,-2 0-3-15,2 0 3 0,0 1-4 0,-1-1 3 16,1 0-1-16,-3 2 5 0,3-1 0 16,-2-1 1-16,1 2 0 0,-3 0-2 0,-2-1 2 15,-8 1 5-15,13-1-1 0,-13 1 3 0,12-2 2 16,-12 2 5-16,10 0 0 0,-10 0 9 0,0 0 5 16,9-2 5-16,-9 2 4 0,0 0 7 0,0 0 10 15,0 0-11-15,0 0 0 0,0 0-4 0,0 0-4 0,0 0-6 16,0 0-5-16,0 0-2 0,13-2-9 0,-13 2-8 15,0 0-19-15,0 0-21 0,0 0-41 0,0 0-48 16,0 0-62-16,0 0-81 0,0 0-91 0,0 0-208 16,0 0-594-16,0 0 262 0</inkml:trace>
  <inkml:trace contextRef="#ctx0" brushRef="#br0" timeOffset="12303.18">21991 3135 101 0,'-1'8'183'0,"1"-8"-10"0,0 0 0 0,0 0-1 0,0 0-3 15,0 0-7-15,0 0-12 0,0 0-9 0,21-13-7 16,-15 10-6-16,-1-3-7 0,0 2-7 0,6-2-7 16,-6 0-3-16,1-2-10 0,0-1-3 0,-3 3-3 15,3-3-10-15,2-2-5 0,-5 0-5 0,4 1-6 16,-1-1-3-16,-1-2-6 0,4-1-5 15,-2 0 0-15,-2 2 3 0,-1 1-33 0,2-2 1 0,3 1 2 16,-5 1-1-16,1 1 0 0,-1 2 4 0,-2 1 0 16,1 0 1-16,-3 7 6 0,5-10-5 0,-1 7 4 15,-4 3 0-15,1-7 3 0,-1 7 2 0,0 0-5 16,4-7 4-16,-4 7-2 0,0 0-1 0,0 0 0 16,0 0-2-16,0 0-6 0,0 0 1 0,0 0 4 15,0 0-1-15,0 0 1 0,-17 18-6 0,16-10 2 16,-3 0-4-16,2 1 2 0,-2 0-1 0,2-1-2 15,1 2 7-15,1-3-11 0,0-7 4 16,0 18-6-16,1-11-3 0,1-1 0 0,2 3-1 16,-2-3 3-16,-2-6-4 0,8 12-2 0,-2-5 1 15,2-1-9-15,2 0-15 0,0-3-27 0,2 2-27 0,1-1-25 16,-1-2-40-16,0-2-30 0,1-1-40 0,-1-1-25 16,1-1-42-16,-1 0-168 0,-2 0-476 15,-1-3 212-15</inkml:trace>
  <inkml:trace contextRef="#ctx0" brushRef="#br0" timeOffset="12469.83">22162 2724 83 0,'-10'-7'175'0,"10"7"-20"0,0 0-13 0,-6-9-17 15,6 9-9-15,0 0-24 0,0 0-17 0,0 0-11 16,0 0-30-16,0 0-31 0,0 0-34 0,0 0-45 15,34 16-84-15,-24-7-173 0,2 2 77 0</inkml:trace>
  <inkml:trace contextRef="#ctx0" brushRef="#br0" timeOffset="13095.67">22373 2930 94 0,'0'0'193'0,"0"0"-1"0,0 0-3 0,0 0-4 16,0 0-8-16,0 0-8 0,0 0-9 0,0 0-7 16,0 0-10-16,0 0-9 0,0 0-6 0,0 0-7 0,0 0-8 15,0 0-7-15,0 0-7 0,0 0-8 0,0 0-8 16,0 0-9-16,0 0-7 0,0 0-7 16,0 0-3-16,0 0-10 0,0 0-7 0,0 0-2 15,0 0-4-15,0 0-2 0,0-25-3 0,0 25-7 16,0 0-3-16,0 0 1 0,0 0-6 0,-4-16 1 15,4 16-2-15,0 0 0 0,0 0-2 0,0 0-1 16,0-11-5-16,0 11 4 0,0 0-5 0,0 0 3 16,0 0-5-16,0 0-1 0,0 0 4 0,-1-12-3 15,1 12 0-15,0 0 3 0,0 0-1 0,0 0-1 16,0 0 4-16,0 0-2 0,0 0-6 0,-4-9 2 16,4 9-2-16,0 0 0 0,0 0 9 0,0 0-8 15,0 0 9-15,-1-14 6 0,1 14 4 0,0 0 7 16,0 0 0-16,-3-11 5 0,3 11 1 0,0 0-5 15,0 0 3-15,-2-12 3 0,2 12 4 0,0 0 0 16,0 0-1-16,-1-13-2 0,1 13 6 0,0 0 4 16,0 0 0-16,0 0-1 0,0-12 0 0,0 12 7 15,0 0-11-15,0 0-4 0,0 0-7 16,0 0-2-16,0 0-3 0,0 0-5 0,0 0-1 16,0 0-6-16,0 0-10 0,0 0 13 0,0 0 8 15,0 0 9-15,5 35-3 0,-3-16-2 0,0 1 7 16,0 0-2-16,3 5-1 0,-1 2-5 0,-1 3 3 0,-2-3 2 15,1-2 1-15,0 1 5 0,3 3 1 16,-4-5-14-16,0-6 11 0,3 2-2 0,1 5 6 16,-2-7 4-16,1 1-4 0,-2-2-4 0,-2 0-2 0,0-5-4 15,3 4 1-15,-1-1-4 0,0-3 0 16,-2-2 0-16,2-1-6 0,-2-9 1 0,2 14-10 16,-2-14-16-16,2 10-11 0,-2-10-25 0,1 9-22 15,-1-9-17-15,0 0-21 0,2 9-25 0,-2-9-18 16,0 0-21-16,0 0-24 0,0 0-26 0,0 0-44 15,0 0-45-15,0 0-229 0,0 0-578 0,0 0 256 16</inkml:trace>
  <inkml:trace contextRef="#ctx0" brushRef="#br0" timeOffset="13425.58">22576 3001 66 0,'0'-12'253'0,"0"12"5"0,0 0-5 0,0-11-3 0,0 11-3 16,0 0-7-16,0 0-11 0,0 0-16 0,0 0-25 16,0 0-18-16,0 0-16 0,0 0-16 15,0 0-17-15,0 0-8 0,0 0 12 0,0 0-12 16,0 0 3-16,0 0-7 0,6 49-8 0,-6-30-11 16,1-3 2-16,0 2-5 0,0 0-5 0,1 1-10 0,-1 1-4 15,3-5 1-15,-4 2-12 0,1-4 6 0,2 2-4 16,-3-2-5-16,0-13-7 0,3 20-11 15,-3-11 1-15,0-9-7 0,0 16 1 0,0-16 0 16,0 15-7-16,0-15-4 0,3 11-4 0,-3-11-5 16,0 0-14-16,1 13-19 0,-1-13-20 0,2 7-16 15,-2-7-24-15,0 0-24 0,0 0-22 0,0 10-31 16,0-10-26-16,0 0-34 0,0 0-21 0,0 0-34 16,0 0-27-16,0 0-152 0,0 0-490 0,0 0 217 15</inkml:trace>
  <inkml:trace contextRef="#ctx0" brushRef="#br0" timeOffset="13699.78">22596 3015 105 0,'-2'-10'224'0,"2"10"5"0,0-14-11 0,0 14-5 16,0 0-11-16,0-16-15 0,0 16-15 0,5-6-16 15,-5 6-16-15,15-9-10 0,-4 6-10 0,-1 1-12 16,2 0-2-16,0 2-14 0,-12 0-8 15,25 4-7-15,-14 1 1 0,0 0-4 0,0 0-4 16,-11-5 0-16,17 12-7 0,-12-7-2 0,-5-5-2 16,4 12 5-16,-4-12-4 0,0 16-7 0,0-16-1 15,-8 20-5-15,3-11-4 0,-3-3-2 0,8-6-7 16,-18 14-7-16,9-7-15 0,0-2-17 0,9-5-28 16,-16 7-32-16,16-7-39 0,-14 4-40 0,14-4-62 15,0 0-65-15,-17 2-170 0,17-2-477 0,0 0 211 16</inkml:trace>
  <inkml:trace contextRef="#ctx0" brushRef="#br0" timeOffset="17775">23203 2892 1 0,'0'0'164'16,"-5"-4"17"-16,5 4 7 0,0 0-6 0,-9-6-9 15,9 6-11-15,-4-4-6 0,4 4-12 0,0 0-6 16,0 0-20-16,-14-5-5 0,14 5-6 0,0 0-11 16,0 0-9-16,-20 6-11 0,14 0 0 0,-1 4-10 15,-1-3-9-15,0 3-1 0,-3 5-7 0,2-1-1 16,2 2-8-16,3-3 2 0,-2 6 0 16,1-2-8-16,3-6-8 0,0 6 4 0,1-5-6 0,1 2 2 15,4-5-3-15,1 4 0 0,-1-3-3 0,1 0-2 16,2-2 2-16,1-2-3 0,1 2-2 0,1-2-1 15,1-2-5-15,1 1-5 0,1-3-4 0,1-1-3 16,-1 0-5-16,1 1 0 0,0-4-8 0,-1 1 4 16,1-1-3-16,-3-1-7 0,2 1 1 0,-3-3 0 15,2-1 0-15,-1 2 7 0,0-5-2 0,-1 1 7 16,0-1-4-16,-1-3 2 0,1-2 7 0,-3 3 2 16,0 0 1-16,-2-5 4 0,0 1-3 0,-1 0 8 15,-1-1 4-15,0 5 8 0,3 0 3 16,-5 1 0-16,-1 10 5 0,1-16 4 0,-1 16 6 15,3-11-12-15,-3 11-1 0,0 0-2 0,2-11-8 16,-2 11-2-16,0 0 0 0,0 0 4 0,0 0 3 16,0 0 7-16,0 0 6 0,0 0 0 0,2 46-6 15,-4-31 0-15,1 2-2 0,1 1-3 0,1-3-2 0,1-3-1 16,-1 3-4-16,0-4 3 0,2 0-4 16,1-1 0-16,1 0-1 0,-1-3-3 0,3-1-6 15,0 2-1-15,-1-3-1 0,4-2 9 0,0-1-12 16,1 0 0-16,0-2-3 0,-11 0 1 0,25-4-1 15,-13 1-2-15,-12 3 2 0,18-10 0 0,-6 4 0 16,-2-1 2-16,-2-1 2 0,3-4-3 0,-3 3 2 16,1-7 1-16,-4 7-2 0,1-6-4 0,-1 4 3 15,-1-5 0-15,-1 4 9 0,-2-2-2 0,0 4 4 16,1-2 1-16,-2 12-5 0,1-16 14 0,-1 16-7 16,0-9 7-16,0 9-3 0,0 0-3 0,-1-14-2 15,1 14-2-15,0 0-1 0,0 0-3 0,2-9-4 16,-2 9 2-16,0 0 1 0,0 0 1 0,0 0 3 15,0 0-3-15,0 0 1 0,-5 45 1 0,5-33-2 16,0-12 4-16,3 29-4 0,-2-18-1 0,0 1 0 16,-1-12 2-16,3 22-2 0,-1-11 3 0,-2-11-2 15,7 15 0-15,-2-5 2 0,-5-10-1 0,6 8 1 16,-6-8 0-16,13 9-3 0,-13-9 0 16,18 8 5-16,-11-4 3 0,4-2-2 0,-11-2 5 15,23-1-8-15,-23 1 2 0,20-4 1 0,-20 4-5 16,21-6 3-16,-11 1-4 0,-1 0-5 0,-9 5 2 15,19-12-4-15,-13 5-3 0,2-1 3 0,-3-1-8 0,3 0-4 16,-3-1-7-16,-3-3 2 0,0 2 4 0,0-1-2 16,-3 0-1-16,1-5 2 0,-3 5 2 15,1-4-3-15,-2 1 5 0,-2 5 2 0,2-1-2 16,-1 1 9-16,0 3 1 0,-2 0-3 0,7 7 1 16,-9-10 3-16,9 10-2 0,-5-8 2 0,5 8 3 15,-5-7-6-15,5 7 4 0,0 0-1 0,0 0-2 16,0 0-1-16,-6-6-1 0,6 6-3 0,0 0 3 15,0 0-1-15,0 0-2 0,0 0 0 0,0 0 1 16,0 0 0-16,28 12 3 0,-28-12 2 0,20 1-1 16,-7 2 0-16,0-3 0 0,2 0 3 0,-2 0-2 15,0 0 1-15,-13 0 0 0,23-2-3 0,-14 4 3 16,-9-2 0-16,15-3 1 0,-15 3-1 0,11 1 0 16,-11-1 2-16,0 0-3 0,13-1 1 0,-13 1 6 15,0 0-1-15,0 0 7 0,9 3 8 0,-9-3 5 16,0 0-1-16,3 12 6 0,-3-12 1 0,0 14-1 15,1-4 2-15,-1 0-1 0,0-10 1 16,0 20 3-16,0-9-2 0,0-11-5 0,1 20-2 16,1-7 1-16,3-5-6 0,-5-8-2 0,3 19 0 15,1-8 0-15,-4-11-2 0,7 14-1 0,-3-8-1 16,-4-6-3-16,11 9-3 0,-11-9 6 0,10 6-2 16,-10-6-1-16,13 2 1 0,-13-2-1 0,17 2 2 15,-17-2-6-15,15-2-1 0,-15 2-6 0,15-3-2 16,-8-1-3-16,2-1-3 0,0 0-5 0,-3-2-7 15,-6 7 3-15,9-12-6 0,-4 4-2 0,-2 0 3 16,-1-1 2-16,-2 9-4 0,3-17 3 0,-3 7 1 16,0 10 2-16,-3-19 2 0,2 10 5 0,-3 0-4 15,4 9 3-15,-6-12 5 0,6 12-6 0,-4-9 7 16,4 9-5-16,-5-7 3 0,5 7 0 0,0 0 2 16,-4-9-6-16,4 9 1 0,0 0-5 0,0 0-4 15,0 0 5-15,0 0 1 0,0 0 2 0,14-13 1 16,-4 12 1-16,-10 1 2 0,22-3-2 0,-11 3 9 15,-11 0-7-15,21 0 0 0,-12 1 0 0,-9-1 3 16,14 3-2-16,-8-1 2 0,-6-2 6 0,16 11 9 16,-11-4 5-16,0 2 7 0,-1-3 1 0,0 2 0 15,-1 1 3-15,-1 1-5 0,-2-10 3 0,5 18-3 16,-3-7-2-16,-1-4-3 0,-1-7 3 0,6 17-2 16,-6-17 0-16,6 14-1 0,-3-7-5 0,-3-7 0 15,12 10-3-15,-3-6 6 0,-9-4 1 16,16 5 1-16,-16-5 6 0,19 0-1 0,-19 0-1 15,21-1 0-15,-21 1 0 0,21-6-3 0,-10-1-2 16,-2 4 1-16,7-2 4 0,-7 1-8 0,-9 4-1 0,15-15 0 16,-10 9 4-16,2-2-4 0,-2-1-1 0,-5 9 0 15,5-17-7-15,-3 8-1 0,-3-1-2 16,1 10 4-16,-4-19-8 0,0 9 6 0,1 0-3 0,3 10 2 16,-11-11-1-16,6 7-3 0,5 4 0 15,-11-6-4-15,11 6 9 0,-14 0-1 0,14 0-3 16,-14 12-2-16,8-3 7 0,0 1 0 0,-1 1 1 15,0 3-4-15,3-4 4 0,-1 6 1 0,2-5-4 16,2 5-25-16,1-5-26 0,0 1-26 0,0-12-32 16,5 21-39-16,1-11-31 0,0-3-33 0,-6-7-31 15,14 15-184-15,-9-11-461 0,-5-4 204 0</inkml:trace>
  <inkml:trace contextRef="#ctx0" brushRef="#br0" timeOffset="18139.1">24536 3002 84 0,'0'0'186'0,"0"0"-9"0,0 0 0 16,0 0 6-16,0 0 14 0,0 0-3 0,0 0-2 15,0 0-6-15,11 19-14 0,-11-19-9 0,0 0-11 16,0 20-12-16,0-20-17 0,3 12-14 16,-3-12-7-16,0 0-7 0,0 16-7 0,0-16-8 15,0 0 2-15,0 0 5 0,0 0 3 0,-2 15 1 16,2-15 4-16,0 0 15 0,0 0-3 0,0 0-8 15,0 0-8-15,0 0-9 0,0 0-14 0,0 0-1 16,0 0-8-16,0 0-3 0,0 0-1 0,9-42-6 16,-9 42-3-16,7-19-4 0,-5 7-18 0,5 1 0 15,-2 2 2-15,1-3-8 0,1 4-9 0,-7 8 13 16,7-11-25-16,-7 11 8 0,10-8 2 0,-10 8-3 16,9-5-8-16,-9 5 6 0,0 0 1 0,0 0 0 15,25 5-3-15,-25-5 0 0,15 10 0 0,-9-3 9 16,1-1-5-16,-7-6 3 0,9 17-7 0,-3-8 7 15,-2 1 3-15,1 0-10 0,-1-1-28 0,-4-9-23 16,5 16-25-16,-5-16-28 0,5 10-26 0,-5-10-48 16,5 10-49-16,-5-10-51 0,0 0-47 0,3 13-168 15,-3-13-534-15,0 0 237 0</inkml:trace>
  <inkml:trace contextRef="#ctx0" brushRef="#br0" timeOffset="18402.22">24803 2803 152 0,'0'-12'250'0,"2"2"4"0,-2 10 5 16,0-15-11-16,0 15-12 0,3-10-7 0,-3 10-36 15,0 0-21-15,0 0-6 0,0 0 6 0,0 0 13 16,0 0 4-16,0 0 0 0,10 33-11 0,-9-17-10 16,1 3-6-16,-2 0-7 0,3 6-5 0,-3 0-6 15,2-6-12-15,0-1-6 0,-2 0-12 0,2 0-13 0,-2 1-1 16,1-2-18-16,0-5-7 0,-1-12-5 15,0 23-16-15,1-13-4 0,-1-10-19 0,2 16-38 16,-2-16-20-16,2 12-34 0,-2-12-32 0,7 9-23 16,-7-9-29-16,6 7-30 0,-6-7-26 0,0 0-27 15,0 0-30-15,12 5-17 0,-12-5-21 0,0 0-188 16,0 0-525-16,0 0 232 0</inkml:trace>
  <inkml:trace contextRef="#ctx0" brushRef="#br0" timeOffset="18568.28">24823 2923 133 0,'-5'-6'128'0,"5"6"14"0,-8-13 1 16,8 13-1-16,-11-7-8 0,11 7-10 0,-4-6-5 16,4 6-5-16,0 0-9 0,-5-8-11 0,5 8-6 15,0 0-9-15,0 0-6 0,0 0-3 0,0 0-11 16,13-8-7-16,-1 6-20 0,6-1-24 0,9-2-28 16,6-1-46-16,1 0-52 0,4-1-155 0,-2-1-295 15,14-2 130-15</inkml:trace>
  <inkml:trace contextRef="#ctx0" brushRef="#br0" timeOffset="19070.88">25332 2828 161 0,'0'0'237'15,"0"0"-1"-15,0 0-2 0,0 0-5 0,0 0-11 16,0 0-5-16,0 0-15 0,0 0-7 0,0 0-16 16,0 0-12-16,0 0-17 0,0 0-13 15,0 0-13-15,0 0-12 0,0 0-8 0,0 0-9 16,0 0-3-16,0 0 13 0,6 28 14 0,-1-20-18 15,3 6-2-15,1 1-9 0,0-1-4 0,1 3-5 16,0-2-6-16,0-1-1 0,-3 4-14 0,1-2 0 0,-1-1-2 16,2 0-7-16,-4-7-6 0,2 3-11 15,-1-4 4-15,-6-7-6 0,9 12 5 0,-9-12-7 16,7 10 1-16,-7-10 5 0,2 7 19 0,-2-7 11 16,0 0 11-16,6 6 11 0,-6-6-4 0,0 0-4 15,0 0-13-15,0 0-5 0,17-19-4 0,-11 11-4 16,3 0-5-16,-5-3-5 0,1 0-2 0,3-4-7 15,-2 0-2-15,2-2-7 0,1 2 1 0,-1-1-4 0,-1 1 1 16,1-2-9-16,0 1-8 0,0-1-11 16,1 1-8-16,-2 1-12 0,-3 5-15 0,0-2-13 15,2 6-21-15,-2-2-24 0,-2 3-29 0,-2 5-30 16,5-9-42-16,-5 9-45 0,0 0-23 0,0 0-14 16,12-2-11-16,-12 2-9 0,0 0-198 0,0 0-543 15,0 33 239-15</inkml:trace>
  <inkml:trace contextRef="#ctx0" brushRef="#br0" timeOffset="19466.43">25603 3068 44 0,'7'12'211'0,"-7"-12"5"0,7 2 5 0,-7-2 2 16,0 0-11-16,0 0-2 0,25-10-12 0,-13 6-7 16,-1-3-11-16,6-2-7 0,-4-1-11 0,1-2-13 15,-1 2-12-15,-1 0-1 0,1-4-12 0,0 3-7 16,1-3-15-16,-1 0-3 0,-3 2-8 15,0-3-2-15,-3 4-9 0,3-2-3 0,-4 4 0 0,-2-3 1 16,1 2-1-16,-1 1 1 0,0 2-1 0,-4 7-10 16,3-13 7-16,-3 13-1 0,2-9 2 15,-2 9-10-15,0 0-1 0,0 0-9 0,-6-13-10 16,6 13-7-16,0 0-3 0,0 0-7 0,0 0 3 16,0 0-14-16,-30 15 1 0,24-11-9 0,1 5 1 0,5-9-10 15,-6 12-1-15,3-3 4 0,3-9-13 16,0 0 7-16,3 20-6 0,-3-20-9 0,8 17 11 15,-3-10-10-15,3 0 3 0,0 2 1 0,-1-3 0 16,3 3 2-16,0-4 6 0,-1 2-9 0,-2 0 8 16,-7-7-2-16,15 11 1 0,-10-5 5 0,-5-6-13 15,8 10-9-15,-8-10 0 0,5 12-2 0,-5-12 1 16,2 13-7-16,-2-13 6 0,0 0 1 0,-7 19-22 16,3-13-10-16,-2-1-17 0,6-5-21 0,-12 13-29 15,5-7-29-15,7-6-38 0,-13 10-29 0,13-10-31 16,-11 7-37-16,11-7-160 0,-11 3-483 0,11-3 214 15</inkml:trace>
  <inkml:trace contextRef="#ctx0" brushRef="#br0" timeOffset="19612.24">26023 2998 1 0,'7'-3'246'0,"-7"3"-3"0,0 0-4 0,0 0-3 0,8-3-16 16,-8 3-17-16,0 0-17 0,0 0-21 15,0 0-29-15,0 0-35 0,0 0-63 0,0 0-64 16,0 0-96-16,0 0-189 0,0 0-338 0,0 0 150 16</inkml:trace>
  <inkml:trace contextRef="#ctx0" brushRef="#br0" timeOffset="20084">26427 2823 101 0,'0'0'260'15,"0"0"-13"-15,0 0-13 0,0 0-13 0,-10-7-12 16,10 7-15-16,0 0-3 0,0 0-19 0,0 0-8 16,0 0-23-16,0 0-13 0,24-9-12 0,-6 5-15 15,2 0-9-15,9-1-24 0,-3 2-16 0,2-3-29 16,-6 3-24-16,-3 1-32 0,0-1-29 0,-2 1-25 16,-6 0-29-16,2 0-25 0,-4 1-13 0,-9 1-17 15,13-1-2-15,-13 1-2 0,0 0-93 0,10-3-288 16,-10 3 128-16</inkml:trace>
  <inkml:trace contextRef="#ctx0" brushRef="#br0" timeOffset="20433.86">26695 2766 796 0,'0'0'-61'0,"0"0"30"0,0 0 12 0,0 0 19 16,0 0 9-16,-41-1 15 0,41 1 10 0,-13 0 14 16,13 0 19-16,0 0 9 0,-15 0 3 0,15 0 3 15,0 0-7-15,0 0-7 0,-14 1-1 0,14-1 1 16,-5 7 13-16,1-1 13 0,4-6 13 16,-5 23-5-16,1-11 10 0,1 2-9 0,3 3 0 15,-2 0-2-15,0 3-3 0,2-1-1 0,-3 0-9 0,3-2-4 16,0-1-3-16,0 3-5 0,3-6-8 0,-3 3-4 15,2-4-4-15,0 0-4 0,1 0-7 0,-1 0-4 16,0-2-5-16,-2-10-4 0,1 13-1 0,-1-13-5 16,0 10-4-16,0-10 2 0,0 0-3 15,4 10 2-15,-4-10-6 0,0 0 0 0,0 0-8 0,0 0-8 16,0 0-11-16,-14 6-1 0,14-6-7 16,0 0 1-16,-18-2-1 0,18 2-2 0,-16-7 3 15,16 7 3-15,-13-4-1 0,4 1 0 0,9 3 0 16,-9-3 5-16,9 3-1 0,0 0 0 0,0 0 4 15,-11-6 0-15,11 6-2 0,0 0 5 0,0 0-3 16,0 0 6-16,0 0-4 0,0 0-2 0,0 0 1 16,0 0 2-16,0 0 2 0,33-8-2 0,-20 6 0 15,-1 1 3-15,1-2-6 0,4-1-17 0,0-2-29 16,-3 3-41-16,-1 1-37 0,5-3-59 0,-5 3-41 16,1-3-190-16,-5 0-451 0,-9 5 200 0</inkml:trace>
  <inkml:trace contextRef="#ctx0" brushRef="#br0" timeOffset="20868.89">26892 2757 112 0,'0'0'260'15,"0"-8"-5"-15,0 8 0 0,0 0-17 0,0-10-19 16,0 10-21-16,0 0-21 0,0 0-13 16,0 0 16-16,0 0 8 0,0 0-10 0,5 40 5 15,-3-15-11-15,1 1-9 0,-6 1-8 0,3-2-12 16,0 2 0-16,-2-2-17 0,2 1-6 0,0 2-9 0,0-9-7 16,0-1-17-16,0 1-4 0,2-1-4 0,-2 0-7 15,5 0-5-15,-5-2-4 0,-2-3-8 16,2-13-27-16,2 24-38 0,0-16-34 0,0 3-30 15,-2-11-32-15,2 15-34 0,-2-15-41 0,0 0-38 16,1 15-44-16,-1-15-32 0,0 0-213 0,0 0-550 16,0 0 244-16</inkml:trace>
  <inkml:trace contextRef="#ctx0" brushRef="#br0" timeOffset="21099.59">27038 2955 241 0,'2'-6'271'0,"-2"6"-5"0,3-12-11 15,-3 12-10-15,4-7-11 0,-4 7-9 0,0 0-21 16,0 0-5-16,0 0 12 0,0 0 2 0,0 0 5 16,0 0-7-16,0 0-16 0,12 40-19 0,-12-25-15 15,2 3-13-15,-2 0-16 0,0 2-7 0,0-4-9 16,2 2-19-16,-2-1-3 0,0-2-14 0,3 2-9 16,-2-4 2-16,-1-13-23 0,3 22-26 0,-3-12-25 15,0-10-42-15,0 18-38 0,0-10-38 16,0-8-36-16,0 0-34 0,0 0-35 0,-2 17-36 15,2-17-37-15,0 0-231 0,-11 9-572 0,11-9 253 16</inkml:trace>
  <inkml:trace contextRef="#ctx0" brushRef="#br0" timeOffset="21316.59">27118 2901 173 0,'8'-6'187'0,"3"0"0"0,-2 2-1 0,-9 4-8 15,16-2 7-15,-16 2 6 0,13 2-6 0,-13-2-7 16,12 8-8-16,-6-3 0 0,-6-5-1 0,7 11-12 16,-7-11-13-16,4 15-6 0,-4-15-15 0,-6 22-6 15,3-12-7-15,-5 1-12 0,-2 3-6 0,2-4-14 16,-1-3-20-16,-2 2-30 0,-3 1-21 0,5-2-33 16,-1-3-35-16,-1 2-45 0,11-7-51 0,-15 9-64 15,15-9-236-15,-16 6-494 0,16-6 219 0</inkml:trace>
  <inkml:trace contextRef="#ctx0" brushRef="#br0" timeOffset="21700.49">27451 2811 140 0,'0'0'290'0,"6"-5"-11"0,-6 5-15 16,0 0-11-16,0 0-15 0,13-3-22 0,-13 3 1 15,0 0 12-15,0 0-7 0,13 13-16 0,-8-4-20 16,1 1 0-16,-1 1-11 0,3 3-14 0,-3 1-7 16,5 1-13-16,-6-2-14 0,2-2-13 0,-3-1-3 0,3-1-17 15,2 1-6-15,-2 0-8 0,-1-1-5 16,-5-10-5-16,8 13-1 0,-8-13-4 0,9 9-2 16,-9-3 0-16,0-6 12 0,8 9 8 0,-8-9 6 15,0 0 7-15,4 4 7 0,-4-4 6 0,0 0-5 16,0 0-12-16,0 0-6 0,0 0-9 0,15-13-6 15,-15 13-7-15,10-17-8 0,-2 6-6 0,-3 0-6 16,4-3-4-16,0-2-10 0,-2 1-7 0,1-1-4 16,1 1-11-16,3 0-11 0,-4-1-5 0,1 2-8 15,3 0-13-15,-7 5-13 0,-1-1-13 0,0 2-23 16,2 0-26-16,-6 8-34 0,8-10-33 0,-5 5-30 16,-3 5-46-16,0 0-39 0,6-8-42 0,-6 8-32 15,0 0-19-15,0 0-196 0,0 0-624 0,0 0 277 16</inkml:trace>
  <inkml:trace contextRef="#ctx0" brushRef="#br0" timeOffset="21985">27808 2862 21 0,'0'0'207'16,"0"0"6"-16,0 13-1 0,0-13-1 0,0 0 1 16,-1 14-7-16,1-14-5 0,0 11-15 0,0-11-7 0,0 11-8 15,0-11-7-15,0 0-6 0,4 10-2 0,-4-10 5 16,0 0-1-16,9 9-6 0,-9-9-3 0,14 4-9 15,-14-4-12-15,17 0-8 0,-17 0-14 16,23-4-5-16,-23 4-14 0,22-3-4 0,-13-1-3 16,-9 4 4-16,20-6-10 0,-20 6-7 0,10-7-3 15,-10 7-6-15,8-12-8 0,-8 12 6 0,5-13-21 16,-5 13 0-16,2-16-15 0,-2 16 10 0,-4-16-10 16,4 16-7-16,0 0-11 0,-7-19-7 0,4 15-17 15,3 4-7-15,-8-10-7 0,8 10-33 0,-14-1-6 16,14 1-32-16,-15-2-34 0,15 2-42 0,-23 6-49 15,19-4-62-15,-5 3-275 0,9-5-614 0,-16 4 271 16</inkml:trace>
  <inkml:trace contextRef="#ctx0" brushRef="#br0" timeOffset="22266.42">28114 2729 133 0,'0'0'328'16,"0"0"-4"-16,4-14 0 0,-4 14-6 0,0 0-14 16,3-9-5-16,-3 9-14 0,0 0-24 0,0 0-29 15,0 0-19-15,0 0-9 0,0 0-11 0,0 0 1 0,7 24-1 16,-5-8-11-16,0 1-10 0,-2 2-5 16,3 1-11-16,-1 5-10 0,-2-6-13 0,0 1-15 15,0-1-5-15,0-2-9 0,0 0-14 0,2 0-8 16,-2-1-3-16,-2 1-15 0,4-2-3 0,-4-3-14 15,4 0-38-15,-2-12-38 0,1 20-44 0,-1-20-46 16,-1 16-44-16,2-11-55 0,-1-5-50 0,0 0-49 16,0 0-36-16,0 0-38 0,3 19-209 0,-3-19-649 15,0 0 287-15</inkml:trace>
  <inkml:trace contextRef="#ctx0" brushRef="#br0" timeOffset="22486.21">28253 2798 54 0,'6'-16'242'15,"-3"4"7"-15,0 1 3 0,2-1 9 0,-4 6 37 16,-1 6-8-16,2-11-7 0,-2 11-15 0,3-10-21 16,-3 10-20-16,0 0 6 0,0 0 9 0,0 0-4 15,0 0-17-15,2 37-14 0,-4-19-13 16,-2 2-16-16,2-1-15 0,-1 1-10 0,-1-1-16 16,0 6-13-16,2-5-13 0,-2-4-9 0,2 4-10 15,0-2-11-15,1-1-7 0,1-4-8 0,-1 3-26 16,1-16-26-16,-2 19-45 0,2-19-47 0,4 17-30 0,-4-12-43 15,0-5-47-15,0 0-49 0,0 17-33 0,0-17-36 16,0 0-340-16,0 0-709 0,0 0 313 16</inkml:trace>
  <inkml:trace contextRef="#ctx0" brushRef="#br0" timeOffset="23632.51">28150 2914 47 0,'0'0'226'0,"0"0"-21"16,0-14-14-16,0 14-7 0,9-5 2 0,-9 5-6 15,20-10-13-15,-2 6-13 0,0 1-11 0,3-2-8 16,8-2-15-16,1 0-11 0,0 3-10 16,0-2-10-16,-3 0-6 0,-6 3-13 0,0 0-4 0,-2 1-3 15,-2 0-4-15,-6-1 3 0,0 1-7 0,-4 2 5 16,0-1 3-16,-7 1 4 0,13-2 9 0,-13 2 12 16,0 0 3-16,0 0 8 0,0 0 6 0,0 0-11 15,0 0-11-15,0 0 8 0,0 0-12 0,0 0 13 16,0 0-15-16,-26 24-8 0,12-14 0 15,0 0-8-15,2 2 9 0,-2 2-8 0,3-3 5 0,-1 0 0 16,5 0-13-16,0-1 3 0,1 0-6 16,6-10-1-16,-10 17-10 0,9-10-4 0,1-7 4 15,-3 15-1-15,3-15-5 0,0 0-5 0,5 15 3 16,-5-15-11-16,11 8-1 0,-11-8-3 0,16 0 3 16,-16 0-12-16,24 0 0 0,-24 0-3 0,24-4-1 15,-13 1-2-15,0 0 0 0,-2-3-1 0,-1 0-7 0,-2 2 8 16,-6 4-9-16,15-11 10 0,-11 5 0 0,1-2 2 15,-5 8-8-15,8-12 11 0,-4 7-11 16,-4 5 3-16,4-9 1 0,-4 9-1 0,0 0 11 16,4-10-4-16,-4 10 6 0,0 0-7 0,0 0 5 15,0 0-9-15,0 0 12 0,0 0 3 0,0 0 6 16,0 0-2-16,0 0-3 0,0 0-2 0,0 0-3 16,0 0 2-16,0 0-2 0,-2 36-1 0,2-36 2 15,3 10 2-15,-3-10-7 0,6 9 6 16,-1-5 1-16,-5-4-7 0,19 5-1 0,-8-5 3 0,0 1-3 15,3-2-5-15,5-1 2 0,-2 0-2 0,2-2 2 16,-2 2 4-16,-3 0 1 0,-3-2-10 0,-11 4 5 16,23-7-11-16,-14 2 12 0,2-1-4 0,-11 6 9 15,15-8-5-15,-10 4 3 0,2-4-9 0,0 0 0 16,-7 8 3-16,2-15 3 0,-2 15 6 0,0-13 4 16,0 13 5-16,0-12 2 0,0 12-3 0,0 0-3 15,-8-10 0-15,8 10-1 0,-12-2-4 16,12 2 5-16,0 0-4 0,-28 8-3 0,18-2 3 15,0-1-4-15,1 3 2 0,0-2 1 0,1 0-6 16,2-1-3-16,6-5 2 0,-9 11 0 0,9-11-4 0,-4 8-7 16,4-8 0-16,-4 9-5 0,4-9-13 0,0 0 3 15,0 0 1-15,0 0 0 0,13 8-8 0,-13-8 6 16,0 0-2-16,20 2 3 0,-20-2-2 0,14 0 6 16,-14 0-6-16,0 0 0 0,0 0 4 15,23-5 7-15,-23 5-1 0,0 0 5 0,13-3-6 16,-13 3 8-16,0 0-4 0,0 0-1 0,0 0 3 15,0 0 3-15,0 0-17 0,0 0 19 0,0 0-3 16,13 6 11-16,-13-6 2 0,4 20 9 0,-2-2 15 16,2 1 3-16,4 4 6 0,-2 5 3 0,2 2 2 15,-3 0-2-15,5 4 6 0,0-2 0 0,1-2 3 16,-2 3-1-16,0 0 6 0,-6-3 1 0,5 0-4 16,-6-1-6-16,5-4-2 0,-3 1 2 0,-3-8-2 15,-1 0-6-15,0-3-1 0,0-4-1 0,-1 1 0 16,1-12-1-16,-12 20-6 0,3-12 0 0,0 1-3 15,-5-4-6-15,0 1-1 0,0-4-5 0,-4-2-7 16,1 0-12-16,-4-2-9 0,2-5-5 0,1 3-6 16,2-3-4-16,1-3 0 0,2 0-10 0,2-2-5 15,3 2-10-15,1-6-5 0,3-2 4 0,4 0-9 16,4-9 3-16,3 3 5 0,4-2 4 0,5 0-1 16,4-1-13-16,2-1 16 0,1 3 4 0,4-2-7 15,6-7 3-15,-6 9 11 0,1 2 0 0,2-1 5 16,-3 1 5-16,-1-2-1 0,-1 5 5 0,-2 1-3 15,-3-3 7-15,-2 3-2 0,-3 4 5 0,-2 0 0 16,0 1 7-16,-7 3 1 0,1 1 5 16,-2 0 6-16,-1 0 3 0,1 1 11 0,-3 1-1 0,-2 8 10 15,2-12 10-15,-2 12 0 0,-7-13-2 16,7 13-9-16,-10-6 2 0,10 6-5 0,-17-3 1 0,5 5-6 16,12-2 1-16,-27 10-3 0,15 1 1 0,1-2 2 15,-2 1-5-15,3 2-2 0,0 1 0 16,3-2-3-16,2 0-1 0,3 6 1 0,-1-5-7 15,3-12-18-15,4 23-26 0,2-12-22 0,3-2-44 16,4 2-32-16,2-4-43 0,3 0-49 0,1 0-38 16,-1-2-46-16,2-4-38 0,-3 6-277 0,-3-5-685 15,-1-1 302-15</inkml:trace>
  <inkml:trace contextRef="#ctx0" brushRef="#br0" timeOffset="24216.28">29447 2719 169 0,'2'-9'285'0,"-2"0"4"16,2 3-2-16,0 0-6 0,-2 6-7 0,-1-11-4 15,1 11-8-15,0 0-6 0,2-16 0 0,0 11-11 16,-2 5-15-16,0-8-9 0,0 8-5 15,0 0-7-15,0 0-11 0,1-11-5 0,-1 11-10 16,0 0-11-16,0 0-6 0,0 0-13 0,0 0-10 16,0 0-5-16,2-7-8 0,-2 7-9 0,0 0-8 15,0 0-7-15,0 0-3 0,0 0-10 0,0 0-7 16,0 0-6-16,0 0-7 0,0 0-4 0,0 0-4 0,0 0-6 16,0 0-1-16,0 0-6 0,0 0-2 15,0 0-7-15,0 0 1 0,0 0-1 0,0 0-3 16,0 0 1-16,0 0-1 0,0 0-3 0,0 0 1 15,0 0-3-15,0 0-5 0,0 0-1 0,0 0-5 16,0 0 0-16,0 0-4 0,0 0-3 0,0 0-2 16,0 0-5-16,0 0 4 0,-2 33 5 0,1-18 4 15,1 11 5-15,1-2-5 0,-4 0-2 0,1 5 11 16,-2-1 6-16,4 2 5 0,-1-2 0 0,-1 2 4 16,0 1 11-16,1 2-13 0,1 1 1 0,-4-2 1 15,4 2-5-15,-2-4 0 0,0-1-6 0,3 1 1 16,-1-2 3-16,0-1-10 0,0 0 4 0,0-8-7 15,0 6 13-15,1-7-3 0,1-3-4 0,-1 2-12 16,2-6 12-16,-3 0 6 0,0-1 0 0,0-10 5 16,1 14-7-16,-1-14 0 0,2 11-1 0,-2-11-4 15,0 10 4-15,0-10-8 0,0 0-28 0,0 0 0 16,3 9 0-16,-3-9 0 0,0 0 0 0,0 0 0 16,0 0 0-16,0 0 0 0,0 0-26 15,0 0-111-15,0 0-55 0,0 0-69 0,0 0-83 0,-4-34-82 16,4 34-109-16,-18-28-510 0,9 12-1133 0,-5-7 501 15</inkml:trace>
  <inkml:trace contextRef="#ctx0" brushRef="#br0" timeOffset="27160.28">30005 3096 24 0,'0'0'102'0,"3"-11"8"0,-3 11 11 0,2-10 8 0,1 5 0 16,-3 5 8-16,1-9 4 0,-1 9 10 0,0-9 3 15,0 9-4-15,0 0 1 0,0 0-5 0,1-6-7 16,-1 6-9-16,0 0-4 0,0 0-11 0,0 0-8 16,0 0-10-16,0 0-7 0,0 0-7 0,0 0-7 15,0 0-12-15,0 0-4 0,0 0 3 0,0 0-17 16,0 0-3-16,0 0-6 0,0 0-2 0,0 0-2 16,0 0-15-16,0 0-15 0,0 0-20 0,0 0-26 15,0 0-18-15,0 0-27 0,0 0-27 16,0 0-32-16,0 0-35 0,-12 16-37 0,12-16-138 15,-9 6-386-15,9-6 171 0</inkml:trace>
  <inkml:trace contextRef="#ctx0" brushRef="#br0" timeOffset="28083.97">30046 2947 174 0,'0'0'211'0,"0"0"-16"0,0 0-2 0,0 0-18 16,0 0-9-16,0 0-10 0,0 0-15 0,-18-4-9 16,18 4-5-16,0 0-8 0,-20 6-6 0,11-2 2 15,0 0-1-15,1 4-4 0,-3 0-7 0,2 0-4 16,1 2-5-16,-2-1-2 0,-2 2 1 0,1 5 2 16,-2-2-3-16,4 1 0 0,0 1-2 15,0 0-10-15,2-2 4 0,3-2-17 0,0-1 11 0,-3 3-13 16,4-4-10-16,3 3 0 0,-2-2-10 0,1-1-5 15,4 2-7-15,-3-12 2 0,5 19-3 0,-1-10 9 16,1-2-17-16,2-1 5 0,2 0-9 16,3-2 2-16,-1-1 0 0,2 0-4 0,1-2-3 15,3-2 2-15,-3 1-4 0,4 0 6 0,-3-3-7 16,-1 3-18-16,-2-2-6 0,-1 0-16 0,1-1-13 16,-12 3-18-16,14-4-19 0,-7-1-22 0,-7 5-21 15,13-8-35-15,-8 3-20 0,-5 5-23 0,9-11-18 0,-4 3-26 16,-5 8-187-16,8-9-465 0,-8 9 206 15</inkml:trace>
  <inkml:trace contextRef="#ctx0" brushRef="#br0" timeOffset="29318.66">30219 2996 76 0,'0'0'242'0,"4"-7"-7"15,-4 7-6-15,0 0-12 0,0 0-18 0,0 0-24 16,0 0-11-16,0 0-15 0,0 0-11 0,-13 26 1 16,7-14-3-16,1 2-12 0,0-3-10 0,2 3-11 15,-3 0-4-15,5 0-11 0,-3-3-7 0,6 0-10 16,-4 3 2-16,1-5-11 0,1-9-5 0,1 17-4 15,3-9-6-15,-1 1-6 0,-3-9 0 0,6 12-4 16,-1-8-1-16,-5-4-5 0,10 8 0 0,-4-5-4 16,-6-3 0-16,16 4-8 0,-16-4-3 0,10 0-5 15,-10 0-2-15,0 0-4 0,16-6-6 0,-10 1-1 16,-6 5-2-16,10-6-2 0,-5 0-2 0,-5 6-7 16,7-11-4-16,-7 11-2 0,6-11 2 0,-3-1 3 15,-2 2 6-15,1 0-6 0,0 0 3 16,-2 10 0-16,-2-18 1 0,2 18 3 0,-1-15 0 15,-1 5 4-15,2 10-1 0,-5-12 3 0,2 3 1 16,3 9 3-16,-6-11 8 0,6 11-3 0,-8-9-1 16,8 9-1-16,-6-5 2 0,6 5-2 0,0 0-2 15,-11-5 3-15,11 5-5 0,0 0 5 0,0 0-1 16,-6-6 1-16,6 6-2 0,0 0-1 0,0 0-1 16,0 0-2-16,0 0 5 0,0 0-1 0,0 0 7 15,0 0-1-15,19-7-2 0,-19 7 0 0,18-3 1 16,-7 1-2-16,0-1 1 0,-11 3-4 0,20-1 2 15,-20 1-4-15,16 0 2 0,-16 0 1 0,15 2 2 16,-7 0-3-16,-8-2 4 0,12 5-4 0,-12-5 0 16,13 7 5-16,-4-1 9 0,-1 1 0 0,1 2 9 15,-6 1-1-15,1 0 3 0,-1 1 1 0,2 4 12 16,-2-3-10-16,-1-3-8 0,1 1 2 0,-1 1 6 16,-2-11-10-16,4 16 3 0,-4-10 0 0,0-6-3 15,1 13 13-15,-1-13-11 0,0 0-1 0,0 11 2 16,0-11 5-16,0 0 1 0,0 0 2 0,0 0 0 15,0 0-5-15,0 0-6 0,0 0 1 0,0 0-2 16,0 0 1-16,0 0-7 0,0 0-4 0,0 0-17 16,0 0-1-16,0 0-6 0,0 0-2 15,-10-35 1-15,10 35 2 0,3-19-10 0,2 6 5 16,-3 1-12-16,3-5-3 0,2 1 1 0,1 1 1 16,3-1 2-16,-5 6 1 0,1 0 4 0,-1 1 4 15,1 2-5-15,-1 0-1 0,-6 7 3 0,8-10 2 16,-3 6 1-16,-5 4-3 0,11-2 9 0,-11 2-3 15,0 0 1-15,13 11 10 0,-13-11 0 0,9 14 6 16,-6-4-2-16,0 1 5 0,0-1 7 0,-1 0-7 16,2-1 0-16,-4-9-3 0,4 17 4 0,-3-7 0 15,3-1-1-15,-4-9 1 0,5 10-5 0,-1-5 4 16,-4-5-1-16,0 0 4 0,9 9-2 0,-9-9 4 16,0 0 2-16,13-3-4 0,-13 3 3 0,0 0-6 15,22-9 2-15,-16 4-1 0,0-2 0 0,4 3 2 16,-3-4-2-16,-7 8 0 0,9-10 0 0,-3-1 0 15,0 3-3-15,-4-1 1 0,1 1-2 0,2-2 0 16,-5 10 4-16,2-19-8 0,-1 9 2 16,-1 10 2-16,4-14 0 0,-4 14 0 0,-1-12-5 0,1 12 2 15,0 0 0-15,-1-13 3 0,1 13-6 0,0 0 1 16,0 0-1-16,-3-10 1 0,3 10-1 0,0 0-2 16,0 0 2-16,0 0-1 0,0 0 0 15,-10 26 3-15,8-17 1 0,2-9-1 0,-3 17 1 0,3-7-1 16,0 2 0-16,0-12 2 0,3 17-2 0,-2-6 3 15,-1-2-7-15,1 1 1 0,-1-10 2 16,3 16 2-16,-1-9-4 0,1 1-8 0,-3-8-4 0,1 14-7 16,-1-14-1-16,-1 13-9 0,1-13-4 15,-5 13-7-15,5-13-6 0,-5 11-17 0,-1-5-8 16,6-6-16-16,-9 12-15 0,4-9-22 0,5-3-17 0,0 0-25 16,-10 11-36-16,10-11-172 0,-6 5-413 0,6-5 183 15</inkml:trace>
  <inkml:trace contextRef="#ctx0" brushRef="#br0" timeOffset="29570.52">30828 2865 46 0,'0'-9'300'0,"2"2"-10"0,-2 7-21 0,2-8-6 15,-2 8-18-15,0 0-23 0,3-8-10 0,-3 8 7 16,0 0 3-16,0 0-13 0,0 0-6 0,-3 40-15 15,3-22-3-15,-1 1-13 0,0-1-26 0,-2 6-3 16,0 1-14-16,3-6-6 0,0 0-13 0,0 0-7 16,2 0-12-16,-2 0-11 0,1-2 1 0,0 0-13 15,1 1-1-15,-1-4-8 0,-1 0-27 0,1-4-39 16,0 1-30-16,-1-2-52 0,0-2-27 16,0-7-42-16,0 0-48 0,-1 18-59 0,1-18-51 0,-2 10-232 15,2-10-593-15,0 0 263 0</inkml:trace>
  <inkml:trace contextRef="#ctx0" brushRef="#br0" timeOffset="29690.21">30795 3036 52 0,'23'-9'60'0,"-17"7"-79"0,1-3-20 0,2 0 8 16</inkml:trace>
  <inkml:trace contextRef="#ctx0" brushRef="#br0" timeOffset="29859.16">30979 3082 195 0,'4'3'263'0,"-4"-3"-3"15,0 0-3-15,0 0-16 0,0 0-20 0,0 0-23 16,4 4-20-16,-4-4-29 0,0 0-35 15,6 3-42-15,-6-3-58 0,0 0-68 0,0 0-89 16,0 0-185-16,0 0-355 0,0 0 157 0</inkml:trace>
  <inkml:trace contextRef="#ctx0" brushRef="#br0" timeOffset="30248.8">31130 2962 274 0,'0'0'314'0,"0"-9"-12"16,0 9-15-16,0 0-16 0,0 0-25 0,0 0-22 15,0 0-9-15,0 0-7 0,0 0-12 0,0 0-16 16,0 0-20-16,-2 39-13 0,1-26-13 0,1-1-21 16,1-2-8-16,-1-10-9 0,4 19-5 0,-2-13-9 15,0 3-14-15,-2-9 0 0,7 16-7 0,-2-8 0 16,1-4-11-16,-6-4-5 0,12 7-9 15,-5-5-4-15,-7-2-4 0,14 3-5 0,-14-3-4 16,14-3-5-16,-14 3 0 0,13-4-3 0,-3-1 2 16,-3 1-9-16,-7 4 3 0,9-10-7 0,-3 1-5 15,-3 2 1-15,0-6-3 0,-1 5 13 0,-1-3 0 16,-1 11-5-16,0-22 2 0,-3 9-4 0,0 2-6 16,0 0 5-16,-2 0 0 0,4 2-4 0,-6 2 3 15,4 1-12-15,0 0 21 0,3 6-9 0,-8-7 1 16,3 4-7-16,5 3 1 0,-11-1-14 0,11 1-17 15,-13 4-17-15,3 1-27 0,2 0-29 0,8-5-39 16,-12 14-48-16,9-9-51 0,-4 1-290 0,7-6-584 16,-6 11 259-16</inkml:trace>
  <inkml:trace contextRef="#ctx0" brushRef="#br0" timeOffset="30516.37">31434 2834 182 0,'5'-10'290'0,"-2"1"0"16,-1 1 3-16,-2 8 6 0,4-12-3 0,-4 12 0 16,3-10-6-16,-3 10-21 0,4-7-15 0,-4 7-27 15,0 0-21-15,0 0-23 0,0 0-16 0,0 0 2 16,0 0-9-16,0 0 11 0,12 33-9 16,-9-14-8-16,-3 6-8 0,1-1-6 0,3 6-10 15,-5-5-13-15,2 3-6 0,-1-2-8 0,0-3-13 16,2 3-9-16,-3-1-6 0,4-5-10 0,-1-3-8 15,-2 0-20-15,0 1-29 0,3-3-34 0,-3-2-38 16,0-1-43-16,1-1-46 0,-1-11-49 0,-2 20-56 16,2-20-44-16,-2 12-68 0,2-12-303 0,0 0-729 15,-4 16 323-15</inkml:trace>
  <inkml:trace contextRef="#ctx0" brushRef="#br0" timeOffset="30733.87">31586 3066 242 0,'6'-17'253'0,"1"1"-3"0,-2 6 10 0,-1 0-4 16,2 0 6-16,-6 10 2 0,5-12 7 0,-5 12-22 16,4-12-7-16,-4 12-36 0,4-6-12 0,-4 6-20 15,0 0 2-15,0 0-5 0,0 0-13 16,0 0-3-16,10 25-17 0,-8-12-11 0,-1 6-13 16,0-3-13-16,-1 0-9 0,0 1-14 0,0-2-18 15,1 0-20-15,-1-3-18 0,0 0-25 0,3 1-28 16,-6-2-38-16,2 0-40 0,1-11-45 0,-1 17-43 15,-2-9-42-15,3-8-38 0,0 12-45 0,0-12-204 16,-5 7-569-16,5-7 251 0</inkml:trace>
  <inkml:trace contextRef="#ctx0" brushRef="#br0" timeOffset="30971.06">31618 2959 2 0,'5'-11'220'0,"0"2"-12"15,0 1 4-15,2-2-7 0,2 3-9 0,-3 0-9 16,3 2-4-16,-9 5-14 0,19-4-9 0,-10 4-12 16,-9 0-9-16,19 4-12 0,-10-1-6 0,-2 1-9 15,-1 1-6-15,-6-5-11 0,11 13 0 0,-7-7-10 16,-4-6-4-16,4 10-6 0,-4-10 1 0,-2 16-11 16,2-16-4-16,-8 14-2 0,2-8-23 15,-1 2 2-15,-2 0-16 0,-1-2-20 0,0-1-30 16,2-1-34-16,8-4-38 0,-15 9-48 0,15-9-65 15,-13 4-243-15,13-4-494 0,-10 4 219 0</inkml:trace>
  <inkml:trace contextRef="#ctx0" brushRef="#br0" timeOffset="31349.79">31900 2837 66 0,'0'0'322'0,"3"-7"-47"0,-3 7-14 16,0 0-11-16,0 0-12 0,0 0-10 0,0 0-20 0,8-9-18 16,-8 9-8-16,0 0-2 0,0 0-2 0,0 0-13 15,12 20-20-15,-7-10-6 0,-5-10-16 0,10 20-7 16,-3-9-6-16,-2-1-15 0,2 0-4 0,-2 0-14 16,0-1-4-16,1 3-9 0,0-3-10 15,-6-9-7-15,11 13 3 0,-7-6-7 0,-4-7-4 16,7 9 3-16,-7-9 4 0,0 0-3 0,8 11 11 15,-8-11-9-15,0 0 5 0,8 6-3 0,-8-6 9 16,0 0 6-16,0 0 6 0,0 0-1 0,0 0-3 16,10 1-10-16,-10-1 0 0,0 0-5 0,10-14-5 15,-5 9-6-15,-5 5-1 0,12-17-5 0,-7 9-3 16,0-3-5-16,0 1-3 0,4-4-4 0,-3 2-11 16,-2 3-4-16,0-2-14 0,-1-1-9 0,1 5-14 15,-1-3-33-15,-3 10-35 0,7-12-25 16,-6 5-46-16,2 0-43 0,-3 7-45 0,3-10-49 15,0 6-40-15,-3 4-212 0,0 0-611 0,0 0 271 0</inkml:trace>
  <inkml:trace contextRef="#ctx0" brushRef="#br0" timeOffset="31632.6">32197 2876 42 0,'0'0'221'0,"0"17"-12"0,0-17 0 16,0 0 4-16,-1 16-2 0,1-16-4 0,0 0-3 15,1 15-5-15,-1-15-1 0,0 0-8 0,8 12-6 16,-8-12-8-16,9 9 2 0,-9-9-17 0,17 5-10 16,-6-3-13-16,-11-2-13 0,23 1-5 0,-13-1-19 15,-10 0-3-15,23 0-6 0,-23 0-8 0,15-5-12 16,-15 5-1-16,16-5-3 0,-16 5-8 0,10-9-3 16,-10 9-11-16,5-11 1 0,-5 11 1 0,1-13-8 15,-1 13-3-15,0-15-6 0,0 15-3 16,0 0-10-16,-6-17-3 0,6 17-17 0,-7-9-12 15,7 9-14-15,-11-7-17 0,11 7-28 0,-19-2-29 16,6 2-30-16,13 0-35 0,-19 2-54 0,19-2-51 16,-14 4-278-16,14-4-594 0,0 0 263 0</inkml:trace>
  <inkml:trace contextRef="#ctx0" brushRef="#br0" timeOffset="31893.72">32514 2752 281 0,'4'-9'325'15,"-4"9"3"-15,5-7-2 0,-5 7-4 0,0 0-9 16,4-9-16-16,-4 9-23 0,0 0-18 0,0 0-32 0,0 0-19 16,0 0-14-16,0 0 6 0,0 0-8 0,9 26-12 15,-4-10-16-15,-4 2-13 0,0 1-14 0,0 5-16 16,1-7-3-16,-1 1-14 0,-1-1-11 15,1-1-5-15,1 0-15 0,-2-5-1 0,1 1-10 16,-1-12-19-16,0 28-47 0,1-19-44 0,-1-9-52 16,3 17-50-16,-2-12-54 0,-1-5-62 0,0 0-57 15,1 14-53-15,-1-14-221 0,0 0-650 0,0 0 287 16</inkml:trace>
  <inkml:trace contextRef="#ctx0" brushRef="#br0" timeOffset="32145.36">32676 2717 243 0,'4'-9'258'0,"-4"9"27"0,8-13-6 0,-7 9-20 0,-1 4-16 15,0 0-23-15,0 0-10 0,0 0-9 16,0 0 6-16,0 0-2 0,0 0-4 0,13 34-34 16,-12-18 9-16,-2 4-4 0,-1 4-6 0,1 1-15 15,0-5 0-15,-2-1-16 0,3-2-13 0,0 0-14 16,-1-2-13-16,0 3-7 0,-2-6-24 0,3-12 5 15,-1 22-2-15,1-10-4 0,0-12-16 0,0 19-37 16,0-19-21-16,0 0-37 0,0 17-25 0,0-17-37 16,1 10-32-16,-1-10-37 0,0 0-33 0,0 0-32 15,0 0-49-15,0 0-266 0,0 0-605 0,0 0 268 16</inkml:trace>
  <inkml:trace contextRef="#ctx0" brushRef="#br0" timeOffset="33298.78">32638 2840 135 0,'-5'-10'203'0,"5"10"-12"0,0 0-17 16,0 0-11-16,0 0-13 0,0 0-6 0,0 0-18 15,69-19-5-15,-69 19-13 0,50-5-4 0,-22 4-11 16,-28 1-11-16,57-3-1 0,-57 3-11 0,49-6-3 16,-49 6-3-16,36-1-1 0,-36 1-2 0,0 0-1 15,0 0 5-15,37-4 11 0,-37 4 8 0,0 0 7 16,0 0 7-16,0 0 17 0,0 0 5 0,0 0-11 15,0 0-8-15,0 0-4 0,0 0-4 0,0 0-10 16,0 0-3-16,0 0 3 0,0 0-9 0,0 0-6 16,0 0-13-16,0 0 2 0,0 0-3 15,0 0-2-15,0 0-12 0,0 0 3 0,0 0-4 16,-48 68-7-16,48-68 1 0,0 0-8 0,0 0 2 16,0 0 3-16,0 0-22 0,0 0 2 0,-8 28 9 15,8-28-14-15,0 0 15 0,0 0-8 0,0 0 5 16,0 0-2-16,0 0-15 0,0 0 2 0,0 0 5 15,42 10-7-15,-42-10-6 0,0 0 5 0,0 0-1 16,0 0-1-16,0 0-8 0,0 0 6 0,0 0 8 16,0 0-17-16,46-37 16 0,-46 37-4 0,0 0-14 15,0 0 12-15,0 0 0 0,14-27-1 0,-14 27 4 16,0 0-1-16,0 0 7 0,0 0-3 0,0 0-3 16,0 0-7-16,0 0 10 0,0 0-4 0,0 0-1 15,0 0 4-15,0 0-8 0,0 0 3 0,0 0 2 16,0 0-3-16,0 0 6 0,0 0 1 15,0 0-2-15,0 0-2 0,0 0 6 0,0 0-2 16,0 0 12-16,0 0-4 0,46 26 0 0,-46-26-7 16,0 0 7-16,44 1-7 0,-44-1 1 0,0 0-7 15,54-1 8-15,-54 1-6 0,32-6 4 0,-32 6 7 16,0 0-9-16,37-11-1 0,-37 11 1 0,0 0-10 16,24-8 16-16,-24 8-3 0,0 0 5 0,0 0-1 15,21-21 1-15,-21 21-1 0,0 0 9 0,0 0-3 16,0 0 9-16,0 0 7 0,8-29-4 0,-8 29-4 15,0 0 0-15,0 0-1 0,0 0-2 16,0 0-9-16,0 0-2 0,0 0 4 0,0 0 0 16,0 0-6-16,0 0-3 0,0 0 6 0,0 0-13 0,0 0 9 15,0 0 0-15,0 0-7 0,0 0-5 16,0 0-5-16,0 0-14 0,0 0-7 0,0 0-2 16,0 0-9-16,0 0 5 0,0 0-7 0,0 0 4 15,0 0 1-15,0 0-2 0,0 0 3 0,0 0 4 16,0 0 5-16,0 0-1 0,0 0 13 0,0 0-8 15,0 0 4-15,0 0 6 0,0 0 2 0,0 0 2 16,0 0-7-16,0 0 9 0,0 0-2 0,0 0 2 16,0 0 0-16,0 0 0 0,0 0-1 0,0 0 1 15,0 0 6-15,0 0-6 0,0 0 8 0,-43 76 1 16,43-76 3-16,-4 32 1 0,4-32 9 0,-3 42 2 16,3-42-1-16,-4 54 9 0,0-27-2 0,4-27-8 15,-4 44-4-15,4-44 8 0,-2 43-6 0,2-43 2 16,-3 32 0-16,3-32-4 0,0 0 0 0,-4 39 2 15,4-39-4-15,0 0 5 0,-5 29-4 0,5-29 4 16,0 0-6-16,0 0 6 0,0 0-9 0,-13 23 7 16,13-23-5-16,0 0-2 0,0 0-3 0,0 0-7 15,0 0-3-15,0 0-3 0,-39 3-7 16,39-3-7-16,0 0-4 0,0 0-14 0,0 0 5 16,0 0-5-16,-35-37 5 0,35 37 6 0,0 0-3 15,-6-31 4-15,6 31-5 0,0 0 10 0,0 0 0 16,30-61 3-16,-18 47 2 0,7-5-1 0,-1-1 1 15,5 4 5-15,-23 16 1 0,38-29-1 0,-17 12 1 16,0 0 3-16,-1 0 2 0,-20 17 1 0,29-26 1 16,-8 8 4-16,-21 18 1 0,28-28 5 15,-28 28 2-15,24-25 2 0,-24 25 6 0,17-23 6 16,-17 23 8-16,12-21 9 0,-12 21 1 0,0 0 1 16,0 0 6-16,13-25 5 0,-13 25 5 0,0 0 5 15,0 0-6-15,0 0 0 0,0 0-6 0,0 0-1 16,0 0-1-16,0 0 11 0,0 0-7 0,0 0 8 15,0 0-3-15,0 0-3 0,-80 41-3 0,80-41-7 16,-20 24-6-16,20-24 3 0,0 0-9 0,-17 27 2 16,17-27-15-16,0 0-10 0,-6 29-19 0,6-29-27 15,0 0-23-15,0 0-41 0,0 0-49 0,0 0-53 16,38 37-55-16,-38-37-303 0,33 11-617 0,-33-11 272 16</inkml:trace>
  <inkml:trace contextRef="#ctx0" brushRef="#br0" timeOffset="33430.75">33611 2939 291 0,'0'0'280'0,"0"0"-15"0,0 0-12 15,0 0-8-15,0 0-22 0,0 0-26 0,0 0-18 16,0 0-20-16,0 0-33 0,0 0-54 0,0 0-65 16,0 0-78-16,0 0-111 0,0 0-159 0,0 0-370 15,0 0 165-15</inkml:trace>
  <inkml:trace contextRef="#ctx0" brushRef="#br0" timeOffset="35849.83">14898 3840 81 0,'0'0'252'0,"-4"-7"-14"0,4 7-9 16,0 0-13-16,0 0-8 0,0 0-12 0,0 0-14 15,-9-3-19-15,9 3-14 0,0 0-16 0,0 0-12 16,-11 10-9-16,11-10-9 0,-4 10-5 0,0-4-6 15,-3 5-7-15,2 0-4 0,2 0-4 0,-1 5-2 16,-1-1-3-16,1 1-3 0,2-5-3 0,0 3-11 16,0 0-1-16,2-2-7 0,0-1-4 15,0 0-6-15,2-2 0 0,0 1-2 0,0-3-12 0,3-1 3 16,-2 0-1-16,0 0-1 0,3-2 3 0,0 1-5 16,2-3 1-16,-1 0-1 0,4-4-5 0,0 2 8 15,-2-2-1-15,1-1-12 0,-1 0 12 0,4-2-1 16,-3-1-4-16,2-1-16 0,-3 1 14 0,0-2 2 15,0 2-2-15,-2-3-6 0,0-1 9 0,-1 2-12 16,-1-3 6-16,0 1-2 0,-2 0-2 16,-1 0-2-16,-2-1 3 0,0-1-7 0,-1 2 5 0,-1-1-6 15,-2 0 4-15,0 3 0 0,-2 2 1 0,2-4-2 16,-3 3 1-16,1 3-8 0,-2 0 3 0,1-2 1 16,1 3 1-16,6 3-14 0,-15-4-11 0,6 4-12 15,9 0-20-15,-14 0-17 0,8 4-20 0,-4-1-22 16,4 0-30-16,-1 3-31 0,0-1-40 15,2 0-25-15,0 1-33 0,1 2-151 0,0-2-455 16,4-6 202-16</inkml:trace>
  <inkml:trace contextRef="#ctx0" brushRef="#br0" timeOffset="36315.42">15094 3828 84 0,'0'-9'293'0,"0"9"-5"0,0 0-6 16,0-9-8-16,0 9-9 0,0 0-14 0,0 0-23 0,0 0-14 16,-4-8-29-16,4 8-14 0,0 0-19 15,0 0-16-15,0 0-6 0,-3 23-9 0,3-11-6 16,2-1-13-16,-4 6-11 0,6-1-1 0,-4-1-10 16,3 0-9-16,-1-2-7 0,2-1-7 0,-3-2-7 15,2 3-7-15,1-4 0 0,3 1-4 0,-3-3-3 16,1 3-4-16,2-4-6 0,-2-2-5 0,1 1-1 15,-2-1 0-15,3-2-4 0,-1 2-1 0,7-3-10 16,-6-1-1-16,4-1 1 0,-5-2-2 0,4 2 1 16,-3-4-8-16,3 0 0 0,-3-2 5 0,1 1-3 15,0-2 6-15,-3 2-1 0,0-4 0 0,1 2 0 16,-3 0-4-16,1-2 3 0,-2-1-6 0,1 0 1 16,-2 0 6-16,0 1-14 0,-1 1 16 0,-1 0 5 15,1 9 1-15,-1-16-7 0,1 16 7 0,-3-10 6 16,3 10-3-16,0 0-4 0,-1-10 5 0,1 10 1 15,0 0-11-15,0 0 6 0,0 0-8 0,0 0-3 16,0 0-9-16,0 0 19 0,0 0 2 0,1 33-5 16,2-21 0-16,-3-1-2 0,2 1 6 0,0-2 0 15,0 2-8-15,2-2-11 0,0-1-11 0,4-1-27 16,-3-1-29-16,2 3-35 0,-1-3-37 0,5-2-45 16,-2-2-48-16,0-1-41 0,2-1-251 0,-3 0-575 15,2-2 255-15</inkml:trace>
  <inkml:trace contextRef="#ctx0" brushRef="#br0" timeOffset="36534.18">15458 3753 114 0,'-1'-10'250'0,"-2"2"4"0,0 3-2 0,3 5-5 0,-3-10-11 16,3 10-17-16,-4-7-22 0,4 7-18 15,0 0-13-15,0 0 1 0,0 0 7 0,0 0 6 0,-3 21-3 16,3-5-2-16,2 2-14 0,-2 6-15 0,1-5-14 15,3 6-10-15,-3-8-14 0,1 4-11 0,2-2-15 16,-1 1-1-16,1-3-2 0,-2 0-22 16,2-1-38-16,-1 1-29 0,-1-4-39 0,2-2-43 15,0 0-49-15,-2-2-40 0,0 1-41 0,0-3-57 16,1 1-238-16,-3-8-558 0,-1 10 247 0</inkml:trace>
  <inkml:trace contextRef="#ctx0" brushRef="#br0" timeOffset="36698.81">15416 3906 5 0,'0'0'183'15,"0"0"-18"-15,6-6-12 0,1 4-12 0,-1-1-15 16,3 0-19-16,5 0-5 0,5 1-6 0,-1-4-21 16,4 2-34-16,-3 0-43 0,12-2-42 0,-1 2-37 0,-1-2-98 15,0 5-191-15,-8-2 84 0</inkml:trace>
  <inkml:trace contextRef="#ctx0" brushRef="#br0" timeOffset="36915.89">15826 3702 35 0,'-3'-6'226'0,"1"-1"2"0,2 7 1 16,-5-11 4-16,1 7-5 0,4 4-5 0,-5-9-18 16,5 9-18-16,-3-6-24 0,3 6-16 0,0 0-2 15,0 0 15-15,0 0 1 0,-4 29 3 0,4-11 6 16,2 9-11-16,-2 0-15 0,2 1-14 0,-3 1-8 15,4-1-11-15,-1-1-11 0,-2-1-16 0,3 0 7 16,-2-7-10-16,0 6-9 0,-1-5-10 0,3 5-15 16,-2-8-23-16,3-1-34 0,-4 1-33 0,0-6-36 15,1 0-41-15,-2 2-36 0,0-2-50 16,-1-3-45-16,1 2-38 0,-3-3-208 0,2 0-537 0,2-7 238 16</inkml:trace>
  <inkml:trace contextRef="#ctx0" brushRef="#br0" timeOffset="37133.99">15813 3820 95 0,'12'-14'177'0,"1"3"-2"0,-2 5-6 16,2-5-11-16,-3 7 0 0,1 0-7 0,1 3 1 0,-2 0-7 16,0 3 0-16,-1 2 1 0,0 3-4 0,0 1-7 15,-4-1-9-15,-2 3-11 0,-2 1 2 16,-1 2-11-16,-6 3-7 0,-2-2-12 0,3-2-5 15,-4 3-9-15,-1-4-8 0,2-1-11 0,1-1-24 16,0-1-21-16,-1-1-27 0,0 0-34 0,1-2-29 16,7-5-50-16,-11 5-47 0,4-4-54 0,0 2-139 15,7-3-399-15,0 0 176 0</inkml:trace>
  <inkml:trace contextRef="#ctx0" brushRef="#br0" timeOffset="37532.5">16001 3773 84 0,'5'-4'239'16,"-5"4"-17"-16,0 0-13 0,0 0-5 0,0 0 0 16,0 0-1-16,4 14-14 0,-4-4-3 0,0-10-14 15,-3 19-13-15,2-8-14 0,2 0-13 0,1-2-11 16,0 1-10-16,1 2-8 0,1-2-8 0,2-2-11 16,6 0-3-16,-3-1-3 0,1-2-2 0,1 0-3 15,1-4-6-15,1 1-8 0,1-3-9 0,2-2-2 16,-2-1-6-16,3-1 5 0,0-2-11 0,-7 1-5 15,2 0-3-15,-3-1-1 0,-1 0-7 0,1-2 1 16,-3 0-1-16,0 0-5 0,-1 1 1 0,-4-2-4 16,2 2 1-16,-3-2 4 0,0 1 1 0,0 9 3 15,-2-14 7-15,2 14 1 0,-2-11 6 0,0 6 1 16,2 5-5-16,-2-7-15 0,2 7 17 0,0 0-6 16,-3-9 2-16,3 9-6 0,0 0 12 0,0 0 6 15,0 0-6-15,0 0 11 0,-5 29-8 0,5-18 4 16,-1 0-8-16,1-11-5 0,1 22 1 0,0-8-6 15,1-3 0-15,0-1 1 0,2 0-2 16,1-1-1-16,-1 0-15 0,1-3-19 0,3 0-23 0,-2-1-45 16,1-3-19-16,0 1-35 0,5 0-23 0,-3-4-31 15,-9 1-26-15,23-4-41 0,-13 1-21 0,-1-2-27 16,1-1-159-16,-3 2-499 0,-1-3 221 0</inkml:trace>
  <inkml:trace contextRef="#ctx0" brushRef="#br0" timeOffset="37748.93">16381 3685 164 0,'0'-12'217'0,"-3"2"-3"16,3-2 8-16,-1 4 14 0,1 8 2 0,-2-11 2 16,2 11-2-16,-1-8-22 0,1 8-18 0,0 0-18 15,0 0-1-15,0 0 10 0,0 0 17 0,0 0-7 16,0 0-7-16,3 33-12 0,-2-15-13 16,2 2-9-16,-2-2-14 0,0 2-12 0,2 6-15 15,-1-2-14-15,0-6-7 0,0 0-10 0,0-1-13 16,-1 0-4-16,3 0-23 0,-1-5-30 0,-1-2-32 0,0 3-43 15,1-4-41-15,-1-2-39 0,0 0-52 0,-1-1-44 16,-1-6-43-16,2 12-41 0,-2-12-244 0,2 5-611 16,-2-5 271-16</inkml:trace>
  <inkml:trace contextRef="#ctx0" brushRef="#br0" timeOffset="37904.4">16308 3778 186 0,'2'-10'178'16,"1"4"-14"-16,2 1-8 0,0 0-17 0,5 2-9 16,3-3-20-16,3 1-8 0,4-1-26 0,8-1-26 15,1 2-43-15,3-4-58 0,-1 4-69 0,0-2-69 16,5 0-203-16,-5 0 91 0</inkml:trace>
  <inkml:trace contextRef="#ctx0" brushRef="#br0" timeOffset="38740.58">17083 3684 197 0,'0'0'272'0,"-13"-6"-2"0,7 5-7 0,6 1-6 15,-15-4-13-15,6 5-7 0,-1-1-19 0,1 3-11 16,-1 0-13-16,0 2-2 0,0 1-13 0,-5 5-9 16,4 0-13-16,2 1-12 0,1 0 1 0,3 0-20 15,0 2-19-15,1-2-9 0,0 5 0 16,3-4-16-16,2 1-8 0,-1-2-6 0,3 0-8 0,-1-2-4 0,3 3-3 16,1-4-11-16,0 0-27 0,5-2-8 15,0 2-35-15,1-4-27 0,-1-3-35 0,0 1-39 16,2 0-25-16,1-2-43 0,1-1-33 0,2-1-42 15,-2-2-34-15,-3 2-157 0,-1-3-500 0,1-3 221 16</inkml:trace>
  <inkml:trace contextRef="#ctx0" brushRef="#br0" timeOffset="39099.81">17204 3625 154 0,'0'-12'227'0,"0"2"2"0,-3 5 0 16,3 5 5-16,1-11-7 0,-1 11-13 0,-3-8-19 15,3 8-21-15,0 0-24 0,0 0 13 0,0 0 4 16,0 0-5-16,0 0-2 0,2 45-6 0,-2-27-17 16,-2 6-6-16,4-5-17 0,-2 7-4 0,1 1-15 15,2-3 1-15,-1-5-9 0,1 0-14 0,-2-2-9 16,1 0-5-16,-2-4-4 0,1-3 2 0,-1-10-13 16,0 15-2-16,0-15 4 0,2 12-12 0,-2-12 6 15,2 7-15-15,-2-7 5 0,0 0-2 0,0 11 8 16,0-11-11-16,0 0-1 0,0 0 0 0,0 0-9 15,0 0-4-15,0 0-6 0,0 0-7 16,0 0-7-16,0 0-4 0,0 0 1 0,10-33-2 16,-2 17-6-16,-3 5 7 0,2 2-5 0,1-3 0 15,1 5-11-15,0-1 14 0,-1 0 1 0,1 5-12 0,-2-1 14 16,-7 4-3-16,13-4 1 0,-13 4 1 0,0 0 5 16,22 8 0-16,-16-1 3 0,1 1-2 0,0-1 2 15,0 1-5-15,0 0-22 0,0-1-30 16,-1-2-35-16,2 0-37 0,-1 1-28 0,-7-6-35 15,13 7-35-15,-1-6-35 0,-2 0-211 0,-10-1-516 16,23-2 228-16</inkml:trace>
  <inkml:trace contextRef="#ctx0" brushRef="#br0" timeOffset="39782.72">17613 3721 161 0,'-2'-8'179'0,"2"8"2"15,-2-14 13-15,0 8 3 0,-1 0-1 0,-4 1 2 16,4 1-4-16,3 4-6 0,-15-1-10 0,15 1-12 15,-16 5-8-15,4 1-12 0,2 3-4 0,-3 4-1 16,3 2-10-16,-1-1-14 0,2 2-11 0,1 2-10 16,1-4-21-16,2 1 5 0,0 0-4 0,4-2-9 15,1-2-6-15,1 0-8 0,4-3-5 0,-5-8-19 16,7 12 11-16,-2-7-8 0,-5-5-1 0,13 6-14 16,-2-4-14-16,-11-2 6 0,21-3-3 0,-9 0-5 15,-3-1-1-15,-9 4 2 0,21-9-12 0,-16 6 12 16,1-3 3-16,1-1-4 0,-2 0 3 0,0-3 0 15,-3-3-1-15,4 3-3 0,-6 10 4 0,5-17-5 16,-4 9 0-16,0-4 15 0,-1 12-8 0,0-16 0 16,0 16 5-16,-1-14 7 0,1 14 4 0,0-10 1 15,0 10-13-15,0 0 10 0,-1-12 0 0,1 12-1 16,0 0-2-16,0 0 9 0,0 0 19 0,0 0 6 16,0 0-4-16,0 0-4 0,0 0 3 0,1 42-2 15,0-30 1-15,1 0-10 0,0-1-5 0,0-2 1 16,4 1 0-16,-6-10 0 0,10 17-6 0,-6-10-9 15,4 2 19-15,2-3-6 0,-10-6 8 16,19 8-6-16,-5-7 4 0,-2 0-9 0,5 2-5 0,-4-5 3 16,0 0-2-16,-13 2-5 0,27-8-4 0,-16 4-11 15,3-3 3-15,-1 3-6 0,-4-2 3 0,1 0-4 16,-3-5-14-16,0 2 7 0,-2-1 9 0,2 1-25 16,-2-3 21-16,-1 3-15 0,-2-2 4 0,0-1-4 15,-2 0 5-15,0 12-1 0,-4-22 6 0,1 11-3 16,-1 0 0-16,2 2 0 0,2 9-1 0,-5-16-15 15,1 13 31-15,4 3-6 0,-10-13-5 16,10 13-15-16,-7-7 24 0,7 7-8 0,0 0 2 0,-4-7-9 16,4 7 1-16,0 0-5 0,0 0 3 15,0 0-1-15,0 0 2 0,0 0-3 0,13-6 1 0,-13 6 9 16,19 0-5-16,-7 0 2 0,-1 2 1 16,0-1 0-16,-1 2 0 0,-1-2 3 0,1 3-1 15,-2 1 4-15,-1-2-12 0,1 3 28 0,0 2 5 16,-3-1 3-16,0 2 4 0,1 0-8 0,-2 1 3 15,-1-1-17-15,-1 2 17 0,1 1-6 0,-1-2 2 0,1 2-18 16,-2 0-21-16,2 0-34 0,1-1-36 16,-1-2-55-16,1-1-43 0,0-1-49 0,-4-7-47 0,10 16-48 15,-7-12-175-15,-3-4-551 0,15 6 244 16</inkml:trace>
  <inkml:trace contextRef="#ctx0" brushRef="#br0" timeOffset="40139.8">18204 3669 239 0,'-7'-3'269'0,"-2"2"-2"0,-4-1-1 15,3 5-10-15,-3-1-4 0,1 3-16 0,2 2-3 16,-5 2-30-16,3 4 3 0,0 1-28 0,1 2 2 16,4 2-12-16,-1-2-30 0,1 0-8 0,3 0-7 15,1-4-29-15,2-1 1 0,1-1-11 0,0-10-10 16,2 16 10-16,0-8-19 0,2 0-13 0,-4-8-13 15,10 7-14-15,-10-7-11 0,10 4-1 0,-10-4-18 16,11-1 11-16,-11 1-3 0,0 0-4 0,22-7-1 16,-17 3-1-16,-5 4 0 0,13-10 3 0,-7 3 2 15,-2-2 0-15,1 1-3 0,1 0-2 0,-6 8-4 16,6-16 9-16,-2 7-2 0,-2 2 6 0,1 2-3 16,-3 5 0-16,4-12 1 0,-2 7-1 0,-2 5-3 15,3-6 7-15,-3 6-13 0,0 0 5 0,0 0-2 16,0 0 15-16,0 0-6 0,0 0-1 15,0 0 1-15,10 22 5 0,-6-13-8 0,-3 1-1 0,2 1-25 16,-2-3-34-16,3 1-42 0,0 0-53 0,-1 1-72 16,4-3-60-16,-2 1-249 0,1-2-577 15,-6-6 256-15</inkml:trace>
  <inkml:trace contextRef="#ctx0" brushRef="#br0" timeOffset="40399.31">18477 3704 88 0,'-4'-6'307'0,"0"1"2"15,-1 0 1-15,-3 2-6 0,8 3-15 0,-11-5-10 16,11 5-16-16,0 0-23 0,-21 4-19 0,12 0-20 16,1 5-11-16,-2 5-19 0,5-4-4 0,0 1-24 15,0-1-13-15,1 7-26 0,0-1 7 0,-1-2-15 16,5-1-10-16,0 2-5 0,3-3-13 0,-1 0-9 15,2-3-11-15,3 3-20 0,0-4-39 0,5-1-12 16,-3-2-32-16,1-2-22 0,6 1-32 0,-1-1-35 16,-3-4-34-16,-12 1-40 0,32-3-47 0,-16-4-38 15,-2 4-182-15,-4-2-526 0,5-4 232 0</inkml:trace>
  <inkml:trace contextRef="#ctx0" brushRef="#br0" timeOffset="40618.8">18664 3592 198 0,'0'-8'258'0,"0"8"10"0,0-12 7 16,0 12 7-16,-1-10-6 0,1 10-14 0,0 0-18 0,0-10-23 15,0 10-16-15,0 0-3 0,0 0 12 0,0 0-3 16,0 0-2-16,0 0-14 0,5 39-27 0,-3-27-2 16,-4 4-18-16,2 1-16 0,2 0-11 0,-1-1-13 15,2 4-9-15,-2-2-8 0,0 7-12 0,3-6-2 16,-3-1-18-16,2-2-31 0,-2 3-31 15,3-6-33-15,-2 1-46 0,1-3-38 0,1-1-57 16,-2 0-54-16,-2-10-57 0,7 16-60 0,-6-9-238 16,-1-7-633-16,7 10 280 0</inkml:trace>
  <inkml:trace contextRef="#ctx0" brushRef="#br0" timeOffset="40796.68">18662 3653 236 0,'2'-10'214'0,"4"8"-25"0,-6 2-18 0,12-5-15 16,-3 1-30-16,4 2-43 0,1-1-73 0,4 1-70 16,1 1-128-16,3 0-203 0,-3-1 90 0</inkml:trace>
  <inkml:trace contextRef="#ctx0" brushRef="#br0" timeOffset="41816.01">18898 3867 163 0,'0'0'248'0,"0"0"-1"0,0 0-7 0,13-3-5 16,-13 3-8-16,10-8-6 0,-2 2-9 0,0-3-14 15,-1 2-9-15,4-2-14 0,1-2-11 0,0-2-14 16,1 3-18-16,-4 1-11 0,1 1-8 0,-1-2-3 15,0 1-11-15,-2-3-8 0,0 4-2 0,0-3-5 16,-2 2-8-16,-1-1 6 0,-2 3-3 16,-1-3 11-16,-1 4-4 0,0 6-3 0,-1-13 12 0,-2 7-9 15,-2 2-16-15,5 4-1 0,-11-8-9 0,3 6-3 16,-3-1-10-16,0 3 3 0,11 0-4 0,-19 4-14 16,8 1 3-16,-1 0-5 0,2 1-1 0,-2 5 4 15,2 0 4-15,3 0 0 0,-1 0-9 16,3 3 3-16,-1-3-4 0,3 0 3 0,1 0-7 15,1-2 1-15,2 3-7 0,1-3 0 0,3 0 0 0,-1-4-11 16,2 3 10-16,0-3-3 0,3 2-2 0,0-1 4 16,4-3-3-16,0 0-2 0,1-2 3 0,4-2-2 15,-4 1-7-15,4 0 4 0,-1-4-6 0,-2 3-2 16,2-4-3-16,-5-1-9 0,5 1-1 0,-6-1-16 16,-1 0-1-16,2 1-4 0,-2-3-25 15,0-5 18-15,0 3 4 0,-2 1-9 0,-3-1 8 0,0 0-1 16,3-2 4-16,-4 2 3 0,-2-1-2 0,-2-2 6 15,2 1 4-15,-5 1 4 0,1 0-20 0,-1 0 18 16,-2 3 1-16,4 0 16 0,-3 3 7 16,4 5 5-16,-4-9-3 0,4 9-8 0,-3-8 3 15,3 8 0-15,0 0-1 0,-3-8-5 0,3 8-4 16,0 0-2-16,0 0 4 0,6-7-2 0,-6 7 4 16,0 0 1-16,15 0-2 0,-7 0 5 0,-8 0-6 15,13 2 2-15,-4 1 6 0,-3-1 1 0,1 2-6 0,-2 1 9 16,1 2 0-16,0 0 8 0,-1 2 12 15,-2 0 2-15,1 1-2 0,-2 0 8 0,0 0-3 16,-1 0-7-16,-1 2 3 0,3-2-4 0,-3-10 1 16,2 19-6-16,-1-9 0 0,-1-10 4 0,7 11-2 15,-5-5-5-15,-2-6 1 0,8 12-9 0,-2-8 10 0,-6-4 9 16,14 3-5-16,-14-3-4 0,20 0-6 16,-6 0-4-16,-2-2 10 0,5-3-3 0,0 1-2 15,-6 0-6-15,2-1 0 0,-3-1-1 0,3-1 4 16,-4-1-6-16,-1 1-3 0,-1 0 14 0,2-2-12 15,-4-1-1-15,0 0 0 0,1 0 5 0,-4 1-3 16,2-1-3-16,-3 0 7 0,2 3-2 0,-3-1 0 16,0 8-14-16,0-11 21 0,0 11 5 0,0-9-8 15,0 9-4-15,0 0 10 0,0 0-1 0,-3-10-7 16,3 10 2-16,0 0-2 0,0 0 11 0,0 0 6 16,0 0-6-16,-1 26 1 0,2-17-1 0,-1 0-2 15,3 0-7-15,-3-1 11 0,1-1-5 0,2 1-4 16,0-2 3-16,-3-6 1 0,8 11 1 0,-3-7-5 15,5 0 1-15,-2-1 3 0,4-3-2 0,2 0-6 16,-2 0 1-16,8-4-5 0,-4-1-5 0,2 1 5 16,-5 2 3-16,0-3-15 0,-2 0-8 0,1 1 18 15,-2-3-3-15,-2 2-1 0,-2-3-1 0,-1 4 0 16,0-2 3-16,-1 0 0 0,-3-1-5 0,2 0 1 16,-4-3-1-16,1 10-1 0,1-12-3 0,-1 4-13 15,0 8 4-15,0-10 22 0,0 10 3 0,0 0-7 16,0-9-1-16,0 9-2 0,0 0 8 0,0 0 0 15,0 0 10-15,0 0 1 0,0 0-2 0,0 0-1 16,-8 28 0-16,7-20-3 0,-2 2 9 0,0 0-6 16,-1 3-1-16,1-1-3 0,-1-1 4 0,3 0-1 15,-2-1 4-15,1 0-21 0,2-10-18 0,-1 18-15 16,-2-12-25-16,3 3-37 0,0-9-39 0,-1 11-44 16,1-11-44-16,-5 11-61 0,5-11-61 0,-4 10-256 15,4-10-660-15,-9 4 292 0</inkml:trace>
  <inkml:trace contextRef="#ctx0" brushRef="#br0" timeOffset="41970.91">19536 3529 142 0,'-4'-10'249'0,"4"10"-18"15,-4-5-26-15,4 5-22 0,0 0-28 0,0 0-43 16,-2-7-56-16,2 7-48 0,0 0-41 0,0 0-49 15,0 0-123-15,14-1-221 0,-14 1 98 0</inkml:trace>
  <inkml:trace contextRef="#ctx0" brushRef="#br0" timeOffset="42221.93">19835 3449 54 0,'4'-4'258'0,"-4"4"0"0,6-6 4 0,-6 6-8 0,0 0-6 16,7-9 0-16,-7 9-11 0,0 0-20 15,6-7-23-15,-6 7-10 0,0 0-9 0,0 0 12 16,0 0 24-16,12 17 12 0,-7-5-5 0,-3 0-3 16,3 6-8-16,-2 1-14 0,1 0-19 0,0 6-10 15,-1-6-12-15,-3 0-13 0,2 0-13 0,-2-2-14 16,1 3-11-16,2-2-8 0,-5-1-11 0,2 0-9 16,0-4-11-16,2-1-26 0,-2-12-29 0,-2 21-36 15,2-21-33-15,0 16-33 0,0-16-41 0,3 13-38 16,-3-13-29-16,0 0-33 0,-3 13-29 0,3-13-29 15,0 0-46-15,0 0-249 0,0 0-637 0,-11 4 282 16</inkml:trace>
  <inkml:trace contextRef="#ctx0" brushRef="#br0" timeOffset="42499.28">19785 3663 163 0,'0'0'205'15,"0"0"-21"-15,0 0-11 0,0 0-8 0,9-16-8 16,-9 16-5-16,18-4-7 0,-4-1-10 15,4 1-11-15,4 0-8 0,6 1-11 0,-6-1-12 0,-2-2-9 16,7 3-5-16,-7-2-10 0,2 2-3 0,-5-1 0 16,-3 2 3-16,-1 0-2 0,-2-3 3 15,0 4 13-15,-11 1-5 0,13-1 1 0,-13 1 9 16,13-3 0-16,-13 3 5 0,0 0 22 0,0 0 1 16,0 0 7-16,15 8 24 0,-15-8-21 0,2 11-2 15,-2-11-14-15,1 16-6 0,-1-16-8 0,-3 20-11 16,3-20-7-16,-2 20-7 0,2-20-17 0,-3 19-30 15,2-12-43-15,1-7-54 0,1 17-53 0,-1-17-70 16,-2 17-82-16,2-17-75 0,-2 11-201 0,2-11-601 0,0 0 266 16</inkml:trace>
  <inkml:trace contextRef="#ctx0" brushRef="#br0" timeOffset="42649.45">20119 3507 229 0,'0'0'198'0,"-3"-9"-45"0,3 9-19 0,0 0-43 15,0 0-55-15,0 0-48 0,0 0-127 0,0 0-149 16,0 0 66-16</inkml:trace>
  <inkml:trace contextRef="#ctx0" brushRef="#br0" timeOffset="43149.83">20392 3552 133 0,'0'0'271'0,"0"0"9"16,0 0-2-16,0 0-3 0,0 0-3 15,0 0-7-15,0 0-6 0,-47 1 0 0,39 5-3 16,8-6-19-16,-14 15-15 0,7-4 1 0,-1 2-18 16,3-4-22-16,1 4-16 0,0-3-16 0,4-10-16 15,-1 25-13-15,3-14-8 0,1 2-10 0,1-3-2 0,-4-10-15 16,13 21 1-16,-6-13-7 0,2-1-13 15,-9-7-3-15,19 9-2 0,-2-6-10 0,-3-1-2 16,4-1-1-16,-4-2-13 0,-14 1-14 0,28-4 3 16,-16 1-8-16,0 1 0 0,4-7-3 0,-5 4-6 15,-1-2-2-15,1 0-6 0,-4 0-8 0,2-3-7 16,-2 0-4-16,-1 1-11 0,-2 0 5 16,-1-1 4-16,-1 1 4 0,1-1-9 0,-3 10 7 0,3-18 0 15,-3 11 4-15,0 7 4 0,0-12-5 0,0 12 7 16,0 0-2-16,0-13 2 0,0 13 0 0,0 0-3 15,0 0 6-15,0 0-11 0,0 0 11 0,0 0 5 16,0 0-5-16,0 0 0 0,0 0-4 0,0 0 5 16,-8 30 2-16,8-30 1 0,-2 20 0 0,2-20 4 15,2 22-1-15,-1-12-10 0,-1-10 0 0,4 22 3 16,-1-13 3-16,0 2-9 0,-3-11-2 16,6 19 7-16,-3-10-5 0,-3-9 6 0,6 15 4 0,-2-7-1 15,-4-8-2-15,5 18 5 0,-5-18-7 0,2 12 9 16,-2-12 8-16,0 12-11 0,0-12 2 0,0 0 0 15,-9 16 2-15,9-16-1 0,-13 10-14 0,3-4 1 16,-1-3-22-16,11-3-16 0,-16 8-18 0,7-5-22 16,9-3-25-16,-13 5-19 0,13-5-45 0,0 0-49 15,-18-1-64-15,18 1-54 0,0 0-217 16,0 0-606-16,0 0 269 0</inkml:trace>
  <inkml:trace contextRef="#ctx0" brushRef="#br0" timeOffset="43341.09">20942 3598 154 0,'0'0'248'16,"13"-5"-6"-16,-13 5-2 0,14-1-1 0,-14 1-1 15,0 0-9-15,13-1-13 0,-13 1-6 0,0 0-16 16,13-2-22-16,-13 2-15 0,0 0-18 0,0 0-12 16,26 2-15-16,-20-4-19 0,-6 2-34 0,12 2-38 15,-12-2-51-15,0 0-56 0,0 0-64 0,19 0-56 16,-19 0-53-16,0 0-135 0,0 0-425 0,0 0 188 15</inkml:trace>
  <inkml:trace contextRef="#ctx0" brushRef="#br0" timeOffset="43498.81">20994 3674 39 0,'-9'8'239'0,"9"-8"-6"0,-6 5 6 0,6-5 3 0,-5 6-1 16,5-6-7-16,0 0-7 0,0 0-7 0,0 0-9 15,0 0 6-15,0 0-13 0,0 0-4 0,0 0-32 16,23 11-8-16,-23-11-16 0,30-2-17 15,-14-3-34-15,2 1-43 0,1 2-47 0,0-2-67 16,-5-1-76-16,5 1-88 0,-2 0-283 0,1 0-551 16,-7-1 244-16</inkml:trace>
  <inkml:trace contextRef="#ctx0" brushRef="#br0" timeOffset="45283.48">22004 3674 151 0,'0'0'220'0,"0"0"7"15,2-9-6-15,-2 9 3 0,0 0 15 0,0 0-8 16,0 0-10-16,-8-8-13 0,8 8-9 0,0 0-12 15,0 0-15-15,0 0-9 0,0 0-16 0,0 0-9 0,-9 0-10 16,9 0-14-16,0 0-9 0,-13 9-1 16,8-3-12-16,-3 0-15 0,2 1-17 0,-2 3 6 15,0-1-19-15,5 1 17 0,-3-3-5 0,1 4-12 16,1-2-2-16,0 3-3 0,1-1-8 0,0-1 2 16,-1 1-7-16,4 2-1 0,0-2-3 0,4-1-3 15,-1 0-3-15,-1-3-3 0,3 0 6 0,-1 0-10 16,0-2 4-16,1 2-5 0,4-2 6 0,-3-1-8 15,6-2 2-15,-3 2 5 0,4-4-4 0,0 1-7 16,-1-2 6-16,2-2-4 0,0 0 7 0,-2 1-12 16,3-5 3-16,1 0 1 0,-5 0 3 0,4-1-3 15,-2-2 2-15,0-3-6 0,-4 6 3 0,-4-1-3 16,2-1-16-16,-1-1 19 0,-2 2-8 0,1-1 12 16,-3-4-8-16,1 5-1 0,-1-5-1 0,-2 1-18 15,2 1 22-15,-5-1 6 0,1 0-11 0,-1 2-9 16,-1 1 14-16,-1-1-1 0,-1 0-12 0,1 5 7 15,-3-3-14-15,1 5 14 0,-3-2-2 0,3 4-2 16,-4 0-13-16,-1 1-4 0,0 2-4 0,1 0-7 16,-3 1-18-16,1 3-21 0,-4 2-24 0,6-2-30 15,0 1-23-15,-1 1-36 0,3 0-51 0,4-2-41 16,-2 0-228-16,2 1-548 0,5-7 243 0</inkml:trace>
  <inkml:trace contextRef="#ctx0" brushRef="#br0" timeOffset="45600.49">22326 3524 253 0,'-4'-10'302'0,"4"10"-4"0,-4-12-1 0,2 8-6 0,2 4-9 15,0 0-15-15,-4-9-16 0,4 9-29 0,0 0-19 16,-3-7-21-16,3 7-21 0,0 0-22 0,0 0-13 15,0 0 1-15,0 0 0 0,9 33-7 0,-6-14-11 16,-2 4 1-16,2-3-7 0,0 8-5 16,0-3-4-16,1 2-11 0,-3 0-11 0,2-1-4 15,2 6 7-15,-3-6-10 0,1-1-8 0,-2 1-2 0,0-7-9 16,1-1-2-16,0 1-3 0,0-3-4 16,-2-4-5-16,2 4-6 0,-1-5-7 0,1-2-29 15,-2-9-32-15,4 14-38 0,-4-7-23 0,1-1-37 16,1 0-31-16,-2-6-38 0,0 0-30 0,4 13-28 15,-4-13-34-15,4 7-19 0,-4-7-180 0,0 0-542 16,0 0 239-16</inkml:trace>
  <inkml:trace contextRef="#ctx0" brushRef="#br0" timeOffset="45835.73">22493 3769 124 0,'0'-12'226'0,"0"4"4"0,0 8 3 0,-1-15-3 16,0 11-1-16,1 4-4 0,-3-9-6 0,3 9-14 15,0 0-28-15,0 0-14 0,0 0-23 0,0 0 2 16,0 0 3-16,0 0-1 0,0 0-2 0,0 0 9 16,7 30-16-16,-4-12-11 0,0 1-6 0,-2-1-9 15,0 1-19-15,1-1-7 0,-1-2-1 0,-1 2-12 16,1-3-11-16,-1-1 0 0,0 0-17 0,2-2-21 16,-1-1-24-16,0-1-25 0,-1 0-24 0,0-1-22 15,2-3-33-15,-2-6-39 0,2 10-38 0,-2-10-34 16,0 0-27-16,4 13-28 0,-4-13-192 0,0 0-503 15,0 0 222-15</inkml:trace>
  <inkml:trace contextRef="#ctx0" brushRef="#br0" timeOffset="46099.67">22500 3661 14 0,'0'-8'198'0,"0"8"-11"15,5-11-6-15,-1 6-10 0,1-2-5 0,3 5-2 16,2-2-12-16,1 0-6 0,0 3-11 0,1 1-8 16,1 0-5-16,-3 2-7 0,3 2-9 15,-3-1 1-15,0 5-6 0,-3-1-1 0,-1 3-8 0,-3-2-4 16,-1 3-12-16,0-1-3 0,-4 1-8 16,1 0-3-16,-2 0-14 0,0-2-6 0,-3 2-10 15,1 0-11-15,-3-1-22 0,1 0-20 0,-1-3-24 16,2-2-34-16,-3 0-29 0,4 1-34 0,5-6-35 15,-10 6-40-15,10-6-134 0,0 0-379 0,-12 3 169 16</inkml:trace>
  <inkml:trace contextRef="#ctx0" brushRef="#br0" timeOffset="47620.47">23159 3550 119 0,'0'0'255'0,"0"-9"3"0,0 9 3 0,0 0 3 15,0-11-8-15,0 11-3 0,0 0-20 0,0 0-5 16,-2-7-16-16,2 7-11 0,0 0-22 15,0 0-17-15,0 0-18 0,0 0-1 0,0 0-15 16,-27 20-3-16,18-8-10 0,-1 4-6 0,-1 0-3 16,5-1-10-16,-2 0-12 0,3 0 11 0,3 0-20 15,-1 1-14-15,2 0-5 0,1-4-1 0,0-1-6 0,4 1-4 16,1-3-2-16,0 0-13 0,0 0-10 16,4-1-14-16,-1-1-14 0,3-3-27 0,-1 0-13 15,4 0-6-15,0-3-8 0,4-2-13 0,-1-1-4 16,-2-1-13-16,-2 0-2 0,2 2 4 0,-3-5 0 15,1 3 5-15,-1-4 3 0,-1 2 9 0,-1-1 7 16,0-3 5-16,-1 1 8 0,-1-2 5 0,-1 1 7 16,-2 0 10-16,-1-1 6 0,-1-1 15 0,1 1 10 15,-2 0 6-15,0 0 5 0,-1 1 3 0,-1 1 10 16,0-1 9-16,0 9 8 0,0-12 11 0,0 12-4 16,0-7 5-16,0 7-11 0,0 0-2 0,0 0-7 15,0-9-5-15,0 9 6 0,0 0 10 0,0 0 5 16,0 0-8-16,0 0 3 0,-5 28-6 0,5-28-8 15,-1 17 5-15,1-8-6 0,0-9-6 0,1 17-1 16,-1-17-5-16,2 12 3 0,1-5-7 0,-3-7 5 16,4 12-4-16,2-9-12 0,-6-3 3 0,9 6 4 15,-9-6-11-15,12 5-7 0,-6-2 1 0,-6-3-2 16,13 1-3-16,-13-1 1 0,0 0-1 0,15-5 2 16,-15 5 0-16,11-5 2 0,-11 5 1 0,8-7-4 15,-3 2 0-15,-1-1 5 0,0-2 1 0,2 1 0 16,-3-1 2-16,-1 3 3 0,2-5-4 0,0 1 3 15,-1-1 5-15,-1 1-3 0,2-1 7 16,-2 4 4-16,-1-1-3 0,1 0 0 0,-2 7 1 16,0 0 3-16,5-14 12 0,-5 14-2 0,2-9 1 15,-2 9-5-15,0 0-3 0,-2-7 9 0,2 7-14 0,0 0-2 16,0 0 16-16,0 0 10 0,0 0 1 0,0 0-1 16,5 34-7-16,-3-25-9 0,0 2 13 0,0-2-9 15,-2-9 0-15,3 19-8 0,0-10 5 0,0-1-4 16,3 1-4-16,-6-9-1 0,9 12 0 15,-4-8-2-15,-5-4 2 0,10 8 0 0,-3-4-4 16,-7-4 6-16,15 4-5 0,-7-3-5 0,-8-1-2 16,16-2-7-16,-16 2-1 0,16-2 2 0,-6-1 3 15,-10 3-2-15,11-5-4 0,-11 5-5 0,9-9 0 16,-5 4-8-16,-4 5-6 0,8-12-1 0,-6 5-2 16,2-1 0-16,-4 8 1 0,1-19-5 0,-2 10 4 15,1 9-4-15,-1-16 10 0,-2 7-1 0,-1-1-3 16,-1 2 10-16,5 8 2 0,-5-12-1 0,1 8 4 15,1-2 5-15,3 6 8 0,-8-6-3 0,8 6 2 16,-8-4-9-16,8 4 4 0,-5-4 1 0,5 4-1 16,0 0 0-16,0 0-1 0,0 0 4 0,0 0-3 15,0 0-5-15,0 0 4 0,0 0-2 0,0 0 4 16,0 0-3-16,0 0 8 0,28-1-4 0,-16 0 4 16,-1-1-6-16,1 1 11 0,-12 1-10 0,21 0 1 15,-10-1 12-15,-1 1-13 0,-10 0 4 0,14 0 0 16,-14 0 5-16,13 2 5 0,-13-2-1 0,0 0 10 15,13 6 7-15,-13-6 11 0,6 8 15 0,-6-8 2 16,4 11-10-16,-4-11 6 0,4 14-3 0,-1-6-9 16,-1 2 8-16,-1-1-9 0,1 1-8 0,-2-10 4 15,4 18-3-15,-2-7-1 0,-2-11 0 0,1 13-5 16,1-7-4-16,-2-6 3 0,8 11-12 0,-4-5 6 16,5 0-7-16,-9-6 15 0,10 7-14 0,-10-7-1 15,10 3 0-15,-10-3-5 0,14 2-5 0,-14-2-12 16,17 0 3-16,-17 0-9 0,11 0-1 15,-11 0-1-15,9-5-3 0,-9 5 3 0,8-5-5 16,-8 5-1-16,9-8-6 0,-9 8-4 0,4-9-2 16,-4 9 7-16,2-13-9 0,-3 7 8 0,1 6 0 0,-2-11 0 15,-1 3 3-15,-1-1 4 0,4 9 1 0,-5-12 5 16,3 6 2-16,-1 1 0 0,3 5 3 0,-3-10 0 16,3 10 2-16,-2-8-2 0,2 8 5 0,0 0 2 15,1-10-7-15,-1 10 1 0,5-6 1 16,-5 6 2-16,9-3 4 0,-1 1-3 0,-8 2 4 15,11 0-3-15,-11 0 0 0,12 4 6 0,-4-1 6 16,-3 1 10-16,-1 1 8 0,1 1 1 0,-5-6 8 16,9 15 0-16,-8-9-4 0,4 3 3 0,-1-1-1 15,-4-8-3-15,4 13-3 0,0-6-4 0,-4-7-4 16,3 13 4-16,-3-13 2 0,6 12-6 0,-6-12 8 16,5 8-7-16,-5-8-8 0,10 5 7 0,-4-1-5 15,-6-4 3-15,18 4 4 0,-9-3 5 0,-9-1-6 16,22-1 3-16,-11-3-9 0,7 2 7 0,-8-3 7 15,1 2-16-15,0-2 5 0,-1-1 1 0,-1 1-3 16,-2-1-1-16,2 0-1 0,-9 6-8 0,9-13 7 16,-6 7 13-16,1-2-15 0,-1-1-6 0,-2 2 2 15,-2-3 2-15,1 10 1 0,-3-14-3 0,3 14 6 16,-2-12-4-16,-1 8 14 0,3 4-12 0,-6-6-6 16,6 6 2-16,-8-2-3 0,8 2-1 0,0 0-1 15,-17 9 4-15,8-2-3 0,2 2-15 0,-1 0-8 16,3 0-21-16,-1 0-30 0,2 1-39 0,1 1-42 15,1-1-55-15,2-10-59 0,-2 19-52 0,2-9-196 16,2 2-563-16,4-4 250 0</inkml:trace>
  <inkml:trace contextRef="#ctx0" brushRef="#br0" timeOffset="48023">24317 3677 242 0,'0'0'298'0,"0"0"-2"16,0-9-16-16,0 9-10 0,0 0-12 0,0 0-26 16,0 0-14-16,0 0-12 0,0 0-9 15,0 0-20-15,0 0-9 0,0 0-13 0,0 0-10 16,0 0-22-16,0 0-13 0,0 0-14 0,0 31-5 16,0-31-5-16,0 0-8 0,1 10-9 0,-1-10-3 0,0 0-9 15,0 0-6-15,0 0 7 0,0 0-1 0,0 0 12 16,0 0-5-16,0 0 4 0,0 0-4 0,0 0-11 15,0 0-1-15,0 0-18 0,0 0 3 16,0 0-6-16,0 0-2 0,0 0-8 0,18-27-5 16,-13 18-1-16,4-1-9 0,0-4-9 0,-1 3 9 15,3 0-12-15,-1-3 6 0,0 6-3 0,0-1-5 16,-1 1 6-16,-2 2 1 0,1 1-13 0,2 0 9 16,-10 5-3-16,13-3 4 0,-13 3-3 0,12-2-1 15,-12 2 10-15,0 0 5 0,16 11-1 0,-12-6 7 16,-4-5 2-16,8 15 5 0,-6-4 4 0,3-1-6 15,-5 1-8-15,3 0 1 0,-1-3-2 0,-2-8-15 16,3 19-25-16,0-10-30 0,-1-2-29 0,2 1-36 16,1 1-37-16,-1-4-41 0,-4-5-33 0,11 9-53 15,-11-9-44-15,8 5-196 0,-8-5-572 0,15 1 254 16</inkml:trace>
  <inkml:trace contextRef="#ctx0" brushRef="#br0" timeOffset="48316.62">24643 3473 90 0,'0'-10'256'0,"-1"2"0"0,1 8 9 0,-2-10-3 15,2 10-6-15,0-10-17 0,0 10-22 0,0 0-19 16,0 0-19-16,0 0-15 0,0 0 18 16,0 0 1-16,0 0 5 0,0 0-12 0,0 0-11 15,-1 47 8-15,4-31-7 0,-6 1-11 0,2 2 5 0,0 7-10 16,-1-8-6-16,0-1-21 0,4 1-3 0,-4-4-12 15,4 0-13-15,1 1-6 0,-4-3-11 0,1 0-8 16,1-3-4-16,1 1-7 0,1 1-4 16,-3-11-13-16,6 13-14 0,-1-6-20 0,1-3-17 15,1 2-26-15,-7-6-21 0,18 5-30 0,-8-3-25 16,2 0-27-16,-1-2-37 0,-11 0-31 0,18-3-38 16,-18 3-32-16,17-4-37 0,-12 0-31 0,-5 4-185 15,9-8-573-15,-9 8 254 0</inkml:trace>
  <inkml:trace contextRef="#ctx0" brushRef="#br0" timeOffset="48486.57">24584 3533 61 0,'0'0'214'0,"0"0"-9"0,0 0-14 0,0 0-12 15,-5-4-13-15,5 4-9 0,0 0-12 0,0 0-16 16,0 0-12-16,0 0-5 0,32-5-26 0,-14 2-23 15,2-1-38-15,2-1-40 0,7-1-52 0,-2-2-62 16,1 3-145-16,-2-3-295 0,5 1 131 16</inkml:trace>
  <inkml:trace contextRef="#ctx0" brushRef="#br0" timeOffset="48949.92">25134 3555 172 0,'-5'-3'292'0,"5"3"-5"0,0 0-10 0,-4-6-6 15,4 6-13-15,0 0-14 0,0 0-13 0,0 0-20 16,0 0-16-16,0 0-6 0,0 0-34 0,0 0-24 15,0 0-12-15,0 0-6 0,0 0 8 0,0 0 12 16,15 20-6-16,-7-9 4 0,2 1-7 0,-1 1-12 16,-5 2 1-16,6-2-2 0,-5 0-18 15,1-3-3-15,0 2-9 0,1-3-2 0,-2 2-6 0,4-1-8 16,-4-1-3-16,1-2-8 0,-3 0-2 0,-3-7-3 16,9 12-5-16,-5-5 2 0,-4-7 2 0,7 6 2 15,-7-6 5-15,0 0 2 0,6 8 4 0,-6-8 6 16,0 0 8-16,0 0-3 0,6 5-1 0,-6-5-1 15,0 0-12-15,0 0-8 0,17-15 0 0,-13 8-7 16,3-2-4-16,-3 0-3 0,3 0-2 0,-2-1-3 16,1-2-5-16,1 0-9 0,-1-2-13 0,4-2-10 15,-3 1-15-15,-1 0-3 0,1 2-15 0,0-3-23 16,-2 5-32-16,2 1-32 0,-2-3-30 0,2 2-38 16,1 5-38-16,-2-3-38 0,-3 2-40 0,-3 7-45 15,8-10-29-15,-6 7-224 0,-2 3-659 0,0 0 292 16</inkml:trace>
  <inkml:trace contextRef="#ctx0" brushRef="#br0" timeOffset="49416.66">25426 3725 84 0,'0'0'234'0,"0"0"8"16,2 9 9-16,-2-9 4 0,0 0-7 0,0 0-18 15,0 0-18-15,0 0-12 0,0 0-11 0,0 0-17 16,27-11-7-16,-20 5-12 0,1 2-15 0,2-4-13 15,1 0-12-15,5 0-2 0,-5 1-3 16,4-3-2-16,-4 1-7 0,1-3 5 0,1 0-8 16,-1 0-3-16,-1-1-7 0,2 0 1 0,-3-1-19 15,2-1-7-15,-3 0 0 0,-1 1-2 0,-2 2 3 16,-1 2 10-16,1 1 14 0,-3 3 1 0,1-2-15 16,-1 3 4-16,-3 5 6 0,2-10-2 0,-2 10-3 15,2-7 0-15,-2 7-3 0,0 0-6 0,3-6-5 16,-3 6-4-16,0 0-7 0,0 0-5 0,0 0-4 15,0 0-3-15,0 0-4 0,0 0-4 0,-13 17-5 16,10-12-6-16,0 1-8 0,1 1 1 0,2-7-5 16,-4 12-8-16,2-5-12 0,2-7-12 0,2 13-4 15,2-7-3-15,1 3 2 0,6-2 0 0,2 3-4 16,-4-2-7-16,2-1-2 0,5 1 1 0,-4 0-6 16,3 0 11-16,-4-1-8 0,-1 1 14 0,0-3-4 15,-1 1 4-15,1-1-2 0,-4 2-3 0,1-2 5 16,-3 3 6-16,-4-8-1 0,4 10 10 0,-4-10 3 15,-1 15 9-15,1-15-6 0,-7 12 12 0,0-6-6 16,-1 2 3-16,-2 0-8 0,1-2 11 16,-2 2-9-16,0-2-26 0,6-3-15 0,-6 1-20 0,0-2-35 15,11-2-36-15,-14 5-44 0,14-5-63 0,-13 0-78 16,13 0-295-16,-16-2-667 0,16 2 296 0</inkml:trace>
  <inkml:trace contextRef="#ctx0" brushRef="#br0" timeOffset="49593.38">25915 3621 323 0,'10'0'331'15,"-10"0"-17"-15,0 0-2 0,0 0 10 0,15 0 9 16,-15 0-6-16,0 0-13 0,6 0-22 0,-6 0-28 0,0 0-26 16,0 0-17-16,0 0-26 0,8 2-35 0,-8-2-29 15,0 0-60-15,0 0-50 0,0 0-54 0,0 0-60 16,8-4-72-16,-8 4-85 0,0 0-104 15,0 0-184-15,0 0-585 0,0 0 258 0</inkml:trace>
  <inkml:trace contextRef="#ctx0" brushRef="#br0" timeOffset="51082.13">26404 3559 63 0,'0'0'151'16,"0"0"4"-16,0 0 2 0,0 0-1 0,0 0 9 15,0 0 4-15,0 0 11 0,6-16 8 0,-6 16 3 16,0 0 5-16,0 0-2 0,0 0-6 0,0 0-6 16,0 0-1-16,0 0-3 0,0 0-9 15,0 0-14-15,0 0-11 0,0 0-20 0,0 0-3 16,0 0-8-16,0 0-14 0,0 0-3 0,0 0 1 0,0 0-10 15,-23 23-6-15,17-12-14 0,-2 0-11 16,2 1 8-16,-3 2-10 0,5-1-6 0,1-3-7 0,1-1-3 16,2-9-8-16,0 20 1 0,-3-9-25 15,3-11 22-15,5 18 1 0,-4-12-8 0,-1-6 0 0,10 12-4 16,-1-5-4-16,1-3 10 0,0 2-9 16,1-3-7-16,3-2-2 0,-3-1 0 0,3 0-22 0,-3-1 20 15,2-2-9-15,1 0 8 0,-3-1-10 0,1 1 3 16,-3-2-7-16,2-1 1 0,0-1-2 0,-2-2 1 15,0 1 3-15,-1-2 4 0,-2 1 2 16,-2-1 2-16,-2 0 2 0,1-2-5 0,-3 3 1 16,-3-2-2-16,1 2 3 0,-2-1 0 0,-2 2-2 15,-2 0 0-15,-3 1-12 0,1 2 1 0,-1 1-5 16,0 3-10-16,-3 1-7 0,-3 2-14 0,-1 0-24 0,2 3-26 16,-6-1-22-16,3 5-22 0,4-2-28 15,1-2-32-15,5 2-40 0,1-1-43 0,1-1-205 16,7-5-533-16,-5 10 236 0</inkml:trace>
  <inkml:trace contextRef="#ctx0" brushRef="#br0" timeOffset="51353.28">26731 3489 8 0,'4'-10'278'0,"-4"1"-11"15,0 3 4-15,2-1 1 0,-2 7 4 16,2-11 1-16,-2 11-14 0,0-7-6 0,0 7-22 15,0 0-26-15,0-9-20 0,0 9-16 0,0 0-26 16,0 0 14-16,0 0-4 0,7 26-11 0,-9-7 0 16,2 10-1-16,-2-2-7 0,1 4-15 0,-1-2-8 15,2 1-19-15,-4-1-5 0,4 3-5 0,0-3-3 16,0 1-13-16,0-2-3 0,0-4-10 0,2 0-6 16,-2 2-13-16,0-7-22 0,2-3-22 0,-2-1-52 15,0-3-22-15,3-3-41 0,-1 2-34 0,-2-4-40 16,2-1-41-16,-2-6-35 0,0 0-33 0,3 15-29 15,-3-12-193-15,0-3-568 0,0 0 252 16</inkml:trace>
  <inkml:trace contextRef="#ctx0" brushRef="#br0" timeOffset="51566.52">26888 3734 16 0,'4'-11'240'15,"-4"1"8"-15,2 2 9 0,0 2 5 0,-2 6 3 0,0-11-16 16,0 11-15-16,0 0-14 0,0 0-19 0,1-13-16 15,-1 13 0-15,0 0 9 0,0 0-6 0,0 0-12 16,5 31-11-16,-5-17-12 0,0 1-14 0,0 6-17 16,0 2-10-16,0-4-12 0,-3-3-4 15,3 0-7-15,0 1-20 0,-2-1-15 0,2-2-26 16,0-2-36-16,0-1-26 0,0 0-30 0,0-1-31 16,-1-1-35-16,-1-1-43 0,2-8-38 0,-2 13-36 15,2-13-31-15,-4 10-224 0,4-10-542 0,-7 9 240 16</inkml:trace>
  <inkml:trace contextRef="#ctx0" brushRef="#br0" timeOffset="51816.68">26921 3650 93 0,'7'-7'174'0,"5"1"-2"0,-1 1-6 16,-1 3-10-16,0 0-8 0,-3 2-5 0,-7 0 2 15,15 2-5-15,-7 1-2 0,-2 0 0 0,-2 2-15 16,-4-5-5-16,5 8-8 0,-3-2-2 0,0 2-3 16,-2-8-5-16,-4 15-9 0,1-9-5 0,3-6-5 15,-10 14-8-15,0-7-6 0,3 1-8 0,-1-3-9 16,-1 1-18-16,1 0-19 0,0-3-24 0,3-1-32 16,5-2-44-16,-11 7-43 0,11-7-63 0,-13 5-202 15,13-5-427-15,0 0 190 0</inkml:trace>
  <inkml:trace contextRef="#ctx0" brushRef="#br0" timeOffset="52224.15">27417 3579 252 0,'0'0'353'0,"0"0"-24"0,0-7-6 15,0 7-16-15,0 0-25 0,0 0-17 0,0 0-21 16,3-7-27-16,-3 7-27 0,0 0-15 0,0 0-7 16,12 14-7-16,-6-4-6 0,1-1-8 0,-1 8-14 15,4-2-13-15,1 1-8 0,0 1-6 0,5 2-12 16,-7-4-13-16,-1 2 0 0,4-1-7 0,-5 3-7 16,2-2-8-16,0-7-5 0,-4 2-8 0,1-2-4 15,-2-2-3-15,1 0-5 0,-5-8-3 0,4 10 0 16,1-4 1-16,-5-6-8 0,0 0 10 0,5 10 2 15,-5-10 7-15,0 0 10 0,0 0 4 0,0 0-1 16,0 0-6-16,0 0-4 0,0 0 2 0,13-20-7 16,-9 11 2-16,3-2-6 0,-2-4-3 0,2 1-4 15,-1-4-3-15,2 3 1 0,2-3-8 0,-3 0 1 16,0 1-6-16,-1 0-1 0,1-1-4 0,-2 4-1 16,1 2-9-16,-2 1-9 0,-1 0-12 0,1 1-21 15,0 1-20-15,-1 3-23 0,0 0-37 0,-3 6-29 16,4-8-35-16,-4 8-47 0,4-7-42 15,-4 7-56-15,0 0-33 0,0 0-253 0,0 0-668 16,0 0 296-16</inkml:trace>
  <inkml:trace contextRef="#ctx0" brushRef="#br0" timeOffset="52516.18">27732 3695 189 0,'0'9'224'0,"5"-4"-6"16,-5-5-2-16,0 8-1 0,0-8-10 0,0 0-7 15,0 13-11-15,0-13-1 0,2 9 6 16,-2-9-9-16,7 8-9 0,-7-8-8 0,9 6-16 16,-3-3-1-16,-6-3-12 0,17 0-10 0,-4 0-11 15,-1 0-13-15,-12 0-1 0,26-1-17 0,-17-3 3 16,4 2-11-16,-3-2 2 0,-10 4-8 0,12-6-7 16,-7 2-7-16,-5 4-3 0,7-8 4 0,-7 8 5 15,5-10-28-15,-5 10 6 0,-5-15-8 0,5 15-6 16,-7-14 14-16,3 8-22 0,4 6-3 0,-15-12 1 15,3 8-14-15,3-1-7 0,3 1-18 0,-6 4-9 16,1-1-14-16,0 4-22 0,-3 1-24 0,1-1-35 16,-3 4-34-16,0 2-47 0,4-6-47 0,0 5-57 15,1-2-198-15,1 1-549 0,5-3 244 0</inkml:trace>
  <inkml:trace contextRef="#ctx0" brushRef="#br0" timeOffset="52788.93">28014 3608 332 0,'0'0'334'0,"0"-13"-8"0,0 13-6 16,0 0-12-16,0 0-18 0,1-13-7 16,-1 13-27-16,0 0-33 0,0 0-21 0,0 0-17 15,0 0-15-15,0 0 0 0,0 0 6 0,0 0-9 16,11 27-17-16,-10-13-4 0,1 1-13 0,2 3-14 0,-2 0-9 15,-1-1-7-15,1 2-20 0,2 1 2 0,-1-1-8 16,-1-2-13-16,1 0-18 0,-3-2-26 16,1 2-26-16,0-7-35 0,1-1-43 0,0 0-31 15,-2-9-43-15,0 12-36 0,0-12-45 0,0 11-38 16,0-11-40-16,0 0-23 0,0 0-179 0,0 0-560 16,0 0 248-16</inkml:trace>
  <inkml:trace contextRef="#ctx0" brushRef="#br0" timeOffset="53020.38">28137 3669 86 0,'3'-16'226'16,"0"6"-12"-16,0-1 19 0,-3 3 8 0,0 1 3 15,0 7-1-15,4-10-7 0,-4 10-13 0,0-9-14 16,0 9-22-16,3-6-15 0,-3 6 9 0,0 0 8 16,0 0 10-16,3 21-8 0,0-11-7 0,-3 1-9 15,0 6-7-15,0 0-21 0,0 0-11 0,-2-1-17 16,4 0-8-16,-2 0-14 0,0 1-4 0,2-1-13 15,0 0-7-15,-4-5-38 0,2 0-25 0,5-3-16 16,-5-8-39-16,3 15-29 0,-2-8-34 0,1 1-41 16,-1-2-42-16,-1-6-35 0,0 0-39 0,5 12-23 15,-5-12-27-15,0 0-192 0,0 0-547 0,0 0 242 16</inkml:trace>
  <inkml:trace contextRef="#ctx0" brushRef="#br0" timeOffset="54088.43">28120 3740 85 0,'0'0'174'0,"0"0"-11"0,7-8-7 0,-2 6-5 16,5 0-2-16,-2-2-6 0,3 1-7 0,9-2-5 15,-1 2-7-15,1-3-10 0,2 3-5 16,-3 1-4-16,-2-2-12 0,3 2-1 0,-7-1-5 16,-1 2 1-16,-1 0-6 0,-4-1-6 0,0 0 7 15,-7 2 7-15,11-2 8 0,-11 2 11 0,0 0 8 16,9 0 5-16,-9 0-1 0,0 0 0 0,0 0-5 15,0 0 2-15,0 0-1 0,0 0-9 0,-17 25 5 16,9-15-12-16,0-2-5 0,0 3-8 0,-3 3-6 16,6-5-7-16,-1-1-9 0,3 0-10 0,-1 3-1 15,1-2-6-15,3-9-11 0,-1 13-5 0,1-13 11 16,1 12-13-16,-1-12-3 0,7 10-6 0,-7-10-8 16,10 7 1-16,-10-7-9 0,11 3-1 0,-11-3-1 15,16 0-12-15,-16 0 4 0,14-2-2 0,-14 2-3 16,13-3-5-16,-13 3 10 0,12-5-3 0,-12 5 5 15,13-8 3-15,-9 3 2 0,-4 5-5 0,8-11 1 16,-3 2-7-16,-2 2 11 0,-3 7-3 0,7-12-3 16,-7 12-2-16,4-11 3 0,-4 11-2 0,2-7 1 15,-2 7 4-15,0 0-5 0,0 0-2 0,5-7 1 16,-5 7 8-16,0 0 4 0,0 0-13 0,0 0 3 16,0 0 0-16,0 0-5 0,0 0 4 15,18 14 4-15,-18-14-9 0,9 6 4 0,-5-1 6 16,-4-5 2-16,14 4-2 0,-3 0 6 0,1-2-2 0,1-2-2 15,5-2 3-15,0-2 2 0,3 4 0 0,-3-6 4 16,-1 5-4-16,-4-2 0 0,-1-2-1 0,0 1 12 16,-3 2 6-16,-9 2 7 0,15-5 2 0,-11-1 7 15,-4 6-3-15,13-7 10 0,-13 7-1 0,9-11-4 16,-9 11 4-16,1-10 1 0,0 6 7 16,-1 4 2-16,0-8-12 0,0 8-3 0,0 0 4 0,-8-12-2 15,4 8-6-15,4 4-2 0,-12-4-2 16,6 4 2-16,6 0-8 0,-21 6 1 0,10-1-7 15,2-3 1-15,-1 6-7 0,-1-2 1 0,0-1-5 16,6 0 2-16,-3 2-3 0,4-3-6 0,-1 1-10 0,5-5-9 16,-7 10-1-16,7-10-13 0,0 0-14 15,-3 10-3-15,3-10 2 0,0 0-6 0,0 0-8 16,14 10-2-16,-14-10 6 0,10 2 9 0,-10-2 0 16,17 0 8-16,-17 0 5 0,13-2 3 0,-13 2 0 15,12-3 1-15,-12 3 14 0,12-2-11 0,-12 2 5 16,0 0-1-16,13 0 0 0,-13 0-2 0,0 0 0 15,14 0 15-15,-14 0-4 0,0 0 18 0,10 10 7 16,-6 0 4-16,0 6 9 0,0 0 14 0,-2 3 2 16,3 6 6-16,-3 1-2 0,2 0-3 0,-1 1 5 15,-3 0 1-15,1-1-7 0,2 0-2 0,-3 0-3 16,-1 1-4-16,-1-3-2 0,1-6-4 0,0 2-1 16,-3-4-2-16,1 1 0 0,-4-2 1 0,0-1-7 15,1-3-2-15,-3-1-8 0,-2-2-14 0,0 0-9 16,0-1-8-16,-3-3-7 0,3-1-1 0,1 0-7 15,10-3-6-15,-14 0-23 0,14 0 0 0,-13-6 1 16,13 6-13-16,-10-14 3 0,8 3 2 0,3 0-6 16,-1-2 4-16,5-5-1 0,6 0 8 0,0-6 5 15,7 0-6-15,0 2 6 0,2-3 2 0,3 0 7 16,-1 1 6-16,1 2 1 0,2 1 4 0,-2-2 8 16,3 4-1-16,0-2 6 0,-6 1-1 0,0-1 8 15,-3-1 5-15,-1 1 8 0,-5 7 10 0,-2 1 6 16,0-2 15-16,-4 5 4 0,-1 1 13 0,1 1 9 15,-1-1 12-15,-4 9 11 0,3-11-1 0,-3 11 6 16,3-8-6-16,-3 8-4 0,0 0-8 0,0 0-4 16,-12-9-6-16,12 9-7 0,0 0 5 0,-22 14-6 15,9-3 1-15,-4 2-12 0,4 0-3 0,3-1 0 16,1-2 0-16,1 1-11 0,1-3-16 0,4 3-17 16,3-11-24-16,-1 19-33 0,5-10-37 15,2-1-27-15,1-1-31 0,7-4-43 0,4 4-38 0,2-5-51 16,3-1-41-16,-4 0-209 0,3-1-597 0,-2-1 265 15</inkml:trace>
  <inkml:trace contextRef="#ctx0" brushRef="#br0" timeOffset="54553.91">29319 3627 173 0,'0'0'266'0,"-3"-10"-12"0,2 4 7 15,1 6-6-15,-4-11 1 0,2 4-4 0,2 7 5 16,-3-10-1-16,2 4 8 0,1 6-3 0,0 0-2 15,-3-11-4-15,3 11 1 0,0 0-6 0,0 0-12 16,-1-7-12-16,1 7-12 0,0 0-19 0,0 0-17 16,0 0-16-16,0 0-20 0,0 0-14 0,0 0 0 15,0 0 10-15,0 0 8 0,6 29 2 0,-3-11-3 16,-3 1-14-16,1 7-9 0,2 2-9 0,-1 2-1 16,0 2 1-16,-1 1-10 0,1-1-7 0,-2 0-11 15,3 1 3-15,0 1-12 0,-2-3-15 0,4-1 5 16,1 0-12-16,-1-5-5 0,-1-5-5 0,3 5-5 15,-5-10 1-15,1-3-8 0,1-1-1 16,-2-1-10-16,-2-10-3 0,4 13-7 0,-4-13-5 0,4 9-10 16,-4-9-13-16,2 7-19 0,-2-7-10 0,0 7-32 15,0-7-25-15,0 0-41 0,0 0-62 16,0 0-46-16,0 0-68 0,0 0-56 0,0 0-74 16,0 0-73-16,0 0-298 0,-19-27-887 0,17 15 393 15</inkml:trace>
  <inkml:trace contextRef="#ctx0" brushRef="#br0" timeOffset="56561.61">29927 3747 7 0,'0'0'245'16,"4"-6"-8"-16,-4 6 2 0,0 0-3 0,1-7 2 15,-1 7-2-15,0 0-3 0,0 0-12 16,0 0-7-16,0 0-14 0,0 0-12 0,0 0-14 16,0 0-10-16,0 0-17 0,0 0-12 0,0 0-8 15,0 0-6-15,0 0 2 0,-10 18-8 0,1-8-2 16,0 6-24-16,1 1-3 0,-2 0-1 0,-1 7-11 15,3-7-5-15,-3 7-1 0,3-8-6 0,3 2-3 0,-2-2-10 16,5 0-8-16,-1-3 1 0,2-1-9 16,1 0-1-16,1-3-10 0,3 0 4 0,3 0 2 15,-2 0-8-15,2-2-7 0,2-2-10 0,2 0-11 16,0-1-6-16,4-2-16 0,-2-1-19 0,5 0-5 16,2-1-15-16,-2-1-8 0,0-1-11 0,-1-2-5 15,-3 2-5-15,-3-3-5 0,0-1 7 0,1 1 0 16,-1-2 7-16,-4 0 11 0,2 1 3 0,-5-1 5 15,1-3 10-15,0 1 7 0,-2-1 3 0,0-1 12 16,-2 0 13-16,0 3 17 0,-1 1 14 0,0-3 13 16,0 10 10-16,-1-12 2 0,0 4 12 0,1 8 1 15,-4-10 19-15,4 10 0 0,-3-9 1 0,3 9 9 16,0 0-14-16,-4-7-5 0,4 7-12 0,0 0-3 16,0 0 12-16,0 0-2 0,0 0 10 0,0 0-3 15,-16 26 4-15,13-13 0 0,-1-2-13 0,2 4-1 16,-1-3 1-16,2 1-8 0,1-1-10 0,0 1 9 15,2 2-7-15,2-3-8 0,0 0 1 0,1-3-3 16,0 0 2-16,2-1-4 0,-1 1-4 0,-2-5-5 16,2 2 6-16,2-2-7 0,-2-1-10 0,1 0 0 15,1-3-6-15,-8 0-1 0,15 0-3 0,-9 0-1 16,-6 0 0-16,12-5 6 0,-6 2-5 16,-1-2-2-16,0-1-4 0,0 2 1 0,1-6-1 15,-1 4-9-15,-2-1 19 0,0-2 4 0,-2 2-18 0,-1-2 17 16,0 9-3-16,-1-20-12 0,-2 10 5 0,2 0 5 15,-3-2 2-15,1 2 3 0,0 0-1 0,2 1-1 16,-3 2 0-16,4 7 1 0,-4-11-2 16,4 11 2-16,-3-8 1 0,3 8 1 0,-2-9 4 15,2 9-8-15,-3-5 4 0,3 5-2 0,0 0 1 0,0 0-4 16,0 0 3-16,-1-9 2 0,1 9 0 16,0 0-3-16,0 0 6 0,0 0-6 0,5-6 5 15,-5 6 5-15,8-3 2 0,-8 3-1 0,8-2-2 0,-8 2 0 16,12 0 14-16,-12 0-7 0,14-1 2 0,-14 1-1 15,18 2-4-15,-18-2-6 0,16 4 9 16,-11-1-2-16,6 0-1 0,-2 1 5 0,0 4-2 16,0-3 5-16,-1 3-2 0,-2-2 0 0,1 2-2 15,-4-2-5-15,2 1 3 0,-2-2 3 0,1 4-5 16,1-3 12-16,-5-6-4 0,5 13 2 0,-5-13 8 0,5 6 6 16,-5 0-4-16,0-6 8 0,2 7 1 0,-2-7 9 15,0 0-6-15,2 6 5 0,-2-6 1 16,0 0-3-16,0 0 0 0,0 0-2 0,0 0-7 15,0 0-3-15,0 0-6 0,0 0 1 0,0 0-8 16,0 0 3-16,0 0-3 0,0 0-10 0,0 0 6 16,-9-19-5-16,9 19-7 0,0 0-2 0,5-23 0 15,-1 12-5-15,2-4-1 0,-1-1-2 0,3 2-5 16,0-2 0-16,1-2-3 0,0 6 5 0,0-1-4 16,-2 2 3-16,0 4 2 0,0 1 0 0,-3 0-1 15,3-1 1-15,-7 7-1 0,11-8-2 0,-3 6 2 16,-8 2 4-16,0 0 2 0,0 0 6 0,19 8 1 15,-15-2 3-15,0 3-11 0,-2 1 17 0,1-1 1 16,-1 2 8-16,1 0-6 0,-2-1-6 0,0 0 6 0,5-1-4 16,-4-1 0-16,-2-8 1 0,3 11-2 15,-3-11 5-15,5 9-7 0,-5-9 1 0,6 6 0 16,-6-6 7-16,9 5 0 0,-9-5-2 0,14 2 0 16,-14-2-4-16,13-1 3 0,-13 1-2 0,13-5-7 15,-13 5 3-15,14-4 3 0,-9-1 0 0,3-3-2 16,-8 8 3-16,11-10-3 0,-7 3-1 0,-4 7-2 15,9-15-3-15,-5 3 9 0,0 1-3 0,-1-1-5 16,1 1 1-16,-3 2 0 0,2-1-1 0,-2 3 2 16,-1 7-2-16,0-10 3 0,0 10 2 0,-1-9 0 15,1 9-1-15,1-9-5 0,-1 9 1 0,0 0-6 16,0 0 1-16,0 0-10 0,0 0 3 0,0 0 5 16,0 0 5-16,0 0-2 0,0 0-5 0,-20 22-8 15,19-11-7-15,-2-3-1 0,3-8 1 0,1 18-20 16,1-8 21-16,-2-10-6 0,5 19 2 0,-1-11 7 15,-3 3-3-15,4-3 4 0,-1 2-22 0,-2 0 27 16,-2-10-4-16,5 15 0 0,-3-8 0 0,-2-7-3 16,3 13-2-16,-1-7 0 0,-2 1-10 0,0-7-5 15,-2 10-11-15,2-10-3 0,-2 10-15 0,2-10-10 16,-3 9-26-16,-1-4-23 0,4-5-30 16,0 0-39-16,-5 8-32 0,5-8-46 0,0 0-43 15,-6 0-200-15,6 0-558 0,0 0 248 0</inkml:trace>
  <inkml:trace contextRef="#ctx0" brushRef="#br0" timeOffset="56833.18">30789 3638 62 0,'1'-10'273'0,"0"1"2"0,-1 9 0 0,1-11-6 0,-1 11-11 15,3-10-9-15,-3 10-21 0,0 0-18 16,0 0-24-16,4-7-4 0,-4 7 11 0,0 0-3 15,0 0-11-15,0 0 21 0,4 39-19 0,-2-23-7 16,0 4-4-16,-1-1-14 0,-1 0-13 0,2 0-4 16,0 0-21-16,1 7-15 0,-1-9-12 0,-1 3-2 15,1-4-8-15,1 3-9 0,-2-3-4 0,-1 0-8 16,3-4-15-16,-3 0-24 0,0-12-28 0,1 21-27 16,2-11-36-16,-3-10-30 0,1 15-29 0,-1-15-29 15,1 11-29-15,-1-11-35 0,0 0-38 0,0 0-33 16,-1 16-45-16,1-16-186 0,0 0-568 0,-10 9 252 15</inkml:trace>
  <inkml:trace contextRef="#ctx0" brushRef="#br0" timeOffset="56983.64">30814 3773 66 0,'0'0'66'0,"23"-7"-20"0,-9 1-53 0,-1 5-22 16,1-2-31-16,-1-1 14 0</inkml:trace>
  <inkml:trace contextRef="#ctx0" brushRef="#br0" timeOffset="57150.93">31045 3766 78 0,'0'0'292'0,"0"0"-6"0,0 0 0 0,0 0-6 16,0 0-1-16,0 0-12 0,0 0-8 0,0 0-8 15,0 0-29-15,0 0-15 0,0 0-11 0,0 0-35 16,-10 22-7-16,10-22-33 0,0 0-25 0,0 0-39 16,0 0-44-16,0 0-50 0,4 7-54 0,-4-7-68 15,0 0-55-15,0 0-65 0,0 0-176 0,0 0-492 16,0 0 218-16</inkml:trace>
  <inkml:trace contextRef="#ctx0" brushRef="#br0" timeOffset="57699.84">31359 3633 191 0,'0'0'194'0,"-12"0"4"15,12 0-6-15,-14-1-4 0,6 1-5 0,8 0-7 16,-15-2-15-16,6 2-12 0,9 0-5 0,0 0-6 16,-20 3-6-16,20-3 1 0,0 0-4 0,-16 0-8 0,16 0-8 15,-9 1-1-15,9-1-7 0,0 0-6 16,0 0-4-16,0 0-4 0,0 0-6 0,0 0-3 15,0 0-10-15,-14 0-2 0,14 0-2 0,0 0-6 16,0 0-6-16,0 0-5 0,0 0-4 0,0 0-5 16,0 0-2-16,0 0-5 0,0 0-2 0,48-10-4 15,-28 5-5-15,1 3-11 0,-1-2-6 0,8-1-7 16,-8 2-23-16,1-2-9 0,-2 3-24 0,-2-1-29 16,-5 1-27-16,-4 1-33 0,-8 1-29 0,13-1-21 15,-13 1-26-15,13-2-20 0,-13 2-15 0,0 0-131 16,0 0-419-16,0 0 185 0</inkml:trace>
  <inkml:trace contextRef="#ctx0" brushRef="#br0" timeOffset="58171.17">31420 3608 149 0,'0'0'208'0,"0"0"5"16,0 0 2-16,0 0-1 0,0 0-8 0,-9 1-4 15,9-1-14-15,0 0-9 0,0 0-16 16,0 0-13-16,0 0-13 0,0 0-12 0,0 0-16 0,0 0 0 15,0 0 12-15,3 15 7 0,-3-15-10 0,1 13 3 16,-1-13-7-16,1 22-18 0,-1-22 3 0,0 26-16 16,1-10-3-16,2-3-7 0,-2 3 3 0,1-5-4 15,-1 3-14-15,3-3-1 0,-2 1-1 0,-1 2-2 16,2-2-11-16,-3-12-7 0,5 21 0 16,-4-12-7-16,-1-9-2 0,3 16 0 0,-3-16-2 15,0 0-6-15,2 16 3 0,-2-16-4 0,0 0-10 0,3 12 8 16,-3-12-7-16,0 0-2 0,0 0-6 0,3 11 0 15,-3-11-6-15,0 0 1 0,0 0-5 16,0 0 1-16,0 0-5 0,0 0-5 0,0 0-10 16,0 0 1-16,-9 11 0 0,9-11 8 0,0 0-12 15,0 0-3-15,0 0-2 0,-26-4 1 0,26 4 2 16,-14 0 2-16,14 0 7 0,0 0 0 0,-22-1 4 16,13 2 1-16,9-1-1 0,-16 0 8 0,16 0-4 15,-11 0 1-15,11 0 4 0,0 0 2 0,-11 2-3 16,11-2 2-16,0 0 2 0,0 0 1 0,0 0 2 15,0 0 0-15,0 0-2 0,0 0 5 0,0 0 0 16,0 0-1-16,0 0 5 0,0 0-2 0,0 0 1 16,41-9 2-16,-30 7-6 0,7-2-3 0,-1 0-11 15,2-2-5-15,-2 3-26 0,1-1-24 0,1 0-31 16,-6-1-32-16,3 1-34 0,1-1-31 0,-6 2-43 16,3-1-207-16,-3-1-487 0,0 0 216 0</inkml:trace>
  <inkml:trace contextRef="#ctx0" brushRef="#br0" timeOffset="58462.3">31719 3595 20 0,'1'-8'297'0,"-2"-2"-19"16,-2 2-9-16,2 1 3 0,1 7-1 0,-2-13 4 15,2 13-6-15,0-8-21 0,0 8-14 16,0 0-22-16,-3-7-26 0,3 7-20 0,0 0-7 0,0 0 7 15,0 0 23-15,0 0-6 0,0 39-7 0,0-20-14 16,-1 0-5-16,-1 7-13 0,0 0-11 0,1 0-5 16,1 0-6-16,-3 0-7 0,1 1-8 0,0-8-9 15,1 1-8-15,0 4-13 0,-1-5 0 16,1 0-11-16,0-4-7 0,1 1-11 0,-1-3-23 16,1-1-30-16,0-1-20 0,0-11-40 0,0 17-27 15,0-9-32-15,0-8-41 0,0 13-46 0,0-13-50 16,0 0-37-16,0 11-35 0,0-11-49 0,0 0-205 15,0 0-635-15,0 0 282 0</inkml:trace>
  <inkml:trace contextRef="#ctx0" brushRef="#br0" timeOffset="58720.12">31843 3776 44 0,'4'-10'296'0,"0"0"-8"0,0 0 1 15,-3 3 8-15,-1 7-4 0,2-12-9 0,-2 12-1 0,5-9 2 16,-5 9-15-16,0 0-28 0,0 0-21 15,0 0-7-15,7-3 5 0,-7 3 0 0,0 0-1 16,0 0-8-16,1 27-8 0,-4-10-21 0,2-2-14 16,-1 2-14-16,2 1-9 0,-2-2-18 0,1 4-11 15,0-1-14-15,-2-1-9 0,1 1-10 16,1-1-5-16,-1 0-10 0,0-2-5 0,0-4-23 0,0 1-28 16,-1-3-27-16,1 1-28 0,0-1-25 0,2-10-31 15,-2 16-25-15,2-8-41 0,-2-1-41 0,2-7-41 16,0 0-31-16,0 0-46 0,-6 19-36 0,6-19-282 15,-5 4-694-15,5-4 307 0</inkml:trace>
  <inkml:trace contextRef="#ctx0" brushRef="#br0" timeOffset="58971.99">31840 3723 34 0,'3'-12'219'0,"2"3"-11"0,-1 0 1 0,0 3-1 0,2 1-5 15,-1 0 0-15,2 1-11 0,-1 0-8 0,2 1-4 16,1 3-12-16,1 2-11 0,0 0-11 0,0 2-15 16,-1 0-4-16,0 2-16 0,-1-1 1 0,1 3-1 15,-5 0-6-15,1 1-2 0,-3 0-9 16,1 0-11-16,-3-9 0 0,0 15-9 0,0-15-2 16,-8 17-8-16,2-8-19 0,-2-3-7 0,-3 2-11 15,-1 0-18-15,-4 1-25 0,-1-2-27 0,3-3-38 0,-2 2-36 16,3-2-33-16,1 0-35 0,0-2-57 0,1 1-236 15,11-3-517-15,-18 0 228 0</inkml:trace>
  <inkml:trace contextRef="#ctx0" brushRef="#br0" timeOffset="60642.24">32350 3595 186 0,'0'0'312'16,"5"-8"-9"-16,-5 8-17 0,0 0-13 0,0 0-25 15,0 0 11-15,0 0-6 0,0 0-15 0,-11-14-6 16,11 14-16-16,0 0-10 0,0 0-11 0,-23 6-12 15,13 0-3-15,1 2-6 0,-5 5-2 16,1-2-6-16,0 2-14 0,0 0-19 0,3 1-4 0,4-5-15 16,-2 4-15-16,2 1-7 0,1-2-5 15,1-1-6-15,4-11-11 0,-3 22-8 0,3-22-5 0,4 21-10 16,0-11-16-16,2-1-15 0,4 1-10 0,1-3-23 16,2-1-18-16,3 2-17 0,-3-5-27 0,3 2-19 15,-4-5-14-15,2 3-14 0,-4 0-9 0,2-2-12 16,-12-1-2-16,19-7 2 0,-14 4 3 0,3-4 7 15,-8 7 15-15,10-9 12 0,-10 9 9 16,8-17 10-16,-3 9 12 0,-1-2 5 0,1-1 15 16,2 0 12-16,-3 0 14 0,0 2 17 0,0-1 17 15,-2 1 11-15,1-4 20 0,1 6 12 0,-4 7 7 16,4-14 8-16,-4 14 9 0,2-11 11 0,-2 11 4 16,4-8 6-16,-4 8-6 0,0 0 1 0,0 0-3 15,0 0-3-15,0 0 17 0,0 0 7 0,0 0-9 16,0 0 2-16,0 0-7 0,-6 33-4 0,6-33-10 15,-2 20-7-15,2-8-9 0,0-2-3 0,-1 1-8 16,1-11-1-16,3 20-8 0,3-12-2 0,-4 0-4 0,-2-8-3 16,8 11-12-16,-4-8 0 0,-4-3-9 15,13 10-2-15,-7-9-13 0,4 3-5 0,-10-4 2 16,0 0-3-16,23-2 6 0,-14-1 1 0,-9 3-10 16,13-6 9-16,-7 2-3 0,-6 4 4 0,11-9-4 15,-7 4 4-15,-4 5-3 0,7-12-11 0,-3 4 13 16,0-1-5-16,1 2-1 0,-1-1 7 0,-2-2 0 15,-2 10 5-15,7-18-3 0,-6 10-11 0,2-3 16 16,-1 3-2-16,-2 8-1 0,5-11 14 0,-5 11 7 16,3-10 6-16,-3 10-2 0,2-7 3 0,-2 7 3 15,0 0 3-15,0 0-7 0,2-7-1 0,-2 7-1 16,0 0-3-16,0 0-1 0,0 0 19 0,0 0 12 16,0 0 1-16,0 0-6 0,0 0-2 0,-7 36-1 15,5-27-2-15,-2 2-1 0,4-11-4 16,-2 18-4-16,0-11 1 0,2-7-7 0,0 15-2 0,0-15 2 15,2 12-8-15,-2-12-3 0,6 11 1 0,-6-11-1 16,6 12 3-16,-1-7 5 0,-5-5-8 0,16 8 1 16,-5-4-1-16,-11-4-4 0,0 0-7 0,0 0-5 15,0 0 9-15,59 4-3 0,-59-4-7 0,0 0 3 16,0 0-8-16,46-10 1 0,-46 10-2 0,0 0-4 16,27-13 1-16,-27 13-15 0,0 0 6 0,25-21-9 15,-25 21 2-15,0 0-3 0,16-28 1 0,-16 28 0 16,0 0 3-16,12-32-1 0,-12 32 1 0,0 0 1 15,4-30 5-15,-4 30-2 0,0 0 3 0,0 0 10 16,0 0-3-16,0 0 3 0,-9-44-1 0,9 44-1 16,0 0 4-16,0 0 2 0,0 0-2 15,0 0 3-15,-19-26-5 0,19 26 0 0,0 0-7 16,0 0 7-16,0 0 0 0,0 0 0 0,0 0 0 16,0 0-9-16,0 0 0 0,0 0 2 0,0 0-1 15,0 0 2-15,0 0 0 0,0 0-4 0,0 0 9 0,0 0 0 16,0 0 0-16,52-12 6 0,-52 12-3 0,0 0-5 15,0 0 2-15,40-3 3 0,-40 3-2 16,0 0 7-16,0 0 0 0,0 0-2 0,0 0 9 16,0 0-7-16,0 0 2 0,35 0 1 0,-35 0 2 15,0 0 9-15,0 0 4 0,0 0 1 0,0 0 10 16,0 0 5-16,0 0 11 0,0 0 0 0,0 0 4 16,0 0-5-16,7 43-3 0,-7-43 1 0,0 0 2 0,0 0-4 15,-3 42-13-15,3-42 6 0,0 0-5 0,0 0 1 16,-2 40-7-16,2-40 4 0,0 0-8 15,0 0-2-15,0 0 4 0,5 33-5 0,-5-33 1 0,0 0-7 16,0 0 3-16,0 0-9 0,20 24-1 16,-20-24-6-16,0 0-5 0,0 0 3 0,24 10-1 15,-24-10-2-15,0 0-5 0,0 0-1 0,0 0-1 16,0 0-11-16,0 0-5 0,46-7-4 0,-46 7-2 16,0 0-6-16,0 0 3 0,0 0-6 0,0 0 7 15,27-34-5-15,-27 34 6 0,0 0-9 0,5-28 0 16,-5 28 19-16,0 0-3 0,0 0 0 0,1-33 3 15,-1 33 11-15,0 0 3 0,0 0-4 0,0 0 6 16,0 0 8-16,0 0-4 0,0 0 3 0,0 0 0 16,0 0-1-16,-9-46 0 0,9 46-2 0,0 0 4 15,0 0 2-15,0 0 3 0,0 0-6 0,0 0 6 16,0 0 3-16,0 0-11 0,0 0 8 0,0 0-2 16,0 0 8-16,0 0-4 0,0 0 1 0,24-13 3 15,-24 13-9-15,0 0-6 0,0 0 4 0,0 0 8 16,0 0-3-16,0 0 7 0,0 0-10 0,0 0 7 15,0 0-2-15,0 0 9 0,0 0-10 0,0 0 9 16,0 0 7-16,0 0 2 0,62 36 3 0,-62-36-3 16,0 0-1-16,0 0-6 0,7 26 2 15,-7-26 1-15,0 0-4 0,0 0-2 0,8 29 2 0,-8-29-3 16,0 0 8-16,0 0-3 0,0 0 4 0,0 0-5 16,15 26-4-16,-15-26 5 0,0 0-4 15,0 0 1-15,0 0 1 0,0 0-2 0,27 12 7 0,-27-12-16 16,0 0 7-16,0 0 0 0,0 0 1 0,0 0 1 15,0 0-8-15,0 0 0 0,0 0 6 0,59-23 1 16,-59 23-6-16,0 0 4 0,0 0 5 16,19-22-4-16,-19 22 5 0,0 0-5 0,12-26 1 15,-12 26-6-15,0 0 3 0,0 0-1 0,3-31 1 0,-3 31-5 16,0 0 9-16,0 0-6 0,0 0-4 0,0 0 14 16,0 0 0-16,0 0 3 0,-1-37-1 0,1 37 0 15,0 0-2-15,0 0 0 0,0 0-5 0,0 0 4 16,0 0 2-16,0 0-5 0,0 0-6 15,0 0 8-15,0 0-7 0,-60 56 5 0,60-56-24 16,0 0 4-16,0 0-46 0,-12 31-31 0,12-31-36 16,0 0-41-16,0 0-48 0,0 0-54 0,0 0-43 15,0 0-57-15,0 0-212 0,0 0-631 0,0 0 279 16</inkml:trace>
  <inkml:trace contextRef="#ctx0" brushRef="#br0" timeOffset="61018.53">33328 3673 104 0,'0'0'235'0,"0"0"-2"0,0 0-8 0,0 0-6 16,0 0 8-16,0 0 10 0,0 0 1 0,0 0-5 15,0 0-18-15,0 0-16 0,0 0 9 0,0 0 0 16,0 0-19-16,0 0-32 0,0 0 2 0,0 0-22 16,27 45-10-16,-27-45-11 0,0 0-15 0,0 0-11 15,0 0-8-15,0 0 5 0,0 0-15 0,0 0-13 16,0 0 4-16,0 0-4 0,0 0 1 15,0 0 3-15,0 0 10 0,0 0-21 0,0 0-2 0,0 0-4 16,0 0-1-16,0 0-8 0,0 0-4 0,0 0-5 16,0 0-5-16,0 0-9 0,0 0 0 0,0 0-7 15,0 0-2-15,0 0 1 0,31-50 1 16,-31 50-4-16,0 0 0 0,17-22 3 0,-17 22 3 16,0 0-5-16,0 0 1 0,0 0 0 0,18-18-5 15,-18 18-6-15,0 0 3 0,0 0 9 0,0 0 2 16,0 0 2-16,0 0-4 0,0 0 1 0,0 0-3 15,0 0 0-15,0 0 7 0,0 0-8 0,0 0 15 16,32 49-17-16,-32-49-38 0,0 0-32 0,0 0-41 16,9 27-37-16,-9-27-50 0,0 0-53 0,0 0-57 15,0 0-54-15,0 0-217 0,0 0-627 0,0 0 278 16</inkml:trace>
  <inkml:trace contextRef="#ctx0" brushRef="#br0" timeOffset="61332.18">33595 3466 75 0,'0'0'286'0,"13"-42"-2"15,-13 42 5-15,0 0 6 0,0 0-13 0,10-28-3 16,-10 28-23-16,0 0-18 0,0 0-21 16,0 0-4-16,0 0 1 0,0 0-10 0,0 0-3 15,0 0 8-15,0 0-14 0,0 0-5 0,0 0-9 16,8 92-9-16,-8-92-13 0,-8 45-13 0,8-45-11 15,-6 38-9-15,6-38-15 0,-5 34-8 0,5-34-10 16,0 0-6-16,-4 38-8 0,4-38-10 0,0 0-8 16,0 32-5-16,0-32-3 0,0 0-6 0,0 0-3 15,0 0-7-15,9 34-1 0,-9-34-20 0,0 0-21 16,0 0-24-16,23 16-32 0,-23-16-25 0,0 0-36 16,0 0-39-16,41 5-28 0,-41-5-45 0,0 0-32 15,0 0-34-15,0 0-37 0,0 0-53 0,0 0-203 16,0 0-643-16,52-21 284 0</inkml:trace>
  <inkml:trace contextRef="#ctx0" brushRef="#br0" timeOffset="61476.62">33608 3552 15 0,'0'0'314'16,"0"0"-32"-16,0 0-19 0,0 0-8 0,0 0-15 15,-40-19-11-15,40 19-14 0,0 0-26 0,0 0-8 16,0 0-21-16,0 0-19 0,0 0-37 0,0 0-57 15,87-24-84-15,-56 16-112 0,-4-1-260 0,-27 9-441 16,55-18 195-16</inkml:trace>
  <inkml:trace contextRef="#ctx0" brushRef="#br0" timeOffset="78085.23">18533 7053 5 0,'0'0'20'0,"0"0"-2"0,0 0-5 0,0 0 5 16,0 0 1-16,0 0 0 0,0 0-2 16,0 0 1-16,0 0 5 0,0 0-4 0,0 0 8 15,0 0-5-15,0 0-4 0,0 0 3 0,0 0-2 16,0 0-3-16,0 0-2 0,-10-19-69 0,10 19-59 0,0 0 198 16,0 0-81-16,0 0 9 0,0 0-9 0,0 0 4 15,0 0 2-15,0 0-3 0,0 0-12 16,0 0-10-16,0 0-9 0,0 0-14 0,0 0-43 15,0 0 19-15</inkml:trace>
  <inkml:trace contextRef="#ctx0" brushRef="#br0" timeOffset="78780.77">18510 6596 42 0,'0'0'53'16,"0"0"1"-16,0 0-6 0,0 0-3 0,0 0-6 16,0 0-7-16,0 0 2 0,0 0 0 0,0 0-10 15,0 0-18-15,0 0-9 0,-4 22-8 0,4-22-13 16,-4 10-39-16,0-2-67 0,-1 1 31 0</inkml:trace>
  <inkml:trace contextRef="#ctx0" brushRef="#br0" timeOffset="79490.57">18808 8877 16 0,'3'4'102'0,"-3"-4"-7"15,0 0 0-15,0 0-8 0,0 0-3 0,0 0-1 16,0 0-4-16,0 0-5 0,6 3-8 0,-6-3-3 16,0 0-13-16,0 0 3 0,0 0-2 0,0 0-19 15,0 0 5-15,0 0-5 0,0 0 0 0,0 0-8 16,0 0-6-16,0 0-13 0,0 0 0 0,0 0-22 15,0 0-8-15,0 0-8 0,0 0-12 0,0 0-8 16,0 0-23-16,0 0-80 0,0 0-169 0,0 0 75 16</inkml:trace>
  <inkml:trace contextRef="#ctx0" brushRef="#br0" timeOffset="80123">18758 6638 66 0,'0'0'73'16,"0"0"-1"-16,0 0-10 0,0 0-3 0,0 0-14 15,0 0-4-15,0 0-15 0,0 0-10 0,0 0-10 0,0 0-16 16,0 0-3-16,8 9-8 0,-8-9-10 16,0 0-35-16,0 0-70 0,-3 14 31 0</inkml:trace>
  <inkml:trace contextRef="#ctx0" brushRef="#br0" timeOffset="81031.22">18965 8803 23 0,'0'0'89'0,"0"0"-12"16,0 0-7-16,0 0-8 0,0 0-6 0,0 0 3 15,0 0-16-15,0 0-3 0,0 0-13 0,0 0 4 16,0 0-14-16,0 0-4 0,0 0-7 0,0 0-6 16,0 0-9-16,0 0-7 0,0 0-7 0,0 0-5 15,0 0-8-15,0 0-7 0,0 0-34 0,0 0-82 16,0 0 36-16</inkml:trace>
  <inkml:trace contextRef="#ctx0" brushRef="#br0" timeOffset="83886.69">19173 6599 36 0,'0'0'42'0,"0"0"-12"16,0 0-10-16,0 0-12 0,0 0-19 0,0 0-11 15,0 0-22-15,0 0 10 0</inkml:trace>
  <inkml:trace contextRef="#ctx0" brushRef="#br0" timeOffset="87817.69">23112 9290 140 0,'0'0'152'0,"2"7"-5"0,-2-7 2 0,0 0 9 16,3 8 4-16,-3-8-3 0,0 9-3 0,0-9-8 15,1 7-3-15,-1-7-5 0,0 0-4 0,1 7-12 16,-1-7-6-16,0 0-10 0,4 7-6 0,-4-7-12 16,4 4-8-16,-4-4-9 0,0 0-7 0,8 2-6 15,-8-2-23-15,14-1-34 0,-4-4-34 0,8-7-29 16,5-1-36-16,5-7-25 0,3-2-27 0,11-9-41 16,0 0-146-16,-3-3-364 0,-2-2 162 0</inkml:trace>
  <inkml:trace contextRef="#ctx0" brushRef="#br0" timeOffset="152482.2">15701 9707 24 0,'0'0'27'0,"0"0"0"0,0 0-2 16,-5-4-7-16,5 4 1 0,0 0 4 0,0 0-2 16,-7-6-3-16,7 6-5 0,0 0-3 15,0 0 0-15,0 0 9 0,-5-4-11 0,5 4 0 16,0 0-3-16,0 0 1 0,0 0 5 0,0 0 3 16,0 0-1-16,0 0 3 0,0 0-2 0,0 0-1 15,0 0 7-15,-6-3-2 0,6 3 4 0,0 0-6 16,0 0 3-16,0 0-8 0,0 0-12 0,0 0 9 15,0 0 5-15,0 0-6 0,0 0 5 0,0 0 3 0,0 0-5 16,0 0 1-16,0 0-5 0,0 0 1 0,0 0-1 16,0 0 11-16,0 0-4 0,0 0-6 0,0 0 2 15,0 0 1-15,0 0-6 0,0 0 0 16,0 0 8-16,0 0-8 0,0 0-2 0,0 0-7 0,0 0 5 16,0 0-4-16,0 0-6 0,0 0-4 0,0 0-4 15,0 0 2-15,0 0-2 0,0 0-8 16,0 0 1-16,0 0-5 0,0 0-7 0,0 0 0 15,0 0-31-15,0 0-72 0,0 0 32 0</inkml:trace>
  <inkml:trace contextRef="#ctx0" brushRef="#br0" timeOffset="152674.16">15671 9700 8 0,'0'0'6'0,"0"0"9"0,0 0-1 0,0 0-4 0,0 0 4 16,0 0-3-16,0 0-2 0,0 0 0 0,0 0-4 15,0 0 0-15,0 0-2 0,0 0 2 0,0 0-1 16,0 0-4-16,0 0 0 0,0 0-6 0,0 0 0 16,0 0-12-16,0 0-19 0,0 0 8 15</inkml:trace>
  <inkml:trace contextRef="#ctx0" brushRef="#br0" timeOffset="153051.01">15610 9649 11 0,'0'0'30'16,"0"0"-1"-16,-3-7-6 0,3 7-1 0,0 0 0 15,0 0 0-15,0 0-2 0,0 0 3 0,-3-6-5 0,3 6 2 16,0 0-4-16,0 0-2 0,0 0 1 16,-2-8 0-16,2 8 3 0,0 0-1 0,0 0-2 15,0 0 1-15,-2-7 1 0,2 7-5 0,0 0 1 16,0 0 3-16,-4-7 2 0,4 7-2 0,0 0-6 0,0 0 0 15,0 0 1-15,-4-7-8 0,4 7 6 0,0 0-1 16,0 0 1-16,-1-10-9 0,1 10 5 16,0 0-3-16,0 0-4 0,0 0-1 0,-1-11-12 15,1 11 4-15,-2-6 1 0,2 6 0 0,0 0-10 0,-1-9 0 16,1 9-9-16,0 0-2 0,-1-12-5 16,1 12-21-16,-2-9-61 0,2 9 27 0</inkml:trace>
  <inkml:trace contextRef="#ctx0" brushRef="#br0" timeOffset="183933.53">19770 9690 28 0,'0'0'43'0,"0"0"-9"16,0 0-5-16,0 0 0 0,0 0-3 15,0 0 1-15,0 0 3 0,0 0-3 0,0 0-4 16,0 0-7-16,0 0 3 0,0 0 0 0,0 0-5 0,0 0 5 16,0 0-4-16,0 0-6 0,0 0 7 0,0 0-12 15,0 0-6-15,0 0 9 0,0 0 0 0,0 0-4 16,0 0 4-16,0 0 0 0,0 0 1 15,0 0-7-15,0 0-4 0,0 0 5 0,0 0 3 0,0 0-1 16,0 0-7-16,0 0 2 0,0 0 2 0,0 0 2 16,0 0-11-16,0 0 8 0,0 0 2 0,0 0-5 15,0 0 2-15,0 0-9 0,0 0 6 0,0 0-5 16,0 0-2-16,0 0-1 0,0 0-1 0,0 0-3 16,0 0-4-16,0 0-1 0,0 0-8 0,0 0-24 15,0 0-58-15,0 0 25 0</inkml:trace>
  <inkml:trace contextRef="#ctx0" brushRef="#br0" timeOffset="-159074.72">7473 17388 15 0,'0'0'41'0,"0"0"-4"0,0 0-9 15,0 0-10-15,0 0-5 0,0 0-4 16,0 0 1-16,0 0-2 0,0 0-8 0,0 0-7 16,0 0-22-16,0 0-32 0,32-16 15 0</inkml:trace>
  <inkml:trace contextRef="#ctx0" brushRef="#br0" timeOffset="-154030.03">10770 17223 28 0,'0'0'127'0,"-8"-1"-22"0,8 1 1 0,0 0-7 16,-13-3-3-16,13 3-16 0,-9 0-54 0,9 0 1 15,-8 4-26-15,8-4 34 0,-4 6 46 0,4-6 16 16,0 0-12-16,-5 5-8 0,5-5-9 0,0 0-18 15,-4 5 7-15,4-5-10 0,0 0 4 0,0 0-13 16,0 0 0-16,0 0-8 0,-5 5-1 0,5-5-3 16,0 0-2-16,0 0 1 0,0 0-7 0,0 0 3 15,0 0-4-15,0 0-1 0,28-3 9 0,-15-1-14 16,9-3 3-16,0 2-9 0,8-5 10 0,0 1-7 16,0-3-9-16,4 1 2 0,0-2-15 0,1 0-20 15,0 1-5-15,0 0-23 0,-1-1-17 16,0 0-13-16,3 0-27 0,-3-2-92 0,-3 3-228 0,-2 0 100 15</inkml:trace>
  <inkml:trace contextRef="#ctx0" brushRef="#br0" timeOffset="-153612.06">10868 17287 69 0,'0'0'152'0,"-7"0"-7"0,7 0-11 16,0 0-15-16,0 0-6 0,0 0-17 0,0 0-9 15,0 0-5-15,0 0-11 0,0 0-12 0,25-11-7 0,-8 6-7 16,9-7-19-16,2 2 0 0,0-1-31 0,4-5-32 15,3 0-35-15,12-3-37 0,-11 3-67 16,-2-1-190-16,11-7 84 0</inkml:trace>
  <inkml:trace contextRef="#ctx0" brushRef="#br0" timeOffset="-99196.68">7922 17370 126 0,'0'0'143'0,"0"0"-16"0,0 0-13 16,0 0-8-16,0 0-10 0,0 0-9 0,0 0-11 15,0 0 3-15,0 0-13 0,0 0-8 0,34-13 0 16,-20 8-15-16,4 2-1 0,4-2-3 0,5-1-13 16,4-2-20-16,2-1-20 0,3-4-18 0,12-1-20 15,3-1-35-15,3-1-21 0,-2 0-59 0,-15 4-180 16,18-14 80-16</inkml:trace>
  <inkml:trace contextRef="#ctx0" brushRef="#br0" timeOffset="-98396.55">13178 16651 42 0,'0'0'137'0,"11"-12"0"0,-4 8 0 0,2 0-12 16,2-1-11-16,5-2-10 0,2-3-13 0,9 0-4 15,2-3-10-15,0 0-8 0,3 0-12 0,3-3-26 16,-3 6-28-16,18-8-45 0,-14 5-49 0,-1 1-89 15,-3-2-195-15,5 3 86 0</inkml:trace>
  <inkml:trace contextRef="#ctx0" brushRef="#br0" timeOffset="-96166.92">11532 16486 32 0,'0'0'47'0,"0"0"-7"0,0 0-10 0,0 0-23 0,0 0-22 16,0 0-9-16,0 0-25 0,0 0 11 0</inkml:trace>
  <inkml:trace contextRef="#ctx0" brushRef="#br0" timeOffset="-95500.33">10341 15513 1 0,'0'0'24'0,"0"0"-15"0,12 0-15 16,-12 0-6-16,0 0 3 0</inkml:trace>
  <inkml:trace contextRef="#ctx0" brushRef="#br0" timeOffset="-64358.46">26762 6108 18 0,'0'0'66'0,"4"-6"-2"0,-4 6-13 0,0 0-10 16,0 0 2-16,0 0-6 0,0 0-18 0,0 0-6 16,0 0-19-16,0 0-8 0,0 0-6 15,3-6-32-15,-3 6-57 0,0 0 25 0</inkml:trace>
  <inkml:trace contextRef="#ctx0" brushRef="#br0" timeOffset="-55369.11">26744 6555 5 0,'0'0'-2'0,"0"0"0"0</inkml:trace>
  <inkml:trace contextRef="#ctx0" brushRef="#br0" timeOffset="-51874.56">28353 9186 30 0,'0'0'31'0,"0"0"-18"0,0 0-14 0,0 0-12 16,0 0-12-16,0 0 5 0</inkml:trace>
  <inkml:trace contextRef="#ctx0" brushRef="#br0" timeOffset="-51254.48">26477 8614 5 0,'-2'9'25'0,"2"-9"-17"0,0 0-15 16,0 0-7-16,0 0 4 0</inkml:trace>
  <inkml:trace contextRef="#ctx0" brushRef="#br0" timeOffset="-50844.9">27591 8591 78 0,'0'0'100'0,"0"0"-18"0,0 0-5 0,0 0-5 15,0 0-2-15,0 0-3 0,0 0-1 16,11 0-10-16,-11 0-7 0,0 0-9 0,0 0 5 15,0 0-5-15,0 0-5 0,0 0-9 0,0 0-3 16,0 0 8-16,0 0-12 0,0 0 9 0,0 0-10 0,0 0-5 16,0 0 2-16,0 0-9 0,0 0-11 0,0 0-13 15,0 0-22-15,0 0-9 0,0 0-28 0,0 0-68 16,0 0-157-16,0 0 71 0</inkml:trace>
  <inkml:trace contextRef="#ctx0" brushRef="#br0" timeOffset="-49956.62">27494 8545 27 0,'0'0'47'0,"0"0"0"15,0 0-3-15,0 0-7 0,0 0-9 0,0 0-19 16,0 0-2-16,3 4-20 0,-3-4-27 0,0 0-41 16,0 0 19-16</inkml:trace>
  <inkml:trace contextRef="#ctx0" brushRef="#br0" timeOffset="-47063.46">27499 9150 72 0,'0'0'77'0,"0"0"7"0,-3-7-9 0,3 7-15 0,0 0-2 16,-1-11-5-16,1 11-3 0,-5-6 3 0,5 6-14 15,-5-6 1-15,5 6 0 0,0 0-7 0,-9-8-6 16,9 8 0-16,-6-5 9 0,-1 1-15 0,7 4-1 16,-10-6 0-16,4 2-5 0,2 1-2 0,-5-1-3 15,-1 0 3-15,2-1-3 0,-1 2 4 0,0-2 1 16,-1 3-20-16,0-4 21 0,-1 4-6 0,-1-2 0 15,1 1-1-15,-1 0-6 0,1 0 0 0,0-1 5 16,1 1-5-16,-2-1 1 0,1 0 1 0,-3 1 1 16,1-1-4-16,1 1 4 0,-1 0-6 0,2 0-2 15,-3-1-1-15,3 0-1 0,-3 2 11 0,3-2-7 16,-7 0-4-16,7 3 1 0,-2-3 6 0,1 4-7 16,1-2 9-16,-3-1-5 0,5 2 0 0,-4-2 0 15,2 3 8-15,0-1-8 0,0 0 1 0,-3 0-2 16,3 1 0-16,-1-2 2 0,-1 2-1 0,4-1 1 15,-3-1 1-15,1 2-2 0,0-1 3 0,-2 1-8 16,0 1 6-16,1-1-10 0,1 0 10 0,0 0-4 0,-1 2 1 16,3-1 4-16,-2-1-2 0,-1 2-8 0,2-1 1 15,-1-1 12-15,-1 2-3 0,3 0-7 0,-1 0 2 16,0 1 3-16,-1-3-1 0,4 4 1 16,-2-1-5-16,0-1-2 0,2 2 11 0,-3-2-9 0,2 2 12 15,-1 0-11-15,1-1 4 0,0 0 5 0,0 1-12 16,-1-1 4-16,2 2 5 0,0-3-7 0,-2 3 3 15,3-2-5-15,-3 3 12 0,4-2 5 0,-4 2-8 16,2 0-3-16,1-1 3 0,-1 1-2 0,0-1 2 16,2 0 3-16,-1 2-13 0,-1 1 16 0,5-1-12 15,-2-1 7-15,-1 1-2 0,2 0 2 0,1-1 0 16,-2 1-4-16,2 1 15 0,0-1-6 0,1 2 3 16,-3 1-3-16,2-1 7 0,0-4-3 0,2 7 2 15,-4-5 2-15,3 2 5 0,1 1 3 0,0 0 0 16,0-1-9-16,0 2 1 0,0-2-2 0,0 2 3 15,1 0 2-15,-1-1-2 0,4 1 3 0,0 1 11 16,-2 0-14-16,1-2 6 0,3 1 4 0,-2 0-3 16,4 0-2-16,-4 1 4 0,3-2-9 0,-3 1 0 15,5-1 3-15,0 4 4 0,-2-3 1 0,0 2 1 16,1-3-1-16,2-1 0 0,-1 1-6 0,1-1 2 16,2 4 1-16,-1-1 4 0,-2-4 0 0,5 3-5 15,-1-2-1-15,-3 0 5 0,3-3-8 0,0 4-5 16,-2-3 2-16,-2 0-1 0,4-2-3 0,1 2 5 15,-1-3-1-15,1 2 1 0,-1 0 2 0,1-2-2 0,2 1-2 16,0 1 1-16,1-3-2 0,0 1-2 0,-4 0 2 16,1-3-5-16,-1 2 0 0,1 1-4 15,-1 0 4-15,-2-3 3 0,3 0-3 0,3 0 1 16,-5 0-4-16,3-2 3 0,1 2-5 0,2 1-8 0,0-2 13 16,-5 0 2-16,6 0-10 0,-1 0 3 0,-7 0 2 15,4-2 1-15,-3 4-5 0,3-4 3 16,3 0 3-16,-3 1-3 0,-3 1-1 0,-1-1-2 15,8-1 1-15,-6 2 3 0,1-3-4 0,-1 2 5 0,0-1-6 16,3 1 4-16,-3 1 1 0,-1-1-3 0,-1-1-1 16,3-1 2-16,-3 2-1 0,2-2 2 15,1 2-3-15,-4-2-1 0,3 1 0 0,-3-2 0 0,2 3-11 16,-1-2 8-16,-2 1-4 0,1-1 7 0,0-1 1 16,-1 2-4-16,-2-2 2 0,3 1 2 0,-2 0-5 15,-1-2-1-15,1 0 8 0,1 1-7 0,-1 1 5 16,-4-2-3-16,3 1 1 0,-3 0 6 0,2 0-8 15,-1-1 5-15,-2-1-2 0,1 1-2 0,1 0 5 16,-5 5-2-16,4-9-1 0,0 3 5 0,-4 6-7 16,5-10 1-16,-1 3 0 0,-1 1 0 0,-1-1 0 15,-2 7 3-15,5-11 1 0,-3 6-1 0,0-2-3 16,-2 7 3-16,2-13 1 0,-2 7 0 0,0 6 2 16,0-14-4-16,0 8 0 0,0 6 0 0,-2-17-1 15,2 9 5-15,-3 1-4 0,0-1-1 0,2 0 3 16,-1 0 3-16,-3 0-3 0,2 1-2 0,1 1 1 15,-2-1 0-15,-1-2 0 0,-1 2-1 0,2-2 2 16,-1 1-4-16,-2 1-2 0,3-1 12 0,0 2 1 16,-1-1-2-16,0 0 0 0,-1 2 0 0,1-2-2 15,1 0-8-15,-3 3 10 0,5-4 1 0,-5 2-3 16,1 2 0-16,1-1 0 0,0 0-8 0,1-1 3 16,-1 2 4-16,5 4 3 0,-9-12-2 0,2 5-1 15,1-2 2-15,1 5-12 0,3-2 7 0,-4 0 2 0,1 0 2 16,0 1-4-16,0 1 3 0,-1-3-5 0,6 7 5 15,-7-9-2-15,1 5-3 0,2 0 5 16,-4 0 1-16,3-2-4 0,5 6 2 0,-10-7-1 0,5 3 1 16,-4 0-2-16,4 0-2 0,-3 0 4 0,-1 1 1 15,0 0-6-15,0-1 3 0,4 1-2 0,-3 1-2 16,8 2 4-16,-12-7-3 0,5 4 1 0,1 0 4 16,-1-1-6-16,0 1 1 0,7 3 3 0,-13-4 1 15,8 0-1-15,-4 1 2 0,9 3-3 0,-9-6 5 16,3 4-4-16,6 2 1 0,-17-6-3 0,9 3 2 15,1 0 0-15,-2 2 0 0,0-3 2 0,0 4-2 16,-4-4-1-16,3 1 0 0,2 1 1 0,-3 2-2 16,1-2 2-16,-1 1 1 0,11 1-2 0,-20-1-3 15,15-2-8-15,-6 3-4 0,11 0-13 0,-16-2-3 16,9 1-19-16,7 1-8 0,-15 0-24 0,6 1-14 16,9-1-14-16,-11-1-19 0,11 1-28 0,-13 0-95 15,13 0-271-15,-10 0 121 0</inkml:trace>
  <inkml:trace contextRef="#ctx0" brushRef="#br0" timeOffset="-41287.17">27415 9371 26 0,'0'0'36'0,"0"0"2"0,-10 0-1 16,10 0-6-16,0 0-2 0,0 0-1 0,0 0 1 16,0 0-13-16,-9-2 15 0,9 2-4 0,0 0 2 15,0 0-4-15,0 0-3 0,-6-5-1 0,6 5 3 16,0 0-8-16,0 0-3 0,-8-4 1 0,8 4 12 0,0 0-5 16,-6-3 10-16,6 3-7 0,0 0-4 15,-7-3 1-15,7 3-1 0,0 0 0 0,-10-4 3 16,10 4 13-16,-6-4-7 0,6 4 4 0,-7-4-7 15,7 4 4-15,0 0-6 0,-4-4 6 0,4 4 5 16,0 0 0-16,-7-5-3 0,7 5-7 0,0 0 0 0,0 0 9 16,-5-7 1-16,5 7-2 0,0 0 3 15,0 0-2-15,-3-7 1 0,3 7 3 0,0 0-8 16,0 0 10-16,0 0-5 0,0 0-2 0,0 0-2 0,0 0-8 16,0 0-3-16,0 0 3 0,0 0-4 0,0 0-3 15,0 0 7-15,0 0 1 0,0 0-4 0,0 0-4 16,0 0 11-16,1 27 8 0,1-19 1 15,-2 1 0-15,2 6 5 0,-2-2 4 0,0 3-4 0,-2 3 1 16,0-2-3-16,2 0-2 0,-4 2-6 0,3-1-3 16,-3 0 1-16,4-1-2 0,-2-2-3 0,-1-3-2 15,1 0-5-15,2-2 4 0,-2-1-4 0,4-2-3 16,-2 1-1-16,0-8-1 0,-2 13-6 0,2-13 0 16,0 8-11-16,0-8-9 0,0 9-6 0,0-9-16 15,0 0-25-15,0 0-4 0,0 10-27 16,0-10-14-16,0 0-24 0,0 0-25 0,0 0-115 0,0 0-292 15,0 0 129-15</inkml:trace>
  <inkml:trace contextRef="#ctx0" brushRef="#br0" timeOffset="-40879.47">27338 9301 64 0,'2'-5'113'0,"-2"5"-19"0,8-14 12 15,-1 10 0-15,3-5-4 0,-2 3-5 0,-1 1 3 16,4-1-5-16,1 3 5 0,0 0-11 0,-3 1-7 16,3 0-6-16,-4 2 4 0,2 2-5 0,-1 1-10 15,-2 1-2-15,-1 1 1 0,1 3-1 0,-5-4-3 16,3 6-6-16,-2 2 1 0,-6-1-3 0,-2 2-3 16,1 2-6-16,-5 1 0 0,0-2-7 0,-1-2-3 15,0 3-4-15,-2-4-1 0,1-1 1 0,2-2-4 16,2 0-3-16,1-3 2 0,-1 0-7 0,4-1-1 15,-1 1-2-15,4-5 2 0,-5 8-5 0,5-8 1 0,-1 6-3 16,1-6 0-16,0 0 2 0,0 0-5 0,8 9 0 16,-3-9-4-16,-5 0-1 0,14 3 3 15,-6-2-3-15,-1-1 0 0,-7 0 1 0,16 2-1 16,-9-1 0-16,1 0-3 0,-8-1-2 0,12 5 4 16,-5-2 0-16,-3 1-4 0,-4-4 8 0,6 7-1 0,-3 0-5 15,-3-7 4-15,0 9-4 0,0-9 3 16,-2 11 1-16,2-11-1 0,-9 10-3 0,7-4 0 15,-5 1-9-15,1-3-10 0,0 1-20 0,-2 0-24 0,-1-3-25 16,2-1-27-16,-3 3-40 0,0-3-152 0,-1 0-333 16,-1 1 147-16</inkml:trace>
  <inkml:trace contextRef="#ctx0" brushRef="#br0" timeOffset="-40734.7">27472 9492 39 0,'0'0'0'0,"0"0"-7"15,0 0-7-15,0 0 3 0</inkml:trace>
  <inkml:trace contextRef="#ctx0" brushRef="#br0" timeOffset="-29696.86">28094 9250 87 0,'0'0'96'0,"0"0"-7"0,0 0-5 15,0 0-10-15,0 0-4 0,0 0-8 0,0 0 0 16,0 0-11-16,0 0 0 0,0 0-9 0,0 0 0 15,0 0-9-15,0 0 5 0,0 0-8 0,0 0 6 16,0 0 2-16,0 0-12 0,0 0 2 0,0 0 2 16,0 0 3-16,0 0 10 0,0 0 2 0,0 0 0 15,11 4-5-15,-11-4-1 0,14-7-9 0,4 2-17 16,6-5-23-16,12-4-31 0,12-5-40 0,5-5-37 16,0 5-67-16,4-5-200 0,-2-2 89 0</inkml:trace>
  <inkml:trace contextRef="#ctx0" brushRef="#br0" timeOffset="-29127.76">27941 9296 28 0,'0'0'103'0,"0"0"-6"0,0 0-2 16,0 0-13-16,0 0-2 0,0 0-5 0,0 0-10 0,0 0 5 16,0 0 10-16,0 0 15 0,0 0 13 0,22 0 4 15,-22 0-3-15,17-9-13 0,-2 4-7 0,12-6-15 16,-2 1-4-16,8-4-20 0,2-2-32 15,13-7-36-15,6 1-35 0,1-1-44 0,1-3-36 0,-2 1-84 16,4 1-233-16,-5 0 104 0</inkml:trace>
  <inkml:trace contextRef="#ctx0" brushRef="#br0" timeOffset="158249.61">23674 7984 2 0,'0'0'85'0,"0"0"-2"0,-9-3-11 0,9 3-11 15,0 0 0-15,0 0-4 0,0 0-9 0,0 0-2 0,0 0-2 16,0 0-9-16,0 0 7 0,0 0-8 0,0 0-4 15,0 0-3-15,0 0-11 0,0 0-12 16,0 0-18-16,32-4-21 0,-11-2-33 0,8 3-37 16,6-5-114-16,3-2 50 0</inkml:trace>
  <inkml:trace contextRef="#ctx0" brushRef="#br0" timeOffset="207594.5">23880 6356 47 0,'0'0'41'0,"0"0"-6"16,0 0-6-16,0 0-3 0,0 0-1 0,0 0-6 15,0 0 1-15,0 0-1 0,0 0-5 0,0 0 1 16,0 0-8-16,0 0-9 0,0 0-15 0,0 0-30 15,5-21-50-15,-5 21 22 0</inkml:trace>
  <inkml:trace contextRef="#ctx0" brushRef="#br0" timeOffset="209110.15">22822 9283 81 0,'0'0'86'16,"0"0"-8"-16,0 0 3 0,0 0-14 0,0 0 3 16,0 0-4-16,0 0 2 0,0 0-15 0,5 5 6 15,-5-5-12-15,0 0-4 0,0 0-10 0,0 0 9 16,0 0-8-16,0 0-9 0,0 0-4 0,0 0-1 16,0 0 2-16,0 0-3 0,0 0-7 0,0 0 6 0,0 0-8 15,0 0 0-15,0 0 3 0,0 0 3 0,0 0-16 16,0 0-10-16,0 0-8 0,0 0-4 15,0 0-13-15,0 0-12 0,0 0-19 0,0 0-23 0,0 0-46 16,0 0-145-16,0 0 64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7:20:22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10570 5783 54 0,'0'0'75'16,"0"0"-5"-16,0 0 3 0,0 0-3 0,0 0-9 15,0 0 0-15,0 0 2 0,0 0-12 0,-1-10-1 16,1 10-6-16,0 0 5 0,0 0-20 0,0 0 7 16,0 0-9-16,0 0-1 0,0 0-3 0,0 0-10 0,0 0-6 15,0 0-8-15,0 0-33 0,0 0-7 16,0 0-2-16,0 0-5 0,0 0-8 0,0 0-55 16,0 0-118-16,0 0 52 0</inkml:trace>
  <inkml:trace contextRef="#ctx0" brushRef="#br0" timeOffset="1118.87">15262 6400 53 0,'0'0'166'0,"0"0"-3"15,0 0-7-15,0 0-5 0,0 0-8 0,0 0-4 16,0 0-9-16,0 0-7 0,0 0-9 0,0 0-9 15,0 0-2-15,0 0-5 0,0 0 1 0,0 0-10 16,0 0-4-16,0 0-2 0,0 0-4 0,0 0-2 16,0 0-3-16,0 0-2 0,0 0-3 0,0 0-2 15,0 0-6-15,0 0-3 0,0 0 2 0,0 0-5 16,0 0-3-16,0 0-4 0,0 0-2 0,0 0 2 16,0 0-7-16,0 0 0 0,3 6-2 0,-3-6-2 15,0 0-2-15,0 0 0 0,0 0-7 0,0 0 1 16,0 0-7-16,0 0-1 0,0 0 3 0,0 0-7 15,0 0-7-15,0 0-9 0,0 0-4 0,0 0-5 16,0 0-12-16,0 0-2 0,0 0-12 0,0 0 2 16,0 0-6-16,0 0-5 0,0 0-8 0,0 0-8 15,0 0-16-15,0 0-25 0,0 0-39 0,-18-13-39 16,18 13-49-16,-9-2-143 0,9 2-401 0,-15-7 179 16</inkml:trace>
  <inkml:trace contextRef="#ctx0" brushRef="#br0" timeOffset="137600.41">28281 2751 146 0,'0'0'165'0,"0"0"8"0,-5-26-4 16,5 26 4-16,-3-5-7 0,3 5-6 0,0 0-12 16,0 0-3-16,-6-5 15 0,6 5-16 0,0 0-17 0,0 0-2 15,0 0 5-15,0 0 4 0,-9 23-3 16,4-8-7-16,0 2-6 0,1 1-3 0,-2 0-15 16,2 1-8-16,-6 8 1 0,5-8-13 0,-1-1 1 15,3 0-7-15,-3 0-5 0,4-1-6 0,2 1 0 16,-4-7-9-16,0 3 0 0,2-1-7 0,-2 3-7 15,4-5-1-15,-2-2-3 0,2-9-5 0,-1 13 4 16,1-13-13-16,-2 10 3 0,2-10 4 0,0 0-4 16,-2 9 0-16,2-9-5 0,0 0 8 0,0 0 2 15,0 0-16-15,0 0 7 0,0 0-2 0,0 0-2 16,0 0 0-16,0 0-6 0,0 0 2 0,11-36-7 16,-5 21 1-16,0-4 1 0,1-6-2 0,3 1-3 15,-1-6-8-15,-1 5-6 0,5-5 9 0,-5 1 4 16,3-1-2-16,-5 0-3 0,8 0 1 0,-4 2-1 15,2 0 7-15,-2 10-9 0,-4 1 9 0,0 2-2 16,-1 4-3-16,-1 1 6 0,-1 1 1 0,1 3-2 16,-1 2 1-16,-3 4-14 0,6-5 7 15,-6 5 4-15,0 0 2 0,17 8 6 0,-3 6 7 16,-3 2-1-16,6 7 2 0,-4 2 6 0,1 2 7 16,-1-2-6-16,-3 2 4 0,4-2 4 0,-5-1-1 15,2 2-4-15,1-1-1 0,-3-3-3 0,0-3-4 16,-2 0-1-16,0-2-1 0,0 1-1 0,1 0 6 15,-2-3-4-15,-1-2-8 0,0 2-2 0,-1-5-15 0,0 0-25 16,-1 0-34-16,1-2-9 0,-4-8-32 16,2 11-32-16,-2-11-35 0,0 0-28 0,0 0-38 15,5 13-52-15,-5-13-255 0,0 0-590 0,0 0 261 16</inkml:trace>
  <inkml:trace contextRef="#ctx0" brushRef="#br0" timeOffset="137770.93">28258 2874 115 0,'0'0'195'0,"0"0"-6"15,0 0-18-15,0 0-12 0,36-6-17 0,-17 4-13 0,2-2-16 16,7 2-23-16,1-1-25 0,4-1-30 16,-1 0-35-16,3 0-42 0,-1-2-39 0,2 2-47 0,-5 1-64 15,-1-2-208-15,0 1 92 0</inkml:trace>
  <inkml:trace contextRef="#ctx0" brushRef="#br0" timeOffset="137985.96">28920 2749 144 0,'0'0'207'15,"5"-5"16"-15,-3 2 11 0,-2 3-6 0,0 0 2 16,0 0-11-16,0 0-9 0,0 0-2 0,0 0-14 16,-16-11-8-16,16 11-11 0,0 0-9 0,-24 11-11 15,15-3-21-15,-7 4 5 0,1 1-8 0,-3 5-9 16,3 3-15-16,4-6-6 0,0 2-13 0,1 0-7 15,1-1-3-15,3 10-22 0,2-13 14 0,3 1-22 16,1-14-14-16,4 24-10 0,-1-13-15 0,1-2-22 16,5 1-28-16,-1 0-40 0,2-3-21 15,3-1-44-15,2 0-33 0,4-3-56 0,1-5-60 0,-1 1-191 16,0-3-525-16,1-1 234 0</inkml:trace>
  <inkml:trace contextRef="#ctx0" brushRef="#br0" timeOffset="138219.99">29205 2641 114 0,'2'-12'284'16,"-2"-1"4"-16,0 3-5 0,-2 1-2 0,2-1 0 15,-1 2-4-15,1 8-25 0,-1-8-18 0,1 8-23 16,0 0-20-16,0 0 6 0,0 0-3 0,1 27-5 16,-1-8-17-16,0 9-4 0,0 0-17 0,0-1-18 15,1 2-15-15,2-2-20 0,-3 1 6 0,2-3-17 16,2-6-3-16,-1 5-4 0,-1-5-13 0,1-1-19 15,1 2-26-15,-2-4-29 0,3-2-27 0,-1 2-36 16,-1-4-32-16,-2-2-40 0,3 0-54 0,-4-10-45 16,2 15-56-16,-2-15-35 0,0 0-200 0,0 0-575 15,0 0 255-15</inkml:trace>
  <inkml:trace contextRef="#ctx0" brushRef="#br0" timeOffset="138502.23">28998 2830 163 0,'14'-10'179'0,"-4"6"-12"16,4 1-12-16,3-3-9 0,5 2-5 0,6-2-11 15,4 1-4-15,-3-2-12 0,3 2-10 0,-1 0-1 16,-2 3-6-16,-1-2-2 0,-6 1-8 0,-3 0-10 16,0 2-7-16,-6 1 3 0,5 1-1 0,-6-1-1 15,-2 3 9-15,-3 0 12 0,2 1 7 0,-2 0 6 16,-2 0-8-16,3 4 8 0,-3 1-5 0,-1 0 0 15,-1 1-7-15,1 1-9 0,-1-1-5 0,1 1-6 16,-3 2-6-16,1-1-2 0,0-1-11 0,0-1-6 16,1 2-16-16,-2-2-22 0,0 2-29 0,2-4-44 15,0 2-46-15,-3-10-40 0,3 18-41 0,-3-18-56 16,7 14-218-16,-7-14-500 0,0 0 221 0</inkml:trace>
  <inkml:trace contextRef="#ctx0" brushRef="#br0" timeOffset="138664.84">29342 2672 41 0,'0'0'238'16,"-1"-8"-33"-16,1 8-32 0,0 0-23 0,0 0-23 15,0 0-34-15,0 0-34 0,0 0-58 0,20-2-51 16,-9 6-53-16,-1 3-53 0,0-1-169 0,1 0 75 15</inkml:trace>
  <inkml:trace contextRef="#ctx0" brushRef="#br0" timeOffset="139186.84">29595 2753 90 0,'0'0'189'0,"6"6"1"0,-6-6 5 16,0 0-12-16,13 9 16 0,-10-3-5 0,-3-6 2 15,7 17 3-15,0-6-4 0,-2 1-18 0,0 4-16 16,0-4-6-16,0 5-14 0,3-3-11 0,-4-2-11 15,2 0-7-15,0-2-11 0,-2 0-9 16,3 3-4-16,-3-6-10 0,-1 2-8 0,-3-9-1 16,7 11-27-16,-7-11 14 0,0 0 2 0,9 10-3 15,-9-10 1-15,0 0-5 0,3 8-1 0,-3-8-2 0,0 0-1 16,0 0-10-16,0 0-2 0,0 0-6 0,9-19 0 16,-9 19-6-16,10-18 7 0,-4 8-13 0,0-4-11 15,4-2 13-15,-1 3-5 0,-2 3-3 16,2 1-1-16,-2 2-7 0,0-1 4 0,0 4-3 15,1-2 1-15,-2 3 0 0,0 0-4 0,0 1 0 16,5-1-2-16,-11 3 2 0,15 0-2 0,-3 0 1 16,-1 0 6-16,-1 2-3 0,4-1 3 0,-3 0 1 15,1-1 4-15,-1-1 4 0,0 2 5 0,1-2 2 16,-1 0-6-16,-1-3-15 0,0 1 23 0,0-1-11 16,-3 0-5-16,3 0-1 0,-4-3-1 0,1 3-2 15,-2-2 13-15,0 1-2 0,-1-4 1 0,1 4-5 16,-1-2 0-16,-2-2-7 0,-1 3 4 0,1-5-8 15,-2 1 7-15,0 1 1 0,0 9-1 0,-3-15 7 16,1 7-13-16,-1 4 1 0,-2-3 17 0,5 7-16 16,-8-10 6-16,3 10-7 0,5 0 7 0,-18 0-3 15,7 4-12-15,-5 7 7 0,0 3 1 0,-7 6 3 16,1-1-3-16,4 0 8 0,0 2-4 0,7-3-4 16,2-1 5-16,4 1 0 0,0-1-11 0,3-1-8 15,4 1-6-15,4-3-20 0,6-1-20 16,0-1-36-16,13 3-48 0,-6-8-63 0,11 2-48 15,8-5-49-15,0 0-252 0,-4-5-599 0,7-2 266 16</inkml:trace>
  <inkml:trace contextRef="#ctx0" brushRef="#br0" timeOffset="139435.76">30510 2585 312 0,'1'-11'338'0,"-1"3"-9"15,0 8 2-15,1-11-10 0,-1 11-32 0,-1-10-19 16,1 10-31-16,0 0-35 0,0 0 4 0,0 0 0 16,3 26-10-16,-3-6-14 0,1 8-17 0,0 1-12 15,2 2-21-15,-2 0-9 0,2 2-12 0,-2-3-8 16,2-1-8-16,-3 1-12 0,2-3-18 16,0-1-27-16,-1-6-22 0,5 5-28 0,-3 1-21 0,-2-9-37 15,0 1-34-15,-2-7-49 0,1-11-49 16,0 22-39-16,1-13-59 0,0-1-43 0,-1-8-176 15,0 0-558-15,-6 14 247 0</inkml:trace>
  <inkml:trace contextRef="#ctx0" brushRef="#br0" timeOffset="139769.1">30607 2519 224 0,'13'-15'251'16,"-2"3"0"-16,-3 5-12 0,0 0-16 0,-3 2-12 15,1 2-8-15,-6 3-5 0,13 1-8 0,-5 3-13 16,-1 2-7-16,2 4-10 0,-4-2-16 0,2 4-15 16,-1 4-15-16,-4 2-7 0,-2-1-8 0,1 2-18 15,-5-2-13-15,1 2-12 0,-3-2-9 0,-2-2-16 16,-1 0-9-16,0-2-6 0,0-1-6 0,-1-3-5 16,1 0-19-16,-2-3 8 0,-1-2-2 0,2 0 0 15,-2-1-4-15,6 0 4 0,-3-3 2 16,9 0 1-16,-11 3-4 0,11-3 7 0,-8 0 5 0,8 0-5 15,-9 2-2-15,9-2-1 0,0 0-1 0,-5 4 5 16,5-4 4-16,0 0 10 0,8 13 3 0,-2-3-3 16,2-4 10-16,1 3 5 0,0 1-1 15,1-2-3-15,4 2 0 0,1 1 2 0,-1-1-6 16,5-3-6-16,-1 2-27 0,2-2-24 0,-3 0-40 16,0 0-52-16,2-2-45 0,-1-1-62 0,0 1-247 15,-6-1-524-15,-1-3 232 0</inkml:trace>
  <inkml:trace contextRef="#ctx0" brushRef="#br0" timeOffset="140468.97">30800 2887 153 0,'0'0'243'0,"0"0"-3"0,0 0-4 16,0 0-1-16,0 0-10 0,0 0-4 0,0 0-11 16,0 0-14-16,0 0-11 0,20-16-15 0,-7 10-8 15,3-2-17-15,0 0-10 0,1-2-9 0,0 1-15 16,0-4-4-16,0 2-9 0,1-1-5 0,5-3-5 15,-8 2-5-15,-1-1-17 0,-2 1-2 0,-2 1 1 16,1-2-9-16,-3-3-2 0,-1 2-5 0,-1 1-8 16,-1-1 10-16,-2 4-6 0,-3 0 3 0,0 11 14 15,0-16 5-15,0 16-16 0,-3-13 6 16,3 13 7-16,-6-8-10 0,6 8-1 0,0 0-8 16,0 0 2-16,0 0-11 0,-31 18-3 0,20-6-2 15,-2 1-3-15,3 2-4 0,1-1-7 0,1 0 1 16,3-2-2-16,1 2-4 0,3 0 1 0,1-3-3 15,1 2 2-15,5-3-1 0,-1 2-4 0,3-3 0 16,4 2-15-16,6-2-8 0,-1-2-6 0,4-4-9 16,-1 0 1-16,8 0-18 0,-1-2-5 0,1-1-2 15,-6-2-7-15,0-2 5 0,-1 2 1 0,-2-4-1 16,7-2 8-16,-8 4 1 0,-2-3-1 0,0-2 10 16,1 1 3-16,-5-4-7 0,3-1 18 0,-3-2-1 15,-4 2 2-15,0-1 4 0,-2-1 2 0,-2 0 10 16,-4 2 1-16,-3 0 24 0,0 2 7 0,3 11 11 15,-9-21 12-15,5 13 3 0,4 8 6 0,-9-10-11 16,9 10 1-16,0 0-11 0,-23 1 9 0,23-1-13 16,-27 15 7-16,9-5-8 0,4 4-3 15,-1-1-1-15,-1-1 1 0,6-3-2 0,-1 4-5 16,4-4-6-16,-1 1-1 0,6-1 1 0,-2-2-11 16,4-7-5-16,-5 11 6 0,5-11-15 0,-2 9 4 15,2-9-11-15,0 0 6 0,0 0 0 0,3 16-3 16,-3-16 0-16,9 3 7 0,-9-3-13 0,11 2 12 15,-11-2 8-15,12 2-5 0,-12-2-12 0,0 0 13 16,22 6 1-16,-14-3-3 0,-8-3 2 0,18 13-1 16,-11-4 3-16,3 4-2 0,-3-1-3 0,-1 3 4 15,1 2 1-15,-3 2 6 0,3 6 3 0,-2 1-7 16,-4 1 8-16,1 0-2 0,0 2 4 0,0-6 14 16,-2 3-7-16,-3-7 15 0,-2 4-2 0,1-4 7 15,-2 0-2-15,-2-3 3 0,0 0-4 0,-2-2 0 16,-1-2-13-16,-2 0-5 0,4-4-24 0,0 0-10 15,-1-3-24-15,1-2-24 0,-1 3-37 0,-1-5-56 16,11-1-58-16,0 0-52 0,-24-7-103 0,15 1-199 16,3-4-618-16,6 10 273 0</inkml:trace>
  <inkml:trace contextRef="#ctx0" brushRef="#br0" timeOffset="140669.1">31572 2616 213 0,'0'0'235'0,"5"-4"-5"16,-5 4-2-16,0 0 2 0,0 0-3 0,0 0-13 15,8 25-6-15,-7-11-18 0,0 2-17 0,-1 0-16 16,-1 3-12-16,0 0-15 0,-2-2-10 0,2 0-17 16,-1-2-33-16,0 2-36 0,4 0-38 0,-4-1-51 15,2-4-39-15,2-1-56 0,-1 1-77 0,-1-1-170 16,0-11-428-16,0 0 189 0</inkml:trace>
  <inkml:trace contextRef="#ctx0" brushRef="#br0" timeOffset="140810.26">31630 2439 41 0,'0'0'66'0,"-6"-1"-42"0,6 1-47 0,0 0-22 16,0 0 9-16</inkml:trace>
  <inkml:trace contextRef="#ctx0" brushRef="#br0" timeOffset="141335.9">31866 2602 203 0,'-8'10'284'0,"1"-2"9"0,0 2-6 0,-1-2-11 16,0 0-13-16,3-1-14 0,-2 5-16 0,2-2-18 16,1 0-16-16,2 0-16 0,-1 1-13 0,0-2-12 15,3-9-14-15,-2 17-8 0,2-17-15 0,4 17-6 16,-4-17-10-16,5 13-13 0,-5-13-1 0,9 11-10 16,-9-11-14-16,11 8-6 0,-11-8-3 0,13 6-7 15,-13-6-11-15,14 0-4 0,-14 0 1 0,0 0-3 16,17-3-14-16,-17 3-3 0,10-10 0 15,-6 4-6-15,0-3-2 0,1-1-1 0,-1 2-14 0,-1-3 6 16,1 1 1-16,-1-3-5 0,1-2-2 16,0 0-2-16,-1 3 6 0,2 0-4 0,-1 2 8 15,1 2-9-15,-5 8-1 0,7-11 6 0,-2 6-2 16,-5 5-7-16,14-2 7 0,-14 2-8 0,17 2 10 16,-6 2-1-16,-2 1-11 0,1 1 6 0,2 1 5 15,-5 0 3-15,2 2 1 0,-1 0 4 0,0-2-5 16,1 1 2-16,-4 0 2 0,0-3 5 0,0 1-7 15,-5-6 6-15,0 0-5 0,11 10 7 0,-11-10 5 16,0 0 6-16,0 0 4 0,6 7 16 0,-6-7-4 16,0 0-7-16,0 0 4 0,0 0-7 0,0 0-17 15,10-19 3-15,-8 12-3 0,-2 7-8 0,12-22 0 16,-3 6-1-16,2 1-7 0,1 1 4 0,1 0-4 16,4-5 1-16,-4 6-3 0,5 4-2 0,-4-1-5 15,-1 4 6-15,-3 2-1 0,1 2-7 0,-11 2 7 16,19 2-7-16,-10 2 9 0,2 3-4 0,-3 1 1 15,1 0 3-15,-2 7-3 0,-2-4-29 0,3 4-27 16,-4 3-45-16,-1 0-58 0,-3 2-63 16,0-1-69-16,-7 6-278 0,2 1-629 0,-6-4 278 15</inkml:trace>
  <inkml:trace contextRef="#ctx0" brushRef="#br0" timeOffset="142241.01">29220 3639 93 0,'-13'-5'289'15,"0"1"-13"-15,-6 2 0 0,-1 1-10 0,1 4-18 16,-1 1-18-16,-6 6-13 0,-1 3-19 0,3 2-19 16,0 2-16-16,2 3-14 0,5 1-15 0,3 1-15 15,4-5-11-15,2 2-15 0,2-2 0 0,3-1-12 16,5 3-1-16,2-2-12 0,3-2 0 0,2 0-13 15,0-6-2-15,7 3-5 0,0-3-3 0,-1-2-8 16,7-3-4-16,-3-2 0 0,2 1-6 0,-1-2-5 16,0-1 1-16,-7 0-4 0,2 0 2 0,-3-1-5 15,-3-2 8-15,-2 3-7 0,-1-3-2 0,-6 3 0 16,0 0 0-16,9-10 3 0,-9 10 10 0,0 0-4 16,0 0 0-16,0 0-1 0,-20-11-4 0,7 10-1 15,-6 3 13-15,-2 2-12 0,-7 5-2 0,1 1 9 16,-1 4-9-16,-1 3-5 0,3-1 9 15,3-1-2-15,-1 3 4 0,5-1-2 0,3-2 2 16,3 0-7-16,3 2 3 0,2-3-6 0,4 2 2 16,1-1-3-16,3-3-4 0,4-1 2 0,1 0 0 15,4 0-6-15,4-1 4 0,1-1 3 0,6-3-32 16,2 1-15-16,6-3-18 0,3-3-18 0,-1-4-25 16,2 3-23-16,1-3-23 0,1-3-22 0,-2-1-18 15,1 0-13-15,-1-2-22 0,-4 2 2 0,0-5 10 0,-1 1 3 16,-4-1 12-16,-5 2 8 0,0-4 17 15,-3 1 16-15,0-3 20 0,1-3 2 0,-6 2 19 0,4-5 14 16,-6 5 25-16,-1-1 10 0,2-7 17 16,-4 6 25-16,1-7 32 0,-1 2 15 0,-3 0 19 15,1 4 24-15,-3 1 17 0,0 5 22 0,0 2 38 16,0 4 20-16,-1-1 8 0,1 9 8 16,0 0 3-16,-3-19-12 0,3 19-13 0,0 0-9 0,-1-10-11 15,1 10-20-15,0 0 5 0,0 0 15 0,0 0 7 16,0 0 1-16,4 39-7 0,-3-22-9 0,1 2-9 15,3 7-11-15,-1-1-4 0,-1 0-15 0,-1-6-7 16,2 1-7-16,-1 4-8 0,-1-5-7 0,4-2-28 16,1 1-27-16,-3-1-37 0,0-2-44 0,2-1-32 15,-2-2-42-15,2 4-59 0,-1-6-60 0,-1 0-64 16,-1 0-292-16,-1 0-669 0,-2-10 296 0</inkml:trace>
  <inkml:trace contextRef="#ctx0" brushRef="#br0" timeOffset="142659.09">29568 3785 35 0,'7'-15'287'0,"-2"0"1"0,5 0 0 16,-2 5-1-16,1 1-13 0,1 1-14 16,-3 0-16-16,2 2-23 0,3 2-27 0,-1-2-10 0,2 2-16 15,0 3-21-15,0-1-16 0,2 2-15 16,-4 0-6-16,1 2-16 0,2-1-1 0,-5 3-13 0,2 2-9 15,-2-2-11-15,0 2-9 0,-2 2-7 16,-2 0-18-16,-1 1-16 0,-3 2-10 0,-1 1-15 16,-3 4-15-16,1-3-10 0,-3-3-17 0,0 4-11 15,0-3-13-15,1-3-12 0,2 3-6 0,-2-1 8 16,3-1-3-16,0-1-3 0,1-1 8 0,2 4 4 16,1-5 5-16,2 2 4 0,0-1 12 0,4 0 0 15,1 1 7-15,1-1 3 0,-1-1 13 0,3 1 3 16,2 2 4-16,-2-4 2 0,-3 1 16 0,0 0 2 15,0 0 1-15,0 2 13 0,-3-2 22 0,1 3 28 0,-4-3 8 16,-1 1 16-16,-1-1 9 0,-2-6 3 16,-3 13-2-16,-2-5 0 0,-2-1 4 0,-1 0-5 15,-3 2-5-15,-1-1-2 0,2-2-11 0,-7 3-1 16,5-2-6-16,-4 1-9 0,0-1-10 0,5-1-23 16,0 0-23-16,2-1-34 0,1-3-31 0,3 0-50 15,5-2-74-15,-12 3-92 0,12-3-158 0,0 0-482 16,0 0 213-16</inkml:trace>
  <inkml:trace contextRef="#ctx0" brushRef="#br0" timeOffset="142869.15">30291 3862 2903 0,'11'1'264'0,"-6"-2"-160"0,-5 1-66 15,11 1-6-15,-11-1-1 0,0 0 32 0,16-4 20 16,-16 4 13-16,13 0 15 0,-5 0 21 15,3 0-2-15,-1 0-1 0,2-4-8 0,-12 4-10 16,19-2-9-16,-6 2-5 0,-1-1-16 0,1 1-4 0,0-2-20 16,6 2-36-16,-5-2-40 0,5 1-38 0,0 1-43 15,-5-2-45-15,-2-1-53 0,2-2-66 0,-3 1-67 16,1-4-281-16,3 0-662 0,-1 0 292 16</inkml:trace>
  <inkml:trace contextRef="#ctx0" brushRef="#br0" timeOffset="143088.59">30941 3584 265 0,'0'0'334'0,"0"0"-7"0,0 0 4 0,0 0-2 16,0 0-9-16,0-10-7 0,0 10-26 16,0 0-16-16,0 0-24 0,7-5-22 0,-2 3-21 15,5-2-19-15,3 1-15 0,9-1-17 0,4-3-15 16,1 1-25-16,2 1-21 0,-1 1-41 0,1-2-39 15,0 1-31-15,-10 2-37 0,1 0-29 0,-2 1-30 16,-6 1-44-16,-2 1-35 0,0-3-28 0,-10 3-43 16,12-2-28-16,-12 2-201 0,0 0-534 0,0 0 237 15</inkml:trace>
  <inkml:trace contextRef="#ctx0" brushRef="#br0" timeOffset="143286">31051 3527 91 0,'-12'1'166'0,"2"4"4"0,2-2-1 0,1 2 11 0,-1 2 9 15,0 1 1-15,1 3 18 0,-1 4 12 0,1 1 1 16,2 1-6-16,0 0-10 0,3 8-3 0,-1 0 4 16,2 0-6-16,2-4-8 0,2 4-27 15,-3 1-9-15,1-1 0 0,5 0-14 0,-4-4-1 16,1-4-29-16,3 1-9 0,-3 0-23 0,1-1-15 16,0-1-35-16,1-2-54 0,-4-1-44 0,3-2-50 15,-1 0-56-15,-3-11-73 0,2 16-56 0,0-11-237 16,-2-5-585-16,0 0 258 0</inkml:trace>
  <inkml:trace contextRef="#ctx0" brushRef="#br0" timeOffset="143453.04">31023 3878 52 0,'0'0'253'0,"13"-5"-10"0,-13 5-23 16,13-4-18-16,-4 0-22 0,4 1-27 0,-1-3-53 15,7 3-59-15,1-4-89 0,6-5-74 0,-7 7-91 16,9-7-230-16,-1 5 102 0</inkml:trace>
  <inkml:trace contextRef="#ctx0" brushRef="#br0" timeOffset="143594.94">31494 3766 182 0,'0'0'308'16,"0"0"1"-16,0 0-2 0,0 0 0 0,0 0-20 0,0 0-26 15,0 0-24-15,10 2-26 0,-10-2-25 0,0 0-39 16,0 0-45-16,0 0-41 0,0 0-50 16,0 0-63-16,0 0-67 0,19 0-81 0,-19 0-225 15,0 0-459-15,0 0 204 0</inkml:trace>
  <inkml:trace contextRef="#ctx0" brushRef="#br0" timeOffset="143835.97">31727 3563 152 0,'0'0'326'0,"1"-8"-16"0,-1 8 2 16,0 0-8-16,0 0-2 0,0 0-10 0,5-10-23 15,-5 10-10-15,0 0-1 0,0 0-7 0,0 0-16 16,5 30-12-16,-5-14-13 0,-4 1-17 0,4 8-17 16,-1-7-16-16,0 0-13 0,0 0-27 15,-1 1 1-15,0 0-14 0,0 7-14 0,0-7-22 0,1-1-20 16,-1 0-38-16,2-1-24 0,0-4-37 0,2 1-45 15,-2-2-45-15,0-1-48 0,0-11-59 16,0 16-62-16,0-16-56 0,0 0-231 0,-3 17-644 16,3-17 285-16</inkml:trace>
  <inkml:trace contextRef="#ctx0" brushRef="#br0" timeOffset="144218.88">31742 3598 186 0,'6'-9'282'0,"1"1"-1"16,1-1 0-16,2 1-9 0,-1 1-16 0,1 2-25 16,3 1-17-16,-4 1-18 0,2 1-13 0,2 1-17 15,-2 1-13-15,3 1-16 0,-2 2-13 0,-2 0-9 16,3 1-16-16,-3 0-4 0,-2 2-2 0,1 0-13 16,-2 0-8-16,-3 0-11 0,3 4-2 0,-7-10-2 15,1 12-12-15,-1-2 1 0,0-10-15 16,-8 19 0-16,3-9-5 0,-1-1-11 0,-3 0-12 15,1-1 2-15,2 3-9 0,-2-3-10 0,1 1-4 0,1-1-15 16,2-2 13-16,4-6 1 0,-6 17-1 0,6-7-2 16,0-10-1-16,4 20-8 0,1-11 3 15,0 3-3-15,5-3-6 0,-2 0 10 0,1 0 5 16,5 0-2-16,-4-2 6 0,-1 1-3 0,3-3 8 16,-2 2-5-16,-4-2 1 0,-6-5 1 0,9 7 1 0,-4-3 12 15,-5-4 14-15,0 0 11 0,-2 15-1 16,2-15-5-16,-16 11 1 0,5-5 1 0,-7 0-1 15,0 1 0-15,-2-2-4 0,-2 1-13 0,3-2-15 16,-4-4-42-16,2 4-48 0,-7-4-73 0,10-1-100 16,-9 2-209-16,8-2-527 0,1-2 232 0</inkml:trace>
  <inkml:trace contextRef="#ctx0" brushRef="#br0" timeOffset="144350.28">32008 3859 37 0,'15'1'365'0,"-15"-1"-41"0,9 0-30 0,-9 0-37 16,8 3-46-16,-8-3-58 0,0 0-71 0,0 0-74 15,0 0-94-15,0 0-189 0,-30 15-297 0,15-8 132 16</inkml:trace>
  <inkml:trace contextRef="#ctx0" brushRef="#br0" timeOffset="144870.12">28962 4609 81 0,'4'-7'309'15,"-1"3"2"-15,-3 4 23 0,0 0-21 0,0 0-17 16,0 0-21-16,-9-10-12 0,9 10-21 0,-12 1-18 16,1 3-3-16,-5 4-18 0,0 4-7 0,-9 3-8 15,5 2-7-15,-2 4-12 0,2 0-25 0,-1 1 0 16,6-2-18-16,0 1-7 0,5-5-10 0,1 1-12 15,2 1-9-15,1-1-16 0,3-1-6 0,2-4-20 16,2 2-18-16,4 1-25 0,3-1-23 0,3-1-28 16,2-1-30-16,4-5-40 0,0 0-43 0,2-2-45 15,10-3-59-15,0-2-52 0,3-2-45 0,-2 0-184 16,-2-2-591-16,3-5 262 0</inkml:trace>
  <inkml:trace contextRef="#ctx0" brushRef="#br0" timeOffset="145014.34">29210 4836 2 0,'5'-4'370'0,"-1"0"-30"15,-4 4-21-15,5-7-5 0,-5 7-2 0,3-6-7 16,-3 6-9-16,0 0-3 0,2-7-6 0,-2 7-21 16,0 0-13-16,0 0-23 0,0 0-23 0,0 0-24 15,2-7-26-15,-2 7-31 0,0 0-46 0,0 0-50 16,0 0-53-16,0 0-40 0,0 0-55 0,0 0-61 16,0 0-73-16,0 0-76 0,9 16-241 0,-9-16-614 15,0 0 272-15</inkml:trace>
  <inkml:trace contextRef="#ctx0" brushRef="#br0" timeOffset="145286.97">29508 4625 210 0,'0'0'310'0,"3"-11"-4"0,-3 5 14 0,0 6 9 16,0 0-11-16,0-16-8 0,1 9-7 0,-1 7-14 15,1-7-7-15,-1 7-17 0,0 0-19 0,2-9-21 0,-2 9-24 16,0 0-19-16,0 0-19 0,2-6-19 0,-2 6-19 16,0 0-10-16,0 0-10 0,0 0-10 0,8 26-16 15,-7-14-4-15,1 2-3 0,0 2-7 16,2 2-7-16,-3-1-6 0,3-1-5 0,0 2-7 16,-3-1-36-16,4 0-22 0,0-1-31 0,-1 0-35 15,0 0-59-15,-3-3-40 0,2-2-53 0,-2 1-56 0,0-3-64 16,-1 5-307-16,-4-4-718 0,0 0 319 15</inkml:trace>
  <inkml:trace contextRef="#ctx0" brushRef="#br0" timeOffset="145669.99">29513 4593 166 0,'8'-11'287'16,"2"-3"-3"-16,-2 5 2 0,-2-1-1 0,3 2-22 15,0 1 4-15,-3 1-34 0,2 1-19 0,2 0-17 16,-2 4-19-16,1-3-20 0,2 5-24 0,-3 0 8 16,0 2-20-16,-8-3-10 0,15 9-19 0,-7-2-5 15,1 0-8-15,-2 1-6 0,1 2-9 0,-3 0-5 16,2 3-19-16,-2-4-5 0,-4 2-19 0,2 5-18 16,0-4-7-16,-3-2-23 0,3 1-6 0,-3-2-20 15,0-1-10-15,0-1-9 0,1 1 4 0,-1-8 2 16,4 15 1-16,-2-11 1 0,1 3 2 0,1-2 7 15,1 0 3-15,0 1 6 0,0-2 6 0,2 1 3 16,-1-1 4-16,-1 1 3 0,0-1 6 0,0 2 0 16,2-2 7-16,-2-1 1 0,-1 3 8 0,0-2 13 15,-3 3 20-15,3-1 18 0,-4-6 11 0,1 10 1 16,-1-10-1-16,-3 14-1 0,0-8 1 0,-3 0-10 16,-1 2-6-16,-2-1-8 0,0-2-15 0,0 2-17 15,-1 0-28-15,-2 0-26 0,2-1-32 0,-1 1-43 16,3-5-58-16,1 2-62 0,-3-1-159 0,10-3-447 15,-11 3 199-15</inkml:trace>
  <inkml:trace contextRef="#ctx0" brushRef="#br0" timeOffset="145885.93">30224 4683 290 0,'11'-2'340'0,"-6"0"-25"0,-5 2-8 0,8-1-13 0,-8 1-4 16,8-1-8-16,-8 1-10 0,14-1-18 0,-7 1-18 16,1-2-21-16,3 2-21 0,0 1-18 0,0-1-17 15,2 0-24-15,-1 1-10 0,2-1-23 0,-3 0-38 16,1-2-57-16,2 3-58 0,-3-1-67 16,-11 0-74-16,19-4-104 0,-12 4-271 0,-7 0-614 0,15-3 272 15</inkml:trace>
  <inkml:trace contextRef="#ctx0" brushRef="#br0" timeOffset="146553.25">30904 4777 301 0,'0'0'363'0,"0"0"-22"0,0 0-8 15,0 0-13-15,0 0-23 0,18-12 1 0,-15 3-17 16,5-1-27-16,5-3-21 0,-2-1-19 16,3 0-7-16,2-6-20 0,-2 5-9 0,-1 1-12 15,2-2-14-15,0-4-15 0,-3 4-6 0,3-6-11 16,-6 8-7-16,0 1-2 0,1-3-10 0,-2 1-8 16,-3-2-13-16,1 2-6 0,-1 0-2 0,-1-2-1 15,-1 7-6-15,-3-2 12 0,1 2-9 0,-1 0 9 16,0 2-4-16,0 8-1 0,0-12-2 0,0 12-1 15,-3-9-22-15,3 9-7 0,0 0-5 0,-1-10 0 16,1 10-4-16,0 0-4 0,0 0-1 0,-1-6-3 16,1 6-4-16,0 0-3 0,0 0-5 0,0 0-2 15,0 0-2-15,0 0-2 0,0 0 0 0,0 0 1 16,0 0 1-16,0 0-3 0,0 0-1 0,0 0 1 16,0 0-4-16,0 0 2 0,0 0 0 0,0 0-2 15,0 0 0-15,0 0 1 0,1-9-2 0,-1 9-1 16,0 0 1-16,0 0 1 0,0 0-1 0,0 0 4 15,0 0-2-15,0 0 2 0,0 0-5 0,0 0 7 16,0 0-6-16,0 0 0 0,0 0 0 0,0 0 2 16,0 0 0-16,0 0-1 0,0 0 1 0,0 0-1 15,0 0 0-15,0 0 3 0,0 0-2 0,0 0 0 16,0 0-1-16,0 0 0 0,0 0-3 0,0 0 6 16,0 0-2-16,0 0-2 0,0 0-2 0,0 0 1 15,0 0-3-15,0 0 4 0,0 0-3 0,0 0 4 16,-4 28-1-16,3-18-4 0,-1 6 4 0,0 2 3 15,0-1-2-15,2 11 2 0,-4 1 3 0,5 2 1 16,-1-3 1-16,2 2 2 0,-2-1 3 16,0-2-2-16,1-1-2 0,-1-7 3 0,1 0-1 15,-1 0 1-15,0-2-3 0,3 0 0 0,-3-1 2 16,2-1-1-16,-2-5-1 0,0 2-3 0,-2-1 1 16,2-3-4-16,0 1-22 0,0-1-25 0,-2-1-33 0,2-7-35 15,-2 14-38-15,-1-9-30 0,3-5-33 0,-5 10-44 16,1-6-33-16,4-4-42 0,-10 5-38 15,4-3-33-15,6-2-237 0,0 0-693 0,-17-2 306 16</inkml:trace>
  <inkml:trace contextRef="#ctx0" brushRef="#br0" timeOffset="146919.76">31044 4459 2 0,'1'-18'227'16,"3"4"0"-16,0 2-3 0,1 3 8 0,3 1-5 15,-2 1-7-15,3 1-11 0,-2 2-3 0,4 0-7 16,-1 4-8-16,3 0-15 0,-1 5-5 0,1 0-18 16,2 3-11-16,-1 1-9 0,0 1-16 0,-3 3-4 15,-3-3-16-15,2 3-10 0,-3-3-2 0,-3 2-11 16,-1-2-8-16,-1 3-18 0,-1-2-3 0,-2 1-11 16,-3-2-12-16,0 3-3 0,-4-1 8 0,-3 1-15 15,2-4-5-15,-1-2 1 0,-1-2 1 0,1 1-4 16,2-1-3-16,1-1 3 0,-1-1-1 0,0-3 0 15,8 0 8-15,-10 4 0 0,10-4-2 0,-9 1 7 16,9-1-4-16,0 0-7 0,-9 0 5 0,9 0 1 16,0 0-7-16,0 0-2 0,0 0 3 0,7 17 4 15,-3-12-6-15,3 2 2 0,0 0-1 0,0-1 4 16,2 2-18-16,3 1-18 0,2-1-20 0,1 0-26 16,-1 2-25-16,5-1-20 0,-1-3-27 0,1-2-29 15,2 1-20-15,-1-3-28 0,1 0-13 0,-1-1-9 16,-2 2-154-16,1-3-430 0,-2-2 190 0</inkml:trace>
  <inkml:trace contextRef="#ctx0" brushRef="#br0" timeOffset="147058.07">31532 4666 107 0,'6'-3'142'0,"-6"3"6"16,5-4 6-16,-5 4 3 0,0 0 5 0,5-4-3 16,-5 4-12-16,0 0-11 0,0 0-12 0,0 0-12 0,0 0-10 15,0 0-11-15,0 0-9 0,0 0-14 0,0 0-22 16,11 8-29-16,-11-8-34 0,0 0-36 0,8 3-44 15,-8-3-46-15,12-3-131 0,-12 3-298 0,13-4 132 16</inkml:trace>
  <inkml:trace contextRef="#ctx0" brushRef="#br0" timeOffset="147319.76">31820 4387 5 0,'3'-11'256'0,"-2"4"20"15,-1 7 14-15,2-10 3 0,-2 10-3 0,0 0-17 16,5-14-17-16,-5 14-19 0,0 0-24 0,0 0 5 16,0 0 13-16,0 0-6 0,0 0-8 0,0 0 0 0,4 31-13 15,-5-15-14-15,0-1-13 0,2 2-17 16,-2 0-15-16,-1 1-11 0,1 1-13 0,2-2-11 16,-2-1-12-16,2 3-9 0,-2-3-7 0,1 1-10 15,0-1-18-15,0-4-38 0,1 1-39 0,-1-2-30 16,2-2-48-16,-2-9-39 0,1 19-38 0,0-10-42 15,-1-9-45-15,0 0-41 0,1 22-43 0,1-18-237 16,-2-4-634-16,0 0 280 0</inkml:trace>
  <inkml:trace contextRef="#ctx0" brushRef="#br0" timeOffset="147685.97">31852 4381 104 0,'5'-10'242'0,"3"-1"11"15,2 3 6-15,-1-1 21 0,2 3-8 0,0 1-19 16,1 0-15-16,6 2-4 0,0 2-17 0,-5-1-9 16,6 5-31-16,-4 1 2 0,-1-1-26 0,-3 1-9 15,0 2-11-15,1 0-19 0,-3-1-12 0,0 2-1 16,-3 2-11-16,0-1-3 0,-3 1-9 0,-1 1-8 16,-3 1-9-16,1-11-4 0,-5 22-30 0,-2-12 10 15,0-1-6-15,-3 3-17 0,0-1-9 0,-1-4-17 16,2 2-9-16,0-2-5 0,3 1-20 15,1 0-12-15,0 0-9 0,5-8 4 0,-7 10-4 0,7-10-1 16,-5 10 2-16,5-10 1 0,0 0-14 0,7 14 11 16,-3-8 1-16,1 1 3 0,2-1 0 0,2 3 5 15,-1-3 7-15,1 4 6 0,-3-3 1 0,3 0 6 16,-2 2 5-16,-2 1 2 0,0-3 7 0,-5-7 8 16,1 15 14-16,-1-15 9 0,-4 16 1 0,-2-7 4 15,-2-1 0-15,-4 4 1 0,-3-2-4 16,3-1-1-16,-2-2-18 0,-3 0-20 0,-1-1-42 15,0 1-56-15,3-5-87 0,-7 5-213 0,4-4-463 16,-1-3 205-16</inkml:trace>
  <inkml:trace contextRef="#ctx0" brushRef="#br0" timeOffset="147844.49">31994 4681 3860 0,'6'-3'214'0,"2"2"-161"0,-8 1-19 0,10-2-8 15,-10 2 13-15,8-2 0 0,-8 2 7 0,5-7-15 16,-5 7-13-16,1-7-36 0,-1 7-23 0,0 0-46 16,0 0-72-16,0 0-85 0,-14-10-118 0,1 7-214 15,0 2-622-15,-7 3 276 0</inkml:trace>
  <inkml:trace contextRef="#ctx0" brushRef="#br0" timeOffset="-213543.36">28686 5682 11 0,'0'0'213'15,"-10"-1"5"-15,10 1-2 0,0 0 1 0,-10-2-2 16,10 2-10-16,0 0-11 0,0 0-14 0,-8-1-6 16,8 1-13-16,0 0-5 0,0 0-4 0,0 0-15 15,0 0-5-15,0 0-22 0,0 0-8 0,0 0-20 16,0 0-2-16,0 0-10 0,0 0-7 0,26-6-8 15,-14 4-7-15,5-1-12 0,4-1-10 0,-1 0-9 16,1 1-18-16,0 0-25 0,-2-2-24 0,-5 4-24 16,3 0-23-16,-4 0-15 0,-2 1-18 0,-1-2-18 15,-3 2-9-15,-7 0-10 0,15-1-1 16,-7 0 10-16,-8 1 10 0,10 0 9 0,-10 0 11 0,0 0 22 16,0 0 14-16,0 0 5 0,0 0 20 0,0 0 23 15,0 0 7-15,0 0 13 0,0 0 21 0,0 0 19 16,0 0 4-16,0 0 13 0,-33-1 16 0,33 1-2 15,0 0 0-15,-10 2 8 0,10-2 5 16,-8 9 11-16,6-3 12 0,-1 4 17 0,0 2-2 16,1 4-5-16,-1 3 6 0,3 1 1 0,-1 5-10 0,0-6 1 15,1 5-3-15,1 2 10 0,-2-8-11 0,2 0-6 16,0 0-3-16,-2 0 1 0,2-3-7 0,1 1 4 16,1 0-4-16,0 0-18 0,0-5-8 0,0 1 5 15,1-2-8-15,-1 0 0 0,-2-1-6 0,1 0 1 16,1-2-9-16,-3-7-15 0,3 10 2 0,-3-10-9 15,1 6-11-15,-1-6-4 0,0 0-1 0,0 0-10 16,-4 9-6-16,4-9-11 0,0 0-3 0,-19 3 5 16,9-5 1-16,10 2 3 0,-19-3-3 0,10 2 4 15,-2-2 8-15,3 0 2 0,0 1 2 0,0 0 3 16,8 2 6-16,-10-4 5 0,4 2 0 0,6 2 7 16,0 0-2-16,-9-3 6 0,9 3-7 0,0 0-1 15,0 0-5-15,0 0 5 0,0 0-1 0,0 0 0 16,0 0 0-16,0 0 3 0,0 0-5 0,30 2-6 15,-12-4-20-15,1 0-23 0,3 1-36 0,6-2-39 16,1-3-37-16,1-1-52 0,0 1-169 16,-1-1-415-16,-1 0 184 0</inkml:trace>
  <inkml:trace contextRef="#ctx0" brushRef="#br0" timeOffset="-213276.72">29246 5672 125 0,'-3'-7'295'0,"-2"1"-9"0,5 6-13 0,-3-9-17 0,3 9-16 16,-4-7-23-16,4 7-16 0,0 0-13 0,0 0 3 15,0 0-11-15,-13 18-3 0,9-3-13 0,-3 2-3 16,4 1 1-16,0 3-14 0,2 6-24 16,-2-3-6-16,3 1-5 0,0-6-9 0,2 6-17 0,-2-1-1 15,1-4-7-15,0-2-14 0,2 0-2 16,-3 1-6-16,3 0-5 0,-1 0-11 0,-1-3-29 15,2 0-28-15,-2 1-21 0,0-1-31 0,-1-3-36 0,-1-2-32 16,0 0-43-16,-4 0-37 0,5-11-44 16,-8 21-33-16,0-10-200 0,1-3-534 0,-5-2 237 15</inkml:trace>
  <inkml:trace contextRef="#ctx0" brushRef="#br0" timeOffset="-213127.52">29069 5957 114 0,'8'-6'181'0,"4"2"-22"16,-1-1-17-16,6 0-15 0,2-1-14 16,3 0-32-16,-2 2-19 0,10-4-24 0,0 0-41 15,6-2-35-15,-1 1-26 0,-2 0-88 0,-1 3-165 16,-4-2 72-16</inkml:trace>
  <inkml:trace contextRef="#ctx0" brushRef="#br0" timeOffset="-212906.64">29701 5665 168 0,'-4'-12'273'0,"4"12"-9"0,3-10-9 0,-3 10-14 16,0 0-15-16,0 0-13 0,1-12-23 0,-1 12-17 15,0 0-16-15,0 0-18 0,0 0-13 0,0 0-6 0,0 0-3 16,0 0 11-16,0 34-2 0,-1-15-16 16,-4 5-8-16,3 2-9 0,1-1-3 0,0 1-14 15,1-2-3-15,0 1-10 0,1-2-7 0,-1-4-3 16,0 0-3-16,0-1-4 0,-2 1-4 0,2-1-18 15,0-1-29-15,-3-1-24 0,4-4-29 0,-2 2-39 16,1-14-34-16,-3 25-41 0,1-14-35 0,2-11-47 16,0 19-220-16,0-19-513 0,-7 14 228 0</inkml:trace>
  <inkml:trace contextRef="#ctx0" brushRef="#br0" timeOffset="-212656.39">29683 5683 19 0,'14'-11'206'16,"0"-1"-9"-16,-4 5-1 0,7-1-7 0,-5 1-8 15,-1 3-20-15,2 2-12 0,0 1-7 0,-2 2-7 16,-1 1-8-16,1 4 6 0,-1 0 1 0,-3 1-5 16,1 3 0-16,-1 0-6 0,-4 3-7 0,2-1-6 15,-3 4-9-15,-4-1-11 0,-3 1-7 0,-1 2-9 16,-2-4-19-16,-1 0-22 0,-3 0-24 0,0 0-30 15,2 2-31-15,-5-4-44 0,0-2-48 0,0 1-33 16,4-4-61-16,-5 1-145 0,6-4-414 0,10-4 184 16</inkml:trace>
  <inkml:trace contextRef="#ctx0" brushRef="#br0" timeOffset="-211958.76">29907 5670 2455 0,'5'-10'203'0,"-2"0"-131"0,0 3-18 15,0 1-11-15,-1 0-10 0,-2 6-12 0,4-10-2 16,-4 10 5-16,3-4 5 0,-3 4 9 0,0 0 15 16,0 0 18-16,0 0 1 0,6 17 6 15,-5-4-12-15,2 3-1 0,0 0-10 0,-1 3 6 0,1-2-12 16,0 2-3-16,1 0-1 0,0 0-4 0,-1-2-5 16,1 0-3-16,-1-2 0 0,1 1-5 0,-1-6-1 15,-2 0-1-15,4 1-2 0,-4-2-7 0,1-1 2 16,-2-1 1-16,0-7-4 0,2 10-1 15,-1-6-1-15,-1-4 5 0,0 0-9 0,2 7 0 16,-2-7-7-16,0 0 1 0,0 0-11 0,0 0-13 0,0 0-7 16,0 0-3-16,0 0-6 0,13-18 1 0,-8 8-3 15,2-1-1-15,1 1 2 0,4-3 1 0,2 0 6 16,-3 0 4-16,-1 6 1 0,0-1-4 0,0 3 5 16,-1 1-1-16,-2 2 4 0,-1 2 8 0,-6 0 23 15,15 3 10-15,-4 1-3 0,-5 1 5 16,2 0-3-16,-1 2-1 0,3 1-1 0,-4-1 2 0,3 1-4 15,-1-2-2-15,1-1 1 0,-2 2-4 0,0-3 4 16,-2 1-2-16,1-3 0 0,2 1-4 0,-3 0 3 16,-5-3 1-16,13 4-3 0,-6-4-3 15,-7 0 4-15,12-3-1 0,-12 3 6 0,12-5-3 16,-7 2-4-16,1-1-4 0,-2-2 3 0,1-1 0 16,-1 2 3-16,1-4-6 0,0 3 0 0,-1 1 10 0,-4 5-20 15,6-11 7-15,-6 11 1 0,4-5-1 0,-4 5-8 16,3-5 0-16,-3 5-6 0,0 0 9 0,0 0 2 15,0 0 0-15,0 0-2 0,15 7 3 16,-9-4 0-16,-6-3-4 0,11 3 5 0,-4 1-1 16,0-1 2-16,4-1-4 0,1-1 7 0,2 0 0 15,1-1 2-15,0-1-4 0,2-1 3 0,2 1-1 0,-1-2-1 16,-1-2 2-16,-6 0 1 0,1 3-2 0,-2-3-2 16,-1 0 0-16,1-2 2 0,-1 0-3 0,-3 0 4 15,0 1 8-15,1-1-5 0,-2-4 6 16,0 3-5-16,1-1 10 0,-3 1 1 0,0 0 1 15,-3 8 26-15,4-9-10 0,-4 9-10 0,2-6 2 16,-2 6-1-16,0 0-1 0,0 0 4 0,0 0 2 0,0 0 10 16,5 21-2-16,-11-6 3 0,6 3-8 0,-4 1 2 15,0 9-2-15,1-4-2 0,-1-5-3 16,-2 9-3-16,5-2-6 0,-1 0 4 0,0-6-7 16,4 5-17-16,-1-1-23 0,1-5-33 0,0 1-26 15,3-2-34-15,-2 1-53 0,2-2-61 0,1-3-72 0,-1 2-64 16,-4-3-198-16,2-3-610 0,-3-10 270 0</inkml:trace>
  <inkml:trace contextRef="#ctx0" brushRef="#br0" timeOffset="-211577.44">30588 5967 34 0,'3'-13'247'0,"4"-3"-16"0,2 2-11 0,0-3-4 16,1 1-8-16,6-5-7 0,-1 0-3 0,2-3-14 15,-1 4-16-15,1-2-9 0,2-1-5 0,-4-1 22 16,2-2-16-16,0 2-13 0,-1-2-7 0,1 2-8 16,-3 0 3-16,-3 8-24 0,-3 1-4 0,-2 4 3 15,1 1 11-15,-2 1-8 0,-3 1-1 0,1 3-3 16,1 1-7-16,-4 4 1 0,2-9-23 0,-2 9-17 16,0 0-7-16,0 0-7 0,0 0-10 0,0 0-1 15,0 0-14-15,-28 20 0 0,19-8-9 0,0 0-27 16,2 0 6-16,-3 2-11 0,4-2-3 0,4-1-4 15,-1 2-1-15,2 3-2 0,1-4 11 0,4 3-10 16,-2-3-14-16,5 3 20 0,2-1-3 0,-4-4-4 16,3 2 12-16,-2-3 1 0,-1 2 1 0,4-2 2 15,-3 0 4-15,-1 1-17 0,1 0 18 0,-3-3-5 16,0 1 8-16,2-2-5 0,-2-1 0 0,-2 2 3 16,-1-7-8-16,0 10-14 0,0-10-20 0,-1 12-30 15,1-12-34-15,-6 7-47 0,6-7-59 0,-11 10-66 16,2-6-242-16,1-1-567 0,8-3 251 0</inkml:trace>
  <inkml:trace contextRef="#ctx0" brushRef="#br0" timeOffset="-211376.73">30983 5624 168 0,'0'0'299'0,"5"-7"-31"0,-5 7-23 0,5-3-14 16,-5 3-12-16,0 0-3 0,0 0 4 0,0 0-2 15,9 10-5-15,-7-3-24 0,2 2-12 0,-1 1-17 16,3 7-15-16,-3-6-9 0,1 6-16 0,1-1-13 16,-1 1-9-16,1-1-19 0,-1 0-44 0,-1-1-19 15,0-4-46-15,1 2-53 0,-1-1-55 0,-3 0-72 16,1-2-65-16,-1 0-196 0,0-10-509 16,-4 17 225-16</inkml:trace>
  <inkml:trace contextRef="#ctx0" brushRef="#br0" timeOffset="-211211.77">30886 5510 67 0,'-4'-5'227'16,"1"-1"-32"-16,3 6-24 0,0 0-17 0,0 0-23 15,0 0-38-15,0 0-44 0,0 0-48 0,0 0-53 0,4 22-121 16,4-11-188-16,7-1 84 0</inkml:trace>
  <inkml:trace contextRef="#ctx0" brushRef="#br0" timeOffset="-210992.49">31278 5583 112 0,'0'0'247'0,"0"0"-4"0,0 0-3 0,-24 0-6 15,24 0 0-15,-21 6-7 0,8 0-5 0,2 3 1 16,-3 1-3-16,0 5-19 0,0-1-11 0,4 2-6 15,-3 1-11-15,3-1-9 0,2 0-14 0,-1 1-16 16,4 2-16-16,2 0-6 0,1-4-6 0,2 0-18 16,1-3-16-16,3 4-7 0,0-5-16 0,2-2-25 15,2 2-22-15,6 0-40 0,0-1-29 0,3-4-44 16,3 1-48-16,7-1-43 0,2-7-39 0,-1-2-33 16,-7 0-217-16,8-4-531 0,-1 0 235 0</inkml:trace>
  <inkml:trace contextRef="#ctx0" brushRef="#br0" timeOffset="-210609.53">31577 5683 106 0,'2'-10'195'0,"-4"0"-2"16,1 2 11-16,1 8-2 0,-7-9 0 0,2 6 1 15,5 3-13-15,-17 4-1 0,1 2 5 0,0 4-9 16,-1-1-7-16,0 5 4 0,-1 3-9 0,-2 0-18 16,5-3 1-16,1-2-19 0,2 2-5 0,3-4-18 15,3 0-9-15,1 1-6 0,1-1-18 0,1-1-15 16,3-9 7-16,1 15-7 0,-1-15-5 0,3 13-11 15,-3-13-2-15,8 9-7 0,-2-5 5 0,-6-4-19 16,14 3 3-16,-6-3-6 0,0-1-5 0,2 1 2 16,0-2-2-16,-4 0-1 0,2-4-6 0,2 1 1 15,-2-1 0-15,0-2 4 0,0 2-5 0,-2-3-3 16,0 1 0-16,-2-2-7 0,1 1 4 0,-2 2-9 16,-1 0 20-16,-2 7-15 0,5-7 4 0,-1 3 13 15,-4 4 3-15,0 0-5 0,0 0 6 0,4-6 0 16,-4 6 6-16,0 0 13 0,0 0 1 0,4 19 5 15,-3-9-2-15,-1-1 2 0,0 4-9 0,1-2-6 16,1 1-3-16,0 1 1 0,2 2-9 0,0 0 1 16,-2-5-18-16,3 1-18 0,2 0-27 0,-2 0-30 15,1-3-30-15,2 1-36 0,2-3-45 0,0 0-44 16,1-3-54-16,1 0-63 0,0-1-234 0,-12-2-624 16,25-6 276-16</inkml:trace>
  <inkml:trace contextRef="#ctx0" brushRef="#br0" timeOffset="-210408.76">31885 5473 224 0,'2'-10'299'0,"-4"-3"8"0,2 5 7 0,2 0-7 16,-2 8-6-16,1-10-12 0,-1 10-17 0,0 0-19 16,0 0 1-16,0 0 0 0,0 0-12 0,0 0-5 15,-3 39-16-15,-1-20-21 0,-1 7-15 0,-1 0-19 16,1 3-16-16,2-3-11 0,-4 3-14 0,3 1-30 15,0-1-27-15,1 0-43 0,-1-1-44 0,2-1-57 16,2-1-56-16,-2 0-45 0,1 1-52 0,-1-3-67 16,-1 0-60-16,-2-5-251 0,0-2-659 0,-1 0 292 15</inkml:trace>
  <inkml:trace contextRef="#ctx0" brushRef="#br0" timeOffset="-208260.75">28560 6517 254 0,'-7'-15'252'0,"2"3"-11"15,0 3-3-15,1 1-1 0,0-1 0 0,1 2-3 0,0 2-21 16,3 5-27-16,-6-7-14 0,6 7-26 0,-2-7-17 15,2 7-8-15,0 0-9 0,0 0-7 0,2 26-14 16,2-11-4-16,-3 11-6 0,3 0-12 16,-1-3 0-16,1 5-10 0,0-4-10 0,0 2 3 0,-3-8-7 15,1 2-5-15,1-1-7 0,-1 0-2 0,0-5 0 16,-2-1-3-16,2-3-6 0,-1 1 2 0,0-4-5 16,-1 0 6-16,0-7-1 0,0 8-3 0,0-8 14 15,2 9 10-15,-2-9 5 0,0 0 10 0,0 8 7 16,0-8 13-16,0 0-19 0,0 0 3 15,0 0-21-15,0 0-12 0,0 0 0 0,0 0-29 0,12-25 1 16,-7 16-6-16,5-4-10 0,1 4 1 0,3-3-4 16,0 1 2-16,1 1 0 0,3 6-1 0,-1-2 0 15,0 3-7-15,0 2 4 0,-3 4 1 0,-1-1 3 16,0 3 3-16,3 2 4 0,-4 0-4 0,-2 0 0 16,-1 2-3-16,-2 1-3 0,-1 2 4 0,-2 2 3 15,-3-1 1-15,-4 2 2 0,-2 2 4 0,-1-1 1 16,-4 1 2-16,-3-3-1 0,0 2 12 0,-7 3-11 15,0-4 3-15,-1 0-9 0,3-6 5 0,-1 0-4 16,0-2 11-16,2-1-20 0,-2-1-15 0,2-3-29 16,-1-2-21-16,-1-3-44 0,8 0-45 0,-2 0-48 15,3-2-46-15,1-1-33 0,1 0-176 0,3-4-510 16,2 1 226-16</inkml:trace>
  <inkml:trace contextRef="#ctx0" brushRef="#br0" timeOffset="-207393.37">28906 6628 92 0,'4'-3'240'16,"-4"3"0"-16,6-3-7 0,-6 3 0 0,5-4-2 15,-5 4-11-15,0 0-14 0,0 0-15 0,0 0-14 16,0 0-9-16,0 0-17 0,0 0-5 0,-21 23-8 16,18-12-14-16,1 0-6 0,-4 3-13 0,1-2-9 15,3 3-12-15,0 1-3 0,0-1-12 0,3 1-5 16,2-4-8-16,-1-1 0 0,3 0-9 0,-1-3-12 15,3 3-7-15,0-4-14 0,0 1-5 0,2-4-11 16,-2 2-2-16,4-3 4 0,-1 2-6 16,-2-4 3-16,2-2 1 0,-10 1-1 0,14-5-2 0,-5 0-1 15,1 0 4-15,-1-3 6 0,-3 0-5 0,2-1 11 16,-2 0-12-16,-2-1 4 0,1 0 6 0,-2-1 4 16,-2 2-1-16,2-1 1 0,-2 0-1 0,-1 1 9 15,0 1 0-15,0 8 4 0,0-12 9 0,0 12-4 16,-3-10 2-16,3 10-3 0,0 0-9 0,0 0-5 15,2-8 4-15,-2 8-9 0,0 0 10 0,0 0 6 16,0 0-8-16,-4 32-4 0,4-20 0 0,-1 5 0 16,-1-2 0-16,2-2 4 0,0-4-10 0,0 4 2 15,2 0-3-15,0-3-3 0,-1-3 6 0,3 3-2 16,-1 1 1-16,-1-6-6 0,2 0-1 0,1 1-10 16,-1-2 3-16,3 0-4 0,-1-3 4 0,-6-1 0 15,19-4-6-15,-9 0-1 0,2 0-6 0,1-2 2 16,-2-1 1-16,2-1 5 0,-3 0 1 0,-2 0 1 15,1-4-2-15,0 0 3 0,-3 0 1 0,-1 2-8 16,0-7 6-16,-1 0-2 0,-1 0 2 0,-2-1-1 16,-1 3 2-16,0 2 3 0,-1-3-2 0,1 5 2 15,-2 1 0-15,1 0-1 0,1 10 7 0,-1-12 3 16,1 12-2-16,-3-11-1 0,3 11-11 0,0 0 2 16,0 0 3-16,0 0 5 0,0 0 2 0,0 0 7 15,8 22-11-15,-6-5 10 0,1-1-3 0,0 3-1 16,2 0 1-16,-1 0-1 0,6 5-2 0,-4-1 10 15,1 1-8-15,2 1 7 0,-4-7-10 0,2 1 4 16,0-2-2-16,-3-4-2 0,1 2 1 0,-1 1 0 16,-1-6 5-16,0 2-8 0,1-3-1 0,-1 1-10 15,-1-3-3-15,-1-3-4 0,-1-4 3 0,3 10 1 16,-3-10 1-16,2 7-3 0,-2-7-3 0,0 0-2 16,0 0 0-16,5 2 2 0,-5-2-11 0,0 0 2 15,13-11 6-15,-7 3 1 0,2 1 1 0,6-4 0 16,-1-4 3-16,6-4-1 0,-6 4 2 0,7-6 2 15,-4 6 2-15,3-4-1 0,-6 5 0 0,-1 0 6 16,1-1-5-16,-4 2 3 0,1 0 5 0,-3 1 0 16,-1 2-2-16,-1 0 6 0,-2-2 0 0,-1 2 9 15,0 0 4-15,-2 0 8 0,-2 0 3 0,2 10 2 16,-2-15 5-16,1 8 9 0,-2 1-7 0,3 6 7 16,-6-7 1-16,2 2 1 0,4 5 4 0,-7-6-8 15,7 6 8-15,0 0-13 0,-14 6-5 0,7 0-4 16,0 2-4-16,2-1 4 0,-2 4-6 0,0 4-4 15,3-3-1-15,0 3-1 0,2-3 1 0,0 5-17 16,2-5-23-16,2 3-23 0,2 1-24 0,1-1-26 16,1-1-32-16,2-3-37 0,-1-1-47 0,4-2-38 15,3 2-42-15,-5-3-156 0,4-3-490 0,-1 1 217 16</inkml:trace>
  <inkml:trace contextRef="#ctx0" brushRef="#br0" timeOffset="-206899.72">29870 6670 177 0,'0'-7'273'0,"0"7"-4"16,0 0-3-16,-2-14-12 0,2 14-19 0,0 0-14 15,-3-3-13-15,3 3-6 0,0 0-9 0,0 0-16 16,-13 17-12-16,10-8-18 0,3 1-9 0,-1 1-13 16,1 0-14-16,0 0-8 0,3 2-13 0,0-3-4 15,2 0-12-15,1-1-11 0,0 1 0 0,0-3-5 16,1 2 3-16,2-1-6 0,-3-6-5 0,3 4-8 15,0-3 1-15,0-3-3 0,1 3 0 0,-1-3-6 16,3-1 5-16,-12 1-13 0,16-3 7 0,-7-1-7 16,0 0-7-16,-1-2-5 0,1 0 0 0,0 1-5 15,-4 0 0-15,0-3-1 0,0-1-4 0,-1 5 1 16,-1-4-1-16,-1 1 2 0,2 0-3 0,-3 0-8 16,-1 7 4-16,3-10 0 0,-3 10 8 0,0-9-3 15,0 9-11-15,0 0-13 0,2-6-3 0,-2 6 4 16,0 0 5-16,0 0 3 0,0 0-6 0,0 0 11 15,0 0-9-15,10 18 12 0,-6-12 2 0,0 1-12 16,2-3 0-16,-1 0 3 0,3 3 6 0,1-1-7 16,-1-3 8-16,2 0-3 0,0-3 8 0,3 3 6 15,-1-3 0-15,-1-1 3 0,3-1-2 0,-2-1 4 16,2 0-4-16,-4-3 12 0,0 2 5 0,0-1 8 16,-2 0 6-16,0-2-3 0,-2-1 5 0,-2 1-4 15,0-2 5-15,-2 1-5 0,0-1 6 0,-1-1-14 16,-1-1-1-16,-3-1-4 0,2 2-4 0,-4-2-19 15,1 1-20-15,0 2-14 0,0-1-22 0,2 4-19 16,-1-1-20-16,-1 2-24 0,4 5-31 0,-3-7-34 16,3 7-34-16,-8-3-32 0,8 3-14 0,0 0-16 15,0 0-206-15,0 0-523 0,0 0 232 0</inkml:trace>
  <inkml:trace contextRef="#ctx0" brushRef="#br0" timeOffset="-206709.87">30326 6564 116 0,'0'0'229'0,"0"0"6"0,0 0-3 0,0 0-3 0,0 0-6 16,0 0-17-16,0 0-12 0,0 0-5 0,0 0 1 16,6 10-7-16,-6-10-8 0,2 12-14 0,-2-5-1 15,0 3-23-15,0 1-15 0,0-1-12 0,1 1-7 16,-1 0-3-16,1 0-27 0,-1 2-24 0,1-2-26 16,2 1-36-16,-2 0-42 0,2-1-43 0,-3 1-63 15,3-1-58-15,-2 0-48 0,0 0-171 0,0-2-474 16,-1-9 210-16</inkml:trace>
  <inkml:trace contextRef="#ctx0" brushRef="#br0" timeOffset="-206548.77">30256 6457 2 0,'0'0'174'0,"0"0"-30"15,0 0-31-15,0 0-44 0,-2 22-31 0,9-12-43 16,-2 0-38-16,5 2-39 0,2 0-90 0,7 5 40 16</inkml:trace>
  <inkml:trace contextRef="#ctx0" brushRef="#br0" timeOffset="-206143.57">30699 6602 192 0,'0'0'236'0,"0"-9"1"0,0 9-2 16,0 0-5-16,-11-7 1 0,11 7-10 0,-13-5-7 15,5 3-1-15,2 0-14 0,6 2-8 0,-23 3-6 16,11-1-4-16,1 2-15 0,-1 2-12 0,1 1-10 16,1 0-5-16,-5 6-17 0,3 2-10 0,0-2-5 15,3 0-9-15,4-1-20 0,0-2 4 0,0 5-13 16,4-4-5-16,-1 1 6 0,2-12-22 0,3 18-3 16,2-8-4-16,-1-4-5 0,2-1-1 0,-6-5-4 15,14 8-4-15,-5-7-3 0,4-1-9 0,0-1-8 16,0-3-1-16,2-2-11 0,0-1 3 0,-2-1-14 15,-3 1 7-15,6-6-1 0,-7 1-1 0,1 1 2 16,0-5-1-16,-2 3 0 0,-3-3-4 16,0-3 8-16,-2 1-2 0,-1-2-7 0,-1-4 2 0,-2-3-1 15,-1 8 5-15,-1 0 6 0,-1 1 1 0,2 3 16 16,-2 4 8-16,1-2-4 0,2 7 1 0,-2-1 4 16,2 0-2-16,1 7 3 0,-1-10 1 0,1 10-8 15,0 0 0-15,0 0 14 0,0 0 5 0,0 0 1 16,-8 35-11-16,4-16 8 0,2 5 0 0,0 1-7 15,1 2 0-15,1-4-9 0,-1 2 5 0,1-6-12 16,2 0-12-16,2 1-32 0,-1 0-26 0,3-4-30 16,-1 1-46-16,0 1-38 0,1-4-41 0,0-4-44 15,3 1-52-15,-3-4-283 0,-1-3-640 0,4 1 284 16</inkml:trace>
  <inkml:trace contextRef="#ctx0" brushRef="#br0" timeOffset="-205909.76">30927 6456 190 0,'0'-10'283'0,"-2"4"-6"0,2 6-10 0,0-11-14 15,0 11-26-15,0 0-1 0,0 0-1 16,0 0 10-16,0 0-4 0,-7 25-21 0,4-8-6 16,3 2-20-16,-1 5-18 0,-2 2-9 0,3-1-18 0,-1-6-11 15,1 5-16-15,-1-4-8 0,-1-1-9 0,2 1-13 16,0 0-26-16,0-3-25 0,0 1-40 15,0-1-25-15,0-2-41 0,-1-1-40 0,1-4-43 0,0 3-46 16,1-3-48-16,-1-10-36 0,-3 12-204 16,3-12-532-16,0 0 236 0</inkml:trace>
  <inkml:trace contextRef="#ctx0" brushRef="#br0" timeOffset="-205460.3">30892 6663 70 0,'0'0'203'0,"5"-11"-6"15,-2 5-20-15,3-1-7 0,2 0-5 0,-2-1-8 16,1-1-7-16,3 2-7 0,-3-1-4 0,4-1-13 0,-2 1-10 16,2-1-4-16,-1-2-10 0,1-1 1 0,-1 2-1 15,-4 0-1-15,1 0 3 0,-1 2-10 16,-1-3-5-16,0-1 0 0,-1 1 3 0,0 3-2 16,-3-3 11-16,2 3-4 0,-2 3-2 0,-1 5-15 15,4-9-7-15,-4 9-3 0,3-4-11 0,-3 4-9 16,0 0-4-16,0 0 7 0,0 0-2 0,3 27-4 0,0-9 0 15,-2 0-3-15,0 6-2 0,1 3-8 0,-2-6-13 16,1-3 5-16,-1 9 3 0,1-9-3 16,0-1-7-16,1-2 2 0,-1-1 0 0,-1-3-4 15,1-1-3-15,1-1 0 0,-1-2 0 0,0-1 1 16,-1-6-3-16,1 8 5 0,-1-8 4 0,0 0 1 16,0 0-2-16,0 0 9 0,3 13 0 0,-3-13 0 0,0 0-3 15,0 0-7-15,0 0 1 0,20-20 11 16,-12 12-17-16,1-2 0 0,4-2-6 0,-4 5-3 15,0 0-4-15,1 1 5 0,-1-1 8 0,-1 5-14 16,2-2 3-16,-4 2-3 0,-6 2-4 0,12 0 10 16,-12 0-9-16,12 6 11 0,-7-2-7 0,1 1 3 15,3 2 1-15,-4 3 0 0,-3-2-2 0,3 0-3 16,-2 2 9-16,-1 0-12 0,2 0-25 0,-2-1-38 16,0-1-36-16,-1-1-40 0,-1-7-53 0,0 0-81 15,2 23-68-15,-2-23-213 0,0 0-601 0,1 13 267 16</inkml:trace>
  <inkml:trace contextRef="#ctx0" brushRef="#br0" timeOffset="-205271.93">31550 6567 201 0,'-6'-3'314'0,"6"3"-16"0,0 0-16 16,-4-7-13-16,4 7-12 0,0 0-19 0,0 0-25 15,0 0-22-15,0 0-17 0,0 0-15 0,0 0-21 16,0 0-38-16,17-9-35 0,-6 8-8 0,2 0-52 16,2 1-52-16,4-1-50 0,-2 1-62 0,2-2-47 15,-6 5-203-15,-4-3-443 0,2 1 196 0</inkml:trace>
  <inkml:trace contextRef="#ctx0" brushRef="#br0" timeOffset="-205120.5">31622 6637 176 0,'-5'4'243'15,"5"-4"-14"-15,-8 6-3 0,8-6 1 0,-5 5 3 16,5-5-10-16,-5 4-15 0,5-4-13 0,0 0-17 16,0 0-14-16,0 0-12 0,0 0-12 0,0 0-12 15,9 9-16-15,0-9-21 0,1 0-35 0,2-2-50 16,7-1-55-16,9-1-69 0,0-2-84 0,-8 3-224 16,9-2-464-16,-4-3 206 0</inkml:trace>
  <inkml:trace contextRef="#ctx0" brushRef="#br0" timeOffset="-204558.76">32031 6342 194 0,'0'0'314'0,"-1"-10"-15"0,1 10-11 0,0 0-9 0,0-8-11 16,0 8-1-16,0 0 5 0,0 0-5 0,0 0 7 15,0 27-17-15,0-15-11 0,0 5-17 0,0 2-17 16,1 0-12-16,0 0-9 0,-1-2-13 15,1 2-10-15,3-3-16 0,-1 1-17 0,-1-5-8 0,2 1-11 16,2 1-5-16,0-4-17 0,-1-1-5 16,0 0 0-16,1-1-8 0,1-3-5 0,-1 0-3 0,2 0-5 15,-3-2-4-15,4-2-5 0,1 1-5 0,2-2-7 16,-1-3-7-16,1-3 1 0,5 2-3 0,-6-1-5 16,2-2-1-16,-2 0-9 0,-2 2-3 0,1-7-4 15,0 2 1-15,-2 1-3 0,-3-1-2 16,3-1-4-16,-2 0-5 0,-1-1-1 0,0 1-4 15,-1 3 2-15,0 1 3 0,-1 0-1 0,-1 4-1 0,2-2-4 16,-4 5 3-16,0 0-5 0,4-11-3 0,-4 11-3 16,0 0 8-16,0 0-2 0,0 0-2 15,0 0 9-15,6 23-1 0,-5-13 2 0,1-2 0 16,-1 0-1-16,2 1 1 0,-2-1-2 0,3 0-3 16,-2-1 6-16,2-1-3 0,2 0 3 0,0-2-2 0,1 2 1 15,2-1 1-15,3-1-2 0,-3-3 4 0,4 1 2 16,0-3-3-16,-1 0 1 0,2-2-8 15,3-3 8-15,-8 4 2 0,1-3 0 0,-1 1-2 16,-3-3 3-16,2-3-3 0,-1 2-1 0,-1-2 0 16,-3 0 1-16,0-7-3 0,0 2 0 0,-2-1-1 15,-1-4-4-15,-1-5-4 0,-2 7-6 0,0-1-11 0,0 0-6 16,-1 0 2-16,-1 0 0 0,2 2 2 0,-2 2-12 16,1 2-15-16,2 4-7 0,-2 2-18 0,4 7-30 15,-3-11-32-15,2 6-47 0,1 5-24 16,0 0-28-16,0 0-37 0,0 0-52 0,-8 24-60 15,6-13-277-15,2 1-717 0,0-12 318 0</inkml:trace>
  <inkml:trace contextRef="#ctx0" brushRef="#br0" timeOffset="-204315.59">32685 6415 202 0,'0'0'291'0,"0"0"-1"0,10-5-4 16,-10 5 1-16,0 0 3 0,0 0-24 0,0 0-12 15,0 0-18-15,0 0-15 0,0 0 8 0,0 0-9 16,0 0 4-16,0 0-6 0,0 0 7 0,0 0-20 16,17 44-12-16,-17-44-11 0,0 0-8 0,3 38-19 15,-3-38-8-15,0 0-15 0,-2 40-12 0,2-40-14 16,0 0-11-16,2 41-4 0,-2-41-13 0,0 0-8 16,3 33-19-16,-3-33-23 0,0 0-27 0,0 0-33 15,5 39-44-15,-5-39-36 0,0 0-43 0,0 0-32 16,0 0-45-16,7 29-42 0,-7-29-31 0,0 0-37 15,0 0-30-15,0 0-208 0,0 0-629 0,0 0 278 16</inkml:trace>
  <inkml:trace contextRef="#ctx0" brushRef="#br0" timeOffset="-203892.51">32750 6438 53 0,'0'0'252'0,"0"0"-7"16,7-52 4-16,-7 52 4 0,0 0-2 0,10-29 1 15,-10 29-5-15,0 0-12 0,22-22-14 0,-22 22-12 16,0 0-14-16,34-13-14 0,-34 13-15 16,0 0-5-16,39-2-7 0,-39 2-1 0,0 0-8 15,0 0-11-15,49 11-2 0,-49-11 6 0,0 0-6 16,30 18-9-16,-30-18-5 0,0 0-8 0,18 23-2 16,-18-23-8-16,0 0-5 0,14 25-14 0,-14-25-2 15,0 0-10-15,0 0-6 0,0 0-3 0,-8 40-6 16,8-40-2-16,0 0-11 0,0 0-5 0,-33 32-6 15,33-32-1-15,-19 10-4 0,19-10-8 0,0 0-14 16,0 0-6-16,-23 16-20 0,23-16-20 0,0 0 0 16,0 0-6-16,0 0 3 0,0 0-1 0,0 0 12 15,0 0-6-15,0 0 4 0,0 0-2 0,0 0 3 16,46 28 7-16,-46-28-4 0,0 0 1 0,42 12-3 16,-42-12 9-16,29 11 6 0,-29-11 2 0,0 0 5 15,36 13 0-15,-36-13 2 0,0 0-1 0,24 10 4 16,-24-10 7-16,0 0 21 0,0 0 13 0,0 0-7 15,0 0-4-15,0 0 5 0,0 0-6 0,0 0 0 16,0 0 0-16,-57 45-9 0,57-45-29 0,-36 11-15 16,36-11-37-16,-41 9-51 0,41-9-59 0,-46 7-77 15,46-7-99-15,-52 2-301 0,30 1-710 0,-6-4 314 16</inkml:trace>
  <inkml:trace contextRef="#ctx0" brushRef="#br0" timeOffset="-198999.44">28319 7595 213 0,'-5'-12'237'0,"0"1"-7"0,1 0 16 16,1 3 5-16,0-3-4 0,0 4-13 0,2 1-2 15,1 6-5-15,-5-10-10 0,5 10-9 0,-4-5-23 16,4 5-28-16,0 0-15 0,-2-7-18 0,2 7-9 16,0 0 10-16,0 0-9 0,0 0-1 0,6 41-6 0,-6-16-4 15,4 5-13-15,-2-2-3 0,1 0-9 16,1 1-9-16,0-1 5 0,0-2-14 0,-2 0-8 15,4-2-13-15,-2 0-12 0,0-5 10 0,-1 0 2 0,2-4-3 16,-1 2-3-16,0-3-7 0,-2-2-17 0,1-2-23 16,0 0-36-16,0 1-29 0,0-3-30 15,0 2-35-15,0-3-29 0,-3-1-34 0,0-6-33 16,0 10-12-16,0-10-16 0,0 0-14 0,1 6-192 16,-1-6-509-16,0 0 226 0</inkml:trace>
  <inkml:trace contextRef="#ctx0" brushRef="#br0" timeOffset="-198427.36">28366 7747 78 0,'9'-5'138'0,"0"1"-10"16,0-2-1-16,2 2-2 0,0-2-1 0,-2 0-5 16,0 2-4-16,0-1-8 0,0 3 4 0,-2-3-5 15,2 0-5-15,-2-2-2 0,1 1-1 16,-1-1-3-16,0 0-5 0,-3 3 12 0,3-4-8 0,-4 1 7 15,3 0-3-15,-2-2 2 0,-1 0-11 0,1 0-1 16,-3 1-8-16,1 2-6 0,0-2 1 0,-2 8 8 16,3-11-2-16,-3 11-4 0,2-8-9 0,-2 8-7 15,2-6-13-15,-2 6-7 0,0 0-6 0,0 0 2 16,0 0 0-16,0 0 1 0,11 24 4 0,-8-10 0 16,1 4-2-16,-1 2-2 0,-2 0-4 0,7 6-1 15,-6-6-2-15,2-2-3 0,-2 1-4 0,0-1-1 16,2-1-3-16,-2-4 0 0,0-2-6 0,-1 1 0 15,1-2-1-15,-2-1 1 0,2-1-10 0,-2-8-7 16,0 10 3-16,1-5-10 0,-1-5 9 0,4 9-5 16,-4-9-5-16,0 0-6 0,1 8 1 0,-1-8-1 15,0 0 1-15,6 2 0 0,-6-2 1 0,0 0-1 16,11 0 1-16,-11 0 0 0,14-2-5 0,-4-1 3 16,0 0-3-16,2-1 3 0,-2-2 4 0,2 2 1 15,-1-2 2-15,-1 0-4 0,0-1 6 0,2 1-2 16,-3-1 1-16,1 0 1 0,-1 0 2 0,-1-1 3 15,-4 4-3-15,3-7 6 0,-3 5-2 0,1-1 9 16,-3-3 3-16,2 2 2 0,-2-2 4 0,-2 1 9 16,0 0 6-16,0 9 12 0,-4-13 3 0,4 7-2 15,0 6 2-15,-5-7-2 0,5 7 1 0,-8-6-4 16,8 6 0-16,-9-2-13 0,9 2-3 0,-11 6 3 16,3 0-3-16,0 2-6 0,1 2 4 0,0-2-7 15,0 4-16-15,0-1-7 0,2-2-27 0,3 3-24 16,-2-1-26-16,2 1-40 0,0-1-46 0,2 0-35 15,2-1-40-15,0-1-54 0,-2 1-158 0,2-3-496 16,2 2 220-16</inkml:trace>
  <inkml:trace contextRef="#ctx0" brushRef="#br0" timeOffset="-198093.84">28957 7803 187 0,'0'0'286'0,"0"0"-27"0,9-1-23 0,-9 1-13 15,0 0-22-15,0 0-12 0,9-3-13 0,-9 3-15 16,0 0-7-16,0 0-11 0,7 7-13 0,-7-7-15 16,2 6-8-16,-2-6-11 0,0 0-10 0,4 6-8 15,-4-6 0-15,0 0-3 0,4 5 1 0,-4-5 4 0,0 0 11 16,0 0 10-16,0 0 18 0,0 0-10 16,0 0 9-16,0 0-2 0,0 0-5 0,0 0-12 15,0 0-16-15,7-13-11 0,-5 6-12 0,1 1-5 16,0-3-13-16,2 0 3 0,0-2-10 0,0 1-1 0,3 1-7 15,0-2-6-15,-1 2 2 0,2 2-9 16,0-4 0-16,0 6-3 0,-1-1-5 0,1 2-1 16,-3 1 4-16,-6 3-6 0,13 0-1 0,-13 0-1 15,15 6 4-15,-10-2-4 0,4 3-2 0,-1 1-2 0,1-1-10 16,-3 3-21-16,1 0-32 0,-2-1-27 0,0 2-30 16,0 1-35-16,-2-1-53 0,0 1-60 0,1-1-51 15,-1 0-224-15,1-1-591 0,0 0 262 16</inkml:trace>
  <inkml:trace contextRef="#ctx0" brushRef="#br0" timeOffset="-197776.83">29558 7761 115 0,'5'-5'262'0,"-1"0"-17"15,2-4-5-15,4 0-9 0,-1 1-11 0,-2-2-13 16,-1 1-11-16,4 0-15 0,-3 0-14 0,2 2-18 15,6-6-10-15,-6 4-14 0,0 1-6 0,-3-1-3 16,4-1-1-16,0 0-17 0,-3 0-4 0,-2 1-7 16,-2 1 16-16,2-2 7 0,-3 2-4 0,0 1-9 15,-2 7-1-15,-3-11 11 0,3 11-10 0,-9-9-1 16,3 6 4-16,-2 1-14 0,-2 2-1 0,-3 5-15 16,-1 2 1-16,-4 1-15 0,3 3 2 0,0 1 4 15,2 1-9-15,-1 0-3 0,2 4-8 0,5-1-3 16,-1 1-3-16,5 1-3 0,2-1-7 0,2-1-2 15,2-2-7-15,2 1-9 0,3-1-23 0,2-2-29 16,8-1-32-16,0-2-42 0,0 0-36 0,12-2-39 16,0 0-51-16,-1-4-52 0,2-1-41 0,-2 1-223 15,-7-2-606-15,-2-2 268 0</inkml:trace>
  <inkml:trace contextRef="#ctx0" brushRef="#br0" timeOffset="-197410.57">29987 7603 104 0,'0'0'270'0,"1"-12"-8"0,-1 12-8 0,0-8-8 16,0 8-6-16,0 0 5 0,0 0-2 0,0 0 7 15,0 0 4-15,2 31-26 0,-5-14-9 0,1 2-18 16,-1 5-16-16,1-3-19 0,0 6-12 0,1 0-15 16,-1-2-15-16,0-6-6 0,2 0-17 0,0 0 0 15,2-4-16-15,-4-1-6 0,2-3-11 0,0-2-6 16,0-2-27-16,0-7 23 0,0 12-1 0,0-12 12 15,0 9 8-15,0-9 18 0,0 0 6 0,0 0 4 16,0 10-1-16,0-10-11 0,0 0-9 0,0 0-12 16,0 0-3-16,0 0-9 0,-10-28-6 0,7 18-8 15,1-6-15-15,-1-2-5 0,1 3-9 0,0-5-13 16,5-7-6-16,-2 0-6 0,1 1-4 0,1-4-1 16,0-1-6-16,1 3-7 0,1-4-6 0,1 1-3 15,2 1-5-15,0 1 3 0,-1 4-5 0,0 4 3 16,0 4-14-16,0 7-16 0,-1 0-18 0,1 0-20 15,-1 3-17-15,3 2-31 0,-1 1-13 0,2 6-10 0,2-1-15 16,-1 4-25-16,-1 1-29 0,0 4-32 16,-1-1-20-16,-1 7-231 0,-5-6-572 0,3 8 254 15</inkml:trace>
  <inkml:trace contextRef="#ctx0" brushRef="#br0" timeOffset="-197026.62">30047 7713 185 0,'-5'5'213'0,"3"-1"-24"16,2-4-5-16,-7 6-4 0,7-6 5 15,-4 4-9-15,4-4-10 0,0 0-10 0,0 0-16 16,0 0-11-16,0 0-13 0,30-5-10 0,-20 2-13 16,1-3-5-16,1 3-9 0,1-3 0 0,-2 2-10 15,1 2-1-15,-1-4-3 0,0 5 0 0,-4-2-4 16,0 2-4-16,-7 1-11 0,12-2 7 0,-12 2-1 0,12 5 21 16,-8-1 6-16,2 0 11 0,-2 2 8 15,-2 3-6-15,2 2 1 0,-2 0-7 0,2 5 0 16,-3-1-10-16,0 1-6 0,0 0-11 0,-2 0-3 15,2-3-4-15,1-2-5 0,-2 1-6 0,0 0-3 0,1-5-1 16,0 1-2-16,-1 0-13 0,0-8 3 16,2 7-4-16,-2-7 8 0,0 0 12 0,0 9 4 15,0-9 11-15,0 0-3 0,0 0-7 0,0 0-3 16,0 0-3-16,0 0 2 0,-2-35-9 0,1 24 1 16,0 2-5-16,2-5-4 0,-1-1 4 0,3-4-14 0,-2-1-3 15,1 1-4-15,3-1-6 0,2-6-3 16,-1-2-16-16,3 1-23 0,1-3-2 0,1 0-5 15,1 3-14-15,2 1-3 0,1 3-17 0,-2 1-12 16,-1 7-19-16,-2 1-35 0,2 2-45 0,-3 2-44 16,2 3-49-16,-1 2-41 0,-4 2-193 0,1 1-563 15,-7 2 249-15</inkml:trace>
  <inkml:trace contextRef="#ctx0" brushRef="#br0" timeOffset="-196709.43">30390 7780 172 0,'11'-3'202'0,"-4"-3"-7"0,0 3 6 0,4-2-3 15,-2-1-10-15,2 0-13 0,-1-1-3 0,1 1 0 16,0-3-14-16,-2 2-3 0,0-3-1 0,1 3-8 16,0-3-5-16,1-4 4 0,-4 2 3 0,0 0 5 0,-2 4-2 15,-1 1 7-15,-2 1 9 0,-2 6-12 16,3-14-7-16,-2 8 1 0,-1 6 9 0,0 0 2 15,-3-13-10-15,3 13-20 0,-5-8-9 0,-1 6-6 16,6 2-8-16,-11-2-10 0,11 2-14 0,-19 2 2 16,8 6-9-16,-3 1-6 0,-1 5-2 0,2 0-4 0,-6 4-4 15,2 1-7-15,4-6-3 0,3 2-6 16,1 0-8-16,1-2-1 0,2 0-13 0,2-1-26 16,3-3-29-16,-2 1-32 0,7-1-34 0,0 0-36 15,6-2-41-15,1-1-49 0,6-1-60 0,3-3-59 16,9-1-57-16,-2-1-236 0,0-1-690 0,5-1 306 15</inkml:trace>
  <inkml:trace contextRef="#ctx0" brushRef="#br0" timeOffset="-196476.85">30951 7632 85 0,'-1'-8'275'0,"1"8"6"16,-4-17 12-16,1 9 0 0,-3-1-2 0,0 4 4 15,0-1 0-15,-3 1-7 0,3 1-8 16,-5 4-11-16,11 0-19 0,-20 3-18 0,8 1-10 15,-1 7-10-15,0 0-15 0,-1 3-18 0,4 2-16 16,-3 0-13-16,5 2-16 0,2-3-15 0,-1 0-12 0,4 1-12 16,3 0-11-16,-2 0-17 0,5-4-23 0,3 3-31 15,-1-4-24-15,2-2-49 0,3 0-37 16,4-1-46-16,4-2-43 0,2-1-48 0,1-2-27 16,6-1-52-16,2-2-17 0,-7 0-267 0,-2-3-646 15,1-1 286-15</inkml:trace>
  <inkml:trace contextRef="#ctx0" brushRef="#br0" timeOffset="-196243.51">31169 7522 117 0,'3'-18'222'0,"-3"-3"-1"0,3 3 21 0,-3 2 8 16,0 5 12-16,-2 1 9 0,2 1 8 0,2 3 2 0,-2 6-25 16,0-10-23-16,0 10-28 0,0 0-4 0,0 0 14 15,0 0 32-15,0 0-10 0,5 28-3 16,-5-10-18-16,0 7-7 0,-2 0-16 0,4 3-15 15,-2-4-12-15,-2 4-16 0,4-2-10 0,-2 0-16 16,0-1-6-16,0-6-20 0,1 1-17 0,3 3-26 16,-4-4-29-16,2-3-29 0,1-4-46 0,-2-2-41 15,0 1-44-15,2 0-39 0,-2-3-40 0,1-1-37 16,-2-1-32-16,0-6-24 0,0 0-20 0,0 9-40 16,0-9-224-16,0 0-638 0,0 0 283 0</inkml:trace>
  <inkml:trace contextRef="#ctx0" brushRef="#br0" timeOffset="-195959.81">31029 7655 197 0,'0'0'184'0,"-8"-5"-16"0,8 5 1 0,0 0 5 15,0 0-2-15,0 0-5 0,15-12 3 0,-3 9-11 16,7-1-13-16,0-2-9 0,3 3-7 0,0-1-5 16,7-1-7-16,-1 1-2 0,-6 0-10 0,5 0 2 0,-2-4-1 15,-4 5 4-15,-8 0 3 0,1-1-14 16,-1 4 4-16,2-1 7 0,-5 0 7 0,-10 1 6 15,22-2 6-15,-15 4-4 0,-1 0 12 0,-6-2 13 16,10 5-3-16,-6-1 5 0,1 3 5 0,-4-1-6 16,0 2-13-16,2 4-12 0,-2-2-7 0,2 2-7 15,-6 0-6-15,1-1-12 0,-1 2-12 0,3-3-7 16,0 6-14-16,0-3-34 0,0-6-37 0,1 4-39 16,1-4-67-16,-1 0-45 0,-1-7-62 0,-1 15-70 15,1-15-90-15,-2 12-338 0,2-12-778 0,0 0 345 0</inkml:trace>
  <inkml:trace contextRef="#ctx0" brushRef="#br0" timeOffset="-195325.75">31392 7460 18 0,'-4'-6'184'0,"4"6"-33"0,0 0-19 15,0 0-22-15,8-8-27 0,-8 8-3 0,0 0-24 0,14 2-22 16,-14-2-21-16,14 6-19 0,-2-3 2 16,0 3-14-16,5 1 0 0,-6-1 4 0,7 1-2 0,-3 1 9 15,-2-2 14-15,-3 3 18 0,3 1 18 0,-3-2 10 16,-2 1 24-16,0 0 15 0,-2 0 14 16,2 1 13-16,-1 1 7 0,0-1 4 0,-1 4 6 0,1-1-1 15,0-4-3-15,-2 2-1 0,3 2-1 0,-3-2 1 16,0-4-11-16,0 3-4 0,-1-2-6 0,3 0 2 15,-4-4 7-15,1 2-5 0,0-1 2 0,-1 0-11 16,-3-5 1-16,5 6-1 0,-5-6 5 0,4 6-4 16,-4-6 1-16,5 4-11 0,-5-4 3 0,0 0-4 15,0 0-9-15,0 0-23 0,0 0 11 0,13-15-9 16,-11 11-4-16,2-4-4 0,4-1-3 0,-1-4-8 16,0 3-2-16,5-4-10 0,1 0 0 0,-1 1-8 15,3 0 2-15,-2-1-16 0,2 2 15 0,-3 6-16 16,-1-1 3-16,-1 1-6 0,1 3 3 0,0-1-2 15,1 4-3-15,-3-3-4 0,2 4 7 0,-1-1-10 16,1 2 13-16,-1-2 5 0,0 4 1 0,0-1-5 16,3-2 1-16,-3 1 3 0,2-1 0 0,-1-2 2 15,2-1-4-15,-2 2 6 0,2-4-1 0,0 0-3 16,0 0 0-16,-2-2-5 0,-2 0 2 0,0 0-1 16,1-2 3-16,-3 0 1 0,0 2-4 0,-1-3-2 15,-1 1-2-15,-1 1-6 0,-1-3 6 0,-1 1 0 16,-4 2 2-16,2-2 4 0,0 9-2 0,-6-16-1 15,2 11 10-15,-2 0 0 0,-2 1-3 0,-1 0 4 16,-1 3 2-16,-3 2 9 0,0 2 3 0,-4 5 7 16,0 2-1-16,-7 3 1 0,2 3-1 0,6-4 2 15,-1 7-6-15,4-4-1 0,3-2-6 0,2 0-2 16,4-1-2-16,2-1-2 0,3 3-5 0,1-2-6 16,9 2-22-16,4-3-24 0,3-2-37 0,8 1-33 15,5-3-50-15,1-2-46 0,3 2-52 0,-3-4-53 16,0 3-89-16,-3-1-342 0,-10-1-793 0,2-2 351 15</inkml:trace>
  <inkml:trace contextRef="#ctx0" brushRef="#br0" timeOffset="-194743.51">28477 8400 189 0,'-6'-10'284'15,"6"10"-19"-15,-3-4-17 0,3 4-11 0,0 0-12 16,0 0-5-16,0 0-1 0,0 0-2 0,-3 23-1 16,2-7-8-16,-3 10-16 0,4 0-13 0,-2 1-11 15,0 4-14-15,1-2-11 0,0-1-7 0,1 0-21 16,0 1-6-16,1-3-18 0,2 2-2 0,-3-3-12 15,0-6 1-15,2-1-21 0,-4 1-12 0,4-2-25 16,3-3-16-16,-3-1-25 0,0-2-25 0,-1-2-8 16,0 1-32-16,2-5-22 0,-3 1-29 0,0-6-29 15,0 10-20-15,0-10-10 0,0 0-8 0,0 6-13 16,0-6-15-16,0 0-14 0,0 0-135 0,0 0-413 16,6-30 182-16</inkml:trace>
  <inkml:trace contextRef="#ctx0" brushRef="#br0" timeOffset="-194410.55">28471 8746 322 0,'-3'-27'36'16,"-1"0"25"-16,-2-2 1 0,3 1 21 0,0 3 9 15,1 7 12-15,3-7 9 0,-1 9 5 0,4 0 1 16,-1 0 4-16,3 1 4 0,4 3-1 0,-1 3 14 16,3-3-4-16,3 5-2 0,0-3 0 0,2 6 5 15,-2-3 1-15,3 5-5 0,-5-1-9 0,6 3 0 16,-4 3-5-16,-1-1 1 0,-1 4 16 0,1-1-25 16,-2-1-1-16,-1 1-12 0,-3-1-1 0,0 3-1 15,-2 2-5-15,0 0 2 0,1-4-2 0,-2 7-20 16,-4-2 3-16,2 2-5 0,-3-2-7 0,-2 0-10 15,2 0-4-15,-1 0-10 0,0 1-9 0,1-2-6 16,-3 0-26-16,2-3-23 0,1-6-12 0,0 14-5 16,1-7-5-16,1 1-6 0,-2-8-2 0,3 14 0 15,3-5 2-15,-3-2 0 0,3 1 5 0,1 0 8 16,-2 1 6-16,2-2 0 0,-2 2 1 0,0 0 4 16,0-1 3-16,2 0 2 0,-5-1 5 0,3 1 10 15,-4-2 0-15,1 1 5 0,0 2 3 0,-2-9-3 16,-8 14 6-16,3-5 0 0,-1 1-8 0,1-2-10 0,-3-2-10 15,-1 1-17-15,-1-1-18 0,0-1-33 16,2 1-37-16,-3 0-41 0,3-4-41 0,0 0-45 16,2 0-185-16,6-2-478 0,-11 0 212 0</inkml:trace>
  <inkml:trace contextRef="#ctx0" brushRef="#br0" timeOffset="-193626.62">28994 8597 257 0,'0'0'320'0,"0"0"-9"0,-5-11-7 0,5 11-1 0,0 0-13 16,-13-2 0-16,13 2-16 0,-17 7-17 15,9 1-20-15,-1 1-11 0,-1 5-22 0,1-1-17 16,0-1-17-16,4 4-10 0,1-1-21 0,-1 2-18 16,5-3-7-16,0-1-11 0,0 0-9 0,2-2-24 0,2 0 7 15,0 0-18-15,0-3-17 0,1 0-20 0,1-1 1 16,1 1-20-16,0-4-3 0,2-1-4 15,-1 1-12-15,0-4-3 0,-8 0 7 0,15 0-10 16,-15 0-7-16,13-4 4 0,-4-1 3 0,-4 0 2 0,0-1-3 16,0-2 4-16,0 0 1 0,1-2 1 0,-3 0 0 15,1-3 3-15,-3 1-2 0,0 1-4 0,1 0 17 16,-4 1-12-16,4-1 5 0,-4 4 0 16,2 7 10-16,-2-12 9 0,2 12-9 0,0-9 9 0,0 9 1 15,0 0 20-15,0 0 11 0,0 0-7 0,0 0-8 16,0 0 12-16,-10 22-2 0,8-12-21 0,2 1 13 15,0 1 3-15,-1-1-7 0,4 0 13 0,-2-1-19 16,1-1 1-16,1-2 3 0,2 0 8 16,0-1-1-16,2-2 1 0,0 0 0 0,2-2 7 0,3-2-11 15,2-2-8-15,-3 1 0 0,6-6-5 0,2 0 6 16,-1-2-10-16,-1 0-1 0,-2-1-2 0,0 0 5 16,-1-1 0-16,-2-1-5 0,-3-1-3 0,-2 3 3 15,0 0-3-15,-3-2 1 0,0 1 5 0,-1-6 3 16,-1 6-13-16,2-2 1 0,-4 1 3 0,-2 1-4 15,1 3 1-15,2-2 4 0,-1 3-5 0,0 7 11 16,0 0-4-16,-1-12-4 0,1 12-1 0,0 0 1 16,0 0 3-16,0 0 1 0,0 0 3 0,0 0-1 15,5 32 2-15,-2-20-1 0,0 8-2 0,0-2-2 16,1 6 0-16,-3-4 1 0,2 6-2 0,-1-6 13 16,1-3-15-16,-2-1 3 0,0 1-10 0,1 0 12 15,-2-5-6-15,0-2 5 0,2-2 4 0,-2-1-8 16,0-7-3-16,0 10-10 0,0-3-4 0,0-7-12 15,0 0-1-15,3 8-11 0,-3-8 7 0,0 0-1 16,11-1 0-16,-11 1-5 0,17-10 1 0,-4 3-4 16,1-3 2-16,9-5 5 0,-7 3-14 0,6-5 7 15,-2-1 1-15,0 1 10 0,1 0 4 0,-5 4-7 16,-2-3 2-16,1 4 7 0,-2-4-2 0,-4 1 10 16,0 2 6-16,-2-3 13 0,-1 5 13 0,-4 0 10 15,-1-1 14-15,1 2 1 0,-2 0 7 0,0 10 10 0,-4-13 18 16,1 10-1-16,3 3-5 0,-7-5-12 0,7 5-4 15,-17 6 3-15,5 2 0 0,-3 3-7 0,-5 7-3 16,4-2-10-16,1 3 3 0,1-5-8 16,5 5-3-16,0-2-15 0,2 0-32 0,1 1-37 15,5-3-35-15,2 2-72 0,3-1-48 0,1-1-72 0,8-3-82 16,-3 0-342-16,5-2-763 0,2-2 338 16</inkml:trace>
  <inkml:trace contextRef="#ctx0" brushRef="#br0" timeOffset="-193110.75">30068 8596 283 0,'0'0'353'16,"-3"-10"-12"-16,3 10-14 0,0 0 13 0,-2-9-28 0,2 9-3 16,0 0-7-16,0 0-20 0,0 0-4 0,-9 22-26 15,6-11-22-15,2 1-19 0,0 3-17 0,1 2-18 16,2-3-12-16,-1-2-15 0,2 0-15 0,1 0-13 15,1-2-9-15,0 0-7 0,3 1-10 0,-1-3-10 16,0 0-9-16,-1-1-7 0,6-2-8 0,-2-1-10 16,-2-3-13-16,2 2-6 0,-4-3-4 0,4 0-11 15,-10 0 1-15,18-7-5 0,-11 3-1 0,0-1 0 16,-1 0-2-16,-3-2-3 0,6 2 2 0,-5-5-5 16,0 1-2-16,-3-1-3 0,1-2-6 0,-1 2-5 15,1 0 2-15,-2-2-2 0,2 5 4 0,-1-1 0 16,-1 8 0-16,0-11 0 0,0 11-2 0,1-10 0 15,-1 10 1-15,0 0-1 0,0 0 13 0,0 0-7 16,0 0 6-16,0 0 2 0,15 16 6 0,-11-9 3 16,0 2-2-16,1-1-5 0,0 2 0 0,3-2 3 15,2 0-1-15,-2 0 0 0,2-2 0 0,0-1 0 16,2-1 2-16,7-3-1 0,-2-3-4 0,2 2-1 16,8-3 3-16,-13-2-2 0,0 1 4 0,1-2-3 15,-3 0-3-15,3-4 5 0,-6 4-1 0,0-3 9 16,0 2 4-16,-3-3-4 0,1 1 1 0,-4-1-1 15,-3 0 2-15,2-1-7 0,-5 0-2 0,1 1 2 16,-2-2 0-16,-1 1-13 0,0 0-13 0,1 1-20 16,-3 1-5-16,-2 0-15 0,2 0-24 0,0 2-22 15,3 1-31-15,-1 3-34 0,5 3-28 0,-12-6-30 16,12 6-36-16,0 0-40 0,0 0-34 0,-12 9-41 16,8-5-209-16,4-4-632 0,0 0 280 0</inkml:trace>
  <inkml:trace contextRef="#ctx0" brushRef="#br0" timeOffset="-192908.51">30619 8497 10 0,'4'-4'307'0,"-4"4"-19"16,3-7-2-16,-3 7 5 0,7-4 22 0,-7 4 13 0,0 0-24 15,2-8-6-15,-2 8-16 0,0 0-23 16,0 0-16-16,0 0-12 0,0 0-12 0,0 0-10 16,0 25-17-16,-2-12-18 0,-1-3-14 0,3 6-18 15,-1 1-11-15,-2-1-10 0,2 3-18 0,1-3-13 16,0 0-24-16,1-3-40 0,2 1-30 0,-2-2-33 0,0-2-48 15,3 0-46-15,-3 2-47 0,1-4-47 16,0 0-55-16,0-3-49 0,-2-5-43 0,2 10-189 16,-2-10-610-16,0 0 271 0</inkml:trace>
  <inkml:trace contextRef="#ctx0" brushRef="#br0" timeOffset="-192756.67">30561 8368 119 0,'0'0'113'0,"0"0"-39"0,0 0-31 15,0 0-11-15,12 27-14 0,-1-22-18 0,4 4-36 16,10 3-25-16,-1-1-66 0,3-1 30 0</inkml:trace>
  <inkml:trace contextRef="#ctx0" brushRef="#br0" timeOffset="-192327.53">30964 8473 151 0,'14'-2'204'0,"-7"2"21"15,0 0 14-15,-7 0 15 0,14 0 12 0,-14 0 8 16,9-3-8-16,-9 3 4 0,0 0 4 0,0 0-19 0,0 0-9 16,0 0-3-16,0 0-3 0,0 0-4 0,-17 14-5 15,4-6-11-15,-6 8-5 0,-1 4-10 0,-3 1-9 16,4-1-15-16,-2 2-15 0,1-1-16 0,2 4-9 16,0-5-14-16,8-4-16 0,2 0-9 0,2 0-12 15,2-3-6-15,3-3-8 0,1 0-8 0,1 0-7 16,3-2-5-16,1-2-10 0,4 1-7 0,1-3-4 15,2-4-13-15,5 0-4 0,0-3-8 0,1-2-5 16,0-1-7-16,-2-1 0 0,1-2 1 0,-3 0 1 16,-1-4-7-16,-2 1-2 0,0-2 7 0,-1 1-5 15,-4 1-2-15,1-2-5 0,-4-1 3 0,4-4 4 16,-6 2-2-16,0-9-1 0,3 7 0 0,-4-1 2 16,3-8 0-16,-5 2-1 0,2 0-4 0,-2 6-3 15,-2-4 4-15,2 7 1 0,2 0-1 0,-2 5 2 16,1 0 7-16,1 6 5 0,-1-6 3 0,1 12 1 15,0-13 1-15,0 13-2 0,-2-8-4 0,2 8 1 16,0 0 8-16,0 0 14 0,0 0 7 0,3 30 0 16,-3-10 4-16,0 3-3 0,1 3-2 0,1-2-1 15,-1 4-1-15,-1-3-4 0,1 1-1 0,0 0-2 16,3-6-1-16,-3 1-13 0,3 2-22 0,0 1-36 16,0-6-40-16,0-1-50 0,2-2-65 0,-1-3-68 15,0-1-79-15,2-2-74 0,-2-1-58 0,0 0-253 16,-1-4-799-16,3-4 353 0</inkml:trace>
  <inkml:trace contextRef="#ctx0" brushRef="#br0" timeOffset="-192092.51">31281 8350 332 0,'0'-8'329'0,"0"8"-1"15,-2-9-3-15,2 9-8 0,0-8 0 0,0 8 6 16,0 0 26-16,0 0-5 0,0 0-1 0,-2 26-10 15,-2 3-17-15,2-2-21 0,-2 4-22 0,2 0-14 16,1-1-17-16,0 2-20 0,1 0-22 0,-2 0-18 16,0 1-17-16,2 0-11 0,-1-2-21 0,3-2-12 15,-2-1-33-15,-1-9-28 0,1 6-33 0,0-8-36 16,1 1-41-16,-1-5-53 0,0-3-61 0,-1-1-45 16,2 0-41-16,-1-9-47 0,-2 12-51 0,2-12-61 15,-3 5-38-15,3-5-236 0,0 0-737 0,0 0 326 16</inkml:trace>
  <inkml:trace contextRef="#ctx0" brushRef="#br0" timeOffset="-191676.82">31258 8680 84 0,'5'-11'281'15,"-1"2"-27"-15,1-1-25 0,1 1-11 0,2-3-9 16,-2 5 0-16,3-4-9 0,0 3-4 0,4-5-8 16,1 2-11-16,-1-1-8 0,-2 0-7 0,3 0-11 15,-2 0-1-15,-3 5-14 0,5-7-7 0,-3 1 10 16,-2 4-17-16,-1-5-4 0,1 1 2 0,0-2 5 15,-3 7-4-15,-1-5 2 0,-1 5 6 0,-1 1-1 16,-1 0-1-16,1 1 0 0,-3 6-1 0,4-9-6 16,-4 9-1-16,1-7-16 0,-1 7-11 0,0 0-7 15,4-4-9-15,-4 4 11 0,0 0 9 0,3 26-5 16,-1-8-2-16,-2-1-13 0,1 3 6 0,-4 5-8 16,1-5-1-16,-1 4-6 0,0 2 1 0,3-1-5 0,0-6-7 15,0-2-6-15,0 0-5 0,0-3-3 16,0-3-4-16,1 0-4 0,-1-1-1 0,1-5-5 15,0 0 4-15,-1-5 1 0,2 10-6 0,-2-10-1 0,0 0-1 16,0 8 0-16,0-8 3 0,0 0-6 0,0 0 2 16,0 0-6-16,0 0 0 0,0 0-1 15,21-10-6-15,-15 7 2 0,1-2-5 0,-1 4 0 16,1-2 3-16,-7 3-7 0,13-2 0 0,-6 2-1 0,-7 0-2 16,13 2-1-16,-6 1-1 0,0 1 3 0,2 1-1 15,-1 1 0-15,0 0 1 0,0 1-33 0,0-3-40 16,-1 1-56-16,2 0-75 0,2-1-74 15,-1 0-78-15,2-1-102 0,3-1-424 0,5-1-954 0,0-4 422 16</inkml:trace>
  <inkml:trace contextRef="#ctx0" brushRef="#br0" timeOffset="-191542.52">32090 8651 331 0,'0'0'395'0,"0"0"-38"0,-6-12 7 0,6 12 13 16,0 0-12-16,-12-8-31 0,7 4-33 0,5 4-31 15,-8-5-42-15,8 5-56 0,-8-3-71 0,8 3-69 16,0 0-70-16,-14 1-88 0,14-1-116 0,-11 2-296 16,11-2-581-16,-16 3 258 0</inkml:trace>
  <inkml:trace contextRef="#ctx0" brushRef="#br0" timeOffset="-188293.61">28206 9804 141 0,'-4'-8'282'0,"0"1"-1"0,-1-1 0 0,3 0-5 16,-3 2-2-16,5 6-11 0,-5-9-13 0,5 9-19 16,-1-8-24-16,1 8-21 0,0 0-17 0,-5-5-25 15,5 5-18-15,0 0-9 0,0 0 1 0,0 0-18 16,5 30 0-16,-1-15-11 0,-2 2-7 0,5 1-11 15,-2-1-8-15,1 2-5 0,3 6-7 0,-2-7-13 16,0 0 15-16,1 1-19 0,0-2 1 0,2-1-2 16,-1-3 2-16,0 0-6 0,-4-3-4 0,4-1-13 15,1-2 13-15,-2 0-28 0,0-1 1 0,0-2-3 16,-1-1 7-16,-1 0 12 0,1-2-14 0,0 0 5 16,-7-1-4-16,18-2 3 0,-9-1-3 0,-3-1-3 15,5-5 7-15,-4 0 2 0,1 2-3 0,0-3-1 16,-1-1 2-16,0 2-2 0,-3-1 0 0,0 1 5 15,-2-4-4-15,3 5-3 0,-4 2 4 0,-1 6 0 16,2-13 6-16,-2 13 1 0,0-9-10 0,0 9 4 16,2-6-3-16,-2 6-4 0,0 0 5 0,0 0-12 0,0 0 7 15,0 0 3-15,0 0-1 0,0 0-3 16,3 20-2-16,1-8 1 0,-4-3 6 0,2 2-11 16,2 0 7-16,1 0 4 0,-2-2-1 0,3-1-8 15,-1 0 6-15,0 0-3 0,2 0-5 0,-2-4 0 0,1-1-5 16,2 1 6-16,-2-2-3 0,1 0 2 15,-7-2 2-15,16-1 5 0,-16 1-1 0,13-3 1 0,-6-1 8 16,1-3 13-16,-3-1-11 0,2 1-5 0,-2-3-1 16,1 0 6-16,-2 0-1 0,1-1 4 0,-2-1-4 15,-1 1 3-15,0-5 4 0,-2 0-11 0,-2 4 3 16,0-6-3-16,2 2-3 0,-1 0-1 0,-3 0 9 16,-1-1-9-16,1 2 1 0,1 2-2 0,1 3-4 15,-2 0 0-15,2 1-1 0,0 5-15 0,2 4-13 16,-1-11-20-16,1 11-33 0,-2-7-34 0,2 7-29 15,0 0-16-15,0 0-20 0,0 0-33 0,0 0-31 16,-3 22-26-16,4-9-199 0,-1-2-514 0,1 1 228 16</inkml:trace>
  <inkml:trace contextRef="#ctx0" brushRef="#br0" timeOffset="-188059.64">28672 9897 232 0,'7'-3'258'0,"-7"3"0"0,0 0 2 15,0 0-12-15,0 0-4 0,0 0-21 0,0 0-18 0,0 0-13 16,0 0-9-16,0 0-3 0,6 7-12 0,-6-7-1 16,0 15 3-16,1-5-13 0,2 3-1 0,-3-1-12 15,1 4-12-15,0 0-15 0,0 1-7 0,-1 1-17 16,0-7-9-16,2 8-4 0,-2-6-2 0,2 3-17 16,1-1-10-16,0-3-24 0,-3 1-38 0,1-3-37 15,1 2-37-15,0-4-34 0,-4 3-34 0,0-1-42 16,-1 0-38-16,2-2-35 0,0-2-43 0,-3 2-166 15,4-8-515-15,-8 9 229 0</inkml:trace>
  <inkml:trace contextRef="#ctx0" brushRef="#br0" timeOffset="-187676.91">28683 9936 219 0,'6'-10'225'0,"-1"0"-3"16,3 1 4-16,-1 1-1 0,0 1-7 0,3 1-9 15,-4 2-9-15,1 2-16 0,-1 0-10 0,5-2-3 16,0 3-9-16,-5-1-15 0,-6 2-8 0,19 3-7 16,-11-2-10-16,2 2-3 0,-3-1-14 0,0 0-9 15,0 1-10-15,-1 0-2 0,0 1-3 0,-6-4-11 16,9 5-5-16,-6 2-5 0,1-4-9 0,-4-3-1 16,5 10-2-16,-4-4-23 0,-1-6-10 0,3 10-20 15,-3-10-11-15,2 10-11 0,1-4-6 0,-3-6-5 16,4 11-7-16,-3-6-7 0,3 1 4 0,0-3-3 15,-4-3-3-15,5 11 6 0,1-6 0 0,-3-1 0 16,3 1 5-16,0-1 1 0,0 0 2 0,-1 1 4 16,0 0 4-16,0 1 1 0,0 0 5 0,-1-2 1 15,-4-4 5-15,2 13 3 0,-2-8 6 0,0 2 3 16,0-7 5-16,-3 16 7 0,-3-8 6 0,1-1 2 16,0 0 8-16,1-2-6 0,1 1 2 0,-1 0-4 15,-5 0 2-15,1 0-4 0,2-3-3 0,-2 4-16 16,2-3-14-16,-4 1-25 0,1-2-25 0,2 1-38 0,-1-1-46 15,8-3-53-15,-11 2-219 0,3 0-464 16,8-2 205-16</inkml:trace>
  <inkml:trace contextRef="#ctx0" brushRef="#br0" timeOffset="-187409.75">28914 9513 63 0,'0'-10'326'16,"-2"-2"-15"-16,0 3-5 0,-1 2 0 0,3 7 6 15,-1-11-1-15,1 11-7 0,-4-9-22 16,4 9-30-16,0 0-21 0,0 0-38 0,-2-7-3 0,2 7-13 16,0 0-11-16,0 0-14 0,0 0-17 0,0 0-8 15,-1 26-8-15,-1-15-15 0,1 1-8 0,1 4-13 16,-1 0-14-16,-1 0-24 0,2 2-29 0,-2-1-30 15,2 0-33-15,1 0-38 0,-4 1-44 0,5-4-52 16,-1 1-64-16,2-2-55 0,1-1-49 0,-3-1-206 16,5 1-601-16,0-3 267 0</inkml:trace>
  <inkml:trace contextRef="#ctx0" brushRef="#br0" timeOffset="-187210.99">29329 9783 244 0,'0'0'300'15,"0"0"-18"-15,9 1-15 0,-9-1-4 0,0 0-13 16,13-2-20-16,-13 2-15 0,13-3-19 0,-5 2-22 16,3 1-18-16,3-1-10 0,-3-2-42 0,2 2-46 15,-1 0-47-15,-2 2-67 0,-10-1-76 0,14-1-73 16,-8 2-213-16,-6-1-451 0,0 0 200 0</inkml:trace>
  <inkml:trace contextRef="#ctx0" brushRef="#br0" timeOffset="-187027.72">29346 9913 143 0,'-3'5'272'0,"3"-5"-7"0,0 0 1 15,0 0 1-15,9 6-2 0,-9-6-12 0,0 0-19 16,15-2-29-16,-4 1-16 0,-1-3-20 0,3 2-18 15,-1-2-15-15,4 0-20 0,2 1-32 0,-4-1-45 16,2 0-54-16,-4 2-63 0,-1-1-74 0,1-2-74 16,-6 4-205-16,6-3-466 0,-12 4 206 0</inkml:trace>
  <inkml:trace contextRef="#ctx0" brushRef="#br0" timeOffset="-185010.82">30225 9497 30 0,'0'0'244'0,"-4"-10"-6"16,4 10-5-16,-2-9-1 0,-1 4-2 16,3 5 2-16,-2-9 2 0,2 9-3 0,-3-6-6 15,3 6-5-15,0 0-10 0,-3-9-20 0,3 9-24 16,0 0-25-16,0 0-15 0,0 0-11 0,0 0-10 15,0 0-3-15,0 0 8 0,4 26 6 0,0-9-30 16,1 1 21-16,-1 1-16 0,4 6-9 0,-3-5-11 16,1-2-8-16,1 6-1 0,-2-7-12 0,1 0-3 15,0-2-7-15,1-1 0 0,2 1-7 0,-3-2-1 16,0-5-3-16,1 3 0 0,-2-4 2 0,0 1-12 16,3-3 1-16,-3 2-17 0,-1-4 20 0,0 2-1 0,-1-1-6 15,-3-4 1-15,10 3-5 0,-4-2-2 16,-6-1 0-16,0 0 1 0,15-4-7 0,-8 1 1 15,0-3 3-15,-1 0-5 0,2-1 4 0,-1-1-10 0,-1-1 8 16,0 0 7-16,-1-1-25 0,1 2 12 16,-1-3-3-16,-1 1-3 0,-2 0 6 0,2-1 1 15,0 1 7-15,-2 0-9 0,0 4-6 0,0 1 6 16,-2 5 2-16,1-11 1 0,-1 11-22 0,3-8 16 0,-3 8 0 16,4-4 0-16,-4 4 6 0,0 0-8 0,0 0-9 15,0 0 6-15,8 14 3 0,-6-7-5 0,1 2 4 16,2-1-2-16,-1 2-1 0,-1-1 12 15,3 0-7-15,-4 0 4 0,1 0-4 0,-1-2 1 16,3-2 0-16,3 3 1 0,-3-3-4 0,0-2 1 0,2 0 5 16,-1-1 0-16,-6-2 4 0,14 2-13 0,-6-2-10 15,-8 0 18-15,18-5-4 0,-11 2-1 0,0 1 1 16,0-3 7-16,2-3 2 0,-2 2-15 0,-1-3 15 16,1 2 0-16,-1-1 5 0,-2-3-1 0,-1 0-3 15,1-1 7-15,-1-1-6 0,-2-2 8 0,0-2-7 16,-2 2-2-16,2-2 2 0,-1 1 1 0,-2-1-3 15,1 0 2-15,-2 1-9 0,3 5 4 0,1-1-19 16,-2 3-11-16,0 3-12 0,-1-2-26 16,2 8-27-16,-1-13-35 0,1 13-39 0,0 0-28 0,0 0 3 15,0 0-54-15,0 0-11 0,0 0-19 0,0 0-208 16,0 0-525-16,4 28 234 0</inkml:trace>
  <inkml:trace contextRef="#ctx0" brushRef="#br0" timeOffset="-184760.75">30775 9552 91 0,'0'0'269'0,"0"0"-7"16,6-5-6-16,-6 5-3 0,0 0-10 0,0 0-15 15,0 0-12-15,0 0-7 0,0 0-4 0,2 12-12 16,-2-4-5-16,0 0-8 0,0 2-19 0,0 2 2 16,2 0-10-16,-1 1-10 0,0 1-9 0,2 3-14 15,-4-1-5-15,2 1-17 0,1-3-9 0,0-1-6 16,-1 3-7-16,2-4-12 0,-3-2-9 0,2 3-8 15,-1-2-18-15,1-1-33 0,-1-1-19 0,0 1-19 16,1-1-28-16,-2-2-29 0,1 0-36 0,0 1-32 16,-1-8-26-16,1 11-30 0,1-6-32 0,-2-5-19 15,3 7-199-15,-3-7-513 0,0 0 226 0</inkml:trace>
  <inkml:trace contextRef="#ctx0" brushRef="#br0" timeOffset="-184359.6">30807 9622 63 0,'-2'-11'207'0,"2"1"-5"0,2-1-7 0,0 3-3 16,1 1 1-16,3-1 2 0,0 0-9 0,1 5-1 15,-1-1-12-15,4 1-10 0,-1-1-6 0,2 3-7 16,1-1-6-16,0 2-3 0,-1 0-10 0,1 2-4 16,-3 0-14-16,1 1-17 0,1 0-4 0,-2 0-18 15,-2 0-2-15,-1 3-11 0,1-2-3 0,-2 2-1 16,-3-2-1-16,0 3-3 0,0 0-12 0,-2-7 4 15,-2 13-10-15,-2-7-10 0,0 2-8 0,-4 1-3 16,6-2-20-16,-3-2-10 0,2 1-12 0,-1 0-17 16,2 0-11-16,-1 0-12 0,3-6-7 0,-1 10-2 15,1-10 5-15,0 9 3 0,0-9 1 0,4 10 5 16,-2-6 2-16,2 3 7 0,3-4 2 0,0 2 9 16,-1 0-1-16,2 0 7 0,1 1 4 0,-1-3 3 15,-1 3 4-15,-1-1 2 0,0-1 10 0,-1 3 8 16,1-2 16-16,-2 1 17 0,-1-1 11 0,-1 1 14 15,-2-6 5-15,0 14 6 0,-1-6-1 0,-2-1-2 16,0-1 2-16,-4 3-3 0,1-2-7 0,-2-1-4 16,-1 1-6-16,0 0-3 0,-1 1-11 0,1-3-8 15,0 0-18-15,0 2-25 0,2-3-33 0,-2-1-38 16,9-3-43-16,-14 7-69 0,10-5-45 0,4-2-183 16,-13 3-469-16,13-3 207 0</inkml:trace>
  <inkml:trace contextRef="#ctx0" brushRef="#br0" timeOffset="-184177.75">31148 9717 131 0,'7'-3'264'0,"0"1"-8"0,0 0 2 0,-7 2-2 16,14-3-11-16,-6 3-14 0,0-3-23 0,2 2-22 15,1-1-20-15,2 0-19 0,1-1-11 0,3 3-36 16,-3-1-40-16,4-1-56 0,-2-1-65 0,-3 3-62 15,1-3-69-15,-2 2-187 0,-2-3-410 0,2-1 181 16</inkml:trace>
  <inkml:trace contextRef="#ctx0" brushRef="#br0" timeOffset="-183626.72">31582 9508 225 0,'0'0'279'0,"0"0"-3"0,3-5-1 15,-3 5-5-15,0 0-8 0,0 0-8 0,0 0-6 16,0 0-2-16,0 0 1 0,0 0-7 0,5 16-8 16,-5-7-4-16,0 2-22 0,1-3-14 0,-2 4-23 15,1 0-7-15,2-1-17 0,0 1-11 0,0 1-15 16,2-3-9-16,0 1-13 0,2-2-9 0,1 1-5 16,-4-4 2-16,5 1-10 0,0 1-5 0,-2-4-5 15,4 1-2-15,-3-1-4 0,5-1-4 0,-2-1-6 16,0-1-2-16,0-2-1 0,0 1-9 0,3-3-2 15,-4 1-8-15,4-2-7 0,-3-1-3 0,-1 1-7 16,1-4-2-16,-2 2-7 0,-2-1 3 0,4 0-2 16,-4 0-9-16,0-3-1 0,-2 2-5 0,-2-2 6 15,2 1-3-15,-2-2 4 0,0 3-1 0,-2-2-2 16,1 4 4-16,-1 6 0 0,4-14-1 0,-4 14 0 16,1-8-3-16,-1 8-1 0,0 0-2 0,0 0-1 0,0-7 1 15,0 7 8-15,0 0 5 0,0 0-1 16,0 0 0-16,3 26 4 0,-2-20-2 0,2 3-3 15,-1 0 5-15,2 1-2 0,0-1 0 0,1 0 5 16,4-1-1-16,-1-2-4 0,-1 2 1 0,4-4 3 16,1-1 8-16,5 0-5 0,1-2 1 0,-5-2-1 15,6 0 0-15,-1-1 2 0,0-2 0 0,-4 0-3 16,2-3 3-16,-3 4 3 0,-4-3-5 0,1 0 5 16,2-2-3-16,-3 0 5 0,-2-2-3 0,0 1 2 15,-3-1 0-15,1 0-3 0,-1-2-3 0,-3-1 0 0,0 2 3 16,-1-6 2-16,0 1-2 0,-2-1-5 15,-1 2-1-15,-2 1 1 0,0 1-2 0,-2-1-4 16,4 5-7-16,-3-1-11 0,1 0-17 0,0 1-16 16,-1 6-32-16,1-3-33 0,0 1-32 0,5 5-41 0,-14-2-49 15,6 1-45-15,8 1-67 0,-13 6-43 0,5-2-250 16,2 0-694-16,6-4 308 0</inkml:trace>
  <inkml:trace contextRef="#ctx0" brushRef="#br0" timeOffset="-183393.57">32373 9228 123 0,'9'0'299'0,"3"0"13"0,-2 4 12 0,1 1-8 16,0 2-9-16,2 4 1 0,2 1-8 0,-2 4-22 15,-2 1-10-15,4 4-24 0,-4 4-23 0,-1 1-19 16,-1 1 9-16,-4 0-25 0,-2 2-21 0,-2-2-14 15,-2-1-48-15,-2 1-32 0,-5-3-48 0,-2 2-38 16,-8-1-43-16,-2 1-47 0,-2-1-49 0,-5 1-47 16,-10 9-48-16,8-15-65 0,-16 7-239 0,1-2-599 15,10-11 265-15</inkml:trace>
  <inkml:trace contextRef="#ctx0" brushRef="#br0" timeOffset="-182877.03">30100 9303 196 0,'0'0'295'0,"-1"-10"-21"0,1 10-17 0,0 0-12 15,-7-5-5-15,7 5-3 0,-12 18-2 0,2 8 0 16,0 5-19-16,-4 16-16 0,3 1-7 0,3 4-19 15,3-1-25-15,3 1-13 0,6-5-10 0,5 0-12 16,5-3-9-16,8-1-29 0,1-2-33 0,9-1-39 16,3-1-39-16,5-8-51 0,5 1-59 0,5-5-62 15,4-2-65-15,-1-4-230 0,4-4-542 0,-4-2 240 16</inkml:trace>
  <inkml:trace contextRef="#ctx0" brushRef="#br0" timeOffset="-176976.82">28395 10819 42 0,'-3'-12'293'0,"-1"2"-3"0,2 5-16 15,-2-2-6-15,1 0-12 0,3 7-14 0,-3-7-21 16,3 7-17-16,-3-7-21 0,3 7-22 16,0 0-17-16,0 0-19 0,0 0-8 0,0 0-4 15,0 0-21-15,0 0-7 0,0 30-9 0,3-15-11 0,0 2-5 16,4-1-3-16,-1 4 26 0,2-4-12 16,3 2-9-16,0-1-4 0,-1-1-6 0,3-2 1 0,-2-2-7 15,3 1-9-15,-4-4 3 0,-1-1-13 16,2-1 3-16,-1 0-4 0,-1-3-6 0,0 0 4 15,0-2-7-15,-4-1 4 0,1 0 4 0,-6-1-1 0,12-3-1 16,-6-2-14-16,-1 1 7 0,1-1 2 0,0-4-4 16,-1-1 4-16,-5 0-6 0,4 0 0 0,-2 0-1 15,2-3-1-15,-4 1-4 0,0-1-2 16,0 2 2-16,0 0 0 0,-1 1 1 0,1-1-5 0,0 11-1 16,-3-14 0-16,3 7 7 0,0 7-14 0,0-10-13 15,0 10 3-15,0 0-2 0,0 0 0 0,0 0 2 16,0 0 5-16,0 0-6 0,19 16 6 0,-13-5-3 15,-1 0 3-15,0 0 6 0,5 3 2 0,-1 3-3 16,1-4 0-16,-1 2 0 0,-2-7 1 0,-1 2 0 16,6-2-7-16,-1 0-6 0,-2 0 5 0,2-1-1 15,-2-3-6-15,4-1 5 0,-3 0 2 0,2-4-2 16,-3-1 5-16,2-1 1 0,1-2-2 0,-1-1 6 16,-1-2 12-16,1 1 1 0,-5-1 9 0,2-1 6 15,-4-3-8-15,1 2-6 0,-3-2 8 0,-2 0 5 16,2-3 7-16,-2-3 0 0,-2 1 0 0,1 3 1 15,-3-1-10-15,-2-4 34 0,-1 2-34 16,4 0-3-16,-4 0 2 0,1 1 6 0,-6 1-13 0,6 0 2 16,-3 1-3-16,4 3-2 0,-1 1-1 0,3 4-1 15,-1 1-6-15,2-1-24 0,2 6-34 0,-6-10-34 16,6 10-36-16,-3-5-26 0,3 5-7 0,0 0-11 16,0 0-30-16,0 0-36 0,11 22-26 0,-4-12-21 15,0 6-151-15,1-6-470 0,8 2 209 0</inkml:trace>
  <inkml:trace contextRef="#ctx0" brushRef="#br0" timeOffset="-176808.73">29113 10788 104 0,'14'0'186'0,"-7"-2"-2"16,0-1-5-16,3 1 0 0,-1-1-9 0,2 0-9 16,-1 0-15-16,1-1-17 0,2 3-10 0,1-3-11 15,-1 0-11-15,1 3-14 0,-1-1-24 0,0 1-31 16,1 0-43-16,-4 1-44 0,3 0-45 0,-2 0-40 15,-3 1-125-15,-3 2-290 0,1 0 128 0</inkml:trace>
  <inkml:trace contextRef="#ctx0" brushRef="#br0" timeOffset="-176643.87">29246 10885 196 0,'-6'2'237'0,"1"1"-3"0,5-3-6 0,-8 6 3 15,8-6-6-15,-8 5-8 0,8-5-6 0,0 0-17 16,-5 2-11-16,5-2-15 0,0 0-12 0,0 0-12 15,0 0-6-15,0 0-16 0,18 2-15 0,-18-2-15 16,24-4-27-16,-11 3-39 0,8-3-36 0,7 2-46 16,1-5-49-16,-1 3-53 0,3-4-53 0,1 0-44 15,-6 3-142-15,3-4-430 0,-4-1 191 0</inkml:trace>
  <inkml:trace contextRef="#ctx0" brushRef="#br0" timeOffset="-176109.52">29885 10615 177 0,'-2'-8'301'16,"2"8"-5"-16,-8-6-1 0,8 6 1 0,-7-2-10 0,7 2-16 15,0 0-13-15,0 0-1 0,0 0-19 0,-15 11-5 16,11-2-13-16,3 1-17 0,-2 7-13 16,2-1-17-16,1-5-8 0,1 2-9 0,1 0-19 15,-1 5-8-15,3-3-7 0,0-3-1 0,3 3-6 0,0-3-6 16,2 2-8-16,0-3-6 0,1-3-7 0,0-2-6 15,7 3-6-15,-6-4-9 0,1-1-8 0,2 0-2 16,-1-1-7-16,0-3-6 0,0 0-5 16,-1-2-9-16,1-1-1 0,-2-1-7 0,1 2-4 15,-3-4-5-15,0 2-5 0,1-5-7 0,-1 1 7 0,-4-1-4 16,0 1-1-16,-2 1-3 0,-1-4-3 0,2 2-3 16,-3-2 1-16,0 1 0 0,-1 0-2 15,0 10 1-15,0-12 2 0,0 6 0 0,0 6-4 16,2-7-5-16,-2 7-2 0,0 0-1 0,0 0-6 0,0 0 1 15,0 0 5-15,0 0 1 0,0 0 6 0,-7 23-4 16,6-14 4-16,1 1 2 0,1 1-6 0,3-2 6 16,0 3-7-16,0-3 8 0,2 1 2 15,2-3-1-15,2 1 5 0,5 1 2 0,-3-5-1 0,2 1-1 16,-2-2-1-16,7-1-3 0,-6-2 3 0,0 0 1 16,0-2-2-16,3-1 2 0,-5-1 2 0,1-1 1 15,-1 1-1-15,-2-3 1 0,0 0 2 0,0-1 4 16,-3 1-5-16,-1-2-1 0,-2-2 5 0,0 0-1 15,-2-4 1-15,-2 3 0 0,-3-1-3 0,0-1-3 16,-1-3 0-16,0 2 0 0,-5-1-9 0,4 5 3 16,-4-3-27-16,2 4 6 0,1 1-22 0,0-1-15 15,1 3-39-15,-2 1-33 0,1 1-31 0,2 3-33 16,-3-1-31-16,8 3-31 0,-13 1-22 0,13-1-17 16,-6 5-25-16,6-5-206 0,-5 8-574 0,5-8 253 15</inkml:trace>
  <inkml:trace contextRef="#ctx0" brushRef="#br0" timeOffset="-175910.67">30413 10603 153 0,'0'0'255'16,"0"0"-5"-16,10-3-5 0,-10 3-2 0,0 0-7 15,0 0-5-15,0 0-4 0,9 3-6 0,-9-3 0 16,0 0 8-16,1 11-4 0,2-3-18 0,-3 1-17 16,1 2-4-16,2 0-13 0,-3 1-13 0,2 0-20 15,1 5-12-15,-1-2-15 0,-2 2-19 0,4-1-10 16,-3-4-26-16,1-1-29 0,2 4-48 0,-1-3-35 15,0-1-35-15,0-1-36 0,-1-4-49 0,-1 1-38 16,2 0-34-16,-3-7-33 0,6 9-238 0,-6-9-560 16,3 8 248-16</inkml:trace>
  <inkml:trace contextRef="#ctx0" brushRef="#br0" timeOffset="-175757.2">30316 10486 67 0,'-5'-5'203'0,"0"2"-34"16,5 3-20-16,0 0-22 0,-10 0-30 0,10 0-37 15,0 0-32-15,0 0-37 0,7 19-29 0,1-9-28 16,7 0-66-16,-1 1-142 0,5-2 64 0</inkml:trace>
  <inkml:trace contextRef="#ctx0" brushRef="#br0" timeOffset="-175342.94">30776 10627 183 0,'7'2'231'0,"-7"-2"-2"0,0 0 1 16,8-2 0-16,-8 2-7 0,0 0-9 0,0 0 0 16,0 0-3-16,0 0 11 0,-28 2-14 0,18 1-7 15,-3 0 18-15,1 1-8 0,0 0-7 0,2 1-12 16,-2 1-13-16,3 2-10 0,-2-2-12 0,4 4-13 16,-2 2-10-16,4-1-15 0,3-1-11 0,-1 2-6 0,2 0-12 15,2-2-14-15,0 1-3 0,2 0-5 16,1-1-10-16,2-1-9 0,2-1-2 0,1-3-8 15,2 0-9-15,1-2-6 0,-1 0-2 0,7-3-7 16,-6-1-5-16,3-3-12 0,-2 4 2 0,-1-6-1 0,3-2-3 16,-4 0-2-16,0 0-3 0,-3 1-4 15,1-7 2-15,-1-1 0 0,-3-2-4 0,0 2 4 16,-1-1-1-16,-3 0 4 0,0-3 2 0,-1 2-1 16,-1-8 0-16,-1 6 2 0,-2 1 2 0,1-7-4 15,-1 6 2-15,3 0-1 0,-3 4 13 0,2 2 0 0,1 2 9 16,-2 0 13-16,2 5 2 0,1 6-4 0,0-12 1 15,0 12-10-15,-3-6-1 0,3 6-2 0,0 0 21 16,0 0 1-16,0 0-1 0,-1 38 1 16,1-19-2-16,0 7-4 0,1 2-2 0,-1-4-6 0,-1 1 0 15,3 1-1-15,0 2-4 0,2 0-12 0,-1-3-17 16,1-6-32-16,1 0-27 0,-2-2-47 16,1-1-38-16,-1 0-58 0,1-5-63 0,1 0-79 0,0-1-358 15,-2-4-771-15,0-2 341 0</inkml:trace>
  <inkml:trace contextRef="#ctx0" brushRef="#br0" timeOffset="-175110.76">31065 10492 210 0,'1'-6'299'0,"-1"6"-14"0,0-8-7 15,0 8 7-15,0 0 27 0,0 0-16 0,0 0 2 16,-1 26-9-16,-1-12-12 0,2 3-18 0,2 2-22 15,-5 5-15-15,3-5-19 0,0 6-19 0,0-6-20 16,1 0-14-16,-1 0-10 0,2-1-19 0,0 3-13 16,-1-4-23-16,2-2-25 0,0 2-34 0,-2-4-45 15,0-3-42-15,-1-1-30 0,0 1-49 0,0-2-45 16,0-8-42-16,-2 12-46 0,2-12-33 0,-3 7-275 16,3-7-630-16,-8 3 278 0</inkml:trace>
  <inkml:trace contextRef="#ctx0" brushRef="#br0" timeOffset="-174676.72">31004 10694 112 0,'2'-10'234'0,"-2"10"-23"0,4-9-14 15,0 3-8-15,1 2-3 0,1-1-8 0,2-2-1 16,-1 0-14-16,1 2-9 0,2-1-5 0,0 0-5 0,-1 1-2 16,2-1-5-16,-1 0 1 0,0-1-5 0,-2 1-1 15,3-2 4-15,-3 4-2 0,1-4-10 0,0 3-2 16,-4-1-12-16,3-2-10 0,-2 1-2 0,-1 1-4 15,1 1 0-15,-2 2-3 0,-4 3-4 16,8-9-17-16,-4 5-7 0,-4 4-6 0,4-4-1 0,-4 4-8 16,7-1 3-16,-7 1 5 0,0 0 11 0,12 12 1 15,-8-4 2-15,-2 4-1 0,1 6 11 0,-2-1-8 16,3-1-6-16,-7 9-5 0,3-5-3 0,-2-1-3 16,1 0-8-16,-5-1-2 0,5-4-8 0,0-3-5 15,-1 1 2-15,0-3-10 0,2 1 9 0,-1-4-7 16,1-6 0-16,-2 10-5 0,2-10 0 0,-1 6 3 15,1-6-4-15,0 0-1 0,0 0-2 0,0 0-1 16,0 0-10-16,0 0-2 0,0 0-5 0,0 0 0 16,0 0-4-16,22-16 3 0,-13 8-4 0,-2 3-3 15,0 1-1-15,2-2 1 0,4 1 1 0,-4 2 3 16,2-1-6-16,-5 0 0 0,1 2 2 0,-7 2 0 16,13 0 0-16,-7 3 4 0,3 1 1 0,-1 2 2 15,-5 0-7-15,7 3 0 0,-8-4-32 0,7 3-33 16,-5-2-35-16,0 2-49 0,2 1-50 0,-5-2-59 15,-1-7-77-15,7 12-52 0,-6-3-230 0,-1-9-678 16,6 12 300-16</inkml:trace>
  <inkml:trace contextRef="#ctx0" brushRef="#br0" timeOffset="-174089.41">31725 10705 158 0,'-2'-11'314'0,"-1"6"12"0,1-1 7 15,2 6 10-15,-8-11-1 0,5 6-11 0,3 5-12 16,-7-3-14-16,7 3-13 0,0 0-23 0,-14 8-14 16,10-3-19-16,0 3-15 0,0 1-22 0,2 0-11 15,2 1-19-15,0-1-14 0,2 1-14 0,1 0-11 16,-1 1-13-16,6-2-12 0,-3 0-9 0,3-2-11 16,2-2-7-16,2 3-11 0,-2-3-9 0,1-1-13 15,1-1-8-15,-1-1-10 0,3 0-14 0,-3-2-11 16,0-3-4-16,-1 2-6 0,-1-3-8 0,-2 1-13 15,-1-2-6-15,-1 1-3 0,-2-2-4 0,-2 0-6 0,2-5-7 16,-5 2 0-16,0-4-8 0,-2 1 0 16,-1 1 5-16,-4-4 0 0,0 7-1 0,-3-5 9 15,3 2 12-15,2 1 2 0,-2 2 2 0,4 0 33 16,-3 1-12-16,3 3 14 0,1 0-8 0,4 4 13 0,-9-5-1 16,9 5 1-16,-5-4-3 0,5 4 11 0,0 0-20 15,0 0 9-15,0 0-7 0,0 0 3 16,0 0 4-16,0 0 4 0,0 0-7 0,29 1 2 15,-16-1 2-15,6-1 0 0,-1-2-5 0,0-1-10 0,0 1 13 16,2-2-3-16,-2-1 2 0,-6 1-4 0,4-1 4 16,-5-1-1-16,-2 1 4 0,1-2 3 15,-3-1-6-15,1 1 4 0,-3-3 1 0,1 2-2 16,-3-2 0-16,4 0 2 0,-4-2-6 0,3-2-2 0,-3 5 0 16,0 0 13-16,1 0-2 0,-3 3-8 0,2 1 11 15,-3 6 6-15,3-10-6 0,-3 10 1 0,0 0 16 16,0 0 13-16,0 0 8 0,0 0 6 0,3 30 10 15,-3-11 3-15,-3 10 0 0,-3 5 8 0,1 2 2 16,-4 10-4-16,4-13 5 0,0 12 1 0,-3 1-8 16,4-11-7-16,-1-1-3 0,0 1-7 0,1 0-5 15,0 1-7-15,6-5-5 0,-2-3-1 0,0-1-9 16,1-7-18-16,0-2-20 0,0 0-23 16,-1-2-37-16,2-5-51 0,0-1-47 0,0 0-58 0,-1-4-42 15,-1 1-52-15,0-7-61 0,0 0-59 0,0 0-279 16,0 0-779-16,0 0 345 0</inkml:trace>
  <inkml:trace contextRef="#ctx0" brushRef="#br0" timeOffset="-173909.76">32033 10824 50 0,'4'-5'290'0,"1"0"-30"15,4 4-26-15,-1-5-21 0,2-1-17 0,3 4-24 16,4-4-18-16,-1 0-18 0,1 2-27 0,3-2-34 15,6-3-39-15,3 3-52 0,-2-3-31 0,4 1-52 16,-1 0-40-16,2 2-132 0,-4-1-293 0,-2-2 129 16</inkml:trace>
  <inkml:trace contextRef="#ctx0" brushRef="#br0" timeOffset="-173709.78">32570 10519 180 0,'1'-9'238'0,"1"-1"10"0,0 4 4 0,-1-1 16 16,-1 7 2-16,2-10-22 0,-2 10 7 0,1-8-18 15,-1 8-29-15,0 0 23 0,0 0 21 0,0 0 13 16,0 0-11-16,-3 36-9 0,2-19-4 0,-1 3-17 16,-1 0-13-16,2 5-14 0,-5 0-17 0,3 0-14 15,-1 2-16-15,2-1-15 0,-1-1-11 0,2-5-12 16,-2-1-23-16,2 0-23 0,-1-1-26 0,2-2-37 16,0-1-34-16,-2-2-36 0,2-3-41 0,-1-3-44 15,-1 1-60-15,2-8-49 0,0 0-56 0,-6 15-64 16,4-12-296-16,2-3-734 0,0 0 326 0</inkml:trace>
  <inkml:trace contextRef="#ctx0" brushRef="#br0" timeOffset="-173143.68">32515 10708 173 0,'4'-7'207'16,"2"-2"-8"-16,1 3-5 0,2-3 4 0,0-1-6 15,-3 2-1-15,4 0-8 0,-1-1-3 0,1 2-5 16,1-1-11-16,5-2 3 0,-7 1-5 0,5 0 3 15,-14 9 0-15,0 0 2 0,32-28-10 0,-32 28-4 16,16-19-12-16,-16 19-9 0,0 0-7 0,21-26 4 16,-21 26-3-16,0 0-12 0,17-19-15 0,-17 19-9 15,0 0-7-15,0 0-4 0,0 0-27 0,18-19-6 16,-18 19 14-16,0 0-18 0,0 0 3 0,0 0 16 16,0 0-3-16,0 0-9 0,0 0 0 0,0 0-4 15,0 0-2-15,0 0-4 0,21 59-8 0,-21-59 2 16,0 0-15-16,0 0 8 0,-3 44-2 0,3-44-1 15,0 0-7-15,0 0 1 0,-9 41-5 0,9-41-15 16,0 0-5-16,0 0-10 0,0 0-2 0,-7 30-13 16,7-30 6-16,0 0 0 0,0 0-2 0,0 0 5 15,0 0-15-15,0 0 25 0,0 0 0 0,0 0 4 16,0 0-7-16,8 34 16 0,-8-34 3 0,0 0 7 16,18 19 10-16,-18-19-5 0,0 0-2 0,23 21 5 15,-23-21-3-15,0 0 0 0,33 15 5 0,-33-15-1 16,28 7 1-16,-28-7-4 0,0 0-1 0,53 0-3 15,-53 0 0-15,38-2 2 0,-38 2-5 0,0 0-4 16,47-14 0-16,-47 14 2 0,36-15 0 0,-36 15 1 16,19-13 2-16,-19 13-7 0,0 0 6 0,18-22-5 15,-18 22 3-15,0 0-1 0,13-27 4 0,-13 27-5 16,0 0 2-16,0 0-14 0,-4-39 12 0,4 39 1 16,0 0 5-16,0 0 5 0,0 0 8 0,-20-33 2 15,20 33 12-15,0 0-1 0,0 0 5 0,0 0 9 16,-45 0 0-16,45 0 1 0,0 0 2 0,0 0-7 15,0 0-9-15,-49 36-1 0,49-36-5 0,-12 20-20 16,12-20-24-16,0 0-39 0,-12 32-42 0,12-32-54 16,0 0-66-16,0 0-65 0,9 42-77 0,-9-42-78 15,0 0-247-15,0 0-738 0,9 36 326 0</inkml:trace>
  <inkml:trace contextRef="#ctx0" brushRef="#br0" timeOffset="-172208.75">29131 11892 33 0,'-13'-3'304'0,"2"-1"-4"0,-2 3 0 0,-1 1 5 15,-3 0-6-15,-1 2-10 0,0 2-12 0,1 2-16 16,-8 5-13-16,10 1-24 0,-3 1-16 0,5 2-6 15,-2 6-36-15,3-4-8 0,5 2-12 0,-1-1-16 16,3-1-9-16,2 1-15 0,1-3-3 0,2 2-15 16,2-5 0-16,1 0-3 0,4 2-6 0,1-4-10 15,1 2-6-15,2-5-7 0,1-1-2 0,-1-3-3 16,3-1-9-16,0-2-7 0,2-4 1 0,2 0-4 16,0-2 4-16,-3-3-7 0,2 0-1 0,-4-2-8 15,1-1-2-15,-4-2-1 0,0 1-4 0,-3-6-2 16,2 2 2-16,-2-6-4 0,-2-4 5 0,-1 3-11 15,0-1-2-15,-3-4 2 0,1-1-4 0,-2 1-2 16,0-1-2-16,-3-1 0 0,1 1 2 0,-4 2-1 16,3-1-1-16,-1 2 3 0,0-1 8 0,-1 9 0 15,0 0 12-15,2 3 13 0,1 5 3 0,-1 4 2 16,2 2-2-16,1 5-2 0,-2-11-4 0,2 11-8 16,-2-6-1-16,2 6 0 0,0 0 2 0,-5 25 6 15,0-7 1-15,2 9-2 0,-2 2-3 0,0 4 0 16,1 2-6-16,3 0-3 0,1-5 0 0,4 0-1 0,-2 2-5 15,3-6 4-15,5-2 0 0,-6-6-4 16,4 0-2-16,5-2 3 0,-2-2-2 0,5-1 4 16,-1-3-1-16,0-3-5 0,2 1-1 0,1-7-3 15,-5 1-3-15,6-2-6 0,-6-2 5 0,6-1 2 0,-3-4-3 16,1-2 2-16,-2 2-3 0,-1-5 5 0,-1 1-3 16,-4 2-8-16,0-4 0 0,0-2-8 15,-4 5-6-15,2-7-4 0,-6-2-6 0,0 2 1 16,-2 0-1-16,0-1 5 0,-3 2 0 0,1 6 2 15,2 0 6-15,-4 1-2 0,1 0 8 0,0 2-1 0,-2 5 5 16,6 2 0-16,-11-2 4 0,11 2 5 0,-18 14 4 16,6 1 0-16,-5 5 7 0,3 1-2 15,1 0-1-15,3-2 3 0,2-2-2 0,7 2-3 16,0 0-2-16,5-3 3 0,0 1-2 0,1-2-17 0,3-1-17 16,2-2-33-16,5-2-34 0,1-3-38 0,4-2-46 15,-1-3-43-15,3 0-55 0,9-5-48 0,0-1-32 16,-3-1-242-16,-7-2-652 0,4-1 288 0</inkml:trace>
  <inkml:trace contextRef="#ctx0" brushRef="#br0" timeOffset="-171976.73">29699 11618 212 0,'-3'-9'288'0,"2"3"0"15,1 6-9-15,0 0-11 0,-2-7-1 0,2 7 19 16,0 0 1-16,0 0-7 0,-5 32-15 0,5-14-10 15,-2 7-15-15,-1 5-10 0,2 2-15 0,1-3-11 16,-2 4-32-16,6-2-10 0,-5 2-15 0,1-1-17 16,5-2-12-16,-3 0-12 0,-1-1-30 0,0 0-25 15,2-11-31-15,1 7-33 0,-2-8-50 0,4 0-45 16,-3-2-42-16,-1-2-52 0,0-1-67 0,0 1-56 16,-2-6-295-16,0-7-670 0,2 13 296 0</inkml:trace>
  <inkml:trace contextRef="#ctx0" brushRef="#br0" timeOffset="-171743.48">29779 11779 183 0,'9'-8'270'0,"1"2"2"0,2 3 5 0,-2-2-10 0,1 3 4 15,0 4-17-15,-1-1-16 0,1 3-2 0,0 1-13 16,-5 0-20-16,4 1 4 0,-2 2-20 0,0 1-5 15,-5 1-17-15,-1 0-17 0,-1 2-11 0,-2 1-4 16,-2-2-10-16,-3 5-8 0,-2-1-11 0,-3-3-7 16,0 3-17-16,1-3-34 0,-4-1-5 0,0 0-24 15,-1-1-49-15,7-4-31 0,-2 0-28 0,-2 1-38 16,6-4-35-16,-1 0-48 0,1-1-57 0,6-2-75 16,-10 1-185-16,10-1-573 0,0 0 254 0</inkml:trace>
  <inkml:trace contextRef="#ctx0" brushRef="#br0" timeOffset="-171527.58">30019 11569 165 0,'3'-5'290'16,"1"1"-10"-16,-4 4 4 0,6-2 10 0,-6 2 10 16,0 0 24-16,10 17-9 0,-3-6-2 0,-4 4-17 15,3 6-14-15,-4 3-21 0,2 5-24 0,-1-4-23 16,0 2-23-16,1-2-17 0,-3 0-19 0,-1 1-17 15,0-2-23-15,3 2-43 0,-3-8-58 0,0-2-32 16,1 0-87-16,4 1-57 0,-5-5-60 0,0 1-63 16,2-3-55-16,0-2-276 0,1-2-663 0,2 0 293 15</inkml:trace>
  <inkml:trace contextRef="#ctx0" brushRef="#br0" timeOffset="-171259">30223 11959 122 0,'8'-4'204'0,"0"-1"-8"0,1-2-8 0,-1 0 6 16,2-2 10-16,-1 2 2 0,0-2 0 0,2 1-6 15,-2-1-9-15,2-3-7 0,2-1 1 0,-1 3 0 16,-4 0-7-16,4-2-11 0,-3-2 2 0,2 1 0 16,-3-1-12-16,0-3-13 0,0 3-1 0,-2 0-2 15,1 2 2-15,-4 0-7 0,-1 1-6 0,0 0 3 16,-2 0 10-16,2 2 6 0,-1 2 3 0,-1 7-7 16,-4-11-9-16,4 11-7 0,-5-9-7 0,5 9-11 15,-13 0-5-15,13 0-11 0,-19 9-3 0,6 2-7 16,-1 1-7-16,2 1-9 0,1 1-8 0,1 2-4 15,0 1-5-15,3-2-6 0,1 1-10 0,3-1-20 16,2-3-18-16,1 1-28 0,1-3-28 0,3 2-28 16,3-4-36-16,3 0-47 0,1-2-49 0,1 0-46 15,7-2-49-15,1-2-58 0,2-1-45 0,-3-2-269 16,2-1-741-16,4-2 328 0</inkml:trace>
  <inkml:trace contextRef="#ctx0" brushRef="#br0" timeOffset="-171008.75">30688 11514 81 0,'2'-7'341'15,"-2"-3"12"-15,0 10 10 0,-2-12 7 0,2 12-14 16,0-12-33-16,0 12-14 0,0 0 7 0,0 0 8 0,0 0 3 16,5 27-12-16,-4-10-11 0,0 9-25 0,3-4-15 15,-3-2-18-15,2 6-18 0,-3 2-25 16,4-5-18-16,-4-3-15 0,2-1-18 0,0 7-13 15,0-7-27-15,0 0-3 0,0 1-18 0,-1-4-37 0,-1 1-37 16,4 0-39-16,-3-6-46 0,-1 1-50 0,2-5-59 16,-1 1-67-16,-1-8-69 0,-1 13-46 0,-1-8-48 15,2-5-43-15,-6 9-246 0,6-9-753 16,-8 3 333-16</inkml:trace>
  <inkml:trace contextRef="#ctx0" brushRef="#br0" timeOffset="-170743.25">30557 11758 45 0,'0'0'239'0,"0"0"-15"0,8-12-6 16,0 7 5-16,1 1-8 0,2 2-7 0,0-1-9 0,9-1-9 15,7-2-16-15,-7 2-3 0,0 0-9 0,6-6-16 16,2 3 7-16,-1 4-6 0,-7-4-4 0,0 2-5 16,-2 1 5-16,1 1 4 0,-4-3-4 0,-2 5-13 15,-3-2-12-15,0 3 7 0,-3-1 9 16,-7 1 5-16,14 3 0 0,-9-1-2 0,-1 2 5 0,-4-4 7 15,7 9-7-15,-3-1-8 0,-1-1-11 0,-2-1-14 16,-1 2-4-16,2 2-14 0,-2 1-6 0,0-2-12 16,0 2-29-16,3-1-33 0,-3-1-42 0,0 2-53 15,1-2-52-15,-1 0-58 0,2 1-57 16,-1-1-75-16,-1-9-66 0,0 12-299 0,0-12-748 0,1 12 330 16</inkml:trace>
  <inkml:trace contextRef="#ctx0" brushRef="#br0" timeOffset="-170586.03">30900 11507 231 0,'0'0'208'0,"-4"-9"-34"0,4 9-30 0,0 0-42 15,0 0-38-15,0 0-72 0,0 0-48 16,0 0-88-16,0 0-155 0,32 16 70 0</inkml:trace>
  <inkml:trace contextRef="#ctx0" brushRef="#br0" timeOffset="-170043.31">31112 11613 154 0,'3'8'262'0,"-3"-8"9"0,1 11 10 15,-2-4-8-15,1 3-2 0,0-1-5 0,-2 2-17 16,2-2-10-16,-1 3-13 0,2-1-15 0,-1 1-27 0,3-1 2 15,-1-2-16-15,2-1-2 0,0 1-11 16,0-1-18-16,1-1-12 0,-1-1-7 0,1 0-4 16,1-2-12-16,1 1-8 0,0-4-16 0,0 1-5 15,0-2-9-15,-7 0-2 0,16-1-12 0,-9-1 1 16,0-1-12-16,2 1 0 0,-3-3 0 0,-1 0-2 0,2 1-2 16,-7 4-11-16,7-10 1 0,0 0-6 0,-4 2 1 15,-1-3-3-15,0 4-11 0,0-1-2 16,0 0-7-16,-1-2 4 0,3 2-4 0,-2-1 1 15,0 4-2-15,1-3-10 0,-3 8 0 0,5-10 1 16,-1 6 6-16,-4 4 0 0,3-5-1 0,-3 5 3 16,0 0 0-16,0 0 3 0,16 5-2 0,-16-5 6 15,7 10-6-15,-3-4 3 0,0-1 3 0,0 1-2 16,-1 1 8-16,0-1-5 0,0 0 3 0,1 0 1 16,-4-6-2-16,5 10 7 0,-3-7-7 0,-2-3 5 15,3 6-6-15,-3-6 9 0,0 0 1 0,2 6 0 0,-2-6 1 16,0 0-1-16,0 0-4 0,0 0 7 15,0 0 2-15,0 0-4 0,15-12-7 0,-11 7-3 16,4-3-3-16,0-1 5 0,1 2-3 0,5-2 2 16,-4 0-7-16,2-4 4 0,-2 6-3 0,3-3 6 0,-3 6-3 15,1-4 11-15,-2 1 0 0,0 4 2 0,2 0-5 16,-6 0 4-16,-5 3-8 0,13 0 4 0,-13 0-2 16,11 6 5-16,-6-2-4 0,-1 1-2 0,-1 2 4 15,-1 0-2-15,1 3 0 0,-2-2-1 0,2 3-2 16,-3 0-2-16,-2 1-18 0,1-3-12 0,0 3-53 15,-1-3-38-15,2 1-58 0,-2-2-65 0,-1-1-76 16,3 1-86-16,-2 1-285 0,2-1-740 0,0-8 328 16</inkml:trace>
  <inkml:trace contextRef="#ctx0" brushRef="#br0" timeOffset="-169793.49">31968 11423 308 0,'0'-6'370'0,"0"6"-12"0,-1-10-12 0,1 10-10 15,2-7-1-15,-2 7 19 0,0 0-5 0,0 0-5 16,0 0-16-16,3 26-19 0,-3-11-23 0,1 4-18 16,3 0-23-16,-2 0-20 0,-1 7-25 0,0-1-19 15,4 1-17-15,-2-9-15 0,-3 9-16 0,1-5-23 16,3-2-31-16,-3-2-48 0,2 2-54 0,-1 1-57 15,1-4-63-15,1-1-54 0,-4-2-52 0,1-2-62 16,-1 1-65-16,2-2-44 0,-3 4-249 0,4-5-723 16,2 0 320-16</inkml:trace>
  <inkml:trace contextRef="#ctx0" brushRef="#br0" timeOffset="-169026.75">32302 11636 205 0,'0'0'321'0,"-8"-11"3"16,8 11 28-16,-9-8-6 0,9 8-10 0,-14-6-3 16,8 8-10-16,6-2-17 0,-21 7-14 0,11 0-15 15,-3-1-18-15,4 4-19 0,2 0-19 0,-3-1-17 16,3 1-17-16,2-1-22 0,1 4-16 0,-1-4-15 16,4 1-12-16,1-1-10 0,1-1-11 0,3 1-10 15,1-3-4-15,1 1-16 0,3-2-10 0,-1-2-8 16,2-1-8-16,2 0-4 0,3-1 1 0,-2-2-8 15,2-1-3-15,-6 2-5 0,4-2-2 0,-3-1-1 16,-2 0-2-16,1-1-6 0,1-1 0 0,-1-1 0 16,-3 0 1-16,1 1-7 0,-1-4 3 0,-1 3-4 15,0-4 0-15,0 1-5 0,1 0-1 0,1-1 3 16,-3 0-2-16,1 3-1 0,-1 2-3 0,-2-1 3 16,-2 6 4-16,4-8 1 0,-4 8 2 0,4-7-2 15,-4 7 1-15,0 0 11 0,0 0 18 0,0 0 9 16,0 0 2-16,0 0 3 0,8 14 14 0,-8-14-2 15,1 13-4-15,0-7-8 0,1 1-1 0,0-1-2 0,1 1-6 16,1-1-4-16,-2 0 0 0,3 0-9 16,0-2-1-16,3 2 3 0,1-3-7 0,3-1-1 15,0 1-8-15,-2-2-8 0,2-1-9 0,1 1-3 16,-2-1 2-16,-2-1-2 0,-1 0 5 0,0-2-4 16,-2-1 0-16,0 1-3 0,1-1 0 0,-7 4-6 0,9-8 3 15,-6 3 1-15,1-1 1 0,0 1-7 16,0 0-5-16,0 0 0 0,-4 5 2 0,4-10 5 15,-4 10-1-15,5-7 0 0,-5 7-1 0,4-5 3 16,-4 5 0-16,0 0 0 0,0 0-1 0,0 0 7 16,5-2-3-16,-5 2 2 0,0 0-1 0,0 0 2 15,0 0 0-15,0 0 1 0,6 10-1 0,-6-10 4 16,0 0-1-16,0 0-4 0,8 4 6 0,-8-4 0 16,0 0-2-16,10 1 0 0,-10-1 0 0,0 0 0 15,10-2-2-15,-10 2 5 0,9-1-1 0,-9 1 0 16,8-7 0-16,-4 3-2 0,-4 4 4 0,5-4-6 15,-5 4 3-15,0 0 4 0,0 0-2 0,0 0 0 0,0 0 2 16,0 0-5-16,0 0 3 0,0 0-3 16,0 0 1-16,30-35 1 0,-30 35-1 0,0 0 4 15,0 0 0-15,0 0 20 0,0 0 7 0,0 0 6 0,0 0 4 16,0 0 0-16,0 0 11 0,3 65 4 0,-4-41 1 16,-2 3-4-16,1-2 3 0,2 1-7 0,-6 1-4 15,4-1-4-15,-2 2-6 0,0-5 2 16,3-4-5-16,-1 1-9 0,0-1-8 0,1-1-28 15,1-1-18-15,-1-5-32 0,-1-2-44 0,1 0-48 0,0-1-42 16,1-9-58-16,-2 11-66 0,-1-6-63 0,3-5-96 16,-9 3-391-16,9-3-944 0,0 0 419 0</inkml:trace>
  <inkml:trace contextRef="#ctx0" brushRef="#br0" timeOffset="-168553.75">32723 11793 74 0,'31'-21'272'0,"-31"21"6"0,31-19 11 16,-31 19 3-16,32-23-4 0,-17 12-13 0,-15 11-13 15,31-22-13-15,-31 22-3 0,32-22-4 0,-14 11-15 16,-18 11-23-16,29-25-14 0,-29 25-9 0,23-26-11 0,-23 26 1 16,24-27-2-16,-24 27-9 0,14-24-6 0,-14 24-6 15,0 0 3-15,8-36 8 0,-8 36-11 16,0 0-16-16,0 0-1 0,-8-37-1 0,8 37-9 15,0 0-5-15,0 0 2 0,0 0-6 0,-27-22-5 0,27 22-6 16,0 0-7-16,0 0 1 0,0 0-2 0,0 0-5 16,-62 34-10-16,62-34 1 0,-18 23-3 0,18-23-7 15,-15 26-6-15,15-26-8 0,-10 27 0 16,10-27-10-16,0 0 0 0,-3 37-8 0,3-37-1 16,0 0-13-16,0 0 13 0,20 39-9 0,-20-39-4 0,0 0-1 15,28 20 0-15,-28-20-14 0,0 0-7 0,36 8-7 16,-36-8-1-16,0 0-6 0,37 2-10 15,-37-2-1-15,0 0 0 0,0 0-7 0,48-16 6 16,-48 16-8-16,0 0-7 0,28-21-4 0,-28 21 3 16,15-18 2-16,-15 18-5 0,0 0-5 0,22-30-6 0,-22 30 8 15,19-23 6-15,-19 23 4 0,20-21 0 0,-20 21 5 16,0 0 3-16,22-14 0 0,-22 14 4 0,0 0-1 16,0 0 11-16,0 0 3 0,0 0 6 15,0 0 5-15,0 0-1 0,0 0-4 0,0 0 5 16,16 58-5-16,-16-58-16 0,0 0-42 0,0 0-41 0,-19 53-53 15,19-53-54-15,0 0-72 0,-8 31-75 0,8-31-69 16,0 0-365-16,0 0-859 0,0 0 381 0</inkml:trace>
  <inkml:trace contextRef="#ctx0" brushRef="#br0" timeOffset="-154376.3">14009 13722 47 0,'0'0'67'0,"0"0"-18"0,0 0-27 0,0 0-14 16,0 0-16-16,0 0-3 0,0 0-18 0,0 0-32 0,0 0 14 16</inkml:trace>
  <inkml:trace contextRef="#ctx0" brushRef="#br0" timeOffset="-134325.39">8166 2752 170 0,'0'0'180'0,"0"0"-11"16,0 0-6-16,0 0-6 0,0 0-14 0,0 0-11 15,0 0-5-15,0 0-22 0,0 0-3 0,0 0-9 16,0 0-7-16,0 0-13 0,0 0-6 0,0 0-9 16,0 0-4-16,0 0-7 0,0 0-3 0,0 0-5 15,0 0-7-15,-6-11 2 0,6 11-3 0,0 0-2 16,0 0 0-16,0 0 3 0,0 0-7 0,0 0 7 15,0 0 4-15,0 0-4 0,0 0 3 0,0 0-4 16,0 0 6-16,0 0 1 0,0 0 0 0,0 0 7 16,0 0 0-16,0 0 10 0,0 0-11 0,0 0 6 15,0 0-4-15,0 0 0 0,0 0 1 0,0 0 0 16,0 0-4-16,0 0 0 0,0 0-5 0,0 0-1 16,0 0-6-16,0 0 1 0,0 0-8 0,0 0-4 15,0 0-4-15,0 0-4 0,0 0-3 0,0 0-3 16,0 0 0-16,5 20 2 0,-3-8 2 0,0 4-4 15,0 5-2-15,1 4 3 0,2 2-2 0,0-2 4 16,-3 0-2-16,1-6-3 0,0 6 3 0,-2-6 0 16,1 7-4-16,0-8 4 0,2-1-2 0,-2-1 2 15,3 0-4-15,-4-2 3 0,2-4 0 0,-2 3-2 16,3-2 3-16,-3 0-6 0,2 0 1 16,-2-3-3-16,-1-8-17 0,4 13-15 0,-4-13-12 0,1 14-19 15,-1-14-15-15,3 9-23 0,-3-9-21 16,0 0-23-16,0 0-28 0,2 13-33 0,-2-13-190 15,0 0-428-15,0 0 190 0</inkml:trace>
  <inkml:trace contextRef="#ctx0" brushRef="#br0" timeOffset="-134008.91">8157 2771 25 0,'25'-8'158'0,"4"2"6"0,-9 5-13 0,8-2-10 16,0 3-1-16,-5 3-9 0,4 1-9 0,-1 4 6 15,-1 2-5-15,1 3-13 0,-1 1-6 0,-3 2-9 16,-4 2-1-16,1 2-4 0,-7-4 3 16,0 2-10-16,-3 0 0 0,0 5-8 0,-5-5-1 0,1 0-7 15,-5 0-4-15,-1 1-1 0,-3-2-2 16,-1 0-6-16,-1 1 5 0,-5-2-9 0,-6 5-1 15,-1-3-5-15,-3 0-1 0,0-3-6 0,0 2-3 0,3-5-3 16,-7 1-4-16,7-4-4 0,-3 0-12 0,4-2-20 16,-2-2-20-16,2 1-24 0,1-1-42 15,1-5-31-15,3 3-53 0,1-2-52 0,11-1-132 16,-23 2-393-16,23-2 174 0</inkml:trace>
  <inkml:trace contextRef="#ctx0" brushRef="#br0" timeOffset="-133710.78">8727 2942 95 0,'0'0'231'0,"3"-8"6"0,-3 8-7 15,0 0-12-15,0 0-18 0,0 0-18 0,0 0-16 16,0 0-14-16,0 0-11 0,0 0-3 0,0 0-6 16,0 0-11-16,0 0-11 0,0 0-6 15,5 30-10-15,-5-21-8 0,2 3-2 0,-2-2-12 0,0 5-4 16,0-2-8-16,1-3-7 0,1 3-8 16,-1-2-18-16,0 0-29 0,2 1-25 0,-3 0-34 15,2-1-33-15,-2-11-48 0,0 22-48 0,-1-10-51 16,-3 0-141-16,4-12-414 0,-12 17 184 0</inkml:trace>
  <inkml:trace contextRef="#ctx0" brushRef="#br0" timeOffset="-133540.75">8645 2717 16 0,'0'0'136'0,"0"0"-31"16,0 0-37-16,0 0-38 0,0 0-43 16,0 0-44-16,29 30-62 0,-19-15 27 0</inkml:trace>
  <inkml:trace contextRef="#ctx0" brushRef="#br0" timeOffset="-133209.3">9029 2849 96 0,'0'0'233'0,"0"0"-5"0,0 0-2 0,0 0-10 16,0 0-10-16,0 0-10 0,0 0-10 0,-25-7-14 15,25 7-8-15,0 0-12 0,-18 9-11 0,18-9-16 16,-14 8-6-16,7-3-13 0,-1 1-15 0,8-6-8 16,-11 13-5-16,4-5-12 0,7-8-6 0,-5 14-11 15,4-7-10-15,1-7-9 0,0 16-12 0,0-16-7 16,6 15-9-16,-1-6-9 0,4 1-4 0,0-1 5 15,-1 2-3-15,2-5 1 0,0 0 1 0,-2 1-3 16,0 0 3-16,0 0 3 0,1 1-1 0,-3-4 2 16,-6-4 1-16,9 11-8 0,-6-5-6 15,-3-6 5-15,4 12-7 0,-4-12 7 0,-1 10-1 16,1-10-2-16,-13 16-6 0,7-10-9 0,-1 2-17 16,2-3-14-16,5-5-30 0,-19 12-9 0,9-8-27 0,10-4-27 15,-18 8-44-15,8-3-154 0,-2-2-380 0,12-3 170 16</inkml:trace>
  <inkml:trace contextRef="#ctx0" brushRef="#br0" timeOffset="-132659.8">9243 2815 231 0,'0'0'239'16,"0"0"-12"-16,0 0-9 0,0 0-16 0,0 0-8 15,0 0-8-15,0 0-14 0,-30 22-7 0,23-13-12 16,1 5-3-16,-2 4-7 0,1-1-2 0,-1-2-6 16,3-4-18-16,0 6-11 0,3-2-1 0,1-1-17 15,1-14-11-15,-5 21-4 0,5-9-6 0,0-12-10 16,5 19-13-16,-1-10-21 0,1 0-20 0,1 0-22 16,3-4-26-16,0 3-23 0,-9-8-28 0,17 7-28 15,-6-3-26-15,-11-4-18 0,22 2-9 0,-22-2-9 16,23-3 3-16,-11 0 10 0,2 0 12 15,-1-1 18-15,0-6 12 0,-4 4 18 0,2 0 26 16,-1-1 14-16,-10 7 25 0,11-17 22 0,-7 7 11 16,-4 10 25-16,5-19 8 0,-3 9 24 0,-2 10 16 15,1-15 6-15,-1 15 16 0,0-11 10 0,0 11 1 16,0 0-1-16,0 0-7 0,-3-11-4 0,3 11 0 16,0 0 0-16,0 0 6 0,0 0-7 0,0 0 1 0,0 0-10 15,0 0-4-15,0 47-5 0,0-47-10 16,2 19-3-16,-1-8-8 0,3-2 3 0,-2 1-8 15,2-4-6-15,-4-6 8 0,9 10-7 0,-5-6 1 16,-4-4 4-16,14 7 6 0,-5-5 0 0,-9-2-1 16,20-3-4-16,-9-3 1 0,-1 0-2 0,1 0-1 15,0-2 5-15,1-2 0 0,-2 1 7 0,0 2-4 16,-3-2 10-16,-2 2 1 0,0-5-5 0,-1 3 1 16,-3-2-11-16,1 0 0 0,-2 11 2 0,-5-21-8 15,0 10 2-15,-3-4-6 0,2 7 5 0,-2-2-3 16,-2 5-3-16,2-5-10 0,-2 4-12 15,1 3-1-15,-4 0-30 0,13 3-23 0,-23 0-34 0,10 3-40 16,-1 0-41-16,0 5-50 0,0 1-59 0,0 0-191 16,4-2-504-16,0 0 223 0</inkml:trace>
  <inkml:trace contextRef="#ctx0" brushRef="#br0" timeOffset="-132310.52">9530 2887 213 0,'0'0'264'0,"0"0"-21"0,0 0-26 15,0 0-23-15,0 0-16 0,0 0-11 0,0 0-10 16,0 0-2-16,0 0-9 0,20 17-14 0,-10-4-3 16,3 3-18-16,0-6-9 0,-1 3-5 0,7 6-14 15,-7-3-2-15,0-5-11 0,-1 2-5 0,2 2-6 16,-5-6-8-16,-1-2 5 0,2-1-14 0,-4 2-3 15,1-3-4-15,-6-5-2 0,7 9-2 0,-7-9 1 16,8 6 16-16,-8-6 11 0,0 0 11 0,0 0 0 16,0 0 1-16,0 0-10 0,0 0-4 0,0 0-3 15,0 0 0-15,0 0-11 0,15-27-3 0,-16 18 6 16,1-5-9-16,0-2-6 0,1 0-7 0,2-4-7 16,-1 1-9-16,4-6-7 0,-3 8-22 0,4-2-20 15,-2 0-27-15,2 2-27 0,-1 1-35 16,1 2-40-16,0 5-43 0,0 0-47 0,1 2-237 15,-4 3-536-15,-4 4 238 0</inkml:trace>
  <inkml:trace contextRef="#ctx0" brushRef="#br0" timeOffset="-131593.42">9991 2953 137 0,'9'-6'227'0,"-9"6"4"16,8-9-8-16,-8 9-7 0,6-10-7 0,-6 10-8 15,5-12-9-15,-4 6-7 0,-1 6-16 0,2-17-10 16,-2 17-15-16,0-17 1 0,0 7-15 0,0 10-2 16,-3-19-8-16,2 12-5 0,1 7-5 0,-8-17 2 15,4 10 4-15,-1 0-3 0,5 7 1 0,-10-11 1 16,5 8-13-16,5 3-16 0,-10-6-3 16,10 6-12-16,0 0-1 0,-23 5-12 0,12-1-9 15,0 4-1-15,-1 5-6 0,1 0-1 0,-1 1-6 0,2 2-1 16,4 0 0-16,-2-1-5 0,4 2-3 0,1 0-8 15,0-2 2-15,3-4-9 0,0 6 4 16,0-17-5-16,4 21 18 0,2-10-19 0,-1-3 8 16,3 1-5-16,2-1 1 0,1-1-7 0,1 0 5 15,0-4-2-15,2 2 10 0,0-3-5 0,4-1-2 16,-2-1-7-16,3 0 9 0,0-3-5 0,0-2-4 16,0 0 7-16,-3 0-3 0,-3 1 1 0,4-1-10 15,-5-1-6-15,3-2-5 0,-4 2-7 0,-2-3-3 16,-1 0-2-16,-2 0-2 0,2 1-3 0,-3-2-2 15,-3-1 4-15,0 0-3 0,-2 11 0 0,0-21 3 16,-2 13 2-16,2 8 5 0,-1-17-6 0,1 17 11 16,-3-14-5-16,3 14 4 0,-1-10-4 0,1 10 15 15,0 0-14-15,0 0-1 0,3-13 2 0,-3 13 7 16,6-6-4-16,-6 6 5 0,14-4-5 0,-2 4-3 16,-12 0 0-16,24 2 7 0,-14 2-1 0,2-2 4 15,0 4 0-15,0-1 4 0,-2 1-5 0,2 2 1 16,1 2 2-16,-5 0 3 0,0-2 0 0,0 2 10 15,-2-1-8-15,1 0 3 0,0 0-2 0,-2 0-4 16,-5-9 5-16,11 12 3 0,-6-6-3 16,-5-6 4-16,12 9-2 0,-4-5 7 0,-8-4-1 0,19 5 6 15,-6-4 8-15,-13-1-2 0,31-2-2 0,-13-3-2 16,0 4 4-16,-1-6-4 0,1 0-9 0,0 0 6 16,0-3-2-16,-3 3 1 0,1-2-3 0,-6 0-3 15,2-2-2-15,-1-3 2 0,-5 3 4 0,-1 1-9 16,1-1 10-16,-4 0-10 0,-2-1 3 15,0 0 1-15,0 12-2 0,-5-20 0 0,1 11 1 16,-2 0 1-16,1 3 10 0,-3-1 3 0,8 7-8 16,-14-3-1-16,14 3-5 0,-20 6 10 0,5 1-5 15,-1 5 0-15,3-1-7 0,-1 4 7 0,3-3-10 16,1 2-1-16,0 3-12 0,7-5-18 0,-1-2-10 0,1 2-37 16,3 0-29-16,3 3-31 0,-3-15-50 0,10 19-51 15,4-8-62-15,1-4-272 0,-1-5-620 16,6 3 274-16</inkml:trace>
  <inkml:trace contextRef="#ctx0" brushRef="#br0" timeOffset="-131176.68">10933 2828 222 0,'0'0'285'0,"-17"-3"-4"0,8 3-10 15,9 0-10-15,-24 5-19 0,15 0-1 0,-6 1-16 16,1 4-10-16,2-4-19 0,-2 5-17 0,4-3-16 15,3 1-11-15,-4 4-17 0,3-2-8 0,3 0-16 16,3 0-16-16,2-11-5 0,-4 22-8 0,4-22-10 16,1 19-11-16,-1-19-1 0,5 19-8 0,0-12-4 15,-5-7-13-15,12 12-4 0,-12-12-7 0,11 5-7 16,-11-5 2-16,14 2-8 0,-14-2-4 16,0 0-3-16,22-7 0 0,-22 7 1 0,15-10 1 15,-15 10-6-15,9-15 14 0,-2 5-7 0,-2 0 0 16,-1-5-10-16,0 3 4 0,1-3 3 0,-5 3-1 15,3-6 1-15,-3-1-5 0,0 1 10 0,2-1-1 16,-1-2-9-16,0-4 11 0,1 0 5 0,-2 5 7 16,2 1 5-16,-2 2 15 0,0-1 4 0,-1 7 7 15,1-1 15-15,0 12 8 0,0-16 1 0,0 16-2 16,1-8-7-16,-1 8-11 0,0 0-4 0,0 0 9 16,0 0 5-16,0 0 0 0,0 0-2 0,3 33 0 15,-3-13-4-15,-2 6-9 0,1-1-7 0,2 1-6 16,-3 1-27-16,3-1-38 0,-1-2-63 0,0 2-58 15,3-7-59-15,-1 0-59 0,0-2-67 0,4-1-76 16,2 0-231-16,2 0-692 0,4-6 306 0</inkml:trace>
  <inkml:trace contextRef="#ctx0" brushRef="#br0" timeOffset="-130726.61">11370 2677 38 0,'0'-7'361'0,"0"7"-34"0,4-8-30 16,-4 8-29-16,0 0-2 0,0 0-1 0,0 0-1 15,0 0-7-15,12 38-18 0,-10-19-21 16,2 1-14-16,1 6-15 0,-3 1-12 0,2 0-10 16,-1-8-9-16,-1 2-18 0,1-4-10 0,-1 2-13 15,0-2-8-15,-1-5-9 0,0-2-13 0,-1 1-6 16,0-11-1-16,0 0-16 0,-1 19 7 0,1-19-7 15,0 8 6-15,0-8 2 0,0 0-8 0,0 0-11 16,0 0-5-16,0 0-6 0,0 0-2 0,0 0-9 16,0 0-1-16,0 0-17 0,0 0-10 0,0 0-10 15,0 0 8-15,8-36-17 0,-1 28-2 0,2-1-10 16,0 2 11-16,1 0-7 0,-2 0 6 0,3 4-5 16,-11 3 9-16,15-3-4 0,-15 3 3 0,15 3 5 15,-15-3-2-15,13 3 3 0,-13-3 5 0,10 11-2 16,-10-11 18-16,10 11-4 0,-8-4 10 0,-2-7 14 15,3 15-2-15,-3-15 6 0,0 20 3 0,0-20 2 16,-5 21 4-16,-5-10 4 0,2 3 1 0,-2 1-6 16,-3-4-5-16,0 2-4 0,-3 0-11 0,-2-3-10 15,2 0-21-15,-1-1-34 0,4-2-27 0,3-2-33 16,-1-1-50-16,1 1-40 0,10-5-49 0,-10 6-54 16,10-6-70-16,0 0-308 0,-13 4-726 0,13-4 322 15</inkml:trace>
  <inkml:trace contextRef="#ctx0" brushRef="#br0" timeOffset="-130193.42">11719 2859 115 0,'0'0'254'16,"9"-4"-10"-16,-9 4-3 0,0 0 11 0,0 0 5 16,0 0-1-16,14 11 2 0,-14-11-13 0,5 12-13 0,1-2-12 15,-6-10-10-15,8 14-21 0,-4-5-12 16,-4-9-16-16,11 12-12 0,-6-6-9 0,-5-6-16 15,9 9-13-15,-9-9-2 0,9 8-10 0,-9-8-6 16,14 7-15-16,-14-7-3 0,7 6 3 0,-7-6-13 16,0 0 8-16,0 0 3 0,15 1-12 15,-15-1-2-15,0 0-1 0,0 0-12 0,0 0-1 0,18-13-10 16,-18 13 0-16,5-9 5 0,-5 9 2 0,6-9-1 16,-6 9 2-16,4-10-7 0,-4 10 4 0,3-5 1 15,-3 5 1-15,0 0-5 0,0 0 3 0,7-8-12 16,-7 8-4-16,0 0 1 0,0 0 3 0,0 0 9 15,0 0 7-15,9 22 0 0,-5-7 8 0,-4 6 12 16,4 10 12-16,-2 1 9 0,-2 14 0 0,1 1-7 16,-4 1 0-16,3 1-5 0,0 3 0 0,0-1 2 15,-4-2-4-15,0 2 4 0,4-5-9 0,-2-10-10 16,1 11 0-16,-1-11-6 0,2 0-2 0,-4-4-3 16,2 2-3-16,-1-4-4 0,-2-4 5 0,3 2-6 15,-3-11-4-15,1 0-3 0,-3-3-1 0,1-3-3 16,-7-3-11-16,2 0-11 0,-6-4-14 0,-2-4-17 15,-9-3-10-15,0-3-6 0,-2-6-10 0,1-2-4 16,1-3-8-16,-2-2-9 0,2-1 1 0,3-4-8 16,6-4-3-16,1-4-17 0,4 0-19 15,2-13-2-15,8 10-4 0,6-13 9 0,7 4 8 16,5 0 0-16,-1 14 12 0,12-15 10 0,-1 6-14 16,0 10-4-16,-2 4-14 0,5-3-9 0,0 2-9 15,10-3-23-15,-9 5-21 0,12-7-27 0,-10 14-39 16,-2 1-42-16,6-3-49 0,-2 2-282 0,-4 2-668 15,1-2 296-15</inkml:trace>
  <inkml:trace contextRef="#ctx0" brushRef="#br0" timeOffset="-122391.74">12812 2832 39 0,'-9'-4'172'0,"9"4"-6"15,0 0-8-15,0 0-3 0,0 0-6 0,0 0-8 16,0 0-14-16,0 0-2 0,0 0-14 0,0 0-10 16,0 0-6-16,0 0-7 0,0 0-6 0,0 0-4 15,0 0-1-15,0 0-6 0,0 0-6 0,0 0-3 16,0 0-12-16,0 0 0 0,0 0-6 0,0 0-2 15,0 0-7-15,0 0-1 0,0 0-3 16,0 0-2-16,0 0-5 0,0 0 0 0,0 0-5 16,0 0-1-16,0 0-5 0,0 0 3 0,0 0-4 15,0 0 6-15,-12-4 0 0,12 4 0 0,0 0-2 16,0 0 9-16,0 0 0 0,0 0-2 0,0 0 1 16,0 0-3-16,0 0-1 0,0 0-6 0,0 0 8 15,0 0-2-15,-17 1-3 0,17-1 3 0,0 0-7 16,0 0-1-16,-14-1 0 0,14 1-2 0,0 0-1 15,-15 0 2-15,15 0-2 0,-14 0 3 0,14 0-2 16,0 0 5-16,-15 1 5 0,15-1 5 0,0 0-2 16,-14 2-1-16,14-2 3 0,0 0 1 0,0 0-9 15,0 0 0-15,0 0-3 0,-12 1-3 0,12-1-3 16,0 0 6-16,0 0-10 0,0 0 1 0,0 0-3 16,0 0 0-16,0 0 5 0,0 0-1 0,0 0-1 15,0 0 0-15,51 4 3 0,-32-6-4 0,2 0-1 16,8-2 2-16,-2 1-5 0,0 2 4 0,-5-3-6 15,-2 3-5-15,1-3-6 0,0 3-17 0,0-2-14 16,-2 2-23-16,-6 1-17 0,0-1-35 0,-2 1-23 16,-11 0-35-16,21 1-32 0,-21-1-17 0,13 1-121 15,-13-1-375-15,4 4 166 0</inkml:trace>
  <inkml:trace contextRef="#ctx0" brushRef="#br0" timeOffset="-121972.58">12925 2862 161 0,'0'0'157'0,"0"0"-6"0,0 0 5 0,0 0 2 16,0 0-3-16,-5 11-7 0,5-11-5 0,0 0-5 15,0 0-8-15,2 12-2 0,-2-12-4 0,0 0 2 16,0 19-2-16,0-19-12 0,3 16-3 0,-1-6-7 15,-2 1-3-15,2 1-7 0,0-3-1 0,0 3-12 16,-2 5-3-16,2-1-11 0,1 0-1 0,-1-5-7 16,0 1-5-16,0-1-5 0,0 1 2 0,0 4-9 15,2-4 0-15,-2-2-10 0,0 4 0 0,0-3-1 16,-2 0-6-16,0-1 1 0,3-1-7 16,-3 3 0-16,0-12-4 0,1 13 1 0,-1-13 2 0,0 14-2 15,0-14-1-15,-1 13 0 0,1-13 3 16,-1 11 2-16,1-11 0 0,-4 9 7 0,4-9-3 15,-8 8 8-15,8-8 2 0,-13 7 1 0,3-3-1 0,-2-4-2 16,12 0 7-16,-25 2-4 0,12-4 0 16,13 2 8-16,-27-4-4 0,11 0-8 0,2 0 9 0,1 0 6 15,0 0-17-15,-1-2 8 0,3 2-16 16,11 4-6-16,-16-9-6 0,16 9-18 0,-13-5-23 16,6 1-29-16,7 4-41 0,0 0-48 0,-13-7-66 15,13 7-77-15,0 0-238 0,0 0-578 0,0 0 255 16</inkml:trace>
  <inkml:trace contextRef="#ctx0" brushRef="#br0" timeOffset="-121754.23">13234 3185 247 0,'0'0'347'0,"0"0"-12"0,7-6-17 0,-7 6-23 16,0 0-30-16,0 0-25 0,2-4-29 0,-2 4-20 16,0 0-22-16,0 0-38 0,7-4-43 15,-7 4-47-15,0 0-56 0,0 0-71 0,0 0-62 16,6-2-50-16,-6 2-208 0,0 0-438 0,0 0 194 16</inkml:trace>
  <inkml:trace contextRef="#ctx0" brushRef="#br0" timeOffset="-121459.77">13574 2849 228 0,'0'0'329'0,"-5"-9"-10"15,5 9-11-15,-5-7-22 0,5 7-25 0,0 0-21 16,0 0-22-16,0 0-20 0,-5-9-25 0,5 9-16 15,0 0-14-15,0 0-16 0,0 0-10 0,0 0-9 16,5 31-10-16,-5-16-8 0,5 2-8 0,-2 0-10 16,1-2-8-16,-2 5-1 0,2-3-8 0,1 1-7 15,-3 0 0-15,0 0-12 0,2 0 5 0,2 0-28 16,-4-2-20-16,0 0-17 0,-2-5-27 0,0 2-23 16,0 0-29-16,-2-1-27 0,2-12-33 0,-2 24-31 15,2-24-33-15,2 18-33 0,-2-18-189 0,-2 14-485 16,2-14 215-16</inkml:trace>
  <inkml:trace contextRef="#ctx0" brushRef="#br0" timeOffset="-121043.58">13595 2901 123 0,'0'-10'208'0,"0"10"-16"0,0 0-10 16,0 0-23-16,0-15-14 0,0 15-3 0,0 0 10 15,0 0-13-15,0 0-2 0,0 0-7 0,0 0-7 16,19 28-12-16,-13-18-11 0,-1-1-8 0,4-1-12 16,-2 0-7-16,2 0-9 0,-1-2-3 0,2 1-4 15,1 0-6-15,-2 0-3 0,0 0-4 0,2-4 3 16,-4 1-4-16,-7-4-5 0,22 0-1 0,-11-1-5 16,-11 1 1-16,19-2-5 0,-9 0 1 0,2-3-4 15,-5-1 2-15,1 0 0 0,-1-3 1 0,1 2 3 16,-2-2 0-16,-2 1 0 0,1-2 2 0,-1 1 1 15,-2-3-2-15,3 1-4 0,-2-2 0 0,-1 1 0 16,0 1 3-16,0-1 12 0,-2 3 1 0,0 3 3 16,4-1 5-16,-4 7-11 0,1-8 0 0,-1 8-19 15,4-7-2-15,-4 7 1 0,0 0 8 0,0 0 14 16,0 0 10-16,12 24-3 0,-8-7 7 0,0 0 2 16,-1 1-12-16,1 1-4 0,-2-1-4 0,2 6 10 15,-1 3-14-15,-3-9 0 0,7 5-20 16,-3-6-6-16,-1 2-24 0,-1 0-22 0,2-3-45 0,-1 1-36 15,-2 0-47-15,2-5-57 0,-3 0-68 0,4 3-257 16,-4-15-592-16,2 20 262 0</inkml:trace>
  <inkml:trace contextRef="#ctx0" brushRef="#br0" timeOffset="-120873.66">14139 3019 107 0,'0'0'278'0,"7"-5"-11"0,-7 5-16 0,0 0-24 16,0 0-19-16,0 0-23 0,0 0-22 0,0 0-27 15,0 0-37-15,0 0-33 0,0 0-37 0,0 0-45 16,0 0-77-16,0 0-66 0,0 0-133 0,0 0-315 16,0 0 139-16</inkml:trace>
  <inkml:trace contextRef="#ctx0" brushRef="#br0" timeOffset="-120410.75">14699 2671 223 0,'-7'-2'328'0,"1"-2"-9"0,-2 1-18 0,-3 3-13 15,0 0-24-15,1 0-2 0,-1 3-18 0,-1 3-24 16,1 1-19-16,-2 6-9 0,1 1-30 0,4-4-9 15,-1 5-14-15,1-1-12 0,2 2-11 0,0-5-16 16,3 2-11-16,2 1-2 0,2-2-17 0,0 1-10 16,1-4-7-16,5 0-8 0,-2 1-10 0,4-2-8 15,1-1-13-15,2 0-3 0,3-2 0 0,2 2-5 16,-4-5-3-16,3 2-6 0,-3-3 2 0,1 0-6 16,-3-1 1-16,-11 0 0 0,25-1 1 0,-19 0 8 15,-6 1-4-15,11-3 10 0,-11 3-6 0,10-3-3 16,-10 3-1-16,0 0 10 0,6-7 3 0,-6 7 8 15,0 0 2-15,0 0-4 0,0 0-3 0,0 0-4 16,0 0 1-16,-27-5-2 0,27 5 1 16,-24 6 1-16,12 0 0 0,-6 2 4 0,1-1-7 0,0 2 11 15,0 5-2-15,1-3-1 0,3 2 5 16,-1-3 1-16,3 4-5 0,0-2 2 0,5 0 0 16,1-1-3-16,0 0-4 0,2-1 1 0,3-10-9 15,-4 20 7-15,4-20 1 0,3 18 0 0,-3-18-7 0,9 15-14 16,-4-10-8-16,4 1-25 0,1 0-16 0,1-1-23 15,9-1-45-15,-1-1-35 0,0-5-34 16,8 2-46-16,0-2-61 0,-6 0-259 0,-1-3-604 16,0 2 267-16</inkml:trace>
  <inkml:trace contextRef="#ctx0" brushRef="#br0" timeOffset="-119560.77">15080 2832 88 0,'-16'-7'315'0,"8"5"-5"0,-3-1-1 0,-3 3-12 16,14 0-10-16,-23 1-18 0,10 1-11 0,2 2-18 15,-2 3-20-15,3-1-17 0,-7 5-23 0,4 0-17 16,1 1-10-16,0 1-16 0,3-2-16 16,-2 5-5-16,4-3-8 0,1-2-17 0,3 0-2 0,3-11-6 15,-2 21-11-15,3-10-17 0,-1-11-12 0,0 0-4 16,2 21 2-16,-2-21-18 0,10 15-6 15,-5-12 0-15,5 4-3 0,-10-7-2 0,14 3-3 16,-14-3-9-16,23 2 8 0,-23-2-6 0,19-2-18 16,-19 2 16-16,18-5 0 0,-18 5 2 0,15-10-2 15,-6 3 3-15,-2 1 3 0,-1-2 1 0,2-1-5 16,-3-1-3-16,0 1-2 0,-2-1 9 0,2 1-2 16,-1-1-2-16,-1 0 9 0,1-1-12 0,-4 1 8 15,5 1 6-15,-5 9 0 0,1-12 4 0,-1 12 7 16,2-12 4-16,-2 12 3 0,1-9 6 0,-1 9-10 15,0 0-1-15,0 0 2 0,0 0 0 0,0 0-5 16,0 0 8-16,0 0 4 0,0 0 3 0,0 0 1 16,0 0 1-16,0 0-8 0,2 37 1 0,-2-26 1 15,0-11-9-15,2 24-2 0,-2-13 2 0,4-1-9 16,-4-10 4-16,4 21-8 0,-1-11 6 0,-3-10-2 16,9 14-4-16,-6-8 4 0,-3-6-2 0,13 13 5 15,-2-7-13-15,-11-6 10 0,16 5 6 0,-5-4-1 16,2 3-7-16,-13-4 3 0,24-1 0 15,-24 1-3-15,22-6 2 0,-8 4-3 0,-3-3-6 0,3-1 0 16,2-1-1-16,-6 0-4 0,3-4 0 0,1 2 4 16,-5 0-9-16,0 0-2 0,-2-1-5 0,1-3-7 15,1-1-1-15,-3 0-14 0,0-2 11 0,-3 5-3 16,0-2-6-16,-2 1 2 0,-1-1 10 0,2 4 1 16,-2 9 4-16,-5-20 2 0,3 11 2 0,2 9 8 15,-6-10-7-15,1 5 3 0,5 5 2 16,-12-5-9-16,12 5 6 0,0 0-4 0,-15-3 8 15,15 3-1-15,-12 0-3 0,12 0 3 0,0 0 0 16,0 0-8-16,0 0-7 0,-14 6 11 0,14-6 6 16,0 0-5-16,0 0-4 0,0 0-2 0,0 0-5 15,0 0 3-15,0 0-11 0,0 0 11 0,0 0-2 16,0 0-5-16,26 13 13 0,-26-13 2 0,15 0-5 16,-15 0 3-16,18-2 7 0,-18 2-8 0,19-2 3 15,-9 1-9-15,-10 1 9 0,21-1 3 0,-12 1-2 16,-9 0-1-16,15 2 0 0,-5-1 4 0,-10-1 1 15,15 1 0-15,-15-1-7 0,15 5 6 0,-9-2-4 16,-6-3-4-16,12 8 11 0,-7-4-1 0,1 3-2 16,-6-7 6-16,8 14-7 0,-2-4 9 0,-2-2 5 15,0 3 2-15,-2-1 1 0,1 2 2 0,-2 0 5 16,-1-12-4-16,4 22 0 0,-5-10-6 16,1-12 2-16,1 22 3 0,0-13-2 0,-1-9-16 0,2 22-21 15,-1-11-27-15,1-1-22 0,1-2-30 0,-3-8-38 16,5 13-57-16,-5-13-58 0,9 8-76 0,-9-8-300 15,14 5-683-15,-14-5 301 0</inkml:trace>
  <inkml:trace contextRef="#ctx0" brushRef="#br0" timeOffset="-119292.83">15858 2639 109 0,'0'0'380'0,"0"0"-12"0,-4-15-9 16,4 15-19-16,0 0-20 0,0 0-27 0,0 0-16 16,0 0-1-16,0 0-5 0,0 0-1 0,0 0-5 15,0 0-4-15,4 45-16 0,-4-26-16 0,2 0-10 16,-3 6-11-16,4 0-10 0,-1 2-15 0,-2-4-11 16,0-3-13-16,2-1-17 0,0 6-13 15,0-5-9-15,-1-1-15 0,-1-1-10 0,1 1-10 0,2-2-22 16,-1-2-33-16,-1 1-35 0,1 0-47 15,-2-4-58-15,0-12-64 0,6 20-53 0,-5-11-63 16,-1-9-59-16,4 13-60 0,-4-13-351 0,0 0-822 16,8 14 364-16</inkml:trace>
  <inkml:trace contextRef="#ctx0" brushRef="#br0" timeOffset="-118776.68">16103 2846 142 0,'0'0'316'15,"5"-4"-20"-15,-5 4-14 0,0 0 16 0,0 0-4 16,0 0-13-16,0 0-11 0,0 0-31 0,0 0-19 0,13 20-17 16,-13-20-18-16,7 12-19 0,-7-12-17 15,10 8-5-15,-10-8-1 0,13 7-12 0,-13-7-10 16,20 6-8-16,-3-6-9 0,-5 0-7 0,8-3-19 16,-2 2 5-16,-5-2-14 0,0 0 0 0,1-3-4 15,-2 2 0-15,-2-1 0 0,-1-1-1 0,-1 1-13 16,-2-3 0-16,-1 0 4 0,-5 8 10 0,7-15-2 15,-2 8-1-15,-4-1 6 0,2-1 3 0,-3 3 4 16,0 6 0-16,0-13 3 0,1 7 4 16,-1 6 3-16,0 0-3 0,1-11-6 0,-1 11-6 0,0 0-12 15,1-7-5-15,-1 7-5 0,0 0-4 0,0 0 6 16,0 0-3-16,-2 37 0 0,1-18-8 0,-3 7-5 16,-1 2-3-16,1 2-2 0,0 16-3 0,0-14 1 15,0 2 3-15,0-1-8 0,2-2-1 16,-1 1-4-16,2 0 4 0,-3-3-4 0,2-1 0 15,2-3-1-15,-1 0 0 0,1-1-5 0,-2-7-2 16,1 0 5-16,0-6-2 0,-1 2 2 0,0-4-2 16,-1 1-1-16,-2 0-3 0,0-3-5 0,-5 0-5 15,-4 0-5-15,-3 0-8 0,-1-2-7 0,0 0-4 16,-8 0-7-16,6-5-6 0,-7 0 1 0,7-4-2 16,2 0-1-16,-2-3-7 0,4-2 6 0,1-4-3 15,5-3 0-15,-2-6-2 0,6-3 4 0,5-2-1 16,4-1 3-16,4-4-2 0,6-1-2 0,2 2 8 15,11-11-2-15,-5 15 1 0,5 0-12 0,9-7-14 16,-8 9-32-16,14-6-21 0,-11 11-24 0,2-2-39 16,0 4-44-16,0 0-64 0,0-1-72 0,-2 3-362 15,0 3-780-15,-4-2 346 0</inkml:trace>
  <inkml:trace contextRef="#ctx0" brushRef="#br0" timeOffset="-118613.72">16676 2885 25 0,'0'0'394'0,"0"0"-25"0,0 0-28 16,2 13-10-16,-2-13-18 0,0 0-41 0,0 0-25 15,0 0-24-15,3 8-41 0,-3-8-56 16,0 0-61-16,0 0-73 0,0 0-79 0,0 0-98 16,0 0-250-16,-19 17-471 0,10-13 208 0</inkml:trace>
  <inkml:trace contextRef="#ctx0" brushRef="#br0" timeOffset="-116008.81">8378 3598 64 0,'-19'3'64'0,"1"-2"7"16,-1-1 0-16,2 0-9 0,-1 0 11 0,3 0-5 15,0 0-5-15,2 0-10 0,-1 1 9 0,2-2-11 16,2 1-2-16,-3-1 11 0,3-2-1 0,0 3 0 15,10 0 0-15,-14-2 3 0,7 2 5 0,7 0 1 0,-11-3 7 16,11 3-3-16,-9-1-3 0,9 1-6 0,0 0 0 16,-8-1-8-16,8 1-3 0,0 0-7 15,0 0-8-15,0 0 0 0,-9-3-9 0,9 3-3 16,0 0-2-16,0 0-3 0,0 0 1 0,0 0-5 16,0 0 0-16,0 0-3 0,0 0 3 0,0 0 1 15,32 4 4-15,-21-3 7 0,0-1-1 0,7 0 3 16,2-2 2-16,-2 0 5 0,5 1 0 0,5-2 2 15,2 2-4-15,-1-1 1 0,-1-1-2 0,3-1 4 16,-2 1 2-16,2 0 3 0,1-2-1 0,2 0-1 16,2-2-4-16,0 2 2 0,0 1-6 0,0 2-2 15,-1-3-2-15,1 3 2 0,0-4-3 0,-1 2-2 16,-1 1-2-16,-2-1-3 0,1 4 0 0,1-2-3 16,-3 1-1-16,1 1 1 0,0-2-1 15,3-1 5-15,-2 1-1 0,0 1 2 0,0 0 5 16,3 0-2-16,-3-1 1 0,3 1-4 0,-4 0-3 15,3-1 3-15,-1 2-4 0,2 0-4 0,-2 0 4 16,0 0 4-16,0 2-6 0,-1-1-3 0,-1 0 0 0,2-1 0 16,0 2 3-16,-2 0-3 0,1 1-1 0,-2-2 3 15,0 0 0-15,-2 2 4 0,-1-2-9 0,2 1 3 16,-9-2-1-16,10 0 5 0,0 0-5 16,-1-2 2-16,0 1-3 0,3-2 2 0,0 1-3 0,2 0 0 15,1-1 4-15,1-3-2 0,-1 3-4 16,0 1 2-16,1 0-2 0,2-1 3 0,2-2-2 15,-4 3-2-15,0-1 0 0,-1 3-3 0,-1-2 0 16,0 0 0-16,1-1-3 0,-1 2 2 0,-1 2 0 16,-1 1 0-16,-1-1 3 0,0 0-5 0,0-1-1 15,0 1 0-15,1 1 0 0,4-2 3 0,-4 0-7 16,4-2 8-16,2 1-2 0,-4-1-1 0,3 2 3 16,0-4 4-16,1 1-8 0,0 3 5 0,-1-4 0 15,14 1-2-15,-16-1-2 0,1 2 1 0,3 0 2 16,-4 0-7-16,-3-1 2 0,3-1 3 0,-3 1-4 15,2 2 5-15,-2 0-4 0,4-2 0 0,-3 2 14 16,3-2-16-16,-1 3 9 0,1 0-10 0,2-2 1 16,-1 1 2-16,0 1-6 0,1-2 6 15,0 4-4-15,2-5 2 0,10 0-5 0,0 2 3 16,-11 0-1-16,-1-3-1 0,1 0 1 0,12 2 0 0,-14-1-2 16,2 2 4-16,-2-1-2 0,1 0 0 0,11-2-2 15,-13 3 11-15,-1 0-8 0,-2 0-1 0,1-1-4 16,-1 2 8-16,2-3-6 0,0 2 1 0,3 1 2 15,-1-3-3-15,0 0 7 0,-1 3-7 16,2-3 6-16,-3 1-3 0,0-1-1 0,-3 1-1 16,3 0 3-16,-4 0 2 0,1 0 8 0,-3-1-10 15,3-1 0-15,-3 2 4 0,3 0-3 0,-2-1 0 16,3 0-2-16,-1 3 1 0,-5 0 6 0,8-2-4 16,-4 1-2-16,-1-1 3 0,1 1 6 0,-1 1-10 15,1 0 0-15,-1 0 1 0,-2-2 0 0,5-1 1 16,-3 3 1-16,1-4-4 0,-1 4 7 0,0-2-3 15,-1 2 0-15,1 0 0 0,-1-2 1 0,-1 2 3 16,-2-2-4-16,2 4 3 0,0-4-3 0,-9 1-2 16,3 2 3-16,6-2 0 0,-2 1 0 0,0-3 1 15,2 4 2-15,-3-2-4 0,2-2 1 0,3 3 0 16,-10 0 3-16,6-2-4 0,0 0 0 0,0 2 3 16,2-2-3-16,-3 0 5 0,1-1-3 0,3 3 1 15,-8-2-1-15,5 1 9 0,-4 0-8 0,3 1 3 16,3-4-3-16,-1 2 7 0,-1 0-5 0,1 0-1 15,-7-2 3-15,8 3-1 0,-3 1 0 0,1-2-2 16,0 1 2-16,-5 0 2 0,6-2 4 16,-7 2 0-16,5 0-2 0,-5 0-3 0,6-2 3 0,0 0-6 15,2 0 7-15,1 1-1 0,0-2 0 16,2 2-2-16,0 2 7 0,1-4-2 0,0 0 0 0,2 1-4 16,-5 0 0-16,2 1-1 0,0-3 0 0,-3 3 0 15,4-1-2-15,-3 2 11 0,2-2-10 0,-2 3 4 16,-2-1-9-16,5-2 3 0,-2 1-2 15,-3 1 3-15,1 1 1 0,-1 0 3 0,0-2-3 16,-1 0 4-16,1 0-6 0,0-2 6 0,-10 4-6 16,5 0 1-16,-5-3-1 0,4 4 1 0,6-1 8 15,-8 0-9-15,1 0 1 0,-1 0-3 0,1 0 4 16,-2 0 1-16,1-1 3 0,2-2-4 0,-1 2 0 0,6 0-1 16,-4-1 1-16,-3 1 0 0,0-1 2 15,10 0-1-15,-8 1 2 0,6-2-2 0,0 2 0 16,-2 1-5-16,3-4 4 0,-1 6-5 0,-1-4 7 15,1 2-3-15,-6-2-5 0,-1-1 7 0,1 2-4 16,6-1 0-16,0-1 7 0,-6 2-7 0,1-2 6 16,-3 1-4-16,1 1 7 0,-1 0-6 0,0 1 3 15,-3-1-1-15,1 1 3 0,-2 1 2 0,-16-1-5 16,25-3 2-16,-13 3 7 0,-12 0-9 0,24-1 2 16,-24 1-2-16,15 1 8 0,-15-1-9 0,0 0 3 15,17 0 4-15,-17 0-2 0,0 0 2 0,13 2 2 16,-13-2 1-16,0 0-3 0,0 0-1 0,0 0 2 15,0 0-9-15,0 0 12 0,16 0 0 0,-16 0-2 16,0 0 1-16,0 0 14 0,0 0-16 0,0 0 1 16,0 0-4-16,0 0 2 0,0 0-1 0,0 0 5 15,0 0-9-15,0 0 3 0,0 0 6 16,0 0 0-16,0 0-5 0,0 0 2 0,0 0 2 16,0 0 4-16,0 0-1 0,0 0-5 0,0 0 6 15,0 0 3-15,0 0-8 0,0 0 2 0,0 0-4 16,0 0-4-16,0 0-3 0,0 0 6 0,0 0-3 15,0 0-5-15,0 0-7 0,0 0-4 0,0 0-11 0,0 0-1 16,0 0-28-16,0 0-11 0,0 0-9 0,0 0-20 16,0 0-16-16,0 0-23 0,0 0-23 15,0 0-32-15,0 0-35 0,0 0-38 0,-53-2-42 16,32 1-236-16,-12 0-575 0,0 1 254 0</inkml:trace>
  <inkml:trace contextRef="#ctx0" brushRef="#br0" timeOffset="-114541.77">11404 1881 42 0,'0'0'79'0,"0"0"-5"16,0 0-14-16,0 0-1 0,0 0-3 16,-28-4-11-16,28 4-4 0,0 0-4 0,0 0-10 15,0 0 7-15,0 0-15 0,0 0 4 0,0 0-4 16,0 0-1-16,0 0 3 0,0 0-3 0,0 0-3 16,0 0 1-16,0 0-3 0,0 0 4 0,0 0-8 15,0 0-3-15,0 0-1 0,0 0 2 0,0 0 2 16,0 0-2-16,-7 2-3 0,7-2-6 0,0 0 1 15,0 0-5-15,0 0-5 0,0 0-6 0,0 0-9 16,0 0-11-16,0 0-4 0,0 0-11 0,0 0-47 16,-8 2-105-16,8-2 47 0</inkml:trace>
  <inkml:trace contextRef="#ctx0" brushRef="#br0" timeOffset="-31190.47">21211 12278 25 0,'0'0'25'0,"0"0"-7"0,0 0-9 0,0 0-10 15,0 0-1-15,0 0-11 0,0 0-13 0,0 0 6 16</inkml:trace>
  <inkml:trace contextRef="#ctx0" brushRef="#br0" timeOffset="-29185.9">26358 12233 36 0,'0'0'78'0,"0"0"-8"16,0 0-12-16,0 0-1 0,0 0-2 0,0 0-1 15,0 0-10-15,0 0 7 0,0 0-8 16,0 0 0-16,0 0-3 0,0 0 1 0,0 0 3 0,0 0-2 15,0 0-2-15,0 0-9 0,0 0 9 0,0 0-6 16,0 0 1-16,0 0-10 0,0 0 7 0,0 0-5 16,0 0-10-16,0 0 7 0,0 0-16 0,0 0 12 15,0 0-4-15,0 0-9 0,0 0 7 0,0 0 1 16,0 0-10-16,0 0 4 0,0 0 5 0,0 0 1 16,0 0-13-16,0 0 6 0,0 0 2 0,0 0-15 15,0 0 10-15,0 0-2 0,0 0-3 0,0 0-5 16,0 0-11-16,0 0-9 0,0 0-22 0,0 0-4 15,0 0-22-15,0 0-25 0,0 0-51 0,0 0-162 16,0 0 73-16</inkml:trace>
  <inkml:trace contextRef="#ctx0" brushRef="#br0" timeOffset="-28954.72">26482 12208 79 0,'0'0'115'16,"0"0"-12"-16,0 0-6 0,0 0-5 0,0 0-17 16,4-7-10-16,-4 7-7 0,0 0-6 0,0 0-8 0,0 0-5 15,0 0-10-15,0 0-21 0,0 0-20 0,0 0-16 16,0 0-22-16,4-6-78 0,-4 6-139 15,0 0 62-15</inkml:trace>
  <inkml:trace contextRef="#ctx0" brushRef="#br0" timeOffset="-28150.86">20900 12254 57 0,'5'-13'49'0,"-5"13"-6"0,0 0-4 0,0 0-13 16,0 0-10-16,10 2-9 0,-10-2-19 0,0 0-26 15,13 6-41-15,-13-6 19 0</inkml:trace>
  <inkml:trace contextRef="#ctx0" brushRef="#br0" timeOffset="-27318.43">26634 12087 41 0,'0'0'105'0,"0"0"-9"16,0 0-15-16,0 0 2 0,0 0-13 0,0 0-3 16,0 0-15-16,0 0 10 0,0 0-18 0,0 0 1 15,0 0-24-15,0 0-6 0,0 0-12 0,0 0-3 16,0 0-17-16,0 0-12 0,0 0-4 0,-23 9-18 15,19-5-59-15,4-4-118 0,-9 5 53 0</inkml:trace>
  <inkml:trace contextRef="#ctx0" brushRef="#br0" timeOffset="-22766.42">24580 12845 59 0,'0'0'79'0,"-6"-2"-11"0,6 2 9 0,0 0-17 16,-7-4-12-16,7 4-7 0,0 0-1 0,0 0-23 0,0 0-25 15,-7-3-23-15,7 3-44 0,0 0-82 16,0 0 36-16</inkml:trace>
  <inkml:trace contextRef="#ctx0" brushRef="#br0" timeOffset="-19377.79">24224 13026 109 0,'0'0'106'0,"0"0"-10"0,-9-3-1 0,9 3-6 0,0 0-7 15,0 0-3-15,0 0-4 0,0 0-15 0,-7-4 2 16,7 4-10-16,0 0 1 0,0 0-6 0,0 0-13 15,0 0-8-15,0 0-7 0,0 0-1 0,0 0-16 16,0 0-5-16,0 0-19 0,0 0 8 0,0 0-2 16,0 0-9-16,0 0-9 0,0 0-21 0,0 0-7 15,16 13-12-15,-16-13-60 0,5 9-144 16,-1-7 64-16</inkml:trace>
  <inkml:trace contextRef="#ctx0" brushRef="#br0" timeOffset="-18780.97">26534 12861 98 0,'0'0'110'0,"0"0"-14"0,0 0-3 16,0 0-12-16,0 0-5 0,0 0-14 0,0 0-6 15,0 0-9-15,0 0-1 0,0 0 2 0,0 0-9 16,0 0-4-16,0 0-21 0,0 0-23 0,-23 1-22 16,23-1-11-16,-9 1-20 0,9-1-65 0,-16 1-136 15,7 1 60-15</inkml:trace>
  <inkml:trace contextRef="#ctx0" brushRef="#br0" timeOffset="-18232.5">24527 12907 84 0,'0'0'126'0,"0"0"-8"0,0 0-7 0,0 0 5 0,0 0-21 15,0 0-5-15,0 0-16 0,0 0 0 16,0 0-30-16,0 0-2 0,0 0-23 0,0 0-13 0,0 0-22 16,0 0-25-16,0 0-43 0,0 0-59 0,0 0-156 15,0 0 70-15</inkml:trace>
  <inkml:trace contextRef="#ctx0" brushRef="#br0" timeOffset="-17395.91">24916 12923 28 0,'0'0'109'0,"0"0"-23"0,0 0 6 0,0 0-22 16,0 0-4-16,0 0-3 0,0 0-15 16,0 0-13-16,0 0-13 0,0 0-14 0,27-4-23 15,-20 3-23-15,-7 1-58 0,15 3-104 0,-6-2 46 0</inkml:trace>
  <inkml:trace contextRef="#ctx0" brushRef="#br0" timeOffset="-17107.97">26178 12883 57 0,'0'0'75'0,"0"0"-3"16,0 0-11-16,0 0-13 0,0 0-17 0,0 0-16 16,0 0-14-16,0 0-14 0,0 0-46 0,-25 4-61 15,19-2 27-15</inkml:trace>
  <inkml:trace contextRef="#ctx0" brushRef="#br0" timeOffset="39313.58">12703 13550 4 0,'0'0'15'0,"0"0"-3"16,0 0-4-16,0 0-5 0,0 0-4 0,0 0-7 15,0 0-6-15,0 0 25 0,0 0-16 0,0 0-6 16,0 0 2-16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10:09:41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2330 3593 36 0,'0'0'147'0,"0"0"-7"16,0 0-4-16,0 0-5 0,2-9-5 0,-2 9-4 15,0 0-3-15,0 0 3 0,0 0 0 0,0 0-10 16,0-11-6-16,0 11-2 0,0 0-9 0,0 0-4 16,0 0-4-16,0 0-3 0,-5-8-2 0,5 8-1 15,0 0-5-15,0 0-10 0,-3-8-4 0,3 8-1 16,0 0 4-16,0 0-4 0,-5-7 1 0,5 7-30 15,0 0-2-15,0 0-2 0,-1-7-3 0,1 7-6 16,0 0-1-16,0 0-5 0,0 0-1 0,0 0-6 16,0 0-1-16,0 0 2 0,0 0-3 0,0 0 1 15,0 0 0-15,-4 31 0 0,4-14 1 0,-1-2-2 16,-1 2-1-16,0 1 3 0,2 7 1 0,-4-6-3 16,0 6 6-16,-1 2-1 0,1-2-4 0,2-8 1 15,-1 2 0-15,1 7 2 0,0 0 3 0,2-10-4 16,2 2 1-16,-2-2-3 0,2-1 3 0,-2 0-2 15,0-2 2-15,0-1 0 0,0 1-1 16,4-3-1-16,-4 1-2 0,0-3 6 0,0-8-6 16,0 13 0-16,1-7 0 0,-1-6 2 0,0 11-4 0,0-11-1 15,0 10 3-15,0-10-2 0,0 6-8 0,0-6-13 16,0 0-19-16,5 7-23 0,-5-7-25 16,0 0-38-16,0 0-48 0,0 0-46 0,0 0-145 0,0 0-392 15,0 0 173-15</inkml:trace>
  <inkml:trace contextRef="#ctx0" brushRef="#br0" timeOffset="365.47">2273 3346 20 0,'0'0'188'0,"-3"-12"-8"0,1 6-7 15,2 6 3-15,-6-11-10 0,4 7-10 0,2 4-13 16,-5-8-16-16,5 8-11 0,-2-7-11 0,2 7-13 16,0 0-14-16,-4-7-16 0,4 7-22 0,0 0-22 15,0 0-16-15,0 0-19 0,0 0-18 16,0 0-35-16,0 0-38 0,9 19-23 0,-2-10-117 16,-2 0-266-16,3 0 117 0</inkml:trace>
  <inkml:trace contextRef="#ctx0" brushRef="#br0" timeOffset="602">2593 3509 37 0,'7'15'142'0,"2"3"4"16,-2 9-19-16,-5-7-9 0,-2 10-9 0,0-2-12 15,-1 4-6-15,-2-4-7 0,-2 2-8 0,1-1-6 16,-3-3-6-16,-2-1-8 0,-2 3-4 0,-1-1-1 16,-2-1-6-16,-2-4-8 0,1 2-11 0,-3-3-21 15,0-1-23-15,-1-1-29 0,0-2-21 16,-2 2-35-16,5-6-97 0,-11 3-216 0,9-4 96 16</inkml:trace>
  <inkml:trace contextRef="#ctx0" brushRef="#br0" timeOffset="860.45">1899 3570 28 0,'-12'8'160'15,"-1"5"5"-15,-6 10 1 0,-2 4-10 16,3 4-4-16,-7 18-10 0,7-2-7 0,2 2-7 16,3 0-14-16,8-4-1 0,4-10-16 0,5 1-13 15,3-1-4-15,3-1-10 0,11 10-2 0,-8-15-24 16,10 0-40-16,1-3-51 0,5 0-75 0,10 5-168 0,-10-14-314 16,5 1 139-16</inkml:trace>
  <inkml:trace contextRef="#ctx0" brushRef="#br0" timeOffset="13105.67">4097 3670 35 0,'0'0'184'0,"0"0"-8"0,0 0-3 0,0 0-12 16,0 0-8-16,-7-10-8 0,7 10-7 0,0 0-11 15,-10-4-14-15,5 1-13 0,5 3-9 0,-13-2-7 16,13 2-5-16,-14-2-6 0,5 0-11 0,-1 2 1 16,-1-1 23-16,11 1-2 0,-15-2-4 0,8 2-4 15,7 0-5-15,-12 0-7 0,12 0-10 0,0 0-6 16,0 0-5-16,0 0-4 0,0 0-6 0,0 0-1 15,32-3 3-15,4-1-9 0,17-6-1 0,3 6-2 16,2-5-3-16,3 6-4 0,-3-3 0 0,0 2 1 16,-7-1-4-16,-13 1-12 0,-2 3-16 0,-3-1-12 15,-11 2-32-15,-1 0-27 0,-4 2-50 0,0 0-45 16,-4 1-33-16,-7-1-144 0,-6-2-386 0,4 9 171 16</inkml:trace>
  <inkml:trace contextRef="#ctx0" brushRef="#br0" timeOffset="13804.54">4277 3666 124 0,'0'0'196'0,"0"0"-10"0,0 0-12 15,-5-3-15-15,5 3-13 0,0 0-15 0,0 0-10 16,0 0-13-16,0 0-10 0,0 0-15 0,0 0-7 15,0 0-8-15,0 0-7 0,0 0-2 16,0 0-4-16,0 0 0 0,0 0-4 0,0 0-5 16,4 19 2-16,-4-19-7 0,0 7-5 0,0-7-4 15,0 0-7-15,0 0 2 0,2 8 0 0,-2-8-5 16,0 0-1-16,0 0 0 0,0 0 5 0,0 0-10 16,2 8 1-16,-2-8 2 0,0 0-4 0,0 0-1 15,0 0 2-15,0 0-3 0,0 0 3 0,0 0-3 16,0 0 1-16,0 0-1 0,0 0 4 0,0 0-7 15,0 0-1-15,0 0-3 0,0 0 1 0,0 0-1 16,0 0 1-16,0 0 0 0,0 0-3 0,0 0 0 16,0 0 3-16,0 0-3 0,0 0-2 0,0 0 1 15,0 0-8-15,0 0 7 0,0 0 1 0,0 0-1 16,0 0 0-16,0 0-2 0,0 0 1 0,0 0-1 16,0 0-1-16,0 0 1 0,0 0 2 0,0 0-4 15,0 0 3-15,0 0-1 0,0 0-3 0,0 0 0 16,0 0-8-16,0 0-6 0,0 0-3 0,0 0-2 15,0 0-4-15,0 0-2 0,0 0 0 0,0 0 0 16,0 0 0-16,0 0 1 0,0 0 8 0,0 0 3 16,0 0-3-16,-7-21 5 0,7 21 2 0,0 0 1 15,0 0 1-15,0 0 3 0,0 0-2 0,0 0 1 16,0 0 2-16,0 0 1 0,0 0 0 0,-3-7 1 16,3 7-1-16,0 0 4 0,0 0-6 0,0 0 9 15,0 0-3-15,0 0 6 0,0 0 2 0,0-11 7 16,0 11-9-16,0 0 1 0,0 0 6 0,0 0-1 15,0 0-2-15,0 0 2 0,0 0-2 0,0 0 2 16,0 0-3-16,0 0 3 0,0 0-5 0,0 0 2 16,0 0-1-16,0 0 0 0,0 0-2 0,0 0 4 15,0 0-6-15,0 0 3 0,0 0-6 0,0 0 3 16,0 0 0-16,0 0 2 0,0 0-8 16,0 0 4-16,0 0-2 0,0 0 2 0,0 0-4 0,0 0 3 15,0 0 3-15,0 0-12 0,0 0-7 0,0 0-10 16,0 0-11-16,0 0-8 0,0 0-14 0,0 0-17 15,0 0-25-15,0 0-23 0,0 0-16 0,0 0-5 16,0 0-120-16,0 0-288 0,0 0 128 0</inkml:trace>
  <inkml:trace contextRef="#ctx0" brushRef="#br0" timeOffset="14850.07">4270 3606 101 0,'0'0'228'0,"-1"-13"-8"0,1 13-11 0,1-9-20 15,-1 9-17-15,0 0-17 0,0-9-19 0,0 9-18 16,0 0-8-16,0 0-17 0,0 0-6 0,0 0-8 16,13 33-6-16,-9-14-1 0,0 14-7 0,0 3-3 15,-4 14-3-15,0 0-9 0,-1 1-1 0,-2-2-3 16,-2-1-1-16,2-12-5 0,2-3-6 0,-3-3 1 15,2 0-7-15,0-3 0 0,0-8-1 0,-6 2-2 16,7-5-4-16,0-3 0 0,-2 0-4 0,2-2-22 16,1-1-21-16,-1 0-27 0,-1-4-24 0,2-6-27 15,0 0-30-15,0 0-7 0,2 15-20 0,-2-15-19 16,0 0-123-16,0 0-327 0,0 0 146 0</inkml:trace>
  <inkml:trace contextRef="#ctx0" brushRef="#br0" timeOffset="15317.51">4391 3734 177 0,'2'-10'207'16,"-2"3"-16"-16,0 7-20 0,1-11-20 0,-1 11-13 15,0 0-21-15,0 0-11 0,0 0-5 0,0 0 9 16,0 0-4-16,6 29-4 0,-4-9-8 0,0 7-4 16,-4-2-10-16,4 5-4 0,-2-1-9 0,-2 0-3 15,2-4-9-15,0 1-3 0,-1-6-4 16,0-1-8-16,-1-2 4 0,1 2-8 0,0-3-4 15,1-4-1-15,0-2-3 0,0 0-6 0,0-3 2 0,0-7-2 16,0 12-2-16,0-12-4 0,1 10 2 16,-1-10-2-16,0 0 4 0,0 7-3 0,0-7-1 0,0 0-11 15,0 0-7-15,0 0-12 0,0 0-4 0,9-18-3 16,-2 10-2-16,1 2 8 0,1-1 0 16,2 0 5-16,-1 3-7 0,1 0 1 0,0 0 3 15,2 3-6-15,0 1 8 0,1 0 1 0,3 3 2 0,2 0 0 16,-2 2 0-16,1 1 0 0,0-1-2 0,2 1 3 15,0-4 7-15,1 0 0 0,1 1 0 16,4-6 0-16,-4 1-2 0,5-4 2 0,-1-1 3 16,-6 1-1-16,8-5 1 0,-9 2 0 0,-1 0-2 15,-3-2 3-15,1 0 0 0,-2 0 0 0,-4-2-1 16,-3 3 0-16,-3-2 1 0,1-4 1 0,-2 0 7 16,-6 5-4-16,1-1 7 0,-1-4-5 0,-3 5-3 0,1 0 3 15,-1 1-2-15,-1 3-5 0,-1 2 8 0,-5 3-9 16,1 6-1-16,-3 2 0 0,0 7-1 15,-9 3 0-15,3 2 2 0,2 5-2 0,3 0 2 16,2 1-26-16,4-1-44 0,0 1-56 0,7-6-55 16,4 3-187-16,3-4-395 0,5-2 175 0</inkml:trace>
  <inkml:trace contextRef="#ctx0" brushRef="#br0" timeOffset="16096.29">6134 3831 250 0,'-1'-11'241'0,"-1"1"-21"15,-4-2-13-15,1 3-11 0,-9-4-14 0,4 6-7 16,-8-2-16-16,-2 4-5 0,0 1-15 0,0 4-13 16,-7 4-13-16,4 0-14 0,-3 10-7 0,2 2-13 15,-2 6-6-15,5 1-8 0,-2 2-6 0,6 0-6 16,3-1-3-16,6-2-3 0,1-2-8 0,4-1-3 15,1 0-3-15,5-1-3 0,1-3-2 0,4 2-2 16,1-3-3-16,4-2-2 0,1 0 2 16,1-3-4-16,3-3-1 0,1-2 2 0,0-1-4 15,3-5-2-15,5-2 1 0,-7-1-7 0,-1-1 8 16,-1-2-2-16,0-3-3 0,3-6 0 0,-6-4-1 16,3-1-2-16,-3-2-1 0,1-3-3 0,-7 0 1 15,1-2 2-15,-1-6-3 0,-2 2-1 0,0-1-1 16,-3-2 1-16,2-10-7 0,-4 12 9 0,-2 1-4 15,0 0 1-15,0 6 0 0,0-2-1 0,2 3 2 16,-2 8 4-16,0 7 11 0,0 0 5 0,-2 1-6 16,4 4-5-16,-2 6-4 0,0-11 2 0,0 11-6 15,0 0 1-15,0 0-2 0,0 0-3 0,0 0-1 16,-2 49-1-16,1-19 1 0,0 4 2 0,-5 1-4 16,2 1 3-16,3 11 2 0,-2 1-2 0,3-13 3 15,0 0-2-15,1-4 2 0,3-2 1 0,1 0-1 16,1-5 1-16,0-5-3 0,0-2 6 0,0-2-5 15,5 2 3-15,-2-5-1 0,2 1 5 0,-1-5-12 16,0-1-4-16,1-1-2 0,3-4 3 0,-4-1-2 16,4-1 7-16,-1-2-4 0,-2-2-4 0,7-4 5 15,-1-2-2-15,-1-2-1 0,0-2 4 0,2-5-8 16,-2-2-2-16,-3-3-5 0,-4 6-5 0,0-8 1 16,0-2 0-16,-3 4 2 0,-2 5 5 0,0 2 2 15,-4 3 7-15,-1 2 4 0,1 2 4 0,-1 2-7 16,1 8 3-16,-3-12-1 0,0 8-7 0,3 4-2 15,-7-2 2-15,7 2-1 0,-23 13 3 0,6 0 1 16,-2 10-1-16,1-3 3 0,8 3 5 0,-1-5-5 16,4 1-1-16,2 0-9 0,4 0-21 0,-1-2-25 15,5 2-25-15,2-2-54 0,5-4-72 0,2 1-212 16,2-1-458-16,2-5 203 0</inkml:trace>
  <inkml:trace contextRef="#ctx0" brushRef="#br0" timeOffset="16728.62">6940 3696 72 0,'0'0'222'0,"0"0"-20"0,-18 2-11 0,11 5-18 16,-6 5-8-16,-1 4-13 0,-1 8-8 0,2 0-15 15,1 4-11-15,5-3-9 0,2 5-10 0,3-3-11 16,2-1-7-16,3 0-5 0,-1-3-8 15,5-4-6-15,2-2-4 0,2 8-6 0,1-9-5 16,2 0-2-16,5 1-5 0,1 0 2 0,-2-6-9 0,2-1-2 16,0-4-1-16,0-1 0 0,0-1-2 15,0-2-3-15,-2-2-4 0,0-3-2 0,0-2 1 16,-3-1-3-16,-2-1-6 0,-2-5-2 0,-2 3 1 16,1-5-7-16,-3-2 3 0,-3-3-7 0,-1 0-2 15,-3 0 4-15,-2-6-2 0,-1-2-3 0,1 1 1 16,-3 8 0-16,1-3 2 0,1-5-1 0,-2 7 2 15,4 0 1-15,-3 9 6 0,4-1 1 0,0 2 4 16,-1 3-6-16,1 6 1 0,4-12 5 0,1 7-11 16,6-1-1-16,2 3 0 0,5 0-1 0,-1 3 1 15,2 3-2-15,-1 0-1 0,2 3 1 0,-2 1 2 16,-1 3-4-16,-1 3-1 0,5 3 4 0,-7-2-4 16,-3 3 1-16,1 0 2 0,-5-2 0 0,1 0 1 15,0 2 1-15,-6-5 1 0,5 0-3 0,-5 4 1 16,1-4-2-16,1-1 1 0,-2 0 2 0,1-3 2 15,1 2-1-15,-4-10 7 0,6 13-3 0,0-9 0 16,-6-4-1-16,11 10 4 0,-2-6 0 0,2-2 4 16,0-1 0-16,2-1 1 0,5-3 2 0,1-2 0 15,1-1-1-15,0-2-2 0,4-4 3 0,-1-2-4 16,0 0-3-16,-1-4 1 0,-8 4-2 16,-1-3 1-16,-2 0-3 0,-2-1-2 0,1-5 2 0,-4 7 0 15,-4-3-1-15,1 2 8 0,-3 5 0 0,-2 3 8 16,2 1 3-16,0 8-3 0,-1-11-9 0,1 11 0 15,-5-5-10-15,5 5 9 0,0 0-10 0,-29 12 2 16,10 7 5-16,-1 2-4 0,4 0 2 0,2 0-2 16,0 1 0-16,1 1-17 0,0-1-20 0,11-5-21 15,-1 1-30-15,3-1-29 0,4 0-43 0,3-1-33 16,5-1-17-16,6-3-165 0,4 2-402 16,6-4 179-16</inkml:trace>
  <inkml:trace contextRef="#ctx0" brushRef="#br0" timeOffset="17502.79">8156 3845 174 0,'0'-11'251'0,"0"11"-15"0,-2-14-16 0,2 14-20 16,-2-10-17-16,-1 6-22 0,3 4-10 0,0 0-15 16,-18 6-7-16,6 6-14 0,-4 1-10 0,0 7-11 15,-2 5-9-15,1-5-5 0,4 2-9 0,2 1-7 16,2-7-4-16,4 3-9 0,1-3-4 0,1 0-2 15,2-2-4-15,1-2-4 0,1-1-4 0,3 0-1 16,-1-5-1-16,2 2-5 0,1-3-6 0,-1-1 2 16,3-1-1-16,1-2-2 0,4 1 0 15,-3-5-2-15,0 0-3 0,0-4-3 0,1 2 2 16,-3-5-2-16,0-1-1 0,0 0-4 0,2-3-1 0,-3 0 12 16,0 3 30-16,-3 0 8 0,3-5-12 0,-4 0-31 15,3 1 5-15,-3 3 6 0,4-3-13 16,-5 4 5-16,1 1 1 0,-3 10 2 0,4-13-6 15,-4 13-7-15,2-11-5 0,-2 11-3 0,0 0-2 16,0 0-1-16,0 0-2 0,0 0-4 0,0 0 7 16,0 0-1-16,2 33 3 0,-4-21 2 0,1-1-1 15,1 5-1-15,0-3 1 0,1 3-1 0,2-4 3 0,-1-1 0 16,0 0 1-16,5-1 4 0,0 0-1 0,2-2 3 16,0-1 0-16,3-2 6 0,1-1-4 15,0-2 2-15,6-2-2 0,1-1 9 0,1-4-10 16,-1-1-5-16,-1-1-7 0,0-3 4 0,-3-1-1 15,-2-3-2-15,1 0-3 0,-3-3-2 0,-6-1-8 16,10-5-4-16,-6 1-6 0,-1-2 0 0,0-2-1 16,-5 7 4-16,-2 0 1 0,2 4 0 0,-1 6 4 15,-2-1 2-15,0 3 0 0,1 0 0 0,-2 7-6 16,2-6-3-16,-2 6-2 0,0 0 4 0,0 0 5 16,0 0 7-16,-4 44 1 0,-1-20 2 0,1 2 5 15,-2 4 1-15,-3 0 2 0,5-4-1 0,-1 3 3 16,0-2 4-16,2 1 0 0,-4-3 1 0,5-6 0 15,-3-2-2-15,8-1 0 0,-6-5 3 0,2-1 0 16,0-2-2-16,2-3 0 0,-1-5 5 0,-3 12 3 16,3-12 0-16,-1 7 17 0,1-7 3 0,0 0 3 15,0 0-5-15,0 0-7 0,0 0-5 0,0 0-1 16,17-19-3-16,-6 9-4 0,4-4-9 0,0 0 0 16,9-5-1-16,1 2-7 0,0-2-1 0,2-1-8 15,0-3 1-15,-1 3 6 0,0-1-6 0,-5 2 1 16,-1 0 1-16,1-3 3 0,-5 8 1 0,-5-1 4 15,-2 0 6-15,-2 5 20 0,-1-1 8 0,-2 5 8 16,-2-4 7-16,0 5-6 0,-2 5-9 0,0 0-8 16,0 0 1-16,0 0-6 0,-35 10 1 0,11 5-6 15,1 0-1-15,0 2-1 0,1-1 0 0,3 4-1 16,5-4-17-16,-3 3-24 0,8-2-25 0,5 1-40 16,3-1-38-16,2 1-53 0,7-1-57 0,4-2-222 15,0-1-503-15,13 0 223 0</inkml:trace>
  <inkml:trace contextRef="#ctx0" brushRef="#br0" timeOffset="17727.93">9421 3814 28 0,'4'-8'281'15,"-2"0"-12"-15,1 5-23 0,-3 3-23 0,3-10-28 16,-3 10-22-16,0 0-20 0,0 0-15 0,0 0-16 0,0 0-10 15,0 29-7-15,-4-12-7 0,0 9-3 0,-1 0-12 16,1-1-3-16,0 1-9 0,0-1-3 0,0-1-12 16,-1 3 0-16,3-3-4 0,-1-5-22 15,2-1-31-15,-2-1-36 0,2-1-43 0,1-5-73 16,1 1-78-16,-1-3-141 0,0-9-403 0,0 0 178 16</inkml:trace>
  <inkml:trace contextRef="#ctx0" brushRef="#br0" timeOffset="17893.64">9407 3642 2322 0,'-4'-18'-16'0,"0"1"7"0,-1 5-5 16,4 2-8-16,-2 3-7 0,2 1-43 0,1 6 9 16,0 0-13-16,0 0 20 0,0 0-1 0,0 0-13 15,0 0-19-15,3 48-27 0,0-19-24 0,4 1-110 16,2 4-269-16,-2-1 120 0</inkml:trace>
  <inkml:trace contextRef="#ctx0" brushRef="#br0" timeOffset="18128.32">9637 4055 164 0,'4'4'255'0,"-4"-4"-6"0,4 3-22 16,-4-3-6-16,0 0-5 0,0 0-15 0,0 0-11 16,9-10-11-16,-9 10-11 0,0-13-11 0,0 13-5 15,0-18-15-15,0 10-21 0,3-3-1 0,1-2-10 16,3-1-14-16,0-2-5 0,5 3-13 0,1-1-4 15,2 2-9-15,8-2-11 0,2 4-7 0,2 1-4 16,-1 3-4-16,1 2-5 0,-7 5 2 16,2 4-14-16,-2 1 0 0,-3 3-10 0,1 1 6 0,-4 5 1 15,-1-2-4-15,1 8-3 0,-3 2 4 16,-3-6 0-16,-3 1-2 0,0 1-5 0,0 6-28 0,-6-6-39 16,-2-2-40-16,0-1-58 0,0 0-76 0,-1 0-261 15,0-6-539-15,4-10 238 0</inkml:trace>
  <inkml:trace contextRef="#ctx0" brushRef="#br0" timeOffset="18727.47">10829 3846 179 0,'5'-6'292'0,"-5"6"-16"0,4-6-12 0,-4 6-14 15,0 0-14-15,4-5-22 0,-4 5-26 0,0 0-21 16,0 0-18-16,0 0-20 0,0 0-15 0,0 0-13 16,0 0-9-16,5 14-32 0,-5-4-3 0,0 4-8 15,2 2-1-15,0 3-6 0,2-1-3 0,-2 8-4 16,0-9-2-16,3 2 6 0,0-4-10 0,0 2-4 15,2-1 0-15,4-4-4 0,-3-1 2 0,-1-1-2 16,2-4-3-16,3 1 1 0,-2-2 7 0,-1-3-10 16,1 0 4-16,0-2-3 0,-1-2 0 0,3 0-6 15,-3-4 1-15,1 1 0 0,0-3-6 0,-2-2 5 16,1-2-9-16,1-3 0 0,-1 1-1 0,0-1-3 16,-1-2 1-16,2 1-2 0,-4 0 2 0,-2 7-4 15,0-1 7-15,1 2-7 0,-1 2-2 0,-4 6-4 16,4-7-3-16,-4 7-5 0,0 0 3 15,0 0-2-15,0 0 6 0,10 18-2 0,-8-6 4 0,0 0 2 16,2 5 3-16,-2-1-7 0,2 0 8 0,2 1-1 16,1 0 6-16,3-4-4 0,2 1 6 15,1-3 0-15,2 0-1 0,1-3 5 0,2-1-2 0,1-2 0 16,3-2 2-16,-2-5-1 0,0 1 8 16,-1-5 2-16,0-2 7 0,-1-1 3 0,-4 0 2 0,0-4 0 15,-1-4 5-15,-1-1 5 0,-1-4 5 0,-3-3-14 16,-1-3-2-16,0 2-5 0,-5-5 7 0,-2 1-13 15,1 0 2-15,-2-1-3 0,1 2-2 16,-4 3-1-16,0 7-5 0,2 2-3 0,-2 6-1 0,0 0-20 16,2 3-22-16,-1 1-7 0,-1 3-42 15,4 4-20-15,-13 2-26 0,2 4-33 0,-3 5-32 0,0 9-37 16,-4 3-209-16,1 4-480 0,7-3 213 0</inkml:trace>
  <inkml:trace contextRef="#ctx0" brushRef="#br0" timeOffset="18950.64">11560 3978 2323 0,'12'-3'58'0,"1"-2"21"0,-6 1-24 0,3-1-10 16,-1 1 2-16,-3 0-1 0,-1 2 20 0,-5 2 7 15,9-5 7-15,-9 5 1 0,6-4-3 0,-6 4-7 16,4-4-13-16,-4 4-5 0,0 0-10 0,0 0-6 0,7 11-2 16,-6 0-5-16,0 4 4 0,-2 5-5 0,-2 5-3 15,1 1 4-15,-1-1-8 0,2 2 0 16,-2-2-4-16,2 0 3 0,0-6-6 0,1-1-5 15,1 2-13-15,-1-4-15 0,0 0-23 0,1 0-27 16,-2-6-23-16,2 1-35 0,-1-11-32 0,1 13-31 16,-1-13-19-16,3 11-19 0,-2-8-183 0,-1-3-443 15,0 0 196-15</inkml:trace>
  <inkml:trace contextRef="#ctx0" brushRef="#br0" timeOffset="19325.25">11679 4038 49 0,'5'-20'179'0,"0"1"9"0,2 2-2 0,3 1 5 15,-5 5 7-15,3 2 3 0,-1-1-6 0,-1 2-15 16,0 3-23-16,-1-1-12 0,2 2-18 0,-1 2-9 16,3 0-14-16,2 3-8 0,-1 2-13 0,-2-1-9 15,3 3-6-15,-1-1-8 0,-1 2-3 0,0 1-5 16,-3-3-7-16,4 2-5 0,-4 2-5 0,-3 0-3 16,1-2-4-16,0 3 1 0,-2-2-3 0,-2-1-1 15,0 4 1-15,0-10-8 0,0 13 6 0,-4-4-4 16,-1-2-9-16,2 1-7 0,-3-3-9 0,4 2-11 15,-2-2-8-15,4-5-10 0,-9 11-7 0,7-6-2 16,0 2-5-16,2-7-8 0,-1 13 3 0,1-13-3 16,3 13 0-16,0-5 1 0,0 0 7 0,3 3 8 15,2-2-1-15,1 1 8 0,2 0-1 0,0 2 5 16,0-1-2-16,2 1 11 0,-3 1-9 0,-2-4 10 16,1 1 0-16,-4-1-1 0,2-1 6 0,-3-2 0 15,1 0 0-15,-1 1 4 0,-4-1-2 0,0-6 8 16,0 10 6-16,0-10 12 0,-2 8 7 0,2-8-2 15,-13 6-1-15,4-2-1 0,-5 0-2 0,2-3-3 16,-7 1-4-16,6-1-24 0,-6-1-36 0,4-1-53 16,1 1-42-16,-6-5-180 0,0 1-353 0,1-6 156 15</inkml:trace>
  <inkml:trace contextRef="#ctx0" brushRef="#br0" timeOffset="19535.29">12194 3514 2425 0,'9'-26'26'16,"0"4"-3"-16,-4 5 8 0,-2 6-5 0,1 1-11 15,-3 3-2-15,2 2-19 0,-3 5 14 0,2-9-13 16,-2 9 2-16,0 0 3 0,0 0-1 0,0 0-1 16,0 0 4-16,-2 31-1 0,0-12 2 0,0 0 0 15,-2 7 5-15,1 0-2 0,-1-1-4 0,1-1-31 16,-2 1-46-16,3-4-65 0,-2-2-85 0,-3-2-126 15,-1 1-381-15,-2-4 168 0</inkml:trace>
  <inkml:trace contextRef="#ctx0" brushRef="#br0" timeOffset="21271.62">12764 3737 104 0,'0'0'135'0,"-13"10"-15"15,3 2-4-15,-2 11 8 0,-4 4 2 0,-2 4-4 16,-2 13 8-16,2 0-18 0,-3 2 4 0,11 0-12 16,5-11-7-16,-1-3-6 0,6 1-6 0,0-1-12 15,4-1-5-15,2-4-1 0,3 1-6 0,1-3-5 16,-2 0-9-16,3-2-4 0,1-6-2 16,-1 0-4-16,0-2-1 0,1 1-7 0,1-1-1 0,3 0-26 15,-3-3-33-15,-4 1-37 0,9-2-52 0,-5-3-41 16,2 1-138-16,-3-4-323 0,5 0 143 0</inkml:trace>
  <inkml:trace contextRef="#ctx0" brushRef="#br0" timeOffset="21636.47">13046 4247 2013 0,'6'-1'98'0,"-6"1"-56"0,0 0-20 16,5-4-15-16,-5 4-1 0,0 0-9 0,0 0 5 15,8-3-4-15,-8 3 3 0,3-5 0 16,-3 5-1-16,14-4-1 0,-5-1 7 0,-1 0 2 0,6 2 2 16,-3-4 5-16,3 3-1 0,-1-4 5 0,3-1 2 15,-5 2-3-15,-2 2 8 0,0-2 4 0,0-1 0 16,-4-2-5-16,3 1-1 0,-3-1 7 0,-3 0-8 16,5 1 0-16,-7-3-3 0,2 3-2 0,-4-2-3 15,2 3-1-15,-4 0-2 0,-1 1 1 0,0 1-4 16,-1-1-5-16,1 2 1 0,-1 2 1 15,6 3-7-15,-19 2-2 0,9 3 5 0,-7 5-4 0,7 1 0 16,-5 2-2-16,2 9 2 0,-1-2-1 0,4-1 2 16,3-3-2-16,1 1 1 0,3-1 0 0,4 4 1 15,3-2 0-15,0-2 2 0,7 7 0 0,-1-7 3 16,3-3-2-16,3-1-14 0,1-1-11 16,10 2-23-16,-2-3-35 0,2 0-33 0,0-6-37 15,0 0-20-15,0-2-26 0,-7-2-106 0,-1 0-327 0,-2-2 146 16</inkml:trace>
  <inkml:trace contextRef="#ctx0" brushRef="#br0" timeOffset="21962.34">13542 4098 214 0,'0'-7'206'16,"0"7"-18"-16,0-13-19 0,0 13-17 0,2-7-20 0,-2 7-15 16,0 0-19-16,0 0-9 0,0 0-10 0,0 0 3 15,0 27-6-15,-2-10-4 0,0 9-6 0,-2-1 0 16,1-4-6-16,2 3-11 0,-1 2-1 15,2-6-2-15,2-3-3 0,2 0-6 0,-4 1-4 16,2-6 0-16,0-1-3 0,0-2-5 0,-2-1 0 16,4-1-3-16,-4-7 1 0,0 10 17 0,3-6 20 15,-3-4 26-15,0 0 15 0,0 0-2 0,0 0-10 0,0 0-6 16,0 0-10-16,0 0-11 0,-3-38-4 16,1 21-3-16,0-2-12 0,4-6 0 0,1-3-6 15,-1-2-12-15,0-2-10 0,2-2 2 0,1 1-11 16,-1-3-5-16,4 3-4 0,2-1 4 0,-1 2-7 15,3 6-5-15,1 3 0 0,-5 4-6 0,2 4-15 0,-3 7-17 16,-1 1-25-16,1-1-20 0,0 6-17 16,2 2-25-16,-9 0-10 0,15 6-22 0,-7 2-21 15,-4 3-14-15,1 4-135 0,-3 6-365 0,0-2 161 16</inkml:trace>
  <inkml:trace contextRef="#ctx0" brushRef="#br0" timeOffset="22344.08">13542 4198 129 0,'0'0'129'0,"0"0"-7"0,30-7-5 15,-17 4-11-15,-3-2 0 0,9 1-13 0,-1-3-5 16,-3 2-11-16,2 3-5 0,-5 0 3 0,2-1-22 16,-2 0 1-16,1 1-6 0,-1-1-3 0,-4 1-5 15,3 4-10-15,-11-2 2 0,12 1-5 0,-4-1 1 16,-3 6-12-16,3 0 11 0,-2 3 6 0,0 2-2 15,1 4-2-15,-1 2 2 0,-3-2 0 0,4 0-2 16,-3 4 3-16,-1-3-8 0,-1-3 1 0,2 1-5 16,-4-2-3-16,4-1 2 0,-3-2-2 0,1 1-2 15,2-1-1-15,-2-3 2 0,2-1 4 0,-4-5 27 16,0 0 26-16,4 6 1 0,-4-6 0 0,0 0-13 16,0 0-1-16,0 0-3 0,0-27 12 0,0 14-10 15,0-4-3-15,-2-2-11 0,1-7-3 0,0 0-3 16,-3-2-4-16,2 0-4 0,2 0 0 0,2-3-11 15,-2 2 1-15,4-1-5 0,-3 0-5 16,2 2-5-16,3 3-5 0,-2 7-12 0,-1 3-13 0,1 3-24 16,0 3-33-16,-1 4-34 0,0 2-23 0,-3 3-8 15,11 0-18-15,-11 0-14 0,9 14-146 0,-5 2-350 16,-4 2 155-16</inkml:trace>
  <inkml:trace contextRef="#ctx0" brushRef="#br0" timeOffset="22664.15">13951 4285 69 0,'11'-3'144'0,"5"-4"7"15,1 1-6-15,2-2-2 0,8-3-6 0,-2 2-9 16,2-5-15-16,-1 2-9 0,1 0-8 16,0 0-12-16,-9 4 1 0,-2-3-12 0,-2 5-3 0,-4 0 6 15,-1-2 6-15,1 1 0 0,-4-1 5 0,-1 4 6 16,-1-4-7-16,-2 0-6 0,1 2-7 0,-1 0-4 15,-2 6 1-15,-2-10-2 0,2 10 0 0,-7-10-8 16,7 10-9-16,-7-7-5 0,0 7-5 0,7 0-6 16,-14 1-5-16,4 3-4 0,-1 4-2 15,-3-1-4-15,3 5 0 0,-3-1-6 0,6 1 2 16,1-2-4-16,3 0 0 0,-2 3-3 0,4-1 0 0,2-1 0 16,0 2-6-16,8 2 9 0,-4-4-10 0,3 0-13 15,1-1-25-15,6 0-28 0,1 0-23 0,4-1-21 16,0-4-45-16,2-1-22 0,6-2-12 15,-4 1-19-15,-1-2-111 0,0-1-344 0,-1-1 153 16</inkml:trace>
  <inkml:trace contextRef="#ctx0" brushRef="#br0" timeOffset="22877.34">14579 4082 140 0,'2'-16'170'0,"1"-3"1"16,-2 7 12-16,-1 0 5 0,-1 3 0 0,1 1-9 15,0 8-14-15,-3-11-14 0,3 11-17 16,-2-10-16-16,2 10-8 0,0 0-17 0,0 0-7 15,0 0-2-15,-26 22-8 0,12-6-4 0,1 4-1 0,-3 5-7 16,2-2-3-16,1 0-7 0,4-6-5 0,5 0-2 16,-1 2-3-16,5-2-11 0,-2 0 10 0,4-1-13 15,0-1-2-15,5-1-3 0,-1 1-10 16,3-4-23-16,7-1-30 0,-1-1-40 0,2-1-43 0,6-3-37 16,4-3-36-16,2 1-26 0,-10-5-123 15,0 1-371-15,4-3 164 0</inkml:trace>
  <inkml:trace contextRef="#ctx0" brushRef="#br0" timeOffset="23094.36">14880 3889 59 0,'0'-6'253'0,"0"6"-11"0,0-11-19 0,0 11-21 16,0-8-16-16,0 8-28 0,0 0-19 0,0 0-15 15,0 0-14-15,0 0-10 0,0 0-2 0,2 34-5 0,-2-5 0 16,-2-3-3-16,1 3-5 0,1-1 4 0,-1 4 1 15,1-3-7-15,0 0-10 0,-2-5-4 16,2 2-8-16,-2-2-7 0,4-3-3 0,0-2-1 16,-1-1-31-16,0-3-30 0,1 1-42 0,-2 0-38 15,1-6-46-15,1-1-47 0,0-2-33 0,-2-1-151 16,0-6-396-16,0 0 175 0</inkml:trace>
  <inkml:trace contextRef="#ctx0" brushRef="#br0" timeOffset="23342.42">14708 4153 86 0,'0'0'178'0,"0"0"-17"0,-5-8-12 16,5 8-22-16,0 0-9 0,14-8-8 0,-1 5-6 15,6 0-6-15,3 0-6 0,8-2-3 0,1-1-8 16,-4 3-9-16,1-1-3 0,-1 1-1 0,3 1 2 16,-3-3-2-16,-7 3-9 0,-2 2-5 0,-5-2-6 15,-1 1-3-15,-5 1-4 0,3 0-10 0,-10 0 0 16,13 3-8-16,-8-3 1 0,-5 0-2 15,11 7 4-15,-6-2 12 0,0 2-1 0,-3 1 0 0,4 1-4 16,-3 2-2-16,0 0-3 0,-3 3-4 0,4 1 2 16,-4-2-5-16,4 2-11 0,-4-3-31 0,-4 0-45 15,4 0-41-15,-4 0-65 0,1 4-173 0,0-6-372 16,-1 1 166-16</inkml:trace>
  <inkml:trace contextRef="#ctx0" brushRef="#br0" timeOffset="23511.84">15124 3957 2065 0,'-5'-15'-15'0,"1"3"34"0,1 2-29 16,1 4 0-16,0 0-35 0,2 6-45 0,-5-8-22 16,5 8 5-16,0 0-7 0,0 0-17 0,0 0-111 15,0 0-262-15,0 0 116 0</inkml:trace>
  <inkml:trace contextRef="#ctx0" brushRef="#br0" timeOffset="23968.72">15280 4087 146 0,'6'6'178'0,"0"2"-17"16,-1 3-16-16,-1-2-15 0,3 3-13 0,-1-2-7 15,-1 0 0-15,2 6-11 0,1-1-7 0,-1-1-9 16,0 2-5-16,2-2-9 0,-1 0-2 0,-3-3-6 15,0 1-8-15,-1-3-6 0,3-1-7 16,-2-1 1-16,-6 0-2 0,4-2-2 0,2-2-3 16,-5-3 0-16,4 5 1 0,-4-5-2 0,0 0-3 0,0 0 0 15,0 0-3-15,0 0 4 0,0 0-3 0,0 0-3 16,9-12-5-16,-9 12 2 0,5-14-5 0,-3 9-3 16,2-5-5-16,3 2 2 0,-3 1 3 0,3 1-7 15,-3 2-2-15,6-2 3 0,-1 1-3 0,-1 0 1 16,4-1-3-16,-3 2-1 0,-1 2 0 15,4 0 1-15,-1 0 2 0,1 1 3 0,-1 1-6 0,-2-2 3 16,3 1-3-16,-5 0 3 0,3 0-1 0,0-2 3 16,-3 2 9-16,-1-2 5 0,-6 3 7 0,11-7-3 15,-6 4 0-15,-2-2-5 0,3-1 1 16,-2 1 6-16,0-1 4 0,-4 6-2 0,5-11 3 16,-4 6-2-16,-1 5 3 0,0-12 0 0,0 12-2 0,-1-7-3 15,1 7-1-15,0 0-4 0,-6-8-2 0,6 8-5 16,0 0-2-16,-15 1-4 0,6 4 6 15,-5 3-9-15,-3 5 4 0,0-3-4 0,3 1-1 16,-3 1-3-16,7 3 3 0,1-2-9 0,1 1-6 16,0 0-13-16,6-2-18 0,3 2-20 0,-1-2-34 15,5-1-45-15,4-1-34 0,3 3-45 0,2-3-155 0,1-3-404 16,5-1 180-16</inkml:trace>
  <inkml:trace contextRef="#ctx0" brushRef="#br0" timeOffset="24401.46">16169 3909 29 0,'-3'-11'249'0,"3"0"1"16,0 3-10-16,0 8-24 0,0-10-23 0,0 10-25 16,1-7-20-16,-1 7-14 0,0 0-16 0,0 0-11 15,4 25-10-15,1-1-8 0,-2 6-6 0,-1 3-3 16,2 0-7-16,0 1-3 0,-2 0-6 0,1-5-2 15,-3 1-10-15,1-2 2 0,-1-1-6 0,3-2-3 16,-1-5-3-16,0-4-5 0,-2-3-1 0,-2-1-2 16,2-2-3-16,0 0-2 0,-2-3 7 0,2-7 2 15,-1 11 14-15,1-11 13 0,-3 5 5 0,3-5 0 16,0 0-9-16,0 0-4 0,0 0-3 0,0 0-8 16,0 0 1-16,-16-16-9 0,16 9-5 0,0-3-5 15,2-1-9-15,4 0 1 0,5-3-9 0,2 2-2 0,3 0-4 16,-1 1 1-16,6 4-3 0,-1 0 0 15,1 2-3-15,0 2-3 0,-1 2 4 0,-4 2-4 16,3 3 0-16,-7 1-1 0,1 2-1 0,-3-1 2 16,-1 1 7-16,0 3-7 0,-4 0 0 0,-3 0-1 15,-2 0 1-15,-2 2 1 0,-8 0 0 0,-1 4 2 16,-1-4-1-16,-6-1 2 0,-8 3-5 0,1-2-9 16,-1-1-9-16,6-3-15 0,-6 1-16 0,4-4-25 15,4-1-20-15,-2 0-35 0,7-3-27 0,1 2-44 16,0-5-29-16,12 2-198 0,-18-5-466 0,18 5 207 15</inkml:trace>
  <inkml:trace contextRef="#ctx0" brushRef="#br0" timeOffset="25210.09">16657 4127 67 0,'4'-6'238'15,"-4"6"-6"-15,0-10-9 0,0 10-20 0,0 0-13 16,-12-9-21-16,4 9-11 0,8 0-10 0,-21 8 0 15,4 1-14-15,2 3-5 0,-3-1-9 0,-4 6-8 16,8-3-13-16,0 1-9 0,2-1-10 0,3 1-5 16,3 0-9-16,-1-1-8 0,3-3-4 0,2 3-5 15,4-3-5-15,0-2 6 0,3 1-13 0,3-2-2 16,0-1-6-16,1-2 0 0,3 1-5 0,0-2-5 16,1-2-2-16,-1-2-4 0,1-1 1 0,1-3 0 15,-1 0-4-15,2-3 3 0,-4-1-5 0,3-2 1 16,-2-1-4-16,-4 2 11 0,0-5-9 0,-1 2-4 15,1-2 0-15,-4 3 3 0,2 0-1 0,-2 3-1 16,-1-1 0-16,-3-2-1 0,1 7 1 0,-1 4 3 16,4-8-2-16,-4 8-3 0,2-6-6 0,-2 6 1 15,0 0-1-15,0 0-6 0,0 0 5 0,0 0 2 16,0 0 0-16,0 0 0 0,-6 27-2 16,4-19 6-16,2 3-3 0,-2-1 4 0,2 0-4 0,2-1 10 15,-1-2-8-15,0 0-2 0,3-1 2 0,2 3 5 16,1-2-1-16,-1-4-2 0,0 1 4 0,6-2-5 15,-2 0-8-15,0-3-1 0,2 1 0 0,-3-4 0 16,0 1-2-16,2-3-4 0,-2-1 3 0,2-2 0 16,-3-1-5-16,3-4 7 0,-5 0-11 15,2-3 2-15,3-6-4 0,-4 5 2 0,-2 1 1 0,1 0 5 16,-1 1-2-16,-1 0 5 0,-2 6 0 0,1-2 3 16,-2 4 0-16,-1 1-1 0,0 7-1 0,4-11 1 15,-4 11-10-15,1-4 3 0,-1 4 0 0,0 0 2 16,0 0 1-16,-3 25 4 0,-1-8 2 15,2 1 1-15,-1 7 0 0,0-6 2 0,-2 10 2 0,4-3 1 16,1 3 4-16,1-1 3 0,4-2 0 0,-4-1-2 16,-1-6 5-16,3 2 0 0,-1-3 1 0,1 0-3 15,-2-5 3-15,1-1-2 0,-1-1 0 0,0-2-2 16,-1-9 4-16,0 15-4 0,0-15 2 0,1 12 1 16,-1-12 3-16,0 0 0 0,-9 6-2 0,9-6-3 15,0 0 5-15,0 0 3 0,0 0-11 16,-17-17 8-16,17 17-12 0,-3-15-8 0,3 6-6 0,4-3 0 15,6-1-1-15,2-3 0 0,2 2-3 0,5-5-2 16,1-1 3-16,3 1-5 0,3 4 0 16,-2-3-1-16,0 4 3 0,-1-2-2 0,-5 5 2 0,-1-1-4 15,-2-1 5-15,2 3 0 0,-8 1 13 0,0 0-5 16,0 2 5-16,-3-2 5 0,-1 2 5 16,-1 3 10-16,-4-3 3 0,3 2 2 0,-3 5 1 0,1-9 1 15,-1 9 0-15,0 0-2 0,-8-7-1 0,8 7 0 16,-13 0-7-16,2 6 0 0,-6 1 3 0,-1 1 4 15,1 3-4-15,1 0 0 0,3 1-4 16,-1 1 3-16,4 0-3 0,0 0 0 0,1 2-11 0,4-2-21 16,4-3-36-16,-1 4-49 0,2-14-67 15,9 19-70-15,0-9-159 0,9 1-434 0,8-1 192 0</inkml:trace>
  <inkml:trace contextRef="#ctx0" brushRef="#br0" timeOffset="25702.36">17725 4160 2179 0,'-4'-12'38'0,"2"0"8"0,-1 1-9 0,2 3 11 0,-2 1-1 15,3 7 0-15,-3-12-14 0,3 12-2 0,-4-3-5 16,4 3 7-16,0 0 6 0,0 0 4 0,-18 17 4 16,10-6-3-16,0 3-3 0,2 1-1 15,0 2-4-15,2-2-3 0,1 2-2 0,3-5 0 16,0 5-6-16,2-5-2 0,3-1 0 0,2 2 1 15,0-5-3-15,2 1 4 0,0-1-7 0,2-1 4 16,1-1-3-16,2-1-1 0,-2-4 1 0,6 0 0 16,-5-2-1-16,-3-2-3 0,3 0 0 0,-1-2 0 15,-1-1-1-15,-2 0-3 0,-1-2 0 0,0 0-1 16,-1 0 0-16,-1-4-3 0,-2 3 2 0,-1-2-3 16,1 1-4-16,-3 2 4 0,0 2-1 0,-1 6 1 15,4-12-6-15,-4 12-2 0,0-7-3 0,0 7-1 0,0 0-5 16,1-6 5-16,-1 6-5 0,0 0 13 15,0 0-10-15,0 0 1 0,0 0-3 0,9 23 8 16,-6-18-3-16,1 2 4 0,3 1-1 0,1-2 1 16,1 0-2-16,1 0 4 0,1-2 1 0,2 0 1 15,4 0 0-15,1-2 0 0,-1-2 9 0,1 0-7 16,-1-4-3-16,-5 1 5 0,1-1 13 0,-1-4 4 0,-3 1 5 16,0-3 6-16,-1-1 5 0,0-3-3 15,-3 0 0-15,-1-3 3 0,-3 2-6 0,-2-2-7 16,-2-2-5-16,1 1 1 0,-2 3-6 0,0 4-2 15,-1 0-5-15,-2 1-9 0,1 0-18 0,-2 1-26 16,-1 2-41-16,-2 1-44 0,-5 4-40 16,1 2-41-16,2 0-33 0,-2 1-42 0,2 3-143 0,3-1-464 15,2 1 206-15</inkml:trace>
  <inkml:trace contextRef="#ctx0" brushRef="#br0" timeOffset="25882.55">18206 4051 263 0,'6'-2'260'0,"-6"2"-7"0,11-4-4 15,-11 4 0-15,8-3-14 0,-8 3-16 0,7-2-15 16,-7 2-19-16,0 0-21 0,0 0-20 0,0 0-16 16,0 0-9-16,11 10-14 0,-10-1-9 0,2 2-6 15,-4 2-11-15,3 4-9 0,-1 0 2 0,-2 0-16 16,2 2-12-16,2 0-23 0,-2-2-44 0,1 1-40 16,-1-1-42-16,3-2-61 0,1-3-40 0,-1 0-58 15,1-3-149-15,-1-3-448 0,2-1 198 0</inkml:trace>
  <inkml:trace contextRef="#ctx0" brushRef="#br0" timeOffset="26032.03">18220 3941 1708 0,'-16'-27'89'0,"6"11"-41"0,-4 0-29 16,5 3-11-16,1 3-5 0,1-1-4 0,1 5-10 15,0 1-29-15,6 5-28 0,0 0-16 0,-6-3-14 16,6 3-20-16,0 0-27 0,2 22-74 0,-2-22-237 15,18 23 106-15</inkml:trace>
  <inkml:trace contextRef="#ctx0" brushRef="#br0" timeOffset="26426.44">18670 4021 132 0,'0'0'215'0,"2"-4"-12"0,-2 4-8 15,0 0-6-15,0 0-8 0,0 0-12 0,-17-11-8 16,17 11-2-16,-17 4-15 0,5 0-7 0,-4 3-15 15,3 2-12-15,-4 1-8 0,4 2-1 16,-6 6-18-16,5-5-7 0,3 2-7 0,0 1-4 16,4-1-12-16,-1-1-3 0,3-4-4 0,1 4-2 15,4-3-4-15,0 0-7 0,4 0-4 0,2-2 3 0,2-1-5 16,1-2-7-16,4-1-6 0,-2-1-12 0,2-2-1 16,6-2-6-16,-1-3 1 0,-5-1-4 0,3-2 2 15,-4 0-2-15,2-3 3 0,-1-4 1 0,-2 1 2 16,1-5-4-16,-5 1 2 0,0-1 2 15,-1-13-5-15,-1 4 3 0,-2 1 0 0,-1-1 3 16,2 1 1-16,0-1 5 0,-4-1 12 0,1 0-9 0,-2-1 5 16,-2 4 11-16,5 7 16 0,-4 4 20 0,4 3 8 15,-2 0 8-15,0 4-19 0,0 6-4 0,-2-10-10 16,2 10-8-16,0 0-5 0,0 0-5 16,0 0 1-16,0 0-6 0,-10 33 0 0,7-10-1 15,-1 7 6-15,0-2-9 0,-1 1 1 0,2 0-2 16,-1 0-4-16,2 1 0 0,-2-3-13 0,8 1-43 0,-3-1-47 15,3-7-56-15,0-2-64 0,2-3-70 16,-1-4-200-16,2 0-521 0,3-5 231 0</inkml:trace>
  <inkml:trace contextRef="#ctx0" brushRef="#br0" timeOffset="26649.49">18961 3896 163 0,'1'-7'311'0,"0"1"-8"15,1 0-17-15,-2 6-32 0,2-8-21 16,-2 8-23-16,0 0-28 0,0 0-7 0,0 0-21 16,0 0-18-16,3 22-8 0,-3-3-8 0,2 7-5 15,-2 1-16-15,2-2-3 0,0 3-14 0,1 1-5 16,-2-1-9-16,1-3-5 0,-1 1-6 0,0-2 0 16,-1-3-8-16,1-3-11 0,2-2-34 0,-2 1-43 15,0-6-46-15,-2 1-50 0,1-12-51 0,3 16-39 16,-3-12-44-16,-7 1-152 0,7-5-454 0,0 0 201 15</inkml:trace>
  <inkml:trace contextRef="#ctx0" brushRef="#br0" timeOffset="27068.35">18970 4079 33 0,'5'-10'158'0,"2"0"-10"0,4-4-9 0,0 2-11 16,-2 4 1-16,1 1-1 0,1-1 0 0,-1 2-4 15,0-1-3-15,-2 1 0 0,2 0-6 0,-1-2-6 16,-1 0-3-16,-1 2 2 0,1-1 4 0,0 0-4 15,-2 1-4-15,-1 1 4 0,2-3 5 0,-3 3-10 16,-2 0-5-16,2-1-10 0,-4 6-6 16,7-11 1-16,-3 6-5 0,-4 5-6 0,4-6-8 0,-4 6-3 15,4-4-15-15,-4 4-3 0,0 0-11 0,0 0 2 16,0 0-3-16,5 18-5 0,-3-7-2 0,0 6 2 16,-1 2-9-16,2 1 2 0,-6 4-2 0,2-4 1 15,1 0 1-15,-1-1-1 0,-2 0 4 0,2-2-6 16,1-2-2-16,-1-3-3 0,-1-3-2 0,1-1-1 15,1-8 3-15,0 12 0 0,-1-7 0 0,1-5-2 16,0 0 4-16,0 10-3 0,0-10 7 0,0 0-3 16,0 0 0-16,0 0 0 0,0 0-5 0,0 0 1 15,20-11-1-15,-11 5 3 0,1 0-10 0,2 0 3 16,-2 3-4-16,0 0 3 0,0-1-3 16,-2 3 0-16,-1-1-8 0,-7 2 6 0,12 3-3 0,-12-3 4 15,12 5 0-15,-7 0-3 0,1 2 0 0,-2 2 1 16,3 0-3-16,-5-2 1 0,-1 2 4 0,2 0-1 15,0 0-21-15,-3 1-24 0,1-3-32 0,-1-7-36 16,0 0-47-16,-1 18-49 0,1-12-53 0,0-6-200 16,0 0-500-16,-11 5 221 0</inkml:trace>
  <inkml:trace contextRef="#ctx0" brushRef="#br0" timeOffset="27286.62">19503 3755 219 0,'5'-6'277'0,"3"3"-27"0,3 3-16 0,-1 1-18 15,8 7-24-15,-2 3-15 0,5 8-10 0,1 3-13 0,-2 7-14 16,4 12-3-16,-4 5-6 0,-2 4-9 0,-5-3-12 16,-2 3 2-16,-3 0-16 0,-7 2-4 15,-5-3-18-15,-2-2-7 0,-1-11-4 0,0-3-30 0,-6-4-51 16,-1 0-48-16,-6-3-60 0,-4 0-72 15,-4-3-245-15,-7-8-479 0,-15 1 212 0</inkml:trace>
  <inkml:trace contextRef="#ctx0" brushRef="#br0" timeOffset="29636.78">20182 3988 168 0,'0'0'200'0,"0"-9"-11"15,0 9-19-15,1-9-21 0,-1 9-20 0,0 0-11 16,0 0-11-16,0 0-3 0,0 0-10 0,0 0-5 16,0 0-7-16,10 31-3 0,-6-19-6 0,1 2-8 15,1 1-12-15,1 2 5 0,0-2-7 0,2 0-5 16,3-3-7-16,-1 1 0 0,-2-4-6 0,5 1 3 15,-2-5-7-15,-3 0 1 0,2 2-5 0,1-4 1 16,-1-1 1-16,-3-1-3 0,0 0 0 0,-8-1-4 16,12-1 3-16,-12 1 2 0,9-4-6 0,-5-1 1 15,0-1-1-15,-2-4-4 0,2-1 2 0,1 0-6 16,-2-2-3-16,-2 0 1 0,-1 1-3 0,0 0-1 16,0 2 7-16,2 0 2 0,-2 3-4 0,0 7 2 15,-2-11-9-15,2 11-2 0,0 0-7 0,0 0 5 16,0 0 2-16,0 0 1 0,0 0-5 0,0 0 3 15,19 19 5-15,-11-6 2 0,2 0-2 0,3 2 6 16,1-1-7-16,5 3 8 0,-4-5-5 0,2-2-1 16,0 2 0-16,2-5 5 0,1 0-3 0,0-2 3 15,1 0-3-15,-1-4-1 0,-1 1 5 0,0-4-3 16,-6 0-2-16,3-4 1 0,-4 0 3 0,1 2-3 16,-4-3-5-16,-2-1-8 0,-2-1 0 0,-1-3-7 15,-1-5-8-15,-3 0 0 0,-3 2 3 0,-3-4 0 16,-1 0 0-16,-3-2 4 0,-4-3 1 0,5 9-3 15,0 1 3-15,0 4 3 0,3 1 1 0,0 2 1 16,0 1 0-16,4 2-4 0,2 4 1 0,-8-7-2 16,8 7-2-16,-5-6-1 0,5 6-1 0,0 0 5 15,0 0 3-15,0 0-4 0,0 0 4 0,0 0 6 16,21 14-3-16,-10-10 5 0,3-1-4 16,4 1 1-16,10-2-3 0,-7-3 4 0,-1 0 0 0,1 1-4 15,0-2 6-15,-2 0-1 0,-6-1 3 0,-3 1-3 16,3-2 3-16,-3 0 2 0,-1-1-1 0,-1 1-2 15,-3-1 9-15,1 2 10 0,-6 3 8 0,8-5 0 16,-8 5 0-16,8-4-3 0,-8 4-8 0,5-1-6 16,-5 1-2-16,0 0 2 0,0 0-8 0,0 0 3 15,6 15-1-15,-6-9-1 0,0 5-1 0,2 5 4 16,-1 1-1-16,-1 0 0 0,0 1-13 0,-1-1-17 16,2 1-17-16,-1 1-29 0,1-1-33 0,0 0-46 15,-2-7-47-15,-3 5-149 0,3-4-374 0,-4-2 166 16</inkml:trace>
  <inkml:trace contextRef="#ctx0" brushRef="#br0" timeOffset="30000.64">21091 3730 141 0,'0'0'212'0,"4"-6"-28"0,-4 6-19 15,0 0-22-15,0 0-12 0,0 0-23 0,0 0 0 0,0 0 13 16,11 33 4-16,-1-9-14 0,-9 1-5 16,3 3-6-16,2 4-8 0,1-2-8 0,-6-1-10 15,0 1-4-15,2 0-6 0,-2 0-7 0,3-2-6 16,-3-1-4-16,0-2-20 0,3-1-23 0,-1-6-37 16,-3 0-37-16,1-1-54 0,-1-6-58 0,1-1-138 15,-1-10-345-15,0 14 152 0</inkml:trace>
  <inkml:trace contextRef="#ctx0" brushRef="#br0" timeOffset="30404.31">21171 3938 113 0,'8'-11'137'0,"0"4"-13"16,0-3-14-16,2 2 0 0,0 1-2 0,-1-1 0 15,0 2-9-15,1-3-17 0,1 2 7 0,-4-1 6 16,1 4-3-16,-2-3 5 0,0 2-5 0,-3 0-2 15,3 2 3-15,-6 3-2 0,8-8-5 0,-8 8-8 16,4-4-10-16,-4 4-8 0,0 0-12 0,0 0-5 16,0 0-5-16,0 0-7 0,0 0-3 15,7 17-6-15,-6-2 1 0,-2 5 0 0,2 8-1 0,-1-4-4 16,-1 2 1-16,1-2 0 0,0 3-2 0,-2-8-3 16,-2 1-1-16,6-2 2 0,-2-2-5 0,0 1-4 15,2-5 4-15,-2-2-4 0,2-4 4 0,-2 1-3 16,0-7 6-16,2 9-4 0,-2-9 2 0,1 7-1 15,-1-7 6-15,0 0-3 0,0 0-1 0,0 0-1 16,0 0-1-16,0 0-4 0,21-16-4 0,-13 4 2 16,1 2-1-16,2 0-3 0,1-3 3 0,-3 5-2 15,2 0 0-15,-2 1-6 0,1 3 2 0,2 0-3 16,-2 2-2-16,0-1 0 0,2 4 5 0,-3 1-2 16,2 2 2-16,0 2-4 0,-1 3 8 0,-3-1-3 15,5 4-14-15,-2 1-22 0,-1 0-37 0,-3 2-30 16,3-6-46-16,-1 5-45 0,-3-2-131 0,0-3-353 15,1 0 156-15</inkml:trace>
  <inkml:trace contextRef="#ctx0" brushRef="#br0" timeOffset="30612.76">21854 3913 211 0,'2'-7'237'0,"1"-1"-20"0,-3 8-24 15,3-9-25-15,-2 4-24 0,-1 5-14 0,0 0-11 16,0 0 1-16,5 18-15 0,-2-6-4 0,1 4-11 16,0 3-4-16,-1 5-6 0,1-4-9 0,1 5-4 15,2 2-10-15,-6-1 0 0,3-1-21 16,0-6-28-16,-2 0-42 0,2-1-65 0,-1-3-60 0,-2-3-176 16,-1 0-362-16,-1-2 161 0</inkml:trace>
  <inkml:trace contextRef="#ctx0" brushRef="#br0" timeOffset="30985.87">22070 4107 3 0,'7'-12'216'0,"-7"12"-16"0,1-12-17 0,0 3-16 15,1-3-11-15,0 1-14 0,1 1-7 0,1-1-9 16,1-2-14-16,3-2-12 0,0 1-8 0,4 3-12 15,-2 0-8-15,0 6-9 0,1-3-10 0,2 4-5 0,-1 1-6 16,2 4-2-16,-2 5-10 0,0-3-1 0,0 6-4 16,1 1 5-16,-6 0-11 0,3 4 4 15,-3 3-5-15,-2 2-1 0,0 1-3 0,-4-1-25 16,-1 5-34-16,0-5-45 0,2-2-47 0,-4-1-189 16,-3 0-352-16,3-4 156 0</inkml:trace>
  <inkml:trace contextRef="#ctx0" brushRef="#br0" timeOffset="31717.89">22566 3873 127 0,'1'-8'213'15,"-1"8"-24"-15,0 0-17 0,0 0-11 0,0 0 0 16,0 0-8-16,-24 23-3 0,15-9-9 0,-2 4-2 15,2 5-15-15,1 0-2 0,3 0-9 0,0-3-13 16,1 1-9-16,5-2-6 0,1-2-8 0,1 2-7 16,2 1-4-16,2-4-6 0,2 1-1 0,2-2-8 15,1-2-1-15,1-2-4 0,3-1-4 0,1-2-5 16,1-1-1-16,1-1-2 0,-6-4-4 0,1 1-2 16,-1-2-3-16,-2 0 2 0,2-2-2 0,-3-2-3 15,-1 0-6-15,1-3-9 0,-3 0-4 0,2-3-5 16,-2-1-7-16,1-2-7 0,-3-3-2 0,-1-4-16 15,0 0 2-15,-4 0-3 0,1-8 3 0,0 11-1 16,-2-4 4-16,-2 4 8 0,1-1 3 0,-3 2 1 16,1 3 11-16,0 2 8 0,-1 1 0 0,3-1 1 15,-2 3-2-15,0 1 3 0,4 6-7 0,-5-8 3 16,5 8-3-16,-4-9 2 0,4 9-5 0,0 0-1 16,-2-5-5-16,2 5 3 0,0 0 5 0,0 0-3 15,0 0 5-15,0 0-1 0,27 1 2 0,-13 0 0 16,6 1 3-16,0-2 1 0,2 0-3 0,-2-2-3 15,0 1 1-15,0 1 3 0,-7 0-2 0,5 0-1 16,-7-1-2-16,-2 1 1 0,-1 0 0 0,-8 0-2 16,11 1-3-16,-3 1 7 0,-3 2 4 0,-1 2-7 15,0 0 2-15,-1 3 1 0,0 3 5 0,0-1 3 16,-2 1 3-16,0 4 2 0,0 1 1 0,1 1-3 16,-1-1 4-16,0-1-4 0,4 0 0 0,-1 2-1 15,3-4 3-15,-4-3 0 0,4 0-1 0,2 0 0 16,0-2 0-16,4 1 0 0,2-1-1 0,0-2 2 15,2-2-3-15,-3-2 2 0,0-1-2 0,3-2 1 16,-2-1 0-16,0-3 1 0,-1 1-3 0,-2-4-5 16,4-2 0-16,-2-3-1 0,0 0 0 0,-3-2-3 15,-2-3-2-15,1-1-4 0,-4-1 0 0,2-5 2 16,-4 6-4-16,0-1 8 0,-4 2 1 0,0 6 4 16,-2-2-1-16,1 3 5 0,0 1 0 0,1 9 4 15,-2-12-2-15,2 12-4 0,-5-7 1 0,5 7 4 16,0 0-10-16,-15 5-5 0,5 3 10 0,1 0-4 15,-4 5 1-15,0 2 3 0,3-2-7 0,0 4 5 16,2-2 1-16,2 1 1 0,1 0-3 0,1 1-6 16,4-2-20-16,1 0-19 0,2-2-32 0,-1-3-42 15,3 0-44-15,3-2-43 0,1 1-195 0,4-5-431 16,0-1 190-16</inkml:trace>
  <inkml:trace contextRef="#ctx0" brushRef="#br0" timeOffset="32373.26">23570 3906 160 0,'-4'-6'206'0,"0"1"-12"15,4 5-21-15,-13-6-4 0,4 6-7 0,-2 0-2 16,-5 9-17-16,0-2-7 0,-1 3-11 0,0 2-2 16,-3 7-8-16,6-6-10 0,1 1-11 0,4 0-9 15,0 4-11-15,4-2-2 0,0 0-7 0,5-1-5 16,0 1-6-16,0-5-5 0,4 2-8 0,0-4 1 15,3 2 0-15,2-4-5 0,1 1-3 0,1-2-3 16,-1-3-3-16,4 1 3 0,-3-2-6 16,1-2-1-16,-1-4 0 0,1 0-2 0,1 1-5 15,-2-4-3-15,-2-2 0 0,5 0 0 0,-6-2 1 0,5-1-7 16,-7 2 3-16,3-6-2 0,-3-1-1 0,1 1-1 16,-5 1-1-16,1 2-2 0,1-1 3 0,0 1-1 15,-4 4 0-15,1 2-2 0,0 0 4 16,-1 7-2-16,1-9-5 0,-1 9 0 0,4-7-5 15,-4 7-6-15,0 0 1 0,0 0 3 0,0 0-1 16,0 0 4-16,-2 30-3 0,2-20 4 0,0 3 2 0,0 0 2 16,2 2-1-16,1-3 1 0,-2 5-1 0,2-4 5 15,-2 0 1-15,2-3 2 0,2 1-3 0,1 0 4 16,0-2-1-16,1-1 5 0,2-2-1 16,2 0 2-16,2-4 2 0,-3 0-2 0,4 0-5 15,-1-4 5-15,5-2-7 0,-3-4 3 0,4 3 1 16,-2-4-1-16,-2-1-2 0,-2 0-1 0,0-4 0 0,-1 0-4 15,0-2 1-15,-3-1-6 0,0-1 7 0,3-6-3 16,-5 7-5-16,0-9 5 0,-2 7-3 16,0 2-1-16,1 3 0 0,-3 2-1 0,-2 2 5 15,0 5 0-15,1-5-2 0,-1 4 1 0,-1 6-8 16,0-10 1-16,0 10-3 0,0 0 0 0,0 0 1 0,0 0 0 16,0 0 7-16,-24 20-9 0,16-6 2 15,3-3 0-15,0 6 3 0,-1-1-2 0,0-2 0 16,4 4 2-16,2 1 0 0,1-2 2 0,3 0-1 15,1 0 6-15,1 1-5 0,-1-1-1 0,-1 1 2 16,5-2-2-16,3 0 3 0,-7 0 2 0,5 0-2 16,-5-6 9-16,5 3-11 0,-3-2 4 0,-3 0-2 0,0-2 0 15,-1-1 3-15,-3-1-8 0,2-1-12 16,-2-6-17-16,-5 11-34 0,-2-3-28 0,-1-3-38 16,-2-1-47-16,-1-3-36 0,-2 1-189 0,0 0-438 15,0-4 194-15</inkml:trace>
  <inkml:trace contextRef="#ctx0" brushRef="#br0" timeOffset="32638.45">24147 3910 151 0,'0'0'260'0,"5"-7"-1"16,-5 7 4-16,4-5-4 0,-4 5-10 0,0 0-15 15,5-9-22-15,-5 9-22 0,0 0-15 0,0 0-22 16,0 0-19-16,0 0-16 0,0 0-10 0,0 0-10 16,0 0-12-16,5 25-3 0,-6-12-8 0,0 3-7 15,-2 1-5-15,1 1-7 0,0-1-7 0,-1 2-7 16,0-1-1-16,0 0-1 0,1 1-4 0,-1-1-15 16,-2-3-30-16,1 2-28 0,-1 0-43 0,1-1-54 15,-1-5-86-15,1-1-77 0,-3 4-161 0,-5-5-496 16,5-2 219-16</inkml:trace>
  <inkml:trace contextRef="#ctx0" brushRef="#br0" timeOffset="33047.18">24374 4076 111 0,'0'0'219'0,"3"-10"-20"0,-3 10 2 0,1-11 4 16,2 3-11-16,-4-1-13 0,3-4-16 16,5 3-14-16,-4-1-15 0,1 0-15 0,10 0-12 0,-7 2-13 15,2 1-9-15,1 2-13 0,7-2-5 0,-6 3-8 16,0 5-8-16,8-2-10 0,-6 4-4 16,0 1-2-16,0 3-6 0,2 5-3 0,1 0 0 0,-6-1-7 15,0 4-2-15,-1 0 2 0,-4 3-1 0,2-2-3 16,-2 2-15-16,-3-2-26 0,1 1-31 15,-4-4-41-15,2-2-52 0,0 1-39 0,-1-11-185 16,-1 17-402-16,1-17 178 0</inkml:trace>
  <inkml:trace contextRef="#ctx0" brushRef="#br0" timeOffset="33572.71">24902 3910 98 0,'-5'-7'211'0,"1"0"-14"0,-3 4-11 0,-1 1-14 16,8 2-3-16,-23 4-16 0,12 1-8 0,-5 3-1 16,1 1-20-16,0 1-9 0,2-1-13 0,1 2-7 15,5 1-13-15,4-2-6 0,-3-1-10 0,2 0-2 16,3 1 2-16,-1 0-11 0,2-1-7 0,2-2-4 16,0 0 0-16,2-2-4 0,1 0-4 0,-5-5-3 0,7 7-2 15,-4-4 2-15,-3-3-5 0,0 0 0 0,9 1-3 16,-9-1-2-16,0 0-2 0,10-10-1 15,-7 6-1-15,-3 4 9 0,8-10 4 0,-6 4 4 16,2 1 6-16,-4 5 9 0,4-9-1 0,-4 9-4 16,2-6-4-16,-2 6-7 0,4-5-9 0,-4 5-8 0,0 0-2 15,0 0-3-15,0 0-1 0,0 0 0 16,12 18-4-16,-8-7 8 0,-2 14-9 0,3 3-1 0,-3 0 1 16,1 7 2-16,5 11 1 0,-4 1 3 15,0-1 6-15,1 1 9 0,-5-13 6 0,5 14 9 16,-3-12-4-16,1 10-10 0,1-10 8 0,-3 0 4 15,-2-1 3-15,5-1-10 0,-4-5 2 0,2 3-5 16,0-7 0-16,-2-5-6 0,-3-2 8 0,1-2-5 0,-3-2 5 16,-2-1-3-16,-3-5 0 0,0-4 1 15,-8 3 4-15,1-5-4 0,-2-3-5 0,-1-3-6 16,-6-2-1-16,0-3 0 0,1-2-4 0,2-4-1 16,2-2-4-16,0-2-11 0,3-5-4 0,1-3-14 15,3-4-7-15,9-4-4 0,-5 1-8 0,4-10-9 0,5 8-7 16,6-10-8-16,3-1-16 0,10 4-14 15,6 3-8-15,3 0-3 0,5 5-6 0,-4 10 1 16,16-8-14-16,-4 6-17 0,3-1-25 0,-10 10-28 16,17-3-48-16,-17 8-168 0,4-2-441 0,-4 3 195 15</inkml:trace>
  <inkml:trace contextRef="#ctx0" brushRef="#br0" timeOffset="34228.11">25535 4247 211 0,'9'-5'220'0,"-1"-3"-5"16,1 1-6-16,1-1-13 0,0-2-6 0,3-1 2 16,-5 2-8-16,3-5-9 0,-3 5-8 0,3-4-17 15,-2-2-10-15,0 1-15 0,-4-4-10 0,3 1-15 0,2-6-8 16,-5 3-11-16,-1 1-1 0,0-1-5 15,-2 2 1-15,-2 2-9 0,-2-1-2 0,2 5-3 16,0 1-6-16,-2 2-2 0,0 2-4 0,-1 0-10 16,1-1 0-16,2 8-5 0,-4-9 1 0,4 9-12 15,-5-9-4-15,5 9-6 0,-3-5 0 0,3 5-3 16,0 0-5-16,-3-7-1 0,3 7-3 0,0 0-1 0,0 0-1 16,0 0 1-16,0 0 1 0,0 0-2 15,0 0 2-15,0 0-1 0,16 0-2 0,-16 0-2 16,24 2-3-16,-6 1 2 0,-2-3-3 0,3 0 5 15,0 2 2-15,-2-2-6 0,1 0 0 0,-6-1 1 16,-3 2 1-16,0-1-3 0,-9 0-1 0,9 0-2 16,-9 0-7-16,12 3 5 0,-12-3 1 0,6 3-1 15,-1 1-2-15,-1 0 7 0,0 6-3 0,-4-4 1 16,2 8 0-16,-2-1 3 0,0 2-1 0,0 0 3 16,0 2-3-16,0-1 6 0,-2 1-1 0,4 0-1 15,0-1-1-15,-2 1 1 0,3-5-1 0,0-1 4 16,3 1 1-16,-4-2-4 0,3 0 2 0,3-3 2 15,0 1 1-15,1-2 1 0,0 0-1 0,4-1 4 16,0-2 0-16,0-2-2 0,1-1-1 0,2 0 6 16,-2-2 0-16,1 0-3 0,-1-1 2 0,-3-2-2 15,3-4-1-15,-1-2-2 0,-2 0 6 0,3-2-10 16,-5 0 5-16,3-1 2 0,-6-3-6 0,1 0-4 16,-1 1 0-16,-4-1-1 0,0 7 3 0,-2-2-1 15,-2 1-2-15,2 2 2 0,2 3-6 0,-2 6 4 16,-4-13-3-16,4 13 0 0,-4-9 0 0,4 9-4 15,-9-3 1-15,9 3-2 0,-20 8 3 0,9-1 1 16,-4 1 8-16,2 3-11 0,-1 1 1 0,3 0 3 16,1 3 3-16,4-4-3 0,0 5-11 0,2-4-24 15,4 1-29-15,4 2-28 0,0 0-33 0,4-6-64 16,3 3-51-16,2-1-169 0,5-1-452 16,-5-4 200-16</inkml:trace>
  <inkml:trace contextRef="#ctx0" brushRef="#br0" timeOffset="34547.15">26295 3951 239 0,'0'0'273'0,"0"0"-19"16,0-12-24-16,0 12-27 0,0 0-27 0,0 0-17 16,0 0-18-16,0 0-12 0,0 0-13 0,9 20-16 15,-5-10-7-15,-2 6-8 0,6 1-8 0,-4 2-7 16,1-2-6-16,1 2-9 0,1 3-3 0,-1-3-7 15,-1-3-2-15,2-1-1 0,-3-3-8 16,1-3 0-16,-1 0-5 0,-2-2 1 0,2-1-4 16,-4-1 4-16,0-5 18 0,4 7 30 0,-4-7 20 0,0 0 17 15,2 5-8-15,-2-5-8 0,0 0-8 0,0 0-12 16,11-15-4-16,-9 5-12 0,2-2-6 0,6-3-7 16,-1-1-2-16,-1-7-4 0,1 6-6 0,5-7-10 15,1-1-20-15,1-2-31 0,0 2 5 0,4 5-31 16,-3-1-27-16,0 2-25 0,-3 8-43 15,-5 2-41-15,4-2-58 0,-4 5-46 0,-4 4-183 0,-5 2-510 16,0 0 226-16</inkml:trace>
  <inkml:trace contextRef="#ctx0" brushRef="#br0" timeOffset="35664.21">26679 4115 125 0,'11'0'197'0,"-2"-3"4"0,0 1 2 0,5-2-9 0,-5-1-8 15,1-1-9-15,2-2-4 0,-3 0-14 0,0 0-10 16,1-3-9-16,-2 3-11 0,3-5-19 16,-7 2-7-16,4-3-15 0,-4 2 1 0,-2 2-3 15,3 0 0-15,-3-2-9 0,-2 5-1 0,-2-1-5 16,0-1-7-16,2 9-5 0,-7-13-11 0,3 8-1 16,-6 2-7-16,1-1-7 0,-5 4-4 0,-1 2-5 0,-5 2 6 15,2 2-11-15,-3 2-4 0,-1 0 3 0,4 2-5 16,2 1 0-16,-1 1-4 0,1 1-2 15,7-4 2-15,2 5 0 0,-2 1 0 0,4 1-2 16,1-1 3-16,4-1-2 0,0 1 0 0,4-1-4 16,3-2 11-16,5 0-6 0,1-1 8 0,1 0 0 15,3-1 0-15,2-3-6 0,8 2 1 0,-2 0 1 16,3-4 4-16,-1 0-6 0,-4-3 0 0,-1-1 2 16,6 0-3-16,-7-1 4 0,0-2-4 0,-3-5 0 15,0 2-1-15,0-2 1 0,-1-3-3 0,0-1 1 16,-5-1-4-16,2-2 2 0,-5-3-2 0,0 1-1 15,-1 0 0-15,-2-1 0 0,-2-2-4 0,-1 0-9 16,-4 2 6-16,1 0-6 0,-2-1 3 0,-2 6 1 0,-3-3-2 16,0 0-3-16,-2 6 1 0,-1-4 1 15,-2 4 3-15,3 2-3 0,0 0 4 0,-1 1 1 16,0 0-2-16,5 4 1 0,-3-2-3 0,8 4 3 16,-10-4 2-16,10 4-2 0,-4-6-1 0,4 6 0 15,0 0-3-15,-5-6 1 0,5 6 1 0,0 0 2 16,0 0 2-16,23-1-1 0,-6 1-1 0,4-1 2 15,0-1 0-15,-4 4 1 0,5-2 0 0,-9-2 4 16,2 2 0-16,-3-1 0 0,-2-1 2 0,-10 2-5 16,15-3 1-16,-8 3-2 0,-7 0 3 0,12 1-4 15,-12-1 2-15,9 0 0 0,-9 0-4 0,0 0-4 16,11 2 4-16,-11-2-1 0,2 5 3 0,1 2-1 16,1 1 8-16,-2 4-6 0,-1-2 2 0,1 7 2 15,-5 1 1-15,1-1 2 0,0 0-2 0,2 0 0 16,-2 0-1-16,2-5-4 0,2 4 0 0,-4-4 7 15,4-1-8-15,0 0 9 0,-2 0-1 0,3-1 1 16,1-3-1-16,0 1 2 0,1-3 1 0,1-2-1 16,1 0 5-16,0-2-5 0,1-1 1 0,-8 0-3 15,17-4 1-15,-8 1-1 0,-1-2-2 0,2 0 3 16,-1-4-4-16,2 3 2 0,-3-4-1 0,4-3 0 16,-1-2-2-16,-3 1-11 0,2-3 1 0,-1 1-5 15,-1 0-2-15,2-1-2 0,-3 0 2 0,1 3 2 16,-3 5 0-16,-1 0 6 0,-4-1 1 0,6 3-4 15,-4 2 0-15,-2 5 1 0,2-9-2 0,-2 9-3 16,0 0 1-16,0 0-6 0,-10-5 4 0,10 5 2 16,-17 9 0-16,8-1 8 0,-1 1-5 0,2 0 1 15,1 1-4-15,-2 5 3 0,4 1 2 0,1-3 2 16,2 5-3-16,2-3 3 0,2 3 2 0,2 0-1 16,1-1 1-16,4 2 1 0,0-2 2 0,0 0 0 15,2-1 2-15,-2-1 2 0,2-2-2 0,1 0 0 16,-1-2 5-16,0 1-5 0,-2-2-3 0,-6-5 0 15,-1 2-6-15,4-4-7 0,-6-3 5 0,5 6-6 16,-5-6 11-16,0 0-19 0,0 0-9 0,0 0-8 16,0 0 1-16,0 0-2 0,0 0 5 0,0 0-4 15,-20-13 10-15,20 13 0 0,-5-9 1 0,5 3 0 16,0 6 7-16,0-17 0 0,5 6 1 0,-1 1 1 16,3 1-6-16,0-8 5 0,6 5-2 0,1-2-1 15,2-1-1-15,5-2 10 0,4 0-1 0,0 3 0 16,-2 1 4-16,-5 2 0 0,-2 2 6 0,-3-1 6 15,3-1 9-15,-5 3 9 0,-3-2 18 0,2 4 7 16,-4-1-2-16,-1 1 0 0,-1-1 5 0,-1 2 7 16,-1 0 11-16,-2 5 2 0,4-11 1 0,-4 11-1 15,-2-9-7-15,2 9-10 0,0 0-6 0,-13-2-3 16,13 2-2-16,-27 5-2 0,9 3 1 0,2 1-4 16,-2 1 3-16,5 1-9 0,0-1 3 0,-1 2-8 15,5-2 1-15,2 2 6 0,4 2-31 0,1-3-35 16,4 0-33-16,6 6-48 0,3-3-66 0,7-2-60 15,4 6-208-15,7-5-490 0,5-4 217 0</inkml:trace>
  <inkml:trace contextRef="#ctx0" brushRef="#br0" timeOffset="36433.68">28588 3791 178 0,'-3'-6'222'0,"3"6"-27"0,-1-9-27 15,1 9-44-15,0 0-33 0,0 0-47 0,0 0-67 16,0 0-72-16,0 0-56 0,6 31-163 0,8-21 71 16</inkml:trace>
  <inkml:trace contextRef="#ctx0" brushRef="#br0" timeOffset="40946.15">28351 3963 11 0</inkml:trace>
  <inkml:trace contextRef="#ctx0" brushRef="#br0" timeOffset="44050.46">28563 3842 42 0,'0'0'215'0,"0"0"-16"16,-6-8-20-16,6 8-6 0,-7-1-16 0,7 1-13 15,-6-4-17-15,6 4-9 0,-14 0-8 0,4 2-8 16,0 3-9-16,-2-1-9 0,-3 2-3 0,-1 1-5 15,-4 4-5-15,5-1-4 0,-2 3-5 0,2 0 3 16,-1 0-9-16,2 1 3 0,1 1-14 16,2-4-5-16,4 1 2 0,-2 2-4 0,4 0-3 0,-1-2-4 15,3 0-3-15,1-1-2 0,2 0-4 0,2 1-11 16,4-1-15-16,0-2-2 0,3-1-18 0,7 1-14 16,-6-2-11-16,9 0-16 0,-1 0 0 0,1-4-6 15,-3-1 2-15,5-1-13 0,-3 1 13 0,0-2 0 16,0-2 9-16,1-1-6 0,-2-3 7 0,-2-2 10 15,-1 3 6-15,1-5 12 0,2 1 17 0,-3-2 8 16,-1 0 14-16,-3-2 16 0,-2 4 5 0,-1-3 23 16,0 4 4-16,-2-1 5 0,-1 3 6 0,-2 0 10 15,1 2 0-15,-3 4-5 0,6-6-7 0,-6 6-6 16,0 0-12-16,4-7-8 0,-4 7-4 0,0 0-2 16,0 0-2-16,0 0-1 0,0 0 2 0,-1 30 2 15,-2-18-5-15,3-1 1 0,3 6-2 0,-1 0-2 16,3-2-3-16,-1-4 8 0,4 4-9 0,3-1 0 15,1-3-2-15,2-2 0 0,4-1-5 0,1 0 4 16,-2-2-5-16,-1-2 0 0,2-1 6 0,-2-2-1 16,-4-2-5-16,1 0-3 0,0-4 1 0,-1 1-2 15,-1-1 3-15,-2-2-2 0,-3-1-3 0,4-8-4 16,-4 1-2-16,-1 0 1 0,-4-1-1 0,0 1-5 16,-3-3-4-16,-1 1-1 0,-2-2-4 0,-4 2-4 15,0 0-5-15,1 2 7 0,-2 3-15 0,1 1-5 16,-1 6-16-16,0-1-20 0,-4 2-21 0,0 3-2 15,-3 1-34-15,4 3-30 0,-5 1-26 0,7 2-170 16,-7 3-381-16,7-2 168 0</inkml:trace>
  <inkml:trace contextRef="#ctx0" brushRef="#br0" timeOffset="44283.42">29107 3752 145 0,'4'-9'270'0,"-2"4"-17"0,0-1 8 0,-2 6-29 16,6-8-25-16,-6 8-21 0,0 0-17 0,0 0-9 15,0 0-1-15,11 17-11 0,-8-6-15 0,-1 6-8 16,0 2-16-16,2 7-7 0,-3-7-9 0,1 7-7 16,1-1-8-16,-1-1-10 0,0 1-5 15,0-5-10-15,0 0-44 0,-1 5-34 0,0-8-49 16,0-2-46-16,1 2-43 0,-1-5-58 0,0-2-197 15,1-1-452-15,-2-2 199 0</inkml:trace>
  <inkml:trace contextRef="#ctx0" brushRef="#br0" timeOffset="44458.58">29316 3848 16 0,'5'-15'257'0,"1"2"0"0,-3 5-2 0,0-2-2 15,-1 4-12-15,-2 6-30 0,3-9-25 0,-3 9-24 0,1-6-19 16,-1 6-18-16,0 0-13 0,0 0-5 0,0 0-13 15,4 34-10-15,-5-15-3 0,1 7-10 0,0-1-5 16,-3 4-5-16,1-1-30 0,0 0-34 16,-3 0-42-16,3 1-51 0,-3-1-53 0,3-4-55 15,-1 2-182-15,-3-10-419 0,3 0 186 0</inkml:trace>
  <inkml:trace contextRef="#ctx0" brushRef="#br0" timeOffset="44688.14">29438 4123 214 0,'11'-12'211'0,"2"-1"-6"0,0 0-10 16,2-1-9-16,-2 0-1 0,0 2-6 0,1-3-13 16,-1 1-13-16,-1 0-8 0,-4 1-5 0,-2 3-12 15,1-1 8-15,0-4-9 0,-3 4-6 0,0 2-5 16,-3 3-9-16,3 0-11 0,-4 6-4 0,3-10-7 16,-3 10-12-16,0 0-8 0,0-6-12 0,0 6-9 15,0 0-3-15,0 0-4 0,-17 14-6 0,7-5-2 16,2 2-5-16,2 0-5 0,-3 5-22 0,3 0-16 15,2-1-23-15,2-3-15 0,2 0-24 0,0 1-25 16,4-1-41-16,3-1-46 0,7 0-46 0,2-1-181 16,1-3-454-16,12-1 201 0</inkml:trace>
  <inkml:trace contextRef="#ctx0" brushRef="#br0" timeOffset="44890.56">29999 3919 112 0,'-7'-17'223'0,"2"8"5"15,-2-1-14-15,-1 4-9 0,0 0-18 0,1 1-20 16,-6 3-17-16,5 2-14 0,-3 2-15 0,-3 1-12 16,-2 5-14-16,4-1-10 0,0 4-8 0,0 1-10 15,2 1-2-15,1 0-4 0,5 3-7 0,2-2-9 16,3 2 3-16,2 1-8 0,2 0-5 0,1-2-17 16,1 0-17-16,4-1-30 0,2-2-43 0,2-3-21 15,3-2-50-15,1-1-25 0,2-2-172 0,-2-3-368 16,1-2 163-16</inkml:trace>
  <inkml:trace contextRef="#ctx0" brushRef="#br0" timeOffset="45094.47">30233 3773 45 0,'3'-17'257'0,"0"1"11"0,-2 6 15 0,2 1-3 16,-2 2-18-16,0 0-25 0,-1 7-25 0,3-9-29 15,-3 9-7-15,0-7-38 0,0 7-14 16,0 0-12-16,0 0-9 0,0 25-6 0,0-1-10 0,0 7-1 15,-1 0-7-15,-1 0-7 0,1 0-5 0,0-3-8 16,0 0-5-16,2 2-7 0,-2-1 0 0,1-1-10 16,0-2-31-16,1-7-48 0,0 0-46 0,0-1-48 15,1-2-60-15,-2-4-67 0,-2 0-187 0,1-5-486 16,1-7 216-16</inkml:trace>
  <inkml:trace contextRef="#ctx0" brushRef="#br0" timeOffset="45409.65">30217 3928 105 0,'13'-1'173'0,"0"-3"-7"15,0 2-12-15,-1 1-18 0,3 2-5 16,4 2 3-16,-3 1-19 0,2 2-3 0,-6-1-12 16,0 2-1-16,-1 0-11 0,-2 3-5 0,-1-3 1 15,0 3 9-15,-3-1-6 0,1 0-7 0,0 0 1 0,-4-1-16 16,1-2-5-16,1 3-5 0,-2-2-6 15,-2-7-2-15,4 10-4 0,0-6-4 0,-1 1-1 16,-3-5-4-16,7 6 1 0,0-4 10 0,-7-2 13 16,7 4 11-16,-7-4 4 0,11-2 8 0,-11 2-6 15,12-4-3-15,-3-1-5 0,-1 0-3 0,0-5 7 16,-2 6 1-16,2-4-5 0,-4-2-11 0,2-1-15 16,-3 3 8-16,3-5-17 0,-2 4-11 0,-2-1-24 15,-2 0-30-15,-1 1-30 0,1 9-37 0,-8-18-41 16,1 13-47-16,-2-1-30 0,-2 6-50 0,-6 2-147 15,-4 0-448-15,3 1 198 0</inkml:trace>
  <inkml:trace contextRef="#ctx0" brushRef="#br0" timeOffset="45737.67">30580 4096 51 0,'12'-3'247'16,"0"-2"-6"-16,0-1 6 0,-3 0 1 0,1 0-18 15,0-1-15-15,-3-1-14 0,3-1-8 0,-2-2-19 16,-2 3-24-16,-1-4-6 0,-1-1-13 0,-1 0-16 16,-3 2-13-16,-2-6-7 0,0 5-8 0,-1 0-7 15,1 0-9-15,-2 0-12 0,1 1-6 0,1 5-2 16,-1-1-7-16,3 7-7 0,-4-10 0 0,4 10-7 16,-1-9-7-16,1 9-6 0,-5-6-9 0,5 6-5 15,0 0-6-15,0 0-6 0,0 0 11 0,0 0 0 16,23 0-5-16,-10 5 0 0,2-1 3 0,4 4-3 15,-2-1-1-15,1 1-6 0,-3-1 5 0,-3 0 1 16,-3 0-4-16,3 3 4 0,-2 0 0 16,-3-1 1-16,1 1 1 0,-3 0-1 0,2 2 0 0,-3 3 3 15,0-4-1-15,0 5 4 0,-3-1-17 0,0-3-38 16,1-2-34-16,-2 2-48 0,0-3-91 0,0 2-243 16,1-4-507-16,-1-7 224 0</inkml:trace>
  <inkml:trace contextRef="#ctx0" brushRef="#br0" timeOffset="46090.53">31296 3905 208 0,'3'-4'276'0,"-3"4"-31"0,7-8-28 15,-7 8-26-15,4-4-20 0,-4 4-20 0,0 0-16 16,10 12-9-16,-6-4-13 0,3 3-9 0,-1 6-9 15,1 1-4-15,0 1 0 0,-2 0-12 0,2 1-6 16,1-1-5-16,-1-1-7 0,2 7-3 0,-3-11-6 0,2 2-2 16,-2-7-5-16,-1 2-1 0,-1-2-3 15,-1-3 8-15,1-1 16 0,-4-5 14 0,0 0 29 16,7 8 15-16,-7-8 21 0,0 0 19 0,0 0-4 16,0 0-12-16,14-3-9 0,-14 3-21 0,13-14-2 15,0 2-12-15,-7 2-2 0,3-6-12 0,0 1-10 16,0-2-9-16,0-2-3 0,4-3-7 0,-3-2-7 15,2 1-16-15,-1-2-16 0,-5 9-17 0,3-1-21 16,-2 2-21-16,-1 3-38 0,-1 3-29 0,-1 0-39 16,-1 1-33-16,-3 8-40 0,5-8-52 0,-5 8-33 15,0 0-7-15,2-3 0 0,-2 3-177 0,0 0-526 0,0 0 233 16</inkml:trace>
  <inkml:trace contextRef="#ctx0" brushRef="#br0" timeOffset="46334.41">31661 4028 4 0,'6'7'122'15,"-2"-1"22"-15,-1 2 4 0,4 0-4 0,-2-1 5 16,0-1-10-16,-1-1-10 0,1-1-8 0,-1 2 2 16,1-3-4-16,-5-3-5 0,9 7-2 0,-3-4-3 15,-1-1-4-15,4-1-3 0,-9-1 0 0,17 0-2 16,-7-1-5-16,-2-1-10 0,2-1 0 0,-1 0 12 16,0-2-2-16,-2-1-6 0,1 0-6 0,0 0-4 15,-4 0-2-15,2-4-4 0,-2 0-11 0,0 2-3 16,-2-3-10-16,-2 2-9 0,0 1-1 0,0 8-9 15,2-11-1-15,-2 11-15 0,-4-13-7 0,0 8-24 16,-4 2-9-16,-5 2-17 0,-1 0-13 0,-4 2-23 16,-2 3-29-16,2-2-35 0,-1 5-62 0,2 1-48 15,-3-1-138-15,7-2-423 0,2 1 187 0</inkml:trace>
  <inkml:trace contextRef="#ctx0" brushRef="#br0" timeOffset="46598.45">32091 3850 79 0,'5'-9'300'0,"-4"2"-4"16,2 3-9-16,1-1-19 0,-4 5-18 0,6-6-28 16,-6 6-23-16,4-5-21 0,-4 5-21 0,0 0-18 15,0 0-20-15,0 0-10 0,0 0-12 0,4 15-8 16,-3-2-10-16,0-2-6 0,-1 8-7 0,0-2-11 15,0 2 5-15,0 0-14 0,2 1-1 0,-5-1-8 16,3 4 4-16,-3 4-1 0,5-6-9 0,-2-3-1 16,0 1-7-16,0-2-26 0,0-2-38 0,0-4-49 15,0 3-42-15,-3-4-44 0,3-3-58 16,-1-2-223-16,1-5-495 0,0 0 220 0</inkml:trace>
  <inkml:trace contextRef="#ctx0" brushRef="#br0" timeOffset="46812.56">32344 3871 93 0,'3'-4'239'15,"0"1"-20"-15,-3 3-19 0,4-7-24 0,-4 7-19 0,0 0-17 16,0 0-9-16,0 0 5 0,5 17-3 0,-9-2 0 16,-1 2-12-16,0 7-7 0,0 1-4 0,-3-2-5 15,7-3-7-15,-5 5-13 0,-2 1-6 0,3-1-7 16,0-7-7-16,4 2-8 0,-3-1-1 15,2-2-24-15,4 0-33 0,-7 0-32 0,1-6-37 16,0 1-38-16,2-3-47 0,0-3-40 0,2-6-171 0,-4 10-395 16,4-10 176-16</inkml:trace>
  <inkml:trace contextRef="#ctx0" brushRef="#br0" timeOffset="47883.94">32267 4033 38 0,'12'-1'136'0,"6"-1"-5"0,1-1-5 0,4 1-5 16,4 0-1-16,-7 2-10 0,9 1-5 16,-8 0-12-16,-1-1 2 0,-3 2-5 0,-2-2 0 15,-6-2 1-15,3 1 17 0,-12 1 6 0,13 1 14 16,-13-1-1-16,7-1 3 0,-7 1-4 0,0 0-4 16,0 0-15-16,10 0-5 0,-10 0-15 0,0 0-5 15,0 0-11-15,0 0-11 0,0 0-11 0,0 9-1 16,0-9-9-16,-8 10-1 0,1-4-4 0,2 2-4 15,0-1-2-15,0 3-6 0,-2-2-2 0,4 2 0 16,-1-2-2-16,0-2-3 0,3 0 2 0,-1 1-5 16,2-7 2-16,3 14 2 0,-1-9-2 0,1 2 0 15,1-2 0-15,-4-5 1 0,11 7-4 0,-3-2 10 16,-2-4-11-16,1 1 4 0,0-1-2 16,-7-1 2-16,12-1-4 0,-2-2-1 0,-2-2 1 0,-2 1-1 15,3-1 1-15,-4 0-2 0,4-4-5 0,0 2 2 16,-1-3 1-16,0 2-5 0,-2-3 1 0,-1 6 4 15,1-3-4-15,-2 4-1 0,0-1 1 0,-4 5-4 16,5-6 26-16,-5 6-6 0,5-4-3 0,-5 4-7 16,0 0-3-16,0 0 1 0,0 0-3 0,0 0 2 15,8 13 0-15,-8-13 2 0,2 13-11 16,0-7 11-16,-1 1 1 0,2 0-3 0,-3-7 0 0,5 11 3 16,-5-11-2-16,0 0 4 0,0 0-3 0,0 0 2 15,44 24 1-15,-44-24 3 0,0 0-3 0,37 3-9 16,-37-3 13-16,0 0-1 0,0 0 1 15,0 0-2-15,58-16 9 0,-58 16 0 0,0 0 10 0,23-15 3 16,-23 15-3-16,0 0 3 0,19-24-5 0,-19 24-2 16,0 0-5-16,14-29-2 0,-14 29-10 15,0 0 8-15,0 0-12 0,9-27 6 0,-9 27-2 0,0 0-6 16,0 0-2-16,0 0-6 0,0 0-3 0,0 0 3 16,0 0-2-16,0 0 5 0,0 0-5 0,0 0-2 15,-75 6 5-15,75-6-16 0,-26 8-5 0,26-8 11 16,-19 10-1-16,11-4-17 0,8-6 0 0,-12 9-5 15,12-9-3-15,0 0 2 0,0 0 0 0,0 0-10 16,0 0 13-16,0 0 1 0,0 0 3 16,0 0 5-16,0 0-1 0,0 0 3 0,43 37 4 15,-43-37 2-15,0 0 3 0,0 0 0 0,0 0 1 0,0 0 5 16,46-4-2-16,-46 4 10 0,0 0 8 16,0 0 5-16,0 0-1 0,0 0-1 0,0 0-6 0,0 0 1 15,0 0-7-15,0 0-2 0,0 0-2 0,0 0-2 16,0 0 3-16,40 4-3 0,-40-4 3 15,5 30-9-15,-5-30 14 0,1 46 1 0,0-16 4 16,-1-30 8-16,-2 62 0 0,-1-27 4 0,2-2 4 16,1 1 7-16,-2 0-2 0,0 12 3 0,1-1 1 0,-2-12 3 15,0 1-1-15,0-2 2 0,3-32-1 16,-5 61-3-16,0-36-5 0,5-25-2 0,-10 45-3 0,10-45 1 16,-12 32-3-16,12-32 0 0,-13 19 6 15,13-19-4-15,0 0 4 0,-32 18 1 0,20-17-2 16,-6 0-1-16,1-4-3 0,-1-2 6 0,1 0-8 15,1-5 2-15,0-3 0 0,3-1-6 0,-3-6 0 16,3-3-19-16,8 6 4 0,1-8-13 0,6 0-2 16,3-8-6-16,6 4-8 0,5-1-5 0,14-9 1 15,4 2-2-15,5 2-4 0,5 1 1 0,-2 2-7 16,1 1 8-16,-2 1-3 0,1 5 7 0,-11 2 0 16,11-6 3-16,-15 8 3 0,0-2 5 0,-2 2 2 15,-2-3-1-15,-2 3 0 0,-6 1 11 0,-15 20 12 16,19-26 9-16,-19 26 5 0,0 0-16 0,15-31 18 15,-15 31 5-15,0 0-6 0,0 0 5 0,7-25-11 16,-7 25 3-16,0 0-6 0,0 0 4 0,0 0-5 16,0 0 4-16,0 0-6 0,0 0-3 0,0 0 1 15,0 0-2-15,0 0 6 0,-71 56-1 0,71-56-4 16,-11 26-20-16,11-26-24 0,0 0-30 0,2 43-38 16,-2-43-45-16,0 0-54 0,42 45-61 0,-22-28-187 15,-1-6-495-15,-19-11 219 0</inkml:trace>
  <inkml:trace contextRef="#ctx0" brushRef="#br0" timeOffset="48009.9">33488 4332 230 0,'0'0'233'0,"0"0"-30"0,0 0-28 0,0 0-31 16,0 0-30-16,0 0-50 0,0 0-67 0,0 0-85 15,0 0-91-15,0 0-194 0,0 0 87 16</inkml:trace>
  <inkml:trace contextRef="#ctx0" brushRef="#br0" timeOffset="50638.25">3699 5240 126 0,'0'0'242'0,"0"-11"-3"16,0 11-5-16,-2-11-20 0,-2 4-18 0,4 7-9 0,-8-10-12 15,2 4-18-15,0 0-8 0,-2-1-15 16,-1 3-11-16,-3 0-15 0,3 0-13 0,-2 4-11 0,-3 2-5 16,1 0-11-16,-3 4-6 0,-3 3-11 15,2 1-1-15,1 2-9 0,1 0 1 0,-2 7-6 16,5-4-1-16,-3 5-6 0,5-4-3 0,3 1-4 15,-1 1 2-15,5-1-2 0,3-2-3 0,0 1-4 0,4 0-2 16,1 0 1-16,-1-6-5 0,4 0 16 16,2 0-20-16,-1-1-2 0,3-1 5 0,3 0-7 15,-4-3 2-15,2-1-1 0,0-2-2 0,1-1 0 16,-2-1 3-16,2-2-6 0,-2-1 7 0,0-1 3 16,-1-1-7-16,0-1 2 0,-1-3 0 0,-4 0-3 15,2-3 4-15,-2-4-3 0,1 0 3 0,-5 1-3 0,3-3 1 16,-2 4 1-16,-1 2 4 0,0-1-3 15,-2 3 7-15,0 1 8 0,0 2-2 0,0 7-3 16,1-12 1-16,-1 12-4 0,0-8-4 0,0 8-7 16,0 0 0-16,0 0-1 0,0 0 1 0,0 0 2 15,0 0 1-15,0 0-1 0,0 0 2 0,6 34-2 16,-4-22 1-16,0 3-1 0,1 0-12 0,-1-2-11 16,2 4-18-16,-1-5-27 0,-1 1-30 0,3 2-45 15,-1 1-45-15,-1-4-33 0,-1 3-198 0,-2-2-452 16,2-3 199-16</inkml:trace>
  <inkml:trace contextRef="#ctx0" brushRef="#br0" timeOffset="50866.18">3938 5205 143 0,'0'0'169'0,"0"0"-13"0,12-1 8 15,-12 1 1-15,11 14 2 0,-6-3-7 0,2 7-17 16,-3 1-5-16,1 8 1 0,-1 1-11 0,2 2-13 16,-5 3-8-16,-2-3-9 0,1 0-13 0,-5 1-5 15,1-1-6-15,-2-2-20 0,2-2-24 0,-5-3-27 16,-3 0-32-16,1 0-49 0,1-8-51 0,-3-1-53 16,0 1-135-16,-5-3-344 0,1-3 153 0</inkml:trace>
  <inkml:trace contextRef="#ctx0" brushRef="#br0" timeOffset="51075.45">3335 5227 1975 0,'-8'-14'28'0,"1"0"11"0,2 6-24 0,-2 2-10 0,1 6-4 15,6 0 3-15,-24 14 5 0,15 2 9 16,-2 7 8-16,0 5 4 0,3 8 5 0,7-4-2 0,-4 16 1 15,2-15-8-15,6 1 2 0,5-1-2 0,7-1 4 16,0-1-8-16,8-2-17 0,1-1-49 16,4-3-62-16,17-1-59 0,-11-5-181 0,1-5-374 15,16 1 165-15</inkml:trace>
  <inkml:trace contextRef="#ctx0" brushRef="#br0" timeOffset="53024.35">6152 5319 86 0,'-2'-10'252'0,"2"3"-19"16,-1-2-10-16,1 9-8 0,-1-12-20 0,1 12-4 15,0-10-7-15,0 10-9 0,-1-8-22 16,1 8-18-16,0 0-21 0,-2-9-12 0,2 9-12 16,0 0-17-16,0 0-8 0,0 0-8 0,0 0-5 0,0 0-3 15,0 0-8-15,3 37-3 0,-1-18-2 0,0 5-4 16,-2 7 1-16,0-7-5 0,0 7 2 16,0-5-8-16,-2 1-1 0,2 1 1 0,-1-2-5 15,0-1 1-15,1 0-5 0,-3 2 0 0,3-3-3 16,-3-4 4-16,3-1-2 0,-2 0 5 0,1 0-10 0,0-2-1 15,1-3 2-15,-1-4-2 0,1 1-4 16,-2-1 3-16,2 0 0 0,-1-4 3 0,1-6 2 16,-1 12-1-16,1-12-1 0,0 7-1 0,0-7 1 15,0 0 0-15,1 11 5 0,-1-11-2 0,0 0 3 16,0 0 5-16,0 0-5 0,0 0-4 0,0 0 7 0,0 0-2 16,0 0-1-16,0 0-2 0,0 0 0 0,0 0-4 15,0 0 11-15,0 0-13 0,15-8 9 0,-15 8-11 16,12-4-3-16,-2 2 1 0,5 0-2 15,2-2 3-15,3 2 0 0,1 0-6 0,-2-1 7 16,4 2-2-16,-1-2 1 0,-3-1-1 0,1 0 4 16,1 2-5-16,-3-3 2 0,2 1 0 0,0 0-1 0,-1-2 1 15,-2-1-3-15,-1-1 2 0,0 1 2 16,0-3-3-16,-1-1 4 0,-3 1-4 0,1-2 2 16,-2 0 3-16,2 1-2 0,-2-4-3 0,-3 1 4 15,-3 3-4-15,0 0 0 0,0-1 6 0,-2 1-2 16,-1-2-4-16,-1 3 2 0,-2-1-3 0,1 3 2 15,0 8 0-15,-2-14-1 0,-1 10-4 0,3 4 2 0,-6-10-1 16,6 10-3-16,-5-5-3 0,5 5 2 16,-11 0-1-16,11 0-2 0,-17 15 3 0,4-4 0 15,0 4-2-15,3-1 1 0,-1 1-1 0,4-1 3 16,-1 3-3-16,4-2 5 0,2 0-6 0,2-3 5 16,1-1-3-16,0 0 6 0,4-1 0 0,4 0-1 0,-1-2 0 15,6 1 5-15,-1-3-3 0,4-2-5 0,0 2-4 16,4-3-2-16,-3-4 1 0,2 1-3 15,-3-2-4-15,-3 0-2 0,1-3-2 0,-1 0 4 16,3 0-2-16,-6-3 5 0,3-1 0 0,-5 0 0 16,4-3-2-16,-3 0-3 0,1-2 3 0,-1-2 3 0,-3 2-7 15,2-3 0-15,0-1 2 0,0-6 2 16,-2 6-1-16,-2 4 3 0,-3 1 4 0,5 3 0 16,-5 0 6-16,1 3-7 0,-1 1-1 0,0 0-2 15,-2 6-6-15,2-7 3 0,-2 7-2 0,0 0 4 16,0 0-1-16,3 23 2 0,-3-5 3 0,-2 0 1 15,1 7 5-15,-3 1 2 0,2 1-3 0,-2-1 5 16,3-1 2-16,-1-4-1 0,0-2-3 0,2-2 4 16,-1-1 1-16,2-5-1 0,-1 0 1 0,0-1 0 15,0-2 1-15,0-2-2 0,0-6 1 0,2 9 2 16,-2-9 4-16,3 10 3 0,-3-10 6 0,0 5 2 16,0-5 18-16,0 0 3 0,0 0 12 0,0 0-14 0,0 0-5 15,0 0-5-15,17-15 0 0,-10 8-8 0,2-3-1 16,1-5-4-16,1 0-4 0,3 0 3 15,0-5-18-15,1-4 3 0,-1 2-3 0,1 2 1 16,-2-3-1-16,0 0 4 0,-3 6-5 0,-2 2 6 16,0-1-4-16,-2 6 3 0,-4-4-1 0,2 5 5 0,-1 0 5 15,0 3-1-15,-2 0 1 0,-1 6-3 16,4-10-4-16,-4 10-2 0,1-6-5 0,-1 6 3 0,0 0-4 16,0 0 3-16,0 0-2 0,0 0 4 15,-6 28-2-15,3-15-1 0,-1 4 2 0,1 1 0 16,1-1-4-16,1 2 7 0,2-1-3 0,0 0 7 15,3 0-10-15,4 0 6 0,0-1-5 0,0-2 2 0,1 3 0 16,-1-2 3-16,1-1-1 0,1-1 8 16,-1 0-8-16,-1-4 2 0,-2-1-6 0,1 1 4 15,-5-1-3-15,2-1 1 0,-1-3 0 0,-2 3 1 16,-1-8 0-16,-1 12 3 0,1-6-3 0,0-6 8 16,-6 7 1-16,1-4-8 0,5-3-5 0,-12 6-24 15,5-3-24-15,2 0-27 0,-3-2-40 0,8-1-50 0,-12 3-56 16,5-3-189-16,7 0-451 0,0 0 200 15</inkml:trace>
  <inkml:trace contextRef="#ctx0" brushRef="#br0" timeOffset="53600.13">8085 5405 68 0,'-11'-3'192'0,"-1"1"-9"0,-3 3 0 16,-3 1-1-16,-4 2-10 0,-4 6-8 0,-1 4-5 15,0 2-10-15,1 5-6 0,1 2-12 0,2 1-12 16,4 2-10-16,1 2-8 0,3-2-11 0,5 2-8 15,7-1-3-15,1-1-7 0,4 0-6 0,4-1-10 16,3-2-4-16,6 0 3 0,2-3-10 0,6 0-5 16,4-5-18-16,-2 0-21 0,5-2-28 0,0-1-33 15,0-4-32-15,-1-1-40 0,4-2-32 0,-3-4-49 16,-10 1-126-16,3-5-365 0,-2 0 162 0</inkml:trace>
  <inkml:trace contextRef="#ctx0" brushRef="#br0" timeOffset="53980.71">8341 5410 46 0,'1'-18'255'0,"-1"3"3"0,2 4-12 0,-2 1-7 15,0 4-25-15,1-1-21 0,-1 7-20 0,0-9-24 16,0 9-22-16,0 0-13 0,0 0-11 0,0 0-10 16,1 27-9-16,2 0-5 0,-5 3-4 0,1 2-3 15,1 3-7-15,-1-2-6 0,0 3-7 0,-1-1-2 16,2-3 0-16,-1 0-3 0,1-3-5 0,-3-1-5 15,3-2 0-15,-2-7 0 0,-1-1-3 0,5-2-4 16,-2-3-4-16,-2-1 2 0,2-5-6 0,0-7 1 16,0 13-3-16,-1-7 5 0,1-6 9 0,-2 9 12 15,2-9 12-15,0 0 7 0,0 0-4 0,0 0-4 16,0 0-9-16,0 0 0 0,0 0-5 0,0 0-8 0,0-28-12 16,3 16-6-16,2-4-7 0,1-2-5 15,1 0-6-15,2 2-3 0,4 0-1 0,-3 0-2 16,3 5 0-16,-3 2-5 0,-1 1-1 0,0 4 0 15,1 1-2-15,-1 2 4 0,3 4 1 0,-2 2-1 0,-1 0-1 16,0 4 0-16,0-1 3 0,1 6 1 16,-1-2 2-16,1 3-2 0,-1-2-15 0,-1 0-17 15,2 0-26-15,-4 0-35 0,2-4-34 0,-1 1-33 16,4-2-32-16,4 1-41 0,1-3-195 0,0-2-473 16,5-1 209-16</inkml:trace>
  <inkml:trace contextRef="#ctx0" brushRef="#br0" timeOffset="54318.61">8957 5706 82 0,'1'-17'185'0,"-2"0"-5"0,0 0 0 16,-1 5 8-16,-1 0-15 0,-4 2-6 0,2 1-8 0,-3 2-8 15,-1 1-14-15,-1 3-15 0,0 3-5 0,-3 4-6 16,-2 3-9-16,0 4-9 0,-3 2-27 16,5 2-4-16,-5 6 2 0,10-5-13 0,-4 0 0 15,4 2-9-15,3-1-2 0,1-2-3 0,3-1-3 0,2-3-4 16,2 2-1-16,0-1-6 0,4-2 7 15,-1-1-9-15,6-2 0 0,-3 0-4 0,2-4-3 0,-2 0-4 16,1-3-1-16,3 0-2 0,-1-3 2 16,-3-1-2-16,2-2 1 0,-2-1-1 0,0 0 0 15,0-2-1-15,0-2 0 0,-3 2-1 0,1-6 2 16,0 1 0-16,0-2-2 0,-1 3 2 0,0-3 1 16,0 6 3-16,-1 0 4 0,-3 1 1 0,4 0-7 0,-3 6 1 15,-3 3-4-15,5-10-6 0,-5 10-2 16,5-1 3-16,-5 1-1 0,0 0 2 0,9 14-2 15,-4-6 0-15,-1 3 5 0,0 0-5 0,-3 2-14 16,4 2-33-16,-2 1-49 0,-2 0-71 0,1-4-66 0,-4-1-169 16,2 2-435-16,2-3 192 0</inkml:trace>
  <inkml:trace contextRef="#ctx0" brushRef="#br0" timeOffset="54689.33">9214 5637 239 0,'0'0'224'0,"0"0"-27"0,0 0-14 15,0 0-14-15,0 0 2 0,0 0-17 0,11 22-13 16,-11-9-7-16,4 3-11 0,-3 1-11 0,-1 0-8 0,2 0-9 16,-2 0-13-16,2-1 1 0,0-5-16 15,-1 1-7-15,-1-3-2 0,1 0-6 0,-1-4-6 16,0-5-3-16,1 11 4 0,-1-11-4 0,2 9 6 15,-2-9 22-15,2 4 3 0,-2-4-6 0,0 0-6 16,0 0 0-16,0 0-6 0,0 0-3 0,8-26-2 0,-5 14-12 16,5-1 1-16,0-3-7 0,6-4 0 0,0-1-6 15,2-2-5-15,1 1-1 0,1 2-7 16,0 1 2-16,0 6-5 0,-2 4-2 0,-3 0-1 16,-1 4-2-16,-2 0-6 0,0 2-4 0,1 2 3 15,-5 2-4-15,3 2 1 0,-3 2-1 0,1 2 10 0,2 3-9 16,-4 0 8-16,1 5-7 0,-2-1 3 0,-1 4-6 15,-1 0-19-15,0-3-20 0,-2 1-34 16,-2 0-41-16,2-1-66 0,0-3-54 0,-1 0-216 16,0-3-494-16,1-9 219 0</inkml:trace>
  <inkml:trace contextRef="#ctx0" brushRef="#br0" timeOffset="55091.14">9761 5582 211 0,'0'0'220'0,"-7"-6"-15"16,7 6-14-16,-11-1-10 0,11 1-8 0,-13 13-4 0,5-3-8 15,-2 4-14-15,1 3-2 0,3-1-11 16,0 2-10-16,-1-2-12 0,6 4-10 0,2-2-8 0,-1-1-11 16,4 0-9-16,1 2-7 0,3-3-3 15,1-1-1-15,5-3-2 0,-1 0-11 0,3 0-1 16,1-3-9-16,2-2 1 0,10-1-3 0,-9-2-4 0,1-3-1 15,-2-1-6-15,3-3-3 0,-1 1 4 0,-1-3-5 16,-4-2 2-16,3-2-8 0,-4 2 4 16,0-5-7-16,-2 2-2 0,1-3 1 0,-4-1-2 15,1-2-7-15,-1 0 3 0,-4 0-5 0,1-1 4 16,-4-2-5-16,-1 2 0 0,0 0 3 0,1 4-4 0,-7 0-2 16,3 2 6-16,-2 1-5 0,1 3 0 15,-2 1 0-15,-1 1-4 0,5 5-1 0,-12-3 2 16,1 6-2-16,2 4 2 0,-7 2 4 0,4 5-3 15,-4-1 1-15,6 1 1 0,1 4-2 0,0-1 6 16,0 1 0-16,4-2-2 0,4 2-8 0,2-1-15 0,3-2-26 16,2 1-23-16,6-3-44 0,8 2-50 15,8-3-35-15,3-3-54 0,5 1-146 0,15-4-432 16,0-2 191-16</inkml:trace>
  <inkml:trace contextRef="#ctx0" brushRef="#br0" timeOffset="55698.61">10811 5631 225 0,'4'-3'290'0,"-4"3"-18"15,4-7-25-15,-4 7-22 0,0 0-28 0,0 0-15 16,0 0 1-16,0 0-3 0,0 0-22 0,-5 26-2 0,2-16-14 16,-2 3-11-16,4-1-14 0,-2 1-11 0,1-1-12 15,1 0-8-15,1 0-5 0,0 3 0 16,3-2-15-16,1-4-6 0,1 2-4 0,2-1-5 15,3-3 1-15,0-1-11 0,3 1 1 0,4-3 1 16,-1-1-9-16,-2-1-9 0,-1-2 0 0,1 0-8 0,-2-3-3 16,-2-2-7-16,2 0-5 0,-4-1-7 0,1-1-10 15,-1-3-10-15,-4 0-3 0,2-6-9 16,-6-2-4-16,1 0 1 0,-2 0-5 0,0-1 4 16,-2-1-3-16,-1 0-1 0,1 1 4 0,-6 1 6 15,2 4 4-15,5 3 9 0,-2 1 6 0,2 3 13 0,0 0-4 16,2 7-9-16,-4-10 10 0,4 10-3 0,0 0-8 15,-2-9-2-15,2 9 6 0,0 0 3 0,0 0 1 16,0 0 7-16,0 0-1 0,22 8-3 16,-3-5 5-16,1 1-1 0,1-4 0 0,8 3-2 15,-2-2 0-15,1-2-5 0,-1-2 3 0,-1-3-2 0,-6 2 2 16,0-1 1-16,-2-1 0 0,-4-3 1 0,-4 2 2 16,0-1 0-16,-1-3 0 0,-3 0 0 15,-1 0 3-15,1-5 5 0,-1 3-2 0,-1 1 10 0,0-2 5 16,-3 2 3-16,2 2 5 0,-2-2-8 15,-1 4 16-15,1-3 9 0,1 5 4 0,-2 6-1 16,1-11-6-16,-1 11-5 0,0 0-8 0,0-9-11 16,0 9 1-16,0 0-3 0,0 0 0 0,0 0 1 0,-8 38 7 15,3-10 11-15,0-1-4 0,-1 7 6 16,2 0 3-16,-3 2 7 0,1 12-3 0,-3 0 1 16,1-3 5-16,2 1-3 0,0 1-5 0,4-11-9 0,-5 9 2 15,-1 2-4-15,4-2-4 0,-1-11 6 0,2 1-1 16,2 0-10-16,0-5-1 0,0 0 2 15,-1-2-1-15,4-4-5 0,-1-6-20 0,0 0-23 0,-1-1-38 16,0-6-31-16,-1 0-36 0,0 0-45 0,1-11-40 16,-2 10-52-16,-2-7-264 0,4-3-576 0,0 0 255 15</inkml:trace>
  <inkml:trace contextRef="#ctx0" brushRef="#br0" timeOffset="55878.35">11094 5869 113 0,'0'0'259'0,"6"-6"-25"0,2 2-15 0,2 2-6 0,0 1-14 16,4-1-15-16,3-1-13 0,-3 2-17 0,9 0-12 15,4-2-16-15,4 2-13 0,4-1-10 16,-3 2-12-16,-1-1-13 0,0-1-33 0,-1 2-34 16,-10-2-46-16,-2 1-54 0,1-2-54 0,-5 1-58 15,-7-2-131-15,-7 4-359 0,14-7 160 0</inkml:trace>
  <inkml:trace contextRef="#ctx0" brushRef="#br0" timeOffset="57003.05">12423 5999 152 0,'0'0'219'16,"-5"-10"-16"-16,6 2-21 0,-1 8-21 0,2-16-9 15,2 6 8-15,-1 1-13 0,2-6-9 0,1 3-8 16,5-2-15-16,-5-2-8 0,4 0-1 0,1-1-12 0,5-4-4 16,-7 4 1-16,4-6-8 0,-7 3-10 15,2-4-4-15,1-2-6 0,-5 7 0 0,-2-1-5 0,-2 1-2 16,2 2-1-16,-4 1-6 0,-4 0-4 16,2 4-5-16,-1 1-3 0,-4 2-6 0,0 1-2 15,-4-1-3-15,-2 4-5 0,-2 1-6 0,-1 1-1 0,-2 3 0 16,2 0 1-16,-1 3-6 0,8-2-1 0,-1 2-4 15,4-1-3-15,1-1-2 0,1 1-1 16,6-2 1-16,-6 6 0 0,6-6 0 0,0 0-1 0,12 14-3 16,-1-8 3-16,8 1-10 0,2-2-4 0,7 2 0 15,2 0 2-15,1-1-1 0,-1-1 4 0,1 0-1 16,-2 0 2-16,-9 1-4 0,-2-3 2 0,-1 3-1 16,-5 1 3-16,4-1-3 0,-5 6 5 15,-2-5-2-15,-2 5 3 0,-1 0 1 0,-2-1-1 0,2 4 3 16,-2-3 0-16,-3 0-3 0,3-1 7 0,0 1-3 15,0-2 0-15,1 2 0 0,0-2 0 0,-1 0 1 16,3 0 4-16,-1-2 1 0,3 2 1 0,3-3-1 16,-3 0 0-16,9-1 1 0,-5-3-1 0,3 1 0 15,-1-1 0-15,4-2 1 0,0-1 2 0,0-1-3 16,1-3-2-16,0-1-5 0,-4 1 4 0,2-5-5 16,-2-1 5-16,-3-1-2 0,1 0 1 0,-3-3-3 15,-3-2 6-15,0 0-3 0,-4-2-1 0,-2 1-1 16,-2 0 3-16,-2 0-3 0,0 0 0 0,-2 0 1 15,-4 3 1-15,-1 2-1 0,5 3-2 0,-2 1 0 16,-4 2 3-16,1 3-4 0,-2 1-4 0,0 4 2 16,0 1 1-16,0 4 3 0,-3 5-3 0,3 4 1 15,2 1 2-15,-3 2-1 0,6 4 3 0,1 2 0 16,4-6-3-16,5 0-25 0,4 5-32 0,-1-6-27 16,9 3-35-16,-1 0-31 0,8-3-38 0,2-2-171 15,-2-2-393-15,4-3 174 0</inkml:trace>
  <inkml:trace contextRef="#ctx0" brushRef="#br0" timeOffset="57257.49">13490 5700 92 0,'0'-11'236'0,"0"4"-16"15,0 7-4-15,-6-13-15 0,1 8-11 0,-2 0-14 16,-4 1-17-16,0 4-11 0,-1 1-7 0,-3 6-9 15,-6 0-6-15,4 5-12 0,-6 5-12 0,5-1-7 16,1 6-7-16,3-6-7 0,3 8-5 0,2-9-9 16,4 3-3-16,2 0-6 0,1 0-4 0,5 2-6 15,4-3-7-15,0 0-4 0,3-2-12 0,4 1-28 16,0-4-28-16,4 0-31 0,4 0-31 0,3-2-26 16,-3-3-32-16,5-3-21 0,-7-1-19 0,2-2-17 15,1-1-119-15,-4-3-353 0,-2 0 157 0</inkml:trace>
  <inkml:trace contextRef="#ctx0" brushRef="#br0" timeOffset="58000.58">13685 5823 112 0,'2'-10'180'0,"-2"-1"17"0,0 2 3 15,0 2-3-15,0 7-3 0,-2-11-11 0,2 11-18 16,0-8-17-16,0 8-18 0,0 0-15 0,0 0-14 16,0 0-8-16,0 0-5 0,0 0-4 0,-19 22-4 15,11-9-2-15,0 3-11 0,3-1-5 0,1 1-8 16,0 1-3-16,4-2-8 0,0 0-4 0,2-1-4 15,0-3-1-15,2 0 0 0,1 4-5 0,1-5-1 16,2 0-4-16,-2-1 0 0,3-1-5 0,2-3-6 16,0 2-5-16,-2-4-4 0,5-1-2 15,-3-1-8-15,2-1-8 0,-3-1-6 0,1-1-3 0,0-4-9 16,-2 1-12-16,0-2-2 0,0-2 1 0,-2-2 2 16,-5 0-7-16,1-2-8 0,-1-3 2 0,-2 0 5 15,-2-1 1-15,-3-1 4 0,-2 1 9 0,-2 1 3 16,0-2 4-16,0 3 2 0,4 3 24 0,1 2 13 15,-1 0 2-15,1 1 9 0,0 3 2 0,4 6-1 16,-4-10-5-16,3 6 6 0,1 4-11 0,0 0-2 16,5-11-2-16,4 10 0 0,3-1-1 0,5 4-3 15,3-1-3-15,-2 3 3 0,5 2 3 0,-3-1-6 16,-1 5 2-16,2 0 1 0,-6 0-3 0,4 0 4 16,-6 2-1-16,3-1 1 0,-5 0 0 0,1 2 1 15,-2-5 2-15,-5 3-3 0,1-3 2 0,0 0 2 16,-4-1-2-16,2-2 3 0,-1 0 0 0,-3-5 17 15,2 9 6-15,-2-9 11 0,2 7 6 0,-2-7-1 16,0 0 3-16,0 0-3 0,0 0-2 0,0 0-5 16,0 0-1-16,-19-5-4 0,19 5 4 0,0 0 1 15,-10-9-5-15,7 3-3 0,3 6-5 0,-2-15 3 16,2 5-9-16,0-2-1 0,2-2-5 0,5-2-2 16,2 0-8-16,5 3-4 0,-1 1 1 0,1 2 0 15,1 2-5-15,1 1 4 0,1 3-6 0,0 3-4 16,0 2 3-16,-3 1-3 0,-1 4-4 0,4 4 2 15,-4 0 3-15,1 2 5 0,-4 0-2 0,-1 1-5 16,1 1 1-16,-2 0 5 0,-3 1 1 0,-1-2-3 16,0-3 6-16,-3 2-5 0,0-1 6 0,0-3-1 15,2-2 0-15,-3 2-1 0,0-8 5 0,-3 10 0 16,3-10 6-16,0 0 3 0,0 9-8 0,0-9 4 0,0 0 0 16,0 0 1-16,0 0-1 0,0 0 0 15,0 0-1-15,0 0-5 0,-11-19-6 0,11 19-2 16,7-16-4-16,-4 6 3 0,9-6-7 0,-1 4 1 15,6-2 0-15,-4 1 8 0,3 1-2 0,-1 2-5 16,-1 2 0-16,-3 3 3 0,0 1-7 0,1 2 1 16,-1 0-1-16,-3 2-3 0,2 2 5 0,-3 1 2 15,-1 4-1-15,2 0-1 0,-2 0 1 0,-1 3 5 16,-1-1 1-16,0 5-1 0,-4-4-17 0,4 1-30 16,-4 3-37-16,-2-3-48 0,0 1-53 0,0 1-227 15,-3-2-452-15,3-1 199 0</inkml:trace>
  <inkml:trace contextRef="#ctx0" brushRef="#br0" timeOffset="58438.58">14650 5706 2441 0,'-5'-34'45'0,"0"0"-17"0,0 2 19 15,1 3-2-15,2 9 13 0,0 4 15 0,0 4 7 16,2 2-13-16,-2 1-12 0,1 1-10 0,1 8-10 15,-4-6-10-15,4 6-3 0,0 0-5 0,0 0 2 16,3 45-2-16,-6-16-2 0,1 3 8 0,2 3-6 16,0 0 3-16,-2 0 6 0,0-3 0 0,4-1 4 15,-2 0-4-15,0-5-2 0,-5-1 0 0,7-6 0 16,-2-3 0-16,-2-1-7 0,4-4 3 0,-5-1 0 16,3-4-1-16,0-6 3 0,-1 11 7 0,1-11-2 0,0 7 18 15,0-7 4-15,0 0-4 0,0 0-6 16,0 0-3-16,0 0-4 0,0 0-2 0,0 0-4 0,0 0-8 15,9-24-6-15,2 12-5 0,0-3-3 16,5 2-8-16,7-2-2 0,-4 4 0 0,0 4-4 0,3 0 4 16,5 1-2-16,-9 2 1 0,2 3-4 15,0 1-3-15,-8 2-2 0,1 1 0 0,-1 2 6 16,-2 2 4-16,-1 1-3 0,-2 2 2 0,-3-1 1 16,1 2 0-16,-2 1 3 0,-7 2-2 0,-2-2 6 15,-2 3-2-15,-4-1 4 0,-1-1 2 0,-9 2-5 0,-3-2 6 16,0-2-16-16,-2-2-17 0,9 0-8 15,-11-1-20-15,2-2-20 0,8-2-27 0,-1-2-35 0,3-1-44 16,6-1-29-16,-1-2-44 0,4-2-191 16,1 2-482-16,7 2 214 0</inkml:trace>
  <inkml:trace contextRef="#ctx0" brushRef="#br0" timeOffset="58616.68">14926 5782 208 0,'7'-3'231'15,"-7"3"-26"-15,4-5-17 0,-4 5-22 0,9-1-21 0,-9 1-6 16,0 0-2-16,10 9-1 0,-8-4 6 0,1 4-4 16,0 1-11-16,-1 2-12 0,-2-2-6 15,2 5-12-15,0-2-10 0,-2 2-7 0,0-1-6 16,1-3-25-16,0 5-39 0,-3-3-46 0,2-2-65 0,-2 1-65 16,0-1-214-16,-1 0-412 0,-1-5 182 0</inkml:trace>
  <inkml:trace contextRef="#ctx0" brushRef="#br0" timeOffset="58780.57">14943 5551 38 0,'0'0'156'15,"0"0"-32"-15,0 0-17 0,0 0-28 0,0 0-26 16,20 25-27-16,-13-8-33 0,-1 2-29 0,6 7-54 15,-2 1-98-15,0 0 43 0</inkml:trace>
  <inkml:trace contextRef="#ctx0" brushRef="#br0" timeOffset="59002.11">15132 5938 101 0,'0'0'245'0,"0"0"-19"0,0 0-19 16,0 0-11-16,0 0-7 0,0 0-16 0,-9-23-4 0,7 15-11 15,0 1-9-15,0-4-8 0,3-1-14 0,0-4-7 16,4 0-7-16,-1 4-15 0,6-3-7 15,0-2-12-15,1 1-5 0,7 4-8 0,-4-1-7 16,5 4-8-16,-1 3-4 0,1 3-7 0,1 3-4 0,2 3-9 16,-3 3-1-16,1 3-5 0,-5 1-1 0,1 3-1 15,-3 3-3-15,0-1-2 0,-5 2-1 0,1 2-1 16,-5-1 3-16,-1 1-18 0,-1-1-22 0,-2 0-38 16,-3 1-42-16,1-2-61 0,-2 0-66 0,-1-2-192 15,-1-5-460-15,3-2 204 0</inkml:trace>
  <inkml:trace contextRef="#ctx0" brushRef="#br0" timeOffset="59385.2">15747 5838 2324 0,'5'-15'22'0,"-1"0"-18"0,-4 3-3 16,-4 1 4-16,0 0 5 0,-1 3 14 0,1 2 7 15,-5-1 4-15,3 4 0 0,-7 2 2 0,1 3 2 16,-5 3 3-16,-3 5 2 0,-4 3 4 15,-1 3 3-15,3 2-5 0,1-2-3 0,6-2-3 0,3 0-6 16,0 3-7-16,7-2 5 0,-3 1 0 0,5-4-7 16,2 0-1-16,1-1-4 0,4 0-4 15,0-1-6-15,5-1-3 0,6 2-10 0,-2-8-12 0,5-1-10 16,-1 0-4-16,4-4-3 0,7-1 3 0,-10-1 1 16,-3-3 3-16,-2 2 6 0,3-5 4 0,-7 3-1 15,1-5 0-15,0 1 4 0,-2-4 1 0,-3 3-1 16,0-2 4-16,2-1-1 0,-3 4 8 0,-1 1 9 15,0 1 6-15,-1 2 7 0,-2 7-1 0,1-10-7 16,-1 10-5-16,2-6-7 0,-2 6-1 0,0 0 3 16,0 0 13-16,0 0 11 0,1 20-2 0,-4-7 0 15,1 2-5-15,-1 1 3 0,1-1-3 0,0 5 0 16,1-1-3-16,2 2 3 0,2-4-2 0,-2 2-8 16,3-1-16-16,3 0-31 0,0-3-43 0,2 0-63 15,0-6-69-15,-1-2-231 0,3 0-479 0,1-7 212 16</inkml:trace>
  <inkml:trace contextRef="#ctx0" brushRef="#br0" timeOffset="59634.31">16046 5589 204 0,'0'-12'328'15,"2"2"-9"-15,0 2-16 0,-5 1-15 0,3 7-30 16,0-10-28-16,0 10-28 0,0 0-23 0,0 0-18 15,0 0-8-15,0 0 2 0,5 35 3 0,-5-7-11 16,2 1-16-16,-4 4-6 0,4-1-11 0,-1-2-8 16,1 2-20-16,1-2 2 0,-6-2-1 0,3 3-7 15,2-3-15-15,-1 0-1 0,-2-2-1 0,1-1-21 16,0-6 3-16,0-3-26 0,-2 2-38 0,0-3-44 16,2-2-41-16,0-2-39 0,-3 0-43 0,1-1-59 15,2-10-47-15,-3 10-233 0,3-10-569 0,-10 5 252 16</inkml:trace>
  <inkml:trace contextRef="#ctx0" brushRef="#br0" timeOffset="59895.63">15875 5868 116 0,'0'0'221'16,"0"0"-25"-16,10-11-18 0,0 8-18 0,3 1-18 15,3 0-14-15,6-1-14 0,10 1-7 0,-3 0-11 0,2 0-9 16,1 2-9-16,0 1-6 0,-4-1-3 15,0 0-8-15,0 1-3 0,-11-1-6 0,1 2-2 16,-7-4-3-16,1 4-8 0,-2-1-4 0,-1 0-2 16,-2 2 7-16,1 0 11 0,-4 1 2 0,1 2 12 15,2 2 8-15,-3 2 9 0,0 1 1 0,-1 1-4 16,2-1-2-16,-3 2-9 0,-1-1-9 0,-1 1-4 0,1 1-6 16,-5 2 2-16,3-4-11 0,0-1-29 15,-2 3-37-15,2-2-47 0,-1-1-63 0,-1 0-65 16,2 1-240-16,-2-4-476 0,3-8 212 0</inkml:trace>
  <inkml:trace contextRef="#ctx0" brushRef="#br0" timeOffset="60046.06">16294 5678 6 0,'0'0'-1'16,"-9"14"-2"-16</inkml:trace>
  <inkml:trace contextRef="#ctx0" brushRef="#br0" timeOffset="60580.41">16648 5860 137 0,'0'0'205'0,"0"0"-2"0,-10 17 0 0,6-8 1 0,-1 0-11 16,-2 2-17-16,2-2-10 0,-2 3-16 16,3-1-10-16,-2 1-11 0,4-1-17 0,-2 0-10 15,3 3-8-15,1-3-10 0,0 2-9 0,2-2-2 16,1 2-8-16,1-4-4 0,1-1-6 0,4 1-3 0,1-3-6 16,0 1-8-16,2-2-5 0,1-3-2 15,-2 0-12-15,0-4-1 0,1 0-9 0,1-3-2 16,-3 0 3-16,-1-2-11 0,0 0-8 0,0-3 2 0,-3 0-3 15,2-5 3-15,-3 1-1 0,1-3 1 16,2 2 4-16,-4-1-3 0,-1-1-1 0,-2 1 3 0,1-1 1 16,5 2 0-16,-3 4 1 0,1-1 7 15,-3 3-1-15,-1 2 1 0,2 3-1 0,-3 4 2 16,8-6-5-16,-8 6 4 0,14 3-4 0,-8 2 1 16,2 1-1-16,0 4 0 0,3 1 3 0,-6 0 0 0,2 0-3 15,-2 1 2-15,0-3-3 0,-1 4 2 0,1-2 5 16,-4-2 0-16,0 1 3 0,0-2-1 15,1-1 0-15,-2-7 1 0,2 10 1 0,-2-10 4 0,3 6 5 16,-3-6 3-16,0 0 8 0,1 7 6 16,-1-7-2-16,0 0-5 0,0 0-1 0,0 0-6 0,0 0-1 15,0 0-5-15,12-16-7 0,-5 11 0 0,1-4-2 16,0 2-2-16,7-4-4 0,0 2 4 0,2 0-9 16,0 1 1-16,-5 1 0 0,0 1-2 0,6 1 1 15,-7 2 0-15,1 1-3 0,0 1-1 0,0 2 0 16,-5 1 1-16,4 2-5 0,-5 0 4 0,1 2 11 15,-1 2-11-15,-2 1 3 0,0 0 0 0,-4 3 0 16,-3-1 2-16,2 2-17 0,-3-3-35 0,-1 6-36 16,2-4-51-16,0 1-58 0,0-4-54 15,-1-1-150-15,3 2-436 0,1-10 193 0</inkml:trace>
  <inkml:trace contextRef="#ctx0" brushRef="#br0" timeOffset="61290.31">17740 5785 13 0,'6'-3'282'0,"-6"3"-26"0,7-3-28 16,-7 3-22-16,0 0-23 0,0 0 11 0,8 10 4 16,-7 0 0-16,-2 1-19 0,1-2-13 0,-3 9 5 15,-2-3-18-15,4 1-15 0,0-5-10 0,0 2-12 16,2 2-14-16,0-3-7 0,0 0-7 0,4-2-5 15,-1 2-5-15,4-1 4 0,-2-3-12 0,1 1-11 16,4-4-2-16,-2 0-7 0,-2-1 0 0,0-2-3 16,1 1 1-16,1-2-10 0,2-1-2 0,-1-2 2 15,-2 0-3-15,4-2-2 0,-2 0-3 0,-2-2-6 16,-2 1 3-16,-1-4-8 0,4 0-2 0,-1-1 3 16,-2 1-5-16,1-1-2 0,0-2-7 0,-1 2 3 15,0 0-2-15,-1 2 1 0,-3 2-2 0,2 0 3 16,-1 1-1-16,-3 5-5 0,5-6-6 0,-5 6-4 15,0 0-6-15,5-5 1 0,-5 5-3 0,0 0 6 16,0 0 2-16,13 12 2 0,-9-6 1 0,1 0 0 16,2 0 0-16,0 1 2 0,2 2 5 0,-2-1-3 15,5-2-2-15,-3 2 4 0,7-1-1 0,1 1 1 16,-1-4 4-16,1-1 2 0,-3-2-2 0,-1-1-4 16,0 0-1-16,-2-1-3 0,0-2 1 0,0-1-2 15,-5 0-5-15,2-2-1 0,-1 1-5 0,-1-2-8 16,0-2-4-16,-3 0-1 0,-1-1-5 0,1 0-2 15,-3-2-4-15,0 1 3 0,-3-1 3 0,1-1 1 16,0 2-2-16,-1-1 8 0,-1 1 1 0,1 2 4 16,1 1 0-16,2 8 0 0,-3-12 3 0,2 7 0 15,1 5 0-15,-1-7 1 0,1 7 0 0,0 0 3 16,0 0 0-16,6-7-2 0,-6 7 9 0,18 4-1 16,-5-1-3-16,6-2 7 0,0 2 0 0,2 0-3 15,0-1 1-15,7-1 2 0,-7 0 2 0,-1-1 3 16,-1-1 1-16,-1 0-5 0,-4-1 2 0,-2 2 2 15,-1-3 4-15,0-1-2 0,-2 2 12 0,-2-2-7 16,1 0 14-16,1 1 0 0,-4 0 5 0,-5 3 10 0,8-4 6 16,-8 4-8-16,7-4-10 0,-7 4-1 15,0 0 0-15,9-3-6 0,-9 3 2 0,0 0 2 16,7 11-1-16,-6-3 5 0,2 0-6 0,-3 1-2 16,2 2 4-16,-1 1-5 0,2-1 1 0,-3 4-1 15,1-1 0-15,-5 2-3 0,4-4-22 0,0 1-45 0,0-2-46 16,-1-1-47-16,-3 2-52 0,3-2-55 15,-2 0-73-15,-2-2-164 0,5-8-530 0,-8 9 234 16</inkml:trace>
  <inkml:trace contextRef="#ctx0" brushRef="#br0" timeOffset="61459.46">18410 5563 157 0,'0'0'227'0,"-3"-10"-28"0,3 10-33 16,-1-7-37-16,1 7-23 0,0 0-18 0,0 0-25 16,0 0-48-16,0 0-47 0,20 18-46 15,-8-9-96-15,-2-3-188 0,8 2 84 0</inkml:trace>
  <inkml:trace contextRef="#ctx0" brushRef="#br0" timeOffset="61656.73">18712 5609 192 0,'0'0'234'0,"9"-7"-14"0,-5 5-8 15,-4 2-3-15,9-5-5 0,-9 5-4 0,7-4-8 16,-7 4-14-16,0 0-24 0,0 0-18 0,9 1-15 0,-9-1-11 16,4 15-2-16,2 1 3 0,2 8-9 0,-3 1 4 15,0 3-7-15,-1-1 7 0,-3 1-1 16,-5 0-3-16,6 0-7 0,-4-1-13 0,1-1-6 16,0 1-5-16,-2-7-10 0,-3 0-4 0,4-4-5 15,-1 4-28-15,0-3-38 0,-1-1-47 0,2-7-44 0,-2 1-52 16,1-2-57-16,1-3-45 0,2-5-227 0,0 0-525 15,-10 6 234-15</inkml:trace>
  <inkml:trace contextRef="#ctx0" brushRef="#br0" timeOffset="62071.81">18762 5838 1 0,'10'-9'178'0,"3"-2"-14"0,-1 1-3 15,5 1-3-15,-2-1-2 0,3 1-6 0,0-1-2 0,-1 3-6 16,-2-3-6-16,-3 2-3 0,2 0-1 15,-2-1 2-15,-3 2-1 0,-1 1-4 0,1-1-7 0,-3 0-5 16,2-1-3-16,-3 3 0 0,-1 0 0 0,1 0 0 16,1 0-15-16,-6 5-9 0,6-6-11 0,-6 6-10 15,6-3-16-15,-6 3-5 0,0 0-7 16,0 0-4-16,1 22-1 0,-2-5-7 0,-2 9-2 0,-2 2-5 16,1 0 6-16,-2 0-6 0,0-1 3 0,-1 1-4 15,5-3-5-15,-1-5 4 0,3-2-4 0,-1 1 1 16,3 0-3-16,-2-2-1 0,0-6 5 0,3 0-8 15,-3-5 9-15,1 1-9 0,-1-7 1 0,3 11 3 16,-3-11 3-16,5 6-3 0,-5-6-2 0,10 1-2 16,-10-1-3-16,16-2-5 0,-3-1-2 0,-1-2 6 15,6 1-4-15,-3-1-1 0,3 0-2 0,-2 0-1 16,-2 1-1-16,-3 1-4 0,-1 1 0 16,0 0 0-16,-2 0 0 0,-1 1-2 0,-7 1-2 0,11 1 4 15,-5 2 0-15,-6-3 7 0,7 6 1 0,-1-2 0 16,-3 1 1-16,-3-5 2 0,4 10 0 0,-3-3 1 15,0 0 0-15,2 1-1 0,-3 0 4 0,0-8-17 16,0 11-31-16,0-11-32 0,-5 12-57 16,2-8-70-16,3-4-66 0,-8 7-232 0,8-7-537 0,-15 3 238 15</inkml:trace>
  <inkml:trace contextRef="#ctx0" brushRef="#br0" timeOffset="62692.45">19884 5871 189 0,'-8'-8'261'0,"0"-2"-6"16,1 3 2-16,-1-1 0 0,3 4-12 0,0-1-11 15,5 5-15-15,-8-6-21 0,8 6-17 0,-4-5-20 16,4 5-19-16,0 0-17 0,0 0-11 0,-11 9-5 16,6-1 2-16,2 4-7 0,-1 4-9 0,0-1-4 15,2 2 5-15,-1 1-24 0,1 0-5 0,0-2 0 16,2 9-13-16,0-8 1 0,0 3-7 0,3-1-10 15,0-1-43-15,-2-1-35 0,0 2-31 0,2-2-46 16,-2-6-60-16,0-2-64 0,2 1-57 0,-4-2-185 16,1-8-523-16,0 0 231 0</inkml:trace>
  <inkml:trace contextRef="#ctx0" brushRef="#br0" timeOffset="62840.36">19793 5634 78 0,'0'0'143'0,"-3"-7"-32"0,3 7-37 0,0 0-47 15,0 0-54-15,0 0-41 0,-7 23-74 0,2-9 34 16</inkml:trace>
  <inkml:trace contextRef="#ctx0" brushRef="#br0" timeOffset="63080.62">19988 6043 199 0,'0'0'238'0,"0"0"-3"0,3-15-4 15,-3 15-11-15,-1-10-12 0,1 2-11 0,1 0-10 16,-1 8-13-16,0-16-14 0,3 6-19 0,-1-1-13 16,2-1-11-16,5-1-12 0,-4 2-13 0,1 3-13 15,2-1-6-15,2 2-8 0,-5 1-8 0,2 2-10 16,-3 0-7-16,2 1-5 0,-6 3-8 0,13 0-3 15,-13 0 1-15,13 9-6 0,-7-1 3 0,-1 1-5 16,-1 2-4-16,0 4-13 0,1 0-32 0,-4 2-17 16,0 0-50-16,2 0-58 0,1-1-63 0,-2 1-217 15,5-6-472-15,-2 2 209 0</inkml:trace>
  <inkml:trace contextRef="#ctx0" brushRef="#br0" timeOffset="63348.36">20898 5714 85 0,'3'-12'299'0,"-2"1"-2"16,2 4-7-16,-2 1-20 0,-1 6-18 0,1-8-31 0,-1 8-28 16,3-7-14-16,-3 7-21 0,0 0-9 0,0 0 23 15,-1 37 5-15,-1-12-22 0,0 3-17 0,0-1-11 16,-3 3-8-16,2 1-7 0,0-2-12 15,1 0-11-15,0 1-13 0,5 1-1 0,-3-2-9 0,0-3-6 16,1 5 1-16,0-4-16 0,1-7-15 0,0-2-41 16,-1-1-42-16,-1-1-50 0,0-4-45 0,2-2-38 15,-2-4-38-15,1 0-31 0,-1-6-36 16,-4 9-163-16,4-9-493 0,0 0 218 0</inkml:trace>
  <inkml:trace contextRef="#ctx0" brushRef="#br0" timeOffset="63874.66">20840 5996 181 0,'2'-10'179'0,"6"2"-19"0,0-3-15 16,4 1-16-16,5-1-15 0,-1-1-9 0,9 1-12 16,-1 0-7-16,-5 3-11 0,0 0-4 0,6-3-9 15,-7 2-7-15,-2 1-6 0,2-3 1 16,-1 4-2-16,-1-2 7 0,0 0-3 0,-5 1 1 0,-3-1 1 16,3-4-4-16,-3 3 0 0,-2 0 10 0,0-2 6 15,-4 3-5-15,-1-1-4 0,2 1 10 0,1 4 5 16,-4 5-6-16,3-10-6 0,-3 10-10 0,3-7-12 15,-3 7-2-15,0 0-6 0,0 0-5 0,3 19 0 16,-1-3-1-16,-3 1-3 0,0 7 2 0,2-1 1 16,-4 4-3-16,3-7-6 0,0 6 2 15,-5-1 1-15,5-5-6 0,-2 4 5 0,2 1-3 0,-2-5-1 16,0-2-2-16,2-1 2 0,-3-2-3 0,2-1 5 16,-1-4-9-16,2-1-6 0,0 1-3 0,0-10-1 15,0 10-3-15,0-10 4 0,0 0 0 0,1 6-3 16,-1-6 1-16,0 0 0 0,0 0-5 0,25-13 2 15,-14 7 0-15,5-1 3 0,2 0 7 0,-3-1 3 16,3 4 4-16,-2-3 4 0,1 1 2 0,0 3 5 16,2-1-2-16,-1 0-5 0,1 1 1 0,0 1-1 15,-6-1-1-15,8-1 0 0,-3 1-1 0,2 0 0 16,-1 0-1-16,-1 0 0 0,-4 0 3 0,-2-2 4 16,-1 1-2-16,2-1 4 0,-4-1 1 0,0-1 5 15,0 1 1-15,-3-1 5 0,-1-2-5 0,-1 0 4 16,-1-2 1-16,-1 1-2 0,-2-1-2 0,-1 3 9 15,0-2-1-15,-3-1 4 0,1 6-8 0,-2-2 1 16,5 7-2-16,-10-6-10 0,-1 3-5 0,-1 5 9 16,-2 2-7-16,-3 2-1 0,0 5-3 0,0-1-3 15,2 3 1-15,0 0 1 0,0 2-4 0,7 1-10 16,2-1-22-16,2 2-26 0,5-1-37 0,5 1-48 16,1-2-62-16,10-1-56 0,3 1-236 0,1-6-530 15,8 0 234-15</inkml:trace>
  <inkml:trace contextRef="#ctx0" brushRef="#br0" timeOffset="64308.46">22146 5774 76 0,'2'-18'288'0,"4"1"-5"15,-4 6-6-15,2 2-5 0,-3-1-18 0,0 6-23 16,-1 4-24-16,3-10-29 0,-3 10-18 0,0 0-18 15,0 0-10-15,0 0-4 0,8 33-11 0,-7-14-4 16,0 11-3-16,2-2 5 0,-1 2-7 0,1-2-14 16,-2 0-6-16,2-2-7 0,-3-1-4 0,0 0-5 15,-2-8-7-15,1 0-7 0,0-5 3 0,1-1-13 16,0-3-7-16,-1 2 5 0,-1-3-3 0,2-7-6 16,-1 10 7-16,1-10-5 0,0 8 3 0,0-8 3 15,0 0-2-15,0 0 4 0,0 0-1 0,-1 7-9 16,1-7 2-16,0 0-17 0,0 0-4 0,0 0-8 15,0 0-3-15,4-23-9 0,-2 16-6 0,4-3 7 16,3 1-14-16,6 1-5 0,0-1-5 0,2 1 0 16,2 1 5-16,0 3-4 0,-3 1 6 0,2 3-2 15,-5-3 1-15,1 6-7 0,-4 0 3 0,1 1-2 16,-6 3 3-16,2-1 1 0,-3 5 7 0,-1 0 0 0,-6 0 6 16,-1 0 0-16,-3 6-1 0,-5-2 7 0,-3-2 1 15,-6 5 4-15,-3-3-6 0,5-6 7 0,-8 3 0 16,7-5 0-16,-1 0-13 0,-6-1-19 15,9-2-23-15,-1-2-35 0,3-1-31 0,2-1-38 16,1-1-56-16,13 1-62 0,-15-8-253 0,8 4-570 0,7 4 253 16</inkml:trace>
  <inkml:trace contextRef="#ctx0" brushRef="#br0" timeOffset="65164.14">22585 5900 101 0,'3'-5'253'0,"1"-3"-8"0,-3 2-6 0,-1 6-9 0,0-12-12 16,0 12-12-16,-6-9-17 0,6 9-8 16,-12 0-16-16,12 0-4 0,-19 9 2 0,4-1-3 15,-2 4-4-15,6-1-6 0,-6 1-18 0,4 1-6 0,0 2-15 16,3 0-8-16,0 0-5 0,3 3-17 0,4-6-4 16,0 1-8-16,1 3-9 0,4-1-1 0,3 0-5 15,2 0-9-15,0-6-14 0,6 0-10 16,1-2-14-16,-1-2-8 0,1-1-4 0,3 1 5 15,-3-4-10-15,5-2 1 0,-6-1 9 0,-1-1-9 0,5-3 5 16,-5 1-2-16,-2-3-4 0,2-3 8 0,-4 1-6 16,0-1 5-16,-3 0 0 0,3-4 0 0,-3-1 2 15,1 1-1-15,-2 3 2 0,-3 0 6 16,3 1 1-16,-5 0 5 0,2 4 0 0,-1 7 5 0,3-11 0 16,-3 6-7-16,0 5-1 0,0 0-6 0,2-10-5 15,-2 10 4-15,0 0 4 0,0 0 4 0,0 0 1 16,-6 22 1-16,1-12 2 0,1 0-2 0,1-1 2 15,2 1 0-15,-2-1-9 0,3 2 5 16,0-2-1-16,2 4 3 0,2-3 1 0,-2-1-6 0,1-2 10 16,4 3 3-16,0-3-11 0,2 1 3 0,0-1-8 15,1-2-3-15,3 0-2 0,-2 0-8 0,-1-3 3 16,1-1-4-16,1-2 1 0,-12 1-2 0,20-6-3 16,-8 2-3-16,-3-3 1 0,0-1 1 0,0 0-6 15,-1-2-1-15,-2-1 2 0,1 0 1 0,0-5 0 16,0 0 1-16,0-2 5 0,-2 1-7 0,2 0 0 15,-5 1 4-15,0 5 0 0,0-1 1 0,2 3 3 16,-1-1 4-16,-2 1 1 0,1 2 1 16,-2 7 0-16,0-9-5 0,0 9-1 0,3-8-3 0,-3 8-2 15,0 0-1-15,0 0 2 0,0 0 2 0,0 0-4 16,0 0 5-16,0 32 3 0,-1-19-2 0,-1 2 6 16,2 2-3-16,0 0 5 0,0 0 6 0,4 1 2 15,-2 0 3-15,-1 0 2 0,0 0-1 0,2 0 0 16,-2 0 1-16,0-1 2 0,1-1-8 0,-1-6 10 15,0 2-9-15,0-4 0 0,2 0 1 0,-1-3 3 16,-2-5 2-16,0 10-1 0,0-10 9 0,2 9-4 16,-2-9-2-16,0 0-13 0,0 0-10 0,-13-1 2 15,13 1-2-15,0 0 2 0,-10-12 2 0,10 12-4 16,-4-9-9-16,4 9 1 0,1-13 1 0,0 3-1 16,2 3 8-16,2 1-5 0,2-3 0 0,3 2 2 15,0-3-3-15,3 1 3 0,2-1-1 0,0-1 6 16,1 1 4-16,-1-1-5 0,0 0 3 0,-4 3 3 15,1-3 3-15,-3 3-5 0,-1-3 3 0,0 1 2 16,-1 0 5-16,0 0 9 0,-2-1 5 0,-1 0 7 16,0 2 0-16,-3-1 6 0,0 2 15 0,0 2 7 15,-1 6 4-15,0-9 0 0,0 9-2 0,0 0-7 16,0 0-5-16,-9-7-12 0,0 8 3 0,-2 5-7 16,-2-1-1-16,-3 5 2 0,-1 1-6 0,-2 0-3 15,6 3-8-15,-4-3 0 0,7 2-15 0,2 0-28 16,3-1-35-16,3-1-38 0,2 2-39 0,4 2-53 15,5-3-70-15,2 2-287 0,3-4-600 0,4-1 266 16</inkml:trace>
  <inkml:trace contextRef="#ctx0" brushRef="#br0" timeOffset="66432.75">23526 6138 122 0,'0'0'263'0,"0"0"-14"0,17-7-2 16,-17 7-4-16,12-8-6 0,-4 1-10 0,1 1 0 16,-1-2-15-16,-2 1-14 0,3-2-13 0,-1 0-15 15,2-5-15-15,-1 0-12 0,0-1-16 0,0 0-15 16,1-1-3-16,0 1-9 0,-3-4-9 0,3-5-9 15,-4 4 2-15,1-3-25 0,0-2 1 0,-4 5-2 16,-2-4-10-16,0 6 1 0,-1 2-11 0,-2-1-1 16,-2 1-4-16,3 3-3 0,-4 3-2 0,3 1-6 15,-2 0-1-15,-1 2-2 0,-1-1-2 0,-2 5-4 16,3-2 2-16,-2 3-7 0,0 0 1 0,7 2-6 16,-14-5-1-16,14 5-11 0,0 0 0 0,-11 2 2 15,11-2 0-15,-3 6-3 0,3-6-4 0,-3 8 1 16,3-8-3-16,8 10 3 0,2-4 1 0,3-2-1 15,5 4 2-15,4-3-1 0,5-1 4 0,-1 1 8 16,4-1-9-16,-11-2-4 0,3 0 6 0,-1-1 1 16,-3 0 4-16,1 1-1 0,-7-2-2 0,1 1 9 15,-6-1-14-15,0 0 2 0,-7 0 1 0,14 0-8 16,-9 2-1-16,-5-2 8 0,9 4-5 0,-6 1 2 16,-2 2 1-16,0 2-3 0,2 1 4 0,-2 0 5 15,-2 2 0-15,1-1 7 0,1 2-7 0,-1-1 5 16,-1 0 3-16,2 0 1 0,1 0-7 0,0 0 9 15,1-1-2-15,0-1 1 0,2 0-6 0,2 2 8 16,-1-3 1-16,3-1 0 0,1-1 4 0,7 1-3 16,1-4 3-16,-1 2-10 0,0-1 11 0,1-2-2 15,1-3 5-15,0 1-4 0,-7-2 1 0,6-3 3 16,-5 1-2-16,-1-1-2 0,-1-2-2 0,-1-1-5 16,-1-2 6-16,-3-1 0 0,1 0 1 0,0-5-7 15,1 0-4-15,-6-2-2 0,1 2 8 0,0-3-4 16,-3 1-2-16,0 5-3 0,0-2 8 0,-3 4-4 15,3-2-3-15,-3 5 3 0,2 1-7 0,1 6 0 0,-1-10 4 16,1 10-10-16,0 0-11 0,-10-2 7 16,10 2 4-16,-14 9-3 0,3-2 1 0,-2 4 3 15,0 0 3-15,1 1 1 0,4-1-5 0,1 2 1 16,2-3 7-16,2 2-2 0,2-2-4 0,1 0-11 16,2 1-6-16,2 0-10 0,4-2-13 0,3 1-22 0,5 1-20 15,0-5-17-15,11 3-12 0,-6-2 1 0,7-4 0 16,-7-3 0-16,1 0 10 0,1 2 16 15,-1-2 6-15,0-2 7 0,-2-1 9 0,0 0 14 16,-3-4 10-16,1 0 11 0,-6 2 4 0,-1-3 11 0,3-1 11 16,0-5-1-16,-4 2 9 0,-3 2 7 0,3-6 7 15,-4 4 14-15,-1-2 4 0,-1 2 5 0,-2 2 13 16,-2-2-5-16,0 4-3 0,-2-1-4 16,0-1 0-16,-3 7-4 0,-4-1-6 0,-3 1-2 15,-1 2-5-15,-5 3 4 0,0 1-1 0,-2 5 3 0,0 0-3 16,-1-1-3-16,6 1-4 0,0-1 1 0,3 0-3 15,3 0 1-15,-1 0-2 0,2 2 1 0,3-1-2 16,3-1-4-16,-1 0 5 0,3-7-3 16,-1 12 7-16,1-12-8 0,4 8 0 0,-1-4 4 15,3 1-5-15,2-3-2 0,0-1 2 0,1 0-2 0,2 0 0 16,0-2-1-16,-2-1 0 0,0-2 4 0,0 3-3 16,-3-2 5-16,2 2-6 0,1-3-2 0,-2 0-2 15,-7 4-1-15,9-6 2 0,-4 3-5 0,-5 3 1 16,7-3-1-16,-7 3 0 0,0 0-6 0,0 0-2 15,14 3 0-15,-10 2 4 0,-2 4 0 0,1 1-2 16,2 1 4-16,-2 5-1 0,-2 2 2 0,0 0 3 16,-2 0 3-16,-2 1-2 0,2 6 8 15,-6 4 4-15,3-2 5 0,-2-2 2 0,1 2 4 0,-5-3 12 16,5-6 0-16,-4 6 3 0,0-8-1 0,1-1 12 16,-2 1 5-16,2-1 6 0,-4-4-9 0,0 1-5 15,1-2 1-15,-3-1 1 0,-1-1-4 0,-1-1-7 16,3-2-3-16,-1-5-10 0,1 0-36 0,-1 0-26 15,3 0-27-15,-3-4-43 0,2 1-54 0,2-4-67 16,5-3-60-16,-3-2-213 0,6 1-543 0,2-8 239 16</inkml:trace>
  <inkml:trace contextRef="#ctx0" brushRef="#br0" timeOffset="66650.02">24646 5847 1969 0,'17'-12'194'0,"-4"1"-59"0,0 1-29 0,-4 1-11 15,-3 3-16-15,-2 2-2 0,1 0-15 0,0 0-8 16,-5 4-8-16,5-5-3 0,-5 5-8 0,0 0-2 16,0 0-5-16,0 0 13 0,9 9 5 15,-9 1 6-15,0 2-3 0,-1-2-3 0,1 2-3 0,-2 0-4 16,0 4-6-16,2 0 1 0,-6 0-3 0,3 1 0 16,2-4-5-16,-3-4-9 0,4 8-15 0,-2-3-30 15,-1-2-45-15,2-1-43 0,-3 0-61 0,1-2-68 16,1 1-224-16,-2-3-506 0,4-7 224 15</inkml:trace>
  <inkml:trace contextRef="#ctx0" brushRef="#br0" timeOffset="66817.62">24703 5676 2170 0,'-3'-17'62'0,"1"5"16"0,-2 1-28 0,1 2-18 16,1 0-13-16,0 3-12 0,2 6-11 0,-4-10-11 15,4 10-5-15,0 0 2 0,0 0-2 0,0 0-18 16,0 0-35-16,0 0-51 0,0 25-55 16,5-15-143-16,2 4-347 0,1-4 154 0</inkml:trace>
  <inkml:trace contextRef="#ctx0" brushRef="#br0" timeOffset="67391.14">24980 5789 112 0,'6'0'206'0,"-6"0"-11"15,0 0-12-15,0 0-10 0,0 0-17 0,0 0-8 16,0 0-9-16,0 0-9 0,-9 15-5 0,2-9-6 16,-3 2-10-16,2 1-12 0,1-1-5 15,-1 3-10-15,-1 0-8 0,4 0-6 0,0 0-3 0,0-1-8 16,3 1-7-16,0 0-5 0,3-1-1 0,0 0-3 16,2 0-6-16,1-1-1 0,2-2-1 0,-1 1-3 15,3-3 0-15,0 1 1 0,-2-3-7 0,1 0 2 16,2-2-3-16,2-1 2 0,-3-1 1 0,-8 1-6 15,15-6 1-15,-9 2-4 0,-1-1 0 0,4-2-3 16,-4-2-3-16,0-1 4 0,-1 0-4 0,1-3-4 16,-2 1 4-16,2-3-6 0,-2-2 3 0,-1 4 13 15,1 2 6-15,-1-2-7 0,2 0-2 0,-4 0 3 16,3 3 0-16,-1 0 6 0,1 1 4 0,-3 9-9 16,1-10 1-16,-1 10-9 0,4-8-5 0,-4 8-1 15,10 2-2-15,-10-2 3 0,13 8 4 0,-4 0-11 16,0 2 2-16,0 4 1 0,1 1-1 0,-1-1-1 15,1 0 2-15,-6-3-2 0,5 4 1 0,-5-3-3 16,-2-2 2-16,4 0 0 0,-4 0 3 0,0-2-2 0,0-2-1 16,-2-6 5-16,5 9 0 0,-5-9 9 15,2 6 16-15,-2-6 4 0,0 0 5 0,0 0-2 16,0 0-8-16,0 0-2 0,0 0-3 0,0 0-3 16,0 0 0-16,0 0-2 0,2-25-5 0,0 18 5 15,2-1-11-15,3-2-4 0,3 2-2 0,3-4 1 0,3 0-1 16,0 1-1-16,4 1 4 0,5 0-9 15,2 0 2-15,-10 6-4 0,4 1 0 0,-2 2-6 16,-5 0-1-16,-1 3 5 0,-1 0 1 0,0 1-4 16,-2 0-1-16,0 5 2 0,-3-2-3 0,-1 2 3 15,-2 0 0-15,-2 2-1 0,0 1 1 0,1 0 1 16,-5-1 9-16,1 4-9 0,-2-3 3 0,-2 2 2 16,1-1 0-16,-1-1-37 0,-1-1-42 0,1 0-54 15,-2 1-64-15,5-4-58 0,-1-1-234 0,3-6-530 16,0 0 235-16</inkml:trace>
  <inkml:trace contextRef="#ctx0" brushRef="#br0" timeOffset="67538.33">25713 5993 225 0,'7'2'350'16,"-7"-2"-24"-16,8-3-22 0,-8 3-12 0,0 0-7 16,12 3-27-16,-12-3-23 0,0 0-16 0,0 0-27 0,0 0-21 15,11-2-30-15,-11 2-38 0,0 0-48 16,0 0-53-16,0 0-71 0,0 0-98 0,-4 13-111 15,4-13-163-15,0 0-478 0,0 0 212 0</inkml:trace>
  <inkml:trace contextRef="#ctx0" brushRef="#br0" timeOffset="102322.62">9202 7177 59 0,'0'0'188'0,"7"-4"-8"0,-7 4-2 0,0 0-12 0,0 0-11 15,5-4-3-15,-5 4-11 0,0 0-10 0,0 0-8 16,0 0-9-16,0 0-9 0,0 0-8 0,0 0-6 15,0 0-5-15,0 0-5 0,0 0-7 0,0 0-10 16,0 0-4-16,0 0-9 0,0 0-2 0,0 0-6 16,0 0-7-16,-13-10 0 0,13 10-5 0,-14-5-5 15,14 5-3-15,-10-1 2 0,10 1-6 0,-10-2 2 16,10 2 2-16,-11 0-5 0,11 0-1 0,-7-1 2 16,7 1-6-16,0 0-1 0,0 0-5 0,-7-4 2 15,7 4-4-15,0 0-3 0,0 0 2 0,0 0-3 16,0 0 0-16,39-1 1 0,-20-2-1 0,11 1-7 15,6-3-10-15,17 1 0 0,-15 1-16 0,13-3-30 16,-11 3-23-16,-4 1-28 0,-1-1-34 0,-1 0-21 16,-5 3-39-16,-9 1-108 0,-7 0-340 0,1-1 150 15</inkml:trace>
  <inkml:trace contextRef="#ctx0" brushRef="#br0" timeOffset="102774.71">9376 7156 86 0,'0'0'170'0,"0"0"-15"15,0 0-20-15,-6-3-10 0,6 3-5 0,0 0 0 16,0 0-1-16,0 0-2 0,0 0 2 0,1 17 9 16,2-5 3-16,2 2-6 0,-1 7-10 0,2 5 2 15,-2 5-4-15,2-1-11 0,-3 3-3 0,1-2-12 16,-3 1-8-16,3-1-6 0,-4-2-8 0,1-1-4 15,1-1-7-15,2-1 3 0,0-3-12 0,-3-4-3 16,-1 1-5-16,2-3-1 0,0 8-2 0,-2-7-4 0,0-3-6 16,2 2 0-16,-4-6-5 0,2-2-1 0,-1 0-1 15,1-4 0-15,0-5-2 0,-1 13 2 0,-2-8-4 16,3-5-2-16,-6 10-6 0,1-8-8 16,-3 2-5-16,0-3-5 0,-3-2 0 0,-2 1-2 0,0 0 3 15,-4-3-7-15,-3-3 2 0,2 3 2 0,-1-3-2 16,1 1 5-16,-1 2 0 0,2-2 1 0,4 2-1 15,2 1 5-15,1 0-3 0,-1-1 4 0,5-1 1 16,6 4-2-16,-9-3 0 0,9 3-1 16,-7-2-1-16,7 2-4 0,0 0 6 0,0 0 0 0,0 0-1 15,0 0 6-15,0 0 1 0,0 0 5 0,35 11-1 16,-15-10 2-16,1-2-2 0,10 1 5 16,4-2-4-16,-1 2 1 0,2-3-2 0,1 2-11 15,0-2-34-15,-1 0-38 0,-2 1-29 0,4-2-42 0,-5 1-44 16,-3 1-180-16,0 0-407 0,-9-2 180 0</inkml:trace>
  <inkml:trace contextRef="#ctx0" brushRef="#br0" timeOffset="103080.42">9829 7501 89 0,'0'0'232'0,"0"-10"-6"0,0 10-5 0,1-6-4 0,-1 6-3 15,0 0-7-15,0 0-16 0,0 0-12 0,-1-13-16 16,1 13-20-16,0 0-15 0,0 0-13 0,0 0-18 16,0 0-9-16,0 0-10 0,0 0-10 15,0 0-7-15,0 0-6 0,0 0-1 0,0 0-10 0,1 35 1 16,0-23-1-16,-1 0-1 0,0 5-2 0,-1-2-2 16,0 1 1-16,-1-3-9 0,1 4 7 0,0-2-11 15,-2 1 0-15,2 0-3 0,0-4-1 0,-1-2-6 16,0 2-1-16,0-1 2 0,1-1 1 0,1 1-5 15,-1-2 0-15,0 1-10 0,1-1-15 0,0 0-22 16,-3-1-23-16,3-8-29 0,-1 12-33 0,0-5-27 16,1-7-35-16,0 10-16 0,0-10-28 0,0 0-167 15,-3 7-425-15,3-7 188 0</inkml:trace>
  <inkml:trace contextRef="#ctx0" brushRef="#br0" timeOffset="103372.54">9789 7467 76 0,'-1'-12'163'0,"-1"1"5"0,2-1 8 16,0-1-5-16,0 1-13 0,2 0-1 0,-1 0-14 16,2 3-12-16,-2 5-14 0,3-5-17 0,0 2-7 0,2 1-9 15,0 1-6-15,2 1-15 0,1 2-6 0,2 2-6 16,1 0-4-16,0 1-4 0,0 3-7 15,1 1 0-15,-3 0-3 0,6 4-5 0,-7 0-4 16,-3-2 1-16,1 3-2 0,0 0-3 0,-5 2 1 0,4-1-1 16,-5 1-5-16,0 1 6 0,-2-1-3 0,-2-1-2 15,-1 2-4-15,-1-1-12 0,-2-1-12 16,-3 3-21-16,1-5-21 0,-2-1-29 0,1-1-28 0,1-2-17 16,0-2-35-16,-1 4-144 0,0-5-332 15,10-2 146-15</inkml:trace>
  <inkml:trace contextRef="#ctx0" brushRef="#br0" timeOffset="103720.18">10238 7559 81 0,'-3'-11'233'0,"3"11"-14"0,-5-7-7 16,1 2-8-16,4 5-8 0,-12-3-14 0,4 3-9 16,-4 2-14-16,1 1-9 0,-9 3-17 0,3 4-3 15,-7 4-11-15,2 6-7 0,1-3-4 16,2 0-13-16,0 1-6 0,7-1-11 0,2 0-6 0,4-1-8 15,-1 1-4-15,7 1-7 0,0-3-5 0,5-1-3 16,8 1-1-16,4-2-2 0,7-3-9 0,7 0-11 16,-1-2-22-16,5-5-21 0,2-2-30 15,0-1-42-15,3 2-42 0,-2-5-49 0,-4 1-62 0,0-1-159 16,-4-2-438-16,-1 2 194 0</inkml:trace>
  <inkml:trace contextRef="#ctx0" brushRef="#br0" timeOffset="106198.05">6653 7270 126 0,'-1'-10'212'0,"-3"1"-4"16,4 1-3-16,0 8-10 0,-6-11-10 0,4 6-10 15,2 5-12-15,-5-6-16 0,5 6-18 0,0 0-16 16,-3-7-17-16,3 7-8 0,0 0-10 0,0 0-13 16,0 0-9-16,-2 29 2 0,2-11-9 0,-3 7-4 15,1 4 0-15,-2 1-8 0,0-2-1 0,0 3-4 16,-1 0-2-16,-1-2-5 0,1 2-2 0,3-6-1 15,0 3-2-15,0 0 0 0,2-9-29 0,-2 6-26 16,1-7-25-16,-1 1-22 0,1-2-37 0,0-1-42 16,-1 0-19-16,0-6-160 0,-2-1-368 0,-1-3 163 15</inkml:trace>
  <inkml:trace contextRef="#ctx0" brushRef="#br0" timeOffset="106530.32">6497 7544 159 0,'0'0'177'16,"9"-9"-18"-16,0 2-18 0,2-1-12 0,3 1-19 16,3-1-4-16,0 0-16 0,8 0-6 0,1-2-8 0,-6 3-9 15,-1 0-11-15,2 2 3 0,-1-1-20 16,-1 0 4-16,1 2-4 0,-1-1-7 0,-4-2-10 0,-1 3 0 16,3-2-10-16,-7-1 2 0,1 1-5 15,-2 0-1-15,-1-2 3 0,1 2 0 0,-4-5-2 0,-1 3 3 16,-2-2 9-16,1-2-7 0,-3 0-3 15,0 1 8-15,0 0 19 0,-1 3 17 0,1 8 6 16,0-11 6-16,-3 5-5 0,3 6-9 0,-2-10 11 16,2 10-10-16,0 0-11 0,-2-8-4 0,2 8-8 0,0 0-3 15,0 0-2-15,0 0-7 0,0 0-1 0,2 35 1 16,-2-19-2-16,0 5-2 0,-3 4-2 16,3-1 2-16,0 1-1 0,-4 0-2 0,3 0-1 0,-4 3 2 15,1-3-3-15,2 2-24 0,-4-1-45 16,3 0-41-16,-3-3-42 0,-1 2-46 0,-2-2-155 0,1-5-371 15,-2-3 164-15</inkml:trace>
  <inkml:trace contextRef="#ctx0" brushRef="#br0" timeOffset="106796.73">7046 7644 21 0,'20'-9'170'0,"7"-4"-12"0,-2 3-9 16,-1-5-5-16,-5 5-1 0,-3 1-5 0,-1-1 4 15,-1 1-5-15,-5 0-5 0,1 1-11 16,-1-5-9-16,-1 0-10 0,-2 1-3 0,2 1-8 0,-6-3 4 16,4 3 2-16,-2 3 0 0,-4-2-10 15,0 4-5-15,0 6-6 0,-4-12-11 0,0 7-5 16,-1 1-10-16,-5 3-7 0,-1 1-7 0,0 1-4 16,-5 5-4-16,-1 4-3 0,2-1-4 0,1 4-1 15,0-1-3-15,4 4-3 0,1-1-3 0,3 0 3 0,2 4-5 16,3-3-16-16,2 0-27 0,2 4-40 0,2-3-31 15,4-2-41-15,1-2-43 0,3 1-192 0,-1-3-412 16,3 1 182-16</inkml:trace>
  <inkml:trace contextRef="#ctx0" brushRef="#br0" timeOffset="107014.75">7420 7568 12 0,'-2'-17'230'0,"2"2"-11"0,-1-3-20 0,5 1-10 15,0 2-3-15,0 2-14 0,2 1-11 0,0 1-9 16,1 3-16-16,0 1-14 0,-1 0-14 0,2 3-15 16,1 2-9-16,4 2-10 0,1 1-8 0,3 4-4 15,-1 2-9-15,1 0-4 0,0 5-2 0,-3-2-5 16,0 4-9-16,-4 1 0 0,0 2 0 0,0 0-6 16,-1 6-13-16,-3-6-31 0,-1-1-37 0,0-2-46 15,-2-1-45-15,-1-1-55 0,0 1-147 0,1-4-376 16,-2-2 167-16</inkml:trace>
  <inkml:trace contextRef="#ctx0" brushRef="#br0" timeOffset="107356.85">7901 7374 150 0,'-8'-1'179'0,"8"1"-14"16,-17 4-6-16,4 5-8 0,-1 1 5 0,-1 5 4 15,2 1-13-15,-4 4-10 0,7-4-13 0,2 2-9 16,2-2-12-16,3 2-11 0,0-2-6 0,4-5-8 16,5 7-3-16,-1-8-10 0,3 5-6 0,2-1-2 15,4-3-5-15,0-3-3 0,6-1-5 0,0 0-5 16,-1-6-3-16,12 1 0 0,-9-6-4 0,0 1-1 16,-2-5-4-16,1 2-1 0,-3-2-1 0,-1-2-2 15,-1 2 1-15,-3-3-8 0,-1-2 2 0,-2 0-4 16,-4 3 2-16,-2-2-7 0,2 1 0 0,-5-2-1 15,-1 3 1-15,0 0-2 0,-1 1-2 0,1 9 1 16,-4-11-1-16,0 7-6 0,4 4-1 0,-11 0-1 16,11 0 6-16,-21 11-6 0,12-1 5 0,-6 3-2 15,2 2-2-15,0 0-18 0,1 1-35 0,3 0-46 16,2 1-60-16,3 0-45 0,2 2-174 0,0-4-411 16,2-4 183-16</inkml:trace>
  <inkml:trace contextRef="#ctx0" brushRef="#br0" timeOffset="107517.23">8290 7695 2474 0,'15'1'101'0,"-5"0"-87"0,-2-1-18 15,1 3-2-15,-3 0-4 0,0 0 0 0,-6-3 9 16,9 6 8-16,-6 0 7 0,1 1 3 0,-1 1-3 16,-2 3 3-16,-1 1-1 0,-4 3-3 0,0 0-26 15,1 2-49-15,-4-2-70 0,1-1-68 0,-6 0-176 16,3-3-405-16,2-1 180 0</inkml:trace>
  <inkml:trace contextRef="#ctx0" brushRef="#br0" timeOffset="108650.27">11459 7525 216 0,'-3'-7'231'0,"0"-1"-25"16,1 3-20-16,2 5-23 0,-6-9-15 0,6 9-18 16,-6-3-16-16,6 3-11 0,0 0-10 0,0 0 2 15,-9 14-5-15,5-3-16 0,0 6 0 0,2-3-4 16,-1-2-9-16,4 6-3 0,2-2-5 15,2 1-5-15,0 0-4 0,1-2 0 0,1-4-8 16,0-1-4-16,1-2 1 0,1 0-3 0,3-1-1 0,-1-3 1 16,3 0-1-16,-1-1 2 0,0-2 0 0,0-4-1 15,-1 1-3-15,2-1 0 0,-1-1-2 0,-4-1-6 16,5-6 1-16,-6 4 0 0,0-1-3 0,1-7 0 16,-3 6-1-16,-2 0-4 0,-1-1 1 0,-1-3-3 15,1 2 0-15,-3 2-4 0,2 2 0 0,-2 7 2 16,1-11-1-16,-1 11-2 0,3-6-5 0,-3 6-1 15,0 0-3-15,5-8-4 0,-5 8-2 0,0 0 1 16,0 0 3-16,0 0-4 0,0 0 2 0,13 12 5 16,-9-9 0-16,3 6 3 0,5-1 0 0,1 1 3 15,3 2-2-15,0-2 1 0,9-1 0 0,-3-1 2 16,-2 0-2-16,2-3 3 0,1-2-12 0,-3 2 3 16,0-4-4-16,-1 0-3 0,-2-4-7 0,-3 4-3 15,-1-3-5-15,-1 0-2 0,-4-1-6 0,-1-2-9 16,-1 0-15-16,-3-3 7 0,2-2 5 0,-3-2 0 15,-2-2 2-15,-2 4 9 0,-4-1 3 0,1-2 6 16,0 2-4-16,0 2 17 0,-1 1 15 0,4 2 1 16,-3 2 5-16,5 5 1 0,-3-10-5 0,3 10-5 15,-2-6 2-15,2 6-6 0,0 0 0 0,0 0 4 16,0 0-4-16,0 0 0 0,6-7-1 0,-6 7 0 16,19-2 4-16,-1 2-1 0,2-2-3 0,0-2 3 0,1 1 3 15,1-1 0-15,-3 1 0 0,1 1 1 16,-3-1-2-16,0-1-2 0,-4 1 3 0,-2-1 0 15,0 0 9-15,-4 1 6 0,1 1 4 0,-2-1 6 16,-6 3 3-16,9-4 3 0,-9 4 1 0,8-2 2 16,-8 2-5-16,5-3 0 0,-5 3-8 0,0 0-5 15,0 0-3-15,0 0-3 0,11 7-1 0,-10 0-4 16,-1-7 0-16,-1 18 3 0,-1-3 3 0,-3 0-2 0,5 3 0 16,-4-1-1-16,3 1-24 0,1-1-31 0,0 2-30 15,0-1-29-15,2 2-45 0,1-4-32 0,-3 2-155 16,0-6-365-16,2-2 161 0</inkml:trace>
  <inkml:trace contextRef="#ctx0" brushRef="#br0" timeOffset="108823.86">12102 7277 119 0,'-4'-4'151'0,"4"4"-36"0,-7-6-29 0,7 6-20 16,0 0-19-16,0 0-19 0,20-3-28 0,-6 4-24 16,4 1-35-16,4 2-30 0,7-2-95 0,1 2 43 15</inkml:trace>
  <inkml:trace contextRef="#ctx0" brushRef="#br0" timeOffset="109024.45">12475 7251 71 0,'0'0'213'0,"0"-13"-13"0,0 13-5 15,0-10-3-15,0 10-7 0,2-7-8 0,-2 7-16 16,0 0-12-16,0 0-21 0,0-9-16 0,0 9-14 16,0 0-11-16,0 0-11 0,0 0 1 0,4 38-8 15,-3-18-4-15,0 5-7 0,5 5-2 0,-2-1-4 16,-3 0-5-16,1 3-4 0,0-2-1 0,2 1-2 16,0-2-6-16,1-3-12 0,-3 3-19 0,2-1-40 15,0-4-39-15,0-5-29 0,-4-3-37 0,4 0-24 16,-2-4-44-16,-2 0-110 0,1-4-345 0,-1-8 152 15</inkml:trace>
  <inkml:trace contextRef="#ctx0" brushRef="#br0" timeOffset="109218.23">12693 7318 39 0,'2'-12'229'15,"0"5"-17"-15,0 1-25 0,-2-1-22 0,0 7-18 16,0 0-14-16,0 0-15 0,0 0 2 0,0 0-6 15,6 32 10-15,-6-5-9 0,-3 1-5 0,0 2-11 16,1 4-4-16,-4-1-10 0,3 3-7 0,1 8-10 16,0-11-1-16,0-2-24 0,-2 1-36 0,3 0-53 15,2-4-58-15,-1-3-55 0,2 2-182 0,2-7-370 16,0-5 163-16</inkml:trace>
  <inkml:trace contextRef="#ctx0" brushRef="#br0" timeOffset="109804.76">13306 7684 2473 0,'25'-19'76'0,"-4"1"-44"0,-6 6-24 0,1-1-6 16,-3 0 5-16,-2-3-4 0,7 4 9 0,-7-4 20 15,1 4 9-15,-1-3 9 0,-2-1 5 0,2 1-8 16,-2 1 1-16,-2-1 7 0,-1-2 5 16,-4 2-4-16,4 1 0 0,-2-3-7 0,-4 2-6 0,4 1-4 15,-4 1-6-15,2 1-2 0,-1 3-2 0,-2 3-2 16,1 6-2-16,-2-10 4 0,2 10-12 0,2-9-6 15,-2 9 0-15,0 0-8 0,0 0 1 0,0 0-5 16,-27 23 1-16,17-10 1 0,-7 9 3 0,4-1-2 16,-1 2 2-16,6-4-4 0,1 3-3 0,1-3 0 15,3-1 1-15,0 0 8 0,6-1-5 0,0 0-2 16,1-6 2-16,5 6 1 0,1-5 2 0,0-4-3 16,-1 0-4-16,2-1 2 0,3-4-3 0,5 3-4 15,0-5-1-15,-1 0 0 0,-3-3 1 0,2-4 2 16,0 3 0-16,-1-5-4 0,-1 1 3 0,-1-3 5 15,2 0 0-15,-2-4-2 0,-3-2-2 0,1 1 1 16,-2-2 2-16,5-5-1 0,-3 0 8 0,-3 4-10 16,0 2 1-16,2 4 0 0,-6 0 4 0,3 4-7 15,-3 3 0-15,-3-1-3 0,0 2-4 0,-2 4 4 16,0 0-1-16,0 0 2 0,0 0 0 0,18 10 0 16,-17 0 6-16,1 2 0 0,0-2 4 0,-2 3-2 15,0-1-2-15,2-1 0 0,0 0 1 0,-4-1-1 16,2-2 6-16,0-8-5 0,2 11 5 0,-2-7 2 15,0-4-4-15,2 9 2 0,-2-9 5 0,0 0 3 16,3 7 7-16,-3-7 2 0,0 0-2 0,0 0 2 16,0 0-7-16,0 0 2 0,18-18-1 0,-9 13-2 15,2-3-2-15,-2 0-1 0,0 0-5 0,3 2 4 16,-1-1-4-16,0-1-5 0,1 5 0 0,-4 0-5 16,3 0 3-16,-1 3 6 0,-10 0-1 0,13 4-9 15,-5 1 0-15,-1 3 2 0,1 0 1 0,-4 1-1 16,0 1 0-16,0 3-12 0,-3-2-19 0,0-1-28 15,-2 6-34-15,-2-3-30 0,-1 2-46 0,0-3-34 16,-1-1-48-16,-6 5-141 0,4-6-431 0,0 0 190 16</inkml:trace>
  <inkml:trace contextRef="#ctx0" brushRef="#br0" timeOffset="109990.01">13492 7064 173 0,'-4'-1'147'0,"4"1"-23"0,0 0-23 16,0 0-25-16,0 0-35 0,15 20-32 0,-5-6-37 16,7 4-80-16,4 2-116 0,4 1 52 0</inkml:trace>
  <inkml:trace contextRef="#ctx0" brushRef="#br0" timeOffset="110748.98">14298 7289 99 0,'0'0'220'0,"10"-6"1"0,-10 6-1 0,3-3-8 16,-3 3-13-16,0 0-16 0,0 0-16 0,6-2-19 15,-6 2-15-15,0 0-15 0,0 0-8 0,0 0-9 16,0 0-8-16,-9 26-6 0,1-15-2 0,-2 3-6 15,3 2-4-15,1-1-6 0,-1-1-5 0,0 3-5 16,2-3-6-16,1 3-5 0,2-1-5 0,0-4-1 0,2 1-3 16,4-2 5-16,-2 2-9 0,5-1-7 15,-3 3 3-15,8-4-4 0,1 2-1 0,3-4-4 16,0-2 7-16,4-1-7 0,-1-2-4 0,0 0-1 16,0-2-2-16,2-2 3 0,-2 0-5 0,-2-2 0 0,3-1 1 15,-2 1-14-15,-4-4-3 0,0 0-8 16,-1-1 0-16,-3 1-5 0,0-1-10 0,-1-8 1 15,-2-1-10-15,-1-1-4 0,0-2 1 0,-5-1 5 16,0-4 4-16,-3 6 0 0,-2-1 4 0,-2 3 4 0,-1-1-1 16,-2 2 3-16,-3 1 1 0,2 2 4 15,-1 3 3-15,1 2 4 0,1 0 5 0,3 2 0 16,1 3 1-16,-4-1-4 0,5 0 1 0,4 3-1 0,-9-6-3 16,9 6 2-16,-4-3-2 0,4 3 2 0,0 0 1 15,0 0 5-15,0 0 0 0,0 0 2 0,31 9-1 16,-12-5 1-16,8-1-2 0,3-1 10 0,0-2-11 15,-1 0 4-15,-1 0 0 0,0 0 1 0,-7 0-3 16,-2-2 2-16,-1 1 0 0,-5 0-3 0,2 1 1 16,-5-1-2-16,-3 1-3 0,3 2-1 0,-10-2 1 15,11 0 5-15,-11 0-7 0,11 2 1 0,-5 0 2 16,-3 4-2-16,-3-6 5 0,6 10 2 0,-3-1 5 16,-1 2 6-16,2-1 1 0,-3 2 0 0,2-2 2 15,-1 0-4-15,0 2 7 0,4 4-6 0,-4-5-2 16,1 2-2-16,1-3 1 0,2 2 0 0,1-2 0 15,2-3-2-15,-2 2 1 0,2 0 1 0,5 2-2 16,-3-4-1-16,0-2 2 0,7-2 0 0,0 2 0 16,0-1 7-16,2-3-11 0,-1-1 4 0,2-1-3 15,0-3-2-15,-3-1-2 0,2-1-1 0,0-1-3 16,-6-2-4-16,1 0-2 0,-1-2-1 0,-1-1-2 16,-3-1 5-16,-2-1-5 0,-1-1 3 0,-2 1 0 15,-4 2 2-15,3-1-1 0,-2 3 5 0,-2 0 0 16,-2 0-3-16,0 2 4 0,2 8-2 0,-8-10-6 15,2 6 3-15,-4 3-1 0,-3-1-2 0,1 5 2 16,-6 5 2-16,1 0 5 0,-2 2-5 0,4 1 3 0,-1 1 1 16,1 1-1-16,1 1-1 0,1 1 0 15,7-1 5-15,0-3-4 0,4 2-1 0,0-2 2 16,2 1-19-16,3-1-26 0,4 0-30 0,-1-3-40 16,9 1-47-16,1 0-36 0,0-3-193 0,6-1-424 15,6 0 188-15</inkml:trace>
  <inkml:trace contextRef="#ctx0" brushRef="#br0" timeOffset="111600.4">15515 7325 8 0,'0'-10'194'0,"-1"3"-6"0,-1-1-12 0,-2 3-8 0,4 5-7 16,-12-9-3-16,6 6-14 0,-2 3-6 15,-6 3-9-15,0 4-6 0,-4-1-7 0,-1 5-5 0,1 1-5 16,-5 4-12-16,10-3-8 0,1 1-7 0,0-1-9 15,1 0-8-15,2 0-5 0,4-2-1 0,2 2-7 16,3-2-5-16,1 0 0 0,1 0-6 0,4-2 0 16,4 0-8-16,0 0-1 0,5-2 2 0,4 1-7 15,0-5-5-15,-4 0-1 0,4-2-2 0,2-2-2 16,-3-2-3-16,-1 1 1 0,-4-1-5 16,5-3-2-16,-4-2-1 0,-2 0 2 0,2-3 0 0,-7 3 3 15,2-3-7-15,0-1 3 0,-2 0-6 0,-2-3 5 16,-1 2-1-16,1 2 3 0,-3-2-3 0,1 1 0 15,2 2-3-15,-4 1 2 0,1 2 1 0,-2 7 3 16,0-12-1-16,0 12 0 0,2-8-2 0,-2 8-8 16,0 0 0-16,0 0 2 0,0 0-3 0,0 0 3 15,0 0 7-15,0 0 1 0,-6 27 3 0,2-18 6 16,1 1 3-16,-2 5-4 0,4-2 1 0,0-2-3 16,1-1-1-16,0 0 4 0,1 1-1 0,3-1 0 15,-3-4-1-15,5 2 1 0,-2 1-3 0,4-3 4 16,-2 1-3-16,6-2 6 0,-3-1-7 0,2-2 4 15,2 0-6-15,0-1 2 0,1-2-2 0,-1 0-7 16,2-1-5-16,0-4 1 0,2-2-5 0,-7 3-3 16,3-6-9-16,0 1 2 0,-4-4-7 0,1 0-5 15,0-3 1-15,-2-3-2 0,0-2 4 0,-2 3-3 16,0-5 5-16,-2 4 1 0,-3 3 5 0,2-2 0 16,-3 5-1-16,0 2 3 0,-1 2 3 0,1 2-2 15,0 8 2-15,-2-14-3 0,2 14-3 0,-5-3 1 16,5 3-1-16,0 0 5 0,-16 13 3 0,9-2 3 15,-2 6 5-15,-2-1 0 0,3 4-3 0,2 3 10 16,-2 2 1-16,4-7-1 0,1 0 4 0,1 2 7 16,4-1-3-16,-1-4 3 0,-1 5 2 0,4-6 2 0,-2 4-4 15,1-7 2-15,0 1 2 0,0 2-4 16,3 0 1-16,-4-4-1 0,2 1-1 0,-3-1 0 16,0 0-2-16,-1-4 1 0,3 3-3 0,-3-1 2 15,0-8-3-15,1 9 4 0,-1-9-3 0,0 0-1 0,-1 12-1 16,1-12-3-16,0 0 2 0,0 0-3 0,0 0-12 15,0 0-8-15,0 0-10 0,0 0 0 16,0 0-3-16,20-21 2 0,-10 11-5 0,3-2 5 16,4 0-1-16,3-5-5 0,3-4-3 0,0 2 5 15,3 2-1-15,-3 0 5 0,2-1-1 0,-2 3 10 0,-1 1-3 16,-8 0 4-16,-1 4 8 0,0-2 5 0,-6 3 9 16,2 1 16-16,-5 2 12 0,0 1 4 15,1 0 3-15,-5 5-3 0,3-9-6 0,-3 9-3 0,0 0-1 16,-14-4 3-16,14 4 7 0,-23 10 5 0,5-1 2 15,2-2 0-15,-2 6 3 0,1-4-8 0,2 1-1 16,3 1-4-16,1 3-4 0,6-3-2 16,1-1 9-16,3 2-12 0,4-2-5 0,1 1-20 0,7 2-20 15,4 0-37-15,10 2-46 0,2-3-61 0,5-1-66 16,3-2-203-16,0 0-470 0,-3-3 208 0</inkml:trace>
  <inkml:trace contextRef="#ctx0" brushRef="#br0" timeOffset="112261.71">17339 7283 183 0,'4'-6'195'0,"-1"-1"1"0,-1-2-2 15,1 3-8-15,-3 6-3 0,1-8-6 0,-1 8-16 16,4-6-13-16,-4 6-14 0,0 0-18 0,4-7-11 16,-4 7-14-16,0 0-7 0,0 0-11 0,0 0-8 15,0 0-5-15,0 0-4 0,-11 27-5 0,5-10-3 16,-6 4 1-16,-5 3-4 0,-1 2-4 0,-4 1-2 15,2 1-3-15,-2-1 0 0,-1-1-6 0,1 2 0 16,2-4-3-16,4-2-6 0,1 2 1 0,3-2-3 16,5-6 0-16,-1 0-3 0,2-1-2 0,2-1 3 15,1-2-4-15,2 1 1 0,2-3-3 0,-1 1-3 16,2-2 3-16,0-1-2 0,5-3-1 0,0 1 0 0,0 0 1 16,3-2 0-16,3-2 0 0,-2-1-4 15,4-1 0-15,-2-3 3 0,5-4 0 0,-1-2-1 16,-1-1 1-16,0-3 0 0,0-10 0 0,-5 7-3 15,-1-8 0-15,-3-1 0 0,-4 0-3 0,-6-3-3 16,-4 0 2-16,-5-3-1 0,-6 2 4 0,-2 0-8 16,-6 1 7-16,-11-2-2 0,7 10 1 0,-2 1-1 15,-16 1 4-15,18 7-5 0,-2 1 1 0,1 4 0 16,3 5 0-16,6 1-3 0,2 1-8 0,-1 7-26 0,6 0-22 16,1-3-28-16,8 5-30 0,2-1-35 0,4 5-45 15,4-2-223-15,8 2-453 0,13 0 200 16</inkml:trace>
  <inkml:trace contextRef="#ctx0" brushRef="#br0" timeOffset="113380.14">18405 7858 203 0,'-6'5'229'0,"6"-5"-2"16,0 0-14-16,0 0-26 0,0 0-19 15,0 0-13-15,0 0-13 0,0 0-14 0,10-27-13 16,-5 18-10-16,0 0-9 0,2-1-6 0,0-3-2 15,2-2-7-15,-3-2-8 0,4-1-5 0,0 1-12 16,-3-2-3-16,1 2-2 0,2-11-8 0,-3 2-1 16,-1 2-3-16,-1 5-11 0,-1-6 6 0,-1 6-8 15,-5 3-7-15,2-1-1 0,-1 6-2 0,0 1-3 16,-1 1 2-16,0 3-3 0,-2 0-4 0,-1 0-3 0,5 6 2 16,-13-5-6-16,7 5-2 0,6 0 3 0,-16 0-1 15,8 2-5-15,8-2 1 0,-12 3-2 16,7-1 4-16,5-2-1 0,-8 6-1 0,3-1 0 15,5-5 1-15,-2 8-1 0,2-8 1 0,7 10-2 0,2-5 5 16,3-1 0-16,8 2-6 0,6 0 2 0,5-3-3 16,0 5-2-16,1-5-1 0,-1-1-3 15,-3-2 3-15,-9 3 2 0,2-2-1 0,-4 2-1 0,-5 0-2 16,0 0 1-16,-2 1 1 0,-1 2-3 0,-2 3 0 16,-1-1 7-16,0 1-2 0,-2 1 0 15,-2 3 4-15,-1-1 2 0,-1 4 2 0,0 0-4 0,0-1-2 16,0-2 2-16,0-3 2 0,0 3-1 0,3-3-2 15,-2 0 2-15,3 0 3 0,0 1-1 0,2-3 4 16,3 1-1-16,0-2 1 0,2 0-2 0,1-5 2 16,0 2 1-16,6-1 1 0,-2-2-3 0,5-2 2 15,-3-2-4-15,0-1 0 0,1-1-3 0,-1-2 2 16,-2-1-2-16,0 0-3 0,-1-5-4 0,-2 0-7 16,-1 0 1-16,-1-2-2 0,-2-4 2 0,-3 1 1 15,0 2-8-15,-2-3 3 0,-3 1 4 0,-1 7 2 16,0-6-2-16,-3-1 7 0,0 8 4 0,-2 0-2 15,3 2 1-15,-2-1 3 0,0 3-6 0,-1 3 7 16,5 3-4-16,-17-1-1 0,7 3-2 0,-2 2 5 16,1 4-1-16,-2 2 6 0,-1 5-3 0,2-1 6 15,2 1-4-15,1 2 1 0,2-1 2 0,2 1 2 16,3 1-2-16,4 0-1 0,0 0-11 0,5-3-22 0,1-5-42 16,5 3-43-16,4-2-31 0,7 0-51 15,3-3-122-15,2-2-345 0,2-1 152 0</inkml:trace>
  <inkml:trace contextRef="#ctx0" brushRef="#br0" timeOffset="113586.71">19482 7448 169 0,'-7'-3'165'0,"7"3"-10"0,-14-3-6 0,2 7 8 15,-4 2-3-15,-2 3-4 0,2 2-8 16,0 3-9-16,-2 5-7 0,4-2-14 0,1 3-6 15,4-3-10-15,-1-2-14 0,3 2-2 0,5 4-11 0,3-2-5 16,0-4-4-16,5 3-9 0,0 0-29 0,5-4-23 16,4 0-37-16,0-2-48 0,4-6-34 0,10 1-39 15,3-1-148-15,-1-3-332 0,2-3 148 16</inkml:trace>
  <inkml:trace contextRef="#ctx0" brushRef="#br0" timeOffset="114306.88">19737 7518 3 0,'0'0'161'0,"-7"-4"-10"0,7 4-16 16,0 0 3-16,-20 8 12 0,11 1-6 0,-1-2-2 15,-2 4 1-15,2 1-10 0,-1 4-10 0,2-3-10 16,-1 0-9-16,2 2-14 0,3 0-9 16,1-3-2-16,5 2-7 0,0 0-10 0,1-1-1 0,3-3-7 15,0 0-4-15,1-1-3 0,2-2-3 0,0-1-5 16,2 1 1-16,0-2-6 0,2-4 0 0,0 2-6 15,1-2-3-15,0-1-4 0,-3 0-2 0,2-3-4 16,-2-1-4-16,-1-1-3 0,-3-1 2 0,1-3-6 16,0 1 1-16,-3 1 0 0,-2-4-1 0,1 0-1 15,0-2 1-15,-3 2-3 0,-2-1 2 0,4-2 0 16,-2-2 1-16,-2 1-6 0,4 5 2 0,-2-2-2 16,3 4-4-16,1-2 2 0,0 1-1 0,5 3-3 15,0 0-1-15,1 2-4 0,5-2 7 0,1 5-3 16,3 1 1-16,0 3 1 0,0 1 2 0,2-1-3 15,-2 6 4-15,-4 1 0 0,2-2-3 0,0 6 3 16,-3-2 1-16,0 3 1 0,-3-5 2 0,-1 5-4 16,-2-6 7-16,-2 0-4 0,-2 1 4 0,3-1-1 15,-5-3 3-15,3 4 6 0,-2-6 7 0,1 4 8 16,-4-8 9-16,1 7 14 0,-1-7 13 0,3 6 13 0,-3-6 0 16,0 0-5-16,0 0-7 0,0 0-4 15,0 0-9-15,0 0-3 0,-16-14-3 0,11 5-8 16,0 1-1-16,1-1-4 0,2 0 0 0,0-2-8 15,0 0-9-15,2-2-7 0,1-3 1 0,4-2-11 0,2 1-2 16,4 3 1-16,-2 1 2 0,3 1-3 0,-1 5-4 16,3-1-2-16,-4 4 3 0,3 3-2 0,0 1 1 15,0 3-4-15,-2 1 0 0,-1 2 1 0,1 2 7 16,-4 1-7-16,0 3 5 0,2 3-3 0,1 1 4 16,-6 1-2-16,0 0 3 0,-2-6 2 0,1 6-2 15,-2-7 3-15,-1 2 1 0,0-2 1 0,-1-2 1 16,1-8-2-16,0 13 3 0,0-13 6 0,-2 4 0 15,2-4 2-15,0 0 1 0,0 0-3 0,0 0-2 16,0 0-2-16,0 0 1 0,0 0 1 0,0 0-3 16,0 0-8-16,9-29 3 0,-1 18 0 0,1-3-3 15,0-3-2-15,4 3 0 0,-1-1-3 0,1 1-1 16,3 3-2-16,-4 1 3 0,1 2-1 0,-1 3-1 16,0 0 2-16,-1 2-2 0,-4 3-4 0,-7 0 3 15,18 4 0-15,-11 1 2 0,-2 0-3 0,0 4 0 16,0 0 7-16,0 0 0 0,-4 4-1 0,2 2-16 15,-5 0-23-15,1-3-37 0,-1 5-48 0,-2 0-61 16,1-2-54-16,0-5-140 0,0 0-418 0,0-2 186 16</inkml:trace>
  <inkml:trace contextRef="#ctx0" brushRef="#br0" timeOffset="114702.53">20598 7448 2362 0,'-5'-33'-14'0,"2"4"38"0,0 1-1 0,1 11 1 0,1-1 34 16,0 6 1-16,0 4-1 0,1 1-14 16,0 7-10-16,-2-10-12 0,2 10-2 0,0 0-6 15,0 0 1-15,0 0-5 0,0 0 13 0,7 41 5 16,-2-14 5-16,-2 1-4 0,1 0 1 0,0 3-1 16,0-5 1-16,0 4-4 0,-1-5 6 0,0 3-10 15,1-8-2-15,-3 3-3 0,-1-5 2 0,0-7-2 16,0-1 4-16,-1-2-5 0,1-1 8 0,0-7-3 15,-1 12-4-15,1-12 12 0,-4 6-13 0,4-6 2 0,-4 5-2 16,4-5 0-16,0 0-1 0,0 0-3 0,0 0-2 16,0 0-10-16,0 0-9 0,2-24-11 15,6 16-1-15,1 1 1 0,3 1 1 0,3-1-5 16,3 1 4-16,0 1 1 0,-5 3 1 0,1 2-1 0,-1 2-3 16,1-2 3-16,-4 6 1 0,1 1-3 15,-2 2 5-15,-1-2 0 0,-3 2 2 0,0 1 4 16,-2 0-1-16,-2 2 3 0,-2-3 3 0,0 1 2 0,-5 0 3 15,-1-1 0-15,-2 1 0 0,-5 0 0 0,1 0-8 16,-2-4-17-16,-1 1-28 0,4-2-35 0,1-3-40 16,2 0-36-16,0-1-54 0,9-1-167 0,0 0-415 15,-10-8 184-15</inkml:trace>
  <inkml:trace contextRef="#ctx0" brushRef="#br0" timeOffset="114876.4">20974 7510 90 0,'4'-3'228'0,"-4"3"-20"16,0 0-27-16,9 0-21 0,-9 0-14 0,0 0 0 16,5 13 3-16,-5-2-5 0,-2 0-11 0,1 2-4 15,-3 2-10-15,2 3-11 0,1 0-12 0,-2 1-5 16,3-4-11-16,-3 2-27 0,3 1-37 0,2-3-32 0,-2 2-42 16,1-5-46-16,0-2-55 0,1 1-165 15,-2-1-350-15,1-4 155 0</inkml:trace>
  <inkml:trace contextRef="#ctx0" brushRef="#br0" timeOffset="115234.03">21112 7695 197 0,'5'-13'219'0,"-5"13"4"0,2-12-15 16,0 2-10-16,-1 1-13 0,3 0-11 0,1-1-10 15,1-2-8-15,3-2-10 0,4 0-15 0,-1 0-15 0,3 1-9 16,2 2-11-16,-2-1-6 0,3 6-12 0,-2-1-13 15,2 3-5-15,-4 4-11 0,4 0-6 0,-5 3-5 16,0 0-2-16,-2 5-7 0,1 2 1 16,-2-2-7-16,-1 3 2 0,-4 2-3 0,2 2-1 15,-2 1-4-15,-2-4-18 0,0 2-29 0,-4-1-36 0,1 3-47 16,0-2-44-16,0-5-32 0,-2 2-210 0,2-5-432 16,0-6 193-16</inkml:trace>
  <inkml:trace contextRef="#ctx0" brushRef="#br0" timeOffset="115590.63">21663 7472 145 0,'-20'5'202'0,"1"-1"-1"16,-2 1-9-16,0 2-9 0,3 1-6 0,0 4 4 15,2-3-7-15,2 4-13 0,0-3-18 0,3 4-14 16,5-3-13-16,-2 1-13 0,5 2-6 0,3 3-11 15,0-6 3-15,3 0-19 0,5-1-1 0,0 1-8 16,1-3-13-16,6 1-9 0,-2-4-3 0,5-1-7 16,-2-2-6-16,3 0-7 0,1-5 2 0,-3-2-8 15,1 1-1-15,-2-3-3 0,-1-3 1 0,-2-1 2 16,-2-2-2-16,-1-2-5 0,-3 6 1 0,-1-4-1 16,0-4 0-16,-3 5 5 0,2 2 10 0,-1 0 2 15,-1 2 7-15,-2 4-5 0,-1 4 0 0,3-11-10 16,-3 11-4-16,2-6-2 0,-2 6-4 0,0 0 0 15,0 0 0-15,0 0-1 0,0 0 0 0,0 30 0 16,-1-17 3-16,-2 3 0 0,2 0 2 0,1 3-3 16,1 0 4-16,1-3-7 0,0 2-33 0,1 3-35 15,3-4-69-15,2-9-54 0,1 8-237 0,2-5-463 16,4-3 206-16</inkml:trace>
  <inkml:trace contextRef="#ctx0" brushRef="#br0" timeOffset="115838.27">22047 7419 2100 0,'-1'-30'79'0,"0"2"4"0,2 9 11 0,-1 0 1 0,0 2 10 15,0 7 1-15,1 0-6 0,-1 4-13 0,0 6-22 16,2-10-9-16,-2 10-9 0,0 0-7 0,0 0-4 16,0 0-4-16,0 0 5 0,2 30 8 15,-1-3 1-15,-1 0 6 0,2 5-9 0,0 2 1 0,-2-2 4 16,-1 3-4-16,1 0-7 0,0-2-2 0,-1 0-3 15,1-3 0-15,-3 1-3 0,2-2-1 0,1-2-14 16,-1-8-24-16,-2-2-23 0,2-1-29 16,1-4-31-16,-2 0-30 0,0 0-31 0,-1-3-41 0,2-3-34 15,0 0-31-15,-7-1-162 0,3-2-458 0,5-3 203 16</inkml:trace>
  <inkml:trace contextRef="#ctx0" brushRef="#br0" timeOffset="116102.59">21911 7600 171 0,'0'0'193'0,"-3"-10"-16"0,3 10-20 0,0 0-19 16,9-13-9-16,-1 12-19 0,3-5-7 0,8 0-12 15,8 2-4-15,1 1-9 0,3-1-6 0,1 1-5 16,1 3-6-16,-1-2-6 0,0-1-4 0,-1-1-1 16,-3 2 5-16,-10 2 0 0,-3-1-5 0,-3 1 4 15,-2 0-3-15,1 0-2 0,-4 0-5 0,-7 0-2 16,12 1-8-16,-8 2 2 0,-4-3 7 0,8 7 15 15,-4-1 16-15,-3 0-3 0,2 3-1 0,-2 2-4 16,0-1-8-16,-1 2-8 0,0-3 1 0,-1 3-8 16,1-1-3-16,-1 1-6 0,-2 5-11 0,3-6-30 0,-1 1-33 15,-1 1-39-15,1-2-44 0,0 0-55 0,1-2-46 16,-3 0-158-16,2-2-413 0,1-7 182 0</inkml:trace>
  <inkml:trace contextRef="#ctx0" brushRef="#br0" timeOffset="116262.22">22396 7354 168 0,'0'0'162'0,"-10"0"-29"0,10 0-32 16,0 0-22-16,-13 11-38 0,11-5-24 0,0 4-38 15,1 1-34-15,0 4-50 0,3 0-112 0,6-2 49 16</inkml:trace>
  <inkml:trace contextRef="#ctx0" brushRef="#br0" timeOffset="116780.35">22573 7557 42 0,'0'0'202'0,"0"0"-21"0,0 0-15 16,0 0-11-16,0 0 1 0,0 0-11 0,0 0-3 16,-13 16-5-16,5-10 4 0,2 3-16 0,1 0-8 15,-2-1-11-15,0 1-13 0,0 1-8 0,2-1-7 16,3 0-9-16,-1 0-5 0,0 3-7 0,3-3-2 15,2 1-8-15,0-2-3 0,3 1-5 0,-2-3 1 16,5-2-2-16,0 2-4 0,-1-2-5 0,-1-1-3 16,3-1 0-16,0-1 1 0,-9-1-8 0,16-3-1 15,-5-1-4-15,-2-1-3 0,3-1-8 0,-1 2 4 16,-1-6-4-16,1 3 1 0,-3-4-3 0,0 0-4 16,0 1 2-16,2-6 1 0,-4 7-3 0,1-6 1 15,-2 4-3-15,0 0 0 0,0 4 0 0,-2 1-1 16,2 0 1-16,-2 1-2 0,-3 5-2 0,8-5-3 15,-8 5 0-15,0 0 1 0,0 0 0 0,18 9 3 16,-14-4-4-16,0 3 4 0,0 0-3 0,-1 2 7 16,3-1-3-16,-4 1 4 0,1-1 5 0,-1 0 1 15,2 2 6-15,-1-2 0 0,-2 3-1 0,0-6 1 16,0 2 2-16,-1-8-1 0,3 9 2 0,-3-9-1 16,3 5 1-16,-3-5 3 0,0 0 0 0,5 6 12 15,-5-6 10-15,0 0-5 0,0 0-6 0,0 0 0 16,15-11-4-16,-7 3-3 0,1 2-3 0,3-3 3 0,1-3-5 15,1 2-11-15,3-2-4 0,5-6-2 0,-7 8-1 16,3-3-2-16,-3 6-4 0,2-4 7 16,-3 4-4-16,-3 0-2 0,0 3 2 0,-1 2-2 15,-1 2-4-15,-9 0-2 0,13 0 0 0,-7 2 4 0,-1 1 2 16,0 3-1-16,-1 0 0 0,0 1 3 0,0 1 2 16,-3-2-1-16,0 7 1 0,0-5 1 15,1 5 0-15,-4-4 3 0,1 4-16 0,-1-2-35 16,2 2-48-16,-2-4-65 0,1 1-72 0,1-1-133 0,0-9-400 15,0 0 176-15</inkml:trace>
  <inkml:trace contextRef="#ctx0" brushRef="#br0" timeOffset="117234.48">23580 7402 2480 0,'1'-28'2'0,"1"3"47"16,1 8-10-16,-2 5 19 0,-1 1 19 0,2 1 2 15,-2 4-10-15,0-4-14 0,0 10-13 0,0-7-8 16,0 7-9-16,0 0-2 0,0 0-2 0,0 0 0 16,0 0 2-16,2 37 2 0,-1-11 2 0,1 5-3 15,-1-1 1-15,-1 3-3 0,0-1-4 0,1-1 7 16,1 1-7-16,-2-3 1 0,1 1 8 0,0-3-15 16,0-9 0-16,-1-1 4 0,3-2-5 0,-4-2 6 15,3-4-6-15,-4 1 0 0,2-1 1 0,0-9 4 16,1 7 5-16,-1-7 12 0,0 10 9 0,0-10 8 15,0 0-4-15,0 0-1 0,0 0-4 0,0 0-4 16,0 0-5-16,0 0-4 0,0 0-6 0,1-30-1 16,4 19-4-16,-1-2-2 0,3 2-14 0,-1 0 3 0,7-3 0 15,0 4-14-15,3-2 9 0,1 5 0 16,-1-1-2-16,-2 5-4 0,3 1 2 0,0 0-1 16,-3 2-2-16,0 2-2 0,1 4 2 0,0 3 3 15,-4-1-3-15,0 4-1 0,2-1 1 0,-3 2-1 0,-4 2 4 16,0-4 0-16,-3 0-3 0,1-2 0 0,-2 2 3 15,-4 1 0-15,-2-3 7 0,1-3 5 16,-4 3-7-16,-4 0 5 0,1-2 2 0,-2 2 1 0,-5-5 7 16,1 2-18-16,-2-3-16 0,0-1-23 0,5-1-19 15,0 0-24-15,-1-1-28 0,4-2-27 0,1 1-41 16,3-2-28-16,6 3-53 0,-5-10-189 16,5 10-486-16,0 0 215 0</inkml:trace>
  <inkml:trace contextRef="#ctx0" brushRef="#br0" timeOffset="118054.84">24125 7596 117 0,'3'-6'215'0,"2"-1"3"0,-4 0 6 0,-1 7-12 15,0-12-7-15,0 12-14 0,-2-10-13 0,2 10-10 16,-7-7-13-16,7 7-11 0,-6-5-15 0,6 5-16 16,-9-3-9-16,9 3-13 0,-14 3-5 0,4 4-6 15,1 1 0-15,-1-1-8 0,1 3-5 0,1-1-11 16,1 1-2-16,-1 2-3 0,1 1 6 0,3 0-19 15,2-2 0-15,2 1-5 0,2-2-1 0,0 0-4 16,2 0-3-16,-1 1-2 0,5-3 0 0,-2-1-4 16,3-2-2-16,0 2-5 0,3-4-4 0,-2 0-7 15,0-2 5-15,2-1-2 0,-2 0 1 0,0-4-4 16,3 1 3-16,-3-1 2 0,2-1-4 0,-2-2-6 16,-2 0 6-16,4-8-8 0,-3 1 4 0,0 1 2 0,-1-2 0 15,1 2 0-15,-3 2 4 0,-1 0-5 0,1 0 0 16,-3 3 2-16,0 2 12 0,1 1-7 15,-4 5 1-15,3-9-4 0,-3 9-8 0,3-5-3 16,-3 5 1-16,0 0-3 0,0 0 12 0,0 0-3 0,0 0-5 16,-8 22 0-16,5-12-1 0,0 0 1 15,1-1 2-15,0 1 1 0,1-3-3 0,0 4 6 16,1-2 0-16,1 0 0 0,2-2 0 0,0-1 5 16,5 2 2-16,1-1-4 0,1 0 6 0,4-2-1 15,4-2-1-15,1-1-3 0,0-2 2 0,1 0 1 0,-3 0 1 16,-1-5-1-16,0-3 4 0,1 2-8 15,-4 1 3-15,0-7-1 0,1 0-2 0,-5 1 2 16,-2 0 2-16,2-2-2 0,1-2-2 0,-3-2-4 0,-3-1-1 16,0 7 2-16,-1-1-3 0,1 2 4 0,1 2 0 15,-3 1-4-15,-2 7 6 0,-2-9-3 0,2 9-3 16,2-8-7-16,-2 8 0 0,0 0-5 0,0 0 3 16,0 0 1-16,0 0-2 0,0 0 5 0,0 0-4 15,-8 21 3-15,5-11 0 0,3 0 1 0,2 7 2 16,-1 0 0-16,3 1 7 0,-2-3-4 0,3 3-1 15,-1-4 1-15,1 4 1 0,3-1 4 0,0-2-1 16,-2-1-3-16,-2-1 6 0,0-4-1 16,1 0-5-16,-4 0 3 0,2 0 4 0,-1-2-3 0,-2-7-2 15,0 8 3-15,0-8 3 0,2 8-2 0,-2-8 6 16,0 0-7-16,0 0 4 0,2 7 3 0,-2-7-2 16,0 0 0-16,0 0 1 0,0 0-6 15,0 0 2-15,0 0-8 0,0 0-5 0,9-23-3 0,-1 15 2 16,7-1-5-16,-1-3 8 0,3 2-4 0,6-3 4 15,1 1-7-15,0-5 3 0,2 3 3 0,1-1 0 16,-4 2 1-16,-8 1 4 0,0 0 0 0,2 1 1 16,-4-2 8-16,-3 4-3 0,-1-1 10 0,-4 0 6 15,1 0 6-15,-2 2 6 0,-2 0 3 0,-2 2-2 16,0 6-2-16,-2-10-4 0,2 10 0 0,0 0-14 16,-9-7 4-16,9 7 12 0,-16 6-8 0,3-1 1 15,-1 2-6-15,2 1 1 0,2 2-3 0,0 0-5 0,0 5 2 16,2-1-2-16,5 4-3 0,3 0-18 15,3-1-33-15,5 1-31 0,8 4-46 0,7-2-54 16,3-4-65-16,2 0-270 0,10 0-553 0,-5-3 245 0</inkml:trace>
  <inkml:trace contextRef="#ctx0" brushRef="#br0" timeOffset="119778.56">25807 7520 159 0,'-10'-6'246'0,"-5"2"-11"0,3 0-17 16,-1 2-21-16,3-1-17 0,-1 2-17 0,-1 4-17 16,1 1-5-16,-3 5-8 0,3 3-11 0,-2-1-8 15,0 5-12-15,1-1-8 0,3 5-7 0,2-4-11 16,1-2-7-16,4 4-6 0,3 0-7 0,-1-2-2 16,7 0-7-16,1 1-1 0,3-4-5 15,1 2-2-15,5-3 0 0,3 0-6 0,-2-4-2 0,9 0-9 16,-5-2 4-16,0-3-4 0,-1-3-5 0,-1 2-4 15,0-3 1-15,-2 0-4 0,-2-1-1 0,4-1-2 16,-3-6-1-16,0 0-1 0,1-1 0 0,-3-2-2 16,-1-3 1-16,-1-6 2 0,1 6-3 0,-5-1 4 15,2 0-2-15,-4-2-1 0,2 0-1 0,0 5-1 16,-5 1 0-16,0 2 11 0,2 0 9 0,-2 4-2 16,-2 0 0-16,-2 6-1 0,2-8-6 0,-2 8-6 15,3-8-3-15,-3 8-4 0,0 0-1 0,0 0-3 16,0 0 0-16,0 0 2 0,2 19-1 0,-4-6-3 15,2 3 6-15,-2 1 0 0,-1-2 2 0,3 4-4 16,0-6 4-16,0 5-3 0,0-6 0 0,2 1 4 16,1-2 6-16,-1 2-10 0,4-5 3 0,-1 1 1 0,2 0-3 15,0-2-5-15,-1-3 3 0,3 2-2 0,1-4 1 16,-1 0-4-16,2 0 3 0,0-4-7 16,0 0 4-16,0-3 0 0,1 0 1 0,-4-4 1 15,1 0 0-15,-1-1-5 0,1-3-4 0,3-2 1 0,-5-2 3 16,1 1 1-16,-4 0 1 0,2 0 2 15,-4-2 0-15,3 4-3 0,-3 1 9 0,0 3 2 16,-2 4 7-16,3-1 1 0,-3 7-1 0,0-9-2 16,0 9-2-16,3-7-5 0,-3 7 0 0,0 0-11 0,0 0 2 15,0 0 2-15,0 0-1 0,0 0 2 0,0 0 1 16,0 0-2-16,-3 29 3 0,3-16-1 16,0 0 0-16,0-4 2 0,-3 8 3 0,3-5-3 0,3 0 1 15,-3-3-1-15,3 1 3 0,1 4-1 0,0-3 9 16,1-2-2-16,1 3-1 0,4-3 1 0,-2-1 5 15,5 0-2-15,-3-4 3 0,3 1-3 0,0-3 1 16,6 2 0-16,-3-1 2 0,-3-3-1 0,0 0-4 16,-1-3 0-16,-1-1 2 0,3 1 1 0,-5-4 2 15,1-1-11-15,0 1-4 0,-1-3-7 0,-1-3 5 16,1 0-3-16,-4-3 3 0,0 3-6 0,-1-2 3 16,-4 2-1-16,4-4 3 0,-4 6-3 15,0 0 9-15,-4 0-7 0,2 2 3 0,0 3-3 0,-2-1 0 16,0 0 1-16,4 7-2 0,-6-10 2 0,3 5 1 15,3 5-1-15,-4-7 3 0,4 7-4 0,-6-6 0 16,6 6 1-16,0 0-2 0,-2-7-6 0,2 7-1 16,0 0-4-16,0 0 2 0,0 0 2 0,0 0 3 15,17-4 0-15,-9 4 11 0,5-2-6 0,0 2 1 16,7 0 1-16,-2-2 2 0,-5 1-3 0,1 2 0 16,-3-1-2-16,-4-1 5 0,-7 1-8 0,14-1 2 15,-8 2-3-15,-6-1 2 0,11 5-2 0,-6 0 4 16,-3 1 0-16,5 1 4 0,-4 2 0 0,-1 1 4 15,0 3 4-15,0-2 3 0,0 3 3 0,-2 1 5 16,4-4-4-16,-3 0 1 0,-1 6-3 0,0-6 1 16,4-1-2-16,-4 2-1 0,4-3 1 0,2 1 2 15,0-2 1-15,-1 1-4 0,1-2 3 0,0-1 2 16,2 0-3-16,-1-1 0 0,1-1-1 0,1-3 6 16,-1 2-1-16,-2 0-3 0,1-2-1 0,-7-1 6 15,13-5-12-15,-6 2-5 0,2-3-2 0,-1-5-12 0,-3 3-7 16,4-7 3-16,-4 5-2 0,-1-7 8 15,-2 6-8-15,-2-5 4 0,0-2-2 0,-2 8 5 16,-2-6-1-16,0 4 3 0,-1-3 3 0,-2 6 1 16,2-3-1-16,-1 5 2 0,1-2 5 0,3 3 13 0,-2 0-9 15,4 6 4-15,-6-8-4 0,6 8-1 0,-6-6-1 16,6 6-1-16,0 0-5 0,0 0 3 0,0 0-3 16,0 0 9-16,12-7-5 0,-1 7 2 0,0 1-1 15,1 1 0-15,3-2 1 0,-1 1-1 0,-1 2-1 16,1 0 0-16,-5 1-1 0,3 0-3 0,-2 1 2 15,-1-1 1-15,0 4-1 0,-1-1-4 0,-2 1 6 16,0 1 0-16,-1 2 0 0,-1 0 6 0,-2 0-6 16,2 2 3-16,-1-2-1 0,-1 0 1 0,0-2 0 15,3 3 4-15,-2-3-4 0,-1 2 3 0,2-1-4 16,0 0 2-16,0-3 4 0,1-1-2 0,-1 0 2 16,2-3 4-16,-2 1-4 0,3 2 0 0,-1-3-6 15,4-1 8-15,0-1 0 0,-1 0 1 0,3-3-5 16,-1 0 6-16,0 1-3 0,1-4 2 0,-3 1 0 15,3-2-2-15,-2-4-3 0,1-1-1 0,-2 0 3 16,1-1-2-16,-4-1 2 0,0 3 0 0,-1-1-3 16,-1 0-1-16,0 0-2 0,-2 2 3 0,-2-1 4 15,0 4 0-15,0 6-3 0,0 0-1 0,-6-14-2 16,6 14-2-16,-6 0-2 0,6 0 5 0,-18 7-4 16,2 0 1-16,1 3 0 0,-1-1-2 0,5 4-16 0,-3 0-9 15,5 0-28-15,0 0-50 0,0-3-39 16,7 2-43-16,2 3-38 0,-3-7-125 0,7 4-379 15,1 0 168-15</inkml:trace>
  <inkml:trace contextRef="#ctx0" brushRef="#br0" timeOffset="120006.43">27327 7728 12 0,'1'-10'206'0,"6"-3"1"0,-2 0-2 15,-1-2-11-15,0-2 1 0,3 2-3 0,-3 1-12 16,-2 1-8-16,6 5-15 0,-2-3-15 0,-1 3-10 15,4 0-17-15,-5 2-7 0,3 2-6 0,0 1-17 16,-7 3-13-16,11-3-5 0,-11 3-10 0,16 3-8 16,-6 1-7-16,0 3 0 0,-1-1-7 0,0 0-3 15,-1 4 6-15,0-1-10 0,0 1-5 0,-1 6 0 16,-1-5-2-16,-1 0 2 0,0 4-15 0,-2-3-36 16,1 0-46-16,-2-2-53 0,0-1-50 0,0 0-70 15,0-3-139-15,-1 1-417 0,-1-7 185 0</inkml:trace>
  <inkml:trace contextRef="#ctx0" brushRef="#br0" timeOffset="120254.35">27743 7352 228 0,'1'-9'285'0,"1"-1"-13"0,-2 4-20 0,0 6-23 16,2-7-31-16,-2 7-20 0,0 0-18 0,0 0-22 15,0 0-3-15,0 0-14 0,4 27-5 0,-3-9-7 16,-2-1-10-16,0 10-1 0,0-1-1 0,1 3-1 16,-4-3-7-16,6 0-12 0,-4-7-5 0,2 6-7 15,0 0-6-15,0-5-3 0,0-3-5 0,0 1-12 16,2-4-17-16,0-4-33 0,-2 7-34 0,1-8-36 16,0 4-36-16,-2-7-39 0,2 1-40 0,-1-7-33 15,0 11-189-15,0-11-452 0,0 0 199 0</inkml:trace>
  <inkml:trace contextRef="#ctx0" brushRef="#br0" timeOffset="120431.65">27667 7541 232 0,'0'0'243'0,"-2"-6"-19"0,2 6-14 0,0 0-18 0,0 0-21 16,-1-8-12-16,1 8-19 0,0 0-14 15,0 0-13-15,0 0-11 0,15-3-9 0,-3 3-8 0,0 1-10 16,6 1-8-16,-7-1-25 0,3-1-18 0,-1 3-28 15,1-3-27-15,-3 0-39 0,-1 4-41 16,-1-3-48-16,-4 1-162 0,-5-2-347 0,0 0 153 16</inkml:trace>
  <inkml:trace contextRef="#ctx0" brushRef="#br0" timeOffset="121076.58">28703 7154 4 0,'1'-5'264'0,"0"-3"-17"0,-1 8-23 0,2-9-18 16,-2 9-14-16,0 0-28 0,0 0-18 0,0 0-12 15,0 0-6-15,-17 19 0 0,1 4 3 0,-5 3-13 16,4 3-6-16,-8 13-9 0,1 0-8 0,0-1 18 16,8-8-8-16,1 0-8 0,2 11-6 0,3-12-2 15,2 3-7-15,3 12 1 0,5-14-6 0,1-2-8 16,4 2-3-16,3-2-6 0,2 0-3 0,5-3-9 15,2 0-4-15,1-3 1 0,4-2-7 0,3 1-26 16,2-6-25-16,-1-1-39 0,6 2-43 0,-3-5-54 16,2-1-67-16,-2-3-67 0,-7-3-178 0,5-5-500 15,-5 0 222-15</inkml:trace>
  <inkml:trace contextRef="#ctx0" brushRef="#br0" timeOffset="121704.22">29095 7337 30 0,'-4'-9'240'0,"2"3"-4"0,-2 1-10 0,4 5-11 16,-2-11-14-16,2 11-9 0,-3-7-22 15,3 7-13-15,0 0-19 0,4-12-1 0,3 8-14 0,4 1-9 16,5 1-12-16,3-2-14 0,2 3-15 0,-1-4-19 16,1 4-19-16,2-1-21 0,-4 2-25 0,-1-4-26 15,-5 4-28-15,1-3-30 0,-4 5-18 16,1-5-17-16,-4 3-10 0,-7 0-4 0,10-1-6 0,-10 1-1 16,6-2 8-16,-6 2 10 0,0 0 16 0,0 0 14 15,0 0 15-15,0 0 13 0,0 0 25 0,0 0 13 16,0 0 20-16,-19-11 23 0,19 11 21 0,0 0 10 15,-9-4 15-15,9 4 3 0,0 0 2 0,0 0-6 16,0 0-6-16,-9 0-9 0,9 0-5 0,0 0 0 16,0 0 2-16,-5 13 5 0,3-4 26 0,-1 3 4 15,-1 2 2-15,0 5-1 0,-1-2 0 0,2 3-4 16,-3 4 12-16,3 0 5 0,1-6-5 0,0 1-5 16,-1-2-10-16,1 1 1 0,2-2-7 0,0 0-5 15,0-2-3-15,-2-3-6 0,2 4-2 0,0-5-4 16,0 2-4-16,-1-4 0 0,1 3-1 0,0-2-4 15,0-1-2-15,0-8-3 0,-1 12 1 0,1-12-1 16,0 8 1-16,0-8-5 0,0 0 6 0,0 9-1 16,0-9-8-16,-9 0 2 0,9 0-2 0,0 0 1 15,-16 0-4-15,16 0-2 0,-12-6 3 0,4 6-5 16,8 0-2-16,-10-3 3 0,10 3 2 0,-12-2 2 16,12 2 3-16,-6-2 6 0,6 2-2 0,0 0-1 15,0 0 0-15,-10-2-2 0,10 2-2 0,0 0-3 16,0 0-2-16,0 0 1 0,0 0-5 0,0 0 0 15,0 0 1-15,0 0 1 0,0 0 4 0,24 7-9 16,-11-5-17-16,1 0-21 0,4 2-28 0,0-1-38 16,1 3-43-16,1-6-47 0,3 2-44 0,-4 0-136 15,1-2-401-15,0 0 178 0</inkml:trace>
  <inkml:trace contextRef="#ctx0" brushRef="#br0" timeOffset="122144.54">29723 7486 254 0,'-3'-13'252'0,"3"13"-17"0,-6-10-18 15,1 7-12-15,-3 0-24 0,8 3-15 0,-15-3-18 0,3 6-10 16,-1 0-11-16,1 0-9 0,-5 2-12 16,5 1-14-16,-5 2-7 0,6 0-10 0,1 1-7 15,0-1-5-15,2 3-6 0,2-4-7 0,2 3-4 16,-1-1-5-16,5 1-1 0,2 0 2 0,0 2-7 15,2-1-5-15,2-3-1 0,4 6 3 0,0-7-5 16,-1 1-3-16,2-1 0 0,3-3-6 0,-4-1 3 16,1 1-4-16,0 0 2 0,-4-1 2 0,1-2-3 15,-2 2-4-15,-6-3 1 0,12-2 1 0,-12 2 0 0,9 2-3 16,-9-2-1-16,0 0 2 0,10 0 3 16,-10 0 5-16,0 0 2 0,0 0-3 0,4-8 2 15,-4 8-12-15,0 0 2 0,0 0-6 0,-14-12-1 16,6 11-1-16,8 1-2 0,-19-1-1 0,4 5 1 15,-5-3 1-15,5 5 1 0,-3 1 2 0,2-1-5 0,4-1 5 16,-3 4-6-16,-1 0 4 0,6 0 0 0,-1-1-2 16,2 0 2-16,2 0-3 0,0 0 1 0,3 2 5 15,0-2-6-15,3-1 1 0,2 0 5 16,0 2 0-16,6 0-2 0,0-1 1 0,5-3 1 0,6 3 1 16,1 1-3-16,9-5-21 0,0-1-27 15,0 1-45-15,0-1-53 0,-1-2-58 0,-4-2-59 0,-3-1-203 16,6-3-496-16,-4 2 220 0</inkml:trace>
  <inkml:trace contextRef="#ctx0" brushRef="#br0" timeOffset="122618.54">30001 7574 226 0,'0'0'229'15,"0"0"-5"-15,0 0-7 0,0 0-11 0,0 0-16 16,0 0-6-16,0 0-10 0,0 0-9 0,0 0-6 16,-5-6-12-16,5 6-1 0,0 0-14 0,0 0-8 15,0 0-6-15,0 0-8 0,-11 0 4 0,11 0-8 16,0 0 1-16,-10-3 3 0,10 3 11 0,0 0-12 15,0 0-8-15,0 0-15 0,0 0 3 0,0 0-13 16,-9 0 4-16,9 0-25 0,0 0-5 0,0 0-2 16,0 0-3-16,0 0-1 0,0 0 0 0,43 3-1 15,-21-1-4-15,8-2-4 0,0 2 6 0,3-2-8 16,-4 1 0-16,1-1-15 0,-9 3 21 0,1-3 2 16,-1 1-3-16,-5 0 12 0,-3-1-15 0,-1 0 7 15,-1-1 9-15,-4 1 8 0,-7 0 5 0,11 0 5 16,-11 0 5-16,9 1 7 0,-9-1 0 0,6 1 3 15,-6-1-3-15,0 0-1 0,0 0-8 0,0 0-2 16,9 2-3-16,-9-2-13 0,0 0-7 0,0 0-5 16,0 0-6-16,0 0-5 0,0 0-2 0,0 0-7 15,7 2-22-15,-7-2-20 0,0 0-36 0,0 0-30 0,0 0-45 16,0 0-55-16,0 0-59 0,0 0-68 16,0 0-66-16,0 0-355 0,-30-2-795 0,20 0 352 15</inkml:trace>
  <inkml:trace contextRef="#ctx0" brushRef="#br0" timeOffset="125900.25">30681 7280 166 0,'-4'-4'179'0,"4"4"-1"15,-9-8-1-15,6 4-5 0,-1-2-1 0,4 6-1 16,-8-4-5-16,8 4-9 0,-4-4-10 16,4 4-14-16,0 0-13 0,0 0-13 0,0 0-12 15,0 0-10-15,0 0-11 0,12-13-5 0,-1 11-9 0,2 1-2 16,9-4-9-16,-2 4-6 0,1 0-6 0,0-1-10 16,1 1-19-16,-3 0-23 0,2 0-9 0,-7 0-18 15,-3-2-19-15,0 4-12 0,-3-1-15 0,-8 0-5 16,12 0-2-16,-12 0-12 0,10-1 2 15,-10 1 4-15,0 0 8 0,9-1 6 0,-9 1 5 0,0 0 10 16,0 0 16-16,0 0 7 0,0 0 13 0,0 0 6 16,0 0 11-16,0 0 11 0,0 0 18 15,0 0 12-15,0 0 13 0,-15-15 7 0,15 15 5 0,0 0 1 16,0 0-5-16,0 0-6 0,0 0-4 0,0 0-10 16,0 0 4-16,0 0-6 0,0 0 21 0,-10 20 14 15,7-13-3-15,0 6 11 0,0 2 3 0,-1 2-3 16,1-2-7-16,1 2-3 0,0-2-2 0,2 2-8 15,-2 0-3-15,-1 1-1 0,3-2-5 0,-1 0-6 16,0 2 2-16,2 0-4 0,-2-5-1 0,1-2-3 16,1 5-3-16,-2-4 2 0,1-1-1 0,0 0-5 15,0-2 1-15,-2 2-1 0,1-5-2 0,1-6-1 16,-1 13 0-16,-2-6 3 0,1-1-5 16,-3-1 1-16,5-5 1 0,-8 10-2 0,3-5-4 0,-3-2-1 15,1-1-1-15,-4 3-5 0,1-3-5 0,0-1-7 16,0 0-2-16,1-1 5 0,9 0 0 0,-21-2 2 15,14 0-3-15,7 2 5 0,-12-1 0 0,5-2 1 16,7 3 0-16,-8-2 1 0,8 2 0 0,-9-1 0 16,9 1 3-16,0 0 1 0,-10-3-2 0,10 3 0 15,0 0-3-15,0 0 1 0,0 0 1 0,0 0 0 16,0 0 3-16,25 0-9 0,-12 3-7 0,4-5-9 16,2 2-21-16,-3 2-24 0,4-4-17 0,0 4-12 15,-2-2-13-15,1-2-13 0,-2-1-6 0,-2 1-16 16,-2 2-8-16,-1-2-96 0,-2-1-271 0,0 1 120 15</inkml:trace>
  <inkml:trace contextRef="#ctx0" brushRef="#br0" timeOffset="126126.11">30980 7554 444 0,'5'-4'-28'0,"1"-1"26"0,-1-1 14 16,1 2 23-16,0-6 14 0,-2 4 10 0,-1 0 16 15,2-4 17-15,-1 2 4 0,1 2-1 0,-1-4 3 16,-2 3 7-16,2 2 8 0,-1-1 12 0,-3 6 7 16,3-9-4-16,0 4-6 0,-3 5-13 0,0 0-14 15,5-5-11-15,-5 5-11 0,0 0-11 0,0 0-10 16,0 0-5-16,0 0 5 0,0 19 0 0,0-8 7 15,-2 3 3-15,2 3-2 0,-3 0-5 0,-1 1-6 16,0 1-6-16,2-2 1 0,-1 1-6 0,1 1-3 16,-2-1-2-16,0-1 1 0,4 1-4 0,-1-1 0 15,0-6-5-15,-1 4-1 0,2 0-4 0,0-5-13 16,0 0-20-16,0 1-28 0,0-1-29 0,0 0-44 16,0-1-39-16,0-9-36 0,2 11-27 0,-2-11-156 15,-3 10-402-15,3-10 178 0</inkml:trace>
  <inkml:trace contextRef="#ctx0" brushRef="#br0" timeOffset="126378.06">31079 7432 122 0,'6'-10'184'15,"0"3"-15"-15,3 1-17 0,0 0-8 0,0 3-9 16,4-1-13-16,-1 5-4 0,2 2-8 0,2 2-14 15,-3-1-7-15,-3 2-10 0,1 2-9 0,-1 1-5 16,0 3-3-16,-2-2-3 0,-3-1-1 0,-3 0-3 16,2 2 1-16,-4 1-4 0,-1-3-2 0,-4 0-5 15,-3 0-4-15,0 4-4 0,-6-4-1 0,2 2-6 16,0-5-1-16,-3 3-15 0,-1-2-18 0,4-1-34 16,0-1-34-16,3-2-41 0,-1 1-35 0,0 0-170 15,1 0-344-15,9-4 153 0</inkml:trace>
  <inkml:trace contextRef="#ctx0" brushRef="#br0" timeOffset="126634.61">31488 7520 151 0,'0'0'250'0,"3"-6"-15"0,-3 6-19 0,-2-9-10 16,2 9-16-16,0 0-19 0,-6-8-16 0,6 8-15 15,-8-2-13-15,8 2-10 0,-14 9-6 0,2-4-5 16,-2 2-7-16,-1 4-3 0,1 0-8 0,0-1-14 16,4 2-8-16,1-2-2 0,-1 5-7 0,6-4-4 15,-2 5-4-15,5-4-3 0,1 0-2 0,1 1-2 16,5 2-5-16,4 2-3 0,4-5-4 0,0 1-26 16,9 0-36-16,-4-4-45 0,0 0-55 0,8 0-56 15,0 1-49-15,-11-3-162 0,1-2-432 0,-3-4 191 16</inkml:trace>
  <inkml:trace contextRef="#ctx0" brushRef="#br0" timeOffset="126973.54">31990 7128 3 0,'0'0'187'16,"11"3"-23"-16,-2 6 5 0,2 5-4 0,-1 12-5 0,1 6 4 15,1 12-8-15,-6 6-7 0,-1 1-15 16,-2-3-10-16,-6 7-12 0,-2-5-6 0,-1 0-9 16,-4 2-11-16,-1-5-7 0,-1 0-2 0,0-13-33 15,-2 0-44-15,-12 6-45 0,5-9-62 0,-11 6-46 0,-5-1-160 16,-4-2-337-16,-3-6 150 0</inkml:trace>
  <inkml:trace contextRef="#ctx0" brushRef="#br0" timeOffset="130442.54">29445 7631 25 0,'0'0'101'0,"2"-9"-6"0,-2 9-7 16,0 0-12-16,0 0 7 0,0 0 3 0,0-10-13 15,0 10-4-15,0 0 8 0,-4-9-9 0,4 9-8 16,0 0-4-16,-4-8-3 0,4 8-16 0,-4-5 3 16,4 5 3-16,-5-5-8 0,5 5 2 0,-6-6-10 0,6 6-3 15,-8-6-2-15,8 6-4 0,-6-3 0 16,6 3-7-16,-7-5 0 0,7 5 3 0,-6-4-1 15,6 4 0-15,-8-2-7 0,8 2-3 0,0 0 5 0,-7-4 3 16,7 4-7-16,0 0-4 0,0 0 0 0,-8-2 0 16,8 2 5-16,0 0-5 0,0 0 7 0,0 0-4 15,0 0-4-15,-8-3 3 0,8 3 7 16,0 0-3-16,0 0 12 0,-9-2 12 0,9 2-8 16,0 0 3-16,0 0 19 0,0 0 0 0,0 0 1 0,0 0 8 15,-2-7 3-15,2 7 5 0,0 0 1 0,0 0 1 16,0 0 6-16,0 0 0 0,0 0-6 0,0 0 0 15,0 0-3-15,0 0-7 0,0 0-4 0,0 0-1 16,0 0-4-16,0 0-7 0,0 0-4 0,0 0-6 16,0 0-4-16,0 0-3 0,0 0-3 0,0 0-5 15,0 0-3-15,0 0 0 0,0 0-7 16,0 0 7-16,0 0-8 0,0 0 2 0,0 0 2 0,0 0-1 16,0 0-3-16,2 29 4 0,-4-17 4 0,2-2-6 15,-2 3-3-15,2-2 5 0,0 1-5 0,-2-2 2 16,1 7-1-16,-2-5 1 0,2 5-3 0,-2-6-3 15,2 1 6-15,-2-1 0 0,2 2-1 0,-2 0-3 16,0-3 2-16,3 3 2 0,-4 2-2 0,3-5-3 16,-1 0 10-16,1 0-7 0,0-3 1 0,-1 2 0 15,2 0 2-15,-1-1 0 0,1-8 1 0,-4 11 1 16,3-4-3-16,1-7 3 0,-1 10 0 0,1-10-1 16,-2 6 14-16,2-6-1 0,-2 7 2 0,2-7-3 15,0 0-4-15,0 0 1 0,-1 10 0 0,1-10-3 16,0 0 4-16,0 0-5 0,-3 4-3 0,3-4-9 0,0 0-19 15,0 0-14-15,0 0-20 0,0 0-17 16,0 0-27-16,0 0-21 0,0 0-22 0,0 0-48 16,0 0-169-16,0 0-389 0,0 0 173 0</inkml:trace>
  <inkml:trace contextRef="#ctx0" brushRef="#br0" timeOffset="130822.62">29359 7588 145 0,'1'-7'154'0,"-1"7"-1"15,1-9 2-15,-1 9-9 0,0 0-4 0,3-11-15 0,-3 11-6 16,5-4-8-16,-5 4-12 0,3-8-8 0,1 4-6 15,-4 4-9-15,9-6-11 0,0 5-3 0,0-2-2 16,3 1-17-16,-6 0-2 0,-6 2-4 16,15-2-4-16,-8 1-6 0,-7 1-1 0,16 3-4 0,-9-1-5 15,-7-2 0-15,10 2-2 0,-3 1-3 0,-4 0 0 16,4 0-5-16,-7-3 2 0,3 9-3 16,-3-9 5-16,3 8-2 0,-3-8 1 0,-1 9 0 15,1-9 1-15,-5 11-1 0,1-5 2 0,0-2-4 16,-1 0-1-16,0 1 2 0,-3-2-1 0,0 3-2 0,-2-3 3 15,0 1-1-15,0 0-3 0,0-2-3 0,1 1-11 16,-2 3-26-16,4-4-30 0,-1 0-38 16,8-2-33-16,-12 3-39 0,4 1-130 0,8-4-329 0,-11 2 145 15</inkml:trace>
  <inkml:trace contextRef="#ctx0" brushRef="#br0" timeOffset="133262.15">32197 7510 28 0,'0'0'183'0,"-4"-6"-6"0,4 6-10 0,0 0-12 0,0 0-17 15,-4-7-12-15,4 7-21 0,0 0-11 0,0 0-14 16,0 0-4-16,0 0-3 0,0 0-8 0,0 0-12 16,0 0-8-16,-5 23-2 0,4-12-4 0,-3 0-11 15,1 0 0-15,1 0 3 0,2 2-4 0,-3 3-5 16,5-3 1-16,-2-1-5 0,1 1 2 0,0-2 2 16,3 2-6-16,0-4-4 0,2 2 3 0,2-2 1 15,3-1 5-15,-3-1-3 0,1-3 5 0,5-1-2 16,-2 0 1-16,-1-2 3 0,1-1 7 0,-1 0 3 15,2-1-9-15,-4-2 2 0,0 0-5 0,1-1 5 16,-1-3-2-16,0-1-5 0,1 2 2 0,-1 0-5 16,-1-3 1-16,-2 0 0 0,2 0-3 0,-2 0 1 15,-1 2 1-15,-1 0-3 0,-1 0-4 0,1 1 5 16,-1 0 1-16,-3 6 3 0,7-8-4 0,-7 8-4 16,2-5-6-16,-2 5 0 0,0 0-4 0,0 0 1 15,3-7-3-15,-3 7-3 0,0 0 3 0,0 0-1 16,0 0-7-16,0 0 6 0,10 14 0 0,-6-8 8 15,0-3-5-15,0 2-1 0,4 0 1 0,-1 1 2 16,3 1 2-16,2-3-1 0,-1 1 0 0,1-1 2 16,2 1 0-16,-3-2-5 0,1 0-1 0,-6-2-2 15,2 0-3-15,-8-1-3 0,11-2-9 0,-11 2-2 16,12-4-2-16,-8-1-5 0,1-1-6 0,-3 1-3 16,1-4 3-16,-3-1 1 0,1-1 4 0,-1-2 3 15,0 4 4-15,-1-2-2 0,-2 0 4 0,1 1 3 16,-2 3 3-16,-1 0 5 0,2 0-4 0,-1 1 1 15,4 6 4-15,-5-9 3 0,5 9 5 0,-5-9-2 16,5 9-4-16,0 0 5 0,-2-8-4 0,2 8-5 16,0 0 5-16,0 0-1 0,0 0-2 0,0 0 4 15,6-7-3-15,-6 7 2 0,18-1 2 0,-6 0 0 16,0-1 3-16,0 2-2 0,-12 0 1 0,23-7-4 16,-23 7 3-16,0 0-1 0,0 0 5 0,0 0-7 15,53-11 4-15,-53 11-3 0,0 0 5 0,25-15-4 16,-25 15 3-16,0 0 1 0,21-17-2 0,-21 17 27 15,0 0-6-15,0 0 2 0,19-20-2 0,-19 20-3 16,0 0-4-16,0 0 0 0,0 0-5 0,0 0-7 16,0 0 2-16,0 0-4 0,0 0 4 0,0 0-2 15,0 0 1-15,0 0-5 0,0 0 6 0,27 46-4 16,-27-46-1-16,0 0 1 0,-1 42 4 0,1-42-6 16,-4 35-24-16,4-35-32 0,0 0-37 0,-3 52-39 15,3-52-45-15,0 0-125 0,-4 32-327 0,4-32 144 16</inkml:trace>
  <inkml:trace contextRef="#ctx0" brushRef="#br0" timeOffset="133438.24">32716 7347 1729 0,'-1'-10'124'0,"-2"0"-23"0,0 3-65 0,3 7-8 16,-3-12-14-16,3 12 0 0,-3-9-5 0,3 9-6 15,-1-6-3-15,1 6-11 0,0 0-20 16,0 0-22-16,0 0-39 0,0 0-43 0,0 0-155 0,0 0-313 16,0 0 138-16</inkml:trace>
  <inkml:trace contextRef="#ctx0" brushRef="#br0" timeOffset="133641.29">32934 7289 103 0,'0'0'218'0,"0"0"0"0,0 0 0 0,25-38-5 15,-25 38-7-15,0 0-20 0,0 0-21 0,0 0-22 0,0 0-20 16,0 0-11-16,0 0-12 0,0 0-11 0,0 0-7 16,0 0-3-16,0 0-6 0,15 81 5 15,-15-53-1-15,0-28-6 0,-8 55-6 0,8-55-2 0,-2 52-10 16,1-28-3-16,1-24-1 0,-6 51-8 16,6-51-4-16,-2 39-18 0,2-39-36 0,-1 35-41 15,1-35-54-15,0 0-65 0,3 38-61 0,-3-38-151 16,0 0-420-16,0 0 186 0</inkml:trace>
  <inkml:trace contextRef="#ctx0" brushRef="#br0" timeOffset="133839.37">33195 7347 253 0,'0'0'262'15,"0"0"-26"-15,0 0-26 0,0 0-25 0,0 0-22 16,0 0-15-16,0 0-17 0,0 0-10 0,0 0-12 15,0 0-4-15,0 0-10 0,0 0-3 0,5 88-11 16,-5-88-6-16,-8 53-7 0,7-25-8 0,1-28-5 16,-10 52-16-16,5-27-33 0,5-25-35 0,-6 43-57 15,6-43-79-15,-7 36-204 0,7-36-400 0,-11 31 177 16</inkml:trace>
  <inkml:trace contextRef="#ctx0" brushRef="#br0" timeOffset="136040.57">9473 8519 136 0,'3'-9'220'0,"-2"2"-14"16,0-3-4-16,-1 0 2 0,-1 0-18 0,-1-6-13 15,-2 4-14-15,-1-1 0 0,-2 4-13 0,1 0-15 16,-1-2-6-16,-3 4 0 0,1-1-12 0,-2 2-7 15,-2 1-15-15,-2-1-8 0,-3 6-7 0,4 0-7 16,-4 3-5-16,-3 2-7 0,2 1-9 0,0 1 1 16,-6 4-9-16,3 7-5 0,0-1-2 0,3 2-4 15,-2-1 0-15,6 4-8 0,5-4-1 0,0-1 1 16,1 2-2-16,5-2-3 0,1 1-6 0,3-4 4 16,2 1 0-16,3 1-4 0,5-4-1 0,-2 0 2 15,6-4-3-15,2 0 3 0,5-1-4 0,1-5 2 16,6-3-2-16,0 0 1 0,4-2-5 0,-3-5 0 0,0-1-4 15,0 1 1-15,-4-1-3 0,-1-5 1 16,-8 1 2-16,0 3-2 0,-2-4 1 0,-2-1 4 16,-1-2-4-16,1-6-2 0,-4 5 5 0,0-7-1 15,-2 0 1-15,-4-4 1 0,-1 1-2 0,-1 1-1 16,-1-1-2-16,-1 0 4 0,-1 2-3 0,-1-1-1 16,0 2 2-16,-2 1 2 0,1 6 1 0,1 1 12 15,2 5 1-15,-1 1 4 0,0 2-5 0,2 3 0 16,1 6-6-16,-3-13-2 0,3 13-3 0,-1-7-4 15,1 7-4-15,0 0 2 0,0 0-1 0,0 0 2 16,0 0 1-16,4 27-2 0,-1-8 1 0,-2 9-4 16,-1 4 4-16,0 3 7 0,-1 11-4 0,-2 0 4 15,2-14 0-15,-2 2 2 0,1-4-2 0,-2 1-5 16,3-4 1-16,1 2 2 0,0-9 1 0,1-1-1 16,3-2 1-16,-1 1 2 0,3-5-1 0,-1-1 13 0,1 1-17 15,2-6-1-15,3 1 2 0,1-1-3 16,1-2 6-16,3-2-2 0,5-3 2 0,-2 0-2 15,3-3-5-15,7-1-1 0,-3-4 2 0,-5 2-5 0,-1-3 0 16,-3-1-4-16,0-1-2 0,0-1-4 0,-3-2-2 16,-2 1-3-16,3-9-2 0,-5 8-4 0,-1-3 1 15,-3 1 1-15,1 0 3 0,-5-2 6 0,1 2-1 16,-5 0 5-16,2 5-3 0,-2-1 3 0,-2 2-2 16,0 0 1-16,0 4 1 0,0-1 0 0,-1-1-2 15,1 4 3-15,4 4 2 0,-15-2-3 0,15 2 1 16,-15 6 0-16,3 0 0 0,2 2 0 15,-3 5 8-15,-1 1-2 0,3 2 0 0,-6 3 1 0,8-1 2 16,3-1-3-16,-2-1 2 0,2 2 1 0,3-1 1 16,2-1 1-16,1-4-1 0,0 1 2 0,4-2-3 15,1 5 9-15,0-5 2 0,4-2 2 0,4 1 0 16,-1-4 9-16,2 2-10 0,-1-4 1 0,5-1 3 16,2-2 0-16,2 2-6 0,-1-4 2 0,0 1-1 15,0-2-1-15,-1-1-3 0,-2-2 3 0,-1 1-1 16,-1-2-3-16,0 2 1 0,-5-1 3 0,5-4-9 15,-2 1 5-15,-4-2-3 0,-4 3-1 0,1-2-2 16,-1-1 3-16,-3-3-5 0,-1 1-6 0,-1 1 2 16,-3-5-3-16,1-2 2 0,-7 4 2 0,2-2 0 15,-1 1 1-15,3 5-1 0,-1 0 2 0,-1 0-1 16,2 2 1-16,0 1 3 0,0 2 4 0,4 5-8 16,0 0-1-16,-3-13-2 0,0 10-1 0,3 3 1 15,0 0 5-15,0 0-3 0,0 0 0 0,15-8 3 16,-3 7-3-16,-12 1 2 0,20 3 6 0,-6-2-5 15,-1 1-2-15,1 3-4 0,-4-4 6 0,2 6-2 16,-2-1-1-16,0-1 0 0,-2 1 1 0,0-1 1 16,-2 2 6-16,-1 3-8 0,-4-2 5 0,2 1-4 15,-2-4 4-15,-1 3-4 0,0-8 8 0,2 17 0 16,-4-9 5-16,1-1-2 0,1-7 2 0,-3 12-5 16,2-7 6-16,1-5-3 0,-2 8-1 0,2-8 1 0,-2 9-4 15,2-9 3-15,0 0 0 0,-2 4-1 16,2-4 3-16,0 0 6 0,0 0-7 0,-3 8 0 15,3-8-1-15,0 0 1 0,0 0 1 0,0 0-3 16,0 0 4-16,0 0 0 0,0 0-4 0,0 0 0 0,0 0 0 16,4-24-4-16,-4 24 2 0,0-9 0 15,0 9 3-15,0-11 0 0,0 11 5 0,-1-13 0 16,1 13 1-16,-3-12-3 0,2 6 0 0,1 6 2 16,0 0 4-16,-6-14 2 0,6 14 1 0,-3-11-3 15,3 11 3-15,-5-6-4 0,5 6-3 0,-3-13-2 0,3 13 4 16,-5-8-3-16,5 8-2 0,-5-7-4 15,5 7 5-15,0 0 2 0,-6-10-5 0,6 10 0 0,0 0 1 16,-7-7 0-16,7 7-1 0,0 0 1 16,-6-6-1-16,6 6-2 0,0 0-1 0,0 0 0 0,0 0 3 15,0 0-7-15,-8-9 4 0,8 9 0 0,0 0 0 16,0 0-1-16,0 0-2 0,0 0-1 0,0 0 2 16,0 0-4-16,0 0-3 0,-4-9-4 0,4 9-6 15,0 0-1-15,0 0 2 0,0 0 0 0,0 0 1 16,0 0-3-16,0 0 6 0,0 0-1 0,0 0 5 15,0 0-2-15,0 0 2 0,7-9 0 0,-7 9-1 16,0 0 4-16,0 0-2 0,0 0 2 0,0 0 1 16,0 0 1-16,0 0 1 0,0 0-1 0,0 0-2 15,0 0 5-15,0 0 0 0,0 0-4 0,0 0 14 16,0 0-5-16,0 0-5 0,0 0-1 0,0 0 3 16,0 0-5-16,0 0 2 0,0 0 1 0,0 0 4 15,-14-5-3-15,14 5 1 0,0 0-4 0,0 0 3 16,-22 6-1-16,22-6 2 0,-15 10-2 0,7-1 0 15,0 0 3-15,-6 3 12 0,3 2-9 0,-2 1 0 16,2 2 7-16,2-2 0 0,0 3-1 0,0-2 5 16,2 2 5-16,2 1 2 0,0-1-3 0,0-1-5 15,0-2 5-15,7 2-1 0,0-2 1 0,1-4 0 16,4 2-1-16,-1-2-6 0,7-1 4 0,-3-1 2 16,6 2-2-16,2-5-7 0,-2 1 2 0,2-2 1 15,1-2-11-15,0 0-21 0,-1-3-20 0,0 0-23 16,-4 0-25-16,3 0-39 0,-3-1-39 0,-2-2-44 15,-1 1-35-15,-1 2-219 0,0-2-501 0,-10 2 221 16</inkml:trace>
  <inkml:trace contextRef="#ctx0" brushRef="#br0" timeOffset="136456.28">10171 8363 154 0,'0'0'154'0,"-10"-4"-18"0,2 3 5 0,-3 1-8 16,11 0-1-16,-20 2-4 0,7 1-2 0,-5 1 0 15,1 7-2-15,0-1-11 0,1 2-4 0,2 3-7 16,-4 5 0-16,1 0 2 0,4 0-1 0,3 2-7 16,3-2-11-16,2-1 4 0,2 5-7 0,3-5-4 15,1-1-1-15,2-1-10 0,3 1-3 0,2-1-5 16,1-2-2-16,1 0 5 0,7-4-12 0,-2 2-6 15,3-3-1-15,0-2-3 0,2-3-5 0,7 4-10 16,-1-5-13-16,-5-1-26 0,7 0-26 0,-8-2-39 16,0 0-47-16,0-2-45 0,2-2-42 0,-1 3-189 15,-2-2-435-15,-3-1 193 0</inkml:trace>
  <inkml:trace contextRef="#ctx0" brushRef="#br0" timeOffset="137092.65">10308 8745 35 0,'0'0'184'0,"9"-22"-7"0,-1 16-7 16,4 0-10-16,1-2-1 0,-3 0-9 0,7-2-12 16,-2-1-9-16,1 0-18 0,-1-1-5 0,-1 3-2 15,-1-1-7-15,-3 1-9 0,-1-5-7 0,-1 4-11 16,-1-5-6-16,0 2-4 0,-5 0-4 0,-1 0-5 15,-1-3 0-15,-1 5-2 0,-1 0 2 0,-2 1 1 16,-4-1-3-16,0 2-5 0,-1 1-3 0,-2-1-3 0,1 3-4 16,-8-2-3-16,5 4-2 0,-5 0 0 15,5-1 0-15,2 4-3 0,0-2-2 0,3 3 2 16,0-1-10-16,8 1-3 0,-13-4 0 0,13 4-4 16,0 0-1-16,0 0 3 0,0 0-3 0,0 0 1 0,0 0 1 15,0 0 0-15,27 5-3 0,-6-3 0 16,0-4-1-16,9 4-1 0,-3-2 1 0,-6 0-4 15,7-2 3-15,-9 5-4 0,-2-3 0 0,-4 4-2 16,4 1 1-16,-6-1-2 0,-2 1 1 0,0-1 1 0,-1 3 0 16,1 3 0-16,-3-3 3 0,-2 5 17 0,-2-3 2 15,2 4 9-15,-1 0-3 0,-2-2-2 0,0 0-3 16,-1-2 1-16,0 2-1 0,0 0-3 16,0 0 1-16,2 0-5 0,1-2 0 0,-1 1-4 0,0-4 4 15,2 1-4-15,0 0 4 0,1-1-2 0,3 0-1 16,2-1-3-16,-1-1 2 0,1-3-1 0,3 1-3 15,1-2 2-15,4-2-1 0,-5 2-8 16,2-3-1-16,-4 0-2 0,1-1 1 0,-1-1-4 0,1 1-1 16,-3-3 2-16,0-3-9 0,-1 3-9 0,-2-5 6 15,-2 2 0-15,1 0 0 0,-1-6-2 0,-3 1 2 16,1 3 4-16,-3 0-3 0,-1 2 2 0,-2-1 4 16,1 5-1-16,0-2 3 0,0 2 5 0,3 6 0 15,-6-8-4-15,0 5 1 0,6 3 4 0,0 0-2 16,-15 4 3-16,6 1 1 0,0 2 5 0,-1 1 6 15,2-1-6-15,-1 2 0 0,3 3-2 0,-2-1 1 16,2 0 0-16,1 1-1 0,1 0 0 0,1-2-7 16,3 2-22-16,0-2-34 0,2 0-27 0,-1-1-46 15,3 2-42-15,1-8-30 0,3 5-214 0,-1-3-451 16,3-2 200-16</inkml:trace>
  <inkml:trace contextRef="#ctx0" brushRef="#br0" timeOffset="137910.84">11026 8473 230 0,'-2'-10'229'0,"-1"1"4"0,-1 5-12 0,-2-3-15 15,-2 4-19-15,8 3-10 0,-13-5-6 0,3 8-5 16,0 2-7-16,1 2-7 0,-3 3-11 0,-3 3-3 16,5 0-10-16,2-3-12 0,2 1-10 0,1 0-7 0,0 0-9 15,3 3-15-15,0-3-5 0,2-1-2 16,1-1-9-16,2 1-3 0,0-1-5 0,5-1-1 15,-3-2-11-15,3-1-7 0,2-2-12 0,2 2-7 16,1-2-4-16,-3-2-7 0,1-1-7 0,-1-1 2 16,-2 1 0-16,-8 0 0 0,15-2-3 0,-8-4 1 15,-2 3-2-15,0-2 5 0,-1-1-5 0,-1 1 1 16,0-4 1-16,0 1 11 0,-2 0-13 0,1-4 5 0,-2 3-2 16,0 9 0-16,0-16-3 0,0 10 7 0,0 6-3 15,2-9 1-15,-2 9-3 0,0 0 1 0,0 0-6 16,-4-9 3-16,4 9-1 0,0 0 8 0,0 0 1 15,0 0 9-15,0 0 3 0,-9 27-3 16,7-21 7-16,2 2-5 0,-2 3-4 0,1-1 11 0,1 0-2 16,1 0-3-16,1-1-3 0,-1-3 14 15,3 1-13-15,4 2 2 0,0-6 3 0,1 3 0 0,-1-4-3 16,6 0-1-16,-1-2-1 0,1 0 1 0,4 0-4 16,-2-4 1-16,1-2-6 0,-1 3 5 0,-3-5-12 15,1 4 4-15,-3-2-4 0,0-2 0 0,-3 1 0 16,0-3-5-16,-1 1 2 0,0-3-3 0,-3 0 4 15,-2 1-3-15,0-7-2 0,1 0-1 0,-3 3 0 16,0 4 0-16,0-2 0 0,0 3 1 0,0-2 3 16,-3 3 1-16,3 9 1 0,-1-13-4 0,1 13-2 15,-1-10 0-15,1 10-3 0,0 0-1 0,0 0 2 16,0 0-2-16,0 0 4 0,0 0 4 0,5 30-3 16,-5-20 1-16,2 8 6 0,0 0 4 0,0-1 0 15,1 3 3-15,-2 4 7 0,2-6-2 0,-1 2 3 16,-2-1 4-16,0 0-4 0,2 1 2 0,0-3-6 15,-4 1 3-15,2-2 1 0,-2-3 0 0,0-2-4 0,2-1 0 16,-3-1 3-16,2 0-3 0,0-2-2 16,1-7 0-16,-2 9 0 0,2-9-2 0,-2 6-6 15,2-6-3-15,0 0-9 0,0 0-2 0,0 0-9 16,0 0-2-16,0 0-1 0,0 0 3 0,9-21-1 16,0 13-5-16,3-5-2 0,4-2 4 0,4-2 1 15,3-2 3-15,1 0-1 0,-4-1 4 0,0 1 4 0,2-2 0 16,-4 3 2-16,-2-2 3 0,-5 5 3 15,5-6 3-15,-7 6 2 0,-4 2 11 0,3-3 9 0,-4 6 8 16,-2 0 6-16,2-1 10 0,-4 6 6 0,0-2-12 16,0 7 8-16,0 0-8 0,-6-10 1 15,6 10-3-15,0 0 1 0,-22 10 6 0,14-3-1 16,-6 5 3-16,1 2 6 0,1 0-2 0,0 1 1 16,3 2-6-16,3-1-3 0,-2 0-10 0,4-2 5 0,3 1-9 15,1-2-4-15,1-1-30 0,2-2-40 0,4-1-44 16,0 1-76-16,3 0-64 0,7-6-63 0,-3-1-214 15,6 0-555-15,0-2 245 0</inkml:trace>
  <inkml:trace contextRef="#ctx0" brushRef="#br0" timeOffset="138053.94">11807 8619 242 0,'10'-1'320'0,"-10"1"-34"0,0 0-31 0,7-4-12 0,-7 4-6 15,0 0-15-15,0 0-18 0,0 0-12 0,0 0-28 16,0 0-15-16,6-4-20 0,-6 4-30 0,0 0-34 15,0 0-43-15,0 0-57 0,0 0-73 0,0 0-74 16,0 0-236-16,0 0-452 0,0 0 201 0</inkml:trace>
  <inkml:trace contextRef="#ctx0" brushRef="#br0" timeOffset="143132.14">11459 9613 121 0,'-8'-8'157'15,"-3"2"8"-15,6 1-3 0,-1 1-7 0,1 0 0 16,5 4-1-16,-9-8-13 0,9 8-15 0,-7-4-15 0,7 4-10 16,0 0-14-16,0 0-8 0,0 0-7 0,0 0-6 15,18-9-7-15,-4 9-5 0,8 0-10 16,11-2-18-16,3 0-11 0,16 0-21 0,3-1-20 16,0-3-21-16,-5 2-18 0,2 0-25 0,-14 1-28 0,-3 1-17 15,-5-2-126-15,-10 3-282 0,1 0 124 0</inkml:trace>
  <inkml:trace contextRef="#ctx0" brushRef="#br0" timeOffset="143586.31">11810 9545 125 0,'-7'4'128'0,"7"-4"-4"0,-4 5 6 0,4-5 9 16,-5 9-11-16,3-3 8 0,0 5 4 0,-2-1-6 15,-1 5-12-15,0 1-10 0,0 0 3 16,-1 1 2-16,-1 3-10 0,2-1-12 0,2-2-7 16,-3 2-10-16,4 0-6 0,-2 0-3 0,4-2-3 0,-5-1-7 15,2 1-6-15,3-7-6 0,-1 5 2 0,0-3-8 16,1-2-4-16,0 3-4 0,1-3 1 0,-2 0-8 16,2 0 0-16,-2-2-5 0,1-8 0 0,0 13-1 15,0-6 2-15,0-7-7 0,0 12 2 0,-3-7 1 16,3-5-3-16,-5 9 0 0,0-2-5 0,1-4 2 15,-5 0-1-15,0 0-6 0,0-1-4 0,-2 1-3 16,0-2 1-16,0 1-9 0,0-1 0 0,0-1-2 16,1 2-2-16,-1-2 1 0,11 0 6 0,-21-3-7 15,12 4 4-15,1-1-2 0,-3-1 4 0,11 1-1 16,-13 0 3-16,13 0 1 0,-9 1 0 0,9-1-4 16,0 0 3-16,-10-3-1 0,10 3 3 0,0 0-1 15,0 0-1-15,0 0 3 0,0 0-1 0,0 0-1 16,0 0 4-16,0 0 2 0,24 7-1 0,-5-7-1 15,-2 0-1-15,5 0 3 0,7-2-6 0,2 1-14 16,2-3-8-16,-3 0-30 0,1 4-29 0,-4-1-11 0,1 0-35 16,-7 1-9-16,1-3-8 0,1 1-7 15,-5 1-6-15,2 1-108 0,-2-2-291 0,0 1 130 16</inkml:trace>
  <inkml:trace contextRef="#ctx0" brushRef="#br0" timeOffset="143839.37">12019 9952 205 0,'4'-5'63'0,"-4"5"12"15,6-7 4-15,-4 0 11 0,-2 7 4 0,0 0 14 16,-2-16 2-16,2 16-1 0,-2-13 2 0,0 5 5 15,0-1 7-15,2 9 11 0,-4-13-8 16,2 8 2-16,2 5-6 0,-3-11-3 0,3 11-4 0,-2-9-7 16,2 9-5-16,-2-7-3 0,2 7-16 15,0 0-3-15,0 0-14 0,0 0-9 0,-2-7-9 0,2 7-2 16,0 0-1-16,0 0 4 0,2 23 10 16,-2-12-10-16,0 14-1 0,0-1 4 0,-2 1-4 0,0-4-1 15,2 3-4-15,-4 1-2 0,2-6-3 0,1 2-1 16,1-2-8-16,-2-1-2 0,2 2-4 0,-3-2 1 15,3-1-1-15,-2-1-4 0,2-4-11 0,0 0-12 16,2-1-22-16,-2-4-21 0,3 4-27 0,-3-2-23 16,0-1-38-16,0-2-41 0,0-6-26 0,0 12-34 15,0-12-176-15,0 9-445 0,0-9 197 0</inkml:trace>
  <inkml:trace contextRef="#ctx0" brushRef="#br0" timeOffset="144082.81">11962 9924 25 0,'2'-10'174'16,"2"-1"-18"-16,1 0-9 0,0 0-5 0,3 3-1 15,0 0-5-15,3 1-2 0,-1 4-10 0,4-2-8 16,-1 2-10-16,0 1-12 0,1 2-8 0,-1 1-5 16,-1 2-9-16,-1 0-6 0,-1 3-5 0,0 0-7 0,-3 1 4 15,1 0-4-15,-4 3-5 0,-2-1-4 16,-2 4-3-16,-2-1 3 0,-2-1-2 0,-4 3-4 15,1-3-4-15,-2 0-2 0,0-3-3 0,-2 5 1 16,-1-6-7-16,3 1-16 0,0 0-23 0,-1-1-25 0,4 1-38 16,-3-3-39-16,5-1-21 0,-4 1-36 0,2-1-142 15,2-1-340-15,4-3 151 0</inkml:trace>
  <inkml:trace contextRef="#ctx0" brushRef="#br0" timeOffset="144308.23">12316 9958 25 0,'0'0'226'0,"-2"-9"-15"0,2 9-7 16,-7-7-4-16,-2 4-9 0,9 3-8 0,-20-2-7 15,8 5-7-15,-5 3-17 0,0 0-13 0,0 2-8 16,0 4-7-16,3 1-14 0,-1-1-6 0,2 3-8 16,0-1-6-16,4 1-10 0,2-1-5 0,1 2-11 15,5-1-4-15,1-2-1 0,3-3-10 0,3 1-2 16,-1 0-2-16,8 0-9 0,3-3-9 0,2 0-27 15,-1-2-35-15,5 1-47 0,6-3-48 0,4-6-60 16,1 0-52-16,-1-1-157 0,-1-2-433 0,3 0 191 16</inkml:trace>
  <inkml:trace contextRef="#ctx0" brushRef="#br0" timeOffset="144475.79">12893 9878 115 0,'2'-7'217'0,"-2"7"-23"16,0 0-20-16,2-10-18 0,-2 10-19 0,0 0-8 16,5-3-17-16,-5 3-12 0,11 0-15 0,1 0-35 15,-4 0-44-15,3-2-49 0,1 4-40 0,-1-1-38 16,-4 3-84-16,-1 0-222 0,-6-4 99 0</inkml:trace>
  <inkml:trace contextRef="#ctx0" brushRef="#br0" timeOffset="144629.31">12839 10042 191 0,'0'0'206'0,"-6"4"-13"0,6-4-11 16,0 0-11-16,-5 7-13 0,5-7-9 0,0 0-9 0,0 0-7 15,13 5-15-15,-4-5-8 0,5 0-12 0,6-2-12 16,2 1-13-16,7-1-32 0,-2-5-29 16,1 3-45-16,-1 1-40 0,-6 0-49 0,-2-1-53 15,-6 1-102-15,1 2-299 0,-3-1 133 0</inkml:trace>
  <inkml:trace contextRef="#ctx0" brushRef="#br0" timeOffset="146234.47">14638 9799 70 0,'0'0'182'15,"-3"-10"-7"-15,3 10-6 0,-4-8-6 0,4 8-9 16,0 0-10-16,-2-8-13 0,2 8-19 0,0 0-11 16,0 0-7-16,0 0-13 0,0 0-2 0,0 0 4 15,-13 14 6-15,6-4-6 0,0 7 0 0,-6 5-7 16,-3 0-6-16,2 0-5 0,-2 2-5 0,-1-2-7 16,-3 2-6-16,-1-2 0 0,2-1 1 0,-4-2-9 15,2-2-4-15,6-5-6 0,-10 1-1 0,2 0-1 0,-1-1-3 16,4-5 1-16,-1-1-5 0,4-1-1 15,-1-2 3-15,7-2-2 0,-3 1-6 0,2-5 1 16,-1 0-2-16,2-2-1 0,2-1 1 0,0-1-2 16,0-4-2-16,5 1 2 0,-1-2-3 0,1-2 0 15,4-1-3-15,0-3 4 0,4 0-2 0,1-3-2 16,-1 2-4-16,6 2 4 0,0 0-3 0,1 2-2 16,1 1-2-16,-1 3 2 0,2 2 3 0,1 1-2 15,1 2-3-15,-1 2 1 0,4 3-4 0,0-1 3 0,-3 4 1 16,4 1 3-16,-1 4-4 0,-1 0 6 0,-1 5 0 15,0 0 2-15,0 2-3 0,-3-1 2 16,1 1 2-16,-1 1 0 0,0 1-3 0,-3 0 4 0,1 1-4 16,0-2 3-16,-1 2-5 0,-2-2 4 0,2 1-9 15,-1-2-16-15,-3 1-27 0,2-5-38 0,-1-1-54 16,3 1-31-16,1-2-52 0,-1 0-159 0,3-3-409 16,-3-1 181-16</inkml:trace>
  <inkml:trace contextRef="#ctx0" brushRef="#br0" timeOffset="146798.62">15023 9710 101 0,'0'0'198'0,"4"-7"-18"0,0 3-18 16,4-1-21-16,4-1-12 0,4 0-14 0,3 1-12 15,3-1-6-15,2 2-9 0,3-3-11 0,-4 4-9 16,0 0-22-16,-4 3-17 0,2 0-29 0,-4-1-21 16,-3 0-19-16,-2 1-9 0,-1-1-15 0,-4 1-4 15,-7 0 3-15,10-1 7 0,-10 1 4 0,12 1 8 16,-12-1 7-16,0 0 2 0,0 0 19 0,0 0 0 0,0 0 18 16,0 0 8-16,0 0 11 0,-25 4 15 0,25-4 6 15,-11 2 0-15,11-2 6 0,-12 1 1 16,12-1-5-16,-9 2 8 0,9-2 7 0,-6 8 11 15,2-2 10-15,-1 2-2 0,0 1-5 0,2 7-4 0,0 1 7 16,-4 7 7-16,3 1-3 0,2-6 1 0,-3 7-2 16,2-5-4-16,3 3-6 0,-2 3-5 15,0-10-3-15,1 9-4 0,0-6-5 0,2 4-4 0,-2-6-3 16,3 0-4-16,-4-2-3 0,2 1 0 0,0-5-5 16,0-1-3-16,0-1 0 0,-2 1-5 0,1-1 1 15,1-10-3-15,-2 11 0 0,2-5-1 0,0-6 1 16,-2 8-2-16,2-8-1 0,-6 4-6 0,6-4-3 15,-14 2-9-15,4-4-10 0,-1 0 4 0,0 0-5 16,2-1 2-16,0-1 3 0,-4-3 1 0,3 3-4 16,0 0-1-16,0-5 3 0,1 5 2 0,3 1-1 15,1-1 1-15,5 4 1 0,-9-4-1 0,4 0 3 16,5 4-4-16,0 0-2 0,-6-6 2 0,6 6 1 16,0 0 1-16,0 0-2 0,0 0 1 0,0 0 1 15,25 2 1-15,-12-1 0 0,6 0-8 0,-2-2-8 16,5 1-18-16,7 0-20 0,-1 0-23 0,2 1-38 15,0-2-23-15,0 0-31 0,-1-2-25 0,-1 2-128 16,-8-1-352-16,2 2 156 0</inkml:trace>
  <inkml:trace contextRef="#ctx0" brushRef="#br0" timeOffset="147200.31">15682 9926 30 0,'0'0'184'0,"-4"-10"1"0,4 10-7 0,-5-6-10 15,5 6-7-15,-9-1 2 0,9 1-7 0,-16 5-7 16,6 2-10-16,-4 1-11 0,0 3-8 16,1 1-7-16,0 3-8 0,3-3-15 0,0 3-8 0,5-4-17 15,0 1-5-15,1-3-7 0,2 1-3 0,2 0-6 16,0 0-1-16,5 1-6 0,0-3 1 0,1 1-4 16,4-2-5-16,2-2-6 0,-1 2-1 0,3-3-5 15,-1-1-1-15,0 1-7 0,0-1 2 0,-1-2-2 16,0-4 2-16,0 3-4 0,-6 2 3 0,-6-2-1 15,14-3-4-15,-14 3 2 0,8-3-4 0,-8 3 2 16,5-2 3-16,-5 2-2 0,0 0-1 0,0 0 0 16,0 0-1-16,0 0 1 0,0 0 2 0,0 0-3 15,-20-6 3-15,20 6-3 0,-21 5 16 0,9 0-4 16,0 0 2-16,-4 4-4 0,1 1 7 16,2 0 6-16,-1 2 4 0,1 2-2 0,2-1 2 0,2-2-1 15,0 2-3-15,2-2 2 0,2 0-4 0,3-2-4 16,-2 1 1-16,3 0-1 0,1 0 0 0,1-2-5 15,5 1-2-15,-1-1-4 0,6-1-17 0,1-3-20 16,4-1-31-16,3 1-31 0,-1 0-34 0,2-3-34 16,2 0-31-16,0-2-42 0,5 1-169 0,-6-2-430 15,0-1 190-15</inkml:trace>
  <inkml:trace contextRef="#ctx0" brushRef="#br0" timeOffset="147406.01">16362 9922 138 0,'0'0'224'0,"0"0"-14"0,2-6-19 16,-2 6-22-16,0 0-15 0,6-3-15 0,-6 3-21 16,8-3-6-16,-1 0-15 0,-7 3-19 15,14 0-33-15,-6 0-38 0,-8 0-51 0,16 0-26 0,-7 2-37 16,-2 0-137-16,-7-2-264 0,0 0 117 15</inkml:trace>
  <inkml:trace contextRef="#ctx0" brushRef="#br0" timeOffset="147555.81">16319 10049 64 0,'0'0'178'0,"-5"5"-10"16,5-5-7-16,0 0-4 0,0 0-12 0,-6 4-8 15,6-4-10-15,0 0-13 0,0 0-11 0,0 0-11 16,0 0-7-16,0 0-3 0,16 7-16 0,-4-7-28 15,3 0-35-15,2-1-40 0,3-2-33 0,7 0-37 16,-5 1-144-16,-4 0-273 0,1-3 121 0</inkml:trace>
  <inkml:trace contextRef="#ctx0" brushRef="#br0" timeOffset="13460.3">3973 10958 56 0,'0'0'138'0,"0"0"-14"16,0 0-6-16,2-13-7 0,-2 13-6 0,0 0 3 16,0 0-4-16,0 0-11 0,-6-18-5 0,6 18-14 0,-3-7 5 15,3 7 7-15,0 0-2 0,-2-8-8 16,2 8-2-16,0 0-10 0,-2-7 4 0,2 7-13 15,0 0-2-15,0 0-4 0,0 0-7 0,0 0-12 0,0 0 0 16,0 0-5-16,0 0-3 0,0 0-7 0,0 0 1 16,0 0-2-16,0 0 1 0,0 0-1 0,0 0-3 15,3 34 2-15,0-18-2 16,-5 2 0-16,2 0-3 0,-1 1 1 0,0 7-2 0,-1-1 4 0,0 0-8 16,-2-6 6-16,4 0-7 0,0 6 1 0,-1-1 4 15,0-6-3-15,1 1 1 0,-4-2-4 0,3 2 1 16,-1-3 1-16,2 1 1 0,-2-2-2 0,0-1 1 15,1-3 0-15,0 0-1 0,1-1-4 0,-1-3 4 16,1-7-1-16,-2 12 0 0,1-6 1 0,1-6-2 16,-1 10 2-16,1-10-2 0,0 0 5 0,-2 8 2 15,2-8-2-15,0 0 4 0,0 0-1 0,0 0 8 16,0 0 0-16,0 0 7 0,0 0-2 0,0 0-1 16,0 0-9-16,0 0 3 0,0 0 1 0,0-36-6 15,0 28 1-15,0-5-1 0,3 2-1 0,0 0-4 16,0-1-2-16,1 2 0 0,3-3 1 0,0 4 0 15,0 0-3-15,2 1 1 0,-2 0-4 0,3 2 4 16,-2 1-5-16,3 1 1 0,0 1 0 0,-2 1 0 16,2 2 0-16,1 2 0 0,1 0-5 0,-2 2 8 15,-1-1-3-15,-1 4 0 0,-1 1-2 0,1-1 3 16,-1 3-1-16,-5-1-4 0,3-1 5 0,-4 4-1 16,-1-2 2-16,1 3 2 0,-4-1-4 0,0 1 5 15,-5-3-2-15,1 1 1 0,0 0-2 0,-7 0 1 16,5-2-3-16,-2-2 2 0,0 2-1 0,-2-3-1 15,-4-1 2-15,5 0-7 0,0-1-2 0,-3 0-6 16,0-3-11-16,0 3-11 0,2-3-19 0,-3 1-10 16,3-2-22-16,2-2-40 0,-1 1-47 0,-1-3-109 15,2-2-308-15,1 0 137 0</inkml:trace>
  <inkml:trace contextRef="#ctx0" brushRef="#br0" timeOffset="13755.89">4409 11000 66 0,'9'15'142'0,"-1"5"-11"0,3 3-1 15,-2 2-3-15,-2 2-11 0,-3-1-9 0,0 0-6 16,1 1-5-16,-5-1-7 0,0-6-11 0,0 7-3 16,-2-7-4-16,-1-1-12 0,2 1-7 0,-2-2 0 15,-1 1-5-15,-3 1-12 0,0-4-7 0,1 8-3 16,-3-7-11-16,-1 1-16 0,-2-2-23 16,-4 3-20-16,2-6-28 0,-2-1-11 0,0-1-32 0,-3-2-100 15,-1-2-234-15,0-1 103 0</inkml:trace>
  <inkml:trace contextRef="#ctx0" brushRef="#br0" timeOffset="14014.17">3747 10990 1938 0,'-9'-9'-22'0,"1"0"46"0,0 1-40 15,-1 2 8-15,-1 1 4 0,0 2 5 0,0 4-11 16,-2 1-1-16,-1 3 4 0,-2 2 2 0,0 9 14 16,-6 3 6-16,3 7 8 0,-2 3 6 15,1 2-5-15,-4 9 1 0,5 3-1 0,8-8-5 0,0 10 3 16,4 0-4-16,6-9-1 0,2 15-2 0,3-4-1 16,2-13 2-16,5 14-20 0,2-5-28 0,0-11-49 15,3 0-45-15,7 7-193 0,-9-9-343 0,5-2 152 16</inkml:trace>
  <inkml:trace contextRef="#ctx0" brushRef="#br0" timeOffset="24207.45">22956 10178 54 0,'0'0'77'16,"0"0"-4"-16,0 0-10 0,0 0-2 0,0 0-7 15,0 0-1-15,0 0 0 0,0 0-3 0,-2-11 6 16,2 11-5-16,0 0-1 0,0 0 2 0,0 0 2 15,-4-8-2-15,4 8 1 0,0 0 1 0,-3-7-10 16,3 7 6-16,0 0-4 0,-3-10 12 0,3 10-1 16,-2-9-1-16,2 9 0 0,-4-10 3 0,1 5-9 15,3 5 7-15,0-10 4 0,0 10-4 0,-1-12-7 16,1 12-2-16,0-11 5 0,0 11-2 0,-1-10-6 0,1 10-5 16,0-11-1-16,0 11 0 0,1-11-1 0,0 6 4 15,-1 5 1-15,0 0-4 0,0-11-1 0,0 11 3 16,0 0-6-16,0 0-1 0,0 0-3 0,0-8-3 15,0 8-4-15,0 0-1 0,0 0-5 0,0 0 0 16,0 0-5-16,2-10-1 0,-2 10-2 0,0 0-1 16,0 0-3-16,0 0 2 0,0 0-1 0,0 0-3 15,0 0 3-15,0 0 0 0,5 23 2 0,-5-16 2 16,0 2-2-16,0 0-1 0,1 2 0 0,0 1 1 16,-1 1-2-16,0-2 1 0,-1 1 0 0,1 4-9 15,0 0 4-15,0 1-2 0,0-1 3 0,-1 0-1 16,2 1 5-16,-1 0-3 0,0 1 1 0,1-1 0 15,2 1 6-15,-2-2-4 0,2 1-1 0,-3-1-1 16,1-4-1-16,1 5 5 0,0-2-4 0,-2-1 0 16,4-2 8-16,-3 3 0 0,-1 1-2 0,0-2-1 15,-1 0-2-15,1-1 1 0,-3-1 0 0,2 0-2 16,1 0 2-16,0-1 2 0,1 2-3 0,-2 2-1 16,2 1-1-16,-2-1 2 0,2-3-3 0,-2-1 2 0,2 1-1 15,2-1 1-15,-2 5 2 0,-1-4-2 16,1 1 2-16,-1 3-1 0,2 1 2 0,-1-5-3 15,-2 0 5-15,1 0-4 0,0 0 2 0,0 2-3 0,-2 1 1 16,2-2-1-16,0-1-2 0,0 4 0 16,2-2-1-16,-2 3 2 0,0-1 0 0,0-1-1 15,-2-2-1-15,2 1-1 0,2 3 1 0,-2-6-3 16,-2 3 5-16,5 3-1 0,-1-2 10 0,0 1-1 0,-2-3-4 16,0-1 5-16,0 0-1 0,0 1-4 15,0 0 1-15,0-3-7 0,-2 3 1 0,4 0 8 16,-2-3-8-16,1 2-2 0,-1-1 3 0,1 0-2 15,-2 0 1-15,2 0 0 0,1-1-1 0,-2 0 0 0,0 2 2 16,0-2-6-16,1 1 2 0,-1 0 1 0,0 0 0 16,1-3-1-16,-1 3-1 0,1-1 2 0,1-1 2 15,-1-1-1-15,0 3 0 0,-1-1 0 16,-1 2 3-16,1-2-2 0,1 0-1 0,1 1 3 0,-2-5 2 16,0 5 1-16,1-1-3 0,-2-1 3 0,-1 1 4 15,4 0-4-15,-4-1-2 0,2 1 2 0,0 0 6 16,0 0-2-16,-1-1-1 0,0 2 3 0,-1-2-2 15,2 3-1-15,0-2 7 0,-2 1-7 0,1 0-4 16,-2 0-2-16,2 0 3 0,-1 0-1 0,1-1-2 16,-1 2 8-16,0-1-5 0,1 1 0 0,-4-1 0 15,4 0 5-15,-2 2 6 0,2-1 0 0,0 0-3 16,-2 1-4-16,2 2 4 0,-2 1-6 0,2-4 6 16,1 1 0-16,-3-2 4 0,2 1-3 0,1 2-3 15,1 2 3-15,-2-5-9 0,1 1 3 0,0 2-2 16,0 1-3-16,1-4-2 0,-1 1 2 0,0-1-6 15,2 0 16-15,-2-1-14 0,2 1 1 0,-3 1-6 16,1 0 6-16,0-2 3 0,0 0-3 0,1 1 4 16,-1 0-2-16,1-2 6 0,-1 1 6 0,0 0-14 15,2-3 6-15,-2 1-1 0,0-8-2 0,0 17 0 0,0-11 4 16,-2 1-7-16,4 2 15 0,-2-9-10 16,0 16-1-16,1-9-3 0,0 0-3 0,-1 0 5 0,2 2 3 15,-2 0-1-15,0-9-3 0,0 12-6 16,1-5 7-16,-2 4-2 0,1-11 1 0,1 13 10 0,0-7-14 15,1 1 1-15,-2 3-1 0,0-1 7 0,1-2-5 16,0 2 4-16,-2 1-5 0,1-10 1 16,0 17-2-16,1-7 0 0,-1 0 1 0,-1-1 5 0,0-2-2 15,1-7 2-15,0 14 0 0,0-6-10 0,0 0 8 16,0-8-5-16,1 16 11 0,-1-7 4 0,-1 1-1 16,2-1 12-16,-1-3-14 0,1 3-1 0,-1-9-3 15,0 16 3-15,0-10-13 0,1 1 9 0,-1 2 1 16,0-9-1-16,3 15-2 0,-3-10-1 0,0 5-3 15,1-1 17-15,-1 0-8 0,0-1 10 0,0-8 2 16,-1 15-2-16,1-7-1 0,0 0 2 0,1-1-3 16,-1 1-7-16,0 0-1 0,0-8 8 0,0 15-1 15,1-8-1-15,-1 0 3 0,0-7-7 0,0 10 2 16,0-10-1-16,0 14-4 0,0-8-5 0,-1 3 4 16,1-9-1-16,0 13 0 0,0-13-3 0,-1 12 1 15,1-6-2-15,0-6 3 0,-3 14-1 0,3-9-2 16,0-5 0-16,0 14 6 0,0-9-7 0,0-5 1 15,-1 10-7-15,1-10 4 0,0 13 2 0,0-7 3 16,0-6-2-16,0 11-3 0,0-11 4 0,0 12 0 16,-1-8-1-16,1-4 1 0,0 0-5 0,0 16 0 0,1-12 3 15,-1-4 4-15,0 10-2 0,0-10-1 16,-1 9 0-16,1-9 9 0,-1 13-3 0,1-7 4 0,0-6-8 16,0 13 1-16,0-7 11 0,0-6-10 15,0 11-3-15,0-11-1 0,0 11 4 0,0-11-1 0,-2 11-1 16,2-11-2-16,0 10 2 0,2-3-1 0,-1 0 10 15,-1-7-9-15,0 12 1 0,1-5 1 0,-1-7-4 16,1 11 2-16,-1-11-2 0,0 13-1 0,0-6 1 16,3-2 1-16,-3-5-2 0,0 12 0 0,1-6-4 15,-1-6 2-15,0 13-4 0,0-13 4 0,0 10 1 16,0-4 0-16,0-6 2 0,1 12-4 0,-1-6 3 16,0-6-1-16,3 10 6 0,-3-10-6 15,0 13-3-15,0-13 7 0,0 11-11 0,0-4 8 0,0-7-2 16,1 12 4-16,-1-5-3 0,0-7 0 0,1 9 5 15,-1-1-8-15,0-8-1 0,0 10 3 0,0-10-1 16,0 11-1-16,0-11 0 0,3 10-2 0,-3-10-2 16,-1 9 5-16,1-9 3 0,-2 13-2 0,2-13 1 15,-1 10 0-15,1-10 2 0,0 9-4 0,0-9 3 16,0 9 1-16,0-9-2 0,-1 11 5 0,1-11 0 16,0 9 0-16,0-9-6 0,0 7 2 0,0-7-2 15,0 9 2-15,0-9-1 0,0 0-2 0,0 11 6 0,0-11-7 16,0 7 5-16,0-7-3 0,0 0-1 15,-1 11 4-15,1-11-3 0,0 7-1 0,0-7 7 16,-3 6-6-16,3-6-1 0,0 0 0 0,0 0-2 0,1 13 1 16,-1-13 2-16,0 0 1 0,0 7 3 0,0-7-4 15,-1 8-6-15,1-8 5 0,0 0-1 0,1 8-2 16,-1-8 4-16,0 0 1 0,0 0-4 16,0 13 3-16,0-13-1 0,0 6 1 0,0-6-2 0,0 0 0 15,0 9 0-15,0-9-1 0,0 0 3 0,0 0-3 16,-1 8 6-16,1-8-9 0,0 0 0 0,0 0 3 15,0 9-1-15,0-9 2 0,0 0-5 0,-1 7 7 16,1-7-5-16,0 0 3 0,0 0 1 0,1 10-1 16,-1-10-1-16,0 0 1 0,0 0-2 0,0 8 2 15,0-8-3-15,0 0-1 0,0 0 6 0,0 9 2 16,0-9-7-16,0 0 5 0,0 0-3 0,-4 11-3 16,4-11 3-16,-2 8 1 0,2-8-2 0,0 11 2 15,0-11-4-15,-1 13 5 0,1-8-3 0,0-5 1 16,0 13 2-16,0-7 0 0,0-6 0 0,0 13-2 15,0-13 3-15,-3 10-3 0,3-10-1 0,0 10 1 16,0-10 2-16,3 11 2 0,-3-11-5 0,0 10 3 16,0-10-2-16,1 8 3 0,-1-8-9 0,1 7 12 15,-1-7-7-15,0 0-1 0,0 11 5 0,0-11-5 16,1 8 4-16,-1-8-1 0,3 10-1 0,-3-10 1 16,0 7 0-16,0-7-2 0,1 8 5 0,-1-8-5 15,0 9-1-15,0-9 7 0,0 0-5 0,-1 10-5 16,1-10 6-16,0 0 0 0,-4 9 1 0,4-9-1 15,0 0-2-15,0 8 2 0,0-8-3 0,0 0 2 0,0 0 4 16,0 9-3-16,0-9-1 0,0 0-2 16,0 0 6-16,0 0-6 0,0 0 2 0,0 0 4 15,0 0-11-15,-2 9 10 0,2-9-5 0,0 0 2 0,0 0-1 16,0 0-2-16,0 0 5 0,0 0 1 0,0 0-8 16,0 0 3-16,0 0 5 0,2 6 0 0,-2-6 1 15,0 0 1-15,0 0-6 0,0 0 3 16,0 0 1-16,0 0-1 0,0 0-3 0,0 0 1 0,0 0-18 15,0 0-24-15,0 0-30 0,0 0-30 0,0 0-26 16,0 0-38-16,0 0-32 0,0 0-43 0,0 0-33 16,0 0-32-16,-21-15-15 0,19 8-25 0,-3 4-216 15,5 3-608-15,-6-12 268 0</inkml:trace>
  <inkml:trace contextRef="#ctx0" brushRef="#br0" timeOffset="26227.16">22960 13544 9 0,'0'0'75'0,"0"0"-3"0,0 0 0 15,0 0-8-15,0 0 15 0,0 0-6 0,0 0-6 16,0 0-1-16,0 0 3 0,0 0-6 15,0 0-3-15,0 0 1 0,0 0 0 0,0 0-2 0,0 0-1 16,0 0-6-16,0 0 0 0,0 0-2 0,0 0 2 16,0 0-14-16,0 0-1 0,0 0 2 0,0 0-7 15,-6 3 0-15,6-3 2 0,0 0-10 0,0 0-7 16,0 0-2-16,0 0 7 0,0 0-14 0,0 0 9 16,-11 3 0-16,11-3 7 0,0 0-4 0,-9 2 3 15,9-2-7-15,-6 2 2 0,6-2-7 0,0 0 1 16,0 0 2-16,-8 3 5 0,8-3-10 0,0 0 7 15,0 0 1-15,0 0 1 0,0 0 2 0,0 0 0 16,0 0 0-16,0 0-5 0,0 0 8 0,-7 1-2 16,7-1-3-16,0 0-1 0,0 0 0 0,0 0 0 15,0 0-4-15,0 0 1 0,0 0 2 0,0 0-3 16,0 0 1-16,20 5-3 0,-20-5 6 0,13 1-1 16,-7 1 1-16,-6-2 4 0,18 0-7 0,-10 0 3 15,2-2 5-15,3 2 0 0,-2-1-1 0,2 1-1 16,-1 0-2-16,5-1 0 0,1 1-3 0,0-2-2 0,-1 4 6 15,-2-4-1-15,-2 1 1 0,5 1-2 16,-1-1-1-16,0 0 2 0,0 1 0 0,1-2-2 16,1 1 3-16,-1 1-2 0,1 0-1 0,0-1 0 15,0 1 12-15,-1-1-5 0,-1-1 2 0,1 4-6 0,0-2 0 16,1 0-1-16,-1 0-1 0,-2-2-4 0,3 2 4 16,-2 2-5-16,5-2-2 0,-4-2 0 15,0 2-2-15,-3 0 1 0,3 0 0 0,1 0-2 16,3 0 0-16,-4-1-1 0,1 1 7 0,1 0-6 15,1-2-3-15,0 2 1 0,-1 2-1 0,1-2 1 0,0-2-1 16,-3 2-2-16,0 0 2 0,-2 0 0 0,5-2 1 16,-4 1-4-16,2-2 2 0,-2 2-1 0,4 2 1 15,-5-2 0-15,-2 1 0 0,4 0-2 16,1-3 1-16,-2 2 1 0,2 0-1 0,0 1 1 16,-2 0-3-16,-2 0 0 0,-3 0 2 0,6-1 0 0,-5 0 0 15,6 1 3-15,-6-2 0 0,-1 2-1 0,1 0 1 16,-1 0-1-16,2-1 1 0,-3 1 1 15,10-2 8-15,-10 2-7 0,2-1 0 0,0 0-1 16,-2-1 1-16,2 2 0 0,-2-2 3 0,2 1-1 0,1-2-2 16,0 2 1-16,0 0 2 0,-1-1-2 0,1 2 1 15,-1-3-3-15,1 3 2 0,-2 0 0 0,0-3-1 16,1 0 7-16,0 3-7 0,1-3 0 0,-1 1 1 16,1 1 0-16,-1 0 1 0,-2-2-3 15,2 2 0-15,-2 0-1 0,0 0 4 0,1 0-4 0,1 0 3 16,0 1-2-16,-2 0 2 0,0-3 2 0,1 2 2 15,0 1 0-15,3-1 6 0,2 1-6 0,-3-2 3 16,3 2 0-16,0 0-2 0,-5-1-3 0,1 1 7 16,-3-1-5-16,2 0 3 0,-1 0 4 0,0-1-1 15,0 2 5-15,1 0-4 0,1-1 1 0,-4 1-3 16,4-1 0-16,-3 1 3 0,3-2-4 16,0 1 1-16,-2 1 2 0,2 0-3 0,-1 0-1 15,2-1 2-15,-2-1-5 0,0 2 2 0,2-1-4 0,-5 1 3 16,5 0-5-16,-5 0 2 0,3-2-3 0,-2 2 3 15,-10 0 0-15,18-2 1 0,-8 2 1 0,0 0-2 16,-1-1 4-16,3 1-1 0,-4-1 0 0,-8 1-1 16,18-3-1-16,-8 5-2 0,1-2-5 0,-3 0 2 15,4 0 5-15,-3 0-2 0,1 0-2 0,0 0 0 16,3 0 1-16,-2-2-2 0,1 2 0 0,-4 0 5 16,-8 0-10-16,15-1 6 0,-7 1-1 0,4 0 5 15,-1 0-4-15,0 0 3 0,-2-1-3 0,2 2 1 16,-4-1-1-16,-7 0 7 0,17-1-8 0,-7 0 3 15,-10 1 2-15,16-1-8 0,-6 1 5 0,2-1-4 16,-12 1 5-16,17-1-1 0,-7-1-1 0,2 2-1 16,-1-1-1-16,-4 1 4 0,-7 0-7 0,15-1 4 15,-6-1-3-15,0 2 0 0,-9 0 3 0,14-2-1 16,-5 1 5-16,4 0-1 0,-5-1 0 0,3 0 0 16,-5 0 2-16,5 2-2 0,-5-3 2 0,-6 3 1 15,14-2 0-15,-14 2 3 0,11-2 1 0,-11 2-6 16,12 0 5-16,-7-2-2 0,-5 2-8 0,12-1 11 15,-12 1-5-15,14-2-7 0,-7 0 6 0,-7 2-2 16,13 0 2-16,-8-1-8 0,-5 1 4 0,16 0 3 16,-16 0-5-16,11-1 1 0,-11 1-11 0,13 1-1 15,-13-1 12-15,11-1-1 0,-11 1-2 0,11-1 4 16,-4 2-2-16,-7-1-2 0,12 0 2 0,-12 0 0 16,11 0-5-16,-2 0-4 0,-9 0 9 0,9 1-1 15,-9-1 0-15,10 1-1 0,-10-1 1 0,17 0 11 16,-11 0-5-16,1 0-3 0,-7 0-3 0,16 2 2 15,-9-1 1-15,1 0-7 0,-8-1 7 0,14 1-5 16,-7-1-7-16,-7 0 14 0,13 0-6 0,-5 2-3 16,-8-2 3-16,11 0 5 0,-11 0-1 0,10 2-3 15,-10-2-2-15,10 0 6 0,-10 0-2 0,11 1 6 16,-11-1-8-16,0 0 1 0,8 0 5 0,-8 0 5 16,0 0-8-16,8 1 4 0,-8-1 8 0,0 0-3 15,0 0-1-15,0 0 11 0,0 0-7 0,0 0-5 16,9 2-4-16,-9-2 5 0,0 0-4 0,0 0-6 15,0 0 3-15,0 0-1 0,0 0-3 0,0 0 6 16,0 0-6-16,0 0 1 0,0 0-18 0,0 0-19 16,0 0-21-16,0 0-27 0,0 0-24 0,0 0-42 15,0 0-45-15,0 0-53 0,0 0-45 0,0 0-42 16,-28-16-184-16,18 13-557 0,-4-5 248 0</inkml:trace>
  <inkml:trace contextRef="#ctx0" brushRef="#br0" timeOffset="35534.01">22960 9990 39 0,'0'0'57'0,"0"0"-4"0,-9-3 5 0,9 3-5 16,0 0-1-16,-7-5-1 0,7 5 1 0,-5-4-5 15,5 4 9-15,0 0-2 0,-5-6 4 0,5 6-3 16,0 0 3-16,0 0-8 0,-4-4 3 0,4 4-3 16,0 0 0-16,0 0-5 0,0 0 5 0,0 0-1 15,0 0-4-15,0 0-1 0,0 0-3 0,0 0-1 16,0 0-4-16,0 0 0 0,0 0-4 0,0 0-3 0,0 0 7 15,0 0-7-15,0 0-4 0,0 0-1 16,0 0 0-16,0 0-3 0,0 0-3 0,0 0-6 16,0 0 5-16,0 0-4 0,0 0-4 0,0 0 1 0,0 0 0 15,0 0 4-15,0 0 7 0,0 0 14 0,0 0 10 16,0 0-1-16,22 11-4 0,-17-7-2 16,3 1-3-16,-3 0-5 0,1 1 0 0,3 0-5 0,0 1 2 15,-1 0 8-15,0 2-1 0,-1-2-3 0,1 0-2 16,0 1-1-16,1 0-3 0,-2-2 1 0,3 3-4 15,-3 1-6-15,1-1-2 0,2 2 2 16,-3-3 1-16,1 3 3 0,2 0 3 0,0-2-2 0,2 4-2 16,-4-3 1-16,2 0 0 0,-4 0 1 0,3 1-7 15,-2-2 1-15,2 1 2 0,-2 1-3 0,0-1 1 16,2 0 0-16,0 1-2 0,-2-1 0 0,1-1-1 16,-2 1-1-16,2-1-1 0,0 0 2 0,-2 0-3 15,-1 2 2-15,3-3-5 0,-1 2 8 0,-1-2 0 16,0 0-8-16,2 3 0 0,-2-1 5 0,0 0-6 15,1-2 7-15,-2 0-6 0,1 1 1 0,1 0 2 16,-2-2 4-16,0 3-3 0,0-1 1 0,0 0 0 16,2-2 2-16,-1 3 4 0,-1-3-3 0,-1 1-2 15,1-1 1-15,0 3-2 0,0-3-1 0,0 1 3 16,0 0 3-16,1-1-1 0,-3 2 0 0,3-1-3 16,-3 0 1-16,0 2-1 0,3-3-2 0,-1 2 2 15,-1 0 1-15,1 1-3 0,-1-3 0 0,1 2-1 16,0-1 0-16,2 0 1 0,-3-1-2 0,1 3 1 15,0 1-2-15,0-3 1 0,1 3 1 0,-2-1 0 16,0-2-2-16,1 1 0 0,0-2-1 0,-1 2-1 16,0 1 0-16,0-4 1 0,0 3 0 0,-2 0 7 15,2-3-7-15,-1 2 0 0,-1-3 0 0,2 0-4 16,-1 2 1-16,0 0 5 0,2-1-3 0,-3 1-4 16,-2-7 4-16,5 12-2 0,-1-5-1 0,-3-1 0 0,-1-6 0 15,4 11-1-15,-2-6 3 0,1 2 0 16,0-1 0-16,-1-2-1 0,3 2 0 0,-2 1 1 15,-1-2 0-15,1 1 0 0,-1 1 1 0,2-2 1 16,-4-5-2-16,5 11 2 0,-2-4-8 0,2-1 6 0,-1 1 1 16,-2-1-2-16,2-1 12 0,-1 1-12 0,1 0 1 15,-1-1-3-15,1 1 0 0,0 0 1 16,0 1 1-16,1-1 0 0,0 3 5 0,-1-3-2 0,2 1 10 16,0 1-7-16,1-1-2 0,-1 3-2 0,1-3-2 15,2 2 4-15,-3-1-2 0,2 1-1 0,0-1 1 16,-2-1 0-16,2 1 1 0,0 1 3 0,2 1-3 15,-3-1 2-15,0 1 1 0,1 0-4 0,0-1 1 16,-3 3 11-16,2-3-11 0,0 4-1 0,0-5-1 16,0 3 0-16,1-2 5 0,1 3-3 0,-1-2-3 15,1 3 5-15,0-3-4 0,-1 0 3 0,0 2-1 16,3 1-2-16,-1 0 1 0,0-5 0 0,-2 2 0 16,6 2-1-16,-4 0 1 0,0 0-2 0,3 2 11 15,-2-3-10-15,0 2-3 0,1 1 2 0,1-3 6 16,0 0-6-16,-3 4 3 0,0-1-7 0,2 0 4 15,-3-1 3-15,2 3-4 0,2-2-1 0,-3 0 5 16,3 0-2-16,-3 1 0 0,1-4-4 0,0 4 4 16,-2-5 2-16,0-1 0 0,2 3-3 0,-2 3-2 15,2-1 8-15,0-1-1 0,-1 0-2 0,1 1-2 16,0-1 3-16,-1-2 3 0,-1 3 1 0,1-5-4 16,1 4-1-16,-2-1-2 0,2 1 4 0,-3-3 7 0,-2 0-7 15,1 0-4-15,0 0-1 0,3 1 3 16,-2-2 2-16,0 2-5 0,1-2 4 0,1 3-5 15,-4-2 2-15,2-1 4 0,1-1-2 0,-2 2 11 16,0 0-14-16,1-1 1 0,-1 1-2 0,0 0-4 0,-2 0 4 16,3-2-2-16,-3 0 6 0,1 1-2 15,0 0 1-15,1-1-2 0,-1 1 0 0,0 1 1 16,1-2 0-16,-2 2 0 0,1-3-4 0,1 1 5 16,-2 0-4-16,4 1 5 0,-5-2-1 0,2 1-5 0,1 0 3 15,-1 0-3-15,3 1 4 0,-1-2 1 0,1 1 0 16,-3 0 1-16,4-2-6 0,-2 4 11 15,-2-3-11-15,3 2 1 0,-3-1-3 0,1 0 6 16,1 1-3-16,2-1 0 0,-3 1-2 0,1 1 4 0,1 0-2 16,-1-1-1-16,1-2-1 0,-1 5 5 0,-1-5 1 15,2 2-7-15,0 1 2 0,0-3 1 16,0 3-1-16,-2-2-2 0,2 3 7 0,-1-4-1 0,2 2-5 16,-3-1 4-16,2 0 4 0,-2 1-4 0,2-2 7 15,-1 3-6-15,0-3 11 0,-1 2-6 0,3-1-9 16,-3 0 4-16,2 1-1 0,2-1-2 15,-4 0 17-15,2 1-15 0,-3-1 0 0,3 0-6 0,0 0 4 16,-4 1 0-16,3 0 3 0,2-1-1 0,-4 1-2 16,3-2 0-16,-1 3 1 0,1-2-3 0,-1 0 3 15,-1 1 2-15,1 0 1 0,2 1-2 0,-2-1 7 16,1 2-10-16,1-3 9 0,-2 3-5 16,1-4-2-16,3 6 3 0,-1-4 0 0,0 1 0 0,-3 0 1 15,1 0-3-15,-1-1 4 0,0-2-1 0,0 3-1 16,1-1-8-16,-1 1 10 0,2-1-3 0,-3 1 13 15,5 2-14-15,-4-4 0 0,3 1-9 0,-4-1 8 16,0 0 2-16,1 1-3 0,-1-1-2 0,2 0 11 16,-3 1-12-16,1-1 5 0,0-1-6 0,0 2 7 15,0-2-5-15,-1 0 4 0,4 3-6 0,-5-3 8 16,3 3-3-16,-1-2 0 0,-1-1-1 0,0 2-2 16,-1-3 1-16,2 1-3 0,-2 2 8 0,3-2-6 15,-2 2-1-15,0-1 2 0,-1 0-4 0,3-1 4 16,-3 1-3-16,4 1 6 0,-4-1-2 0,1-2-1 15,0 2 0-15,-1 1 1 0,0 0 0 0,0 0-5 16,1 0 4-16,-2 0 5 0,3 0-2 0,-1-2 1 16,0 4-7-16,-2-3 3 0,3 2-3 0,-3-3 2 15,1 1 1-15,2 2 1 0,-2-3-1 0,3 0-1 16,-3 1 7-16,1 0-8 0,1-1 3 0,0 0-2 0,-1 2 1 16,-1-3 2-16,-1 1 1 0,3 0 1 0,0 1-5 15,-2 0 4-15,-1-3 0 0,2 2-6 0,-1 1 3 16,0-3-2-16,-2 2-1 0,-1-1 14 15,2 0-11-15,2 1-2 0,-5 0 2 0,5-2-4 0,-2 1 3 16,-3 0 3-16,8 1-3 0,-5-1 1 0,0 2-2 16,1-4 4-16,-1 3-4 0,0-2-1 0,2 2 0 15,-2-1 2-15,0 1 4 0,-1-2-8 0,1 0 6 16,0 1 2-16,1 1-2 0,0-1-1 0,-1-1 1 16,1 2 0-16,-1-3 0 0,-1-1 0 0,-1 4 1 15,2-2-2-15,0-1 1 0,-4-4-2 0,8 9 6 16,-6-5-4-16,-2-4-1 0,7 6 1 0,-7-6-2 15,4 7 1-15,-4-7 0 0,4 4-1 16,-4-4 3-16,3 5-1 0,-3-5 2 0,4 5 0 0,-4-5-6 16,0 0 1-16,3 5-1 0,-3-5 5 0,0 0 1 15,0 0 28-15,4 6-3 0,-4-6 5 0,0 0-18 16,0 0 6-16,3 4-3 0,-3-4-6 0,0 0 6 16,0 0 0-16,0 0-4 0,0 0 18 0,4 7-24 15,-4-7 3-15,0 0 3 0,0 0 9 0,0 0-20 16,4 6 3-16,-4-6 2 0,0 0 5 0,0 0-9 15,0 0-4-15,0 0 2 0,0 0-7 0,2 4 9 16,-2-4 2-16,0 0 4 0,0 0-3 0,0 0-6 16,0 0-2-16,0 0 6 0,3 6 11 0,-3-6-20 15,0 0 2-15,0 0 2 0,0 0 3 0,6 5-17 16,-6-5 15-16,0 0 3 0,0 0 2 0,5 7 0 0,-5-7-12 16,0 0 9-16,0 0 0 0,0 0-1 15,3 2 3-15,-3-2 0 0,0 0 0 0,0 0-17 16,0 0 22-16,8 4-6 0,-8-4 7 0,0 0-2 15,0 0-3-15,3 5-1 0,-3-5 5 0,0 0-8 16,0 0 11-16,0 0 0 0,0 0-8 0,0 0 4 16,0 0 1-16,0 0-4 0,0 0-4 0,0 0 2 15,0 0 1-15,0 0-1 0,0 0 1 0,0 0-11 16,0 0 15-16,0 0-2 0,0 0-1 0,0 0 3 0,0 0-6 16,8 3 15-16,-8-3-19 0,0 0 0 15,0 0 5-15,0 0-2 0,0 0 2 0,0 0-3 0,0 0 3 16,0 0-5-16,0 0 3 0,0 0 2 0,0 0 5 15,0 0-8-15,0 0 3 0,0 0-4 0,0 0 6 16,0 0-8-16,0 0 1 0,0 0 4 0,0 0 1 16,0 0-5-16,0 0 5 0,0 0-4 0,0 0 7 15,0 0-12-15,0 0-10 0,0 0 13 0,0 0 4 16,0 0 12-16,0 0-26 0,0 0-10 0,0 0-24 16,0 0-13-16,0 0-19 0,0 0-23 0,0 0-18 15,0 0-27-15,0 0-36 0,0 0-36 0,0 0-24 16,-13 12-30-16,13-12-26 0,-5 6-198 0,5-6-536 15,-11 2 237-15</inkml:trace>
  <inkml:trace contextRef="#ctx0" brushRef="#br0" timeOffset="37378.97">22872 13701 106 0,'0'0'124'0,"0"-9"-8"0,0 9-9 0,0 0-3 0,0-8-1 16,0 8-5-16,0 0-10 0,0 0-13 0,0 0-4 15,0 0-12-15,-4-7 2 0,4 7-15 0,0 0-1 16,0 0-1-16,-22 10-2 0,11-3-11 0,0 0 3 15,1-1-5-15,-1 2 1 0,0-1-4 0,2 3 0 16,2-1-8-16,-1 1 5 0,2-2-4 0,2 1 0 16,1-2 2-16,2 3-5 0,0-3 5 0,1-7-8 15,1 13 2-15,0-5-1 0,2-4-3 0,1 2 8 16,2-1-4-16,3 1 3 0,3-3 1 0,-1 0 0 16,3 0 1-16,0-3 0 0,0 1-1 0,-1-2-3 15,1-1 5-15,-2 1 3 0,-1-3 4 0,1-1-9 16,-2 1-8-16,-1-1 8 0,-2 1 3 0,-2 0-3 15,-1-1-5-15,-1-2 3 0,-1 2-1 0,-2 5 1 16,0-12-7-16,0 12-2 0,-6-16-1 0,1 8-1 16,-3 2-4-16,3 0 4 0,-2 0-6 0,-4 0 0 15,-1 3-3-15,-1-1-12 0,1 2-19 0,1 0-6 16,-1 2-16-16,-2 1-9 0,3 0-24 0,-2-1-17 16,1 4-2-16,3 1-22 0,-2-1-110 0,2-1-260 15,3 0 115-15</inkml:trace>
  <inkml:trace contextRef="#ctx0" brushRef="#br0" timeOffset="37842.34">23139 13882 8 0,'0'0'123'16,"0"0"-35"-16,0 0 13 0,-7-5-5 0,7 5-6 15,0 0-18-15,0 0-4 0,0 0 1 0,0 0-1 16,0 0 4-16,0 0 0 0,0 0-3 15,22-1 2-15,-9 0 2 0,1 1-10 0,4-2 9 0,4 2 1 16,-2 0-3-16,1-1 1 0,1 1-5 0,0-1-1 16,-3 1 0-16,1 1 1 0,-1-4 0 0,0 3-4 15,3 0-5-15,-3 0 3 0,-1 3-6 0,-1-3-1 16,2 1-4-16,-2 1 4 0,0 0-10 0,-3 0-2 16,0-2-4-16,-3 2-1 0,1-4-6 0,-4 2-4 15,-8 0 2-15,14 0-5 0,-9 3-1 0,-5-3 4 16,9 1-6-16,-9-1 5 0,6 2 2 0,-6-2-3 15,0 0-5-15,0 0 0 0,0 0-1 0,0 0-1 16,0 0-7-16,13-3-9 0,-13 3-12 0,0 0-27 16,0 0-36-16,0 0-31 0,0 0-36 0,0 0-30 15,0 0-22-15,0 0-135 0,-26 7-354 0,26-7 156 16</inkml:trace>
  <inkml:trace contextRef="#ctx0" brushRef="#br0" timeOffset="38369.41">23835 13869 61 0,'2'-4'193'0,"-2"4"-7"0,0 0-13 16,0 0-9-16,1-10-20 0,-1 10-12 0,0 0-13 16,0 0-10-16,0 0-10 0,0 0-9 0,0 0 0 15,0 0-7-15,0 0-1 0,-4 31-6 0,3-24-4 16,2 2-5-16,-1 2-5 0,1-1-8 0,2-2-3 15,-1 2-7-15,2-2 12 0,1 2-2 0,2-2-5 16,-4 1-4-16,3-4-2 0,0-1-7 0,2 2-1 0,3-2-3 16,-1-1 1-16,1 0-4 0,0-2-4 15,1-1 0-15,0-1-1 0,-3-1 0 0,-2 1 1 16,-1-2-1-16,4-2 0 0,-2 0-2 0,-3 1 0 16,3-2 2-16,-2-2 0 0,-2 3-1 0,0-2 2 15,-2 1-5-15,4-3 1 0,-4 3-3 0,-2 6-6 0,5-9 4 16,-3 5 1-16,-2 4-4 0,3-8 5 15,-3 8-12-15,0 0 3 0,3-5-5 0,-3 5 0 16,0 0 1-16,0 0-3 0,0 0-1 0,0 0 2 16,7 16 0-16,-7-16 0 0,4 10 0 0,-1-4-3 15,5 0 2-15,-3 0-1 0,1-1 1 0,2 0-1 16,2-2 1-16,3 0 1 0,-2 1 0 0,2-3 2 16,0-1-5-16,0-1 4 0,1-2 1 0,-4 2 1 0,2-4-1 15,0 1 2-15,0-1 0 0,-2-2 5 0,0 0 5 16,-3-2 3-16,0 2 0 0,0-2 4 0,-2-1-1 15,-3 3-5-15,1-2-2 0,-2-1-2 0,0 2-6 16,-2-1 0-16,1 9-15 0,-3-13-8 16,1 7-12-16,2 6-16 0,-5-9-25 0,1 5-22 15,4 4-14-15,-8-3-16 0,8 3-18 0,0 0-14 16,0 0-9-16,-16 6-9 0,11-3-10 0,5-3-5 16,-5 11-120-16,5-11-329 0,1 8 146 0</inkml:trace>
  <inkml:trace contextRef="#ctx0" brushRef="#br0" timeOffset="38614.37">24271 13889 372 0,'5'1'-6'0,"5"-1"17"15,-10 0 20-15,12-1 14 0,-6-2 6 0,-6 3 19 16,9-3 5-16,-4-1 6 0,-5 4 16 0,8-7-1 16,-4 4 11-16,-4 3 4 0,6-3 0 0,-6 3-6 15,5-9-3-15,-5 9-3 0,7-5-7 16,-7 5-5-16,6-3-6 0,-6 3-8 0,0 0-10 16,0 0 3-16,0 0 4 0,0 0-4 0,9 6 2 0,-6 1-6 15,-1 0 0-15,0 3-4 0,0 1-3 0,0-1-5 16,-1 2-5-16,-1 1-5 0,0 2 1 0,0-3-7 15,0 1-1-15,0-1-4 0,2 0-3 0,-4 3-2 16,1-2-3-16,2-3-3 0,-1 0-16 0,0 0-16 16,-1-1-15-16,-2-2-16 0,3-7-23 0,0 14-25 15,-1-10-16-15,1-4-20 0,0 10-24 0,0-10-4 16,0 0-4-16,1 8-11 0,-1-8-111 16,0 0-306-16,0 0 136 0</inkml:trace>
  <inkml:trace contextRef="#ctx0" brushRef="#br0" timeOffset="38964.44">24405 13883 112 0,'4'-8'144'0,"0"-1"0"0,-4 9-13 0,9-11-6 15,-9 11-10-15,9-8-4 0,0 8-2 0,-9 0 3 16,14-3-8-16,-14 3-2 0,16 1 2 0,-16-1-10 16,13 5-7-16,-8-2-5 0,-5-3-8 0,12 10-3 15,-7-5-7-15,-5 0-7 0,2 3-5 0,0-1-5 16,-2-7-2-16,-4 13-8 0,0-5-2 0,-1-2-6 15,1 0 1-15,0-1-1 0,4-5-9 0,-2 10 1 16,-1-3-12-16,3-7-5 0,-2 6-2 16,2-6-7-16,-1 8-1 0,1-8-2 0,0 0-1 0,3 12 2 15,1-9-2-15,-4-3 3 0,8 7 2 0,-2-5 0 16,-1 1 2-16,-5-3-3 0,12 5 0 0,-7-2 0 16,-5-3 2-16,10 7-4 0,-6-2 3 0,-4-5-1 15,6 5 1-15,-3-1 5 0,-3-4-5 0,0 0 6 16,1 8-1-16,-1-8 1 0,0 0 0 0,-4 15 3 15,-1-12-4-15,5-3 2 0,-9 8-1 0,3-5 3 16,1 2-3-16,0-3-7 0,-2 2-18 0,2-1-14 16,5-3-27-16,-13 5-31 0,13-5-36 0,-6 2-38 15,6-2-115-15,0 0-308 0,0 0 137 16</inkml:trace>
  <inkml:trace contextRef="#ctx0" brushRef="#br0" timeOffset="39376.51">24773 13862 180 0,'0'0'201'0,"0"0"-11"0,6-8-9 0,-6 8-15 16,0 0-15-16,0 0-11 0,8-1 3 0,-8 1-15 16,17 4-1-16,-3-2-11 0,4 1-2 0,12-2-8 15,-1-1-5-15,8 0-13 0,1-1-3 0,-1-1-5 16,2 2-7-16,0 0-6 0,-1-2-4 0,-2-1-6 15,3 0 1-15,-5-2-5 0,2 2 1 0,0-2-5 16,-4 0 0-16,-1 1 0 0,-1 0-7 0,-1-3-1 16,-13 4 5-16,2 0 2 0,-7 1 3 0,-2 0 6 15,2 0 2-15,-11 2-5 0,13-5-1 16,-13 5-2-16,0 0-10 0,14-2-4 0,-14 2-1 0,0 0-2 16,13-1-6-16,-13 1-4 0,0 0-1 0,0 0-6 15,9-2 1-15,-9 2-5 0,0 0-1 16,0 0-3-16,14 0 8 0,-14 0-10 0,13 1 1 0,-13-1-4 15,0 0-2-15,12 2-13 0,-12-2-14 0,6 1-17 16,-6-1-16-16,7 0-11 0,-7 0-6 0,0 0-3 16,0 0-4-16,13 8-9 0,-13-8-10 0,10 2-3 15,-10-2-6-15,12 5 0 0,-12-5-1 0,14 0 0 16,-14 0-5-16,13 3-2 0,-13-3-10 0,11 0-10 16,-11 0-15-16,12 0-16 0,-12 0-115 15,0 0-307-15,0 0 136 0</inkml:trace>
  <inkml:trace contextRef="#ctx0" brushRef="#br0" timeOffset="39735.91">25668 13662 61 0,'0'-5'222'0,"0"5"-6"16,5-11-12-16,-5 5-14 0,2 0-10 0,-2 6 1 16,0 0-3-16,2-11-8 0,-2 11-10 0,1-8-18 15,-1 8-15-15,0 0-13 0,0 0-15 16,0 0-10-16,0 0-9 0,0 0-6 0,0 0 1 0,0 0 10 15,-5 33-1-15,5-18-17 0,-5 4 1 0,2-3-4 16,1 1-5-16,1 2-6 0,0-3-1 0,-3 9-6 16,2-6-7-16,0 0 0 0,0-4-2 0,1 2-15 15,-1 0-22-15,2-6-34 0,0 5-42 0,-2-4-53 16,2 0-48-16,4 0-49 0,-4 0-214 0,-2-1-476 16,2-11 211-16</inkml:trace>
  <inkml:trace contextRef="#ctx0" brushRef="#br0" timeOffset="39898.18">25807 14015 39 0,'0'0'201'0,"0"0"-17"0,0 0-20 16,0 0-21-16,0 0-16 0,0 0-31 0,7-4-40 15,-7 4-50-15,0 0-39 0,0 0-52 0,0 0-65 16,0 0-162-16,0 0 72 0</inkml:trace>
  <inkml:trace contextRef="#ctx0" brushRef="#br0" timeOffset="41760.48">23378 9881 102 0,'-2'-17'174'0,"1"-1"-17"0,1 7-4 0,-1-2 5 15,0 0-6-15,2 4 5 0,-1-2-3 16,0 3-4-16,0 8-13 0,1-13-18 0,-1 13-12 0,0-8-13 16,0 8-11-16,0 0-8 0,1-6-9 15,-1 6-4-15,0 0-8 0,0 0-7 0,10 15-2 16,-8-7-3-16,3 2-3 0,1 6 1 0,-3 1-3 0,1 2-4 15,-2 0-2-15,0 1-2 0,0 5-1 0,-2-7 1 16,0 0-3-16,0-4-2 0,-1 4-4 0,-2 1 6 16,3-2-8-16,-2-1 0 0,2 0-3 15,-3-1 2-15,2 2-6 0,0-6 2 0,-1 1-7 0,1 1-16 16,-1-3-26-16,0 0-25 0,1 2-25 0,-3-6-20 16,3 1-16-16,1-7-25 0,-1 9-6 0,1-9-21 15,0 0-136-15,-4 7-334 0,4-7 148 0</inkml:trace>
  <inkml:trace contextRef="#ctx0" brushRef="#br0" timeOffset="42000.49">23458 9790 25 0,'0'0'148'0,"4"-9"-9"0,0 5-17 15,-4 4-5-15,6-6-5 0,1 3-3 0,-7 3-11 16,10-1-11-16,-10 1-11 0,11 4-5 0,-5-1-4 0,-1 2-14 15,1 0 3-15,-3 2-7 0,-1 2-5 16,-1 0-4-16,-2 4-6 0,0-4-4 0,-3 2-4 16,-2 1 3-16,-2 1-6 0,-2 2 1 0,-3-1 0 15,-1-3-5-15,2 1-3 0,-2 0 2 0,4-4-21 0,-4 2 2 16,3-5-22-16,0 1-18 0,0 1-27 16,2-3-18-16,-1 1-25 0,-3 1-110 0,3 0-239 15,1 0 106-15</inkml:trace>
  <inkml:trace contextRef="#ctx0" brushRef="#br0" timeOffset="42386.11">23509 10087 79 0,'14'3'170'0,"-7"-2"-12"0,-7-1-7 0,10 3-14 0,-4 2-10 16,-1-1 1-16,-5-4-8 0,7 8-14 0,-3 1 1 15,-2 0-8-15,1 2 2 0,-2-2-7 0,1 0-8 16,-2 1-6-16,0-1-7 0,0-1 1 0,0 1-6 16,0-3-8-16,0-6 0 0,0 10-1 0,0-10 3 15,0 0 5-15,0 12 5 0,0-12 6 0,0 0 4 16,2 6 3-16,-2-6-3 0,0 0-8 0,0 0 2 16,0 0-17-16,0 0-4 0,0 0-5 0,1-23-5 15,3 12-5-15,0 2-4 0,1-1-4 0,1-7-5 16,2 3-1-16,1 1-4 0,1 0-4 0,1-1-3 15,4 1-2-15,-2 1 0 0,4 4-4 0,3 1 4 16,-1 1-6-16,-1 3-2 0,0 1 1 0,-4 0-2 16,2 4 1-16,-2 0 5 0,-2 3-9 0,-2 2 0 15,0 1 0-15,-1 4 0 0,-2-2-1 0,-1 6-2 16,-1-4-22-16,-4 5-18 0,1 0-24 0,-2 2-23 16,-2 0-33-16,-1 5-30 0,-1-5-27 0,1-1-27 15,-2 0-32-15,0 0-131 0,1 0-398 0,-2-3 176 0</inkml:trace>
  <inkml:trace contextRef="#ctx0" brushRef="#br0" timeOffset="42519.04">23908 10433 164 0,'4'-6'166'0,"-4"6"-15"0,4-6-17 16,-4 6-15-16,0 0-10 0,4-4-26 15,-4 4-41-15,0 0-49 0,0 0-42 0,6-3-103 16,-6 3-165-16,0 0 72 0</inkml:trace>
  <inkml:trace contextRef="#ctx0" brushRef="#br0" timeOffset="45231.95">27015 9940 63 0,'0'-12'129'0,"1"6"-15"0,-1 6 1 0,0-12-2 15,0 12-5-15,0-9-1 0,0 9-1 0,0 0-7 16,0-7-3-16,0 7-10 0,0 0-12 0,0 0 3 15,0-11-12-15,0 11-10 0,0 0-10 0,0 0-1 16,0 0-6-16,0 0-4 0,0 0 2 0,-1-8-7 16,1 8-1-16,0 0-5 0,0 0-4 0,0 0-3 0,0 0 2 15,0 0-4-15,0 0-2 0,0 0 1 0,0 0-2 16,0 0 0-16,0 0-5 0,0 0-3 16,0 0 6-16,0 0-6 0,0 0 5 0,0 0-3 0,0 0-1 15,0 0 3-15,0 0-6 0,0 0 1 0,0 0 7 16,0 0-8-16,0 0 4 0,0 0-2 0,0 0-1 15,0 0-4-15,0 0 2 0,0 0-9 0,0 0 3 16,0 0-2-16,0 0-2 0,0 0 6 0,0 0 0 16,0 0-3-16,0 0 3 0,0 0 5 0,0 0-4 15,0 0-1-15,0 0 4 0,0 0-4 0,0 0 6 16,0 0-3-16,0 0 3 0,0 0-5 0,0 0 0 16,0 0 1-16,0 0 2 0,0 0-4 0,0 0 4 15,0 0 0-15,0 0 0 0,5-4-1 0,-5 4-4 16,0 0 5-16,0 0 2 0,0 0-3 0,0-10 2 15,0 10 3-15,0 0 2 0,0 0 0 0,0 0 5 16,4-5-3-16,-4 5 2 0,0 0 5 0,0 0-3 16,0 0-2-16,3-9 1 0,-3 9-2 0,0 0 3 15,0 0 10-15,3-7 7 0,-3 7 4 0,0 0 4 0,0 0 5 16,0 0-3-16,0-8 3 0,0 8-2 0,0 0-7 16,0 0-1-16,0 0-4 0,0 0-1 15,0 0 0-15,0-9-5 0,0 9 0 0,0 0 2 16,0 0-2-16,0 0-5 0,0 0 2 0,0 0-4 0,0 0-1 15,0 0-3-15,0 0-4 0,0 0-1 0,0 0-2 16,0 0-1-16,0 0 1 0,0 0 3 16,0 0-8-16,0 0 4 0,0 0-2 0,11 19 0 0,-9-10-1 15,-2-2 1-15,4 4 0 0,-4 2 0 0,4-1 3 16,-3 4-1-16,0-3 2 0,3 4-4 0,-4 0 7 16,0 2 0-16,4-1 5 0,-2 1-3 0,3 7 12 15,-3-7-7-15,4 8 3 0,-1-2 6 0,-1 1-3 16,4-1-2-16,-4 4 2 0,0-2-2 0,3 2 0 15,-3-1-1-15,-4-2 0 0,6 3 0 0,2-2-1 16,-4 0-1-16,-2 0-1 0,1 2 1 0,1-1 7 16,1 1-7-16,-3-3-2 0,1 1-3 0,-1 0 3 15,0 2-2-15,1-3 2 0,-3 2-1 0,0-3-4 16,2 1 4-16,-2-1-2 0,0-1-4 0,-2-3 5 16,1-2-1-16,-1 1 7 0,2 4-11 0,0 2 1 15,0-7-5-15,0 6 5 0,0-6 1 0,0 0-4 16,0 5 0-16,2-5 4 0,1 7-4 0,-1-2 4 15,0-4-7-15,-2-2 6 0,2 1-6 0,2-1-1 16,-4 0 1-16,1 2 4 0,1-2-3 0,0 0-1 16,-4-3-2-16,6 3 4 0,-4-1-4 0,0-1 2 15,2 2 0-15,-2-1 2 0,0-1-1 0,5 1 0 16,-2-1 2-16,-1-1 1 0,2 0-6 0,-2 0 6 16,1 2-1-16,-2-1-2 0,0 0-1 0,3 0 1 15,-2 0-2-15,2 2 2 0,-2 0 0 0,2-2-4 0,-2 2 1 16,2-4 8-16,-2 2-5 0,-1 0 9 0,1 0-7 15,0-2 3-15,-2 1-7 0,0-3 11 16,4 4-5-16,-4 1 4 0,4 0-7 0,-3 2 3 0,1-3-1 16,3 2 2-16,-3-1-1 0,1-1 2 0,1 2-3 15,-2-1 4-15,0 0 1 0,0-1-3 0,1 1 4 16,-1 1-3-16,2-2 2 0,-2 2 2 16,2 0-4-16,0-1-2 0,-2-1-1 0,2 0 5 0,1 1 0 15,-1-2-4-15,-4 1 5 0,2-3-2 0,0 3-1 16,-2-4 6-16,2 2 0 0,0 1-2 0,-1 2-1 15,-1-1 1-15,0-3 5 0,5 3-5 16,-7-3 0-16,4-2-1 0,-2 7-1 0,0-2 7 0,2-3-5 16,-2 1 3-16,0 4-4 0,0-7-2 0,2 5 3 15,-2-4-5-15,0-2-1 0,0 2 1 0,0-1 1 16,0 1-3-16,0-2 0 0,0 0 4 0,0 0 1 16,0 0-3-16,-2-1 1 0,4 1-1 0,-4-3 4 15,2-7-4-15,-2 17 4 0,2-9-1 0,0-2-3 16,0 4-5-16,-2-3 5 0,2 3-1 0,0-1-3 15,0 1 7-15,-3-1-2 0,-2 1-3 0,7-2 0 16,-2 0 1-16,0-8 2 0,0 14-3 0,-2-4 0 16,2 0 2-16,2-3-2 0,-4 1-7 0,2 2 6 15,0-1-2-15,0 0-2 0,0 1 1 0,-2-2 0 16,4 3 14-16,-4-1-13 0,2 0-4 0,0 1 5 16,-2-2-3-16,2 1 3 0,0 0 2 0,0 1-9 0,0-2 8 15,0 0 1-15,0 0 0 0,0 1-6 16,0-1 5-16,0 1-4 0,0-1 4 0,0-9 4 15,0 16-2-15,0-7-6 0,0-2 6 0,0 3-4 16,0-1 2-16,0 1 2 0,0-3-1 0,0 5 1 0,0-3 7 16,-2-1-6-16,2-8-3 0,-2 15 5 15,4-7-2-15,-2 0-5 0,0 2 7 0,0-1 5 16,-2 1-14-16,4-1 3 0,-2 1-2 0,2 0 5 16,-2 1-2-16,-2-1 5 0,0 5 0 0,1-3-4 15,1-1 3-15,0 0 3 0,1 1-8 0,-2 0 4 16,2-1-5-16,-2 0 1 0,1 0 12 0,-1-1-9 15,1 1-7-15,0-1 9 0,-3 0-5 0,3 0 1 16,0 0-1-16,0-2 14 0,-2 3-18 0,2-4 0 0,2 3 9 16,-2 0-8-16,-2-1-2 0,0 0 20 15,2-2-23-15,2 2-3 0,0 1 7 0,-4 0-6 0,4-3 7 16,-2-7 1-16,0 13 4 0,0-5-10 16,3 0 2-16,-3-8 8 0,0 11-7 0,0-3 4 0,1-1-3 15,-1-7 5-15,-1 16-5 0,-2-11 1 0,3-5-7 16,4 14 4-16,-4-10-2 0,1 3 8 0,-1-7-7 15,0 11 1-15,0-4-1 0,0-7 11 0,4 10-13 16,-4-4 13-16,0-6-8 0,0 10 2 0,0-10-10 16,2 8 15-16,-2-8-10 0,0 10-2 0,0-10-2 15,2 9 22-15,-2-9-17 0,0 10 6 0,0-10-4 16,0 12-3-16,0-6 4 0,0-6-1 0,0 8 1 16,0-8-3-16,2 10 5 0,-2-10-1 0,-2 8-1 15,2-8-4-15,4 6 5 0,-4-6-1 0,0 0-5 16,0 0 3-16,0 0-1 0,0 10-3 0,0-10 11 15,0 0-4-15,0 0 1 0,0 0 2 0,0 0-6 16,1 5 9-16,-1-5 0 0,0 0-1 0,0 0-6 16,0 0 3-16,0 0-30 0,0 0-38 0,0 0-45 15,0 0-31-15,0 0-57 0,-5-24-58 0,5 24-55 16,-2-17-233-16,4 6-589 0,-2-1 260 16</inkml:trace>
  <inkml:trace contextRef="#ctx0" brushRef="#br0" timeOffset="46982.82">27296 13430 7 0,'0'0'100'0,"0"0"-4"0,0 0-3 0,0 0-1 0,0 0-7 15,0 0 2-15,0 0-7 0,0 0-2 16,0 0-1-16,0 0 3 0,0 0-1 0,0 0-6 0,0 0 0 16,0 0-5-16,0 0-5 0,0 0-5 0,0 0 5 15,0 0-15-15,0 0-1 0,0 0 1 16,0 0-6-16,0 0 0 0,0 0-5 0,0 0-2 16,0 0-4-16,0 0 0 0,0 0-2 0,0 0-3 0,0 0-2 15,0 0 1-15,0 0-3 0,0 0 0 0,0 0 3 16,-6-7-6-16,6 7 4 0,0 0-1 0,0 0 1 15,0 0-3-15,0 0-1 0,0 0 1 0,0 0-1 16,0 0-1-16,0 0 2 0,0 0-1 0,0 0-1 16,0 0 2-16,0 0-4 0,0 0 4 0,0 0-1 15,0 0-5-15,0 0 2 0,0 0-6 0,0 0-1 16,0 0 12-16,0 0-8 0,0 0-3 0,20 3 2 16,-11-3 0-16,-9 0 2 0,19-1 2 0,-9 2 1 15,3-1 0-15,2 1 1 0,-1-2 3 0,3 1 1 16,3 1-5-16,-2-2 6 0,4 1 4 0,-1 1-1 15,0-1 3-15,5 1-1 0,-2-1-4 0,-3-2-7 16,1 3 2-16,-1-2-1 0,1 1-4 0,0 0-1 16,0 1 2-16,-1-1 0 0,1 1-1 0,5 1 0 15,-6-2 3-15,2 0-2 0,-2 0-2 0,8 0 0 16,1 2 2-16,-1-2 0 0,2 2-1 0,-2 0-3 16,3-2 3-16,-5-2-3 0,2 1 3 0,-8 1 0 15,6 0 3-15,2-1-5 0,-10 1-2 0,4-2-1 16,-2 2 0-16,9-3 1 0,-9 2 1 0,1 1-2 15,-1-3 0-15,-2 3 1 0,3-2 3 0,-2 3-5 16,2-2 1-16,6 0 0 0,-7 1-1 0,0-2 3 16,0 1-2-16,0-2 1 0,0 3 0 0,-2-3-1 15,0 1 3-15,2 1-4 0,-2 1 1 16,0-4-6-16,-1 1 3 0,2 1-3 0,2 1 2 0,-3-3 2 16,4 4-3-16,-1-2 3 0,0 0-4 0,-2 1-2 15,2-1 5-15,-2 1-3 0,0-1 2 0,-1 0 1 16,1 1-3-16,-2-1 0 0,1 2 3 0,-2-3-3 15,1 3 0-15,-5-1-1 0,0 1 1 0,4-3 1 16,1 4 0-16,-5-1-1 0,0-2 3 0,1 2-3 16,2-2 2-16,1 1-2 0,-2 0-3 0,2 0 2 15,-3 0 2-15,4-2-2 0,1 3 2 0,-1-3-4 16,-2 2 4-16,4-2-1 0,-2 2 4 0,1 1-6 16,1-1 9-16,-2-1-8 0,2 1 6 0,-2 0-3 15,2-1-1-15,-3 1-1 0,0 1 1 0,1-2 1 16,3 1 1-16,-4 1-3 0,2 0 0 0,-1 0 4 15,1-2-1-15,0 1 5 0,0 0-5 0,-7-1-4 16,8-1 1-16,-8 2 3 0,1 0 1 0,0 1-4 16,1-1-2-16,3 1 3 0,0-1-1 0,1 0 2 15,-2 1 0-15,-3-2-5 0,4 1 3 0,-1-1 3 16,-1 1-8-16,-2 0 6 0,1 1-3 0,-1-1 1 16,-1 2 3-16,1-1-6 0,0 0 6 0,1-1-2 15,0-1 1-15,0 1-3 0,3 1 5 0,-2-1-6 16,2-1 4-16,-3 2-5 0,0-1 7 0,2-1-6 15,-1 1 0-15,-2 1 2 0,4-2 2 0,1 1-5 16,-5 1 2-16,1 0-2 0,-1 0 4 0,4 0-3 16,-2-1 2-16,2 2 4 0,-1-4-4 0,-2 3 0 15,3 0 0-15,-3 0 3 0,-3 0 4 0,3 0-6 16,-2-1 3-16,-1 1-3 0,2-1 4 0,-3 1 2 16,0-3 4-16,2 1-3 0,-1 2 1 0,0 0 1 15,0-2-3-15,-3 1 1 0,2 0 4 0,1-2-8 16,0 3 1-16,-3-1 4 0,-8 1-7 0,15-1 4 15,-15 1 4-15,14-1-3 0,-7 0 4 0,5 0-1 16,-12 1 1-16,13-1-5 0,-13 1 5 0,11-4-2 16,-3 4 1-16,-8 0 2 0,12 0 2 0,-12 0-8 0,10-2 6 15,-10 2-10-15,9 0 4 0,-9 0-5 16,11-3 1-16,-3 3 1 0,-8 0 2 0,10 0-4 16,-10 0 2-16,9-1-1 0,-9 1 2 0,0 0-4 15,10 1 8-15,-10-1 2 0,0 0-3 0,10 0-1 16,-10 0 6-16,0 0-4 0,0 0 6 0,0 0 3 0,0 0-6 15,0 0 1-15,0 0 0 0,8-4-4 16,-8 4 1-16,0 0 3 0,0 0 3 0,0 0-11 16,0 0 6-16,0 0-1 0,0 0-1 0,0 0 3 15,0 0-8-15,0 0 9 0,7-3 0 0,-7 3 4 0,0 0-4 16,0 0 2-16,0 0 3 0,0 0 1 16,0 0 2-16,0 0 0 0,0 0-1 0,0 0 3 15,0 0-7-15,0 0 2 0,0 0 3 0,0 0 3 16,0 0-2-16,0 0 7 0,0 0-31 0,0 0 19 15,0 0-6-15,0 0 4 0,0 0-2 0,0 0-3 0,0 0-4 16,0 0 4-16,0 0-1 0,0 0 2 16,0 0-9-16,0 0 5 0,0 0-4 0,0 0-12 0,0 0 13 15,0 0 3-15,0 0 1 0,0 0 1 16,0 0-2-16,0 0-5 0,0 0 5 0,0 0-4 16,0 0 2-16,0 0-3 0,0 0-7 0,0 0 14 15,0 0-2-15,0 0-9 0,0 0 6 0,0 0-4 16,0 0-3-16,0 0-2 0,0 0 2 0,0 0 8 15,0 0-1-15,0 0-1 0,0 0-3 0,0 0-4 16,0 0-1-16,0 0 6 0,0 0-16 0,0 0-22 16,0 0-14-16,0 0-18 0,0 0-28 0,0 0-25 0,0 0-32 15,0 0-38-15,0 0-52 0,0 0-46 0,0 0-42 16,-22-14-176-16,13 11-550 0,9 3 243 16</inkml:trace>
  <inkml:trace contextRef="#ctx0" brushRef="#br0" timeOffset="49095.78">25232 11114 39 0,'-15'0'72'0,"7"0"-2"15,-2-1-5-15,1 2 1 0,-2-2-2 0,-1-1-10 16,-1 2 5-16,-1 2-8 0,3-2 1 0,-1-2-9 15,-1 4-6-15,0-2 20 0,-1 0-9 0,1 0 2 16,-1 0 0-16,1 0 7 0,2 0 2 0,-1 0 10 16,4 0 3-16,8 0-7 0,-9 1-3 0,9-1 3 15,0 0-16-15,-12 0-7 0,12 0 2 0,0 0-8 16,0 0-2-16,0 0-1 0,0 0-1 0,0 0-7 16,41-1 1-16,-15-1-3 0,3 2 2 0,6-1-2 15,-1-2 0-15,2 1-2 0,2 1 6 0,15-2 0 0,-2 1-4 16,0-2 1-16,-11 3 5 0,12-2 1 15,-1-1-1-15,-1 2 0 0,2 0-6 0,-13 1 6 16,0-1-5-16,-1 0 0 0,0 1 0 0,-6 1 2 16,3 1 1-16,-5-4-1 0,-1 1 1 0,0 0-3 0,-8 2 3 15,0 0 2-15,0 1-2 0,-3-2-2 16,0-2 1-16,-4 2 1 0,-1-2 2 0,1 1-4 0,-5 1 1 16,1 1 2-16,-5-3 4 0,-5 3 0 0,14-2 4 15,-14 2-2-15,8 0-2 0,-8 0 0 0,0 0-5 16,9-1 0-16,-9 1-6 0,0 0 1 0,0 0-4 15,0 0 0-15,0 0-9 0,0 0-2 0,10 0-12 16,-10 0-17-16,0 0-20 0,0 0-22 16,0 0-26-16,0 0-15 0,0 0-12 0,0 0-22 0,0 0 3 15,0 0-20-15,0 0-26 0,0 0-117 0,-19 14-324 16,13-11 144-16</inkml:trace>
  <inkml:trace contextRef="#ctx0" brushRef="#br0" timeOffset="49407.51">25848 10869 73 0,'-5'-4'177'16,"5"4"-16"-16,0 0-12 0,-6-5-17 0,6 5-14 15,0 0 14-15,0 0 1 0,0 0-6 0,0 0-13 16,21 17-6-16,-7-8-9 0,5-1-9 0,-2 1-7 15,2-2 0-15,-2 1-5 0,2-2-9 0,1 3-4 16,-7 1-4-16,5-3-5 0,-9 2-3 0,0-3-4 16,0 2 0-16,0 1-8 0,-2-1 1 0,-5 2 0 15,2 0-5-15,-2 1 0 0,-4 1 2 0,0 0-2 16,-4 4-4-16,1-2-2 0,-4 2-2 0,0 0-1 16,-2-1-3-16,0 0-5 0,-3 2 0 0,1 0-4 0,1-2-30 15,1 2-32-15,0-3-37 0,2 0-44 16,4-2-41-16,1-2-55 0,0 1-124 0,4-4-373 15,-4-3 165-15</inkml:trace>
  <inkml:trace contextRef="#ctx0" brushRef="#br0" timeOffset="49882.93">24734 10186 149 0,'0'0'157'0,"-7"-4"-5"0,7 4-8 16,-11-1 2-16,11 1-19 0,-14 0 1 0,3 5-4 15,-1 1-4-15,-1 3-9 0,-1 3-2 0,2-1-7 16,0 1-12-16,-1 2 2 0,3 0-10 0,2 0-4 0,4-2-9 16,0 3-4-16,4-2-6 0,2 2-8 0,4-3-2 15,2 1-4-15,1 1-3 0,3-1-8 16,2-2-14-16,6-2-32 0,-4 1-32 0,6-3-30 16,3-1-35-16,2-4-29 0,0 1-26 0,-6-1-15 15,-2-2-93-15,-1-5-292 0,0 1 129 0</inkml:trace>
  <inkml:trace contextRef="#ctx0" brushRef="#br0" timeOffset="50255.75">24967 10049 150 0,'-1'-12'165'0,"0"1"1"0,-2 2 9 0,1 2-6 0,2 7-20 16,-2-11-17-16,2 11-11 0,0-8-17 0,0 8-9 15,0 0-4-15,0 0-1 0,12 27-2 0,-10-12-3 16,1 10-5-16,1 2-6 0,-3 3-4 0,2-1-5 15,-3 2-6-15,0-3-2 0,0 2-7 0,0-3-3 16,-3 0-5-16,3-7-5 0,0-3-4 0,-2 1 0 16,2-5-5-16,-1-3-1 0,1 0-6 0,-2-3 4 15,1 0-5-15,1-7 8 0,0 10 6 0,0-10 6 16,0 0-2-16,0 0-4 0,0 8 0 0,0-8-6 16,0 0-2-16,0 0-5 0,0 0-2 0,11-21-2 15,-5 12-2-15,2-1-2 0,1-4 0 0,1 0-2 16,2 2-10-16,1 0 4 0,1 4-1 0,0-4-1 15,2 4-2-15,-6 0 1 0,1 4-3 0,2 0 2 16,-4 0-4-16,1 2 0 0,-2 2-1 0,-8 0-2 16,13 4 1-16,-6-1 2 0,-2 2-2 0,3 3 3 15,-3 0 1-15,-1 3 1 0,-2-2-12 0,0 4-14 16,-2-2-18-16,0 0-19 0,-2 1-26 0,0-1-28 16,2 0-14-16,0-3-43 0,0 2-31 0,0-1-136 15,0-9-368-15,0 11 163 0</inkml:trace>
  <inkml:trace contextRef="#ctx0" brushRef="#br0" timeOffset="50598.74">25370 10201 12 0,'-10'-5'171'0,"-1"1"-1"0,0 0-11 0,-1 4 4 0,1 2-12 15,0 2-6-15,2 1-11 0,-2 1-4 0,0 3-8 16,2-2-6-16,2 3-13 0,0-1-8 15,3 2-12-15,2-1-7 0,0 1-6 0,4 2-8 16,0-4-9-16,1 2-2 0,3-4-4 0,-1 0-1 0,3 0-6 16,2-4-1-16,-2 1-8 0,-1-1 0 0,4-3-2 15,0 0-2-15,-2-4-4 0,3 1 2 0,-3-4-8 16,-2 0 1-16,1-1-3 0,2 0 0 0,-4-1-1 16,-2 0 0-16,3 0-1 0,-5 1 3 0,3-2-1 15,0 3 3-15,-1 1 3 0,-2 1 8 0,-2 5-3 16,7-5-7-16,-7 5-5 0,4-8-2 0,-4 8-2 15,0 0 0-15,0 0-5 0,0 0 0 0,0 0 2 16,12 14-1-16,-10-8 0 0,-2 4-1 0,1 1 1 16,-1 0-1-16,2 2-28 0,-1-1-25 0,-1 0-34 15,0 2-38-15,1-4-31 0,-2 0-31 0,2 0-175 16,-5-1-386-16,3-2 170 0</inkml:trace>
  <inkml:trace contextRef="#ctx0" brushRef="#br0" timeOffset="50924.16">25536 10303 28 0,'0'0'176'0,"0"0"-11"15,4-6-6-15,-4 6-14 0,0 0-2 0,0 0-3 16,0 0-7-16,0 0-9 0,0 0-8 0,0 0-9 0,0 0-10 16,0 0-6-16,0 0-6 0,0 0-5 0,0 0-4 15,0 0 1-15,0 0 4 0,0 0 1 16,0 0 5-16,0 18 0 0,0-18 1 0,0 0-8 15,0 0-4-15,0 0-9 0,0 0-6 0,10-20-7 0,-6 12-9 16,1-2-3-16,3 2-7 0,-3-2 1 16,4 1-5-16,2-1-4 0,2 1-3 0,1-1-4 15,-3 4-1-15,1 1-2 0,-1-1-3 0,-2 3-2 16,2-1-1-16,-2 3-6 0,-1 1-3 0,-8 0 2 0,15 5-2 16,-9-1 2-16,-2 1-2 0,3 3 1 0,-3 0-1 15,-2 3 1-15,2 2-12 0,-4-2-22 0,-3 5-24 16,2-3-21-16,-1 2-36 0,0-2-28 15,-2-2-26-15,4-1-31 0,0 0-30 0,-2-1-115 0,0-2-371 16,2-7 164-16</inkml:trace>
  <inkml:trace contextRef="#ctx0" brushRef="#br0" timeOffset="51548.27">25938 10191 47 0,'-7'-10'197'0,"3"0"-5"15,-3 3-1-15,-2-2-11 0,2 5-16 0,1 0-11 16,-1 2-8-16,-3 2-12 0,10 0-9 0,-17 2-8 16,5 2-11-16,3 0-11 0,1 2-10 0,1 0-8 15,0-2-8-15,4 3-5 0,-3 1-7 0,4-2-3 16,-1-1-3-16,3-5-3 0,0 14-6 0,0-14-5 16,5 10-1-16,-1-5-2 0,-4-5-4 0,5 5-4 15,-5-5-1-15,11 2-6 0,-11-2 2 0,11-2 1 16,-11 2-6-16,12-7 3 0,-6 4-3 0,-1 0-3 15,0 0-3-15,-5 3 2 0,10-5-3 0,-5 2 4 16,-5 3-7-16,9-4 1 0,-6-2-1 0,-3 6-4 16,6-1-2-16,-6 1-2 0,0 0-2 0,0 0 5 15,18 7-1-15,-15 1-1 0,-1 4 0 0,4 5 6 0,-4 8-1 16,-2 1 4-16,0 5 4 0,-2-2 3 16,-2 1 3-16,-3 0-3 0,3-1 11 0,-3-1-6 15,2 0-2-15,-3-2 4 0,1 2-4 0,-1-3-2 16,0-6 0-16,1-3 3 0,-1 3-3 0,0-2 0 0,1-3 0 15,1-3-2-15,-1 0 4 0,-1-2-4 0,2 0-3 16,0-5 4-16,0 1 0 0,1-3-1 0,5-2-2 16,-12-1 0-16,12 1-10 0,-9-5 3 0,5-3-11 15,-2-3-1-15,4-3-3 0,-1-4-1 0,3 0-6 16,9-8 1-16,0 2 0 0,4-4 2 0,3 3 0 16,4-1-2-16,0 0-2 0,3 0 3 0,1-1-4 15,2 3-2-15,-1 1 2 0,-2-3 4 0,0 2-2 16,0 3 4-16,-2 1-2 0,-2 1 4 0,-3 5 1 15,-3 0 2-15,1 3-1 0,-5-3 3 0,-1 5 4 16,-1-1 0-16,-3 2-2 0,0-3 2 0,-2 4-5 16,0 1 11-16,-2-2 10 0,0 8 2 0,2-13-4 15,-2 13 0-15,-7-10-3 0,7 10 4 0,-9-8-8 16,4 6 3-16,5 2-4 0,-12 1 0 0,12-1 3 16,-15 9-1-16,5-3-1 0,1 3-2 0,-1 3 0 15,0 2-1-15,3-4-5 0,1 6 13 0,0-1-7 16,2 0-16-16,2-2-16 0,1 1-35 0,4-3-42 15,1 1-45-15,3-1-44 0,2-1-186 0,0-2-413 16,7-1 182-16</inkml:trace>
  <inkml:trace contextRef="#ctx0" brushRef="#br0" timeOffset="51784.25">26364 10024 81 0,'-2'-12'232'0,"2"0"6"0,0 2-6 0,0 3-3 16,0 7-22-16,-2-11-19 0,2 11-23 0,0 0-17 16,0-10-14-16,0 10-16 0,0 0-9 0,0 0-5 15,0 39-9-15,-2-22-7 0,4 2-10 0,-4 6-7 16,2-1-4-16,0 3-8 0,0-1-7 0,0-7-1 0,0 5-7 16,0-5-2-16,0-2-13 0,0 0-18 15,2 1-26-15,-2-2-37 0,0-3-39 0,2-1-34 16,-2-3-28-16,2 0-31 0,-2-3-30 0,0-6-126 15,0 11-368-15,0-11 163 0</inkml:trace>
  <inkml:trace contextRef="#ctx0" brushRef="#br0" timeOffset="52087.3">26322 10185 115 0,'0'0'160'0,"11"-3"0"0,-11 3-7 0,13 1-5 0,-5 2-3 15,-2-1-11-15,1 2-18 0,-1 0-6 0,4 1-6 16,-2 1-10-16,-3-2-10 0,2 2 0 0,0-1-14 16,-3-1-2-16,5 3-8 0,-2-1 1 0,1-3-8 15,0 1 0-15,0-1 2 0,-3-2 6 0,-5-1 4 16,14 1 2-16,-14-1-1 0,11-5 1 0,-7 2 0 16,2-1-7-16,-6 4-1 0,8-11-2 15,-6 4-2-15,2-1-9 0,-4-4-4 0,1 3-5 0,1-1 4 16,-4 1-4-16,2 9 0 0,-1-18-9 0,-1 8 0 15,0 4-5-15,2 6-1 0,-7-11-6 0,7 11-7 16,-5-6-16-16,5 6-14 0,-10-2-29 0,10 2-26 16,-14 3-39-16,5 2-37 0,0 2-33 0,3-2-218 15,-2 2-434-15,-1 1 192 0</inkml:trace>
  <inkml:trace contextRef="#ctx0" brushRef="#br0" timeOffset="52217.49">26630 10185 136 0,'4'-5'181'0,"-4"5"-17"16,0 0-12-16,0 0-44 0,0 0-48 0,0 0-54 15,0 0-50-15,0 0-84 0,0 0-138 0,0 0 62 16</inkml:trace>
  <inkml:trace contextRef="#ctx0" brushRef="#br0" timeOffset="60558.98">27149 9880 11 0,'0'0'45'0,"-10"-2"-2"0,10 2-9 16,0 0-1-16,-6-5-8 0,6 5 2 0,0 0 2 16,-7-4-8-16,7 4-5 0,0 0-2 0,-7-4-1 15,7 4 0-15,0 0-3 0,-5-6 1 0,5 6 1 16,0 0 4-16,-6-5 1 0,6 5-1 0,0 0-1 16,-4-5 4-16,4 5-2 0,0 0 4 0,-5-7-3 15,5 7 6-15,0 0 5 0,0 0-5 0,-4-6-9 16,4 6 9-16,0 0-4 0,0 0-1 0,-2-5 7 15,2 5-5-15,0 0-5 0,0 0 7 0,-5-6-1 16,5 6-2-16,0 0 2 0,0 0 3 0,0 0 1 16,0 0 1-16,0 0 8 0,0 0-6 0,0-11-10 15,0 11 5-15,0 0 1 0,0 0 0 0,0 0-3 16,-3-8 1-16,3 8-4 0,0 0 7 0,0 0-5 0,0 0 3 16,0 0 0-16,0-9 5 0,0 9 2 0,0 0 3 15,0 0-2-15,0 0 3 0,0 0-3 16,0 0-1-16,0 0-6 0,5-8 9 0,-5 8-11 15,0 0 7-15,0 0-3 0,0 0-5 0,0 0 2 16,0 0 2-16,0 0-13 0,0 0 2 0,0 0-4 16,0 0 0-16,0 0-2 0,0 0 5 0,0 0-8 0,0 0 2 15,0 0 2-15,0 0 0 0,0 0-1 0,0 0 2 16,0 0 1-16,0 0 10 0,0 0-1 0,0 0 14 16,11 17-7-16,-11-17 2 0,4 7-1 0,-1-2 2 15,-3-5 2-15,6 8-1 0,0-5-1 0,0 4 2 16,-2-3 3-16,1 1 0 0,1 0-5 0,-3 0-2 15,6 1-3-15,-4-2 0 0,1 2-1 0,-1 1-4 16,1-3 1-16,-1 1 0 0,-2 2 0 0,1-4 0 16,0 4 5-16,3 0-1 0,-1-1-5 0,0 3 1 15,-2-4 4-15,4 3 4 0,-3-1 5 0,-1-2-9 16,1 1 2-16,2 2-5 0,0 1-1 0,-1-1-1 16,-1-2-1-16,1 2 1 0,2-1-1 0,-2 3-7 15,1-3-4-15,1 2 1 0,0 1-1 0,-2-1-1 16,3-1 3-16,-3 1 1 0,1-1 0 0,-1 1-1 15,2-2 0-15,-1 1-3 0,-1 1 2 0,2-1 0 16,-2 0-1-16,1 2-1 0,1-2 0 0,2 2 4 0,-3-1 1 16,-1 1-4-16,3-1 4 0,-2 0-4 15,0 1 3-15,3 0-1 0,-3-2 0 0,-1 1 5 16,4 0-2-16,-3 1-2 0,2 1 3 0,-2-3-4 16,0 1 3-16,1-1 0 0,-1 1-4 0,0 0 0 0,0-1-2 15,1 0 0-15,-1 3-1 0,1-2 1 0,-2 1 3 16,-1 0-3-16,-1-2 3 0,3 3-6 15,-3-2 0-15,3 0 0 0,-3 1 0 0,-1-2-1 16,1 1 4-16,0-4-3 0,-1 3 2 0,1-1 0 0,-2 0-3 16,3-1 2-16,-2 2-4 0,1-1 3 0,0 0 1 15,0 1 1-15,-3-2 0 0,3 2-1 0,0 1 10 16,-2-2-3-16,1 1 0 0,2 0-2 16,-2-1 2-16,1 2-9 0,0-2 12 0,-2-1-9 0,1 4 1 15,3-1 1-15,-4-1-3 0,6 0-2 0,-6 1 2 16,2-1-1-16,0-1-1 0,-2 3-1 0,1-2 2 15,1 2-2-15,3-2 5 0,-4 2-1 0,1 1 2 16,1-3 6-16,-1 3-4 0,2 0-4 0,-1-1 4 16,-3 0-4-16,5-1-3 0,-3 3 4 0,-1-1 2 15,3-2-3-15,-2 0 3 0,-1 1-1 0,4-1-3 16,-2 0 1-16,-1 1 3 0,1-2-4 0,-1 1 0 16,0 0-1-16,2-2-2 0,-2 2 0 0,1-1 0 15,-1 2 2-15,0-3 5 0,1-1-6 0,-1 2 14 16,0-1-13-16,2 3 3 0,-2-3-8 0,0-1 3 15,0 1 3-15,1-1 2 0,-3 0-7 0,3 4-1 16,0-1 5-16,-1-2 1 0,3 0-2 0,-4 0-1 16,0-1 0-16,5 3 5 0,-2-2-9 0,-1 2 7 15,-1-2-3-15,2-1 2 0,-2 3 0 0,-1-2 1 16,4-1-3-16,-1 0-1 0,-3 1 0 0,5-2 1 16,-5 4-1-16,1-3 5 0,1-2-4 0,2 4 2 15,-2-3-1-15,-1 3-2 0,3-2-1 0,-3-1 4 16,3 2 12-16,-2-2-14 0,-2 1 3 0,0-2 2 15,1 3-2-15,-1-3-6 0,1 1 0 0,-4-5 5 16,9 10-5-16,-6-5 0 0,1-1 3 0,0 1 0 0,0 0 0 16,-4-5-5-16,7 8 5 0,-6-3-1 0,-1-5 0 15,7 7 4-15,-3-1-2 0,-4-6 0 16,7 7 2-16,-5-3 0 0,2 0-3 0,-4-4-1 16,7 8 5-16,-5-3-7 0,-2-5 5 0,8 6 6 0,-5-1-8 15,0-2-6-15,-3-3 6 0,8 6 2 16,-6-2 1-16,-2-4-2 0,7 6 5 0,-2 0 0 15,-5-6-1-15,5 7-1 0,-3-3 2 0,-2-4-5 16,7 5-1-16,-7-5-1 0,4 7 2 0,1-4-2 0,-5-3 4 16,4 8-5-16,-4-8 7 0,5 6-5 0,-5-6-7 15,6 7 8-15,-3-4-2 0,-3-3-2 0,4 6-1 16,-4-6 5-16,6 5-4 0,-6-5 5 0,5 7-1 16,-5-7-5-16,6 7 5 0,-3-3-2 0,-3-4 5 15,5 8-5-15,-5-8 3 0,5 3-7 0,-2 1 19 16,-3-4-12-16,5 7 0 0,-5-7 0 0,6 6 2 15,-6-6-9-15,8 7 13 0,-6-2-5 0,2-1-4 16,-4-4 0-16,7 5 1 0,-5 0 12 0,-2-5-12 16,7 7 2-16,-1-1 4 0,-2-2-1 0,0 1-3 15,-4-5 1-15,7 9-1 0,-1-5 0 0,-4 3 2 16,4 1-3-16,-2 0 9 0,0-1-11 0,1 0 7 16,1 0-2-16,1 1 3 0,-2-1-2 0,3 2-2 15,-3-3 0-15,3 2-1 0,-3 0 6 0,1-2 4 16,-1 0-9-16,2 2 3 0,-4-1-2 0,3 2 4 15,4-2-6-15,-6-1 13 0,3 2-11 0,-3-2-1 16,1 2-8-16,-1-4 8 0,3 5 5 0,-1-3 0 16,-3-2-5-16,3 3-3 0,-1 2 6 0,-1-3-3 15,3 2-1-15,-3-3 3 0,-1 1-2 0,2 1 2 16,-1-2-3-16,0 1 2 0,1 0 4 0,0 0-8 0,-3-3 0 16,3 3 4-16,-2 0-5 0,2-1 1 0,-1 2-3 15,-1-1 8-15,0 0-10 0,-3-6 4 16,8 8-3-16,-6-3 0 0,2 0 8 0,-4-5 10 15,5 8-17-15,-2-3-1 0,-3-5 2 0,6 8-5 16,-3-3 2-16,-3-5 5 0,6 6 9 0,-6-6-11 16,3 8-3-16,-3-8-1 0,4 7-2 0,-4-7 2 0,2 7 0 15,-2-7 5-15,3 5-11 0,-3-5 14 16,2 5-5-16,-2-5-1 0,2 7-1 0,-2-7 0 0,4 7 4 16,-4-7-2-16,2 6 0 0,-2-6-1 0,4 8 1 15,-4-8-5-15,4 5 1 0,-4-5 6 0,5 7-5 16,-5-7 5-16,4 10-2 0,-2-7 7 15,-2-3 6-15,4 11-16 0,0-8 3 0,-4-3-2 16,5 9 4-16,0-4 2 0,-2 0-5 0,0-1 4 0,-3-4-2 16,5 9-1-16,-1-4 1 0,0 1 14 0,-1-1-20 15,1 0 4-15,-2 0-5 0,3 0 8 0,-5-5 1 16,7 10-1-16,-5-7 0 0,2 2-3 0,-4-5 2 16,7 10 4-16,-4-7-4 0,0 2-3 0,-3-5-1 15,6 9-1-15,-2-5 15 0,0 0-16 0,-4-4 4 16,5 7 0-16,-5-7 2 0,5 9-2 0,-2-6 1 15,-3-3-1-15,7 7 5 0,-3-3-5 0,-4-4 0 16,4 5 3-16,-4-5 5 0,5 6-10 0,-5-6 2 16,4 4-1-16,-4-4 5 0,4 6-3 0,-4-6 3 15,5 4-5-15,-5-4 1 0,6 6 0 0,-6-6 2 16,3 5-4-16,-3-5 0 0,5 5 1 0,-5-5 6 16,3 4-3-16,-3-4 7 0,3 5-10 0,-3-5-3 15,0 0 5-15,4 5-7 0,-4-5 10 0,0 0-6 16,4 5-5-16,-4-5 11 0,0 0-2 0,3 6-1 15,-3-6 2-15,5 6-2 0,-5-6 0 0,0 0 6 16,4 7-1-16,-4-7 1 0,0 0-2 0,5 6-7 16,-5-6 5-16,2 6 14 0,-2-6-21 0,4 5 1 15,-4-5 3-15,7 6 4 0,-7-6 2 0,2 7-13 16,-2-7 10-16,6 7 12 0,-3-3-22 0,-3-4 5 0,5 6 2 16,-2-1 16-16,-3-5-17 0,6 6-3 15,-4-2 4-15,-2-4 9 0,6 6-11 0,-6-6-3 16,7 7 1-16,-4-2 0 0,1 0 4 0,0 1 2 15,-2-3 1-15,2 3 1 0,-4-6-9 0,7 8 16 0,-6-4-11 16,5 2 1-16,-6-6-1 0,6 8-2 16,-4-2 3-16,4 0-3 0,-3-2 7 0,-3-4-7 0,4 9-5 15,1-4 8-15,0 1 0 0,-5-6 1 16,4 7 1-16,-2-3-3 0,-2-4-4 0,5 9 6 0,-1-6 0 16,-4-3 0-16,2 7 1 0,-2-7 1 0,5 6-3 15,-5-6-1-15,3 6-1 0,1-1 3 16,-4-5 2-16,0 0-10 0,5 7 7 0,-5-7-2 15,4 5 5-15,-4-5-3 0,3 5 0 0,-3-5 2 0,0 0-2 16,1 6-2-16,-1-6 2 0,0 0-11 0,0 0 16 16,2 10-7-16,-2-10 4 0,0 0-2 0,0 0 3 15,3 5 0-15,-3-5 0 0,0 0-5 0,0 0 3 16,4 6 2-16,-4-6-3 0,0 0 3 0,3 5 3 16,-3-5-9-16,0 0 6 0,0 0-6 0,0 0 6 15,0 0-1-15,1 6 4 0,-1-6-9 0,0 0-6 16,0 0 8-16,0 0 7 0,0 0-7 0,0 0 9 15,0 0-10-15,6 5 4 0,-6-5-4 0,0 0 0 16,0 0 8-16,0 0-5 0,0 0-3 0,0 0 5 16,3 7-7-16,-3-7 3 0,0 0 5 0,0 0 1 15,3 5-3-15,-3-5 4 0,0 0-3 0,0 0-10 16,0 0 9-16,0 0 16 0,0 0-19 0,0 0 1 16,0 0 13-16,2 7-15 0,-2-7 0 0,0 0 0 15,0 0-4-15,5 3 2 0,-5-3-4 0,0 0 11 16,0 0-5-16,0 0 5 0,0 0-2 0,0 0-6 15,2 7 10-15,-2-7-3 0,0 0-1 0,0 0-4 16,0 0 9-16,0 0-3 0,0 0-2 0,0 0 0 16,4 5 2-16,-4-5-2 0,0 0-8 0,0 0 8 15,0 0 12-15,2 7-18 0,-2-7-2 0,0 0 23 16,0 0-20-16,3 5 4 0,-3-5-2 0,0 0 8 0,0 0-9 16,0 0 9-16,0 0-9 0,0 0 0 0,5 4-2 15,-5-4 4-15,0 0-1 0,0 0 4 16,0 0-2-16,0 0 1 0,3 6-4 0,-3-6 3 15,0 0-1-15,0 0-5 0,0 0 3 0,0 0 9 0,0 0-5 16,0 0 0-16,0 0 1 0,4 5 0 16,-4-5-5-16,0 0 3 0,0 0-3 0,0 0 4 0,0 0 0 15,0 0-11-15,0 0 9 0,4 7-1 16,-4-7 0-16,0 0 0 0,0 0 2 0,0 0 1 0,0 0 3 16,0 0 3-16,2 5-11 0,-2-5 6 0,0 0-5 15,0 0 6-15,4 5-6 0,-4-5 2 0,0 0 0 16,5 8 0-16,-5-8 4 0,5 6-3 15,-1-2 1-15,-4-4 1 0,6 9 1 0,-2-4-3 0,0 1 6 16,0 2-5-16,3-1-3 0,-1 0 3 0,1 0 6 16,0 0 0-16,1 2-7 0,-2-2 2 0,3 2-4 15,-3-1 14-15,2 2-9 0,-1-2-1 0,4 0-2 16,-3 0 6-16,-1 2 1 0,2-1 5 0,-1-1-12 16,-2 0 4-16,2-2-3 0,1 4-9 0,-2-2 10 15,0 0 7-15,-1 1-11 0,2-1 7 0,0 0 1 16,-2-1 2-16,0 0-3 0,2 0-4 0,-2 2-1 15,-1-4 5-15,-1 0 4 0,0 1-3 0,0 1 1 16,0-3 2-16,0 1-15 0,1 0 4 0,-1 0 5 16,-1-1-1-16,1 0 1 0,-4-4-2 0,5 9 0 15,-1-6-1-15,-4-3 2 0,4 6 2 0,-4-6-1 16,4 6-5-16,-4-6 4 0,5 7 1 0,-5-7-1 16,3 3 1-16,-3-3-2 0,0 0 8 0,5 6-10 15,-5-6 2-15,0 0 1 0,2 6-2 0,-2-6 3 16,0 0-7-16,0 0-1 0,3 8 4 0,-3-8 2 15,1 6 3-15,-1-6-9 0,0 0 12 0,3 7-10 16,-3-7 4-16,2 6-3 0,-2-6 6 0,3 9-4 16,-3-9-2-16,2 7 7 0,2-2 9 0,-4-5-11 15,5 11-3-15,-1-7 12 0,-1 1-16 0,3 4 5 16,-2-5 0-16,1 5 2 0,1-1-4 0,-1-3-2 0,2 5 0 16,-1-3 2-16,1 0 8 0,-1 2-8 0,0-1 8 15,1 1-7-15,1 0-1 0,-1-2 11 16,-2 5-15-16,3-2 7 0,0-1-1 0,-2 2 5 0,0-2-16 15,1 1 8-15,-2 0 3 0,0-3 5 0,2 2-3 16,-4-2-7-16,4 1 13 0,-2 0-7 0,0 1-4 16,0-1 5-16,0 0 0 0,-1-3 2 15,2 3-10-15,-2-1 7 0,0 0-4 0,0-1 4 0,0 0-1 16,0-1 1-16,-1 0-5 0,2 2 1 0,-2-2-4 16,1-1 9-16,-4-4-4 0,5 10 2 0,-3-7 4 15,2 2-5-15,-4-5 0 0,6 7 0 16,-6-7 3-16,2 5 0 0,-2-5 5 0,5 5-1 0,-5-5-6 15,0 0 1-15,4 6-1 0,-4-6-6 0,0 0 1 16,0 0 2-16,2 7 6 0,-2-7-2 0,0 0 8 16,0 0-6-16,4 5-4 0,-4-5-7 0,0 0 9 15,0 0-5-15,5 5 9 0,-5-5-7 0,0 0-5 16,0 0-1-16,3 7 8 0,-3-7-1 0,0 0 2 16,0 0-2-16,3 5 5 0,-3-5-5 0,0 0-3 15,0 0 4-15,3 6-2 0,-3-6-1 0,0 0 11 16,0 0-7-16,3 10 0 0,-3-10 3 0,2 4-1 15,-2-4-6-15,0 0 1 0,0 0 0 0,3 7-1 16,-3-7 0-16,3 8 1 0,-3-8-2 0,5 7 9 16,-5-7-9-16,4 9-2 0,-2-5 7 0,1 1-2 0,-3-5 0 15,4 10 14-15,-1-6-19 0,2 1 5 16,-5-5 1-16,4 9 6 0,0-6-9 0,-4-3-2 16,4 7 5-16,-1-2 12 0,-3-5-14 0,5 7 0 15,-5-7-8-15,2 4 9 0,-2-4 0 0,0 0 2 0,0 0-1 16,0 0 1-16,3 9-2 0,-3-9 4 0,0 0 1 15,0 0-4-15,5 4-1 0,-5-4-5 16,0 0 4-16,0 0 3 0,0 0-7 0,2 6 4 16,-2-6 2-16,0 0-3 0,0 0-4 0,0 0 5 0,0 0 4 15,0 0-2-15,0 0 8 0,0 0-11 0,0 0 6 16,0 0-6-16,0 0 4 0,0 0-2 0,0 0 3 16,0 0 3-16,0 0-12 0,0 0-11 0,0 0-6 15,5 4-3-15,-5-4-10 0,0 0-9 0,0 0-18 16,0 0-12-16,0 0 2 0,0 0-35 0,0 0-32 15,0 0-40-15,0 0-49 0,0 0-57 0,0 0-55 16,0 0-191-16,-3-23-575 0,3 23 255 16</inkml:trace>
  <inkml:trace contextRef="#ctx0" brushRef="#br0" timeOffset="62428.17">27355 13676 17 0,'-3'4'29'0,"3"-4"-4"0,0 0-4 16,-6 5-13-16,6-5 3 0,0 0-4 0,0 0 1 0,-4 6-6 16,4-6 3-16,0 0 4 0,0 0-10 0,0 0 4 15,0 0-4-15,-4 4 1 0,4-4 0 16,0 0 3-16,0 0 2 0,0 0 2 0,0 0 0 15,0 0-8-15,0 0 8 0,0 0-4 0,0 0 0 0,0 0-2 16,0 0 12-16,0 0-4 0,0 0 0 0,0 0 6 16,0 0-1-16,0 0 6 0,0 0 3 0,4 12 7 15,-4-12 2-15,0 0 5 0,0 0 1 16,0 0 5-16,0 0-6 0,0 0-3 0,0 0 1 16,0 0 0-16,0 0-1 0,0 0-8 0,0 0 0 0,6 4-9 15,-6-4 6-15,0 0-12 0,0 0-1 16,0 0-7-16,0 0-6 0,4 6-2 0,-4-6-7 15,0 0-10-15,3 6-5 0,-3-6-9 0,0 0-17 0,0 11-46 16,0-11-108-16,0 11 48 0</inkml:trace>
  <inkml:trace contextRef="#ctx0" brushRef="#br0" timeOffset="63146.04">27438 14039 98 0,'0'0'119'0,"0"-8"-1"0,0 8 3 0,2-7-4 0,-2 7-3 16,0 0-2-16,2-9 5 0,-2 9 6 0,0 0 1 15,0 0-3-15,0 0 0 0,0-10-5 0,0 10-4 16,0 0-9-16,0 0-11 0,0 0-3 15,2-6-5-15,-2 6-9 0,0 0-8 0,0 0-8 0,0 0-4 16,0 0-9-16,0 0-4 0,0 0-7 0,0 0-4 16,0 0 4-16,0 0-10 0,0 0 2 0,0 0-4 15,0 0 1-15,3 21-4 0,-3-21-1 0,4 13 1 16,-4-7 8-16,0 4 0 0,0-1-8 16,0 2-8-16,0-1 5 0,0 2-2 0,0-2-1 0,0 0-2 15,2 0-2-15,-2 0 2 0,1 0 3 0,-1 2 5 16,3-3 0-16,-3 1 1 0,0-3-4 15,0-7-1-15,2 13 0 0,0-7-3 0,-2 1-1 0,0-7-1 16,2 13-2-16,-2-7 1 0,0-6 1 0,2 10-3 16,-2-10-1-16,3 9-2 0,-3-9 2 0,2 7 0 15,-2-7 3-15,0 0-4 0,0 8-5 0,0-8-11 16,0 0-11-16,0 0-14 0,0 0-19 0,-2 9-12 16,2-9-17-16,0 0-13 0,0 0-17 0,0 0-27 15,0 0-20-15,0 0-32 0,0 0-12 0,0 0-103 16,0 0-332-16,0 0 146 0</inkml:trace>
  <inkml:trace contextRef="#ctx0" brushRef="#br0" timeOffset="63623.44">27488 14169 98 0,'0'0'115'0,"0"0"-7"0,0 0-2 16,0 0 1-16,0 0 3 0,0 0-3 0,0 0-4 0,0 0-6 16,0 0-4-16,0 0 1 0,28 3-8 0,-18-3-3 15,-1 0-7-15,2 0-2 0,3 0-6 0,-1 1 0 16,1-2-4-16,3 1-2 0,3 0-2 15,1 0-4-15,-1 0 2 0,7 0-2 0,-5 0-3 0,6 0-6 16,1-2 1-16,-2 4-7 0,-5-1-5 0,-4-2 3 16,11 1-3-16,-8 0-2 0,2-2 3 0,-4 4-1 15,1-2 0-15,-2 0-4 0,4 0 3 0,-6-3-7 16,2 4 3-16,1-1-6 0,-2 0 6 16,-3 0-1-16,-3 0-2 0,0 0-2 0,1-1 2 15,0 2 0-15,0-1-3 0,-4 2-4 0,2-2-2 0,-3 0-7 16,-7 0 6-16,14 1 0 0,-14-1-1 0,9 0-2 15,-9 0 2-15,6 2-6 0,-6-2 1 0,0 0-2 16,11 0 1-16,-11 0-4 0,0 0 0 16,0 0-2-16,0 0 1 0,0 0-3 0,9 1 1 15,-9-1-3-15,0 0 2 0,0 0-11 0,5 3-25 0,-5-3-25 16,0 0-29-16,0 0-38 0,0 0-29 0,0 0-30 16,2 7-28-16,-2-7-138 0,0 0-378 0,0 0 168 15</inkml:trace>
  <inkml:trace contextRef="#ctx0" brushRef="#br0" timeOffset="64198.52">28796 14080 118 0,'0'0'167'0,"3"-7"-16"0,-3 7-19 0,0 0-14 16,0 0-7-16,0 0-4 0,0 0 5 16,0 0-2-16,0 0-6 0,0 0-6 0,-8 26-8 15,5-18-11-15,1 1-3 0,0-2-5 0,1 3-2 0,1 0-9 16,0-10 0-16,1 15-1 0,2-7-2 0,0-2-2 16,-2 1 2-16,3 0-7 0,1 0-1 0,-1-2 1 15,0-2-8-15,3 1-1 0,-2-1-4 16,2 1-5-16,3-2-1 0,-4 0-1 0,2 1-4 15,-1-1-1-15,-7-2 0 0,11 1-4 0,-3 0 0 0,-8-1-1 16,10-1-2-16,-10 1-2 0,10-4-1 0,-5 2-1 16,-5 2 0-16,8-7-1 0,-4 3 0 0,-4 4-1 15,5-9 5-15,-3 6-8 0,-2 3 0 0,6-8 6 16,-6 8-10-16,5-8-2 0,-5 8 2 16,3-5-3-16,-3 5 1 0,0 0-7 0,0 0 3 0,4-6-4 15,-4 6-2-15,0 0 4 0,0 0 2 0,0 0-2 16,0 0 3-16,7 13 0 0,-7-13 0 15,4 7-3-15,-4-7 4 0,2 6-1 0,-2-6-1 0,7 6 2 16,-2-3 2-16,-5-3 3 0,11 3-4 0,-11-3-1 16,10 0 3-16,-10 0 1 0,19-3-5 0,-10-2 3 15,2 3-3-15,-1-2 5 0,-1 2 1 0,-1-3 5 16,2 1 4-16,-5-2 3 0,0 2 1 0,0-1 4 16,-1 0 11-16,0-1-16 0,-2 1 5 0,-2 5-4 15,5-13-4-15,-3 8-3 0,-2 5 7 0,0-14-13 16,0 14 2-16,-2-11-2 0,0 5-12 0,2 6-15 15,-5-9-12-15,5 9-26 0,-5-5-9 0,5 5-13 16,-5-4-11-16,5 4-28 0,0 0-30 0,0 0-34 16,0 0-181-16,-13 9-394 0,13-9 175 0</inkml:trace>
  <inkml:trace contextRef="#ctx0" brushRef="#br0" timeOffset="67884.63">29408 14079 11 0,'-7'-2'9'0,"7"2"7"16,0 0-2-16,0 0 7 0,0 0-3 0,0 0 0 16,0 0 1-16,0 0 6 0,0 0-1 0,0 0-2 15,0 0 3-15,0 0-3 0,0 0 6 0,0 0-7 16,0 0 4-16,0 0-5 0,0 0 5 0,0 0-2 15,0 0-1-15,0 0 0 0,0 0 1 0,0 0-1 16,0 0 1-16,0 0 4 0,0 0 2 0,0 0-1 16,0 0 6-16,0 0-9 0,0 0-1 0,0 0 4 15,0 0 6-15,0 0-4 0,0 0 7 0,0 0-13 16,0 0 2-16,0 0 2 0,0 0 0 0,0 0 1 16,0 0 2-16,0 0-16 0,0 0 11 0,0 0 3 15,0 0-12-15,0 0 0 0,0 0-3 0,0 0-8 16,0 0 15-16,0 0-8 0,0 0 1 0,0 0-1 15,0 0-1-15,0 0 11 0,0 0-13 0,0 0-5 16,0 0-3-16,0 0 9 0,0 0-4 0,0 0-5 16,0 0 6-16,0 0-4 0,0 0 13 0,0 0-10 15,-12-1-2-15,12 1 6 0,0 0 1 16,0 0-1-16,0 0-2 0,0 0-2 0,0 0 5 0,0 0 1 16,-10-1-3-16,10 1 0 0,0 0-6 0,0 0 14 15,0 0-8-15,0 0-5 0,0 0-4 0,0 0-2 16,0 0 12-16,0 0 6 0,0 0-3 0,0 0 3 15,0 0-2-15,0 0 3 0,0 0-4 16,0 0 3-16,0 0 4 0,0 0 0 0,0 0-5 0,0 0 7 16,0 0-14-16,0 0 9 0,0 0-4 0,0 0 1 15,0 0-10-15,0 0 1 0,0 0 2 0,0 0 3 16,0 0-2-16,0 0 5 0,0 0-8 0,0 0 0 16,0 0-1-16,0 0-1 0,0 0 0 0,0 0 2 15,0 0 5-15,0 0-6 0,29 1 3 0,-22 0-1 16,3-1 6-16,0 0 2 0,0 0-1 0,1 0 3 15,1 0-8-15,1-1 7 0,2 0-3 0,-2 1 5 16,4-2-6-16,0 2 1 0,2 0 3 0,-1-1-3 16,10-2 1-16,-7 3-3 0,8-1 1 0,-3-1-2 15,-3 2 3-15,-2-3-5 0,1 3 3 0,6-1-3 16,0 1-4-16,-8 0 8 0,3-1-2 0,-1-1-3 16,0 1 0-16,-4 1-5 0,1-2 8 0,-1 1-3 15,1 3-3-15,0-4 2 0,-1 1-3 0,1 1 1 16,-6-1 2-16,5-1-1 0,-4 2 4 0,0 0-4 15,-3 0-4-15,7 0 1 0,-5-1 2 0,1 1 2 16,0 1-4-16,-1-2-2 0,1 1 0 0,0 0 2 16,0 0 1-16,-2 0-3 0,2-1 6 0,-2 0-3 15,0 1-3-15,2-1 4 0,-2 1-2 0,1 0 5 16,0 1-3-16,0-3-1 0,-1 2 2 0,1 0-2 16,-2 0 5-16,0 0-5 0,0-2 3 0,0 2 2 15,1 0-3-15,-1 0-1 0,1 2-1 0,-2-5 4 16,1 4-1-16,-2-1 1 0,-1 0 2 0,-8 0 0 15,13 2 2-15,-13-2-2 0,11-2-3 0,-3 2 4 16,-8 0-3-16,13-1 1 0,-13 1 2 0,10-2 2 16,-10 2 2-16,9 0-9 0,-9 0 2 0,0 0 0 15,11-1-4-15,-11 1 2 0,0 0 0 0,8-1-3 16,-8 1 3-16,0 0-2 0,0 0 0 0,0 0 7 16,0 0-5-16,10 0 1 0,-10 0-3 0,0 0-1 15,0 0-4-15,0 0 2 0,0 0 0 0,0 0 4 16,0 0-3-16,0 0-3 0,0 0 3 0,0 0 2 15,0 0-5-15,7 2 2 0,-7-2-1 0,0 0 0 16,0 0 1-16,0 0-3 0,0 0 3 0,11 0-9 16,-11 0-5-16,0 0-3 0,7 2-11 0,-7-2 2 15,0 0-15-15,9 0 0 0,-9 0-14 0,0 0-10 16,0 0-9-16,12-2-1 0,-12 2-12 0,0 0-9 16,9-1 4-16,-9 1-13 0,0 0-12 0,9-3-8 15,-9 3-100-15,9-1-242 0,-9 1 108 0</inkml:trace>
  <inkml:trace contextRef="#ctx0" brushRef="#br0" timeOffset="68868.33">30635 13826 102 0,'0'0'122'0,"-2"-5"-5"0,2 5 0 0,0 0 2 0,-3-8-7 15,3 8-5-15,0 0-17 0,-1-11 10 0,1 11-2 16,0 0 8-16,-3-8-5 0,3 8-4 0,0 0-4 16,0 0-4-16,0 0-7 0,-2-5-6 0,2 5-1 15,0 0-10-15,0 0 0 0,0 0-7 16,0 0-6-16,0 0-2 0,0 0-6 0,0 0-6 16,0 0-2-16,0 0-2 0,0 0-4 0,0 0-1 0,0 0-5 15,0 0-1-15,0 0-4 0,0 0 0 0,0 0-3 16,0 0 0-16,0 0 2 0,0 0-8 0,0 0 1 15,0 0-5-15,0 0 3 0,0 0-4 0,0 0 1 16,0 0-1-16,0 0 1 0,0 0-3 16,0 0 1-16,0 0 0 0,0 0 3 0,0 0-3 0,0 0-1 15,0 0-3-15,0 0 1 0,0 0 1 0,0 0-2 16,0 0 1-16,0 0 3 0,0 0-3 16,0 0 1-16,0 0-2 0,0 0 5 0,11 16-7 15,-11-16 3-15,0 0 1 0,0 0 4 0,0 0-1 0,0 0 2 16,0 0 3-16,0 0 6 0,0 0-1 0,0 0 6 15,0 0 1-15,0 0 3 0,0 0 0 0,0 0-5 16,0 0 6-16,0 0-3 0,0 0 1 0,0 0-4 16,0 0 5-16,0 0-2 0,0 0-2 0,0 0 5 15,0 0-4-15,0 0 2 0,0 0 1 16,0 0 2-16,0 0 0 0,0 0-2 0,0 0-2 0,0 0 0 16,0 0-5-16,0 0 2 0,0 0-6 0,0 0 1 15,0 0-1-15,0 0-3 0,0 0 0 0,0 0-2 16,0 0-2-16,0 0-2 0,0 0-1 0,0 0 2 15,0 0-3-15,0 0 1 0,-1 11 4 0,1-11-8 16,4 9-1-16,-3-4 3 0,-1-5-2 0,4 10 2 16,-3-5 0-16,2 0-2 0,-3-5 3 0,2 15-4 15,-2-11 2-15,3 6 4 0,-2-3-5 0,1 2 5 16,-2 0-1-16,1 0-1 0,0 1 4 16,-1-1-4-16,1 2 1 0,-1-2-3 0,0-2 5 0,0 2-2 15,3 2 1-15,-2-4 1 0,0 3-5 0,1-1 1 16,-1 1 3-16,-1-10-2 0,-1 13 3 0,1-5-3 15,0-8 0-15,0 13 1 0,0-7 2 0,0-6 2 16,1 11 1-16,-1-4-4 0,0-7 4 16,0 0-4-16,-1 10 4 0,1-10-5 0,0 0 4 15,0 10-2-15,0-10-2 0,0 0-2 0,-3 7 2 0,3-7 0 16,0 0-1-16,0 9 0 0,0-9-1 0,0 0 1 16,0 0 1-16,0 0 1 0,0 0-1 0,-4 7-1 15,4-7 1-15,0 0-1 0,0 0-4 0,0 0 4 16,0 0 1-16,0 0 0 0,0 0 0 0,0 0-2 15,0 0 2-15,-1 9-1 0,1-9-4 0,0 0 2 16,0 0 1-16,0 0 0 0,0 0-12 0,0 0-18 16,0 0-12-16,0 0-13 0,0 0-20 0,0 0-21 15,0 0-19-15,0 0-12 0,0 0-10 0,0 0-11 16,0 0-13-16,0 0-30 0,0 0-14 0,0 0-3 16,-4 5-111-16,4-5-344 0,0 0 152 0</inkml:trace>
  <inkml:trace contextRef="#ctx0" brushRef="#br0" timeOffset="73815.42">29249 14223 90 0,'0'0'97'0,"0"0"24"0,0 0-30 0,0 0 6 16,0 0-3-16,0 0 2 0,0 0-6 0,0 0-2 15,0 0-7-15,0 0-14 0,0 0-4 0,0 0 5 16,0 0 2-16,1 7-2 0,-1-7-9 0,0 0-3 0,2 11 3 15,-2-11 0-15,3 8-2 0,-2-3 5 16,-1-5-6-16,2 12-2 0,-2-6-5 0,0-6-3 16,1 16-4-16,0-9 1 0,-1 0-2 0,0 3-4 15,3-2 2-15,-3 2-3 0,0 0-7 0,0-1 2 16,0-9-5-16,-2 14 0 0,4-7-2 0,-2-7-6 16,0 14 0-16,-2-8-4 0,0-1 9 0,2-5-8 0,0 12-4 15,0-12 0-15,-1 8 1 0,1-8 1 16,-2 7-3-16,2-7-3 0,0 0 2 0,-1 8-8 15,1-8-12-15,0 0-19 0,0 0-24 0,0 0-21 16,0 0-28-16,0 0-49 0,0 0-24 0,0 0-120 0,0 0-320 16,0 0 142-16</inkml:trace>
  <inkml:trace contextRef="#ctx0" brushRef="#br0" timeOffset="74278.31">29295 14236 107 0,'0'0'180'0,"5"-5"-9"0,-5 5-1 15,6-4-8-15,-6 4-12 0,0 0-12 0,8-4-9 16,-8 4-7-16,10 0-12 0,-10 0-9 0,9 0-11 16,-9 0-7-16,11 3-4 0,-11-3-13 0,9 6-1 0,-3-2-8 15,-3 0-6-15,2 1 2 0,-5-5-10 16,5 9-5-16,-2-4-2 0,-3-5-4 0,7 8-2 15,-6-2-3-15,-1-6-2 0,1 9-2 0,-1-9-2 16,0 9-4-16,0-9 0 0,0 0 0 0,-4 11-1 16,2-6-3-16,2-5 1 0,-8 8-4 0,2-5-1 15,6-3 5-15,-9 4-2 0,5-1-6 0,4-3 1 16,-5 3-4-16,5-3 3 0,0 0-1 0,-8 4-2 16,8-4 2-16,0 0-4 0,-5 4 3 0,5-4-2 15,0 0 3-15,0 0-2 0,0 0 0 0,0 0-2 16,14 7-1-16,-14-7-1 0,13 4 1 0,-7-2 0 15,0-1 5-15,-6-1-4 0,12 4 0 0,-5-2 0 16,-4 1 0-16,-3-3-2 0,10 3 1 0,-10-3-3 16,6 4 2-16,-6-4-3 0,3 4 5 0,-3-4-2 15,0 0 1-15,0 0-3 0,0 0 6 0,0 0-2 16,-7 12 1-16,7-12-2 0,-9 3-1 0,9-3 6 16,-13 4-3-16,7-4-5 0,6 0-12 0,-14 2-16 0,5-3-22 15,1 2-32-15,-2 0-38 0,10-1-32 16,-18-1-44-16,8 1-117 0,1-2-343 0,-1-2 152 15</inkml:trace>
  <inkml:trace contextRef="#ctx0" brushRef="#br0" timeOffset="74438.81">29546 14345 11 0,'0'0'51'0,"0"0"-42"0,0 0-22 0,0 0-12 16,0 0 6-16</inkml:trace>
  <inkml:trace contextRef="#ctx0" brushRef="#br0" timeOffset="76734.48">27380 13694 72 0,'0'0'72'0,"0"0"1"15,0 0-2-15,0 0-10 0,0 0 0 0,0 0 2 0,0 0-6 16,0 0-5-16,0 0-11 0,0 0 3 0,0 0 0 16,0 0-9-16,0 0 2 0,0 0-4 15,0 0-6-15,0 0-2 0,0 0 8 0,0 0-1 16,0 0 0-16,0 0-11 0,0 0-5 0,0 0 4 0,0 0-1 16,0 0-6-16,0 0-7 0,0 0 6 0,0 0-3 15,0 0 4-15,0 0-6 0,0 0 1 0,0 0 5 16,0 0-9-16,0 0-1 0,0 0 3 0,0 0-1 15,0 0-1-15,0 0 6 0,0 0-9 0,0 0 11 16,0 0 3-16,0 0 5 0,0 0-7 0,-28 3 2 16,28-3-7-16,0 0 4 0,0 0 7 0,-10 0 1 15,10 0 7-15,0 0 0 0,0 0-1 0,0 0-1 16,-10 1 2-16,10-1-1 0,0 0-7 0,0 0 10 16,0 0 2-16,0 0 3 0,0 0 0 0,0 0-6 15,0 0 2-15,0 0 4 0,0 0-9 0,0 0 2 16,0 0-3-16,0 0 4 0,0 0-2 0,0 0 6 15,0 0-4-15,0 0 4 0,35 0-1 0,-22 1-2 16,5-2-3-16,2 2 1 0,4-1-2 0,-3 2-1 16,-1-2 4-16,7 0-3 0,-3 2 1 0,-3-4 4 15,1 2 6-15,-2 0-5 0,3-2 0 0,-3 1-2 16,1 0 4-16,-3 1-1 0,-1-3 1 0,-1 1-1 16,-3 1 1-16,-1 0-5 0,-3 0 6 0,2 1-2 15,-2-2-1-15,-9 2-2 0,13-1-2 0,-13 1-1 16,9 0 1-16,-9 0-6 0,10-1 0 0,-10 1-1 0,0 0-1 15,0 0-2-15,9 0-3 0,-9 0 3 16,0 0-3-16,0 0 1 0,0 0-4 0,0 0-5 16,8-1-1-16,-8 1 0 0,0 0-14 0,0 0-23 15,0 0-22-15,0 0-28 0,0 0-22 0,0 0-29 0,0 0-34 16,0 0-39-16,5 3-145 0,-5-3-379 0,0 0 169 16</inkml:trace>
  <inkml:trace contextRef="#ctx0" brushRef="#br0" timeOffset="77254.97">28137 13615 128 0,'0'0'194'0,"3"-2"-8"16,-3 2-15-16,0 0-9 0,0 0-20 0,0 0-15 15,0 0-10-15,0 0-7 0,0 0-3 0,0 0-11 16,-8 21-14-16,8-21-4 0,-2 13-8 15,1-7 0-15,2 3-1 0,-1 1-5 0,0 0-4 0,0-10-1 16,5 16-6-16,-3-7-3 0,-2-3-7 0,7 2-1 16,-1 1 6-16,-1-2-3 0,1-3 0 0,4 2 0 15,-3-2-2-15,-2 0-1 0,0-3-2 16,-5-1-1-16,14 1-3 0,-5-1 0 0,-9 0-1 0,13-1-2 16,-13 1 1-16,12-1-4 0,-5-3-4 0,-7 4 0 15,10-6 0-15,-5 2 4 0,-1 0 1 0,-4 4-3 16,5-6 0-16,-5 6 15 0,5-6-6 0,-5 6 0 15,4-7-8-15,-4 7-3 0,0 0-6 0,0 0-4 16,0 0-2-16,5-4-2 0,-5 4-6 0,0 0 2 16,0 0-5-16,0 0 2 0,0 0-1 0,0 0-1 15,8 14 2-15,-5-10-2 0,-3-4 2 0,6 9-1 16,-2-3 0-16,-3 0 2 0,5-2 0 16,1 1 5-16,3-1-8 0,0 3 3 0,-1-4-1 0,3 0 1 15,-1-1-1-15,0 1 1 0,1-3-2 0,0-3 4 16,-2 2 0-16,1-2-4 0,-3-1 6 0,0-1 3 15,2 0 0-15,-5 1-1 0,-2 0-2 0,2-2-4 16,-3 0 4-16,1-1-2 0,-2-1-3 0,0-2 1 16,-1 10-2-16,-2-17-2 0,1 8 2 0,-2 1-1 15,-1 0-6-15,2 1-10 0,2 7-10 0,-4-10-16 16,1 5-18-16,3 5-26 0,-6-6-26 0,6 6-28 16,-10 0-32-16,10 0-38 0,0 0-40 0,-15 6-155 0,10-5-434 15,5-1 192-15</inkml:trace>
  <inkml:trace contextRef="#ctx0" brushRef="#br0" timeOffset="77500.13">28588 13705 45 0,'6'-2'215'16,"-6"2"-8"-16,0 0-14 0,0 0-18 0,0 0-19 15,0 0-16-15,0 0-13 0,0 0-2 0,0 0-4 16,0 0-6-16,8 12-6 0,-8-12-11 0,-1 12-10 0,1-3-6 15,1 2-9-15,-1-3-4 0,0 1-7 0,2 0-7 16,-2-1-4-16,0 2-4 0,0-3-5 16,2 0-5-16,-2-7 6 0,1 13-11 0,-1-5-7 15,1-3-18-15,-1-5-21 0,0 10-22 0,0-10-23 16,0 0-26-16,-1 11-23 0,1-11-24 0,0 0-17 16,0 7-11-16,0-7-8 0,0 0-104 0,0 0-293 0,0 0 129 15</inkml:trace>
  <inkml:trace contextRef="#ctx0" brushRef="#br0" timeOffset="77888.55">28671 13682 87 0,'4'-3'171'0,"1"-1"-11"16,6-2-2-16,-4 5-9 0,0-2-5 0,-7 3-8 16,14 0-8-16,-6 0-3 0,-8 0-5 0,16 4-9 0,-9 0-7 15,-1-1-5-15,0 1-12 0,-1-2-6 0,-2 3-11 16,3-1-1-16,-1 2-5 0,-5-6 1 15,3 8-6-15,-1-2 3 0,-2-6-6 0,1 9-5 16,-1-9 0-16,-3 11-4 0,3-11-3 0,-6 10-6 16,3-7-4-16,3-3-1 0,-7 7-6 0,7-7-3 0,-4 6-4 15,4-6-1-15,-5 5-3 0,5-5-2 16,-4 4-3-16,4-4 0 0,0 0-1 0,0 0-1 16,0 0-2-16,0 0-1 0,4 11 0 0,-4-11 1 0,10 8-1 15,-6-7-1-15,4 2-2 0,-8-3-1 0,10 5 1 16,-4-2-2-16,1-1-1 0,-3 1 2 0,-4-3-2 15,11 9-1-15,-4-7 3 0,-7-2-4 0,5 5-1 16,-3-1 1-16,-2-4-2 0,5 6 3 16,-5-6 4-16,5 8-1 0,-5-8-1 0,0 0 2 15,-8 9-2-15,8-9 1 0,-11 5-1 0,5-1 1 0,-4-1-1 16,5-1-12-16,-3 1-15 0,-1 0-18 0,-2-2-21 16,3 1-39-16,0-1-38 0,8-1-33 0,-14 0-38 15,6 0-127-15,1-3-368 0,7 3 163 16</inkml:trace>
  <inkml:trace contextRef="#ctx0" brushRef="#br0" timeOffset="78127.57">28955 13516 159 0,'0'0'258'0,"4"-5"-8"0,-4 5-22 15,0 0-18-15,2-10-20 0,-2 10-21 0,0 0-19 16,0 0-16-16,0 0-8 0,0 0-8 0,0 0 0 16,0 0-14-16,0 0-10 0,0 0-10 0,1 23-9 15,-1-23-6-15,-1 17-7 0,-1-9-4 0,0 1-6 16,1 1-11-16,-3-2-34 0,4-1-33 0,0-7-39 16,-2 12-58-16,2-12-60 0,-4 13-211 0,4-13-425 15,-5 10 188-15</inkml:trace>
  <inkml:trace contextRef="#ctx0" brushRef="#br0" timeOffset="-174122.85">6186 11259 73 0,'-27'6'124'0,"-1"2"0"0,0 3 2 16,-1 2-6-16,-2 1 5 0,2 5-8 16,-1-2-4-16,2 4 3 0,5 3 0 0,-1 0-3 0,0 0-15 15,7-2-5-15,-1 1-6 0,2-1-11 0,2 2-2 16,4-1-8-16,3-5-11 0,2-1-4 0,2-1-1 15,5 2-6-15,1-2-6 0,4-5-1 0,2 3-5 16,4-2-2-16,0 0-4 0,3-1-4 0,4-1-6 16,1-3-19-16,-2-1-12 0,9-1-21 0,-8-2-9 15,9-1-12-15,-10-4-20 0,8-2 7 0,1-3 1 16,-3-1 13-16,2-3-10 0,0-2 10 0,-3 1 12 16,-1-4 4-16,0-1-5 0,-9 3 12 0,3 0 3 15,-4 0 12-15,-2-4 2 0,-4 4 7 0,0-4 18 16,0 4 9-16,-1-1 28 0,-5 4 4 0,2 6 1 15,-3-2 9-15,2 2-5 0,-2 5-9 0,0 0-1 16,0 0-2-16,-6-8 3 0,6 8 1 0,0 0 11 16,-18 16 9-16,7-2 2 0,-1 1-4 0,3 1-2 15,3 2-10-15,-4-1-1 0,3 0-5 0,2 0-2 0,3 1-2 16,3 2-3-16,-1-4-7 0,4 1-2 16,1 0-1-16,2-2-5 0,2 0 2 0,2-3-6 15,1-2-2-15,-1 3 1 0,-1-4-4 0,6-1 2 16,-5-3-4-16,0-1-2 0,2-4 2 0,1 1-5 0,-1-1 0 15,-3-4 1-15,3 0-1 0,-3-1-2 0,-1-4-1 16,-1 1-3-16,-2-3 1 0,2-2 2 16,-2-1-3-16,-5-2-3 0,1-1 2 0,-2-1-1 15,-2 0 1-15,0-1-2 0,2 2 0 0,-3-1 1 0,2 3 0 16,0-1-1-16,-1 5-2 0,1 0 2 0,1 5 0 16,0 6-3-16,0-14-1 0,0 14 2 15,5-7-4-15,0 4 2 0,-5 3 0 0,16 1-1 16,-6 1 0-16,2 5 4 0,3 2 1 0,0 2-4 0,-1 0 3 15,-1 2-4-15,1-1 1 0,1 2 2 0,-4 0-1 16,1-2 3-16,-1 3-3 0,1-1 1 16,-4-3 1-16,-2-2 1 0,-2 1 0 0,4-2 1 0,-4-3-1 15,-2 0 4-15,1 0 0 0,-3-5 7 0,4 5 8 16,-4-5-3-16,0 0-3 0,0 0 1 0,0 0-3 16,0 0-1-16,10-20 0 0,-7 9 1 0,0 0 2 15,4-5-8-15,-1 0 0 0,3-1 5 0,0-1-5 16,5-2-1-16,-4 4-5 0,2 0 0 0,-1 3 1 15,-2 5-1-15,1 2 2 0,-1-2 4 0,0 3-8 16,-1 2 3-16,-8 3-3 0,19 5 0 0,-11-1-3 16,2 1 8-16,-4 6-9 0,3 3 7 0,-2 1 0 0,-3 3 0 15,-1 1-10-15,-1-1-13 0,0 2-25 16,-2 3-39-16,-2-3-31 0,2-2-38 0,0-1-27 16,0 1-16-16,0-1-153 0,0-5-382 0,2 1 169 15</inkml:trace>
  <inkml:trace contextRef="#ctx0" brushRef="#br0" timeOffset="-173752.33">7159 11584 61 0,'-4'-9'218'0,"2"2"-8"0,-2 1-18 16,-1 3-16-16,5 3-11 0,-11-5-19 15,11 5 2-15,-12 6-7 0,4 2-8 0,1 2-9 16,2 1-11-16,-2 5-11 0,0 0-8 0,2 2-8 15,4-2-5-15,0 1-10 0,1 1-10 0,3-1-1 0,3-1-8 16,1 0-5-16,1-5-3 0,2 3-6 16,2-1-3-16,0-2-1 0,0-4-2 0,4-1-6 15,-3 0 0-15,5-6-4 0,-1-2 0 0,2 0-6 0,-2-4 3 16,-1 0-5-16,1-3 1 0,-2-1-3 0,-2-2 1 16,1-1 0-16,-5-1-1 0,0-1-2 0,-2-3-2 15,-4 0-1-15,1 1-2 0,-4-1 1 16,-1 1-3-16,-3-2 3 0,-1 4 1 0,0 3-1 0,-2 3 7 15,2-1 3-15,0 5 3 0,-1 1-5 0,6 4 0 16,-17 2-1-16,7 2-3 0,-4 6 0 0,1 4-2 16,0 3 1-16,3 0-3 0,0 8 2 0,2-1-3 15,2 1-20-15,2-6-29 0,1 5-38 16,3 4-38-16,2-4-33 0,1-5-27 0,5 0-19 0,0 0-15 16,1-3-131-16,1 0-374 0,4-3 165 0</inkml:trace>
  <inkml:trace contextRef="#ctx0" brushRef="#br0" timeOffset="-173565.23">7394 11908 90 0,'4'-5'115'0,"2"-6"0"16,-1 1-2-16,0-4 3 0,3-4 2 0,0 3 4 16,-2-3 11-16,2-2-8 0,2 4 1 0,3-5 2 15,-2 4 4-15,1 2-7 0,3 1 13 0,-1 1-3 16,0 4-4-16,-2 4-15 0,1 0-12 0,1 1-9 16,-1 4-7-16,0 2-10 0,4 1-10 0,-4 4-6 15,-3 0-5-15,3 5-4 0,-4-2-8 0,1 3-3 16,-2 4-9-16,-3-2-13 0,0 2-27 0,-3-1-30 15,1 1-39-15,-3 1-41 0,1-4-34 0,-1 0-37 16,2-2-187-16,-4 0-405 0,4-2 179 0</inkml:trace>
  <inkml:trace contextRef="#ctx0" brushRef="#br0" timeOffset="-173334.4">7884 11462 72 0,'-2'-19'270'0,"2"4"4"0,0 4-9 0,-1 5-17 16,1 6-29-16,-1-14-25 0,1 14-20 0,0 0-12 0,0 0-5 15,0 0 7-15,-4 35-9 0,2-8-7 16,-4 5-20-16,1 17-7 0,0-14-13 0,-1 10-7 0,-1 2-13 16,1-11-10-16,-1 8-7 0,4-10-33 15,-1-1-33-15,-3-1-31 0,3-3-36 0,1 0-14 0,0-3-34 16,4 0-39-16,1-7-47 0,1-6-32 15,-1 6-172-15,2-8-431 0,-3-2 191 0</inkml:trace>
  <inkml:trace contextRef="#ctx0" brushRef="#br0" timeOffset="-172781.17">7849 11730 73 0,'5'-8'197'0,"0"3"3"0,2 1 3 0,4 2-4 15,-2 4-16-15,1-1-19 0,4-1-12 0,0 8-14 16,2 3-5-16,-3-3-14 0,2 3-14 0,-2 1-7 16,-3 1-9-16,4 0-9 0,-5 1-6 15,-3-4-9-15,2 2-7 0,-4-3-4 0,0 2-3 0,-1-3-6 16,-3-2-5-16,0-6-2 0,3 9-4 0,-3-9-3 16,0 0-4-16,-4 10-3 0,4-10-4 0,0 0-3 15,0 0-4-15,0 0-1 0,0 0 0 0,0 0-7 16,0 0-11-16,4-36-2 0,4 20-3 0,-1 1-12 15,1-1-5-15,0 1 0 0,1-2-1 0,2 0-3 16,-1 0 4-16,1 0 0 0,4-6 3 0,-5 8 4 16,2-2 2-16,-3 4 1 0,-2 3 1 0,0 1 8 15,-2 2-4-15,-2 2-1 0,-3 5 10 0,0 0 6 16,0 0 28-16,0 0 3 0,0 21 4 0,-7-6 0 16,-2 4 6-16,0 6 1 0,-1-3-2 0,-3 1-4 0,7-4 0 15,-1 0-3-15,0-2 11 0,3 1-8 16,3-3-2-16,-2 1-4 0,3-4 3 0,0-2-8 15,4 0 0-15,2-3-4 0,-1-2-1 0,2-1-5 16,-1-1 2-16,4-3 0 0,6 0-4 0,-4-2 3 16,6-3-5-16,0-1-3 0,-4-2 1 0,-2 0 1 0,6-1-2 15,-6-2-2-15,4-3-1 0,-3 1 3 16,-1-1-2-16,0-2-4 0,-3 1 3 0,-2 1-5 16,0 4 6-16,-3 0-3 0,-1 3-2 0,0 1-3 0,1 1 0 15,-4 5-3-15,4-7 0 0,-4 7-1 0,0 0 3 16,0 0 1-16,0 0 1 0,7 19-2 15,-7-7 1-15,1 0 0 0,1 0 3 0,-2 5-5 16,0-6 1-16,2 2 1 0,1 3-16 0,1-6-28 0,0 2-20 16,0 0-40-16,1-3-44 0,2 0-42 15,1-2-39-15,0-1-181 0,-3-3-444 0,4-1 197 16</inkml:trace>
  <inkml:trace contextRef="#ctx0" brushRef="#br0" timeOffset="-172559.04">8584 11464 5 0,'0'-11'248'0,"-2"1"3"0,2-1-7 0,0 5-16 0,0 6-23 15,-1-12-24-15,1 12-6 0,0 0 23 0,0 0-10 16,8 26-3-16,-5-7 1 0,-1 7-9 0,-1 1-16 16,-1 4-13-16,0-2-9 0,0 4-10 0,0 1-14 15,0-1-8-15,-1-1-14 0,0-1-1 0,0 2-12 16,1-4-17-16,0-2-23 0,0-3-26 0,-2-4-33 15,2-2-36-15,-1 0-35 0,0-4-43 0,-1-2-46 16,1-3-38-16,-3-1-39 0,-1 1-195 16,3-4-488-16,2-5 216 0</inkml:trace>
  <inkml:trace contextRef="#ctx0" brushRef="#br0" timeOffset="-172319.1">8473 11676 74 0,'9'-14'156'15,"5"3"7"-15,1 2-9 0,5-3 7 0,1 7-3 16,9-2-6-16,1 0-5 0,1 1-7 0,-1 2-11 16,-2 4-12-16,-1 0-4 0,-7 0-4 0,-1 6-10 15,-3-2-7-15,1 4-4 0,-8-2-5 0,4 2 4 16,-4 5 4-16,-2 0 1 0,0 3 1 0,-3-1-11 16,-3 2-9-16,0-2-3 0,0 2-8 0,-3-4-5 15,0 3-7-15,-2 1-3 0,0-2-7 0,2-3-4 16,0 0-9-16,0 1-26 0,-2-2-33 0,-1 0-54 15,2-2-48-15,2-2-56 0,0-7-39 0,-2 12-167 16,2-12-428-16,0 7 190 0</inkml:trace>
  <inkml:trace contextRef="#ctx0" brushRef="#br0" timeOffset="-172153.95">8848 11433 131 0,'0'0'164'16,"0"0"-15"-16,0 0-11 0,0 0-17 16,0 0-25-16,0 0-25 0,4 24-35 0,3-12-48 15,2 4-32-15,2-3-17 0,7 11-71 0,-3-3-142 0,6-2 62 16</inkml:trace>
  <inkml:trace contextRef="#ctx0" brushRef="#br0" timeOffset="-171674.97">9086 11650 159 0,'0'0'179'0,"0"0"-5"0,0 0-2 16,-28-3-9-16,28 3-11 0,-9 6 6 0,4-1-1 16,-1 1-1-16,1 5-9 0,1 0-6 0,1 0-13 15,2 3-5-15,-1-2-15 0,4 0-6 0,-1 5-9 16,0-5-9-16,2 0-8 0,1 0-7 0,0-2-10 16,3 0-1-16,0 0-6 0,0-2-5 0,1-2-4 15,0-2-8-15,2-3 6 0,-4-1-8 0,-6 0-6 16,15-4 1-16,-9 1-4 0,-1-4-3 0,0 1-7 15,0-1-4-15,3-5 3 0,-5 4-1 0,0-4-9 16,2 1 3-16,-1-2-7 0,-1-2 4 0,0-1-9 16,1 4 2-16,0 0 0 0,0 0-2 0,1 0 7 15,0 2-5-15,-2 3-1 0,-1 0-1 0,1 2 1 16,-3 5 4-16,9-3-4 0,-9 3 7 0,0 0 0 16,19 11 2-16,-11-1 5 0,0 4 2 0,0 0 5 15,-1 1-3-15,-1 1 9 0,0 0 5 0,-1 0-1 16,-1-2-2-16,-1 0-8 0,-1-3 0 0,2-1 1 15,-1-2-3-15,-2-1 0 0,0-2 0 0,-1-5 6 16,3 6-4-16,-3-6-4 0,0 0 0 0,0 0 4 16,0 0-4-16,0 0-4 0,0 0-1 0,20-13 3 15,-16 7-2-15,3-2-5 0,0-1-3 0,1 0 4 16,0-1-1-16,4-3 1 0,-3 5-4 0,0 1 2 16,0-3 5-16,1 6-5 0,-3 1 2 0,-2 0-6 15,1 2 3-15,-6 1-4 0,10 0 2 0,-10 0 0 16,7 7-1-16,-7-7 3 0,0 16-3 0,-1-7 2 15,-3 2-3-15,0 2-25 0,-4 3-25 0,2-1-46 16,-2 2-43-16,2 1-37 0,5-1-43 0,3 0-37 0,6 1-146 16,11 3-438-16,4-3 193 0</inkml:trace>
  <inkml:trace contextRef="#ctx0" brushRef="#br0" timeOffset="-171107.97">10521 11611 73 0,'-2'-13'224'0,"-3"4"-5"16,-3 1-12-16,-1-1-5 0,-4 2-23 0,0 4-8 15,-6 1-6-15,0 6-12 0,0 1-8 0,-5 8-7 16,1 2-15-16,3 2-23 0,1 2 0 0,7-5-19 16,3 3-6-16,1 0-8 0,3 1-5 15,5-3-12-15,0 3 1 0,4-7-7 0,6 4-5 0,-1-2-2 16,2-6-3-16,2 0-5 0,5-2-4 0,0-2-2 15,0-2-2-15,-2-4-2 0,2 0-3 0,0-4-4 16,-1 1 7-16,-3-2-8 0,0-4 1 0,-6 4 3 16,-1 0-3-16,1-3-3 0,-2 1 2 0,-1 1-2 15,1 0-1-15,-1 1 2 0,-3 2 6 0,1 1-5 16,-3 5-5-16,0 0-4 0,0 0 1 0,0 0 1 16,0 0 9-16,5 23-3 0,-6-5 6 0,-2 13 1 15,1 4 7-15,-1 10 4 0,-1 1-5 0,0 1 0 16,0-11 20-16,-1 10-15 0,-1-13 2 0,3 3-12 15,-2 11 8-15,3-11 7 0,-1-5 0 0,-2-1-5 16,0 0 0-16,-4-1 1 0,1-1-2 0,-2-4-1 16,-1-6-7-16,-3 1 4 0,-6 0-3 0,6-6-8 15,-2-2 5-15,0 0-2 0,-3-3 3 0,2-3 1 16,0 0-8-16,-4-5-24 0,5 0-22 0,-2-2-33 16,1-4-30-16,1 0-47 0,1-4-53 0,3-2-41 0,-1-3-246 15,4-9-523-15,0-1 232 0</inkml:trace>
  <inkml:trace contextRef="#ctx0" brushRef="#br0" timeOffset="-170526.32">10707 11790 165 0,'11'0'166'0,"-1"1"-4"0,2 1 14 15,-2 1-1-15,-1 2-14 0,2 2-4 0,-2 0 3 16,3 4-9-16,-1 3-11 0,0 0-11 0,-2 1-7 15,2 1-13-15,-2 0-6 0,-6 0-11 0,1 0-7 16,-2 0-10-16,-1-4-4 0,2 0-10 0,-3-3-9 16,0 3-2-16,-4-5-8 0,2 0-1 0,0-1-1 15,-2-1-5-15,4-5-3 0,-3 8 0 16,3-8-6-16,0 0-4 0,0 0-1 0,0 0-4 16,0 0 0-16,0 0-7 0,-2-23 4 0,6 13-3 0,-1-2-1 15,7-4 0-15,-1 1-5 0,1-1-2 0,0-1-2 16,8-3-4-16,1 0 5 0,2 0-6 0,-2 2-4 15,4-1 2-15,-3 2-1 0,3 0 0 0,2 3-3 16,0 1 5-16,-2 0-1 0,-4 5 0 0,-1-1-2 16,-1 2 2-16,-1 1 0 0,-4 3 3 0,0 0 1 15,-5-1-2-15,1 2 5 0,-3 0-5 0,-5 2 4 16,6-3-4-16,-6 3 1 0,0 0 1 0,0 0 5 16,0 0 7-16,0 0 4 0,-18 26-5 0,8-13 3 15,-3 0 3-15,4 4 3 0,-3 1-2 0,3-1 1 16,1-2 3-16,-1 1-5 0,4-1 7 0,1 0-8 15,2-3-3-15,2 1 0 0,1-2 3 0,0-1-5 16,1-2-3-16,0 0 2 0,1-3 0 0,3-1 2 0,-1-1 0 16,4 1-1-16,1-6-5 0,0 1 2 15,2 0 1-15,0-5-2 0,0 1-3 0,1-1 5 0,-3-2-4 16,1-1 4-16,-1 1-3 0,-1 0-2 16,1-6 2-16,-4 4 0 0,1 0-6 0,0 1 4 0,-3 3 0 15,3-3 4-15,-4 4-5 0,1 0 0 16,0-1-4-16,-4 6 2 0,10-4-4 0,-10 4 1 0,0 0-1 15,13 10 5-15,-8-5 0 0,3 4-2 0,-2 2-1 16,-1-1 0-16,4 3-10 0,-2 0-25 0,-2-3-25 16,4 5-31-16,-3-4-30 0,3-2-25 0,5 3-29 15,-1-1-18-15,2-3-12 0,1-1-144 0,1 0-380 16,3-3 168-16</inkml:trace>
  <inkml:trace contextRef="#ctx0" brushRef="#br0" timeOffset="-169961.63">11750 11886 17 0,'-3'-11'151'0,"0"1"1"0,0-2 3 16,-2 2 5-16,-2 0 8 0,-1 1-5 0,2 3-2 16,0 0-3-16,0 2-12 0,1 1-8 0,5 3-12 15,-19 2-3-15,11 2 3 0,-2 4-6 0,0 2-6 16,3 1-3-16,-4 2-7 0,2 2-6 0,2 2-7 16,-1-1-9-16,5 1-6 0,-1-2-7 0,3 2-6 15,1-5-4-15,0 1-9 0,3-2-4 0,1 0-7 16,-1-3-3-16,3 1-5 0,0-5 1 0,0 2-4 15,3-3-3-15,1 0-3 0,2-5-1 0,-1 1-3 16,-3-3 0-16,5-1-4 0,1-2 1 0,-4-3-2 16,2-3-3-16,-1-2-1 0,4-7 0 0,-4 6 3 0,0-8-4 15,-3-3-3-15,-2-2 0 0,3 0-1 16,-2-1-4-16,0-2-1 0,-2-2-1 0,1-2 2 16,-2 4 0-16,1-13 0 0,-5 10 1 0,-3 6 0 15,1 2 1-15,0 9-3 0,0 3 3 0,0 3 1 0,0 2 0 16,2 3 0-16,0 7-1 0,-3-6-2 0,3 6 4 15,0 0 5-15,-12 29 4 0,1-4 6 0,2 4 9 16,0 5 4-16,-2 0 5 0,4 1-4 16,1 1 7-16,1 0 2 0,5 0 6 0,3-2-12 0,-1-2 4 15,3 0-6-15,3-3-6 0,-2-4 9 0,6-2-11 16,-3-7-1-16,0-2 0 0,3-2-1 0,-3-3-5 16,2 0 2-16,2-4-11 0,-1-2 5 0,6 0-7 15,1-4 0-15,-1-2 0 0,0-4-1 0,2 0-7 16,5-4-4-16,-10-1-6 0,6-5 3 0,-5 4-3 15,2-6-3-15,-2-3 1 0,-7 5 0 0,1-6-3 16,-2 6 6-16,1-1 9 0,-5 2-11 0,-1 6-3 16,-1 1 7-16,2 2-3 0,-4 0 4 0,0 7-3 15,4-7-4-15,-4 7 3 0,0 0 1 0,0 0 5 16,-10 23 3-16,3-7 0 0,-2 0 0 0,1 1-2 16,2 2-2-16,-1-2 3 0,3 2-18 0,0-1-27 15,-1 0-36-15,4-3-53 0,-1 3-52 0,4-4-19 16,4-1-40-16,5 0-49 0,-1-5-149 0,3 2-482 15,-1-5 214-15</inkml:trace>
  <inkml:trace contextRef="#ctx0" brushRef="#br0" timeOffset="-169804.75">12127 11573 1737 0,'-7'-27'-9'0,"2"7"71"0,1 2-18 16,0 6-23-16,2 3-10 0,0 3-7 15,2 6-2-15,0 0-8 0,6-6-8 0,-6 6-14 16,0 0-37-16,16 19-19 0,-5-6-43 0,3 10-131 0,1 0-280 16,3 2 124-16</inkml:trace>
  <inkml:trace contextRef="#ctx0" brushRef="#br0" timeOffset="-169521.9">12340 11995 227 0,'20'-9'234'0,"-17"5"4"0,4 0-14 0,1-3-18 16,1-2-13-16,3-3-14 0,-1 5-17 0,0-6-14 15,5 0-13-15,-5-3-3 0,1 1-15 0,-2 0-9 16,-1-1-4-16,-2 0 3 0,-2 4-7 16,-2 0-3-16,-1 4-4 0,-2 1 4 0,0 0-8 0,0 7-10 15,-7-7-12-15,7 7-6 0,-12 0-3 0,12 0-10 16,-17 12 10-16,3 0-14 0,0 4-4 0,1-2-5 15,2 1-7-15,2 1-2 0,0 2-5 0,6-4-26 16,-1 2-25-16,2 0-29 0,4 0-34 0,0-1-28 16,3 0-29-16,6-1-25 0,-4-4-17 0,8 4-4 15,-3-3 7-15,3-1-5 0,-1-1-3 0,1-1-129 16,-3-1-353-16,-1-2 156 0</inkml:trace>
  <inkml:trace contextRef="#ctx0" brushRef="#br0" timeOffset="-169330.17">12538 12083 778 0,'6'0'-52'0,"-6"0"18"15,14-2 34-15,-14 2 16 0,7-6 18 0,-3 0 21 16,1-3 7-16,-1 2 16 0,1-3 12 0,2 0 14 15,0-6 6-15,-1 0-2 0,1 0 6 0,2-1 5 16,0-1 5-16,-1 3 10 0,5-9-15 0,-1 7 8 0,-3 2-9 16,-2 4-2-16,2 2-4 0,0 0-7 15,-3 2-10-15,4 3-7 0,-5 2-7 0,5 4-8 16,0 2-2-16,-1 2 6 0,-3 1-5 0,-2 4 6 0,5 4-14 16,-5 0-9-16,-2 3-1 0,2-1-8 0,-2 0-10 15,-2-1 0-15,2 0-12 0,0 1-27 16,-2-6-38-16,3 4-37 0,-3-4-58 0,0 0-61 15,4-2-52-15,-4-2-216 0,0-7-502 0,5 9 223 0</inkml:trace>
  <inkml:trace contextRef="#ctx0" brushRef="#br0" timeOffset="-169096.18">13063 11567 225 0,'0'-12'316'0,"0"2"-6"15,2 0-15-15,-2 4-25 0,0 6-24 0,0 0-29 16,0 0-5-16,0 0 14 0,0 0-15 0,-4 27 3 16,2-8-17-16,-4 10-1 0,3 6-13 0,-1 1-8 15,-1 8-13-15,2-8-10 0,-1 0-9 0,0-1-19 16,-1-1-18-16,1-2-12 0,-3-2-11 0,0-5-35 16,5 3-47-16,0-9-40 0,-1-2-43 0,-1-1-42 15,2 0-53-15,-2-4-60 0,2-2-51 0,2-3-49 16,-5-2-184-16,2 0-563 0,3-5 249 0</inkml:trace>
  <inkml:trace contextRef="#ctx0" brushRef="#br0" timeOffset="-168945.58">12883 11827 118 0,'-4'-6'232'0,"2"-1"-4"0,2 7-18 0,-2-9-17 15,2 9-18-15,-2-9-19 0,2 9-16 16,10-6-16-16,0 3-17 0,7-1-20 0,6 3-53 15,4 2-63-15,7 1-41 0,6-1-43 0,16 3-153 0,3 3-287 16,2-1 127-16</inkml:trace>
  <inkml:trace contextRef="#ctx0" brushRef="#br0" timeOffset="-168188.6">13982 11783 170 0,'0'0'218'0,"0"0"-1"15,-11 11-1-15,4-1-6 0,0 0-11 0,1 6-15 16,-3 2-13-16,4-1-10 0,-2 2-21 0,3 1-6 0,4-3-9 16,0 1-12-16,2-1-7 0,2-4-7 0,4 0-11 15,1 2-9-15,1-3-4 0,2-5-7 16,3 1-6-16,1 0-8 0,-4-5-3 0,8 2 2 0,-2-5-10 16,0 0-5-16,-5-4-4 0,5 1-3 0,-5 0-4 15,3-5 0-15,0-1-2 0,-5 0-7 0,0-4 2 16,0 0 1-16,-5 3-5 0,4-4 0 15,-5 1-5-15,1-2 5 0,-4 2 6 0,1-3-7 0,0 4 1 16,-3 0 8-16,2 4 1 0,-2 1-9 0,2-1 4 16,-2 8-4-16,1-7-4 0,-1 7 1 0,0 0-6 15,0 0 9-15,0 0 5 0,13 12-3 0,-9-4-2 16,5 2 0-16,-2 1 7 0,0-1-9 0,1 3 2 16,6 0-4-16,-1-1-1 0,3-1-2 0,0-1 0 15,0-2 2-15,1-1 0 0,-1 0-6 0,-3-4-1 16,-1-1 1-16,-1-2-1 0,0 0 1 0,-3 0-7 15,-2-4-9-15,1 1-5 0,-3-2-5 0,1-4-3 16,-1 0 1-16,-4-2 1 0,0-2 1 0,0 0 0 16,-1-4 3-16,-3-1-1 0,0 2 3 0,-1 0-1 15,-3 0 4-15,4 4 4 0,-2 1 2 0,2 0 1 16,2 2-1-16,-2 0 1 0,4 9 1 0,-5-9 7 16,5 9-11-16,0-10 4 0,0 10-4 0,0 0 3 15,11-6-2-15,-3 4 2 0,5 2 2 0,-2 0 1 16,4 0-1-16,5 1 2 0,1-1-1 0,8 0 1 0,-7 0 2 15,6-1-3-15,-7 1 1 0,0-1 1 16,-2 0 0-16,-3-2 2 0,-1 0 1 0,-4 0-2 16,0 2 1-16,1-2 2 0,-4 0 2 0,-8 3 0 15,9-1 6-15,-9 1-1 0,12-2-2 0,-12 2 1 16,7-2-4-16,-7 2-3 0,0 0 0 0,6 4 2 0,-6-4-2 16,4 11 0-16,-4-1 3 0,4 2-3 0,-4 4 5 15,-1 0-6-15,-2 1 5 0,1 2-3 16,-1 1 11-16,0-4-16 0,-2 4-8 0,2-4-23 0,0 0-40 15,-3 0-44-15,2 0-56 0,2-5-49 0,0 0-44 16,-3-1-170-16,3-1-471 0,2-3 208 16</inkml:trace>
  <inkml:trace contextRef="#ctx0" brushRef="#br0" timeOffset="-167988.88">14694 11519 9 0,'-2'-11'251'0,"0"1"-24"16,1 3-22-16,-1 1-21 0,2 6-20 0,-1-10-17 15,1 10-18-15,0 0-18 0,0 0-39 0,8-6-32 16,-8 6-49-16,16 10-36 0,-5-4-38 0,6 3-16 16,0 0-24-16,6 5-74 0,0-1-214 0,-4-4 96 15</inkml:trace>
  <inkml:trace contextRef="#ctx0" brushRef="#br0" timeOffset="-167808.23">15009 11577 33 0,'0'0'129'16,"7"-6"-1"-16,-7 6 4 0,5-12 6 0,-1 2 14 16,-3 4-2-16,2 0 11 0,-3 6 6 0,0-11 8 15,2 3 2-15,-2 8-5 0,0-8-17 0,0 8-13 16,0 0-20-16,0 0-10 0,0 0 7 0,0 0 7 16,14 29 0-16,-9-12-3 0,-1 9-14 0,0 2-5 15,-4 2-8-15,0 3-10 0,2-2-3 0,-4-2-10 0,0 5-10 16,0-4-7-16,-1-1-9 0,1-2-34 15,-2-2-22-15,0-6-33 0,2-1-43 0,-1-3-50 16,1 1-57-16,-1-5-41 0,3-3-230 0,-2-1-500 16,0-3 221-16</inkml:trace>
  <inkml:trace contextRef="#ctx0" brushRef="#br0" timeOffset="-167612.94">15213 11560 61 0,'3'-11'269'0,"0"8"-28"16,-3 3-17-16,4-5 5 0,-4 5 13 16,0 0 11-16,-1 23-3 0,1-5-19 0,-6 8-18 0,3 1-17 15,-3 3-23-15,-4 4-13 0,-1 0-11 0,3 0-22 16,-1 0-9-16,-1 0-16 0,4-4-37 0,-4 2-42 16,-1-4-50-16,2-2-70 0,-1-1-75 15,5-7-72-15,-5 4-221 0,3-6-503 0,3-5 223 0</inkml:trace>
  <inkml:trace contextRef="#ctx0" brushRef="#br0" timeOffset="-166969.25">15594 12039 213 0,'17'-7'212'0,"4"1"-20"0,2-6-16 0,-3 3-18 16,7-4-11-16,-3 1-12 0,-2 0-7 15,4-2-4-15,-3-1-10 0,-4 3 4 0,1-4-2 0,2-1-5 16,-5 4 7-16,2-6-6 0,-3 5-10 0,-4-2-2 16,-2 1 2-16,0 2 5 0,-5 0-11 15,2 5-4-15,-2-2-10 0,-2 4-1 0,-1-1-5 16,3 2-8-16,-5 5-9 0,4-6-5 0,-4 6-8 0,0 0-9 15,0 0-2-15,0 0-3 0,0 0-2 0,-11 20 3 16,5-10 3-16,0 4-4 0,0 1-4 0,-1 3 1 16,3-3 4-16,3 0 1 0,1-2-6 15,0 2-2-15,1 2 1 0,3-5-4 0,3-2 0 0,-1-1-3 16,2-1 2-16,4-1 6 0,-1 0-11 0,4-2 3 16,-4 0-12-16,4-3 1 0,-1 0 5 15,2-2 0-15,-1 0-1 0,-3-4-3 0,6-3-2 0,-3 3 0 16,-2-4-2-16,1 0 1 0,-5 1-6 0,4-5-6 15,-4 2 10-15,1-2-10 0,-2 2 4 0,1-4-2 16,-2 1-7-16,1 2 6 0,-2 2-3 0,-2 0-4 16,0 3 2-16,0 0-2 0,-4 6 6 0,6-8-3 15,-6 8 1-15,2-3-7 0,-2 3 8 0,0 0-5 16,0 0 2-16,0 0 8 0,0 0-4 0,2 22 4 16,-3-15-3-16,1-7-1 0,-1 14 0 0,1-8-1 15,0-6 6-15,0 11-7 0,0-11 16 0,1 8-8 0,-1-8 3 16,1 6-2-16,-1-6 0 0,0 0 3 15,8 1-4-15,-8-1-3 0,0 0 2 0,20-7-2 16,-8 1 5-16,-1 0-6 0,0 2 9 0,1-1-3 16,0 0-1-16,-2 2-2 0,1 0-1 0,-3 1-1 15,0 2-3-15,-8 0 1 0,15 2-1 0,-10 1 2 16,2 1-2-16,-2 2 3 0,-3 0-4 0,0 0 4 16,0 4-13-16,-4-1-11 0,-1 2-21 0,-1 0-18 0,-1 0-34 15,-1 4-41-15,-5-4-45 0,5 0-54 0,-2-2-39 16,-2 0-169-16,0-1-483 0,1-1 215 0</inkml:trace>
  <inkml:trace contextRef="#ctx0" brushRef="#br0" timeOffset="-166787.96">16213 11644 1829 0,'-9'-27'-19'16,"0"2"44"-16,-3 4-1 0,7 5-3 0,-1 6-25 15,3-2 12-15,-1 5-4 0,0 0 4 0,1 0-8 16,3 7-3-16,-2-7-8 0,2 7-5 0,0 0-39 16,0 0-10-16,0 0-35 0,14 25-40 0,-5-10-111 15,1-1-273-15,4 2 121 0</inkml:trace>
  <inkml:trace contextRef="#ctx0" brushRef="#br0" timeOffset="-166076.15">16645 11705 104 0,'0'-11'255'0,"0"11"-6"0,5-6-10 15,-5 6-21-15,0 0-21 0,0 0-19 0,0 0-18 16,0 0-13-16,0 0-2 0,0 0-5 0,0 0-10 16,-11 33-5-16,6-17-5 0,1 2-2 0,-1 0-18 15,0 2-3-15,1-1-2 0,-1 5-18 0,4-5-4 0,1-2-14 16,1 0-1-16,1-5-5 0,5 4-6 15,-2-5-4-15,1 0 0 0,2 3-3 0,5-4-5 16,-3-2-5-16,0-1 3 0,1-2-6 0,1-1-5 0,1 0 1 16,-2-3-2-16,1-2-5 0,1-2-2 0,-1 1-2 15,-1-4 14-15,1 1-15 0,-3-4-12 16,4-2-3-16,-4-3-1 0,0 0-7 0,-2 0-1 16,-1-5-1-16,-4 0-2 0,-2 0-2 0,-1-5 2 0,1 5 1 15,-1-1 8-15,-3 4-3 0,2-1 0 0,-2 2 0 16,0 3 4-16,0 3-2 0,1 1 1 0,-1 3 1 15,2-2 0-15,2 7 1 0,-4-10-2 16,4 10 2-16,-4-7 3 0,4 7-3 0,0 0-1 0,0 0 2 16,0 0 1-16,14-4 3 0,-2 4 6 0,6 3-7 15,0-2 4-15,10 2-6 0,-7-2 0 0,0 2 2 16,-1 0 2-16,1-1-1 0,-2 0 6 0,-2 2-6 16,-5-2-2-16,1-2 1 0,-1 4-3 0,-2-1 2 15,-2-1-4-15,-3 1 2 0,0 4 5 0,-1-1 4 16,-1 3 0-16,-1 3 6 0,-2-1 5 0,-2 3-2 15,0 3 4-15,-1-1 3 0,1 0 8 0,-1 2-9 16,-1-1-4-16,2-1 0 0,1-3-3 0,1-1 1 16,0 4-2-16,1-5 3 0,0-1-2 0,2 0-3 15,1-1 1-15,-1 1-5 0,6-4 5 0,0 1-2 16,2-2 2-16,1-2-4 0,1-2 1 0,5-2-2 16,0-2-2-16,-4-1 6 0,3-1-9 0,-2-4 1 15,-2-1-2-15,2 0-2 0,-2 0-10 0,-2-4 2 16,2-3-5-16,0-5 0 0,-3 5 1 0,-1-6-8 15,-1 0 4-15,-2 5-4 0,-2 0 7 0,0 0-4 0,-3 6 8 16,-1 1-2-16,-1 1 5 0,1 1-7 16,0 9 4-16,-7-11-4 0,7 11 11 0,-9-2 2 15,9 2 16-15,-18 12 0 0,6-2 8 0,-1 4 8 16,-1 1-1-16,-2 7-2 0,1-2-2 0,4 2-3 0,3-5-5 16,0 2 2-16,5-2-1 0,0 1-1 0,3-1-2 15,3 1-10-15,4-3-20 0,1-1-38 0,3 0-29 16,3-1-44-16,3-5-30 0,2 2-46 0,2-5-34 15,0 2-14-15,7-6-183 0,-1 3-468 0,-5-4 208 16</inkml:trace>
  <inkml:trace contextRef="#ctx0" brushRef="#br0" timeOffset="-165300.01">17632 11817 143 0,'1'-12'198'0,"-1"1"13"15,1 2 3-15,1 3 0 0,-2 6-16 0,-2-10-2 16,2 10-12-16,-8-4-2 0,8 4-1 0,-15 4 0 15,3 4-9-15,0 4-6 0,-2 2-15 0,0 1-11 16,4 0-10-16,-3 0-6 0,5 0-12 0,-1 1-21 16,4-1 9-16,1 2-15 0,1-7-13 15,5 2-7-15,-1-1 0 0,3-1 3 0,0-2-21 0,2-1-7 16,1 0-4-16,2-3-1 0,-2-3-10 0,5 0-3 16,3-2-10-16,-3 0 0 0,-1-4-7 0,1 2 6 15,-2-4-8-15,0-1-4 0,3-5-4 0,-3 1 2 16,3 0-12-16,-4-3 11 0,0 1-3 0,-4-2 11 15,1 0-8-15,-1 3-9 0,-1-1 11 0,-1 3-4 16,0 1 0-16,-1 2-1 0,-1 1 1 0,-1 7-1 16,4-8-2-16,-4 8-3 0,0 0 21 0,0 0 0 15,0 0 7-15,0 0 5 0,-13 23-5 0,9-12 13 16,-1 0 4-16,-1 4-7 0,2 0 2 0,2-3-1 16,-2 3 1-16,4-2-4 0,-1-2-5 0,1 1 4 15,3-1 0-15,3 1-2 0,-3-5-1 0,2-1-6 16,2-2 4-16,2 2-7 0,4-2 3 0,1-2-5 0,6-2 5 15,-3 0-3-15,2-3 3 0,-1-3-5 16,1 0 11-16,-4 0-18 0,1-4 6 0,-4 0-4 0,2-2-2 16,-2-2-4-16,1-3-2 0,-4 1 1 0,5-6-13 15,-4 7 1-15,-4-3 2 0,1 2 0 0,-2-1-2 16,-3 5 3-16,1 2-4 0,1 0 2 0,-3 3 2 16,2 2 4-16,-3 5-1 0,0 0-2 15,1-9 14-15,-1 9-18 0,0 0 7 0,0 0 6 0,-14 25-7 16,7-9-2-16,4 1 18 0,-4 2 0 0,2 0-8 15,-1 1 4-15,-1 4 6 0,1-5-2 0,2 0 3 16,1 5 4-16,1-6 7 0,1-2-9 0,-1-1 5 16,0 2-4-16,-1-6-2 0,3 0 2 0,-1-1-4 15,0 0-3-15,1-10 3 0,0 12 2 0,0-12 2 16,-3 9-9-16,3-9 6 0,-2 4-1 0,2-4-5 16,0 0 3-16,0 0-7 0,0 0 0 0,0 0-2 15,0 0 1-15,0 0 0 0,0 0-11 0,7-22-2 16,2 12-4-16,0 0-1 0,2-2-4 0,2-1 9 15,2 2-4-15,6-8-1 0,-2 1 2 0,3 2 14 16,-1 1-18-16,0-3 9 0,-3 0-1 0,-4 3 1 16,-1 2 4-16,-1-3-7 0,-4 6 5 0,0 0 10 15,-1 2 4-15,-5 2 5 0,0 1 8 0,-2 5-3 16,1-9-6-16,-1 9 7 0,0 0 7 0,-21 3 32 0,9 3-8 16,-4 4-5-16,1 2 12 0,-2 0 4 0,2 0-7 15,2 2-8-15,-1 1-5 0,5 0 4 0,0-1-6 16,4 0-9-16,0-2-3 0,5 0-27 15,2 0-26-15,2-1-27 0,3-1-25 0,2 0-50 0,6-1-49 16,2 1-58-16,2-3-45 0,4-2-26 0,2 0-250 16,-4-3-604-16,2 0 267 0</inkml:trace>
  <inkml:trace contextRef="#ctx0" brushRef="#br0" timeOffset="-165163.4">18377 11966 33 0,'2'-5'231'0,"-2"5"-11"0,0 0 8 16,0 0 2-16,3-6 3 0,-3 6-3 0,0 0-26 15,0 0-19-15,0 0-19 0,0 0-17 0,0 0-14 16,0 0-28-16,0 0-34 0,0 0-45 0,0 0-58 16,0 0-67-16,0 0-68 0,0 0-195 0,0 0-390 15,-23 9 172-15</inkml:trace>
  <inkml:trace contextRef="#ctx0" brushRef="#br0" timeOffset="-164361.84">3846 13309 11 0,'0'0'242'0,"-5"-4"1"0,5 4-6 16,-5-5-12-16,5 5-17 0,0 0-11 0,-18 4-12 15,9 1-12-15,-3 4 0 0,0 3-12 0,-3 2-24 0,-3 4-19 16,5-3 0-16,3 2-15 0,-1-2-5 16,1 3-1-16,0 5-12 0,7-9-12 0,0 3-5 15,1 0-8-15,5-4-7 0,1 2-1 0,2 0-6 16,4-2-5-16,2 1-30 0,2-3-39 0,3-1-40 16,-1-1-57-16,3-2-52 0,8-1-45 0,-5-4-35 0,-3-1-133 15,3-1-422-15,-3-1 187 0</inkml:trace>
  <inkml:trace contextRef="#ctx0" brushRef="#br0" timeOffset="-164148.25">4209 13219 37 0,'1'-8'263'16,"-1"0"-13"-16,0 8-21 0,3-9-25 0,-3 9-18 15,4-3-14-15,-4 3 27 0,0 0-6 0,14 25 5 16,-3-8-9-16,0 10-7 0,-4 0-18 0,2 3-15 15,-2-1-15-15,-2 2-11 0,0-3-14 0,-2 1-12 16,0 0-8-16,4-2-6 0,-6-6-14 0,-2 3-29 16,-1-4-33-16,-4 0-31 0,0-1-41 0,-6 2-37 15,-4 0-59-15,1-8-53 0,0 0-47 0,-2-4-163 16,-8 2-458-16,-1-3 203 0</inkml:trace>
  <inkml:trace contextRef="#ctx0" brushRef="#br0" timeOffset="-163941.43">3497 13239 2138 0,'-29'-9'80'0,"1"3"11"0,6 3-46 16,1 5-21-16,1 6 11 0,-3 8 10 0,3 6 16 0,2 5 0 16,1 2 9-16,3 3-3 0,2-2-6 15,5 4-2-15,5 0 0 0,8 11-6 0,-1-14-7 16,9 4-3-16,5-6-9 0,4-1-20 0,9 8-43 15,5-1-34-15,-7-12-55 0,17-3-67 0,-13-3-51 16,14 5-174-16,-2-3-443 0,-10-7 197 0</inkml:trace>
  <inkml:trace contextRef="#ctx0" brushRef="#br0" timeOffset="-158910.43">6154 13254 80 0,'0'0'135'0,"0"0"-4"0,4-4-3 16,-4 4-7-16,0 0-6 0,0 0-4 0,7-3-6 15,-7 3-10-15,0 0-7 0,0 0-1 0,0 0-9 16,0 0-7-16,0 0-9 0,0 0 4 0,0 0-8 15,0 0 4-15,0 0 0 0,0 0-8 0,12 5-4 16,-12-5-2-16,4 5-3 0,-4-5-3 0,0 0 11 16,4 5-4-16,-4-5-2 0,0 0-3 0,4 4 0 15,-4-4-7-15,0 0 0 0,0 0-1 0,2 6-1 16,-2-6-3-16,0 0-1 0,0 0-2 0,0 0-1 16,0 0-1-16,0 0-1 0,0 0-4 0,0 0-4 15,0 0 1-15,0 0-5 0,-12 7 2 0,12-7 1 16,0 0-4-16,-10 2-1 0,10-2 0 0,-10 1-1 15,10-1-4-15,-11 0 4 0,2 3-4 0,3-1 0 16,6-2 2-16,-12 2-4 0,6-1 3 0,6-1 4 16,-10 1-7-16,10-1 0 0,-7 4 0 0,7-4 0 15,0 0-1-15,0 0-1 0,0 0 4 0,0 0-3 16,0 0 1-16,0 0 2 0,0 0-1 0,26 3-1 16,-7-3 4-16,3-2 0 0,7 2-3 0,0-1 5 15,1-1-4-15,-1-1 0 0,2 2-4 0,1-2 2 16,-2-1 1-16,1 3-3 0,0-1 1 0,-3-1-3 15,-8 2 4-15,1-1-4 0,-2 1-1 0,-7 0-6 16,0-1-15-16,-3 2-17 0,2 0-27 0,-11 0-22 16,11 0-42-16,-11 0-24 0,8-1-28 0,-8 1-28 15,0 0-111-15,0 0-347 0,0 0 154 0</inkml:trace>
  <inkml:trace contextRef="#ctx0" brushRef="#br0" timeOffset="-158558.68">6169 13257 160 0,'0'0'172'0,"-7"-4"-5"0,7 4-9 0,0 0-8 16,0 0-10-16,-8-3-4 0,8 3-14 0,0 0-4 15,0 0-11-15,0 0-6 0,0 0 3 0,0 0-8 16,-7 12 11-16,7-5-2 0,0 3-3 0,-5 5 1 16,2 3-4-16,2 1-7 0,-3 7-1 0,0 1-2 15,0 0-5-15,2 2-1 0,-2 0-10 0,1 0-7 16,2-1-3-16,0-1-8 0,-3 3 3 0,1-2-13 16,1-9 1-16,1 6-3 0,1 2-2 0,-2-1-8 15,1-7 0-15,-2 1-6 0,3-4-1 0,-1 0-2 16,0-1-5-16,1-4-13 0,-1 0-20 0,-1 0-30 15,2-4-35-15,-2 0-39 0,-1-1-43 0,3-6-37 16,-2 8-41-16,2-8-177 0,-8 7-450 0,8-7 200 16</inkml:trace>
  <inkml:trace contextRef="#ctx0" brushRef="#br0" timeOffset="-158149.68">6111 13631 105 0,'18'-2'142'0,"2"-1"-11"0,1 0 2 16,0 1-4-16,8-2-6 0,0 0-11 0,-2 0 0 0,1 0-2 15,-1-1-5-15,0 3-1 0,-7-2-1 16,0 1-12-16,-2 0-3 0,-4 1-5 0,-3 2-7 0,-2-1-2 16,2 1 1-16,-5-2 6 0,-6 2 0 0,0 0-5 15,13 0-6-15,-13 0-3 0,0 0-5 16,4 7-5-16,-4-7-3 0,0 0-4 0,-11 15-2 15,7-6-5-15,-1-1-2 0,-2 1-7 0,1 0-1 16,1-1-3-16,1 1-3 0,1-1-3 0,2-1-3 0,1-7 2 16,0 14-6-16,3-8 2 0,-1 0-4 15,2 0 0-15,0-1 0 0,2-1-1 0,3 1 1 0,-2-2-1 16,5 1-2-16,1-3 1 0,0-1-2 16,5-3 1-16,-2 0 2 0,5 0-3 0,-1-3 3 0,-3 0-3 15,0-1 2-15,-2-1 4 0,-4 2 4 0,-2-1 2 16,0-2 2-16,-1 0 2 0,-3-1 1 0,-1-2-3 15,-2 2 1-15,-2-2-3 0,-1 1-10 16,-1-2-10-16,-5 3-16 0,0 1-17 0,-2 1-14 0,-7 1-22 16,5 2-24-16,-3 3-29 0,0 2-27 0,2 0-24 15,1 3-35-15,-2 2-19 0,-1 3-140 0,2-2-392 16,1 7 174-16</inkml:trace>
  <inkml:trace contextRef="#ctx0" brushRef="#br0" timeOffset="-157808.34">6727 13784 19 0,'18'-4'149'0,"1"1"-2"0,-4-1-1 0,-1 0-6 0,-2-1-4 15,-2 0-4-15,3-1-9 0,-4-3 1 0,0 1 3 16,-2-1 7-16,0 0-5 0,-2-4-3 0,-1 3-9 16,-2-3 0-16,0-3-6 0,-2 0-7 15,-3 2-9-15,-2-1-8 0,1-1-2 0,-2 1-11 0,-1 4-1 16,4 1-2-16,0 3-5 0,-1 0-4 0,2 1-2 15,-1 0-10-15,3 6-7 0,-3-10-3 0,3 10-7 16,0 0-5-16,0 0 0 0,4-11-3 0,-4 11-5 16,17-1 0-16,-4-1-4 0,-2 2 0 0,8 0-2 15,-1 3-4-15,1-1 1 0,0 2-4 16,-2 1 1-16,0 1-3 0,-4-1 5 0,-2 1 1 0,-1 1-1 16,-1 0 1-16,-1 0 6 0,1 4-3 0,-3-2 4 15,-1 4 5-15,1-3-5 0,-3 0-1 0,2 0-2 16,-2 0 3-16,-1 1-3 0,0 0-4 0,-4-1 1 15,2 1-15-15,0 0-21 0,-1 0-26 16,1 1-48-16,-1-1-53 0,1-2-62 0,0 3-256 0,1-6-506 16,2 1 224-16</inkml:trace>
  <inkml:trace contextRef="#ctx0" brushRef="#br0" timeOffset="-157326.26">7737 13785 69 0,'0'0'184'0,"13"-14"-14"0,-3 6-10 15,5 0-11-15,11-4-7 0,2 3-13 16,1-5-1-16,6 1-11 0,-4-2-8 0,4 2-3 0,-3 0-7 16,2-2-1-16,-2-2 10 0,-4 1 5 0,-6 2-1 15,0-2-2-15,-8 3-7 0,0-2-1 0,-4 4 0 16,-2-4-7-16,-2-1-7 0,-2 0-2 0,-1 1-8 15,-3 0-1-15,-2 2-8 0,0 3-8 0,-3 0-1 16,-2 1-7-16,-2 1-7 0,-2 1 7 0,-2 3-16 16,0 1-7-16,-4 2-1 0,-2 5 1 15,0 3-7-15,-6 5-3 0,1 3-4 0,2 2-1 0,1 1-1 16,2 1-3-16,4 3 0 0,3 0-1 0,5-5 0 16,4 2 1-16,3 0 0 0,4 7-2 0,5-7-1 15,5 0-1-15,6 4-5 0,6-3-8 0,-2-3-17 16,4-2-33-16,3 1-42 0,0-6-43 0,2-1-62 15,0-8-41-15,2 5-208 0,-6-6-489 0,3 1 217 16</inkml:trace>
  <inkml:trace contextRef="#ctx0" brushRef="#br0" timeOffset="-157111.84">8429 13492 62 0,'0'0'182'15,"0"0"-10"-15,0 0 3 0,8-2 9 0,-8 2 6 16,0 0-5-16,14 11-4 0,-5-1-10 0,4 1 1 16,1 1-14-16,-1 1-19 0,-1 0-10 0,4 2-11 15,-2-1-14-15,1 1-9 0,0-2-6 0,1 0-10 0,-2 0-20 16,1 1-34-16,-2-3-31 0,-3-2-44 16,-2-2-46-16,-1 0-34 0,2 0-38 0,-2-2-33 15,-2-1-136-15,-3 0-364 0,-2-4 162 0</inkml:trace>
  <inkml:trace contextRef="#ctx0" brushRef="#br0" timeOffset="-156929.28">8710 13491 166 0,'0'0'216'0,"-2"-10"-18"0,2 10-10 16,-3-6-20-16,3 6-6 0,0 0 0 0,0 0 4 15,-23 19-10-15,9-4-10 0,-2 4-8 0,-5 2-14 16,3-1-11-16,-3 5-12 0,3-4-8 0,0 1-11 15,1 0-15-15,6-6-33 0,-3 7-39 0,2-1-44 16,4-5-55-16,2-3-58 0,1-2-198 0,1-2-390 16,2-3 172-16</inkml:trace>
  <inkml:trace contextRef="#ctx0" brushRef="#br0" timeOffset="-156688.91">9004 13543 70 0,'0'-12'252'0,"0"12"-13"0,-3-5-16 15,3 5-8-15,-9-2-14 0,9 2-6 0,-16 9-19 16,9-2-7-16,-5 5-9 0,-1 0-21 0,4 0-13 16,-1 2-5-16,2 0-15 0,1 0-12 0,3-1-8 15,3 3-8-15,-2 0-8 0,3-3-7 0,1 0-3 16,3-1-8-16,0 0-16 0,4 3-24 0,-3-6-26 15,0 1-29-15,3-1-39 0,-2-1-50 0,0 0-41 16,2-4-41-16,-3 1-168 0,-5-5-412 0,8 5 183 16</inkml:trace>
  <inkml:trace contextRef="#ctx0" brushRef="#br0" timeOffset="-156299.38">8879 13341 229 0,'-8'-16'228'0,"1"2"-8"0,-1-1-2 0,0 6-4 16,5 3-10-16,-1 0-14 0,1 0-18 0,3 6-21 16,-8-6-20-16,8 6-14 0,0 0-12 0,0 0-5 15,0 0-5-15,8 35 4 0,-3-9-3 0,0 1-1 16,4 4-5-16,-6 0-8 0,1 1-4 0,-2 0-5 16,1 2-3-16,-2-6-7 0,0 2-2 0,-1-4-5 15,0 2-3-15,0-1-8 0,2-1-3 0,-4-1-3 16,2 0-1-16,2-4-7 0,-2-2-2 0,0 1-1 0,1-5-3 15,0 2-18-15,2-5-34 0,-3 2-32 16,1-4-42-16,-1 2-47 0,-1-3-55 0,2-3-55 16,-1-6-205-16,0 12-503 0,0-12 223 0</inkml:trace>
  <inkml:trace contextRef="#ctx0" brushRef="#br0" timeOffset="-156134.12">8856 13623 135 0,'9'-4'118'0,"1"0"-5"0,4 1-15 0,3 0-23 16,1 2-46-16,0-2-58 0,0 5-62 0,-7-4-96 16,2 5 43-16</inkml:trace>
  <inkml:trace contextRef="#ctx0" brushRef="#br0" timeOffset="-155597.32">9068 13862 76 0,'12'-7'186'0,"-3"-1"-2"0,0 1-11 16,7-6-7-16,0 0-8 0,3-7-3 15,-8 6-5-15,3 0-7 0,0-1-4 0,2-8-14 16,-5 6-11-16,1 1-2 0,-5-2-6 0,0 0-11 15,-3 2-2-15,0-3-2 0,-4 2-8 0,0 1-8 16,-2 4-8-16,0 2-4 0,-1 0-6 0,0 1-4 0,1 4-7 16,2 5 0-16,-3-12-6 0,1 7-4 15,2 5-8-15,0 0-6 0,-3-9-4 0,3 9-1 16,0 0-2-16,0 0 0 0,0 0-3 0,0 0-4 16,0 0 3-16,22 8-4 0,-9-2 3 0,-2 0-4 0,10 2 3 15,-5-1-6-15,3 1 11 0,-1 1-11 0,-1 1 1 16,0-2-1-16,-3 1-2 0,-5 0 0 15,1-1 0-15,-3 1 0 0,0 1 1 0,-2-1 2 16,1 2 0-16,-3 0 0 0,-1-1-2 0,1-1 1 16,0 2 0-16,-2-2-1 0,1 1 2 0,0-1-3 0,-1 0 2 15,2-2-2-15,-1 1 2 0,2-1 1 16,1-2-1-16,0-1 0 0,2-1 6 0,-1-1-3 16,4 1-1-16,2-2-1 0,1-2 1 0,4-2 1 15,-1-1 0-15,-4-1-1 0,5-1 0 0,-4 0 5 0,1-4-6 16,0 0-1-16,-5 1 4 0,1-4-5 0,2-1 5 15,-7 3-3-15,1-4-1 0,-2-1 2 0,0 1 0 16,-2 4 2-16,1-1 1 0,-3 2 7 0,0 0 3 16,0 4 1-16,0 6 3 0,-3-12-2 15,3 12-6-15,0 0-1 0,-10-2-4 0,10 2 4 0,-16 12-4 16,4-1 6-16,0 3-9 0,1 1-1 0,2-1 3 16,1 3 3-16,3 0-13 0,3-2-33 0,-1 3-34 15,6-2-50-15,0 1-65 0,5-1-45 16,13 2-35-16,3-4-153 0,13-4-451 0,14 4 200 0</inkml:trace>
  <inkml:trace contextRef="#ctx0" brushRef="#br0" timeOffset="-154761.92">10094 13657 27 0,'0'0'193'0,"0"0"10"0,21 14-4 0,-16-5-13 0,-3 2-12 16,2-1-16-16,0 2-11 0,0 1-16 0,-3-2-8 15,2 2-12-15,-3-2-1 0,0 0-13 0,1-2-3 16,-2 1-5-16,2-4 3 0,-1-6 9 0,0 11 14 16,0-11 16-16,0 6 12 0,0-6-11 0,0 0-14 15,0 0-5-15,0 0-9 0,0 0-10 0,-17-14-3 16,15 7-6-16,-3-1-14 0,5-4-8 16,-4 1-2-16,3-4-7 0,0-1-7 0,3-1-3 0,1 1-7 15,2-3-1-15,2 2-5 0,4-5-5 0,3 0-1 16,-3 6-5-16,1 2-9 0,3 3-3 0,-5 3-7 15,2 2 4-15,-1-2 5 0,1 5-10 0,6 3-1 16,-5 1 0-16,6 3 1 0,-3 3-3 0,2 2 3 16,0 4-5-16,-4-1 4 0,1 3 0 0,-3-2-5 0,-1 2 2 15,2 1 3-15,-3-2-5 0,-1 1 4 16,-2-3-1-16,0 1-2 0,-1-3 6 0,-3 1-2 16,0-4 0-16,0 1 7 0,-2-2-3 0,-1-6 0 15,4 9 5-15,-4-9-6 0,5 6 7 0,-5-6 0 16,0 0 1-16,0 0 1 0,0 0-4 0,0 0 2 15,0 0 0-15,0 0-8 0,0 0 2 0,0 0-1 16,3-18-2-16,1 9-2 0,0 0-5 0,3-1 0 16,-1 1-4-16,4-5 1 0,0 2-5 0,-1 4-5 15,1-2-1-15,1 1-3 0,-1 3 1 0,0-1 2 0,-1 3 0 16,3 1 1-16,-1 2 3 0,-1 2-3 0,1 2 1 16,0 2 3-16,-2 1 4 0,1 2 0 15,-1 1-1-15,0 0 1 0,2 3 4 0,-1 1-1 16,-4-3 1-16,6 5 2 0,-1-2 0 0,-1-5 1 15,1 0 5-15,2 4 1 0,-2-7 0 0,2 0 0 0,6-4 0 16,0 1-2-16,9-6 2 0,-11 0-2 16,2 0 6-16,-1-4 1 0,-2-2-4 0,0 1 7 15,-5 1-6-15,2-3 3 0,-4 3-6 0,1-2 0 16,-4-1 3-16,1-4 0 0,-3 2 3 0,-2 2-4 16,0-6-1-16,-2 5-2 0,-3 1 4 0,1 0-1 0,1 0-7 15,-4 1 3-15,3 3-2 0,-3 3 0 16,1-2-1-16,4 6-1 0,-14-1-4 0,14 1 2 15,-14 7 3-15,6-1-5 0,-2 3 3 0,2 2 3 16,0 2 0-16,5 3 0 0,-4-3 3 0,6-2-1 0,1 6-4 16,0-4 2-16,5 4 10 0,3-1-7 0,-1-2-13 15,2 0-28-15,3-1-46 0,-4-3-56 0,2-2-52 16,1 1-50-16,5-2-227 0,-4-4-512 0,-1 0 227 16</inkml:trace>
  <inkml:trace contextRef="#ctx0" brushRef="#br0" timeOffset="-154539.91">11109 13418 33 0,'0'-11'291'16,"1"2"-7"-16,1 0-21 0,-2 9-25 0,0-10-20 0,0 10-29 16,0 0-17-16,0 0 4 0,0 0 1 0,10 29-3 15,-5-11-13-15,-1 1-10 0,1 7-6 0,0 0-5 16,0 3-7-16,0-2-10 0,-1-1-16 0,0 0-4 15,3 1-8-15,-6-6-16 0,5 5-26 0,-2-2-37 16,-2 3-36-16,2-10-36 0,-1 2-50 0,-2-4-54 16,2-4-54-16,-1-1-46 0,0 1-192 15,-2-5-487-15,0-6 215 0</inkml:trace>
  <inkml:trace contextRef="#ctx0" brushRef="#br0" timeOffset="-154071.06">11277 13717 211 0,'1'-8'217'0,"-1"8"-13"0,0 0-17 16,4-6-24-16,-4 6-9 0,0 0-9 0,0 0-8 16,0 0-4-16,0 0-15 0,14 11-13 0,-9-8-7 0,3 0-8 15,2 0-12-15,-1 0-4 0,2-2-6 0,2 2-6 16,-1-5 1-16,2 1 2 0,-2-1 1 0,0-1 0 16,1 1 9-16,-4-1 2 0,1-3-2 0,-1 0 3 15,-1 0 4-15,-2 2 0 0,-1-1 0 0,-1 1-5 16,-4 4-2-16,9-7 3 0,-9 7-4 0,6-4 15 15,-6 4-29-15,6-6-4 0,-6 6-14 0,0 0-5 16,0 0-1-16,0 0-2 0,10 13-1 0,-9 0 5 16,0 3 18-16,-1 12-18 0,1 2 17 0,-2 1-1 15,1 2 0-15,-1 0 6 0,0 1-13 16,-2 0 5-16,2 0-9 0,-5-1 3 0,5 3-16 0,-1-2 20 16,-1-3-4-16,0 0-2 0,1-1-7 0,-4-3 1 15,2 0-3-15,2-9-6 0,-3 0-1 0,0-1 2 16,2 1-3-16,-2-7 5 0,-2 1-24 0,-5-2 19 15,2-1-5-15,-3-2 1 0,-2-3 2 0,1 0-15 16,-3-2 5-16,3-2-11 0,2 0 3 0,-1-3-3 16,-1-1-10-16,0-5-3 0,2 0-15 0,2-4 5 15,0-2-11-15,1-2-1 0,1-2-11 0,4 1 0 16,0-10-3-16,4-1 2 0,6 1-15 0,1 0 5 16,5 0-1-16,3 2 4 0,5 0-2 0,1 3 1 15,3-2-2-15,-1 5-16 0,1-1-24 0,-3 3-16 16,3 3-25-16,3 1-26 0,-1 1-21 0,3 3-31 15,7 3-35-15,1-1-40 0,0 4-164 0,18 0-490 16,0-4 217-16</inkml:trace>
  <inkml:trace contextRef="#ctx0" brushRef="#br0" timeOffset="-153738.37">12454 13411 292 0,'6'-26'289'0,"-4"9"-11"16,2 0-10-16,0 7-13 0,-1 0-16 0,-3 1-25 15,2 4-22-15,-2 5-26 0,2-6-21 0,-2 6-14 16,0 0-15-16,4 19-10 0,-3 6-5 0,-4 5-8 16,-1 3-8-16,-2 0-3 0,-1 11-10 0,-3-8-9 15,8-4-7-15,-7 3-3 0,3-2-9 0,0-1 1 16,2 4-1-16,0-3-23 0,0-2-25 0,1-4-39 16,-3 0-45-16,3-8-57 0,2-1-63 0,2-1-40 15,0-2-205-15,-2-3-490 0,4-1 217 0</inkml:trace>
  <inkml:trace contextRef="#ctx0" brushRef="#br0" timeOffset="-152464.39">12812 13573 225 0,'-9'-4'235'0,"-3"3"-16"16,2 1-12-16,-7 4-7 0,6 5-19 0,-6 3-11 0,1 7-15 15,-2 3-14-15,2-2-11 0,2 2-11 16,8-6-15-16,-1 3-11 0,1 4-6 0,3-4-9 16,3-1-7-16,2-2-7 0,3 1-6 0,-3-5-2 15,5-1-6-15,2-1-7 0,-2 0 0 0,1-5-5 16,1 1-1-16,3-2-3 0,-1-1-4 0,3-2-7 16,-3-4 6-16,0 0-5 0,-1 0-3 0,0-4-1 15,-1 2-2-15,1-3-3 0,-1-2 2 0,-1-3-6 16,1-2 1-16,-2 5 0 0,0-7-1 0,-3 1 0 15,0 1 3-15,-3 2-6 0,1 2 3 0,0 1-4 0,0 1-2 16,0 1-3-16,-2 8 1 0,0-11-3 16,0 11-3-16,2-7 0 0,-2 7-1 0,0 0-1 15,0 0-2-15,0 0 2 0,0 0 3 0,6 26 0 16,-2-15 1-16,-4 0 4 0,2 0-4 0,3 5 5 16,-3-6 0-16,2 6 1 0,1-5 1 0,4-2 4 15,0 6 1-15,-3-7 0 0,3 1 4 0,-1-4-6 0,0 1 5 16,-3-2 0-16,3-3 4 0,4 1-6 15,-3-2 2-15,0 1 6 0,2-2 4 0,0-5-5 16,-2 3 1-16,1-1-2 0,-2-5-1 0,-3 1 1 0,-1-3-2 16,0 1-6-16,-1-2 2 0,0-4 0 15,-3 1 0-15,-3 2-6 0,0 0 3 0,-1-2 0 16,-3-2-4-16,5 5 3 0,-2 1-3 0,2 1 2 16,-2 0-2-16,0 5-1 0,2-2-1 0,2 7-2 15,-2-10 3-15,2 10-3 0,-4-8 3 0,4 8-7 16,0 0 3-16,16-5 0 0,-5 4-1 0,-2 2-5 0,9 0 2 15,-7 3-1-15,3 1 0 0,-3 1 0 16,1-1 3-16,0 2-1 0,1 2-3 0,-1 3 0 16,1-1 1-16,-4 2 1 0,1 0 1 0,-2 2-1 15,-1-4 2-15,0 5-3 0,0-2 4 0,-3-3-1 0,-1 0 4 16,1 1-3-16,0-3 2 0,-1 1 0 0,-1-1 2 16,0 1-2-16,1-4 2 0,-1 0-1 0,2 0-3 15,-1-1-6-15,1-1-4 0,5-3-12 0,-9-1-3 16,16-1-2-16,-5-1-4 0,3 0 0 0,3-3 2 15,2-1 3-15,0 0 2 0,0-5 2 0,6-2 1 16,-8 1 3-16,6-5 5 0,-3 0-3 0,-5 5 5 16,-3-3 4-16,-1-1-4 0,-2-1 4 0,0 3 3 15,-6-2 6-15,-1 3 5 0,0 1-1 16,-2 1 3-16,-4 3 7 0,4 1 2 0,0 7-4 0,-6-11 2 16,-2 7-3-16,3 2 2 0,5 2-5 0,-22 4 5 15,13 0-2-15,0 2 0 0,-1 2-5 0,0-1 6 16,3 2-9-16,1-1 2 0,0 3 3 0,0-2-4 15,3 0 1-15,1 2 0 0,0-1-1 0,2-3 0 16,4 3-2-16,-3-5 7 0,3 3 0 0,3-3-2 16,0 0-5-16,2 1 3 0,1-6 2 0,2 2-2 15,-1-1 0-15,3-1 2 0,-1-1 3 0,-2-1-4 16,-1-4-3-16,-1 2 0 0,1-1 1 16,-2-1 3-16,-2 2-2 0,-1 0-3 0,1-1-2 0,-1-1 2 15,-1 0 3-15,-4 6 1 0,8-6-5 0,-6 2 0 16,-2 4 0-16,0 0-4 0,4-5-2 0,-4 5 1 15,0 0-1-15,6 17 8 0,-5-2 4 0,-2 3-2 16,2 1 5-16,1 10 7 0,0 4 6 0,0-1 10 16,-4 2-1-16,0 10 2 0,2-8 1 0,-5 12-2 15,5-13 3-15,-4-4-4 0,0 3 3 0,2-2-7 16,-1-2 3-16,-4-1 0 0,-2-1-6 0,-2-3 2 16,2-1-2-16,2-7-9 0,-2 0 11 0,0-4-8 15,-4 1 1-15,0-1 2 0,3-6-7 0,-5 2 3 16,2-3 5-16,-1-2-9 0,3-1-1 0,-1-3 0 15,-1-2-14-15,4-1 1 0,-1-1-5 0,2-3-7 16,3-2-9-16,1-1-1 0,8-3-3 0,1-4-1 16,5-9-8-16,11 1 9 0,2-4-14 0,-4-1 0 0,13-7 2 15,5 0-4-15,0-1 0 0,-1 2 5 16,5 1 1-16,-3-2 0 0,2 2 3 0,-2 0 7 16,2 0 0-16,-3-2 2 0,-3 3 2 0,-12 9 7 15,5-3-3-15,-4 2 8 0,-5-2-6 0,1 3 2 16,-4-3 0-16,-2 3 5 0,-7 6-3 0,3 1 5 15,-6 1 5-15,3-1-3 0,-6 5 4 0,0 3 5 16,-2 1-2-16,0 1 0 0,-2 3-1 0,4 5-2 16,-17-1 2-16,4 4-2 0,-1 4 4 0,-3 5 8 15,-3 5 0-15,-3 2-4 0,10-4 2 0,-6 8 0 16,9-1-1-16,1-5 3 0,5 2-7 0,0-1 11 16,4 3-3-16,10 3-11 0,-1-5-8 0,7 1-15 15,-3-4-26-15,2-3-34 0,8 2-45 0,-5-5-48 16,7 2-60-16,-6-6-59 0,-2 2-152 0,0-5-480 15,-5 0 212-15</inkml:trace>
  <inkml:trace contextRef="#ctx0" brushRef="#br0" timeOffset="-150465.96">14533 13888 41 0,'0'0'181'16,"0"0"-17"-16,10-17-1 0,-5 9-15 0,6-5-6 16,2 2-3-16,2-3-11 0,0 0 4 0,6-5-12 15,-2 0-6-15,-1 1-7 0,1-1 14 0,-4 3-7 16,-4 0-11-16,1-1-5 0,-2-1-5 0,-3 2-8 16,3-1-1-16,-5 0-3 0,-4 0-4 0,-1 1-3 15,-1 5-4-15,-4 0-9 0,-1 0-3 0,-2 1-8 16,-1 0-2-16,1 3-9 0,-4 0-3 0,1 4-4 15,-1-2-3-15,1 3-3 0,-2 0-4 0,1 2-4 16,1 1 1-16,1 2-1 0,0-3-7 0,1 3 1 16,5 1-2-16,-1 0 0 0,5-4 5 0,-2 9-5 15,2-9-2-15,4 10-2 0,3-2 1 0,5-2 1 0,3 1 0 16,2-3-3-16,2 2 0 0,8 1 2 16,-5-3-4-16,-4-1-1 0,2 1 1 0,-1 0-1 15,-2 0-1-15,-4-1 0 0,-1 1-2 0,-3 0 0 16,2 1-1-16,-6 2 0 0,4-1-2 0,-4 1 4 15,-1 2-2-15,1-1 1 0,-3 4-1 0,2 1 0 0,-2-3-2 16,0 3 2-16,1-1 1 0,-1-1-1 16,5 4 3-16,-3 2 0 0,3-7 3 0,2-1 0 15,0 2 1-15,3-3-1 0,3-1-2 0,3-4-1 16,0 0-5-16,0-1-6 0,2-5 1 0,3 0 2 16,4-5-1-16,0-3-2 0,-9 4 3 0,2-2 2 15,3-6-1-15,-4 5 4 0,-5-3-4 0,-3 0 0 0,1-1 1 16,-1-3-2-16,-5 2 1 0,-2-1-1 15,-2-3 6-15,-2 2-3 0,-3-2 1 0,-1 4-1 16,-1-2 6-16,-4 3-4 0,0 5-1 0,2 0 0 0,0 1-2 16,-1 1 5-16,-3 2-8 0,2 3 1 0,1 2 0 15,-2 4 2-15,-3-1 2 0,4 6 2 0,-4 2-1 16,7 0-2-16,-2 2 0 0,3 3 3 16,2-1 1-16,1 2 0 0,2-4-3 0,4 4-11 15,1 0-14-15,-1-2-31 0,5 2-33 0,1-4-34 16,1-1-48-16,6-2-34 0,-2-1-175 0,-4-2-412 0,1-4 182 15</inkml:trace>
  <inkml:trace contextRef="#ctx0" brushRef="#br0" timeOffset="-150158.37">15376 13552 45 0,'0'0'157'0,"0"0"-19"16,3-5-5-16,-3 5-3 0,0 0 4 0,0 0-3 15,14 22 0-15,-9-12-1 0,0 7-2 0,0 1-9 16,3 0 0-16,-2 7-10 0,-1-7-12 0,1 5-8 16,1-4-5-16,-3 0-7 0,7 3-9 0,-3-5-7 15,0 0-3-15,2-4-9 0,-1 0 0 16,-1-3-6-16,-1-2-2 0,2-1-2 0,-1-1 1 0,-3-5 11 16,3 3 5-16,-1-3-2 0,2-1 1 0,0-3-1 15,1-2-8-15,1-3 4 0,-2-1-8 16,2-4 5-16,-2-2-7 0,0-1-3 0,0-1-4 0,2-7-3 15,1 0-3-15,-1 1 1 0,-2-2-14 0,2 1-23 16,-4 5-22-16,3-6-23 0,-3 10-24 0,1 0-26 16,-2 0-30-16,0 5-39 0,1 3-25 0,-2 1-15 15,0 4-133-15,-5 2-373 0,0 0 166 0</inkml:trace>
  <inkml:trace contextRef="#ctx0" brushRef="#br0" timeOffset="-149170.78">15889 13758 20 0,'9'-5'184'0,"1"-1"-9"0,-4 0-5 15,1-1-7-15,-1-4-14 0,0 3-5 0,2-2 3 16,-3 2-10-16,-2-3-7 0,1 0-12 0,-2 1-5 16,1-1-2-16,-2 3 4 0,2-2-6 0,-3 0-4 15,0 10-7-15,-2-13-6 0,0 8-8 16,2 5-9-16,-5-10-7 0,1 7-3 0,4 3-8 15,-9-4-7-15,9 4-6 0,-14 4-6 0,5 1-4 0,0 2-2 16,-1 1-4-16,3 3-3 0,-3 2-4 0,1-3 0 16,5 3 0-16,-2-3-2 0,2 5-3 0,1 2 0 15,3-4 0-15,2 1-1 0,1-1 1 0,1-1 3 16,7 1-2-16,1-1 6 0,-4-2-4 0,7-2 0 16,2 1 5-16,3-3 0 0,0-1-1 0,-3 1-3 15,6-4 2-15,-2-2-4 0,1 3-1 0,-3-8 2 16,0 3-6-16,0-3 7 0,-2 0-7 0,-4 0-2 15,1-5 1-15,0 1-2 0,-5 0 0 0,0 0 2 16,-1-6-3-16,-2 4 2 0,-1-4-5 0,-1-1 3 16,-3 3-7-16,-1-4 5 0,-4-1-6 0,-4 1-2 15,2 0 0-15,2 2 1 0,-3 3 0 0,0 2 0 16,1-2 1-16,0 2-1 0,1 3 4 0,2 1-3 16,-2 1-2-16,1 0-6 0,4 5-2 0,0 0 2 15,0-10 3-15,0 10-1 0,14-3 0 0,-1 3 0 16,-1 0 0-16,10 0 6 0,1 2-5 0,-1 0 0 15,0 1 0-15,-2 0 1 0,0 0 2 0,-2 1-4 16,-4 1 1-16,-1 2-3 0,-3-1 0 0,0 3 1 16,-2 0 1-16,-3 1 8 0,-1 1 4 0,-4 1 6 0,0-1-2 15,-1 2 5-15,-3 3-1 0,0 0 2 16,2-4-1-16,-2 0-4 0,2 0-2 0,1 4 0 16,1-6-1-16,0 0 5 0,0 1-6 0,3-1 3 15,-2-5 0-15,4 2 0 0,2-1 2 0,4-2 2 16,-2 0-3-16,4-3-3 0,5 0-1 0,-2-1-2 15,6-5 2-15,-2 0 4 0,6-4-5 0,-11 0 0 16,1-1 1-16,-2-1 1 0,-3-1 1 0,3 0 5 16,-2-1-4-16,-2-2-7 0,-2 0-1 0,-3-3-5 15,0 0 2-15,-1 1-2 0,-2 0-1 0,0 1 6 16,-2 0 2-16,0 5-4 0,0 2 0 0,-2 0 0 16,2 9-6-16,0-13-1 0,0 13-5 0,0-9 2 15,0 9 0-15,0 0 1 0,0 0 3 0,0 0-2 16,-16 16-1-16,11-6 3 0,1 2 1 0,-2 4-4 15,3 1 3-15,0 0 0 0,2 3-1 0,1-2 3 0,1-2-2 16,2 3-1-16,1 0 3 0,2 6 4 16,0-7-2-16,0-1 2 0,-1 1-2 0,0-3-1 15,0 0 1-15,0-3 1 0,-2 1 1 0,0-2 4 16,1 0-5-16,-2-5-1 0,-1 1-10 0,-1 0-6 16,0-7 1-16,2 12-3 0,-2-12 4 0,2 4 3 15,-2-4-1-15,0 0 2 0,0 0-1 0,0 0 2 0,0 0-4 16,0 0-3-16,0 0 2 0,0 0-3 15,20-19 2-15,-10 9 0 0,2-1 1 0,-1-2 1 16,6-6 1-16,-2 3 1 0,-1 1 6 0,4-4-2 0,1-2 0 16,2-1 1-16,-2 2-1 0,-2 0 2 15,-2-2-2-15,-7 6 8 0,1 1-2 0,-3 1 7 0,-2 2 3 16,1 2 4-16,-4-2 1 0,0 4 3 0,1-1 8 16,-2 9-1-16,-2-10-4 0,-4 7-2 15,6 3-1-15,-14 0-5 0,14 0 0 0,-19 7 2 16,6 1-5-16,4 0 8 0,-1 5-4 0,2-2 0 0,-1 3-5 15,0 2 3-15,5-1-4 0,2 2-9 16,-1-2-28-16,5 0-34 0,-1 1-39 0,5 0-49 0,2-2-52 16,5-2-55-16,2 0-190 0,3-1-487 15,1-3 216-15</inkml:trace>
  <inkml:trace contextRef="#ctx0" brushRef="#br0" timeOffset="-148706.65">17386 13669 1512 0,'3'-9'7'0,"-1"-3"22"16,2 4 16-16,-2 0-8 0,0 3-12 0,-2 5-5 15,4-10-3-15,0 6-4 0,-4 4 12 0,0 0 22 16,0 0 13-16,15 10 0 0,-10 1 13 0,3 4-6 16,0 4 0-16,-1 4-6 0,1 1-1 0,0 0 3 15,-3-5-3-15,4 7-1 0,-4-8-3 0,-1 2 1 16,2-2-4-16,1-3-2 0,-2 2-7 0,0-4-4 15,-2-3 3-15,1-1 4 0,0-1 6 0,-3-3 13 16,3 0 21-16,-4-5 13 0,6 5 11 0,-6-5-1 16,0 0-6-16,13-4-11 0,-6-2-6 15,-1-2-8-15,2-3-6 0,2-4-8 0,-1 1-4 16,1-2-4-16,4-9 0 0,-2-1-13 0,3 3 2 0,-1-5-8 16,0 2-9-16,2-1-2 0,0 1-7 0,0 3-16 15,-5 6-10-15,-2-1-24 0,-3 8-18 0,1 0-37 16,-2 1-42-16,0 3-62 0,-1 2-66 0,-2-2-44 15,-2 6-230-15,0 0-572 0,0 0 254 0</inkml:trace>
  <inkml:trace contextRef="#ctx0" brushRef="#br0" timeOffset="-148415.25">17889 13769 126 0,'0'0'214'0,"2"6"-2"0,-2-6-7 15,0 0-9-15,0 0-10 0,3 11-18 0,-3-11-8 16,5 6-11-16,-1-3-10 0,-4-3-7 0,7 7-8 16,-2-1-7-16,1-3-7 0,1-3-9 0,5 3-9 15,-3-3-5-15,2-1-4 0,2-1-8 0,-1-2-4 16,-1-1-8-16,2-3 1 0,-3 3-2 0,-2-5 2 16,1 0-9-16,-3-1-8 0,-3 0 1 0,0-2-8 15,0-3-4-15,-6 5 1 0,1 2-11 0,-2-3 1 16,-2 3-8-16,-2 0-1 0,-1 3-6 0,0 2-1 15,-2 1-3-15,-1 2 3 0,-1 2-19 0,-1 3-15 16,-1 2-20-16,0 1-20 0,-2 3-27 0,6-2-42 16,-2 3-57-16,5-4-40 0,2 3-208 0,2-1-472 15,3 1 209-15</inkml:trace>
  <inkml:trace contextRef="#ctx0" brushRef="#br0" timeOffset="-148178.32">18261 13498 22 0,'2'-8'291'0,"-1"0"-10"0,1 2-22 0,-2 6-28 16,2-10-25-16,-2 10-19 0,0 0-12 0,0 0 4 16,0 0-1-16,8 32-10 0,-7-13 0 0,-1 0-19 15,-1 8-9-15,2-2-12 0,-1 2-18 0,-2 1-9 16,0-2-11-16,0 3-3 0,1 0-13 0,-2-3-4 15,2-2-22-15,-2-4-29 0,3 4-36 0,-2-6-36 16,0-3-49-16,1 0-63 0,0-5-58 0,-1 0-245 16,0-1-505-16,2-9 225 0</inkml:trace>
  <inkml:trace contextRef="#ctx0" brushRef="#br0" timeOffset="-147944.45">18488 13533 59 0,'3'-6'259'0,"2"-2"-23"0,-5 8-25 0,5-7-23 16,-5 7-10-16,0 0 5 0,0 0 2 0,4 21-2 15,-3-5 1-15,0 8-4 0,-2-4-12 0,-2 5-9 16,1 4-9-16,1 0-6 0,-1-1-7 0,0 2-19 16,-3-2-10-16,0-1-12 0,1-2-5 0,1-2-8 15,2-5-5-15,0-1-16 0,1 0-34 0,0-5-27 16,0-1-25-16,-2 0-41 0,1-4-36 0,0 0-47 15,1-7-44-15,-2 11-28 0,2-11-39 0,0 0-151 16,0 0-445-16,0 0 197 0</inkml:trace>
  <inkml:trace contextRef="#ctx0" brushRef="#br0" timeOffset="-146544.53">18413 13695 2 0,'0'0'161'16,"0"0"-8"-16,6-11-8 0,1 9-3 0,5 0-8 15,1 1-7-15,7 1-10 0,1 0-5 0,7-2-4 16,0 2-14-16,3 0-2 0,0 2-4 0,-2-2-9 16,0-2-1-16,-8 4-11 0,0-4-1 0,-4 1-4 15,-3 0-2-15,-2 1 0 0,-2 0 4 0,-1-2 7 0,-9 2 6 16,13 2 15-16,-13-2-6 0,7 0-5 0,-7 0-3 16,0 0-7-16,0 0-8 0,4 4-3 15,-4-4-4-15,0 0-1 0,-18 18-1 0,9-8-7 16,-1 1 4-16,-2 2-1 0,1 1-5 0,0 0-2 15,0 0 1-15,1 0-11 0,6-2 0 0,0 0-5 0,-1-5 0 16,4 5-2-16,0-3-2 0,-1-1-1 16,2-2-3-16,0-6-1 0,-1 12-4 0,1-12 2 15,5 7 1-15,-1-4 1 0,-4-3-2 0,13 1 0 16,-4-1-3-16,0-1 0 0,0-5-6 0,5 3 3 0,-3-3 0 16,5-2 2-16,-6 6-3 0,0-8-3 0,-1 0 1 15,3-4-1-15,-5-1 2 0,0 5-5 0,3-5 4 16,-6 5-2-16,-1-1-4 0,0 3 2 15,1 0 0-15,-1 3-7 0,-1-2 2 0,-2 7-1 16,5-7-5-16,-5 7 0 0,0 0 1 0,0 0 0 0,0 0 0 16,0 0-1-16,0 0 2 0,0 0-2 0,-1 30 5 15,3-19-1-15,0-1 1 0,1-1 3 16,4 3-3-16,1-4 5 0,2 1-1 0,0-2 5 16,7 2-2-16,2-1 4 0,2-2 3 0,6-2 2 0,-1 0-1 15,2-2 2-15,-8-1-1 0,1-2-4 16,-1-1-1-16,0-1 5 0,-8 0-3 0,2-1 7 0,3-2-3 15,-6 2 0-15,0-1 2 0,-1-3-2 16,0 1-2-16,-3-5 4 0,0 3-6 0,-2-2-3 16,0 0 1-16,0 0 0 0,-3-3-3 0,-1 2 2 0,-1 2-3 15,-1-2-1-15,-1 4 2 0,1-3-7 0,-1 5 7 16,2 6-9-16,-7-12 6 0,2 9-6 0,-2 0 0 16,-4 3 3-16,-3 3-4 0,1 1-1 0,-2 3 3 15,-2 2-5-15,1 3 4 0,1-2-4 0,2 1 1 16,3 3 3-16,2 1 0 0,-2 0-2 0,5-1 9 15,2 0-10-15,2-3 5 0,-1 1 1 0,4-4 5 16,0 1-7-16,2-3 5 0,4-1-3 0,-1 3 2 16,0-5-4-16,3 0 4 0,3-1-3 15,-4-1 1-15,2-1 0 0,1-1-1 0,-2-3 3 0,-1 0-4 16,1-1 7-16,-3 1-3 0,0-2 4 0,0 0-5 16,3-3 0-16,-4 3 0 0,-2 0 0 0,1 0 1 15,-2 0-1-15,1 2-5 0,-4 4 1 16,6-5-7-16,-6 5-2 0,0 0 1 0,0 0-3 0,0 0 5 15,8 15 4-15,-6-2 0 0,-2 6-1 0,0 5 5 16,-1 4 4-16,0 0-4 0,-3 3 4 0,0 2 5 16,-4-1-3-16,6 2 3 0,-5 0 0 0,4-3 0 15,-3-2-5-15,1 1 9 0,-2-3-4 0,0-2-1 16,2-5 0-16,-3-4-4 0,1-1 2 0,-1 1 3 16,0-3-1-16,1-4 1 0,-2 0 2 0,0-3-2 15,0-1-2-15,0-2-4 0,-2 0 1 0,0-3-7 16,1 0-4-16,-1-3-1 0,0-2-8 0,1 0-7 15,3-1-7-15,-2-2-22 0,2-1 3 0,4-1-1 16,2-3 13-16,4-4-13 0,2-1-3 0,3 0 4 16,6-6 7-16,0-2 7 0,6 1-6 0,2 0 4 15,1 1 6-15,5-1-2 0,0 1 7 0,2 2 0 16,-1-1 11-16,2 0-5 0,1 1 6 0,-4 0-2 16,1-1 5-16,-1 2-4 0,-1 0 6 0,1 4 1 15,-5-2 1-15,-1 0 0 0,-2 0 1 0,-2 0 0 16,-4 4 4-16,-1 0 5 0,-1 2 2 0,-5 0 2 15,3 1 5-15,-3 0 5 0,-2 0 2 0,1 4-1 16,-3-3 2-16,-1 3 0 0,0-2 4 0,-1 4-1 16,2 1 4-16,-3 5-1 0,1-10 10 0,-1 10-7 15,0 0-3-15,0 0-6 0,0 0-4 0,-10-4-8 16,10 4 6-16,-21 11-6 0,11-3-6 0,-1 3 2 16,-2 2-1-16,4 1 5 0,-1 2-2 0,2-3 6 15,1 2-8-15,2 0 0 0,0 1 3 0,1 0 2 16,4-4-1-16,0-2-4 0,2 3-1 0,0-4 3 0,5 1 3 15,-5 0 3-15,8 0-1 0,2-7-8 16,-1 4 6-16,2-2 0 0,4-1-2 0,-1-1 3 16,5-1-1-16,-2-1-5 0,-2-4 4 0,3 2-6 15,-1-4 5-15,-1 0 2 0,0-3-2 0,-1 2-3 16,-1-4 0-16,-2 2-1 0,2-7-2 0,-4 2-5 16,0-1-1-16,-2-1 1 0,-1 2-3 0,0-2 3 15,-3 5 1-15,-2-1 5 0,3-1-5 0,-3 2 1 16,-1 1 3-16,0 2-2 0,-3 1 0 0,0 6 1 15,4-8-1-15,-4 8-8 0,2-8 4 0,-2 8-4 16,0 0 3-16,0 0-4 0,0 0 1 0,0 0 3 0,0 0 3 16,0 0-4-16,-15 19 1 0,8-8 1 15,-1-2 2-15,1 3-1 0,1-1 4 0,-1 4 0 16,1 3-2-16,-3-2 4 0,3 0 5 0,-1-1-2 16,1 0-1-16,1-2 1 0,0 2-1 0,1-3-1 15,0 3 2-15,1-2 3 0,0-2-4 0,0 1 1 16,2-3 2-16,-3 1-2 0,1-1 1 0,2 1-2 0,-3-3 0 15,2 0-12-15,-1 0-12 0,3-7-12 16,-5 10-18-16,3-5-32 0,2-5-37 0,-7 7-47 16,7-7-53-16,-6 3-54 0,6-3-143 0,-10 0-451 0,10 0 199 15</inkml:trace>
  <inkml:trace contextRef="#ctx0" brushRef="#br0" timeOffset="-146331.39">20019 13946 10 0,'4'8'195'0,"-4"-8"-14"0,0 8-12 0,0-8-13 16,-1 9-19-16,1-9-4 0,-3 8-19 0,3-8-11 0,-4 7-24 15,4-7-40-15,-5 8-34 0,5-8-38 0,-6 5-33 16,6-5-39-16,-12 6-82 0,5-4-201 15,7-2 89-15</inkml:trace>
  <inkml:trace contextRef="#ctx0" brushRef="#br0" timeOffset="-142996.12">6212 14650 25 0,'0'0'207'0,"2"-13"0"0,-2 7 2 0,0 6-10 0,0 0-10 15,0-13-12-15,0 13-16 0,0-6-15 16,0 6-14-16,0 0-14 0,0 0-15 0,0 0-13 16,0 0-9-16,0 0-8 0,0 0-2 0,0 0-7 0,-7 38 1 15,0-16-2-15,4 4-10 0,-1 2-7 0,-1-2-1 16,3-1-7-16,0 0-1 0,3-1-3 15,0-5-4-15,2 0-2 0,-1-4-6 0,2-3-1 16,1 0-2-16,3 0 0 0,-2-5-1 0,1 2-1 16,-2-3 0-16,1-3-3 0,6 0 5 0,-5-2 1 15,4-1 1-15,0-1 3 0,-1-2-1 0,1 1 1 0,0-2 3 16,-1-1-2-16,1-2 0 0,-1 2-6 16,-1-4-3-16,0 0 3 0,-2 1-2 0,1 0-5 15,-2 0 2-15,1-1-2 0,-1 2 1 0,-1 2-2 16,-1-1-5-16,-4 6 3 0,7-5-3 0,-7 5-3 15,2-7-6-15,-2 7 0 0,0 0-1 0,0 0-2 16,0 0 6-16,0 0-5 0,0 0 1 0,10 19 2 0,-7-8-2 16,2-1 0-16,0 0 2 0,-1 0-2 15,1-1 2-15,2 3 0 0,-1-4 6 0,1-1-4 16,1 1 0-16,1-1 0 0,1-1 2 0,-3-2-1 16,3-3 0-16,-2 0 2 0,-8-1 1 0,19-4 1 15,-11 2-2-15,3-6 0 0,-1 1 8 0,-2-1-2 16,0-1-2-16,-2 0 2 0,-2-4-2 0,1 2 4 15,-1-7 0-15,0 3 3 0,-1 0-6 0,0-1 0 16,1-1 0-16,-2 1 2 0,-2-3-3 0,-1 5-2 16,1 3-3-16,3-3 3 0,-2 3 6 0,-1 1-8 15,0 10-5-15,0 0-18 0,0-17-22 0,0 17-26 16,0 0-13-16,0 0-23 0,0 0-18 0,0 0-25 16,0 0-27-16,0 0-45 0,-23 27-174 0,19-12-424 15,0 1 189-15</inkml:trace>
  <inkml:trace contextRef="#ctx0" brushRef="#br0" timeOffset="-142788.15">6721 14866 2 0,'0'0'179'0,"0"0"-11"0,0 0-12 0,0 0-7 0,0 0-7 16,0 0 7-16,2 10-8 0,-2-1 3 0,0 2 0 15,-1 4-5-15,0-3-11 0,-3 5-13 0,5 1-5 16,-5-1-5-16,3 2-13 0,-3 0-1 0,1-1-17 15,1-2-7-15,1 3-9 0,-1-2-4 0,1-2-3 16,-4 2-13-16,4-5-23 0,-1-1-32 0,0 1-47 16,1-1-40-16,1-11-54 0,-6 16-38 0,5-10-133 15,1-6-357-15,-5 10 159 0</inkml:trace>
  <inkml:trace contextRef="#ctx0" brushRef="#br0" timeOffset="-142412.37">6746 14857 76 0,'5'-4'143'0,"3"-1"-11"0,-8 5-2 15,16-3-6-15,-6 3 1 0,-10 0-2 0,20 4-3 16,-7-2-7-16,-2 4-8 0,1-1-5 0,-2 0-10 16,0 1 4-16,0 1-12 0,-2 1-2 0,1-1-2 15,-4 0-10-15,0 2-1 0,-4-3-4 0,1 2-8 16,-2-8-3-16,-2 13-6 0,-1-4-3 0,0-3-6 15,0 1-1-15,3-7-7 0,-5 9 0 0,4-5-5 16,1-4-5-16,-7 10-2 0,4-7-6 0,3-3-4 16,0 0-5-16,-1 11-2 0,1-11 0 0,4 7 2 15,-4-7-10-15,10 8-2 0,-5-7 4 16,1 2 5-16,3 2 1 0,-1-1-2 0,-2 1 0 16,1-1-2-16,0-1-2 0,1 4 0 0,-1-3 7 0,-3 2-4 15,2-1 1-15,-4 2-4 0,1-1 5 0,-3-6 9 16,1 11 5-16,-1-11 0 0,-1 11 1 0,-3-6 2 15,0 1-1-15,-1 1-5 0,0-2 0 16,-4 1 2-16,1 0-13 0,2-1-20 0,-1-2-16 0,7-3-23 16,-16 8-33-16,8-6-47 0,0-1-46 15,8-1-121-15,-19-1-332 0,19 1 147 0</inkml:trace>
  <inkml:trace contextRef="#ctx0" brushRef="#br0" timeOffset="-142215.83">7048 14482 8 0,'2'-6'200'0,"-2"6"-24"0,0 0-19 16,4-10-6-16,-4 10-5 0,0 0-16 0,0 0-6 16,0 0-12-16,0 0-8 0,13 20-12 0,-13-6-8 15,0 3-15-15,-1 0-35 0,-2 2-53 0,2-1-57 16,-2 7-68-16,-3 1-81 0,2-9-244 0,-3 0 108 15</inkml:trace>
  <inkml:trace contextRef="#ctx0" brushRef="#br0" timeOffset="-140924.3">7964 14783 168 0,'1'-8'189'0,"-1"8"-1"15,0 0-21-15,1-7-12 0,-1 7-6 0,0 0-11 16,0 0-9-16,3-7-16 0,-3 7-12 0,0 0-10 16,0 0-10-16,0 0-8 0,0 0-10 0,0 0-3 15,0 0-10-15,0 0-3 0,0 0-6 0,0 0-3 16,0 0 0-16,0 0-3 0,10 20-4 0,-8-12-7 16,0-1-1-16,1 4 0 0,-2-1 0 0,2 0-3 15,2 3 2-15,-2 2 1 0,-1-2-6 0,0 4 0 16,1-6-2-16,-3 1 0 0,2 3 2 0,0-3 0 15,-5 0-2-15,3-2 1 0,0-1-3 0,0 0 2 16,0-9-4-16,-1 14-1 0,1-14 4 0,0 9 1 16,0-9 9-16,-1 7 7 0,1-7 7 0,0 0 11 15,0 0 6-15,-2 8-5 0,2-8-4 0,0 0-4 16,0 0-4-16,0 0-4 0,0 0-2 0,-15-18-4 16,13 13-1-16,-2-6 3 0,1 1 1 0,1-2-13 15,2-5-1-15,0-1-3 0,1 1 1 0,3-2-3 16,0 0 1-16,6-7 0 0,0 2 0 0,-1 9-12 15,4-2 6-15,-2 1-4 0,3 0 2 0,2 6-1 16,-1 0 5-16,3 2-8 0,2 5-3 0,1 1-2 16,0 0 1-16,0 6 3 0,7 2-3 0,-4 5 0 15,1 2 2-15,-4 3-1 0,-5-1-2 0,-4-2 0 16,1 5 4-16,0-2-6 0,-3 5 5 0,-2-5 1 16,-2 0-1-16,0-4 1 0,-4 0-3 0,-1-1 3 15,2-2 4-15,-1-1 2 0,-3-3-5 0,1-5 5 16,-1 10 0-16,1-10-3 0,-7 7 2 0,7-7-4 15,-10 0 8-15,10 0-5 0,0 0 2 0,-15-9-4 16,10 4 10-16,5 5-7 0,-7-12 1 0,6 4-2 16,2 1-1-16,1-4-3 0,1-1-2 0,4-6-3 15,0 4-2-15,4-2 0 0,-1 1-1 0,0 2 10 16,0 1-8-16,4 2-5 0,-3 1 1 0,-2 6 2 16,3-1-2-16,-1 1 2 0,0 2 2 0,-1 2-5 15,1 2 5-15,1 1 0 0,-1 3 1 0,1 2-3 16,-2 0 10-16,2 6-9 0,-3-1-3 0,-1 0 6 15,-2 3-4-15,0 1-11 0,-3-2-15 0,-2 0-32 16,2 3-33-16,-3-2-50 0,-1-2-57 0,-1 1-39 16,1 0-137-16,0-5-414 0,-1-5 184 0</inkml:trace>
  <inkml:trace contextRef="#ctx0" brushRef="#br0" timeOffset="-140208.22">8898 14816 179 0,'-10'-2'209'0,"-1"0"-6"0,-1 2-11 15,-1 4-13-15,-2 2-7 0,-2 2-11 0,2 3-13 16,0 5-9-16,3-5-14 0,1 4-9 0,-1 0-14 16,4 2-5-16,2-3-11 0,2 0-9 0,4-2-7 15,0 2-5-15,3-1-5 0,2-3-8 0,3 1-3 16,2-1-5-16,-1-4-5 0,1 1 1 0,4-2-3 15,-1-2-4-15,6-2-4 0,-6-2 2 0,6-1-2 16,-1-3 1-16,-2-3-2 0,1 1-2 0,0-2 4 16,-3-2 1-16,0 1 0 0,-4-3-2 0,4 1-4 15,-6 2 2-15,-2-2-4 0,-2-3-1 0,1 3-5 16,-2 0 4-16,0 1-7 0,0 1 11 0,-2 2-11 16,-1 2 5-16,0 6 0 0,1-12-4 15,-1 12-5-15,3-6-5 0,-3 6 0 0,0 0-2 16,0 0 0-16,0 0 2 0,0 0-5 0,-1 25 3 0,-1-14-3 15,1 1 7-15,1 0-2 0,0 3-3 0,1-2-5 16,2-3 5-16,0 2-1 0,0-2 3 0,1 0 1 16,2-3-1-16,-1 2-1 0,3-3-1 0,1 0 4 15,2-3 4-15,1-2-7 0,0-1 7 0,1-1 0 16,-13 1-2-16,20-6 5 0,-10 2 8 16,-2-1-2-16,1-4-2 0,-1 2 0 0,1-2-8 0,-3 0 3 15,-1 1 3-15,0-2 1 0,-2-2-5 0,2 4 0 16,0-4-6-16,-5 12 4 0,5-11-4 0,-5 11 1 15,3-8-3-15,-3 8-5 0,0 0-2 0,5-9 2 16,-5 9 3-16,0 0-5 0,0 0 9 0,0 0-8 16,0 0 2-16,8 21-2 0,-6-17 2 15,1 2-1-15,2 2-2 0,0-2 1 0,1 1 5 0,3-1 6 16,0-1-4-16,3-2 2 0,-1-1-7 0,3 0 2 16,-1-2 2-16,0 0 0 0,-1-3 0 15,0 0 4-15,-2-1-1 0,2 1 0 0,-1-4 0 16,2 1 0-16,-4 0 4 0,1-4-5 0,-1 4 0 0,-1 0 0 15,0 1 5-15,-3 2-8 0,0-3 5 16,-5 6 0-16,7-4-1 0,-7 4-1 0,7-5-6 0,-7 5-1 16,0 0-1-16,0 0-1 0,7 10 2 0,-5 1 5 15,-1 5 2-15,-2 3 7 0,-1 5 6 16,-3 3-2-16,1 1 10 0,1 1-16 0,-3-4 4 16,1 2-3-16,0 3 3 0,2-5-3 0,-3 5 1 15,2-1 0-15,-2-3-9 0,3 2-26 0,2 1-34 16,-5-4-37-16,3 1-38 0,0-1-50 0,1-4-72 0,4-2-251 15,-4-3-545-15,2 2 242 0</inkml:trace>
  <inkml:trace contextRef="#ctx0" brushRef="#br0" timeOffset="-139566.85">10661 14772 103 0,'0'-15'263'0,"0"6"-11"0,1-2-26 15,-1 5-23-15,0 6-23 0,1-6-19 0,-1 6-13 0,0 0-10 16,0 0-12-16,3 32-6 0,-3-6-8 16,-3 2-10-16,1 5-5 0,-2-2-8 0,-3-1-10 0,2 1-10 15,1-1-6-15,-3-3-4 0,3-2-8 16,-1-5-3-16,1-1-4 0,1-1-1 0,0-3-7 15,0-3 0-15,-1-2-4 0,2 0-4 0,0-4 12 0,0 0 7 16,2-6 11-16,0 0 0 0,-3 7-9 16,3-7 0-16,0 0-9 0,0 0-2 0,0 0-8 15,0 0 0-15,14-23-1 0,-6 13-4 0,4-1-3 16,4-3-9-16,3-3-1 0,0 5-4 0,4-4-7 16,-5 7 0-16,3 1 9 0,-1 2-7 0,-3 4 1 15,1 1-8-15,-7 2-1 0,2 2-1 0,-3 3 1 16,-2 1 1-16,3 1 1 0,-4 3-2 0,-2 5 4 15,-3 0 1-15,-4-1-10 0,-5 1-20 0,0 3-3 16,-5-2-10-16,-2-4-6 0,-5 4-4 0,4-5 4 16,-2 1 0-16,2-2 4 0,2-2 5 0,3-3 5 15,1-1 1-15,3-1 8 0,0-1 2 0,1 0 0 0,5-3-1 16,-7 1 8-16,7-1-2 0,0 0 2 16,0 0-2-16,0 0 4 0,0 0 1 0,25-11 4 15,-11 8-2-15,3-3-2 0,3 1 3 0,2 1 2 16,7-3 4-16,1 1-3 0,0-1 2 0,-1-2-2 15,-3 2 4-15,1 0-1 0,1-3-1 0,-7 4 3 0,-1-2-2 16,0 0 5-16,-4-1 0 0,-2 1 3 16,0-3-1-16,-6 2-4 0,2-6 0 0,-7 4 3 15,2 0-1-15,-4 1 3 0,0-1 4 0,-3 0 11 16,-3 2-5-16,2 0 6 0,-5 2 1 0,1 1-4 16,-5 1-2-16,2 2 1 0,-4 3 4 0,-4 6 0 0,0 1-4 15,-1 0-4-15,2 5 1 0,3-2-3 0,-1 4 3 16,3 2-2-16,3 1-7 0,2-2-15 0,5 2-27 15,2 1-41-15,6-2-52 0,0 0-76 16,2-1-198-16,5 1-439 0,10 2 195 0</inkml:trace>
  <inkml:trace contextRef="#ctx0" brushRef="#br0" timeOffset="-138991.06">11991 15353 87 0,'6'-9'258'0,"-3"0"-15"0,1-1-8 16,-2 0-18-16,2-1-23 0,-1 0-12 0,1-2-14 15,-2 2-16-15,2-5-15 0,1 0-1 0,-4 1-8 16,3-2-8-16,0 2-12 0,-4-2-7 0,3-2-11 16,-1-5-9-16,-1 5-4 0,2-2-7 0,-3-3-3 15,-4 6-4-15,3 1-3 0,0 4 4 0,-2 3-3 0,3-1 2 16,-4 2-10-16,-1 0-1 0,-2 0-8 15,1 5-5-15,3-1-7 0,-5 3-7 0,8 2 0 16,-18-1 3-16,8 2-6 0,2 2-7 0,0-1 2 16,4 3-3-16,4-5-4 0,-5 13-3 0,7-7-4 15,-2-6-9-15,9 14-3 0,2-4-2 0,5-4-3 16,3 5 0-16,10-4 0 0,-2 2-3 0,1 0 1 16,0-3 2-16,2 0 3 0,-4 1 4 0,-8 0-7 15,1-1 3-15,-2 3 3 0,-3 0-3 0,-1 3 1 16,-7-2 0-16,3 2 3 0,-3 0 0 0,1 1 3 15,-3 0-1-15,-2-3 2 0,2 4-5 0,-1-2 7 16,1 3-4-16,1-5 3 0,-1 0-1 0,-1-1 2 16,1-3-1-16,3 2 1 0,-1-3 6 0,6-3 0 15,-1 0 8-15,3-1-10 0,3-4-1 0,3 1 1 16,0-6 0-16,5-1 0 0,0-2 0 0,-4 1 0 16,3-3 6-16,-2-3-4 0,1 1-3 0,-5-3 1 15,-4 4 0-15,-2 0 0 0,0-4 0 0,-3 0 0 16,2-5-2-16,-4 7 0 0,-2-2-1 0,1 1-2 15,-8 6 3-15,2-2 0 0,-2 2-2 0,-1 2-3 16,-1 1-2-16,0 5 3 0,-8 0 0 0,12 3-1 16,-20 6 0-16,5 2 1 0,1 3-5 0,-2 2 2 15,-2 5 4-15,7-2-2 0,-2 6 2 0,5-4-1 16,0 6-11-16,5-5-31 0,3 6-47 0,0-5-43 16,5-2-53-16,-1-2-47 0,6 1-201 0,-3-7-473 15,5 0 209-15</inkml:trace>
  <inkml:trace contextRef="#ctx0" brushRef="#br0" timeOffset="-138252.15">12902 15098 116 0,'-5'-12'202'0,"1"2"1"0,-3 0 3 16,0 3-8-16,1 2-10 0,-1 1-18 0,1 1-6 15,6 3-18-15,-17 1-6 0,5 5 0 0,-3 3-3 16,0 1-13-16,3 3-7 0,-3 2-16 0,1 0-7 15,5 0-9-15,-2 2-4 0,2 0-13 0,4 1-3 16,1-1-5-16,4 0-5 0,0 0-5 0,4-7-6 16,-1 5-5-16,4-4 0 0,-2-2-5 0,3-3-3 15,1-1-1-15,3-1-4 0,-1-2 2 0,2-2-8 16,5-2 0-16,0-3 0 0,-2-3-1 0,0-1-2 16,-1-4-1-16,-1 1-1 0,-3-2-4 0,2-1 2 15,-3-1-1-15,-2-9-2 0,-3 7 0 0,1-7-3 16,2-2 9-16,-6 0-3 0,0 0-7 0,-2-3-7 15,2 0 4-15,-2 0 1 0,0-1-6 0,0 2 4 16,0 5-2-16,0 6 9 0,-2 2 5 0,2 4-1 16,0 2 8-16,0 3-7 0,0 7-5 0,0-14-2 15,0 14-5-15,0 0-1 0,0 0-2 0,0 0-1 16,-4 28 8-16,-4-1 0 0,4 2-1 0,-1 2-5 16,-1-1 6-16,2 2 1 0,-1-3-5 0,2-1 7 15,1 0-1-15,4-2 3 0,1-5 0 0,0 2 3 16,1-4 0-16,2-2-2 0,-1 1-3 0,1-7-3 15,2-2 4-15,0 2 1 0,1-4-1 0,-2 1 0 16,4-5 2-16,0 3-5 0,0-5 4 0,1 0 3 16,1-3-8-16,1-1 1 0,-3-3 1 0,5-2 3 15,-5 1-2-15,2-4-3 0,1 1 9 0,-5-4-8 16,0 2-5-16,2-2 4 0,-4-3-1 0,-1 6-2 16,1-3 3-16,-2 3-3 0,0 3-1 0,-3 1 1 15,-2 7-4-15,4-8-2 0,-4 8-6 0,4-3 1 16,-4 3 1-16,0 0 4 0,0 0 6 0,0 20-7 15,-2-11-5-15,0 1 2 0,2 3-2 0,0-1 4 16,-2 2 0-16,4-2 2 0,-2 1-1 0,4-1 6 16,-1-3-4-16,1 1 5 0,2-1 1 0,2-3-2 15,1 0 2-15,0-5-5 0,2 1 4 0,0 1-2 16,2-6 3-16,1 3-4 0,2-4 0 0,-3-2 1 16,0 1 0-16,2-2 3 0,-2-3-4 0,-1 3 1 15,-2-2 1-15,-3 0 1 0,2-1-5 0,-2 0 4 16,0 0 2-16,-1 0-4 0,-2 2 2 0,-1 3-4 15,1 0 2-15,1 0 3 0,-5 5-1 0,5-9-11 16,-5 9 3-16,0 0-5 0,0 0 2 0,0 0 3 16,0 0-2-16,0 0 1 0,-16 30 2 0,11-15-6 15,-1-5-22-15,-1 7-27 0,0-3-33 0,2-3-44 16,1 6-15-16,6-2 7 0,4-2-36 0,7-1-45 16,6-1-221-16,6 2-483 0,8-4 215 0</inkml:trace>
  <inkml:trace contextRef="#ctx0" brushRef="#br0" timeOffset="-137450.04">13802 15002 76 0,'0'0'214'0,"-2"-10"-11"0,2 10-20 15,0 0-14-15,0 0-19 0,0 0 4 0,0 0-4 16,-15 20-8-16,7-5-10 0,0 3-12 0,1-3-2 15,1 2-19-15,0 0-5 0,4 2-9 0,2-1-7 16,5 1-8-16,-2-2-3 0,3 0 0 0,1 1-15 16,1-5-1-16,4 0-6 0,-3-4-3 15,7 1-3-15,-1-3 2 0,4 0-4 0,-4-3 2 0,5-4-3 16,0 0 0-16,-1-2-2 0,1-2-2 0,-3-1-4 16,0-4 3-16,-2 1 0 0,-1-1-8 0,-1-1 8 15,-1-3-8-15,-4 3-1 0,1-3 1 0,-2 0-10 16,-3-4 3-16,2 2-1 0,-4-3-5 15,-3 2 0-15,-3-1-4 0,1 1 0 0,-1 2 1 0,-3 3-4 16,3 1 1-16,0 0 0 0,-1 3-2 0,-2 2-3 16,2 4 0-16,5 1-3 0,-17 3-1 0,5 4 0 15,-1 3 1-15,2 2 1 0,-3 1 2 0,6 2 0 16,1-1-4-16,2 5 2 0,2-5 1 0,3 4 0 16,3-2 4-16,2 0-5 0,4-2-11 0,2 1-11 15,3-4-12-15,3 1-20 0,10-3-11 0,0-2-15 16,4-1-20-16,-1-4 7 0,3-2-1 0,-2 5 7 15,-1-10 8-15,-1 1 4 0,0 0 15 0,-2 0 3 16,-9-3 1-16,3 2 11 0,-3-1 7 0,-3-5 4 16,-3 4 4-16,1-5-1 0,-2 0 4 0,-3 1 9 15,-4 2 11-15,0-1 0 0,-2-1 17 0,1 1 12 16,-2 1 8-16,-2 0 16 0,1 9-3 0,-5-13 7 16,1 8-4-16,0 2 1 0,4 3 3 0,-14-3 4 15,4 6-1-15,-3 0 5 0,1 4-7 0,-2 2-2 16,-1 1-1-16,2 3 2 0,-1-1-4 0,6-2-4 15,-3 4-6-15,1 2 7 0,4-5-12 16,1 1-1-16,1-1-3 0,4-1 1 0,-2-1-5 0,1 1 0 16,1 0-3-16,3-4 0 0,-1 0 1 0,4-2-2 15,1-1 0-15,-7-3-3 0,14 1 1 0,-3-4 1 16,3 2-2-16,-3-4-3 0,0-2 1 0,3-4-2 16,-1-2-1-16,1 0 0 0,-5-1-5 0,3-4 5 15,-5 0-4-15,1-1 0 0,1-7-1 0,-3 1-5 16,-4-2 2-16,3 0-2 0,-2-3 2 0,1 1-3 15,-2-1 9-15,0 3-7 0,-1-1 1 0,2 11 0 16,-2 1 0-16,-1 4 11 0,0 3 2 0,0 1 7 16,0 8-9-16,4-10-3 0,-4 10-4 0,0 0 3 15,0 0 4-15,0 0 0 0,-9 37 12 16,3-13-7-16,1 5-4 0,0-2-1 0,1 2 4 0,-1 0-3 16,1 0-2-16,0-1 3 0,1-1-3 0,1 2 2 15,2-3 0-15,-3 0-6 0,6 1-17 0,-2-6-29 16,3-2-28-16,0 0-42 0,2-1-49 0,1-4-47 15,3-1-49-15,-1-4-148 0,1-1-434 0,4-3 192 16</inkml:trace>
  <inkml:trace contextRef="#ctx0" brushRef="#br0" timeOffset="-137191.91">15197 14840 139 0,'0'-5'221'0,"0"5"-12"16,0 0-7-16,0 0 4 0,0 0-1 0,0 29-8 16,-4-10-2-16,-3 7 3 0,4 1-16 0,-2 0-10 15,-1 3-13-15,3-2 0 0,-5 2-7 16,6-4-11-16,-4 2-16 0,1 1-18 0,0-1-8 16,3-2-9-16,1-9-7 0,-1 12-5 0,0-11-6 0,0 6-12 15,0-6-6-15,2-8-19 0,0 2-25 0,2-1-26 16,0-1-30-16,-2-3-27 0,0-7-26 0,0 9-22 15,0-9-23-15,0 0-50 0,0 0-36 16,0 0-209-16,0 0-473 0,0 0 210 0</inkml:trace>
  <inkml:trace contextRef="#ctx0" brushRef="#br0" timeOffset="-136880.12">15054 15138 9 0,'8'-4'164'0,"-3"0"3"16,6 1-6-16,2 1-4 0,0-1-2 0,4 2-5 15,-4 1-13-15,8 2-7 0,-3 0-6 16,-5 1-11-16,6 1-9 0,-4 4-8 0,0-1-2 0,1 0-7 16,-4-1-8-16,-2 0-3 0,-1 1-7 0,-2 1-2 15,2 0 7-15,-1 1-10 0,0-2-9 16,-3-1 2-16,4 1-7 0,-3-1 3 0,1-2 4 16,0 2 4-16,-1-3-2 0,-1 1 4 0,2-2-4 15,-7-2 0-15,13-2-1 0,-13 2-4 0,18-4-7 0,-9 0 1 16,1-3-6-16,-3 0 1 0,1 0-12 0,0-2-2 15,-3-1 0-15,4-1-3 0,-5 0 0 0,0 0-2 16,-2-1-3-16,-1 1 0 0,1 1 0 16,-4-1-8-16,-1 0 2 0,-4 0-1 0,-3 3-7 15,1 1-3-15,-8 0-12 0,-2 1-19 0,-1 2-21 0,-1 5-27 16,-9-1-36-16,1 3-50 0,8 0-65 0,0 0-236 16,9 0-499-16,-1 2 221 0</inkml:trace>
  <inkml:trace contextRef="#ctx0" brushRef="#br0" timeOffset="-135549.08">15919 14983 2564 0,'-14'-13'50'0,"5"5"-7"15,3 1-22-15,1 2-24 0,5 5 6 0,-3-3-2 16,3 3 3-16,0 0-1 0,0 0-2 16,22 0 0-16,-8 2 0 0,5 2-1 0,2-2 3 0,-1 2 1 15,2-2-1-15,-4 0-1 0,0 1 2 0,-6-3-4 16,2 3 10-16,-2-3 5 0,-2 0 14 0,-3 0-2 16,-7 0 5-16,14 1 2 0,-9 2 3 15,-5-3-6-15,7 2-3 0,-7-2-6 0,7 4 7 16,-7-4-12-16,-3 10 0 0,-2-1 3 0,-3 6 8 0,-2 2-1 15,-5 3 1-15,-3 3 1 0,-4-2-1 0,1-2 0 16,0 2-2-16,-2-2-2 0,7-6-1 0,-4 7-3 16,5-4 2-16,3-5-5 0,-1 1 1 15,3 3-3-15,3-8-5 0,2-1-2 0,0-2 6 0,0 0-3 16,5-4 3-16,-7 4 0 0,7-4-1 0,0 0-1 16,0 0 0-16,0 0-5 0,0 0 1 0,0 0-4 15,0 0 1-15,23-18-1 0,-13 14 9 16,7-2-12-16,0 3 1 0,2 0-1 0,-5 2-3 0,4-1-1 15,-2 4 1-15,2-1 12 0,0 1-10 0,-5-1-3 16,6 2 3-16,-2 1-3 0,3 2 2 0,-1-3 8 16,3 1-7-16,0-1 2 0,6 3-5 0,1-3 0 15,-8 0 5-15,8-2 1 0,-1-2 3 16,-6 2-3-16,6-5 1 0,-1 1-2 0,-7-3 1 0,-1 2-2 16,1-2 5-16,-5-4 2 0,3 3-8 15,-3-4 1-15,-1 0 5 0,-5 2 0 0,0-5-2 0,1 1 1 16,-3 2 1-16,-1-3 0 0,-3 1-4 0,1-3 1 15,-4 1 7-15,1-2-12 0,-2 6 2 0,-2-1 0 16,-1 2-2-16,-1 0 2 0,0 1-5 0,0 4 4 16,-4-1-1-16,-1 1-5 0,1 3 1 15,-5 3-4-15,1 3 6 0,-4 2 5 0,2 3-1 0,0 3 0 16,-1 2-11-16,2 1 5 0,3 1-1 0,-2-1 1 16,5 4-1-16,2-5 2 0,3 4 2 0,2-1 6 15,1 0 0-15,4-3 5 0,5 1 1 0,0 0-1 16,4 1 4-16,-1-6-3 0,4 0 3 0,-1 0 0 15,3-3-1-15,1 1 2 0,2-4 4 16,0 2-4-16,7-1 0 0,-6-3-4 0,-1 1-2 0,0-3 3 16,0-3 2-16,-3 1 2 0,-1-2-4 0,0-1 4 15,-3-1-6-15,-2 1 6 0,3-4-6 0,-2 0-1 16,-4 0 1-16,2-4 1 0,-3 1-3 0,-2-3-3 16,-1 0-7-16,2-3 2 0,-2 1-1 15,-5-1 3-15,0-2-1 0,0 3 0 0,-3 0 2 0,-3-1-4 16,2 2 4-16,-2 5-4 0,1 0 2 0,-2 1 0 15,1 2 5-15,-1-1-9 0,2 4-2 0,1 0 3 16,1-1-3-16,3 6 0 0,-6-6-4 0,6 6 5 16,-3-6 2-16,3 6-1 0,0 0-1 15,0 0 4-15,0 0 12 0,0 0-8 0,0 0 6 16,23-2-2-16,-5 3-6 0,1-1 7 0,1 2-7 0,8 1 4 16,-6-2 1-16,-2 0-5 0,-3 2 3 0,-2-2-3 15,-3 1-2-15,-2 1 7 0,3 0-7 16,-2-1-4-16,-3 3 5 0,2 0-3 0,-3 4 2 15,-2 0-4-15,0 0 6 0,-2 3 4 0,-2 3 5 0,-1-3 9 16,0 4 5-16,-1 1 0 0,-2-2 0 0,-1 2-4 16,-1-1-1-16,2-1 2 0,0 2 2 0,0 0 0 15,-1-5-12-15,2-2 6 0,-2 3 0 16,3-4-4-16,-1 1 4 0,1-3-1 0,1 2-4 0,0-9 1 16,3 10-7-16,-1-4-2 0,2-2-1 0,4 0-4 15,1-1-16-15,-2-1 3 0,7-2 1 16,-2 0 1-16,2-3-2 0,2 1 2 0,-3-3-3 0,1-1 4 15,0 0-4-15,-2-3-1 0,1-2 2 16,1 0-1-16,-4-4-1 0,0 2 1 0,2 1 0 0,-6 2 4 16,2-2 1-16,-3 4 2 0,2-1 5 15,-2 2-1-15,-1 1 5 0,-1 2 0 0,-3 4-3 0,6-8-6 16,-6 8-1-16,0 0 4 0,0 0 8 0,0 0 4 16,0 0 13-16,-2 25-3 0,-1-12 4 0,-1-3 1 15,2 2-1-15,-1 0 8 0,1-1 0 0,-2 1 4 16,4 2-6-16,-3-3-5 0,5 2 4 0,-1-3-2 15,4 1-2-15,-1-2-2 0,0-2 0 0,3 1 6 16,2-2-2-16,3-2-1 0,-1-1 1 0,2-2-1 16,0-2 4-16,0 1-7 0,5-4-2 0,-3-3 4 15,3 1-1-15,-2-2-7 0,-2-1 1 0,-2-1 0 16,2-2-3-16,-6 2 4 0,2-5-2 0,0-2-2 16,-1 4 11-16,-2-3-7 0,-4-1-12 0,-1-1 9 15,1 7 6-15,-3-3-15 0,0 3-2 0,-5-2 4 16,-1 6-9-16,-2-1 1 0,-1 1 7 0,-3 3-12 15,-5 0-13-15,-4 4-17 0,-1 1-24 0,1 2-32 16,-6 3-43-16,2 3-54 0,4-1-76 0,7 1-70 16,-2 0-225-16,1 0-609 0,8-4 271 15</inkml:trace>
  <inkml:trace contextRef="#ctx0" brushRef="#br0" timeOffset="-135402.93">17480 15353 3391 0,'16'4'182'0,"-3"-3"-125"0,-5 0-14 0,-1 1-35 15,0-1 26-15,-7-1 45 0,10 1 21 0,-10-1-15 16,9 0-17-16,-9 0-10 0,0 0-19 0,0 0-28 16,9 2-37-16,-9-2-32 0,0 0-46 0,0 0-65 15,0 0-101-15,-33-6-318 0,14 8-637 0,-1-4 281 16</inkml:trace>
  <inkml:trace contextRef="#ctx0" brushRef="#br0" timeOffset="-124516.82">18277 15040 136 0,'0'0'160'0,"-1"-10"11"0,1 10-12 16,0 0-12-16,-4-11-11 0,4 11-8 0,-5-6-8 16,5 6-8-16,-5-4-10 0,5 4-4 0,-9-4-9 15,9 4-8-15,-11 0-1 0,11 0-3 0,-15 4-6 16,4-1-4-16,-1 1 0 0,1 5-6 0,-6 0-2 16,3 1-4-16,-1 3 6 0,1 2-13 0,0-2-5 15,4 1-1-15,-1-1-2 0,2 3-8 0,3 1-1 16,1-3-6-16,1 4 5 0,3-2-5 0,2 0-1 15,2 0 5-15,-1-4-9 0,6 5-3 0,2-1 1 16,0-2-5-16,2-2-9 0,3 0-23 0,-1-2-16 16,3-2-19-16,-2-3-23 0,3 1-23 0,2-4-17 15,-2 0-22-15,1-2-17 0,1-1-2 0,0-2-8 16,-2-1-111-16,0 0-298 0,1 0 132 0</inkml:trace>
  <inkml:trace contextRef="#ctx0" brushRef="#br0" timeOffset="-123514.23">18598 15048 68 0,'-3'-5'157'0,"0"-2"-12"0,-5 3-2 15,2-1-6-15,-2 1-6 0,1 2-3 0,7 2-10 16,-19-2-3-16,8 5-7 0,-2 1-8 0,-2 4-2 16,-1-1-5-16,2 6-9 0,0-1-5 0,3 1-10 15,-2 1-2-15,2 2-8 0,2 1-7 0,1-3-4 16,1 0-6-16,2 2 0 0,2 0-6 0,4-3-4 15,0 1-6-15,0-3 1 0,2-1-3 0,2 0-1 16,-1-4-3-16,2 5-2 0,1-5-5 0,-2 0-9 16,4-3 0-16,-2-2-6 0,4 2 8 0,-1 0-4 15,0-6-4-15,2 0 1 0,0 1 3 0,-1-3-3 16,-1-4 4-16,0 2-5 0,-1 0 1 0,-1-3 0 16,-1 0-1-16,1 0 2 0,1-4 1 0,-3 0 1 15,-1 2-2-15,2-3 0 0,-3 3 0 0,-1 0 4 16,-1 2 4-16,0-2 7 0,0 3 7 0,-1 0 0 15,-1 1 1-15,0 8 2 0,1-11 0 0,-1 11-3 16,1-6-2-16,-1 6-9 0,0 0 0 0,0 0 5 16,0 0-4-16,0 0-4 0,0 0-2 0,0 0-1 15,-11 24 2-15,8-13 1 0,1-1-2 0,2 1 3 16,0 1-4-16,0-1-1 0,1 4 1 0,2-2 1 16,-1-3 1-16,-1 0-1 0,3-1-2 0,1-1 3 15,2-1-1-15,0-1 0 0,2-1 0 0,-2 0 1 16,-1-4-3-16,6 2 3 0,-3-2 1 0,-9-1 2 15,19-4-2-15,-8 0 1 0,-2 1-4 0,4-4 3 16,-3-1-1-16,1-2-1 0,-3 1-1 0,4-2 3 16,-2-3-2-16,-1-1 2 0,-4 2-3 0,2-5 1 15,0 2-3-15,0 1 2 0,-1 0 1 0,-3 4 2 16,-1-1 5-16,-1 6 4 0,1-1 7 0,-2 7-3 16,0-11-8-16,0 11 1 0,0 0-3 0,0 0-4 15,0 0 3-15,0 0-2 0,0 0 2 0,0 0-2 16,-8 23-2-16,7-12 2 0,-2 1-2 0,3-1-3 15,0 0 8-15,3 1-7 0,-1 0-2 0,3 0 4 16,2-2 2-16,-1 2-1 0,2-3-3 0,2 1 4 16,0-3-4-16,-1 2 3 0,3-4 1 0,-2 0 2 15,4-1-1-15,-2-3 2 0,0 0 4 16,1-2-2-16,-3-2-2 0,3-1-1 0,-1 1 4 0,-2-4-2 16,0 0-1-16,-1 0-2 0,-1-3-1 0,-2-1 1 15,2-4-4-15,-3-1 3 0,-3 2-5 0,2-4 0 16,-2 3-1-16,-1-3 1 0,-1 5 1 15,0 0 4-15,0 4-5 0,0-2 2 0,0 6-4 0,0 5-1 16,-1-11-1-16,1 11-1 0,-2-8-4 0,2 8 0 16,0 0 1-16,0 0 0 0,0 0-2 0,-13 23 2 15,7-10 5-15,2-3-5 0,0 6 3 0,2-3-1 16,1 3 1-16,1 0 0 0,0-5-1 0,2 5 3 16,3-4 2-16,3 2 2 0,-1-5-4 0,5 4 4 15,-3-6-2-15,4 1 3 0,-2-2 2 0,6-1-3 16,-4-3 3-16,1 1-3 0,0-3 3 0,4-3 0 15,-3 1-1-15,-1-2 1 0,1-3 0 0,2-2-1 16,-4-1-1-16,0-2-4 0,1 0 5 0,-3-2-1 16,-2 2-3-16,-1-3 3 0,-1-3-2 0,0 2 1 15,2 0-3-15,-4 0 1 0,-4 6 2 0,2 0-2 16,-2 1 2-16,0 1-3 0,-1 8 7 0,2-11-8 16,-2 11-4-16,0-5 0 0,0 5-4 0,0 0 2 15,0 0 1-15,-9 17 1 0,1-7-1 0,2 6 0 16,0 0 1-16,0 0-1 0,2 1 1 0,0 0 1 15,1-1 0-15,-1 3-4 0,4-6 1 0,0 4 0 16,-1 1 1-16,2-3 2 0,0 2 2 0,2-2-2 16,-1-2-15-16,-2 4-21 0,1-5-27 0,1 0-25 15,-2 1-26-15,1-5-32 0,1 2-34 0,0-4-25 16,-2-6-26-16,1 10-120 0,-1-10-382 0,0 0 170 16</inkml:trace>
  <inkml:trace contextRef="#ctx0" brushRef="#br0" timeOffset="-123320.02">19397 15095 74 0,'0'0'185'0,"2"-9"-13"15,-2 9-18-15,2-7-16 0,-2 7-16 0,0 0-5 16,0 0-4-16,0 0-2 0,0 0 2 0,0 0-11 16,2 28-9-16,-2-18-8 0,1 1-6 0,-2 6-6 15,1-6-8-15,-1 4-8 0,-3 0-3 0,4 2-7 16,-1-2-25-16,2-3-22 0,-2-1-37 0,-1 0-44 15,2-11-34-15,0 19-49 0,-1-9-100 16,1-10-285-16,-1 14 127 0</inkml:trace>
  <inkml:trace contextRef="#ctx0" brushRef="#br0" timeOffset="-122586.13">19574 15237 113 0,'2'-11'184'0,"-1"3"-10"16,1 1-12-16,1 0-10 0,0-3-9 16,-1 0-7-16,3 1-14 0,2-3-7 0,0 3-6 0,1 2-10 15,2-2-2-15,0 5-8 0,2 1-2 16,0 0-11-16,0 4-9 0,0 2-7 0,-2-1-10 0,3 5 1 16,-2-1-5-16,1 3-1 0,-2 0-8 15,-2-2-2-15,1 3-4 0,2-1 0 0,-3 2-4 16,0-4-2-16,-1 6-3 0,-1-4-3 0,1-3-2 15,1 4 1-15,-1-3-3 0,2-2-8 0,1 2-1 0,1-3-4 16,1-2-6-16,1-2-6 0,1-1 5 16,-1-1-2-16,2-1 1 0,2-2-1 0,-1-2 1 0,0-2 0 15,-1 1 2-15,-1-1 3 0,-1-2-9 16,-1-2 9-16,-5 4 1 0,2-4-1 0,0-2-1 16,-5 5 5-16,-3 0 8 0,2-3 3 0,-3 6 8 0,0-3 4 15,-3 1-7-15,3 9 7 0,-4-11-4 16,4 11 1-16,-6-7-7 0,6 7 0 0,-13-1-1 15,13 1-3-15,-16 9-4 0,6-2 3 0,0 0-4 16,1 0 2-16,3 3 1 0,-1-1 8 0,1 0-10 16,1 0 0-16,1-2 2 0,2 2-4 0,0-2-3 15,2-7 3-15,0 11 0 0,2-3 0 0,0-3 2 16,2 1 1-16,0 0-1 0,0 0 3 0,1-3-2 16,1 1 2-16,-1 1-3 0,1-1-1 0,0 0 0 15,3 2-2-15,-1 1-2 0,1 2-2 0,-3 3 4 16,0 2-5-16,2 2 7 0,-4 3-5 0,4 5-5 15,-6 0 3-15,3 5 0 0,-3-2 2 0,0 3-5 0,-1 0 2 16,-1 0-2-16,2-1 5 0,0 3 25 0,-6-2-3 16,4-2-2-16,0-2-3 0,-2 0-1 15,-1-7-1-15,-1 2-3 0,2-3 0 0,-3-2-3 16,1 2 3-16,-1-7-4 0,-2 0 2 0,2 1-4 16,-1-3 7-16,-7 1-6 0,-2-1-2 0,3-4-5 15,-2-1-19-15,1-2-22 0,-4-2-26 0,4 0-32 16,-4-3-43-16,4-1-40 0,-4-3-49 0,1-3-157 15,-2-2-417-15,2-7 185 0</inkml:trace>
  <inkml:trace contextRef="#ctx0" brushRef="#br0" timeOffset="-122390.45">19592 14893 2348 0,'-32'-36'-9'0,"9"8"9"15,5 4 23-15,-5 2-3 0,9 8 2 0,-5-5-6 16,8 10 6-16,2 2-8 0,2 1-4 0,4 1 1 16,-1 0-5-16,4 5 7 0,0 0-9 0,-5-4 4 15,5 4-7-15,0 0-27 0,0 0-37 0,15 20-56 16,-4-10-57-16,1 3-179 0,1-2-383 0,1 0 170 16</inkml:trace>
  <inkml:trace contextRef="#ctx0" brushRef="#br0" timeOffset="-121188.06">20966 14969 155 0,'0'-14'199'16,"1"7"-11"-16,-1 7-6 0,2-11-8 0,-2 11-4 15,2-10-14-15,0 5-14 0,-2 5-10 0,2-5-14 0,-2 5-17 16,0 0-8-16,0 0-5 0,0 0-6 16,0 0-6-16,22 13-5 0,-16-3-4 0,3 3-6 15,3 3-7-15,-1-1-4 0,-3 4-2 0,6 3-3 16,-4 1-3-16,3 1 0 0,-6-7-5 0,3 1 0 16,-3 0-2-16,2-2-6 0,-1 1-4 0,2 0 1 0,-4-2-4 15,2-3 1-15,1 1-3 0,-3-2 0 16,1-3 6-16,-2 2-11 0,-1-4 2 0,-2 1 2 15,3-1-5-15,-3 0 8 0,-2-6 17 0,2 6 28 16,-2-6 15-16,4 4 25 0,-4-4-13 0,0 0-13 16,0 0 0-16,15-17-14 0,-10 8-7 0,2-3-5 0,1-2-5 15,2-2-3-15,3-6-8 0,-2-1-5 0,0 2-1 16,2-1-2-16,0-2-7 0,-3 0 0 16,1 3-2-16,-4 2-4 0,1 0-5 0,0 1-1 15,-1 3 6-15,0-2-12 0,-2 9-16 0,-1-2-23 16,-2 3-24-16,1 2-33 0,-3 5-41 0,4-7-25 0,-4 7-16 15,0 0-25-15,0 0-29 0,0 0-12 16,0 0-16-16,-12 25-157 0,4-10-444 0,3-4 196 16</inkml:trace>
  <inkml:trace contextRef="#ctx0" brushRef="#br0" timeOffset="-120919.32">21375 15197 52 0,'4'7'122'0,"-4"-7"2"0,3 11-3 15,-1-8 9-15,-2-3-2 0,6 6-6 0,-6-6-2 16,5 6 0-16,-5-6 4 0,8 4-1 0,-3-3-2 0,-5-1 1 16,16 2-6-16,-6-4-2 0,-1 1-5 0,2 1-8 15,0-3-2-15,0-1-5 0,0-1-3 0,-1-2-5 16,-1 1-2-16,-1 0-4 0,0-3-3 16,0-2-12-16,-3 0-3 0,-1-3-7 0,-2-3 0 15,-2 6-11-15,-1 0-6 0,-1 0-3 0,-2-2-5 16,-2 2-4-16,-1 2-4 0,-5 1-3 0,1 3-4 0,-2 2-13 15,-6 1-16-15,0 3-24 0,-2 3-21 0,-6 3-23 16,1 1-39-16,0 3-31 0,8-2-17 16,-1-2-47-16,4 4-151 0,1-1-396 0,4-5 175 15</inkml:trace>
  <inkml:trace contextRef="#ctx0" brushRef="#br0" timeOffset="-120668.34">21756 14938 25 0,'6'-16'225'0,"-2"1"0"15,-1 3-3-15,1 3-2 0,-3-1-9 0,1 2-16 0,-2 8-17 16,2-9-21-16,-2 9-19 0,0 0-14 0,0 0-9 16,0 0-5-16,7 18-9 0,-5-1-3 15,-1 7 7-15,3 1-18 0,-4 1-10 0,1 0-4 16,0 1-7-16,0-2-6 0,-1 0-6 0,2-2-3 15,-1 4-9-15,0-8 1 0,-1 6-12 0,2-6-16 16,0-1-28-16,0 1-34 0,-1-4-36 0,-1 2-51 16,2-5-55-16,0-2-46 0,-1 0-157 0,-1-10-424 15,4 12 188-15</inkml:trace>
  <inkml:trace contextRef="#ctx0" brushRef="#br0" timeOffset="-120444.65">22045 14940 87 0,'2'-9'221'0,"1"3"-15"16,-1 1-18-16,1-2-24 0,-3 7-14 0,0 0-7 15,0 0-2-15,0 0 17 0,-1 27-3 0,-1-8-3 16,-1-1-8-16,-3 7-12 0,3 0-16 0,0-5-4 16,-2 5-17-16,3-6-7 0,-4 6-12 0,3-1-8 15,0-1-6-15,2-5-9 0,-1-1-18 0,2 0-22 16,-1-4-35-16,1 3-28 0,0-4-34 0,0-2-59 15,0-10-28-15,0 14-31 0,-3-5-147 0,3-9-376 16,0 0 167-16</inkml:trace>
  <inkml:trace contextRef="#ctx0" brushRef="#br0" timeOffset="-119429.79">21973 15108 53 0,'12'-3'123'0,"1"1"-10"15,7 0 4-15,8-4 0 0,4 5-7 0,-1 1-7 16,-1-3-12-16,1 2-7 0,-2-1 0 0,1 0-9 16,-3 2-4-16,-7 0-2 0,-1-3-10 0,0 0 7 15,-2 0-2-15,-4 2 6 0,-3 0 4 0,-2-1 6 16,-3 1-2-16,-5 1-6 0,10-6-2 0,-10 6-10 16,3-4-4-16,-3 4-5 0,0 0-5 0,0 0-5 15,0 0 4-15,-26 2-3 0,13 1 1 0,-1 6-2 16,-4 1-6-16,4 1-1 0,-4 0-1 0,4 0-1 15,-1 1-2-15,3 0 1 0,3-2-8 0,3-1 5 16,1 4-6-16,1-5 2 0,2 4-3 0,2-3-1 16,0-2-2-16,2 3-2 0,1-4 1 0,3 1-2 15,-1-1 0-15,2 1 5 0,0-4-6 0,5 0-3 16,-5-2 3-16,1-1-2 0,1 0 2 0,0-4 2 16,-3 1-6-16,3-1-2 0,-2 1 2 0,3-3-1 15,-4-3-4-15,2 2 2 0,-1-3 1 0,-4 1-3 16,4-4-1-16,-4 4 0 0,1-1 0 0,-2 3-2 15,0-3-1-15,-1 5-4 0,2-2 2 0,-3 7-3 16,4-7-1-16,-4 7 1 0,0 0 0 0,0 0 3 16,0 0-4-16,0 0 1 0,0 0 6 0,15 12-3 15,-11-5-1-15,1-3-2 0,2 3 4 0,3 1 0 16,-1-2 0-16,0 1 4 0,6 1-4 0,-2-4 5 16,6 2 9-16,0-4-1 0,3-1 1 0,6 0 0 15,0-2 2-15,0 0 5 0,-7-3-1 0,0-1-1 16,0 0 5-16,-5 2 5 0,2-2 0 0,-6 0 5 15,2 0 0-15,0-4-8 0,-4 2 10 0,0 0-5 16,-2-3-1-16,-1 0 0 0,0-1-5 0,-2 2-3 16,-4-4-4-16,-1 3 4 0,-1 2-3 0,-3-1 4 15,3 1-5-15,-5 3-2 0,-1-1 3 0,0 5-2 16,-2-1-4-16,-4 4-8 0,-1-1 3 0,-3 5-3 16,-1-2 0-16,2 4-1 0,2 1-2 0,0 1-2 15,5-2 1-15,0 1-2 0,1-2 2 0,4 3-1 16,-1 0 2-16,1-2-2 0,4 2 1 0,2 0 6 15,0-5-6-15,2 4 3 0,1-3 2 0,1 0-2 16,-1-1-1-16,1 0 3 0,3 0-4 0,-3-1 1 16,4-2-4-16,-1 1 5 0,-1 1-6 0,1 2 0 15,0-1 2-15,-3 3-3 0,2-1 1 0,1 10-1 16,-2-1 3-16,1 1-2 0,-3 11-2 0,-1 2 4 16,-3 2-2-16,-2 0 3 0,0 3-6 0,-3 0 4 15,-2 1-2-15,-4 9 0 0,3-12 5 0,-1 3-2 16,-1-2 0-16,-2-2 0 0,1-2-1 0,-2-3 33 15,-1 1 5-15,2-6-9 0,-2-2 0 0,2-4-7 16,-2-3 2-16,-3-2-5 0,4-2 2 0,-5-4-4 16,0 0 4-16,3-3-4 0,-2-2-1 0,2-3-4 15,1-1-23-15,3-1 19 0,0-4-6 0,3-1-1 16,4-8-1-16,3 1 0 0,10-6-3 0,5-5 0 16,8-1 1-16,11-7 0 0,5-3-2 0,-1 3-9 15,5 0 1-15,5-2-3 0,-2 1-6 0,0 1 8 16,0-6-4-16,-2 4 1 0,-1 4-1 0,4-2 3 15,-4 2-10-15,-1 2 22 0,-2 3-7 0,-13 6 0 16,0 1 0-16,-8 0 6 0,1 3-4 0,-7 5 5 16,-1 1-5-16,-6 1 11 0,-2 4 0 0,-1-2 0 15,-3 4 5-15,0 6 2 0,-7-10-7 0,-3 7-5 16,-3 3 7-16,-4 1-8 0,-3 5 7 0,2 1 1 16,-1 2 4-16,0 3-1 0,0 4 4 0,3-5-1 15,3 5-1-15,5-1-2 0,3 1-1 0,-1 0 2 16,6-1 0-16,6 1 1 0,2 1-22 0,0 0-26 15,4-2-34-15,3 2-34 0,5-2-31 0,-3 0-35 16,7 1-51-16,-3-2-49 0,-7 0-171 0,0-3-479 16,-4-1 213-16</inkml:trace>
  <inkml:trace contextRef="#ctx0" brushRef="#br0" timeOffset="-118432.31">6413 15695 67 0,'-2'-10'227'0,"1"-2"-17"15,0 5-17-15,1 7-20 0,-2-10-16 0,2 10-24 0,-1-7 15 16,1 7-15-16,0 0-9 0,0 0 1 0,3 36-1 15,-5-8-6-15,2 4-14 0,-1 3-5 0,2-2-11 16,-1 4-7-16,-1-2-9 0,4 11-3 16,-2-12-10-16,3-7 1 0,-2 3-5 0,0-4-8 15,-1-2-4-15,0-6-2 0,2-3-4 0,-3-2-5 16,1-4 0-16,-1-2 7 0,0-7 12 0,-1 10 9 0,1-10 7 16,0 8-2-16,0-8-3 0,0 0-7 15,0 0-8-15,0 0-4 0,0 0 1 0,0 0-6 16,-12-19-6-16,12 8-5 0,3 0-9 0,2-1-3 15,5-4-14-15,0-1 0 0,9-2-11 0,-4 5 4 16,5-4-4-16,4 6 5 0,-6 2-4 0,0 4-2 16,1 0 0-16,2 4 3 0,-1 2-5 0,-3 1 5 15,-5 3 0-15,4 2 1 0,0 1-4 0,-3 2 5 0,-5-2 0 16,2 4 0-16,-3-1 2 0,-2-1-2 0,-1-1 0 16,-4 2 7-16,0 0-2 0,-7 2 2 15,-1-3 0-15,-6 1 1 0,-2 0-7 0,-2-1 10 16,0-3-1-16,-2 1-1 0,-1-5-1 0,1 1 0 15,-1-2-15-15,3 2-25 0,2-6-34 0,2 1-51 16,1 2-52-16,4-3-53 0,-2-1-228 0,0 0-493 16,11 4 219-16</inkml:trace>
  <inkml:trace contextRef="#ctx0" brushRef="#br0" timeOffset="-118130.39">6860 15884 45 0,'11'-1'184'0,"3"2"3"16,3 0-4-16,1 4-5 0,-1 1-7 0,0 3 3 15,-1 1-12-15,4 9-13 0,-8-5-14 0,0 1-10 16,-3 1-10-16,-1 0-8 0,0 1-11 0,-3 1-4 16,-1-3-9-16,-2 3-5 0,-3-5-8 0,0-1-6 15,-2-2 1-15,-2-3-3 0,-1 3 3 0,-3-4 0 16,4-3 8-16,-3-3-2 0,-2 1-5 0,-1-4-6 15,2-2 5-15,-1-1-5 0,1-2-4 0,2-1-12 16,3 1 4-16,-1-3-7 0,0-3 2 16,3-3-11-16,5 0-10 0,-2-2-3 0,11-5-18 0,1 1-19 15,6 0-19-15,1 3-21 0,3-1-27 0,4 3-33 16,1 2-44-16,0 3-53 0,2 1-51 0,-5 3-134 16,2 2-433-16,-7 6 192 0</inkml:trace>
  <inkml:trace contextRef="#ctx0" brushRef="#br0" timeOffset="-117816.3">7337 16169 101 0,'5'3'211'0,"-5"-3"-3"0,0 0-13 16,16-6-9-16,-5 1-20 0,-1 1-11 0,0-5-19 15,3-1-12-15,3-2-9 0,0 4-12 16,2-5-10-16,-6 0-8 0,1-2-8 0,-1 0-6 15,-3-3-7-15,-1 3-7 0,-2-2-4 0,-5 2-5 16,0-3-4-16,-3 2 2 0,0 3-5 0,0 3 1 16,-2-1 2-16,0 4 1 0,-2 1-4 0,-2 1-7 15,3 0-2-15,-5 4 0 0,-2 1-6 0,1 1-1 16,2 5-3-16,-4 0 1 0,-1 5-4 0,0 4-1 16,4-1-1-16,-4 9-4 0,6-7 2 0,2 2-4 15,2 1 3-15,2-2-5 0,2-4-5 0,4 6-17 16,0-4-26-16,5-2-18 0,0-3-23 0,5 2-32 15,3-6-40-15,1 0-23 0,1-3-14 16,9 0-15-16,-1 0-104 0,3-3-332 0,1-1 147 0</inkml:trace>
  <inkml:trace contextRef="#ctx0" brushRef="#br0" timeOffset="-117263.97">7801 16077 213 0,'17'-11'-5'16,"1"1"10"-16,-4-2 15 0,-1 2 14 0,-4 0 3 16,-5 1 10-16,-2 0 17 0,0 0 15 0,-6-2 18 15,0 4 9-15,-4-1 12 0,1 3 0 0,-5 0 5 16,1 2 11-16,-3 2 2 0,0 2 8 0,-4-1-6 15,5 4-11-15,0 1-17 0,3 0-9 0,-5 7-9 16,6-4-1-16,1 3-5 0,-1 6-4 0,3-7-10 16,2 4-4-16,1 0-3 0,3 3-8 0,1-6-8 15,2 2 1-15,2-5-6 0,2 1-4 16,1-3-3-16,0 1-4 0,2-2-4 0,3-1 1 0,0-3-7 16,1-1-1-16,0-1-2 0,0-2 2 0,0-3-4 15,-2-1 1-15,2-4-4 0,-7 3 1 16,2 0 0-16,0 1-4 0,-2-2-1 0,-2 1 3 0,-1-1-7 15,0 1-1-15,-2 1 4 0,1 0-4 0,-3 7 0 16,2-12 2-16,-2 12-8 0,3-7 0 0,-3 7-5 16,1-6 2-16,-1 6 0 0,0 0-1 0,0 0-2 15,0 0 4-15,0 0 3 0,0 0-3 16,2 29 1-16,1-19 2 0,1 2 1 0,1-3 3 16,0 0 0-16,0 1-1 0,4-2 1 0,0-2 4 15,3 1 1-15,2-4 0 0,1 0-3 0,5-3 2 0,2-2-4 16,0 0 4-16,6-4-1 0,0-3 0 0,-2-3-4 15,-2-1 5-15,-7 3-4 0,4-5 1 16,-5 3 4-16,-2-1 0 0,-5-1 12 0,0 0-3 16,-2-1 4-16,1-3-2 0,-2 1-6 0,-3-3 0 15,-2 2 0-15,2-2 2 0,-6-6-4 0,3 6 1 16,-2 2-3-16,-1 2 4 0,2 4-5 0,0-1 22 16,-1 7 6-16,-2-3-2 0,4 9-9 0,-2-10-7 0,2 10-3 15,0 0 0-15,0 0 8 0,0 0 12 0,-5 28 9 16,2-9-3-16,1 7-7 0,-2 2 8 15,-1 0-5-15,2 0-4 0,2 2 0 0,0 1 2 16,1-1-8-16,0 2 9 0,0-3-9 0,0 0-4 16,0-2-3-16,0 0-1 0,0-3-25 0,0-5-29 15,3 0-54-15,-1-8-41 0,-1 0-50 0,-1 1-59 16,4-3-57-16,-4-3-243 0,0-6-580 0,0 0 258 16</inkml:trace>
  <inkml:trace contextRef="#ctx0" brushRef="#br0" timeOffset="-116998.36">8465 15900 126 0,'0'0'183'16,"-22"12"-11"-16,13-6-12 0,0 2-14 0,-7 0-13 16,0 3-11-16,0 0-12 0,-1 0-7 0,3-1-10 15,0 0-14-15,4-3-3 0,0 2-2 0,3-4 0 16,1-1-1-16,1-1 3 0,0 3-3 0,5-6 0 15,-7 6-3-15,7-6-1 0,-6 2-4 0,6-2-5 16,0 0-8-16,0 0 3 0,0 0 2 0,0 0-2 16,10 9-6-16,-5-4 0 0,-5-5-6 0,15 11-5 15,-7-3-4-15,3-1 2 0,1 7-7 16,-2-8-2-16,2 7-33 0,-2 1-36 0,2-3-57 0,-2 2-73 16,4 1-65-16,-4-1-126 0,13 3-394 0,4-4 174 15</inkml:trace>
  <inkml:trace contextRef="#ctx0" brushRef="#br0" timeOffset="-116424.35">8797 16044 189 0,'-6'-3'255'0,"-3"-1"-17"16,1-2-23-16,-3 5-20 0,-2 1-18 0,0 3-13 15,-5 3-12-15,0 3-13 0,-5 6-9 0,7-3-13 16,-2 5-8-16,4-4-15 0,1 3-5 0,2-2-10 16,3 2-8-16,3 0-11 0,4-4-1 0,1-1-4 15,1 1-2-15,3-2-6 0,2-2-3 0,4-1-5 16,3 3-5-16,-1-4 0 0,7-4-3 0,2 0-5 16,-1-4 0-16,3-2-1 0,-3 0-6 0,-2-3 0 15,2-2 1-15,3-4-4 0,-6 1 6 0,-3-4-9 16,-1 2 1-16,2-8-6 0,-6 4 5 0,-1 0-1 15,1-4-2-15,-4 2-3 0,3-3 5 0,-6 2-6 16,-1-4 3-16,-1-2-1 0,-1 0-1 0,1 0 0 16,-1 4 0-16,-2 2-1 0,-1 3 12 0,2 0 2 15,-1 4 10-15,1 4 6 0,-2 1-1 0,3 4-1 16,-1-3-4-16,2 8-4 0,-2-9-8 0,2 9 0 16,0 0-7-16,0 0 2 0,0 0 9 0,6 37-9 15,0-12-1-15,-2 4 1 0,0 1-1 0,0-1-3 16,3 5 1-16,-2-1 1 0,0 0-6 0,0 2 7 15,-1-3-6-15,1-1-20 0,-3-2-31 0,1-4-31 16,0 4-35-16,-1-6-50 0,-1-4-59 0,1-7-50 16,0 3-180-16,-1-4-487 0,1-4 215 0</inkml:trace>
  <inkml:trace contextRef="#ctx0" brushRef="#br0" timeOffset="-116152.01">9093 16151 10 0,'0'0'181'0,"0"0"5"16,0 0-4-16,0 0-4 0,-15 14-3 0,13-7-9 16,1 1-10-16,-1 2-12 0,2-2-9 0,3 2-4 15,-1-2-6-15,5 2-5 0,-1-2-8 0,-1-3-7 16,4 0-10-16,1 2 3 0,1-5-6 0,1-1-2 16,1-1-7-16,4-3-3 0,-6 3 5 15,2-4 0-15,1 0-4 0,-2-4-1 0,-2 2-3 0,-1-2-8 16,-1-1-4-16,-4 0-2 0,-1-4-10 15,-1 3 0-15,-2-1-12 0,0 11-2 0,-5-22-3 16,-2 11-12-16,-1-3-16 0,1 4-29 0,-2 0-26 16,0 6-30-16,-3-4-29 0,-2 4-44 0,3 1-41 15,-2 0-41-15,1 2-23 0,12 1-149 0,-25 4-438 16,15-3 193-16</inkml:trace>
  <inkml:trace contextRef="#ctx0" brushRef="#br0" timeOffset="-115748.04">9287 16105 112 0,'3'4'187'0,"1"0"3"0,-1 2 0 0,1 0-16 15,0 3-17-15,1-2-10 0,-1 3-6 0,-1-1-1 16,-1 0-16-16,-1-2-11 0,3 0-9 0,-2 0-10 16,1 0-8-16,-1-1-10 0,2 0-5 0,-1 0-7 15,-3-6-5-15,6 7-8 0,-1-4-4 0,-5-3-3 16,8 5-2-16,-8-5-6 0,10-3-1 0,-10 3-4 15,13-3-5-15,-7-1-2 0,0 0 0 0,0-4-3 16,0 3-2-16,1-1-2 0,-2-1-3 0,0-2-5 16,1 3-2-16,0-2-6 0,-1 3-1 0,0 0 0 15,0 1 0-15,-5 4-3 0,5-5-1 0,-5 5 3 16,8-3-2-16,-8 3-1 0,12 3 1 0,-12-3-1 16,12 5 1-16,-6-1 3 0,6-1 0 0,-3 0-1 15,1 1 5-15,4 0 0 0,-1 0 4 0,0-4-1 16,4 0 6-16,-4 0 3 0,6-2 9 0,-5 1 14 15,-2-2 1-15,1-3 14 0,-3 1 3 0,0 0-1 16,-2-3 2-16,-2 1-7 0,2-1-3 0,-4-1-3 16,0-1-7-16,-4 1-5 0,0-1-10 15,0 1 4-15,-3-2-8 0,0 3-20 0,0 0-25 0,-1 0-31 16,4 8-27-16,-9-9-42 0,9 9-42 0,-9-6-37 16,5 4-35-16,4 2-162 0,0 0-435 0,0 0 193 15</inkml:trace>
  <inkml:trace contextRef="#ctx0" brushRef="#br0" timeOffset="-115525.14">9849 16144 47 0,'9'-6'203'0,"-2"-1"-11"0,0-2-7 0,1 3-7 16,-2-5-13-16,3 2-18 0,1 1-11 0,1-1-6 15,0-3-7-15,3 2 2 0,-6 1-6 16,2 0-5-16,0 1-2 0,0 1-8 0,-2 3-10 15,0 2-5-15,-1-1-5 0,1 1-7 0,2 4-7 16,-10-2-8-16,19 12-3 0,-11-5-5 0,-1 3-7 16,0 4-3-16,-3-1-5 0,-1 4-30 0,-3 0-42 15,1 0-41-15,-2-1-67 0,2 0-72 0,-4 1-179 16,2-5-424-16,2-1 188 0</inkml:trace>
  <inkml:trace contextRef="#ctx0" brushRef="#br0" timeOffset="-115248.16">10415 15947 127 0,'0'0'180'0,"9"-2"-8"0,-9 2 2 15,10 5 3-15,-6-1 8 0,-1 4-1 0,-1 2-10 16,-2 2-4-16,0 3-8 0,-1 4-15 0,0-2-8 16,-3 1-13-16,1 2-10 0,-2-1-12 0,0 0-12 15,1-1-4-15,2 0-21 0,-2-2-22 0,0 0-19 16,2-5-32-16,0 2-37 0,-3-1-49 0,3-3-63 16,-1-2-67-16,-3 1-135 0,6-8-385 0,-5 9 170 15</inkml:trace>
  <inkml:trace contextRef="#ctx0" brushRef="#br0" timeOffset="-114863.05">10553 16177 47 0,'0'0'229'0,"8"-18"-8"0,-8 18-3 0,4-12-15 16,-3 4-9-16,4 3-4 0,0-5-11 0,3 1-13 15,0-1-8-15,4-1-9 0,0 5-6 0,-2-1 3 16,0 2-13-16,2 0-10 0,-2 3-12 0,2-1-11 16,0 4-12-16,0 2-6 0,-1 2-7 0,0 3-9 0,0 3-4 15,-2 0-2-15,-1 2-12 0,-4-1-1 16,-3-2-13-16,5 7-23 0,-2-5-34 0,-3 5-39 16,1-6-50-16,-1 1-67 0,-2-1-70 0,-1 0-194 15,2-11-481-15,-1 20 213 0</inkml:trace>
  <inkml:trace contextRef="#ctx0" brushRef="#br0" timeOffset="-114518.2">11644 15954 169 0,'-7'-15'279'16,"-1"4"-9"-16,1 1-8 0,2 3-9 0,1 1-25 16,1-1-16-16,3 7-16 0,-4-7-24 0,4 7-18 15,0 0-11-15,0 0-3 0,-6 20 4 0,7-3-12 16,-2 9 0-16,2-1-11 0,-1 5-13 0,3 2-2 15,-5-3-11-15,6 0-23 0,-4-1 6 0,0 2-8 16,2-4-2-16,1 3-10 0,0-6-2 0,2-2-11 16,-5-2-7-16,4-1-19 0,0-5-27 15,0 3-39-15,-2-5-50 0,0-1-49 0,0-2-61 16,-2-2-66-16,0-6-234 0,-2 9-550 0,2-9 243 16</inkml:trace>
  <inkml:trace contextRef="#ctx0" brushRef="#br0" timeOffset="-114058.3">11638 16145 92 0,'13'-10'153'0,"-3"4"-1"15,2 2 0-15,4-4-2 0,0 2 0 16,-1-2-7-16,3 1-9 0,1-3-7 0,-2 3-5 0,1-2-2 16,-3 0 3-16,2 0-2 0,-2 0-6 0,-1-3-7 15,-5 1-6-15,0 0-5 0,4 0-1 0,-8 0-4 16,1 0-6-16,-2 1-4 0,-1 1-1 15,2 0-5-15,-3 4-14 0,1 0-1 0,-3 5-9 16,6-9-8-16,-6 9-5 0,0 0-4 0,0 0-4 16,0 24 0-16,0-7-5 0,-2 8-1 0,-4 2-2 0,1 3-6 15,-1 2-2-15,2-1 2 0,0-2-2 16,2-3-4-16,2 1 0 0,2-2 2 0,-2 2-5 16,0-12 2-16,4-2-1 0,-1 0-1 0,4-4 0 15,0 0 4-15,2-1-3 0,3-1 0 0,4-1 0 16,-1 0-2-16,6-6-1 0,-1 0 1 0,10 0 0 15,-10-2-2-15,7-1 1 0,2-1-3 0,-8-1 5 16,-1 0-6-16,-2-2 3 0,0 2-1 0,-1-2 2 16,-2-1-11-16,-3 0 12 0,0-3 1 0,-3 3-1 15,-3-1-4-15,-2-4 3 0,1 3 4 0,-5-1 5 16,0-1 9-16,-2-1 1 0,-2 5 1 0,-1-3-1 16,-3 3-1-16,-2 1-4 0,1 4 1 0,-1 1-1 15,-5 4-3-15,0 2-1 0,-5 2-3 16,6 4-5-16,0 3 4 0,1 0-4 0,0 4 3 0,4-2 3 15,5 3-8-15,3-3-24 0,-3 1-28 0,8 1-52 16,-3-2-54-16,7-4-86 0,2 2-286 0,1-5-567 16,1 1 252-16</inkml:trace>
  <inkml:trace contextRef="#ctx0" brushRef="#br0" timeOffset="-113765.77">13223 15986 144 0,'0'-7'304'0,"0"7"-34"0,5-9-28 16,-5 9-18-16,0 0-13 0,0 0-11 0,9 20-15 15,-12-2-3-15,3 8-13 0,-4 1-11 0,-1 4-14 16,-2-2-8-16,3 3-22 0,-3-2 1 0,1 2-10 15,0-4-12-15,0 0-10 0,2 2-6 0,1-4-7 16,-1 1-8-16,2-1-3 0,0-7-5 0,0 1-12 16,2-3-28-16,0-2-20 0,2 0-50 15,-2-4-33-15,2 0-22 0,0-4-43 0,-2-7-37 0,0 10-45 16,2-4-200-16,-2-6-472 0,0 0 209 16</inkml:trace>
  <inkml:trace contextRef="#ctx0" brushRef="#br0" timeOffset="-113228.07">13160 16144 16 0,'22'4'187'16,"8"3"8"-16,1 5 3 0,1-2-8 0,-1 6-14 16,-2-2-11-16,1 3-5 0,-3 0-10 0,-2 4-7 15,-2-3-14-15,-2 3-14 0,-1-4-14 0,-9-1-4 16,0 0-11-16,-1-2-9 0,-8-1-6 0,0-2-6 15,-4-1-3-15,0-1-5 0,-5-1-6 0,-2-1-6 16,0-2-6-16,3-1-1 0,-4-1-6 0,3-3 0 16,7 0-3-16,-17-3-1 0,7-1-3 0,6-1-2 15,0-2-7-15,4 7 1 0,-3-17-3 0,6 5-2 16,1 2-4-16,2-1 0 0,2-3 2 0,1 4-2 16,2-3-4-16,3 3 0 0,-1-2-1 0,1 1-6 15,1 0 4-15,1 0 1 0,-3 0-5 0,3 2 0 16,-1-1 3-16,-1 1-7 0,-1 0 6 0,1-1-4 15,-5 6 4-15,0-4 5 0,-2 4-2 0,-1 2 2 16,-1 0 1-16,-5 2 5 0,7-5-1 0,-7 5 1 16,0 0-1-16,0 0 2 0,0 0 1 0,0 0 4 15,0 0 6-15,-16 25 6 0,5-11 0 0,0 0 0 16,-3-1 4-16,5 1-2 0,1-4-3 0,0 4-5 16,4-3 1-16,-1 2-1 0,-3-4-3 15,6 1 1-15,2-3-3 0,0 0-5 0,0-7 1 0,0 11 4 16,0-11-6-16,8 5 4 0,-3-5-3 0,-5 0 2 15,20-1-6-15,-9-1 7 0,3 0-7 0,1-6-4 16,1 2 3-16,0-3-3 0,2 1 10 0,-3-2-12 16,-1 0 1-16,2-2 2 0,0 2-7 0,-3 0-1 15,3 1 1-15,-7 2-1 0,1 1-1 16,-3 3-2-16,3 0-1 0,-4 3 3 0,-6 0 0 16,13 0-2-16,-7 3-5 0,-2 4-19 0,0-2-30 15,0 5-37-15,-3 1-56 0,-1-1-73 0,-2 1-245 0,-1 0-510 16,-1 0 227-16</inkml:trace>
  <inkml:trace contextRef="#ctx0" brushRef="#br0" timeOffset="-112401.94">13953 16275 34 0,'9'-17'172'0,"0"2"-4"0,2-2 5 16,0 2-7-16,1 0-7 0,1 2-4 0,-6 7-10 15,6-2-9-15,-4 1-3 0,5 3-11 0,-1 4-10 16,0 0-9-16,2 4 3 0,-3 0-5 0,0 6-6 16,1 3-3-16,1 1-4 0,-5 2-4 0,0-1-3 15,0 2-2-15,-4-1-10 0,1 0-5 0,-1-5-5 16,-3 1-4-16,6 3-4 0,-5-6-4 0,4 4 1 16,0-6-6-16,1 0-3 0,-1-1-2 0,1-4-4 15,2-1-3-15,4-1-1 0,-3-2-3 0,2 0 0 16,6-6-4-16,-8 2 2 0,0-1-5 0,0-1-3 15,0 0-4-15,3-4 2 0,-7 4 0 0,2-2-4 16,-1 0 0-16,-1-5-2 0,0 3 3 0,-2 1-4 16,-1-2 3-16,0-3-7 0,-2 3 3 0,-1 2 1 15,1 0-2-15,-2 0-1 0,0 11 0 0,-2-18-1 16,1 8-2-16,1 10-2 0,0 0-2 0,0-13-5 16,0 13 4-16,0 0-2 0,0 0 4 15,0 0-1-15,0 0 3 0,-9 46-2 0,7-33 4 16,-2 8 0-16,0-3 1 0,3 0 0 0,-6 6 2 0,1-1-5 15,5-4 7-15,-3-1-5 0,-2 1 7 0,3-3-6 16,-1 1 2-16,0-2 2 0,1-5-3 0,1-3-3 16,0 0-2-16,-1 0 7 0,3-7 0 0,-4 9 2 15,4-9 0-15,0 0 0 0,0 0-4 16,0 0-1-16,0 0 1 0,0 0-5 0,25-16 1 16,-14 6 0-16,7-2 7 0,-2 1-6 0,8-5-2 15,1-1 2-15,2 0-1 0,2 3-3 0,-1-3 4 16,0-1-2-16,-3 1 1 0,-1 3-2 0,-7 4 1 0,-2-1 1 15,1 0 0-15,-7 2-2 0,2 2 3 0,-4-5 0 16,0 3-2-16,-3 5 2 0,2-5 1 16,-6 9 2-16,3-12-4 0,-3 12 0 0,0-10 0 0,0 10-6 15,0 0 6-15,-6-8-5 0,6 8 5 16,0 0-1-16,-16 12 0 0,8-4 4 0,2 1 2 16,-1-2-1-16,1 3 4 0,2 0-4 0,-1 2 0 15,0-3 3-15,5 2 5 0,-2-1-7 0,1-1 6 0,4-1-5 16,-1 0 3-16,5 1 4 0,-2-1-7 15,4-3 6-15,1-2 0 0,3 3 1 0,-2-5-7 16,5 0 6-16,-1-1-4 0,-1 0 0 0,-1-1 0 16,2-2-2-16,-3 1 2 0,1-3-4 0,-1-1 2 15,-1 0-2-15,-1-1 5 0,0 2-6 0,-3-2 3 16,1-3 10-16,-3 0-13 0,3 0 1 0,-3 0-2 16,-2 1-1-16,-3 9 3 0,5-13 0 0,-3 8-8 15,-2 5 3-15,0 0-1 0,3-11-3 0,-3 11 1 16,0 0 2-16,0 0 2 0,0 0 5 0,0 0-5 15,-8 26 6-15,3-15-2 0,1 4-3 0,-3 3 0 16,3-1 5-16,-1-3-10 0,-2 3-21 0,2-3-29 16,2-2-38-16,-1 1-37 0,0-3-44 0,0 1-57 15,-1-2-65-15,-3 0-154 0,3-5-487 0,5-4 216 16</inkml:trace>
  <inkml:trace contextRef="#ctx0" brushRef="#br0" timeOffset="-111975.29">15301 15916 242 0,'0'0'259'0,"0"-8"-12"16,0 8-13-16,0 0-22 0,2-10-30 0,-2 10-18 15,0 0-12-15,0 0-4 0,0 0-6 0,0 0 10 16,-4 42-3-16,2-17-12 0,-2 0 1 0,-1 7-11 16,1-1-7-16,-2-1-3 0,-2-1-12 0,3 2-13 15,1-2-4-15,-1-3-10 0,0 1-7 0,2-1-4 16,0-2-12-16,1 2-2 0,-3-9-9 0,5-1-21 16,-3 0-34-16,3-4-27 0,-1 1-34 0,-1-5-41 15,-2 3-54-15,3-3-53 0,1-8-34 0,-7 10-201 16,2-6-490-16,-1-1 216 0</inkml:trace>
  <inkml:trace contextRef="#ctx0" brushRef="#br0" timeOffset="-111671.75">15286 16207 32 0,'8'-2'161'0,"3"0"7"15,-2 2-7-15,3 4-15 0,-1 1 2 16,-1 2-4-16,0 1-10 0,-2 3-3 0,3 2-2 0,-3 2-11 15,-1-1-4-15,1-1-9 0,-1 2 0 0,0-4-8 16,5 3-3-16,-2-2-9 0,4 0-6 0,-5-4-9 16,4-2-2-16,3 0-6 0,-4-3-1 0,2 0-6 15,-1-3 4-15,1 1 5 0,-3-2 4 0,1-2-6 16,-1-2-6-16,-3-1 3 0,0-2-5 16,-1-2 4-16,0 0-9 0,-1-5 0 0,-3 2 0 15,-1 2-14-15,-1-6-1 0,-2 0-4 0,-3 2-4 0,0-3 0 16,-1 3-5-16,-2 0-6 0,-1-2-11 0,2 6-16 15,-2-3-12-15,-1 6-22 0,0-2-24 0,-4 5-31 16,1 1-31-16,0 4-35 0,-2 0-37 0,14 0-41 16,-29 9-136-16,17-2-413 0,-2 3 183 15</inkml:trace>
  <inkml:trace contextRef="#ctx0" brushRef="#br0" timeOffset="-111290.63">15634 16461 22 0,'18'-3'217'0,"3"2"2"0,-5-4-11 0,3-2-10 16,-1 3-5-16,-6-1-6 0,-1 0-9 0,5-4-11 15,-7 3-9-15,0-2 3 0,2-5-8 0,-3 4-10 16,-2-6-15-16,3 0-9 0,-6-1-12 0,-1-1-6 16,1 0-5-16,-2 5-1 0,-1-5-6 0,-4 2-12 15,2 4-1-15,-6-5-1 0,3 6-2 0,-3 0-11 16,0-2 2-16,0 4-7 0,1 3-7 0,0-2-1 15,7 7-12-15,-12-8-4 0,12 8 1 0,-8-5-6 16,8 5-9-16,0 0-2 0,0 0 1 0,0 0 1 16,0 0 1-16,0 0-5 0,0 0 4 0,26 18-4 15,-10-13 1-15,1-2-5 0,6 0 0 0,5 3 0 16,-7-3 9-16,-3 1-11 0,1 0-3 0,-4 2-1 16,3 1 1-16,-3-1 2 0,2 3 1 0,-7 0-4 15,2-1 9-15,-7 2-3 0,2 0-3 16,0 4 4-16,-3-3 3 0,-4 5 4 0,1 0-5 0,-1-1 3 15,-3-3 11-15,2 3-14 0,-1-3-1 16,-2 3 0-16,2-3-20 0,0-2-27 0,-2 1-59 0,1-2-67 16,0 1-80-16,0-3-102 0,3-7-195 0,-7 8-580 15,7-8 258-15</inkml:trace>
  <inkml:trace contextRef="#ctx0" brushRef="#br0" timeOffset="-111119.24">16175 16416 77 0,'6'-3'259'0,"-6"3"-7"0,7-4 1 16,-7 4 3-16,0 0-14 0,0 0-22 0,6-4-25 15,-6 4-14-15,0 0-19 0,0 0-13 0,0 0-20 16,0 0-32-16,0 0-38 0,0 0-50 0,0 0-57 16,0 0-80-16,0 0-68 0,0 0-166 0,-27 11-391 15,27-11 173-15</inkml:trace>
  <inkml:trace contextRef="#ctx0" brushRef="#br0" timeOffset="-109720.66">16976 16084 61 0,'-13'-3'147'0,"-1"1"1"15,2-1 0-15,-1 4-2 0,0-3 3 0,4 0-2 16,0 1 7-16,2-1-8 0,7 2-12 15,-9-4-10-15,9 4-12 0,0 0-13 0,16-13 1 16,3 5-16-16,13 1-1 0,18-5-7 0,1-5-11 0,11 6 22 16,-2-1-3-16,5 2-8 0,-5 2-8 0,-3-2-10 15,-7 3-1-15,-14 4-7 0,-4-2-9 16,-3 1 1-16,-10 2-7 0,-4 0-20 0,-3 1-22 16,-4 1-28-16,0-2-30 0,-8 2-22 0,10 0-25 15,-10 0-15-15,0 0-14 0,0 0-20 0,0 0-4 16,0 0-8-16,-26 18-105 0,8-12-300 0,-1 0 133 15</inkml:trace>
  <inkml:trace contextRef="#ctx0" brushRef="#br0" timeOffset="-109501.74">17358 15994 443 0,'-20'3'-24'0,"2"-3"21"16,1 1 14-16,0-4 18 0,4 2 24 0,0 1 16 15,1-1 6-15,2-2 19 0,1 3 23 16,3-3 10-16,6 3 10 0,-12-1-7 0,12 1-3 16,-7-1-9-16,7 1-9 0,0 0-14 0,-12-1-5 15,12 1-15-15,0 0 2 0,0 0 1 0,0 0 6 16,-2 13 4-16,3-2 1 0,0 5 4 0,1 4-5 15,0 9-1-15,-2 0 0 0,0 3-2 0,-2-5-5 16,-2 6-7-16,2-3-7 0,-1 0-6 0,-1 1-6 16,0-1-41-16,0-2 6 0,1-2-3 0,-2-2 0 15,4-4-8-15,0 0-8 0,-2-1-19 0,2-1-23 16,1 0-32-16,-4-3-46 0,3-3-43 0,1 0-57 16,0-1-197-16,0-11-450 0,0 16 200 0</inkml:trace>
  <inkml:trace contextRef="#ctx0" brushRef="#br0" timeOffset="-108792.93">17494 16077 3 0,'2'-8'226'0,"-2"8"-21"15,3-11-23-15,-3 11-19 0,0 0 0 16,0 0 5-16,0 0-7 0,0 37-6 0,-3-10-5 15,-2-1-9-15,0 5-11 0,-1 1-8 0,1-3-12 16,0-1-10-16,2-1-7 0,-1 1-9 0,2-1-2 0,-1-4-12 16,3-3-4-16,-4-1-6 0,3-1-6 0,-2-7-7 15,3 3-3-15,-1-3 2 0,0-3-9 0,1 2-4 16,-3-4-4-16,3-6-1 0,-1 11 3 16,1-11-4-16,0 0 1 0,1 8-2 0,-1-8-4 15,0 0 0-15,0 0 3 0,0 0-12 0,0 0 1 16,23-20-1-16,-11 8 1 0,-2-2 0 0,2 3-3 15,1-3-2-15,2 6-5 0,0-3 4 0,-4 5-1 16,6-2-4-16,0 3 1 0,-5 2-5 0,5 0 1 16,-3-1 3-16,3 4-6 0,2 0 3 0,-2 0 8 15,-4 2-10-15,4-1 3 0,-3 0 0 0,3 0 0 16,-3 1-1-16,-3 0 3 0,3-1-1 0,-1 1-2 16,-2-2 5-16,0 0-3 0,-11 0 4 0,18-2-4 15,-12-1 3-15,-6 3 0 0,14-8-1 0,-6 2 1 16,0-2 0-16,-3-2-3 0,1 1 5 0,-1-2-1 15,-2 1-2-15,1-2 0 0,-3 1-4 0,0 1 3 16,-1 10 7-16,2-17 12 0,-2 7-1 0,0 10 2 16,0 0-3-16,0-14-6 0,0 14-3 0,0 0-1 15,0 0-3-15,0 0-2 0,0 0 2 0,-18 20 0 16,11-9-1-16,2 0-3 0,3-1 4 0,-1 3-3 16,2-1 5-16,1 1-4 0,4-1-2 0,-3-2-2 15,4 0 0-15,3 0 2 0,-2-3 3 0,0 0 0 16,5-1 1-16,-1-3 0 0,-1 0-4 0,1-3 3 15,-1 0-5-15,1-3 3 0,-1-1-4 0,1-1 0 16,1 0 3-16,-4-4-2 0,1 2 2 0,2-2 0 16,-3-2 2-16,0 3-4 0,-2-3 3 15,3-1-1-15,0-1 1 0,-5 2-5 0,3 1 1 16,-2-1 7-16,-1 4-5 0,-3 7-3 0,5-13 0 0,-5 13-6 16,5-6 0-16,-5 6-1 0,0 0 1 0,0 0 1 15,0 0-5-15,0 0 6 0,9 25-2 16,-9-15-1-16,-3 6 7 0,0 0 3 0,0 3-6 15,1 0 4-15,1 0 0 0,-2 0-13 0,-1-1-16 16,2 2-28-16,-2-2-24 0,0 2-29 0,1-4-42 16,0 0-45-16,0-4-48 0,0-1-196 0,-3 0-478 15,0-3 212-15</inkml:trace>
  <inkml:trace contextRef="#ctx0" brushRef="#br0" timeOffset="-108629.19">17876 16093 63 0,'0'0'154'0,"0"0"-24"0,0 0-24 16,0 0-41-16,0 0-50 0,24 7-59 0,-24-7-38 16,28 18-89-16,-10-6 41 0</inkml:trace>
  <inkml:trace contextRef="#ctx0" brushRef="#br0" timeOffset="-108340.59">18848 16041 159 0,'2'-19'276'0,"-4"8"-16"0,2-1-2 16,0 3-3-16,0-1-26 0,0 10-22 0,-1-12-24 0,1 12-21 15,0 0-18-15,0 0-13 0,0 0-10 0,-10 31-8 16,2-3-7-16,1 4-10 0,-2 1-6 0,-3 11-8 16,1 0-11-16,4-9-4 0,0 12-3 15,-2-3-7-15,4-9-18 0,-2 0 12 0,2-2-6 16,0 2-37-16,2-2 1 0,-3-3-4 0,2 2 4 16,0-3-1-16,-2-2-5 0,3 0-6 0,-1-2-30 15,2-6-21-15,-3 1-22 0,2-7-39 0,0 3-35 16,-1-6-56-16,1 1-47 0,-2-3-150 0,2-4-438 15,3-4 194-15</inkml:trace>
  <inkml:trace contextRef="#ctx0" brushRef="#br0" timeOffset="-108114.05">18828 16254 103 0,'15'-3'151'0,"2"5"-6"0,-3-1-1 15,4 3-7-15,0 4-1 0,-4 3-6 0,1 2-12 16,-3 2-8-16,-2 0-10 0,-4 2-11 0,-1 2 1 16,-3 1-11-16,-2 4-4 0,-3-7-10 0,-2 1-3 15,-1 0-6-15,-4-1-7 0,-2-1-2 0,-3-1-6 16,-7 2 3-16,4-5-13 0,0-2-18 0,-6 1-30 16,5-2-44-16,1-4-32 0,0-3-41 0,0 1-151 15,4-3-309-15,5-2 136 0</inkml:trace>
  <inkml:trace contextRef="#ctx0" brushRef="#br0" timeOffset="-107617.72">19116 16073 157 0,'0'0'175'0,"6"-4"-12"16,-6 4 6-16,0 0-7 0,0 0-4 0,9 23 10 15,-9-4-1-15,-1 0-14 0,-1 6-8 0,-3 3-12 16,-2-2-8-16,-2 4-5 0,0-3-12 0,0-1-5 16,-3-2-14-16,3 3-7 0,4-8-9 0,-3-1-6 15,3 0-9-15,-2-3 5 0,2 1-14 0,1-1-2 16,-1 0-10-16,1-5-1 0,0-2 0 0,3-2-4 16,-1 0-3-16,2-6-5 0,0 0-1 0,-3 12-3 15,3-12-1-15,0 0 2 0,0 0-6 0,10 2 0 16,-10-2-1-16,19-12-9 0,-4 4-5 0,2-1 4 15,3 0-3-15,0 2-3 0,-1 1 0 0,1-1 1 16,1 5 1-16,-5-3-3 0,3 5 1 0,-2 0 1 16,4 3-4-16,-2-1 2 0,-1 3 2 15,-1-2 2-15,0 1 3 0,4 0-3 0,0 2-1 0,-1-1-2 16,-1-2 3-16,0 1 1 0,-3-4-2 0,3 0 3 16,-2 0 4-16,2 0-3 0,-3-5 0 0,-5 2 3 15,-2-4-1-15,-1 0-3 0,-1-1 1 0,-3-1 3 16,0-2-4-16,-4-4-1 0,0 0-2 0,0-2 5 15,-5 2-4-15,-1-3 5 0,-1 0-5 16,2 2 0-16,-3 7-3 0,-2-1 4 0,1 2-7 16,0-1 2-16,-1 3-3 0,-1 5 3 0,-1 1-7 15,12 0 7-15,-23 7 2 0,8 3-1 0,1 4-1 16,1 1 0-16,2 0-19 0,3 10-21 0,0-8-30 0,4 3-37 16,0-4-52-16,4 5-56 0,0-2-191 0,-1-2-441 15,4-2 195-15</inkml:trace>
  <inkml:trace contextRef="#ctx0" brushRef="#br0" timeOffset="-107222.9">19721 16351 2 0,'3'-6'217'0,"-3"6"-27"0,8-5-12 0,-8 5-1 16,0 0 0-16,14 11 0 0,-9-1-10 0,1-1-14 15,0 5-8-15,-2-1-14 0,1 3-12 0,-2 1-5 16,-2-2-9-16,2-1-9 0,-2-2-13 0,1-2-5 16,-2 2-9-16,0-3-7 0,0-3-1 0,0-6 0 15,1 12 12-15,-1-12 0 0,0 7 14 0,0-7-2 16,0 0-5-16,0 0-12 0,-8 3-6 0,8-3-5 16,0 0-6-16,-10-12-3 0,10 12-6 0,-4-13-6 15,5 2 1-15,-1 0-8 0,3-2-2 0,3-3 0 16,3-2-1-16,4-3-5 0,1-1 5 0,-1 6-10 15,6-3-2-15,-4 5-5 0,1 1 0 0,-1 4 9 16,0-1-13-16,-2 6-1 0,-1-2-1 0,-1 5 1 16,2 1-4-16,-2 2 0 0,0 1-1 15,1 3 1-15,-3 4 0 0,-1 1 3 0,2 1 1 0,-2 4-3 16,-3 2 0-16,-1-2 10 0,-3 2-11 0,2-1 8 16,-3 2-33-16,-2-2-23 0,2-2-27 15,0 1-43-15,-1-2-36 0,1-4-49 0,1-1-50 16,2 0-206-16,-3-9-497 0,4 10 221 0</inkml:trace>
  <inkml:trace contextRef="#ctx0" brushRef="#br0" timeOffset="-106292.29">20279 16322 61 0,'0'0'181'15,"-7"-13"-12"-15,7 13-5 0,0 0-13 0,0 0 4 16,-28 19 4-16,17-6-7 0,-1 3-3 0,1 0-10 15,0-1-10-15,1 0-8 0,3 1-10 0,1-4-5 16,4 1 5-16,1 0-7 0,2 2-10 0,0-1-6 16,2-3-11-16,2-1 3 0,2-2-17 0,2 2-2 15,4-1-6-15,-3-4-7 0,2 0-4 0,-1-1-3 16,3-4 0-16,-2 0-5 0,2-1-1 0,-5-2-5 16,-9 3-4-16,19-9 0 0,-10 3-3 0,-3-3-3 15,-2 1-1-15,1-2-2 0,-1-2-6 0,0-1 2 16,0 2-1-16,-4-4-1 0,0 2-1 0,0-1-2 15,-1 3-1-15,2-2 2 0,-1 13-3 0,-3-21-1 16,3 11-2-16,0-1 2 0,0 11-1 16,-1-13-3-16,1 13-2 0,4-14 1 0,-4 14-4 15,11-5 2-15,0 2-1 0,0 2 1 0,-11 1-2 0,29 6-1 16,-12 0-1-16,-2 4 3 0,1-1 0 0,-2 3 3 16,-3 2 1-16,0-1-1 0,1 2-2 15,-4 0 4-15,0 1 1 0,-1-1 10 0,-2-3-6 16,-1-1 6-16,-1-1-5 0,1 1-2 0,0-3 3 15,-3 2-1-15,0-5-1 0,2 1 8 0,-3-6-8 16,1 11 8-16,-1-11 14 0,4 7 17 0,-4-7 6 16,0 0-2-16,0 0-6 0,0 0-2 0,0 0-5 15,0 0-1-15,0 0-9 0,-12-19 1 0,12 19-5 0,-4-18-2 16,2 7 2-16,2 1-3 0,1-4-4 16,2-1 1-16,1-4-4 0,2 2-3 0,0-2 4 15,1 1-6-15,0 1-1 0,1 1-2 0,2 2 2 16,0 0 10-16,-3 6-13 0,3-2-3 0,-2 3-2 15,1 2-4-15,5 2 7 0,-3 3-10 0,1 0 5 16,2 2-3-16,-3 3 1 0,2 1 6 0,-4 2-8 16,-1 1 3-16,1-1 4 0,0 2-5 0,-3-1 0 15,0 2-1-15,1-2 3 0,-2 0 9 0,0-2-4 16,0 2 1-16,-2-2-6 0,-1-1 3 0,-2-6 3 16,4 10-5-16,-1-6 4 0,-3-4-2 0,4 6 6 15,-4-6 0-15,0 0 3 0,2 5-4 0,-2-5 0 16,0 0 1-16,0 0 6 0,0 0-5 0,0 0-4 15,0 0 2-15,0 0-4 0,0 0 0 0,8-25 3 16,-5 15-1-16,1 1-2 0,0-2 3 16,3-5-9-16,0 2 8 0,0 3-5 0,3-2-1 0,-1-2 2 15,0 7-6-15,1-1 6 0,-1 3-7 16,2-1 5-16,0 4-6 0,-11 3 3 0,20 0 0 16,-11 4-2-16,0 2 0 0,-1 1 6 0,0 2-3 0,2 1 2 15,-3 3 2-15,2-2-2 0,0 3 3 0,1-2-5 16,-2-1 3-16,2-2 7 0,0 1-7 0,1-2 2 15,0-3-1-15,-1 0 3 0,2-1 4 16,-1-3-2-16,0 0-4 0,-11-1 3 0,21-2 3 16,-8-4-5-16,-1 3-1 0,-2-5 7 0,-1 0-5 15,1 2 3-15,-4-5-8 0,1 0 8 0,-2 0 2 16,0-5-2-16,-2 1-4 0,-3 2 4 0,0-4 0 16,-2 1-2-16,2 16-5 0,-5-23-1 0,3 11 3 0,2 12-6 15,-5-15 6-15,5 15-2 0,-12-8-4 16,12 8 2-16,-19 4-3 0,5 6 6 0,-2-1-2 15,-4 10-3-15,7-5 4 0,2 3-5 0,-2 0-14 16,3 0-30-16,2 7-33 0,0-6-38 0,3 1-41 16,8-1-54-16,-3 0-54 0,1 1-213 0,-1-3-525 15,4-4 232-15</inkml:trace>
  <inkml:trace contextRef="#ctx0" brushRef="#br0" timeOffset="-106060.23">21256 16455 154 0,'5'-12'200'16,"2"-5"-15"-16,-2 2-4 0,-1-2-4 0,1 0 7 16,3-1-7-16,0 0-16 0,0 2-2 0,4-8-8 15,0 8-6-15,4-6-6 0,-5 10-7 0,2 0-9 16,1 4-16-16,-1 3-10 0,-3 0-2 0,3 4-16 16,-2 2-8-16,-11-1-7 0,21 11-6 15,-12-3-3-15,-2 3-8 0,-1-1-2 0,-1 4-7 16,-2 1 0-16,-1 3-6 0,-4-3-1 0,-1 2-11 0,-1 0-19 15,-3-1-30-15,1 1-47 0,-2 0-50 0,1-2-59 16,-1-1-70-16,0-5-158 0,3 0-447 0,0-3 198 16</inkml:trace>
  <inkml:trace contextRef="#ctx0" brushRef="#br0" timeOffset="-105472.43">21614 16275 44 0,'0'0'223'0,"3"-9"-11"16,-3 9-5-16,0 0-6 0,0 0-12 0,0 0-12 15,-21 21-7-15,16-11-1 0,0 2-8 0,0 0-8 16,0 4-5-16,0 0-8 0,1-2-15 0,3 3-6 16,-1-4-15-16,2-3-8 0,0 2-3 0,0-4-12 15,3 3-10-15,1-1-4 0,1-4-8 0,1 1-3 16,-2-3-5-16,4 1-5 0,1-3-1 0,-1-1-2 15,1-1-6-15,2 0-5 0,-1-3-3 0,-1-1 1 16,1-2-6-16,0-1-4 0,-1-1 1 0,-1 1-3 16,0-4-2-16,0 0-2 0,-1-3-4 0,-3 2-6 15,1-3-4-15,-2-2-5 0,-1 3-1 16,2 0 0-16,-3 3 3 0,2 0 1 0,-2-3-4 0,1 5-2 16,-2 9 6-16,4-15-2 0,-1 9-2 0,-3 6-5 15,6-8 7-15,-6 8-6 0,12-2 1 0,-12 2 4 16,0 0-4-16,19 10 4 0,-11-1-1 0,-1-1 9 15,1 3 0-15,0 3 2 0,-2-1 9 16,2 1-5-16,-3 0 1 0,1 2-3 0,-2 0 7 0,0-6-4 16,-1 3 0-16,-1-4 0 0,2 1-4 15,-3-5 3-15,-1 3-1 0,0-8 4 0,1 10 1 16,-1-10-4-16,-2 8 1 0,2-8 5 0,-8 3-5 0,8-3 1 16,0 0-1-16,0 0-1 0,0 0-1 0,0 0 0 15,0 0-3-15,-11-21 1 0,11 21 1 0,2-19-4 16,2 9-6-16,4-5 8 0,-1 5-3 15,2-7 6-15,3 2-10 0,3 1 1 0,-3 1 1 16,2 1-1-16,-5 4 7 0,4 0-12 0,-3 2 2 16,-1 0 0-16,0 4 0 0,-9 2 5 0,15 0-6 15,-15 0 1-15,15 8 0 0,-8-1 6 0,0 1 7 16,-3 1-7-16,-1 5-2 0,3 1 3 16,-5-4-3-16,1 5 4 0,-2 3-27 0,-2-2-26 0,6-1-20 0,4 8-31 15,-2-5-43-15,4 5-39 0,8-3-70 16,7 3-221-16,0-4-513 0,9 0 226 0</inkml:trace>
  <inkml:trace contextRef="#ctx0" brushRef="#br0" timeOffset="-104903.83">22359 16551 75 0,'0'0'213'16,"0"0"-9"-16,10-12-17 0,1 7-11 0,0 1-4 15,7-4-11-15,0 1-2 0,7-3-9 16,-5 3-7-16,-2-1-7 0,6-5-3 0,0 2-3 0,-6 3 1 16,-1-6-13-16,-3 4-3 0,-2-5-7 15,0 1-7-15,-1-1-10 0,1-2-7 0,-7 1-9 16,2-1 3-16,-6 0-5 0,0 0-11 0,3 1-1 15,-8 3 7-15,3 3-2 0,2-1-3 0,-1 11-7 16,-1-16-7-16,1 16-5 0,-1-9-7 0,1 9-5 16,0 0-8-16,-3-6-4 0,3 6 1 0,0 0 1 15,-13 23-11-15,7-9 6 0,-2 1-5 0,3 1 2 16,0 2 2-16,4 1-3 0,1 5-3 0,2-5-1 16,3-2 8-16,0 1-8 0,5 0 0 0,1-4 5 15,0-1-5-15,2-3-2 0,-1 1 0 0,-1-4-1 16,-1 1 1-16,2-4 3 0,-2-1 4 0,0-1-6 15,1-2-2-15,0 1 10 0,-11-1-12 0,15-5 0 16,-6 0 2-16,1 0-3 0,-2-2 0 0,1-3 0 16,-1 2 0-16,-2 0-5 0,1-3 4 0,-2-2 6 15,1-1-3-15,2 3-4 0,-3 1 4 0,1-2-4 16,-2 3 2-16,0 1-1 0,-4 8-1 0,6-12 0 16,-6 12-5-16,5-7-4 0,-5 7 1 0,0 0-1 15,0 0 2-15,0 0-1 0,0 0 1 0,2 21 0 16,-5-10-1-16,-7 3 8 0,3 3-4 0,4-2-2 15,-3 3 4-15,-2 0-1 0,4 0 2 16,-1 0 0-16,0 0 3 0,-1-1-8 0,1 1-26 0,-1-3-26 16,3 0-36-16,-2 1-42 0,-1 0-37 0,-2-3-62 15,-2-4-49-15,0 5-193 0,1-7-516 0,-1-1 228 16</inkml:trace>
  <inkml:trace contextRef="#ctx0" brushRef="#br0" timeOffset="-104733.14">22524 16212 1821 0,'-6'-24'0'0,"1"5"47"0,1 3-2 16,0 4-5-16,1 5-28 0,1-3-8 0,2 10-2 0,0 0-6 16,0 0-20-16,0 0-26 0,10-12-35 15,0 12-57-15,-10 0-136 0,31 10-301 0,-4-5 133 16</inkml:trace>
  <inkml:trace contextRef="#ctx0" brushRef="#br0" timeOffset="-104460.21">23361 16026 51 0,'-2'-11'284'0,"2"11"-20"15,0-11-27-15,0 11-23 0,0-7-25 0,0 7-17 16,0 0-14-16,0 0-7 0,0 0-1 0,-4 37 5 16,0-5-1-16,-2 0-12 0,-1 1-8 0,-1 2-4 15,0 0-14-15,2-1-5 0,-3 1-12 0,3-2-9 16,-2-1-15-16,1 0-2 0,-1 1-5 16,2-2-10-16,-1-2-3 0,1-1-5 0,-1-3-22 0,2-7-36 15,1 0-34-15,-3 0-41 0,1-1-49 0,2-6-48 16,-1 0-43-16,-1-1-48 0,1-1-141 0,-1-5-446 15,6-4 197-15</inkml:trace>
  <inkml:trace contextRef="#ctx0" brushRef="#br0" timeOffset="-104206.01">23548 16225 6 0,'0'0'173'0,"7"-5"-1"16,-7 5-5-16,0 0 2 0,0 0-9 15,0 0-5-15,-17 24-5 0,2-12-10 0,-6 5-11 16,-3-1-7-16,2-1-16 0,-3 1-5 0,1-1-10 16,-1-2-11-16,7-2-7 0,0-3-9 0,6-2-8 15,0 1-2-15,5-3-4 0,1-2-8 0,1 2 0 16,-2 0-6-16,7-4-1 0,0 0-5 0,0 0 0 16,0 0-3-16,17 9-4 0,-3-7 0 0,6 1-9 15,10 1 2-15,-1 1-3 0,2 2 4 0,-1-1-8 16,0 2-30-16,-5 1-33 0,-5-2-54 0,5 2-54 15,-7-1-210-15,-9 0-403 0,4-1 178 0</inkml:trace>
  <inkml:trace contextRef="#ctx0" brushRef="#br0" timeOffset="-103956.18">23673 16470 174 0,'1'-11'203'0,"3"-1"-8"15,2 0-2-15,1-2-2 0,2 0-13 0,1-1-15 0,2-1-11 16,1 3-8-16,3 0-2 0,2 2-2 0,-3 0-8 16,3 2-11-16,-3 2-11 0,-1 1-13 0,-2 6-5 15,2 0-11-15,-1 3-7 0,1 3-7 16,-4 0-8-16,-1 1-4 0,-1 4-3 0,1 1-7 16,-6 4-4-16,1 0-6 0,-4 0-1 0,0 1-2 0,-1 1-4 15,-2 0-5-15,-2-3-32 0,0 2-37 16,-2-2-36-16,3-2-44 0,2-4-58 0,-1 1-75 15,-3-3-133-15,4 2-424 0,2-9 188 0</inkml:trace>
  <inkml:trace contextRef="#ctx0" brushRef="#br0" timeOffset="-103642.18">24109 16341 144 0,'-8'4'207'0,"8"-4"-7"0,-11 12-8 0,5-3-9 16,1 1 14-16,3 0-14 0,-2 4-16 0,1-2-5 16,3 3-4-16,2-1-13 0,1 2-11 15,3-2-9-15,-1-4-13 0,4 3-6 0,1-5-9 0,1 1-5 16,0-4 0-16,1 1-1 0,0-3-4 0,2-1-4 16,-1-2-2-16,-2 0-7 0,2-2-3 0,0-3-10 15,0 0 6-15,-3-3-17 0,1-3 0 0,-1 1 1 16,-2-4-14-16,0 0 6 0,-3-1-7 0,0-1-4 15,-5 0-1-15,0-2-6 0,-4 0 0 16,-2 0-8-16,2 1-6 0,-8 0-18 0,-3-4-17 0,2 9-15 16,-1 1-18-16,3 3-19 0,-3 1-33 15,0 2-24-15,-5 3-27 0,5 2-46 0,2 0-58 16,-1 2-177-16,13-2-478 0,-18 5 212 0</inkml:trace>
  <inkml:trace contextRef="#ctx0" brushRef="#br0" timeOffset="-103172.35">24408 16319 132 0,'0'0'187'0,"0"0"-13"15,0 0-11-15,9-3-5 0,-9 3-3 0,0 0 2 16,0 0-8-16,1 13-11 0,-1-13-3 0,-3 11-5 16,3-4-5-16,0 3-18 0,2-2-4 0,-1 2-10 15,3 1-8-15,-2-4-7 0,2 2-7 0,-1-2-1 16,2 3-11-16,1-3 0 0,3 1-9 0,-1-2-4 15,3-2-4-15,-4 0-2 0,-7-4-7 0,14 7 4 16,-9-4-8-16,8-2 0 0,-13-1-5 0,15-4 1 16,-5 0-5-16,-1-2-2 0,-1-1-3 0,-3 0 5 15,4-2-5-15,-3 0 0 0,0-2-7 0,1 2 1 16,-4-1-2-16,1 0 2 0,-4 10-2 0,7-11 1 16,-7 11-3-16,7-11-4 0,-7 11-2 0,3-4-2 15,-3 4 0-15,0 0 1 0,0 0 0 0,0 0 0 16,0 0-3-16,0 0 1 0,0 0 1 15,7 24 1-15,-6-16 0 0,-1-8 0 0,3 15 3 0,2-7-2 16,-1-3 1-16,1 4 3 0,-1-3 0 0,3-1 5 16,1-1-1-16,2 0 10 0,-5-1-7 0,2-3 5 15,4 2 9-15,-11-2 3 0,15-4-3 16,-11 1 3-16,-4 3 4 0,17-14-1 0,-11 7-5 16,-1-3 0-16,-1 0-4 0,0-2 3 0,-1 1-11 15,2-5 3-15,-3 1 1 0,-2-2-1 0,-5 1-7 16,4 0 2-16,-2 0-1 0,0 0-3 0,0 4-10 15,0 4-14-15,3 8-27 0,-5-17-26 0,5 17-44 0,-4-9-34 16,4 9-27-16,0 0-36 0,0 0-37 16,0 0-153-16,0 0-432 0,-20 23 192 0</inkml:trace>
  <inkml:trace contextRef="#ctx0" brushRef="#br0" timeOffset="-102934.26">24847 16435 87 0,'4'-6'212'16,"2"-2"-7"-16,-3-2-10 0,0-1-7 0,0 0-17 16,3-1-13-16,-1-3-15 0,0 3 1 0,3-3-3 15,-1 2-9-15,5-1-14 0,1 4-7 0,1-2-14 16,0 2-4-16,1 4-13 0,-2 0-8 0,0 3-6 16,4 0-7-16,-4 3-6 0,-1 1-8 0,-3 6-2 15,1 0-5-15,0 1-6 0,-5 3 2 16,-3 2-6-16,0 4-1 0,-2 1-4 0,-5 6-2 0,1-5-4 15,-6 3-21-15,2-2-34 0,3-2-34 0,-5-1-47 16,0-3-75-16,3 2-207 0,0-7-435 16,3 0 192-16</inkml:trace>
  <inkml:trace contextRef="#ctx0" brushRef="#br0" timeOffset="-102228.35">25571 16209 142 0,'-6'-16'246'0,"6"16"-10"15,-11-7-17-15,2 4-12 0,9 3-18 0,-22 3-4 16,3 6 0-16,-1-2 0 0,5 3-13 0,-11 3-10 16,11-1-21-16,-1 2 0 0,3-1-14 0,1 2-8 15,-1 0-14-15,5 0-5 0,2 1-13 0,1-4-6 16,2-1-9-16,3 2-6 0,0-3-4 0,3 2-8 15,2-5-1-15,1 1-9 0,2-1-1 0,1-3-8 16,2 0 5-16,1-2-10 0,0 0-3 0,3-3-7 16,-15 1 3-16,23-5 2 0,-11-1-3 0,-1 1-7 15,-1-2 1-15,-1-3-5 0,-1 2 10 0,-1-4-4 16,1-3-5-16,0 2-3 0,-3-2-4 0,-1 4 4 16,-2 0-2-16,2 2 1 0,0-3 0 0,-4 12-4 15,2-15-2-15,-2 15 1 0,2-11-3 16,-2 11-3-16,0 0 1 0,0 0 5 0,0 0-2 15,0 0 4-15,0 0 3 0,0 0 6 0,-17 26 0 0,13-14-3 16,0 2 3-16,0-2 5 0,1 0 0 0,1-1 1 16,0 1-5-16,2 0 2 0,0-12 0 15,4 18 6-15,-1-9 13 0,3-3-2 0,-1 1-6 0,3-2 3 16,2 0-3-16,0-2 3 0,3-2-5 16,6 0-6-16,-3-3 2 0,1-2-5 0,2-2 2 15,-3 1 3-15,1-2-1 0,1-2-2 0,0 0-2 16,-1-2-6-16,5-3 1 0,-6 1-4 0,1-1 3 15,2-3 1-15,-6 4 1 0,1-3 2 0,0 2 7 16,-1 0-8-16,-3-1-9 0,-5 6 3 0,1 0 0 0,2 2 4 16,-8 7-10-16,6-11 10 0,-6 11-1 0,0 0-11 15,7-10 10-15,-7 10-7 0,0 0 3 16,0 0-6-16,0 0 0 0,-36 8 0 0,17 1 10 16,4-3-8-16,-1 2 0 0,1 0-9 0,1 2 5 15,1 0 5-15,-1 0-2 0,7 0 1 0,-1 4 6 16,1-2-11-16,3 0 10 0,4 1-6 0,-2 2 2 15,4 0 2-15,5 2-5 0,1-2 1 0,3 2-1 16,-1-2 0-16,0-1 3 0,2 1-1 0,-1-3 3 16,0 2-3-16,-1-5 6 0,-2 1-11 0,-1-1-1 15,-1 1 0-15,-3-2-7 0,1 1-10 0,-1-1-7 16,-1-1-4-16,-2-7-20 0,-9 14-19 0,0-8-20 16,-2 2-28-16,-7 0-18 0,-9 2-34 0,-1-4-36 15,-1 0-41-15,-2 2-55 0,-3-2-215 16,-17 1-560-16,12-3 248 0</inkml:trace>
  <inkml:trace contextRef="#ctx0" brushRef="#br0" timeOffset="-101235.89">6709 16713 132 0,'3'-19'236'0,"0"1"-37"15,0 1-3-15,-2 5-11 0,-1 2 5 0,0 1-12 0,2 3-11 16,-2 6-22-16,2-11-15 0,-2 11-16 0,0 0-6 16,0 0-5-16,0 0 1 0,10 24-3 0,-10-5 4 15,0 10 0-15,-1 4-2 0,-3 12 3 0,4 5-10 16,-2-3-7-16,-1 3-5 0,3-4-2 15,0-11-7-15,-2 12-11 0,-4-11-4 0,6-1 3 16,-3-1-5-16,0-4-14 0,2-2-5 0,-1 0-2 0,1-4-5 16,1-5 28-16,0-2-13 0,-1 1 1 15,-2-4-8-15,3 0-1 0,-1-4-31 0,0 4-18 16,-3-4-29-16,0 0-30 0,2 0-28 0,-4-2-28 16,1-2-31-16,5-6-34 0,-14 12-44 0,9-9-42 15,5-3-154-15,-13 4-465 0,13-4 206 0</inkml:trace>
  <inkml:trace contextRef="#ctx0" brushRef="#br0" timeOffset="-100983.49">6790 16854 87 0,'17'-11'194'0,"8"-5"-8"0,-1 4-2 15,0 6-12-15,4 2-5 0,-6 2-9 0,0 4-15 16,0 1-15-16,-2 4-6 0,3 7-16 0,-6-4-13 15,-1 5-6-15,-3-1-12 0,-3 4 1 0,0 5-7 16,-7-5-5-16,-6 0-5 0,1 1-6 0,-2 0 1 16,-2 0-3-16,-3-2-3 0,-3-1-3 0,-3 6-5 15,-3-3-2-15,-5-6-7 0,4-1 1 16,-4 0-5-16,-3 0-2 0,6-6-15 0,-8 2-21 0,1 0-29 16,6-4-30-16,-2-4-37 0,4 0-40 0,3 0-58 15,-2 0-136-15,18 0-370 0,-22-4 165 0</inkml:trace>
  <inkml:trace contextRef="#ctx0" brushRef="#br0" timeOffset="-100610.68">7151 16906 184 0,'8'10'206'0,"-8"-10"-5"0,4 17-7 0,-1-5-7 16,-3 4-5-16,-1 0-13 0,2 2-15 0,-1-1-11 15,2 4-12-15,-1-6-11 0,2 2-9 0,2-2-7 16,-3-2-14-16,6 0-8 0,-2-3-4 0,2-2-8 16,0-1-4-16,3-1-7 0,1-4-10 0,-1-2 3 15,3-1-7-15,-1-3-1 0,4-1-5 0,-1-4-11 16,-2 1 5-16,-2 1-5 0,1-5-3 0,1 0 0 16,-3 2-3-16,-1-3-4 0,-3 3 4 0,2-4-6 15,-4 2 0-15,1-3 2 0,3 2-7 0,-5 2-1 16,-3-1 1-16,-1 12 1 0,3-17 0 0,-3 17 7 15,2-11-1-15,-2 11 0 0,0 0-7 0,0-14-1 16,0 14-6-16,0 0 2 0,0 0 0 0,0 0 3 16,0 0 2-16,0 0 0 0,-11 47 2 0,8-28-6 15,-2 1-1-15,3 3 4 0,-1-3-18 0,-1 5 10 16,3-5-29-16,0-2-30 0,2 8-14 0,-1-8-29 16,0-2-35-16,0-3-43 0,0 2-31 0,1-4-25 15,1-2-135-15,0 1-398 0,-2-10 176 16</inkml:trace>
  <inkml:trace contextRef="#ctx0" brushRef="#br0" timeOffset="-100259.24">7600 17055 129 0,'5'-12'174'16,"-5"12"-18"-16,5-5 11 0,-5 5-1 15,0 0 10-15,0 0-1 0,18 15-11 0,-14-6-10 16,0 1-13-16,1 1-12 0,0 4 4 0,-3 2-3 15,2 0-14-15,-1-5-7 0,-1 4-10 0,-2-6-15 16,1 0-6-16,-2-3-9 0,1 0-1 0,0-7-10 16,1 9 17-16,-1-9 8 0,0 0-2 0,0 0-4 15,0 0-8-15,0 0-8 0,0 0-8 0,0 0-3 16,0 0-3-16,0 0-4 0,0 0-3 0,7-36-9 16,-3 25-1-16,2-4-4 0,4-2-1 0,2-6-8 15,-2 6-2-15,2-1 0 0,3-1-4 0,-2 5-5 16,-2 0-2-16,1 7 1 0,-2-2-1 0,0 4-5 15,2 4 4-15,-2-2-4 0,-10 3 0 0,20 6 0 16,-9-1 4-16,-1 3-4 0,1 3-1 0,-2 4 3 16,-4 0-4-16,1 3 5 0,-3-2 1 0,0 4-12 15,-3-2-24-15,-3 7-30 0,0-6-39 16,0 0-47-16,-1-2-50 0,3-2-45 0,-2 2-214 0,2-8-496 16,1-9 219-16</inkml:trace>
  <inkml:trace contextRef="#ctx0" brushRef="#br0" timeOffset="-100031.31">8120 16959 109 0,'-17'2'234'0,"17"-2"-4"0,-16 12-7 0,7-2-17 15,-1 4 2-15,0 2-13 0,0 2-8 0,3-1-15 16,0 1-13-16,2 2-13 0,0-1-14 0,0-2-20 15,4 2 0-15,1 1-13 0,0-5-18 0,2 2 0 16,2-7-25-16,0 2-21 0,2-4-29 0,-1-1-30 16,6-2-39-16,1-2-35 0,0-2-54 0,2-2-50 15,-1-3-172-15,-2 3-406 0,3-4 180 0</inkml:trace>
  <inkml:trace contextRef="#ctx0" brushRef="#br0" timeOffset="-99666.29">8266 16827 168 0,'0'0'234'0,"0"0"-9"15,0 0 4-15,0 0-3 0,0 43-16 16,2-19-14-16,2 5-4 0,-4-3-16 0,0 5-13 0,2-3-6 16,-2 2 4-16,-1-1-21 0,0-3-12 0,1-1-6 15,0-8-14-15,2 2-12 0,-3-2-12 0,2-4-9 16,1-2-3-16,-2 0-6 0,0-11-4 15,-2 13-16-15,2-13 13 0,-1 10 1 0,1-10 5 16,0 0 3-16,0 0-8 0,-1 11 0 0,1-11-7 16,0 0-4-16,0 0-6 0,0 0-8 0,0 0-7 15,0 0-2-15,5-47-7 0,4 30-7 0,1 1 11 16,6-7-4-16,5 4-4 0,-3-1-4 0,3 3-1 16,-7 5-4-16,2 1 2 0,1 4-2 0,-3 1-12 15,-1 4 9-15,0 0-5 0,-2 4-2 0,-1 0 5 16,2 4-4-16,-2 1-3 0,-2 4 3 0,-1-1-2 15,-2 7 9-15,-2-1-1 0,-2 2 4 0,-1-1-4 16,-1 1-7-16,-4-2-41 0,1 2-39 0,-1 2-51 16,3-4-73-16,-4 0-85 0,-1-2-256 0,4-4-595 15,3-10 263-15</inkml:trace>
  <inkml:trace contextRef="#ctx0" brushRef="#br0" timeOffset="-99250.06">9227 16766 46 0,'3'-12'264'0,"1"3"-17"0,-1 2-2 15,-1 2-22-15,-2 5-20 0,3-7-24 16,-3 7-18-16,0 0 2 0,0 0 0 0,17 17 13 15,-14 1-2-15,3 10-11 0,-4 4-9 0,2 1-16 16,-3 3-8-16,-2 8-11 0,-2-9-46 0,2 1-8 0,-3-2-3 16,0 11-8-16,3-14-6 0,0 2-1 0,1-5-8 15,-3 4 5-15,3-7-22 0,0 1-23 0,-3-8-38 16,0-1-30-16,1-2-48 0,0 1-46 16,1-5-63-16,-3-2-239 0,-2 0-503 0,-1-5 222 15</inkml:trace>
  <inkml:trace contextRef="#ctx0" brushRef="#br0" timeOffset="-98778.23">9273 17026 125 0,'17'-7'157'0,"2"-1"-6"0,1 0-6 0,-1 3-4 15,-2-4-17-15,1 3 1 0,-7 0-4 0,1 2-4 16,-2-4-4-16,0 2 4 0,-1-2-10 0,1 1-5 15,-3-2-9-15,-4 3 0 0,1-2-10 0,0-2-7 16,-4 10-7-16,4-18-1 0,-4 10-3 0,0 8-5 16,0-12-1-16,0 12-2 0,0 0-6 0,0-13-7 15,0 13-10-15,0 0-3 0,0 0-3 0,0 0-3 16,0 0 6-16,4 33 3 0,-4-14-6 0,2 13 4 16,0-3 1-16,-1 0 2 0,-1 3-1 0,1-3 7 15,2 1 25-15,-2-5-6 0,-1 0-4 0,0-7-7 16,1 1-8-16,-1-4 0 0,2-2-8 0,-1-1 0 15,1-3-2-15,-2-1 0 0,0-8-7 0,0 10 6 16,0-10-4-16,0 7 3 0,0-7 2 16,0 0-13-16,0 0 11 0,0 0-3 0,0 0-6 0,0 0-3 15,0 0-2-15,0 0-2 0,22-32-4 0,-12 18 1 16,1-4-11-16,1 4 6 0,0-2-4 0,4 4 5 16,0-2-3-16,-2 2-8 0,-4 6 4 15,0 2-4-15,0 1 1 0,-10 3-8 0,17 3 12 16,-7 1 7-16,-1 5-4 0,-1 0 1 0,0 8 4 15,-2-2 1-15,-1 2-3 0,-4 1-11 0,-1 0 17 16,2 7-6-16,-5-8 1 0,1 3-12 0,-2-1 8 16,0 0-14-16,-1-3-34 0,1 1-40 0,0-3-50 15,3-3-53-15,-2-4-89 0,3-7-205 0,-4 12-521 0,4-12 230 16</inkml:trace>
  <inkml:trace contextRef="#ctx0" brushRef="#br0" timeOffset="-98214.98">9811 17090 1729 0,'0'0'120'0,"3"-11"-66"15,-3 11-17-15,10-6-10 0,-10 6 19 0,14 4 31 16,-3 5 20-16,-2-2-3 0,1 1 4 0,4 4 1 16,-1 2 10-16,-2 0-2 0,0 5-6 0,-1-3-5 15,3 6-6-15,-3-5 0 0,-1-1-15 0,0 1-5 16,1-2-3-16,-2-1-8 0,-3-2-2 0,0-1-3 15,-1 0-13-15,-2-1 0 0,-2-10-2 0,-1 15-12 16,1-15 13-16,-1 11-1 0,1-11-3 0,-12 7-6 16,12-7-1-16,-7 4-1 0,7-4-4 0,0 0 5 15,0 0-5-15,-19-10 1 0,19 10 1 16,-3-14-8-16,3 14 0 0,3-22-4 0,0 7 0 16,4-3-2-16,-2 1-1 0,3-3-3 0,-1 5-1 15,5-1 3-15,-2-1-4 0,4 4-1 0,-1-1-16 0,0 3 16 16,-1-1-2-16,-1 3 5 0,3 0-6 0,-5 2 0 15,1 3 3-15,-1 1-11 0,1 0 7 16,-1 1-4-16,-9 2-4 0,16 0 5 0,-16 0-2 0,13 4 3 16,-6 0-2-16,0 1-2 0,0 2 3 15,-1 3 4-15,-1 0-18 0,-2 0 19 0,1 1-5 16,2 1 1-16,-4-2 4 0,1 3 0 0,-2-4 2 16,2 2-1-16,0-3-1 0,-3-8-7 0,3 14 5 15,0-8 3-15,-3-6 5 0,8 11-6 0,-3-8 8 16,-5-3-9-16,11 2 4 0,-11-2-1 0,18-2-2 15,-18 2 8-15,19-8-13 0,-7 2 9 0,-3 0 2 16,-2-2-1-16,1-2-8 0,2-4 5 0,-2 4-1 16,-3-1 7-16,0-6-5 0,-2 0-1 0,-3 2-6 15,-1-2 8-15,-2 2-4 0,-4-1 1 0,0 0 0 16,-5 2-15-16,2 1 13 0,0 4-5 0,-3 2-2 16,-1-2-6-16,0 8-26 0,1-1 6 0,-5 4-22 15,6 1-16-15,-6 3-30 0,1 0-38 0,1 4-44 16,0-1-58-16,5 0-74 0,0 2-183 0,5-3-537 15,-1-1 238-15</inkml:trace>
  <inkml:trace contextRef="#ctx0" brushRef="#br0" timeOffset="-97350.1">10497 17027 170 0,'0'0'243'0,"0"0"2"16,0 0 0-16,4 22-13 0,-4-9-15 0,-3 2-15 16,1 5-13-16,-2-1-9 0,3 6-27 0,-2-8-2 15,2 1-14-15,1-1-10 0,0-4-17 0,1 2-6 16,0-5-11-16,3 3-3 0,0-3-11 0,1-1-8 0,0-2-1 16,0-3-17-16,4-2 3 0,2-3-3 15,-1 1-10-15,4-2 3 0,-3-1-3 0,3-2-5 16,-3-2-9-16,3-3 4 0,0 0-20 0,-4-2 13 15,3-3-2-15,-3 1-1 0,0 0-2 0,2-1-6 16,-3-1 1-16,1-1 1 0,-4 1-4 0,3-1-1 16,-4 1-6-16,0-1 5 0,1 2-5 0,-4 5 6 15,2 1-4-15,0 3 0 0,-4 6-8 0,3-10 3 16,-3 10-4-16,0 0-1 0,4-8 6 0,-4 8-1 16,0 0 15-16,0 0 4 0,7 25 4 0,-6-12 5 15,0 1-5-15,2 4 3 0,-2-1-6 0,1 0 1 16,0 0 0-16,-1 0-3 0,1-1 5 0,-1-1-9 15,4-5-1-15,-3 3-3 0,2-4-6 0,-1 1-16 16,2-1-14-16,-2-2-16 0,-3-7-9 0,7 11-11 16,2-6-6-16,-9-5-8 0,16 7-1 0,-6-6-2 15,0-1 7-15,-10 0 1 0,23-3 0 0,-10 0 1 16,0-2 11-16,3-2 2 0,1 1 1 0,-3-2 12 16,4-2 2-16,-2-1 3 0,1-1 3 0,3-5 4 15,5-1 4-15,-6 1-3 0,0 1 11 0,-5 2-4 16,-1 0 7-16,-2 2 8 0,-2 2 15 0,-1 1 18 15,-5-1 5-15,2 3 10 0,-5 7 3 16,2-12 0-16,-2 12 5 0,3-11-6 0,-3 11-2 16,0 0-13-16,0 0 8 0,0 0-2 0,0 0-3 15,-28 8 9-15,15-1-9 0,0 6 9 0,-1-1-4 16,4 1 0-16,-4 0-5 0,2 2 0 0,5-5-11 16,-1 3 0-16,3-2 1 0,0-2-6 0,0 0 3 0,2-2-3 15,3-7 3-15,-4 13-3 0,4-13-7 0,-1 7 9 16,1-7-1-16,0 0-5 0,0 0-1 15,15 8 1-15,-15-8-3 0,0 0-2 0,19-4 5 16,-19 4-3-16,12-4 3 0,-5-1-4 0,-7 5-3 16,12-9 1-16,-5 4 0 0,-7 5 0 0,6-8 2 15,-6 8-1-15,7-6 0 0,-7 6-2 0,7-5-2 16,-7 5-6-16,0 0 2 0,0 0-4 0,0 0-1 16,0 0 3-16,0 0 4 0,14 9 1 0,-8 0 2 15,-3 4 9-15,3 3-4 0,-2 2 3 0,3 6-3 16,-4 2 4-16,0-1 1 0,-3 4 10 0,1-1 12 15,2 0-5-15,-3 0 0 0,2-3-4 0,-4 1-3 16,-1-1 0-16,1 0 7 0,-3-8 1 0,2 2-4 16,-2 0 6-16,-3-3-3 0,-2 0-4 0,0-3-6 15,-1-3 8-15,1 2-11 0,1-2 3 0,0-4-8 16,3-1 8-16,-5 0-3 0,3-1-6 0,8-4-30 16,-17 2-32-16,17-2-35 0,-18-2-51 15,18 2-43-15,-12-7-51 0,7-3-55 0,2 0-67 0,3 10-180 16,-4-22-576-16,7 6 255 0</inkml:trace>
  <inkml:trace contextRef="#ctx0" brushRef="#br0" timeOffset="-96958.36">11354 17027 1528 0,'7'-28'38'0,"-3"0"41"16,0 11 24-16,-3 1-21 0,1 4 17 15,-2-1 8-15,0 13 2 0,0-15-20 0,0 15-11 16,2-11-4-16,-2 11-9 0,0 0 4 0,0 0 14 15,0 0 14-15,0 0-16 0,1 48 29 0,-1-20 3 16,-1 1-5-16,2 1-11 0,-2 0-9 0,1 2 2 16,-2-3-15-16,-1-1 8 0,3 1-2 0,-2-5-2 15,2-6-7-15,2-1-7 0,-2 1-12 0,-2-7-6 16,2 1-2-16,0-1-10 0,0-11 3 0,-1 13 4 16,1-13 1-16,0 0 1 0,-1 13 6 0,1-13 2 15,0 0 10-15,0 0-14 0,0 0-9 0,0 0 3 16,0 0-8-16,0 0-5 0,0 0-19 0,0 0 13 15,21-38-7-15,-12 21 12 0,3 0-9 0,3-5-6 16,0-1-8-16,-4 6 10 0,3 4 2 0,0-3-2 16,-3 3-7-16,0 6-1 0,0-2-4 0,-2 3-3 15,-4 3-2-15,-5 3 3 0,14-3-5 0,-14 3-5 16,13 8 8-16,-7-1-1 0,-2 1 0 0,-1 3 2 16,-1 0 8-16,1 2-8 0,-3 1-4 0,0 1 6 15,-5 3-17-15,2-7-30 0,1 0-36 0,0-1-41 16,-4 1-47-16,2-3-53 0,4-8-69 0,-5 12-337 15,5-12-680-15,-5 8 301 0</inkml:trace>
  <inkml:trace contextRef="#ctx0" brushRef="#br0" timeOffset="-96762.33">11728 16938 1830 0,'5'-16'146'0,"0"0"14"0,-4 0-17 0,1 5-37 0,-2 11-30 16,-2-16-17-16,2 16 14 0,0 0 25 15,0 0 5-15,0 0 14 0,0 0-1 0,0 0-14 16,0 0-8-16,22 34-9 0,-18-22-6 0,0 4-20 16,3-1 5-16,-4-1-5 0,3-2-24 0,-1-1-38 15,-3-1-34-15,-1-2-40 0,-1-8-34 0,-1 20-35 16,1-20-45-16,-9 15-58 0,-3-7-216 0,4-3-504 16,-3 1 223-16</inkml:trace>
  <inkml:trace contextRef="#ctx0" brushRef="#br0" timeOffset="-96092.36">6099 16626 202 0,'0'0'257'0,"0"0"-16"0,3-7-22 16,-3 7-27-16,0 0-17 0,0 0-11 0,0 0 9 15,0 0-3-15,0 0 3 0,0 0-6 0,-3 45-11 16,3-28-13-16,0 0-16 0,2 0-8 0,-1-1-13 16,0 1 0-16,4-2-25 0,-1 3-1 15,4-1-10-15,0 1-35 0,-2-2-46 0,2-1-57 16,0 1-64-16,0-2-80 0,-4 2-244 0,1-3-493 15,-3 2 218-15</inkml:trace>
  <inkml:trace contextRef="#ctx0" brushRef="#br0" timeOffset="-95133.92">6552 17712 82 0,'-27'0'173'0,"8"-3"3"0,-2 2-8 16,2 0 1-16,0 1-6 0,0-2-10 0,0 2-7 16,-2 0-3-16,3-2-8 0,1-2-5 0,6 6 0 15,0-5-9-15,11 3 0 0,-16-1-3 0,9 1-5 16,7 0-6-16,-13-2-5 0,13 2-10 0,0 0-9 16,0 0-8-16,0 0-5 0,-14 0-11 0,14 0-3 15,0 0 0-15,0 0-2 0,0 0 6 0,0 0-7 16,38 2-2-16,-16 3-1 0,7-5 1 0,5 1-5 15,0 4 3-15,17-1-2 0,2-3-6 16,3 5 5-16,3-5-3 0,6 3 3 0,27-3-16 0,0 6 10 16,0-4 0-16,-26-3-2 0,36 0-3 15,1 2 2-15,-2-1 1 0,9 2-1 0,3-3 7 16,5 0-11-16,6 0 2 0,-8 3 3 0,6-2 0 0,6-2 0 16,-2 0 2-16,7 1-7 0,0-2 12 15,-1 2-4-15,5 0-14 0,-2 0 7 0,1 0 0 0,5 0 5 16,2-2-11-16,5 2 7 0,-2-2 2 15,1 2-7-15,0-3 9 0,0 2-2 0,0-1-2 16,-4-4-3-16,-7 3-4 0,3 3 11 0,-14 2 2 16,-5-2 4-16,-5 1-5 0,-6 0-2 0,-11 2-4 15,-8-6 7-15,-25 4-3 0,-5 2 4 0,1-4 7 16,-6 3 3-16,-16-2-2 0,-2 1 1 0,-3-2 1 16,-12 0 1-16,-4 0-1 0,-7 1 17 0,1 0 15 15,-1 1 10-15,-11-1 10 0,11 1 1 0,-11-1 6 16,0 0-9-16,12 0-4 0,-12 0-5 0,0 0 0 15,0 0-11-15,13-2-5 0,-13 2-6 0,0 0-9 16,0 0-7-16,0 0-9 0,0 0-3 0,0 0-8 16,13 1-12-16,-13-1-19 0,0 0-37 0,0 0-54 15,0 0-41-15,0 0-64 0,0 0-52 0,0 0-68 16,0 0-74-16,-31-18-91 0,11 17-357 0,6 1-903 16,14 0 399-16</inkml:trace>
  <inkml:trace contextRef="#ctx0" brushRef="#br0" timeOffset="-94617.25">12432 17135 171 0,'0'-11'245'0,"3"2"-3"0,-1-3-8 16,2 3-6-16,-4 9 0 0,1-14-2 0,-1 14-6 15,1-9-21-15,-1 9-16 0,0 0-22 0,3-10-15 16,-3 10-17-16,0 0-3 0,0 0-23 0,0 0 5 15,0 0-4-15,14 16-7 0,-10-4-12 16,1 4-3-16,1 0-9 0,-2 2-6 0,1 1-5 16,0 0 5-16,0-2-15 0,1 2-6 0,0-1-5 15,-3 2-2-15,1-2-8 0,0-1 0 0,-1-1-11 16,0-2-28-16,-3 1 2 0,2-3-52 0,-4 0-38 0,-1-1-43 16,-2 0-45-16,-1 0-63 0,3-3-271 15,-5-1-562-15,8-7 249 0</inkml:trace>
  <inkml:trace contextRef="#ctx0" brushRef="#br0" timeOffset="-94466.46">12583 16870 52 0,'0'0'109'16,"15"0"-78"-16,-15 0-63 0,23 16-35 0,-10-1 15 15</inkml:trace>
  <inkml:trace contextRef="#ctx0" brushRef="#br0" timeOffset="-94222.59">12831 17339 87 0,'0'0'245'0,"0"0"-2"0,-12-10-15 0,9 5-12 15,1-2-23-15,2 7 9 0,-2-15-14 0,4 6-19 16,0-3-13-16,1 1-11 0,6-3-13 0,2-2-13 16,2 2-8-16,1 1-10 0,1 3-7 0,1 0-23 15,-2 4 4-15,0 2-8 0,-1 2-10 0,1 2-2 16,-4 3-12-16,8 2 0 0,-8 1 1 0,5 3-9 16,-5 0-5-16,0 0-4 0,-1 6-10 0,-5-5-30 0,2 5-28 15,-2 0-51-15,0 1-46 0,-1-4-81 16,-3 2-228-16,0-3-484 0,0 0 214 0</inkml:trace>
  <inkml:trace contextRef="#ctx0" brushRef="#br0" timeOffset="-93914.36">13501 17062 2158 0,'2'-33'-2'0,"4"-2"47"15,-2 2 12-15,0 3 22 0,-2 7 17 0,-2 2-12 16,0 4-8-16,1 4-4 0,1 1-3 0,-2 12-10 16,-3-18 15-16,3 18-7 0,0 0-6 0,1-16-10 15,-1 16-6-15,0 0-5 0,0 0-2 16,0 0 0-16,0 0-13 0,18 56 12 0,-16-31-3 16,0 6 4-16,-2 0 2 0,0 2-1 0,0-1-2 15,2 1 3-15,-2-2-7 0,0 1-1 0,-2 0-4 16,6-6-3-16,-1 4 3 0,-1-5-3 0,-2 1-6 15,0-5 3-15,0-2-6 0,2-1-1 0,-2 0-11 0,2-1-16 16,-4-2-19-16,2-3-30 0,2 0-39 16,-2-12-36-16,-2 19-45 0,2-9-63 0,0-10-253 15,-2 10-538-15,2-10 238 0</inkml:trace>
  <inkml:trace contextRef="#ctx0" brushRef="#br0" timeOffset="-93180.07">13515 17131 79 0,'11'-5'205'0,"9"-1"-11"0,8 1-7 16,-1-1-16-16,2 0-7 0,-1 2-16 0,4 1-10 16,-12 3-9-16,10-3-7 0,-8 3-8 0,-5-2-8 15,2 5 1-15,-6-2-5 0,1 1-6 0,-3 0-9 16,1 0-10-16,-3 2-2 0,-1 0-12 0,2 2 8 15,-2 0 2-15,1 2-1 0,-2 1-3 16,0 0-14-16,0 5 9 0,-1-4-5 0,-1 3-4 0,-3-3-6 16,4 5-4-16,-6-4-2 0,5-1-5 15,-5 0-4-15,1 1-6 0,-1-4 0 0,0-7-6 0,-1 13 4 16,-1-7-3-16,-1 0 5 0,-1-1-6 0,-1 0 1 16,-1-1-4-16,6-4-1 0,-16 3-1 15,10-1-4-15,6-2 0 0,-12-2 2 0,12 2 1 16,-12-3-18-16,8-1 12 0,4 4 1 0,-8-7 1 15,8 0-2-15,0 7-4 0,4-13-5 0,2 6 3 16,2-3-2-16,1 5 1 0,6-6-1 0,1 3-1 16,-1-1 0-16,4 2 1 0,-1-1-4 0,1 1 0 15,9 0 4-15,-8-1-3 0,-2 0 5 0,2 3-4 16,9-3 0-16,-13 1-13 0,2 3 10 0,2-4 4 16,-2 2 3-16,0-1-7 0,-3-1 0 0,-4 2 4 15,4-3-2-15,-4 2 5 0,-2-2-4 0,0 1 1 16,-2 0 2-16,-7 8-2 0,11-10 4 0,-11 10-5 15,11-8 2-15,-7 6 1 0,-4 2-2 0,0 0-17 16,10-7 15-16,-10 7-4 0,0 0 3 0,0 0 3 16,-25 17-2-16,11-5-2 0,1 2 5 0,-1-2-2 15,3 4 3-15,-2-1-4 0,1-1 9 0,2-1-6 16,1 1 0-16,4-2-1 0,0-2 0 0,1-1 0 16,3 1 3-16,1-10-1 0,1 14 2 0,-1-14 0 15,4 11-2-15,1-7 0 0,-5-4 3 0,18 6 0 16,-8-5-3-16,4 0-1 0,-1-1 8 0,2-1-9 15,2-3 4-15,1 0 3 0,-7-1-8 0,3 1 6 16,2-1-4-16,-2 0 5 0,-4-3-4 0,-1 1 2 16,1 0-11-16,-2-2 9 0,-3 2 3 15,1-3-4-15,-3 2 3 0,-3 8-4 0,6-14 7 0,-6 14-5 16,4-10 2-16,-4 10-4 0,4-6 4 0,-4 6-14 16,0 0 2-16,6-5 2 0,-6 5-2 0,0 0-5 15,0 0 9-15,7 18-1 0,-7-8 3 0,0 2 0 16,0 2 8-16,-2 1-7 0,1 1 0 0,1-3-21 15,1 1-26-15,1 2-24 0,-2-3-33 0,2 3-37 16,0-5-61-16,0-1-63 0,-1 4-183 0,2-5-486 16,-3-9 215-16</inkml:trace>
  <inkml:trace contextRef="#ctx0" brushRef="#br0" timeOffset="-91260.16">14629 17149 109 0,'2'-12'207'0,"-2"12"0"16,0 0-18-16,0 0-13 0,0 0-20 0,0-8-12 16,0 8-21-16,0 0-13 0,0 0-6 0,0 0 2 15,0 0-4-15,0 0-11 0,3 28-4 0,-6-18-8 16,3 2 0-16,-2-1-11 0,0 1-7 0,4-1-2 16,-4 2-5-16,2-1-2 0,0-3-13 0,-2 1 9 15,4-1-6-15,-2-9-5 0,-2 11-1 16,4-5-5-16,-2-6-2 0,0 0-2 0,2 11 5 15,-2-11 2-15,0 0 8 0,0 0-1 0,-4 8 13 16,4-8-1-16,0 0 12 0,0 0-6 0,0 0-3 0,0 0-17 16,0 0 5-16,0 0-20 0,0 0 14 0,0 0 0 15,0 0-4-15,6-26-7 0,-2 17-1 0,-1-1 3 16,5-3-12-16,0-3 2 0,2 1-1 16,2 0-1-16,1 1-2 0,1-8-3 0,0 9 0 15,1 1-1-15,2-1-7 0,-2 4 3 0,0-3-3 16,-3 6 3-16,-1 0-4 0,1 3 0 0,-2-1-2 15,2 1-1-15,-12 3 0 0,18 3-1 0,-9 2-1 16,0 0 1-16,-2 4 3 0,-1 1-1 0,3 4 2 16,-4-3-9-16,1 5 8 0,-3-3-1 0,0-1 3 15,0 4-5-15,0 0 3 0,0 0-4 0,-1-6 4 16,1-2 0-16,0 3-1 0,0-4 0 0,-1 0 1 16,2-1 3-16,-2 1 0 0,0-3 5 0,-2-4-5 15,9 6 5-15,-1-5 0 0,-8-1 1 0,18 1-2 16,-6-2-1-16,-2 0 6 0,1-3-8 0,1 1 5 15,-2-2-5-15,4 0 0 0,-3-1-3 0,0 0 1 16,0-2 0-16,-2-3 1 0,0 4-4 0,3-8 4 16,1 4-2-16,-3-3 0 0,0 1 0 0,-5 1 0 15,-1 1-1-15,1 0 1 0,-1 1 0 0,1-1 2 16,1 1-6-16,-6 10 5 0,3-13-5 0,-3 13 2 16,2-10-7-16,-2 10 1 0,0 0-15 0,0 0 15 15,2-9 3-15,-2 9-5 0,0 0 5 0,0 0-1 16,0 0-4-16,0 0 10 0,1 45-5 0,2-29 0 15,-1 2 2-15,1-1-1 0,-1 2 0 16,-4-1-2-16,2-1 3 0,0-1-1 0,0 0-2 0,0-3 1 16,-4 3 4-16,1-4-3 0,-1-4-4 15,1 2 6-15,3-10-2 0,-5 14 2 0,5-14-3 0,-2 10 3 16,2-10-2-16,-4 8 5 0,4-8 0 0,0 0 0 16,0 0 3-16,0 0-5 0,0 0-2 0,0 0 0 15,0 0-4-15,0 0 5 0,0 0-4 16,41-20 0-16,-28 12-1 0,5-3 0 0,-5 0-14 15,2-1 12-15,-1-1 3 0,3 0 2 0,-3-1-6 16,-1 0 7-16,6-4-5 0,-6 4 1 0,-1-1 0 16,1 2 2-16,0 1-3 0,-4-1 4 0,-3 4 0 15,-1-1-3-15,-1 6 5 0,-4 4 0 0,7-12-1 16,-7 12-2-16,5-7 1 0,-5 7-4 0,0 0 0 16,6-6 0-16,-6 6-2 0,0 0 0 0,0 0 2 15,0 0 0-15,-2 29 0 0,-2-19 4 0,2 1-3 16,2 0 3-16,-1-1 3 0,1-1 0 0,-2 2 2 15,4-2-13-15,1 0 12 0,-1 0 0 0,2-1 4 16,1-1 2-16,2-3 0 0,1 1-1 0,3-1 0 16,0-1-2-16,1-2 4 0,-1 0-1 0,3-2-2 15,-2 1-3-15,-2-3 4 0,3 1 3 0,-4-1-3 16,0-3-2-16,1 0 4 0,0 1-4 0,-1-4 1 16,0 2-4-16,-3-2-1 0,0 1 2 0,0-1-3 15,-1 3 3-15,-1-4 2 0,-4 10-4 0,5-13 1 16,-5 13-5-16,3-10-4 0,-3 10 2 0,1-8 0 15,-1 8 2-15,0 0-6 0,0 0 6 0,0 0 0 16,0 0 1-16,-11 25-2 0,9-14 0 0,0 4-2 16,-2 1 5-16,-1 0-1 0,1 2 2 15,0-2-16-15,1 0-22 0,-3 1-37 0,2-3-34 16,2-1-24-16,-1 3-41 0,2-5-80 0,-3 0-224 0,3-2-517 16,1-9 229-16</inkml:trace>
  <inkml:trace contextRef="#ctx0" brushRef="#br0" timeOffset="-90865.63">15834 16947 61 0,'0'0'214'0,"0"0"-19"0,0 0-26 0,0 0-7 16,0 0-1-16,0 0-6 0,0 0 11 0,-12 29 1 15,10-11-10-15,-5 9 6 0,2-1-14 16,3 1-10-16,-1 4-10 0,2-3-13 0,-2 2-7 16,2-1-13-16,-3-1-20 0,4-3 5 0,-3 0-2 15,2-7-19-15,-1 2-3 0,2-3-13 0,0-1-16 16,-2-3-28-16,-1-1-30 0,1-1-31 0,0 0-28 0,-1-3-36 16,-2 1-40-16,1-5-52 0,-1 2-158 15,5-6-406-15,-13 5 181 0</inkml:trace>
  <inkml:trace contextRef="#ctx0" brushRef="#br0" timeOffset="-90583.83">15802 17209 30 0,'9'4'180'0,"2"0"-21"0,-1 4-13 15,1-4-2-15,-1 2-4 0,0-1-16 0,0 2 0 16,-1-2-16-16,-1 1 1 0,2-1-10 0,-1-1-4 15,-3 0-2-15,-6-4 5 0,15 5 1 0,-15-5-3 16,12 1-3-16,-12-1-9 0,13-4 0 0,-13 4-1 16,12-7-3-16,-6 3-7 0,-6 4-7 0,6-13 3 15,-6 13-17-15,2-16-4 0,-2 6 5 0,0 10-18 16,-4-19 10-16,4 19-7 0,-7-17-6 16,1 11 2-16,1-2-10 0,-1 2-6 0,-3 0-13 0,9 6-28 15,-16-7-21-15,6 7-20 0,10 0-36 16,-19 3-16-16,11 2-39 0,-1 3-30 0,2 1-26 15,-1 5-116-15,1 2-355 0,5 0 157 0</inkml:trace>
  <inkml:trace contextRef="#ctx0" brushRef="#br0" timeOffset="-90316.98">15990 17358 4 0,'0'0'199'0,"7"-9"-3"15,-2 4 1-15,0-1-15 0,-5 6-9 0,6-17-11 16,-6 11 0-16,0 6-13 0,2-15-2 0,2 7-8 15,-4 8-7-15,1-16-9 0,1 7-6 0,-2 9-12 16,2-15-14-16,2 8-1 0,2-1-15 0,1 0-4 16,2 1-20-16,6 0 5 0,0 0-19 0,4 2 11 15,2 0-6-15,1 2-3 0,-1 5-5 0,1-1-6 16,-5 5-1-16,1-1-2 0,-3 5 3 0,0-2 2 16,-4 2 1-16,-4 1 2 0,0 2 0 0,0 1-3 15,-6-2-2-15,2 0-4 0,-6 0 2 0,1 3-6 16,-1-3 3-16,-2 4-10 0,2-4-38 0,-3-1-31 15,3-2-49-15,-1-1-52 0,4-8-71 0,-7 12-214 16,7-12-479-16,-5 6 213 0</inkml:trace>
  <inkml:trace contextRef="#ctx0" brushRef="#br0" timeOffset="-90182.13">16446 17241 8 0,'4'-4'237'0,"-4"4"-14"16,2-10-24-16,-2 10-18 0,2-6-19 0,-2 6-14 15,0 0-21-15,0 0-22 0,0 0-45 0,-17-5-50 16,17 5-82-16,0 0-160 0,-22 5-250 0,22-5 110 16</inkml:trace>
  <inkml:trace contextRef="#ctx0" brushRef="#br0" timeOffset="-54531.76">8866 13581 5 0,'0'0'85'0,"0"0"-8"16,0 0 0-16,0 0-8 0,0 0-3 0,0 0-1 16,0 0-3-16,0 0 0 0,-11-2-18 0,11 2-2 15,0 0-7-15,0 0 1 0,-9-3 6 0,9 3-17 16,0 0 6-16,0 0-4 0,-9-3 2 0,9 3-2 16,0 0-2-16,0 0-2 0,-10-2 0 0,10 2-1 15,0 0-1-15,-10 0-8 0,10 0 1 0,0 0 5 0,0 0 23 16,-11 0-23-16,11 0 0 0,0 0 0 15,0 0 0-15,-11 0-4 0,11 0 7 0,0 0 1 16,-9-2-6-16,9 2 5 0,0 0 0 0,-10 0-2 16,10 0 0-16,0 0 2 0,-12-3-1 0,12 3-4 15,-10 0 2-15,10 0 1 0,0 0 0 0,-10 0-1 0,10 0-2 16,0 0 3-16,0 0 1 0,-11-2-3 0,11 2 0 16,0 0 1-16,0 0 4 0,-11 0-1 15,11 0 5-15,0 0-5 0,0 0-2 0,0 0-1 16,0 0 1-16,0 0-7 0,0 0-3 0,0 0-1 0,0 0-2 15,0 0 0-15,0 0 0 0,0 0-5 0,0 0 0 16,0 0 0-16,0 0 8 0,0 0-2 16,0 0-1-16,27 2 3 0,-16-2-2 0,2 2 0 15,0-2 4-15,6-2-3 0,-6 2 5 0,5 0-5 16,1-2 2-16,-3 1 5 0,-3 0 0 0,3-3-5 0,-4 4 7 16,4-1-5-16,-3-1 1 0,-2 1 2 15,-3 0-2-15,-1 0 4 0,-7 1 0 0,15-2-3 16,-9 1 0-16,-6 1-1 0,9-2-1 0,-9 2 0 15,0 0-1-15,9-2-3 0,-9 2 2 0,0 0 1 0,0 0-6 16,0 0-17-16,0 0-24 0,0 0-16 16,0 0-27-16,0 0-22 0,0 0-21 0,0 0-16 15,0 0-26-15,-31 10-86 0,21-8-270 0,-1-2 120 16</inkml:trace>
  <inkml:trace contextRef="#ctx0" brushRef="#br0" timeOffset="-53742.46">8879 13377 30 0,'0'0'137'0,"3"-8"-16"0,-3 8-3 15,0 0-12-15,0 0-2 0,0 0-5 16,-2-12-3-16,2 12-4 0,0 0-1 0,2-9 1 16,-2 9 2-16,0 0-5 0,0 0 1 0,1-8-2 15,-1 8-1-15,0 0-4 0,0 0-3 0,0 0-6 0,0 0-6 16,0 0 0-16,0 0-4 0,0 0-5 0,0-9-4 15,0 9-3-15,0 0-6 0,0 0-1 0,0 0-7 16,0 0-2-16,0 0-5 0,0-8 0 16,0 8-6-16,0 0-1 0,0 0 1 0,0 0-3 0,-3-9-2 15,3 9 2-15,0 0-6 0,0 0 0 0,-1-9-2 16,1 9 0-16,0 0-3 0,-1-9 1 0,1 9 1 16,0 0-3-16,1-9 0 0,-1 9 2 0,0 0 1 15,0 0 2-15,0-8-1 0,0 8 1 0,0 0 2 16,0 0-1-16,0 0 0 0,0 0 1 0,0 0-1 15,0 0-1-15,0 0-2 0,0 0 0 0,0 0-2 16,0 0 4-16,0 0-6 0,0 0 2 0,0 0-3 16,0 0-4-16,0 0-1 0,0 0-1 0,0 0-3 15,0 0 3-15,0 0-3 0,0 0-2 16,0 0 2-16,0 0 4 0,0 0-6 0,0 28 0 0,0-16 2 16,1 3 2-16,-2 2-1 0,1 1 5 0,-1 0-3 15,-2 0 3-15,-1 7 0 0,3-8 0 0,-1 2-1 16,0 1-1-16,0-4-1 0,2 3 4 0,-2 0-1 15,1-4 3-15,0 3-4 0,1-1 4 16,1 0-2-16,-2 0 0 0,2 0-1 0,-1-5 3 0,0 0-2 16,1 3-2-16,1-3 0 0,-1-1-1 0,2 1 5 15,-2 0-3-15,1 4 1 0,1-4-1 0,0-3 3 16,0 2-3-16,1 0 2 0,0 0 0 16,-2 0 5-16,2-2-5 0,-2-1-2 0,-1 0-1 0,0 2 0 15,1-4 1-15,0 0 0 0,-2-6 1 0,1 11-1 16,1-6 3-16,-2-5-4 0,1 11 2 0,0-7-3 15,-1-4 2-15,2 8-3 0,-2-8 4 0,3 8-1 16,-3-8-4-16,0 0 4 0,0 9 0 0,0-9-4 16,0 0 0-16,2 6-1 0,-2-6 4 0,0 0 2 15,6 5-6-15,-6-5-8 0,0 0-4 0,0 0-18 16,0 0-15-16,11-1-21 0,-11 1-29 0,12-7-23 16,-4 2-31-16,1 0-32 0,0-4-19 0,1 2-172 15,-4-2-403-15,1-5 178 0</inkml:trace>
  <inkml:trace contextRef="#ctx0" brushRef="#br0" timeOffset="-53534.33">8782 13626 2 0,'0'0'172'15,"0"0"-17"-15,0 0-12 0,0 0-13 0,36-1-8 16,-17-1-15-16,9-2-9 0,3-1-11 0,-1-1-11 16,2-1-38-16,-2 1-34 0,0-3-42 0,2 2-41 15,-5 0-91-15,-9 1-184 0,4 0 82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03:58:38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466 7874 17 0,'0'0'115'0,"0"0"14"0,0 0-12 0,0 0-11 0,0 0-4 16,0 0-21-16,0 0 2 0,0 0-11 15,0 0-5-15,0 0-7 0,0 0 0 0,0 0-16 16,0 0 1-16,0 0-5 0,0 0-3 0,0 0 11 15,0 0-19-15,0 0 5 0,0 0-6 0,0 0 0 16,0 0-2-16,0 0-9 0,0 0 0 0,0 0-3 16,0 0-3-16,0 0 4 0,0 0 3 0,0 0 0 15,0 0-2-15,0 0-2 0,0 0-4 0,0 0-2 0,0 0 0 16,0 0 8-16,-61-28 4 0,61 28 2 16,0 0-5-16,0 0-2 0,0 0-4 0,0 0 6 15,0 0-8-15,0 0-1 0,0 0-3 0,0 0 3 16,0 0-2-16,0 0 3 0,0 0-9 0,0 0 2 15,0 0-1-15,0 0 3 0,0 0 5 0,0 0-2 16,0 0 1-16,0 0 5 0,0 0-3 0,0 0-6 16,87-14 2-16,-57 7-1 0,-30 7-3 0,63-11 5 15,-34 3-5-15,2 2 0 0,-31 6-16 0,45-10-11 16,-45 10-33-16,37-7-17 0,-37 7-43 0,0 0-27 16,26-4-79-16,-26 4-243 0,0 0 107 0</inkml:trace>
  <inkml:trace contextRef="#ctx0" brushRef="#br0" timeOffset="380.52">593 7793 89 0,'0'0'115'16,"0"0"-7"-16,0 0 11 0,0 0 11 0,-11 42-17 0,11-42-10 15,-6 36-3-15,6-36-9 0,-10 53-11 0,6-27-3 16,0 2-10-16,4-28-3 0,-9 49-15 0,9-49-2 15,-4 38 0-15,4-38-6 0,-5 38-2 16,5-38-2-16,-3 32-5 0,3-32-3 0,0 0-4 16,-2 38 1-16,2-38-6 0,0 0 1 0,0 0-1 15,-4 33-6-15,4-33 5 0,0 0 1 0,0 0-5 16,0 0 2-16,0 0-4 0,0 0-1 0,-13 23 0 16,13-23 3-16,0 0-3 0,0 0-1 0,0 0 1 15,0 0-7-15,0 0 2 0,0 0 0 0,0 0-3 16,0 0 16-16,0 0 9 0,-61-20 1 0,61 20 1 15,0 0 0-15,0 0-4 0,0 0-3 0,0 0-7 16,0 0-3-16,0 0-2 0,0 0-6 0,0 0 5 16,0 0 3-16,0 0-8 0,0 0 2 0,0 0 4 15,0 0-4-15,0 0-10 0,0 0-12 0,0 0-28 16,0 0-23-16,0 0-37 0,0 0-23 0,117 3-35 16,-117-3-119-16,49-2-303 0,-49 2 134 15</inkml:trace>
  <inkml:trace contextRef="#ctx0" brushRef="#br0" timeOffset="725.95">872 8067 10 0,'2'-11'158'0,"-2"11"-14"0,0 0-9 0,0 0-5 15,-11-10-9-15,11 10 2 0,0 0-5 0,0 0-4 16,0 0-7-16,0 0-9 0,-74 36-5 0,74-36-6 16,-27 21-13-16,27-21-7 0,-24 20-5 0,24-20-6 15,-15 15-6-15,15-15-4 0,0 0-4 16,-10 25-2-16,10-25-3 0,0 0-7 0,0 0 1 0,0 0-3 15,0 0 1-15,37 40-4 0,-25-34-3 16,6-3-2-16,0-2-1 0,1-1 0 0,-6 1 0 0,-1-3-5 16,-2 0 5-16,-10 2-5 0,18 0 0 15,-18 0 2-15,14-1 1 0,-14 1 3 0,0 0 1 16,0 0 4-16,11 0-5 0,-11 0-6 0,0 0-5 16,0 0-1-16,0 0 3 0,0 0-3 0,0 0-4 15,0 0-2-15,0 0 3 0,0 0-3 0,-80 24 3 16,80-24 3-16,-28 18-5 0,28-18 2 0,-21 13 1 15,21-13-3-15,0 0 2 0,-20 19-1 0,20-19-2 16,0 0 3-16,0 0 2 0,-9 28-4 0,9-28-4 16,0 0-27-16,0 0-26 0,25 24-44 0,-8-23-54 15,6 1-46-15,0-2-123 0,4-3-347 0,4-3 154 16</inkml:trace>
  <inkml:trace contextRef="#ctx0" brushRef="#br0" timeOffset="889.72">1077 8083 106 0,'0'0'207'0,"0"0"-20"0,6-7-22 0,-6 7-13 15,12-5-21-15,-3 2-9 0,-9 3-18 0,19-4-23 16,-7 3-26-16,-1-1-29 0,0 1-34 0,-11 1-28 16,21 1-29-16,-12 1-20 0,-9-2-12 0,13 4-78 15,-13-4-188-15,7 7 83 0</inkml:trace>
  <inkml:trace contextRef="#ctx0" brushRef="#br0" timeOffset="1017.91">1196 8100 216 0,'-7'4'12'0,"7"-4"18"0,-11 9 12 0,4-6 3 0,7-3 27 16,-13 6 3-16,6-3 11 0,7-3 5 0,-14 8 1 16,14-8-7-16,-7 3-2 0,7-3-6 0,-7 5-11 15,7-5-7-15,0 0-2 0,0 0-4 0,0 0-3 16,0 0 1-16,0 0-9 0,23 7 2 16,-9-8-18-16,5 1-22 0,8-5-35 0,3 1-39 15,3 1-40-15,-4-6-99 0,-1 5-224 0,-1-4 100 16</inkml:trace>
  <inkml:trace contextRef="#ctx0" brushRef="#br0" timeOffset="1923.12">1504 7783 137 0,'-7'-15'207'0,"7"15"-6"0,-5-11-12 16,5 11-12-16,0 0-12 0,0 0-17 0,-1-13-12 15,1 13-12-15,0 0-10 0,0 0-9 0,11-15-7 16,-11 15-6-16,12-4-6 0,-12 4-1 0,18-7-7 15,-18 7-5-15,11-6-6 0,-11 6-7 0,14-3-4 16,-14 3-8-16,0 0-4 0,12-3-9 0,-12 3-3 16,0 0-7-16,0 0 0 0,0 0-5 0,0 0-1 15,18 12-5-15,-16-5 3 0,1 5-3 0,-3 2 0 16,2 3 1-16,0 1-1 0,-2-1 2 0,1 8-2 16,-2 1-2-16,-1-1-3 0,1-5-4 0,-3 5 13 15,6-4-8-15,-6-2 1 0,0-2-4 0,1 2 1 16,0-4 2-16,-1 3 3 0,0-1-6 15,1-6 1-15,1 5 0 0,-2-6 0 0,4-10-3 0,-6 18-1 16,2-10-3-16,4-8 3 0,-5 10 1 0,-3-8-2 16,8-2 1-16,-8 4-2 0,8-4 0 0,0 0-1 15,0 0-1-15,-21-10 2 0,21 10-2 0,-6-8-1 16,6 8-1-16,-5-14 2 0,5 14-4 0,0-11 0 16,0 11-1-16,2-13-2 0,-2 13 4 0,3-12-1 15,-3 12 0-15,8-7 1 0,-1 3-6 0,3 0-4 16,0 0-10-16,3 3-19 0,5-2-17 0,-18 3-15 15,32-3-16-15,-17-1-17 0,4 2-17 0,-1-2 15 16,-5 3-28-16,6 0 13 0,-19 1 7 16,23-1 15-16,-23 1 10 0,15-4 15 0,-7 0 9 15,-8 4 16-15,11-6 7 0,-11 6 14 0,7-12 15 16,-7 12 7-16,5-10 16 0,-5 10 13 0,4-13 18 0,0 7 12 16,-4 6 7-16,2-11 0 0,-2 11 14 15,5-8-1-15,-5 8-2 0,0 0-7 0,0 0-9 16,0 0-4-16,2-10-17 0,-2 10 6 0,0 0-5 15,0 0-5-15,0 0-2 0,8 29 0 0,-8-17-3 16,0 2 4-16,0-1-2 0,-1 3-2 0,-1 0-1 16,-3 0 5-16,3-5-6 0,2 0-5 0,-1 0 0 15,-3-3 0-15,4-8-1 0,-1 14-1 0,1-14 8 16,-3 9 22-16,3-9 21 0,0 0 23 0,-2 10 14 16,2-10-9-16,0 0-5 0,0 0-11 0,0 0-10 15,0 0-5-15,0 0-6 0,-9-29-9 0,9 17 1 16,0 12-8-16,2-23-3 0,3 7-7 0,-3 0-9 15,4-2 4-15,1-3-11 0,1 5-5 0,4-3-2 16,-2 6 0-16,-1 3-3 0,-2 0-1 0,-1 2-3 16,2 0-9-16,-2 4-3 0,-6 4-11 15,9-5 2-15,-9 5-2 0,0 0-1 0,17 6-2 0,-17-6-1 16,10 13 2-16,-5-3-2 0,-4 2 2 0,0-1-3 16,2 1-5-16,-3-12-5 0,-3 18-2 0,2-8 2 15,-1 0-1-15,-2-1-11 0,1 0-2 0,3-9-9 16,-5 15-2-16,1-8-10 0,4-7-8 0,-2 12 3 15,2-12 1-15,0 0-1 0,0 0 6 0,4 22 11 16,-4-22-7-16,8 11 28 0,-8-11-5 0,9 9 4 16,-3-2-4-16,-6-7 5 0,14 8 12 15,-14-8-1-15,10 9 2 0,-10-9 8 0,9 11-4 0,-9-11 9 16,8 10 4-16,-8-10 13 0,4 8 8 16,-4-8 12-16,4 9 1 0,-4-9 8 0,0 0 7 0,-4 13-6 15,4-13-1-15,-8 7-4 0,8-7 0 0,-14 9 2 16,5-5-23-16,9-4-23 0,-17 6-44 15,17-6-54-15,-13 2-190 0,13-2-329 0,0 0 146 16</inkml:trace>
  <inkml:trace contextRef="#ctx0" brushRef="#br0" timeOffset="2267.17">2037 7974 1781 0,'9'-3'64'0,"-9"3"-7"0,15-8-50 16,-15 8-7-16,17-8 12 0,-6 3 9 0,1 2 7 15,-12 3 1-15,25-5-6 0,-13 2-2 0,2 1-3 16,0 0 0-16,-14 2-7 0,27-3 2 0,-12 2-11 16,-15 1-15-16,24 1-13 0,-12-1-29 15,-12 0-6-15,14-1 3 0,-14 1-6 0,0 0 5 0,0 0-5 16,14-4-6-16,-14 4 23 0,0 0-20 0,0 0 32 16,0-16-1-16,0 16 16 0,0 0 9 0,-12-19 13 15,12 19 14-15,-11-15 20 0,11 15 14 0,-4-12 15 16,4 12 10-16,-9-9 6 0,9 9-5 0,0 0-4 15,0 0-9-15,-10-9-9 0,10 9-12 16,0 0-1-16,0 0-5 0,0 0 1 0,0 0 19 16,-7 30 0-16,9-17 4 0,-5 3-5 0,1 3 19 0,0 1-9 15,-2-2-3-15,4-2-7 0,-2 1-4 0,1 1-6 16,3 0 0-16,-3-3-5 0,2-1-3 16,-1-1-32-16,0-13-38 0,0 22-54 0,0-22-59 0,2 19-74 15,-2-19-178-15,0 14-431 0,0-14 191 0</inkml:trace>
  <inkml:trace contextRef="#ctx0" brushRef="#br0" timeOffset="2764.16">2391 7800 2409 0,'0'0'63'15,"5"-10"-51"-15,-5 10-13 0,4-7 4 0,1 3-2 0,1-2 1 16,6 0 3-16,-2 0-1 0,0 2-6 0,4-2 0 15,2 1 4-15,-3 0-4 0,0 2 4 16,1-3-1-16,2 1-2 0,-5 2 5 0,2-2 2 16,-1 4-4-16,-2-4 1 0,-3 4-1 0,-2-1 2 15,-5 2 4-15,9-3 6 0,-9 3 0 0,8-2 1 0,-8 2 4 16,0 0-2-16,9 0 3 0,-9 0-12 16,0 0 0-16,0 0-2 0,1 8 2 0,-1-8-3 15,-4 18 10-15,2-7-2 0,-2 7 9 0,-1 1 5 16,0 5-4-16,1 4 5 0,3-3 1 0,-3-1 2 15,4-5-4-15,-3 6 2 0,2-6-3 0,2 1-4 16,1-3 0-16,-2-4-2 0,0 5-4 0,2-1-7 0,-1-4 7 16,2-3-1-16,-2 0 0 0,-1-4-5 0,2 1 6 15,-2-7-5-15,-3 12 0 0,3-12 8 16,-6 7-6-16,0-5 1 0,-4 0 0 0,1 0-4 16,-1-4 1-16,-1 1-3 0,-1-5-4 0,2 3 2 15,-7-2-1-15,8-1 0 0,2 1 2 0,-2-1-5 16,4 2 4-16,-1 1 2 0,6 3 4 0,-7-7 6 15,7 7 5-15,-5-5 2 0,5 5 0 0,0 0-3 16,-8-4-6-16,8 4-5 0,0 0 3 0,0 0-1 16,0 0 2-16,0 0-1 0,0 0-3 0,30 3-2 15,-17-2 1-15,7-1 2 0,8 2-12 0,1-3-10 16,2 1-20-16,2 0-42 0,-1-2-39 0,0-1-36 16,0 2-43-16,-3-3-24 0,1 0-22 0,-1-1-7 15,-7 0-131-15,-2 0-405 0,0-2 180 0</inkml:trace>
  <inkml:trace contextRef="#ctx0" brushRef="#br0" timeOffset="2926.13">2994 7935 78 0,'4'-8'161'0,"-2"3"11"0,-2 5-7 0,0 0 5 16,-3-11 4-16,3 11-2 0,-8-5 2 0,8 5 1 15,-23 6 3-15,11 0 0 0,1 1 7 0,-7 4 6 0,-1 1 0 16,2 1-13-16,2 0-18 0,3-1-18 16,1 2-15-16,-1-1-9 0,6-2-13 15,-1 0-7-15,4 0-9 0,1 0-8 0,6-1-6 0,3 2-25 16,7-1-33-16,5-2-62 0,9-2-70 0,5-2-86 15,7-3-90-15,-2-4-201 0,2 0-533 0,-3-2 235 16</inkml:trace>
  <inkml:trace contextRef="#ctx0" brushRef="#br0" timeOffset="11701.19">1458 8649 68 0,'11'-2'86'0,"1"2"-21"0,-1 0-17 16,2 0-24-16,-1 0-22 0,-2 2-17 0,-3-1-32 16,1 1-50-16,-2 0 22 0</inkml:trace>
  <inkml:trace contextRef="#ctx0" brushRef="#br0" timeOffset="11873.6">1380 8782 67 0,'0'0'90'0,"11"0"1"0,-11 0-13 0,14-1-29 0,-14 1-19 16,20-2-18-16,-9 1-30 0,2-1-20 0,-2 2-23 16,3-2-64-16,3-1 28 0</inkml:trace>
  <inkml:trace contextRef="#ctx0" brushRef="#br0" timeOffset="13074.2">1834 8533 17 0,'0'0'76'0,"4"-6"2"0,-4 6-5 16,0 0-2-16,0 0 6 0,0 0-12 15,0 0 3-15,0 0-11 0,4-5 4 0,-4 5 4 0,0 0-26 16,0 0 5-16,0 0-8 0,0 0 2 0,0 0 6 16,0 0-17-16,0 0-13 0,0 0 3 0,0 0 7 15,0 0-5-15,0 0-2 0,0 0 0 0,0 0-7 16,0 0 10-16,0 0-4 0,0 0 6 16,0 0-15-16,0 0 5 0,0 0 4 0,0 0 4 0,0 0-1 15,0 0 2-15,0 0-6 0,0 0-5 0,0 0-1 16,0 0 4-16,0 0 2 0,0 0-5 0,0 0-5 15,0 0 10-15,0 0-6 0,-22 9-3 16,22-9 0-16,-7 6 8 0,3-2-6 0,-1 0 0 0,-1-1-3 16,1 2 7-16,5-5-3 0,-9 8 1 0,5-2 0 15,0-2-1-15,-2 2 2 0,2-1 4 0,0-1-13 16,-1 1 0-16,2 1 4 0,-1 0-1 0,4-6-7 16,-6 11 6-16,3-5 3 0,0-1-8 0,3-5 5 15,-6 10-1-15,4-4-4 0,2-6 3 16,-2 9-4-16,0-3 7 0,2-6-6 0,-1 9 2 0,1-9 1 15,0 10 5-15,0-10-5 0,1 11-1 0,-1-5 4 16,0-6-2-16,4 9 3 0,-4-9 0 0,5 8 2 16,-2-3 6-16,1-1-4 0,2 0 5 0,-6-4 0 15,9 6 4-15,-4-3 4 0,0 1-1 0,-5-4-1 16,10 3 12-16,-5-2-1 0,-5-1 4 0,11-1 1 16,-11 1-1-16,11-3 6 0,-11 3 4 0,9-10 9 15,-5 6-5-15,1-4-3 0,-2-2-4 0,-1-3-5 16,1 4-3-16,-2-1-6 0,-1-3-2 0,-3 2-6 15,1-4-3-15,-2 5-13 0,-4-2-18 0,-1 5-33 16,-5 0-26-16,-4 1-38 0,-11 3-47 0,-4 8-156 16,-7 3-339-16,-12 2 150 0</inkml:trace>
  <inkml:trace contextRef="#ctx0" brushRef="#br0" timeOffset="14889.5">1807 8563 85 0,'0'0'109'0,"0"0"-7"0,0 0-3 0,-3-7 0 0,3 7-2 15,0 0-1-15,0 0-17 0,0 0-4 0,0 0-19 16,0 0 7-16,0 0-8 0,-6-6-3 0,6 6-7 15,0 0-9-15,0 0-9 0,0 0 8 0,0 0-12 16,0 0 7-16,0 0-3 0,0 0-5 0,-16 11-4 16,14-5-1-16,2-6 1 0,-10 6-5 0,6 0-1 15,0 1-3-15,-1-2-2 0,3 4 0 0,-1-1-1 16,-1-2-5-16,0 5 2 0,2-5 6 0,-1 2 6 16,2-2-14-16,-1 1 6 0,2-7 4 0,0 9-5 15,0 1 3-15,0-10-6 0,3 12 2 0,2-3 9 16,0-4 1-16,1 2-1 0,1-2-1 0,1-1-7 15,4-1 21-15,-1-1-2 0,1-1 6 0,1-1-4 16,-1-1 3-16,2 1 1 0,-4-3 3 0,3-5 3 16,-2 4 11-16,-2-2-3 0,1-1-2 0,-3-3-4 15,0 1 6-15,0-1-6 0,-6-1-2 0,0 0-3 16,-3 0-7-16,-5 1-7 0,-3 1-15 0,-6 0-29 16,-11-1-25-16,-5 7-28 0,-4 6-28 0,-15 7-42 15,-4 9-149-15,-33 11-320 0,29-8 142 0</inkml:trace>
  <inkml:trace contextRef="#ctx0" brushRef="#br0" timeOffset="27029.95">632 8196 8 0,'0'0'67'0,"0"0"0"0,0 0-4 0,0 0-8 15,0 0-6-15,0 0-11 0,0 0 7 0,0 0-11 16,0 0-13-16,0 0-12 0,0 0 5 0,0 0-10 16,0 0-3-16,0 0-8 0,0 0-11 0,0 0-3 15,0 0-5-15,0 0-11 0,0 0-24 0,0 0-67 16,0 0 30-16</inkml:trace>
  <inkml:trace contextRef="#ctx0" brushRef="#br0" timeOffset="-160076.65">5855 12214 8 0,'0'0'59'0,"-4"-9"-15"0,4 9 3 16,-1-7-1-16,1 7-6 0,0 0 0 0,-5-7-9 15,5 7-3-15,-3-6-3 0,3 6-3 0,-3-6-7 16,3 6 6-16,0 0-3 0,-9-7 3 0,9 7-9 16,-5-7 3-16,5 7-5 0,-4-3-14 0,4 3 18 15,-7-4-4-15,7 4 1 0,-10-3-1 0,10 3-1 16,-11-2 2-16,11 2-6 0,-9-3 1 0,4 1-9 15,5 2 9-15,0 0-2 0,-13-2-8 0,13 2 7 16,-7-2 0-16,7 2-2 0,0 0 3 0,0 0-7 16,-9-1 0-16,9 1 3 0,0 0-5 0,0 0 2 15,0 0 0-15,0 0 0 0,0 0-4 0,0 0 7 16,0 0-4-16,0 0 7 0,0 0-3 0,0 0-3 16,26 11 3-16,-17-7 1 0,3 1 0 0,0-3 5 15,1 1-4-15,7 1 1 0,1-1-9 0,1 3 12 0,5-2-5 16,2 0 6-16,0-1-5 0,3 0 6 15,2 0 0-15,4 0-2 0,0-3 3 0,19 3-6 16,-4-4 7-16,1 1-1 0,1-2-3 0,-2 4 8 16,5-4-9-16,-2 2 4 0,3 0 2 0,1 0 2 0,1-1 1 15,6-1-16-15,24 2 6 0,-26 0 12 0,25 0-7 16,-27 0 5-16,4-2-3 0,26 1-6 0,-27-2 7 16,29 3-7-16,-3-3-1 0,-24 4 5 15,29-2 1-15,-8-2 3 0,2 1-9 0,-26 3 7 0,34-4 5 16,-5 3-1-16,-3 2-15 0,1-1 10 0,4-4-7 15,-2 3 8-15,2-4-9 0,0 5 5 0,1-2-5 16,0 5 3-16,0-7-4 0,0 3 7 0,-1-4-8 16,3 2 7-16,2 1-1 0,1-2 0 0,2 2-1 15,-1 0-2-15,-2-1 4 0,-1 2-5 0,6-3-2 16,-5 3 0-16,1-2 5 0,-1 4 2 0,6-1-6 16,-4-4 2-16,1 2-8 0,-3 4 3 0,-4-3 10 15,7 3-6-15,-5-3 1 0,1 2 2 0,0-2 1 16,0 5-2-16,-1-5-2 0,-1 3-1 0,0 0 0 15,1 0-14-15,0-5 10 0,0 4 6 0,0 4-3 16,-1-3 9-16,1 3-2 0,-2-4-9 0,4 1 5 16,-4-3-9-16,-5 6 12 0,0-6 10 0,1 1-21 15,-1 2 3-15,4 1 3 0,-4-4 0 0,0 0 9 16,0 3-11-16,-2-2 7 0,-27-5-4 0,33 2-7 16,-6 2 10-16,0 2-9 0,-23-2 5 0,25 0-3 15,-27 2 18-15,28-4-8 0,-28 1 7 0,25 4-4 16,-30-2 3-16,35 1-3 0,-30-2 3 0,0 1-9 15,3-2 3-15,24 3 2 0,-27 1 3 0,25-2-8 16,-28-1 5-16,2-1-1 0,1 4 1 0,-1-4-1 16,1 2-6-16,2 1 0 0,22-4-7 0,-26 6 13 15,-2 1 0-15,3-6-5 0,-1 2 1 0,2-1 1 16,0 3 3-16,-1-4-8 0,-3 6 12 0,2-4-3 16,-4 1-2-16,1 0-5 0,-1-1 8 0,-2-1-8 0,-1 1 14 15,0 3 3-15,1-5-12 0,-2 3-3 16,0-1 6-16,-1-1 4 0,1 0-1 0,2 1-5 0,-5 3 3 15,2-4 1-15,-3 3 1 0,-1-5-9 16,-9 4 2-16,-2-3 4 0,14 3-2 0,-1 1 1 0,-12-3 2 16,-2-1-5-16,-1 1-4 0,0 1 4 0,1-2 1 15,-3-1-5-15,-1 0 8 0,-2 1-8 0,2 1 0 16,-2 0 1-16,-3-1 6 0,0 0 1 0,1 1-2 16,-2 0-1-16,-8-4-6 0,1 4 7 0,-1-1 4 15,2-1-2-15,0 1-1 0,-2 1-7 0,-3-2 6 16,3 1-4-16,-2-2 0 0,-1 1-13 0,2 2 11 15,-6-1-2-15,4-2 6 0,-4 2-10 0,6-2 6 16,-4 2 5-16,-1 0-10 0,4 1 8 0,-5-3-1 16,4 1-5-16,-3 2 3 0,-1 0 0 0,5-2-3 15,1 2 5-15,-1-2-13 0,-5 1 7 0,1 1 5 16,-1-3-5-16,1 1 7 0,-2 1-2 0,0-1-1 16,2 2-7-16,-4-2 8 0,2 0-8 0,-2 0 2 15,0 2-7-15,0-2-11 0,-2 1-4 0,4 0-21 16,-2-1-18-16,-10 2-13 0,13-1-25 0,-7 0-21 15,-6 1-78-15,11-3-214 0,-7-2 94 0</inkml:trace>
  <inkml:trace contextRef="#ctx0" brushRef="#br0" timeOffset="-159784.08">18755 11843 82 0,'0'0'137'15,"4"-6"-7"-15,-4 6-9 0,0 0-14 0,0 0-6 16,0 0-13-16,0 0-11 0,0 0-8 0,0 0-7 15,0 0-12-15,0 0-9 0,18 9 13 0,-12-9-10 16,7 0 0-16,6-1-10 0,13-4-9 0,19-4-33 16,6-4-37-16,32-9-31 0,1 1-114 0,-5-5-206 15,7-6 92-15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7:26:09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33797 4678 19 0,'0'0'54'0,"0"0"-9"15,0 0 3-15,0 0-10 0,0 0-11 0,0 0-16 16,0 0-12-16,0 0-18 0,0 0-18 15,0 0-41-15,0 0 18 0</inkml:trace>
  <inkml:trace contextRef="#ctx0" brushRef="#br0" timeOffset="15360.14">31098 7893 6 0,'-3'-7'12'0,"3"7"-8"0,0 0-8 16,0 0-4-16,0 0 2 0</inkml:trace>
  <inkml:trace contextRef="#ctx0" brushRef="#br0" timeOffset="31476.47">14558 10754 15 0,'0'0'40'0,"-5"-7"-3"0,5 7-5 16,0 0-7-16,0 0 0 0,0 0-3 0,0 0-9 16,-3-7-2-16,3 7-5 0,0 0-12 0,0 0-9 15,0 0-20-15,0 0-37 0,0 0 17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5T09:56:51.5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9735 9161 7 0,'-6'-5'46'0,"6"5"-11"15,0 0-1-15,-5-5-4 0,5 5-5 0,0 0 1 16,0 0-4-16,0 0-3 0,-9-3 1 0,9 3-4 16,0 0-2-16,0 0 4 0,0 0-4 0,-5-3 0 15,5 3-6-15,0 0 4 0,0 0-5 0,0 0 3 16,0 0-10-16,0 0-11 0,0 0-9 0,0 0-6 16,0 0-28-16,0 0-58 0,0 0 26 0</inkml:trace>
  <inkml:trace contextRef="#ctx0" brushRef="#br0" timeOffset="2196.71">20192 15985 1 0,'0'0'16'0,"0"0"-4"0,0 0 0 15,0 0-1-15,0 0 8 0,0 0-5 0,0 0 4 16,0 0-11-16,0 0 5 0,0 0-1 0,0 0 0 15,0 0 4-15,0 0-6 0,0 0-1 0,0 0-1 16,0 0-5-16,0 0 8 0,0 0-9 0,0 0 6 16,0 0-7-16,0 0 0 0,0 0 2 0,0 0-4 15,0 0 1-15,0 0 1 0,0 0 0 0,0 0-3 16,0 0 6-16,0 0-1 0,0 0 1 0,0 0-2 16,0 0-1-16,0 0-5 0,0 0 7 0,0 0-1 15,0 0 1-15,0 0-8 0,0 0 2 0,0 0 3 16,0 0 0-16,0 0 1 0,0 0 2 0,0 0-2 15,0 0 1-15,0 0 1 0,0 0-1 0,0 0-1 16,0 0 3-16,0 0-6 0,0 0 5 0,0 0 1 16,0 0-5-16,0 0-3 0,0 0 6 0,0 0-3 15,0 0-3-15,0 0 5 0,0 0 0 0,0 0 5 16,0 0-4-16,0 0-4 0,0 0 7 0,0 0-2 16,0 0 1-16,0 0-2 0,0 0-1 15,0 0-2-15,0 0-3 0,0 0 4 0,0 0 2 0,0 0-6 16,-25 5-2-16,25-5 2 0,0 0 2 0,0 0 3 15,0 0-12-15,0 0-1 0,-2 10 3 0,2-10 2 16,0 0-16-16,0 0 26 0,-4 8-22 16,4-8-21-16,0 0 10 0</inkml:trace>
  <inkml:trace contextRef="#ctx0" brushRef="#br0" timeOffset="131647.57">22344 2870 5 0,'1'-5'206'0,"-1"5"-7"0,0-8-15 0,0 8-11 16,1-12-11-16,1 6-3 0,-2 6-29 0,0-11 0 0,0 11-2 16,-2-9-8-16,2 9-2 0,0 0-8 15,0-10 0-15,0 10-8 0,0 0 1 0,0 0-9 16,-2-10-7-16,2 10-5 0,0 0-7 0,-4-5-7 15,4 5 0-15,0 0-17 0,-12-3-4 0,12 3-2 16,-12 3-8-16,2 1-3 0,-1 0-5 0,-3 1-2 16,-1 5-6-16,1 0-4 0,-4 1 2 0,0 0-2 15,3 2-3-15,-2 0-3 0,4 1 0 0,-2-1 1 16,-3 5-2-16,7-4 7 0,-1 0-12 0,6-3 1 16,-3 4-1-16,-1 3-2 0,3-2 1 0,1-3-3 15,1-2-1-15,2 4 2 0,-1-2 0 0,4-4-4 16,0-9 6-16,4 19-1 0,0-9 1 0,1 1-2 15,1-3 2-15,3 0 1 0,3-3-1 0,2 4-1 16,4-3 3-16,0-2-11 0,1-1-9 0,1-3-9 16,-2 1-18-16,4-1-17 0,0-1-19 0,-1 0-17 15,1-4-9-15,0 1-26 0,7-1-5 16,-8 0-6-16,-1-2-22 0,0-1-3 0,0 1 2 0,-1-1-5 16,-1 0 7-16,-3-4-82 0,2-1-263 15,-4 0 116-15</inkml:trace>
  <inkml:trace contextRef="#ctx0" brushRef="#br0" timeOffset="132048.94">22556 3000 678 0,'9'-16'-42'0,"-1"2"20"0,-2-1 23 0,-2 6 25 15,-2-1 24-15,1 4 26 0,-3 6 6 0,4-14 12 16,-4 14 3-16,2-9 9 0,-2 4 3 16,0 5-4-16,0 0-9 0,-5-9-8 0,5 9-10 15,0 0-2-15,0 0-14 0,0 0 0 0,0 0-4 16,0 0-4-16,-23 24 0 0,18-12-7 0,-1 4-4 16,1-1-4-16,1 0-1 0,1 4-5 0,1-3 3 15,2 1-11-15,-2-6 0 0,4 2-3 0,-1-1-1 16,4-1-1-16,-1 0-1 0,2-1-3 0,2 0 3 15,1-1-4-15,-1-2-2 0,3-1 5 0,-2 0-4 16,4-2 0-16,-2-2-1 0,2-2-1 0,1-1-2 16,-1 1 4-16,-2-5-3 0,2 2-2 0,-4-2-1 15,0 0 0-15,1-2 0 0,-2-3-1 0,-2-1 1 16,5-4 1-16,-5-1-3 0,-2 1 2 0,-2-3-3 16,-2 7-3-16,3-8-1 0,-2 8 2 0,-2-2 2 15,2 1 1-15,0 3 16 0,-1 9-2 0,0 0 6 16,-1-19-6-16,1 19 2 0,1-10-8 15,-1 10-3-15,0 0-8 0,0 0 2 0,0 0-2 16,0 0 0-16,0 0 0 0,0 0 0 0,0 0 1 16,-10 33 0-16,9-20 0 0,0-2-3 0,1 0 2 0,0 2 3 15,1-1-2-15,1-1-4 0,1 0 3 0,2-1-1 16,2-2-17-16,3 1-4 0,-3-2-17 0,-7-7-12 16,21 9-17-16,-8-6-13 0,1-3-30 0,-14 0-27 15,25 0-26-15,-25 0-13 0,25-3-16 16,-14 0-107-16,-1-2-320 0,1-3 143 0</inkml:trace>
  <inkml:trace contextRef="#ctx0" brushRef="#br0" timeOffset="132234.87">22971 2860 33 0,'-2'-15'124'0,"-3"3"9"0,3-1 10 0,0 4 9 16,2 9 1-16,-4-16-14 0,4 16-10 0,-4-10-18 0,4 10-16 16,0 0-11-16,0 0 2 0,0 0 4 15,0 0 10-15,-1 32 0 0,0-14 2 0,-2 7-1 16,0 0-8-16,0 2-9 0,0 0-10 0,0 4-3 15,2 0-7-15,1-2-7 0,0-3-1 0,3 2-9 16,-3-8-4-16,1-1-16 0,0-1-20 0,1 1-28 16,1-3-27-16,0-4-37 0,1 0-44 0,1-3-59 15,0-1-151-15,-5-8-365 0,8 12 162 0</inkml:trace>
  <inkml:trace contextRef="#ctx0" brushRef="#br0" timeOffset="132949.96">22890 2975 110 0,'16'-6'121'0,"-2"-1"-17"0,3 1-9 16,3 2-5-16,-1-2-17 0,3 2 2 0,7-1-7 16,0 2-10-16,-1-1-8 0,-3-1 0 0,4 5-4 15,-10-1-10-15,0 0 2 0,-6-1-1 16,-1 2-7-16,-12 0-12 0,18-2 14 0,-18 2-6 15,12-2 11-15,-12 2 3 0,11 0 7 0,-11 0 2 0,0 0 1 16,0 0-3-16,12 3-7 0,-12-3 13 16,2 9 8-16,-2-9 7 0,-2 14 0 0,2-14-8 15,-5 21 1-15,2-6-7 0,-1 1-6 0,0 2 5 16,1-1-10-16,0 0 0 0,2-5-9 0,0 3-2 16,2-4-4-16,-1-11-2 0,4 19-3 0,2-9 4 15,-2-3-2-15,0 0-5 0,-4-7 0 0,14 11 0 16,-4-8 2-16,0-2-5 0,2 1-3 0,0-4 2 15,-12 2-1-15,25-3-5 0,-16 0 0 0,1-4 2 16,1 1-2-16,-3-1-1 0,0 3-2 0,-2-7-3 16,-1-2-4-16,2-1-3 0,-6-1 1 0,-1-1-5 15,-4 0-8-15,-1-1 7 0,0 0-5 0,-4 0 4 16,-1 2-2-16,-2-1 0 0,-1 3 9 0,4-1 0 16,-3 4-2-16,3 2 1 0,-3 2 2 0,6 2-4 15,-1 0 0-15,2 0-4 0,5 4 4 16,-9-5-1-16,9 5-5 0,-8-2 5 0,8 2-2 15,0 0 2-15,0 0 6 0,0 0-9 0,0 0 7 0,0 0-2 16,21 7 3-16,-3-7 3 0,1 0-2 0,3-4-1 16,7 3 2-16,-1-6-1 0,0 2 0 0,1 1-6 15,-10-1 3-15,3-1 3 0,-2 0-2 0,-3 1 5 16,-5-1-1-16,0-1 4 0,-2 1-3 0,-1-1 0 16,0-2 0-16,-4 2-3 0,0-3 5 15,-3 0-3-15,-1 1 2 0,0 2 17 0,-1 7 4 16,1-13 13-16,-1 13 2 0,0-11-4 0,0 11-3 0,2-8-2 15,-2 8-5-15,0 0-5 0,0 0-6 16,0 0-3-16,0 0-4 0,0 0-4 0,0 0 1 16,0 0 3-16,-11 47 2 0,5-20 6 0,1 2-3 15,2 0 3-15,1 4 3 0,-4 0 2 0,3 1 0 0,0-1 2 16,-1-1-1-16,3 0 0 0,2-3-3 0,-1-1-1 16,-1-3-4-16,2 2 0 0,-1-8 0 15,0-2 1-15,0 0-4 0,2 1 9 0,-2-4-22 16,2-3-20-16,-2 4-22 0,2-3-28 0,-2-12-34 15,1 19-44-15,-1-19-33 0,0 10-32 0,0-10-148 16,0 0-391-16,0 0 173 0</inkml:trace>
  <inkml:trace contextRef="#ctx0" brushRef="#br0" timeOffset="133316.6">23479 3078 81 0,'11'-5'98'0,"2"-2"-12"0,7 2-13 0,8-7-5 16,1 4-18-16,0 0-2 0,3 0-20 0,-3-2-16 16,-3 1-2-16,1-3-30 0,0 3-14 0,-8 2 1 15,-1-2-2-15,1-1 2 0,-4 1 3 16,2-3 6-16,-7 1 11 0,1-2 15 0,-4 3-1 16,-2-2 19-16,-1-1 16 0,-1-1 15 0,-2 2 11 15,-1 1 29-15,0 11-2 0,0-17 12 0,0 17 9 16,-3-15 3-16,2 10-4 0,1 5 3 0,-3-10-12 15,3 10-6-15,-2-7-15 0,2 7-16 0,0 0-7 16,0 0-1-16,0 0 1 0,0 0 8 0,-9 35 23 0,2-16 0 16,2 8-1-16,-2 1-3 0,-1-1 2 15,3 2-1-15,0 2 4 0,-3-1-12 0,3-1-2 16,1-3-9-16,3 1-2 0,-3-2-7 0,3-8-5 16,-1 1-5-16,2 0-3 0,-1-1-2 0,2-2-5 15,1 0 1-15,-1-2-13 0,-1-4-23 0,1 1-23 16,-1-10-24-16,2 19-34 0,-2-19-39 0,1 13-56 15,-1-13-54-15,1 10-161 0,-1-10-422 0,0 0 187 16</inkml:trace>
  <inkml:trace contextRef="#ctx0" brushRef="#br0" timeOffset="133464.54">23725 3027 81 0,'0'0'110'0,"20"-6"-22"0,-9 2-24 16,7 4-30-16,2-2-29 0,2 1-69 16,0 0-69-16,-1 2 31 0</inkml:trace>
  <inkml:trace contextRef="#ctx0" brushRef="#br0" timeOffset="133615.07">24127 3041 33 0,'0'0'178'0,"7"2"-3"0,-7-2-17 15,0 0-3-15,9 3-7 0,-9-3-3 16,9 1-7-16,-9-1-15 0,17 2-8 0,-17-2-12 16,20-5-6-16,-6 3-24 0,-14 2-34 0,30-4-55 15,-17 2-68-15,0-2-180 0,-13 4-285 0,17-4 126 16</inkml:trace>
  <inkml:trace contextRef="#ctx0" brushRef="#br0" timeOffset="135740.54">24850 2794 14 0,'0'0'126'0,"-5"-5"-9"16,5 5-3-16,0 0-7 0,-13-4-1 0,13 4 8 15,-8-1-15-15,8 1 3 0,-6-3-10 16,6 3-1-16,0 0-11 0,0 0-8 0,-9-1-3 0,9 1-4 16,0 0-4-16,0 0-4 0,0 0-7 15,0 0-10-15,0 0-2 0,0 0-1 0,0 0-4 0,0 0-6 16,27-3 1-16,-8-1-8 0,1 2 7 0,7-3-4 15,0 4-8-15,0-4-4 0,-6 4 1 16,-1-2-15-16,-5 0-11 0,-1 3-17 0,-3-1-33 16,-4 0-10-16,1 1-24 0,-8 0 1 0,12 0-21 15,-12 0-10-15,7-2-76 0,-7 2-220 0,0 0 98 16</inkml:trace>
  <inkml:trace contextRef="#ctx0" brushRef="#br0" timeOffset="136009.43">25071 2749 372 0,'0'0'-10'15,"0"0"18"-15,-28 4 7 0,28-4 19 0,-8 0 0 0,8 0 22 16,0 0 9-16,0 0 9 0,-14-2 1 0,14 2 6 15,0 0-14-15,0 0-2 0,0 0-5 16,0 0-8-16,-9 0-11 0,9 0-17 0,0 0 17 16,0 0 2-16,-4 11 3 0,4-4 10 0,-1 4 3 15,1 1-6-15,1 3-3 0,-1 1 1 0,0 2 7 16,2-2 0-16,-2 2-8 0,2-1-7 0,1-2 5 16,-2 3-7-16,1-2-5 0,-2 0-4 0,3 2 4 15,-3-1-5-15,0-4 1 0,0-3-7 0,-2 2 5 16,2-2 1-16,0 0-2 0,-1-1 0 0,-1 1-2 15,0-3 1-15,0 0 1 0,-3-2 3 0,5-5 1 16,-8 11 0-16,2-8-8 0,-4 2 6 0,2-4-8 16,0 1-1-16,8-2 6 0,-17 2-11 0,6-2-10 15,0-2-20-15,1 1-23 0,10 1-34 16,-19-5-35-16,11 2-36 0,8 3-34 0,-14-4-145 16,14 4-345-16,-14-6 152 0</inkml:trace>
  <inkml:trace contextRef="#ctx0" brushRef="#br0" timeOffset="136426.93">25309 2955 174 0,'-8'-7'204'15,"8"7"-14"-15,-10-5-11 0,3 5-20 0,7 0-10 16,-16-1-13-16,16 1-12 0,-18 5-7 0,10 1-18 15,-2-2-4-15,-1 5-12 0,3-2-5 0,0 2-11 16,1 3-5-16,3 0-4 0,2-1-5 0,0 2-5 16,4-2-6-16,0 0-1 0,4 3-3 0,3-6-4 15,1 0 2-15,-1-2-9 0,7 3-8 0,-3-4 0 16,-2-2-11-16,7-1 1 0,-7-2-6 0,3 3 5 16,-5-3 0-16,-9 0-5 0,18 0 2 0,-18 0 2 15,13-3-1-15,-13 3 5 0,0 0-1 0,13-1 13 16,-13 1-3-16,0 0 1 0,0 0 3 0,0 0-11 15,1-4 1-15,-1 4-2 0,0 0 0 0,0 0-2 16,-29-1-1-16,19 2-1 0,-3 2 1 0,1 2-2 16,1 1-3-16,-1-1 2 0,2 2 0 0,1 0-2 15,-1-2-4-15,3 4 2 0,1-3 0 0,2 1-2 16,-1 0 3-16,4 0-3 0,-2 0 4 0,3-7-8 16,4 17 12-16,2-10-2 0,3 1-1 0,0-2-18 15,3 2-20-15,2-4-25 0,4-1-37 0,2-1-41 16,10-2-40-16,-9-2-179 0,7 0-384 0,-1-3 171 15</inkml:trace>
  <inkml:trace contextRef="#ctx0" brushRef="#br0" timeOffset="137027.37">25872 2815 67 0,'0'0'237'15,"0"0"-15"-15,0 0-11 0,0 0-19 0,-2-6-20 16,2 6-14-16,0 0-17 0,0 0-18 0,0 0-7 16,0 0-15-16,0 0-20 0,0 0-9 0,0 0-8 15,0 0-7-15,0 0-3 0,-12 12-5 0,6-3 0 16,-5 6-2-16,2 2 1 0,-5-3-3 0,2 5-3 15,-3 3-5-15,6-6-1 0,-3-1 4 0,2-1-2 16,1 1-7-16,-1 0 0 0,3-2-3 0,0-3-2 16,0 5-4-16,3-4-5 0,1-1-1 0,-1 0 1 15,1-1-4-15,2-1-1 0,0-2-2 16,1-6 4-16,1 12-2 0,-1-12-2 0,2 10 0 16,2-5-4-16,-4-5 4 0,4 6 4 0,-4-6 0 15,9 3-3-15,-9-3-1 0,10 0 4 0,-10 0-1 16,11-6 0-16,-5-1-3 0,-1 1 1 0,4-1-2 0,-6-3 0 15,1-2 0-15,-2-1 0 0,0 0-2 0,-6 0-3 16,-1-3-2-16,-2 1 3 0,-2 1-4 0,0 1-1 16,-5 2-4-16,1 0 1 0,-3 4 2 15,-1 2-4-15,-1 0-1 0,0 3-2 0,-1 1-6 16,2 1-13-16,1 1-19 0,3 3-16 0,1 0-22 16,1 1-37-16,5-2-29 0,6-3-38 0,-8 12-184 15,8-12-403-15,0 0 178 0</inkml:trace>
  <inkml:trace contextRef="#ctx0" brushRef="#br0" timeOffset="137501.04">26095 2773 87 0,'0'0'209'16,"0"0"-21"-16,0 0-17 0,-5-5-27 0,5 5-9 15,0 0-12-15,0 0-15 0,0 0-8 0,23-2-15 16,-12 1-20-16,3-1-26 0,-1 2-15 0,5-1-23 16,-5 1-28-16,-1 0-15 0,1-1-15 0,-6 1-7 15,-7 0 2-15,12-1 11 0,-12 1 8 0,9-1 6 16,-9 1 4-16,0 0-1 0,8-3 18 0,-8 3-2 16,0 0 15-16,0 0 4 0,0 0 22 0,0 0 14 15,0 0 3-15,0 0 9 0,0 0 4 0,0 0-3 16,0 0 3-16,0 0-6 0,0 0-7 0,0 0-5 15,0 0-10-15,0 0-3 0,0 0-3 16,0 0 4-16,0 0 13 0,-11 24 4 0,11-12 3 16,-2 5 6-16,2-1-2 0,0 4 7 0,0-3-5 0,0 0-2 15,-2 2-6-15,4 0 1 0,-4-3-3 16,2 1-5-16,0-1-3 0,0 2 3 0,0-1-9 0,2-1-2 16,-2 0 0-16,0-5-1 0,-2 0 0 15,0-1-6-15,2-2 7 0,-3 3 2 0,0-4 1 16,-1 1 2-16,0-3 1 0,-3 4 1 0,1-5 3 15,-4 2-4-15,3 1-2 0,-4-4 4 0,0 1-6 16,2-3-2-16,-4 1-2 0,1-2-4 0,3 0 3 16,9 0-11-16,-15-2-19 0,10-2-23 0,5 4-24 15,0 0-29-15,-15-9-40 0,15 9-42 0,-3-8-43 16,3 8-112-16,0 0-347 0,0 0 153 0</inkml:trace>
  <inkml:trace contextRef="#ctx0" brushRef="#br0" timeOffset="137751.09">26547 2952 181 0,'0'0'266'0,"0"0"-12"16,6-6-21-16,-6 6-13 0,0 0-18 0,0 0-22 0,0 0-12 16,0 0-15-16,0 0-16 0,-25 6-11 0,14-2-8 15,0 2-11-15,0 2-8 0,-3 3-4 0,-2 2 1 16,7 0-9-16,-1 0-10 0,0 0-5 15,4 3-8-15,1-4-1 0,-1-1-8 0,1 1-12 0,3-2 6 16,0 0-13-16,4 0-4 0,0-1 1 16,1-2 0-16,1 2-4 0,4-3-6 0,1 0-31 15,1-1-30-15,3 1-46 0,-1-4-48 0,5 2-50 0,2-1-58 16,-6-1-202-16,3-5-477 0,1 1 211 0</inkml:trace>
  <inkml:trace contextRef="#ctx0" brushRef="#br0" timeOffset="138035.04">26753 2970 112 0,'0'0'206'0,"11"-1"-15"0,-2-1-9 16,1 0-6-16,1 1-6 0,2-1 2 0,7 0 7 15,3-1-16-15,-6 3-14 0,2-2-8 0,-3 0-6 16,1-1-2-16,-1 2-8 0,-5 0-1 0,2 1-7 15,-1-1-2-15,-12 1 1 0,13-1 2 0,-13 1 6 16,0 0 11-16,14 0 14 0,-14 0 1 0,0 0 3 16,0 0 2-16,13 0-10 0,-13 0-4 0,0 0-6 15,0 0-12-15,0 0-13 0,0 0-11 0,0 0-9 16,0 0-5-16,0 0-24 0,0 0-30 0,0 0-46 16,0 0-44-16,9-3-67 0,-9 3-66 0,0 0-86 15,0 0-77-15,0 0-260 0,0 0-665 0,0 0 295 16</inkml:trace>
  <inkml:trace contextRef="#ctx0" brushRef="#br0" timeOffset="138797.03">27698 2901 1 0,'0'0'213'0,"-2"-10"7"0,2 10 5 0,0-13-34 16,0 13-8-16,-2-10 0 0,2 10-7 0,-2-11-8 16,2 11-10-16,-1-8-8 0,1 8-11 0,0 0-4 15,-3-9-20-15,3 9-12 0,0 0-13 0,0 0-12 16,0 0-8-16,0 0-13 0,0 0-7 0,0 0-12 15,0 0-2-15,0 0-5 0,0 0-5 0,0 0-2 16,-5 33-1-16,1-18 5 0,2 6-5 0,-1-2 4 16,-4 6 2-16,3 4-4 0,-1-11 2 0,1 7-3 15,1-4-2-15,0 2 0 0,0-5-4 0,1 0 2 16,-1 1-3-16,3-5 0 0,-2 0-4 0,1-1 4 16,1 0-15-16,0-3-13 0,0 0-25 0,1 1-29 15,-2-3-31-15,1-8-40 0,0 13-42 0,3-7-72 16,-3-6-157-16,0 0-442 0,-4 13 196 0</inkml:trace>
  <inkml:trace contextRef="#ctx0" brushRef="#br0" timeOffset="139149.09">27685 2799 170 0,'7'-8'164'15,"1"1"-17"-15,-2 3-9 0,2 2-15 0,-3-1-13 0,-5 3-12 16,13-1-15-16,-13 1-2 0,14 6-5 0,-8-2-13 16,1 3-3-16,0 1 1 0,-2 0-7 0,-3 2 1 15,0 1-4-15,1 0 7 0,-6 1-9 16,-1-1 7-16,2 2-8 0,-6-3-1 0,-1 5-1 16,-1-3-6-16,-4 0-3 0,1-2-1 0,-4 1-3 15,4-3-4-15,0-2-1 0,1-1-3 0,0-2-3 16,1 2-2-16,1-3 4 0,5 1-8 0,-3 1-1 15,8-4-2-15,-8 4 0 0,8-4-4 0,0 0-2 16,-9 2-1-16,9-2-3 0,0 0 0 0,0 0-2 16,0 0-1-16,0 0-5 0,14 16 6 0,-5-9-6 15,0 2 3-15,0 0-1 0,5 1 3 0,-2 1 4 16,3 1-2-16,2 0-7 0,-1 0-30 0,1 0-38 16,2-3-49-16,-1 2-56 0,-2-1-122 0,0-4-324 15,-3-2 143-15</inkml:trace>
  <inkml:trace contextRef="#ctx0" brushRef="#br0" timeOffset="139324.31">27976 3110 2207 0,'6'-6'99'0,"-6"6"-57"0,4-8-23 16,-4 8 15-16,2-11 19 0,-2 11 21 0,0 0 9 16,0 0-5-16,0 0 0 0,2-10-3 0,-2 10-9 15,0 0-9-15,0 0-9 0,0 0-7 0,0 0-18 16,0 0-32-16,1-9-39 0,-1 9-30 15,0 0-38-15,0 0-49 0,0 0-50 0,0 0-193 16,0 0-442-16,0 0 196 0</inkml:trace>
  <inkml:trace contextRef="#ctx0" brushRef="#br0" timeOffset="139617.91">28180 2839 240 0,'0'0'295'0,"1"-7"-17"0,-1 7-13 15,2-8-18-15,-2 8-30 0,0 0-21 0,2-5-24 16,-2 5-21-16,0 0-17 0,0 0-17 0,0 0-14 16,0 0-8-16,0 0-5 0,0 27-2 0,0-11-9 15,-1 3-3-15,0-2-6 0,-1 4-5 0,0 3-5 16,1 0-6-16,-2-3-9 0,3-2-1 0,-2 1-6 15,2-1-1-15,-1-2-2 0,0 0-5 0,1 0-1 16,-1-3-12-16,1 2-20 0,-1-5-27 0,2 0-33 16,0-1-27-16,-1 1-25 0,0-2-30 0,0-9-40 15,1 13-23-15,-1-7-33 0,0-6-141 0,0 8-412 16,0-8 182-16</inkml:trace>
  <inkml:trace contextRef="#ctx0" brushRef="#br0" timeOffset="140021.24">28186 2916 88 0,'2'-11'184'0,"1"1"1"0,-2 0-1 16,4 3-7-16,-4-3-16 0,1 4-11 15,4 1-11-15,-1 0-9 0,1 0-11 0,1 1-12 16,4 2-9-16,-11 2-9 0,22-2-12 0,-12 1-10 16,-10 1-2-16,17 2-7 0,-7 1-8 0,-1 3-5 15,0 0-6-15,0-2-2 0,-4 2-3 0,-1 5-2 0,0-2-2 16,-2 1 2-16,-2-10 6 0,-2 22-5 0,-4-11-1 15,1-2-6-15,-2 3 3 0,0-2-5 16,-2 1-1-16,3-3-1 0,-3 2-5 0,0-2-3 16,9-8-13-16,-9 14-3 0,9-14-9 0,-5 7 3 15,5-7-5-15,0 0 1 0,0 13 4 0,0-13 3 16,0 0 4-16,14 19-5 0,-7-15 3 0,5 4 0 16,0-3-3-16,3 6 1 0,-5-6 0 0,6 2 4 15,-4 1-2-15,3 0-2 0,-3 0 5 0,-4 0-5 16,2 1 3-16,-1-1 0 0,-3 0 0 0,0-1 0 15,-1 2-1-15,-3-2 4 0,-2-7 0 0,4 10 8 16,-4-10 5-16,0 0 6 0,-10 19 7 0,1-13-1 16,-3-1 0-16,-1 0 1 0,-1 0-4 0,-2 0-1 15,-2 0-4-15,0-1-12 0,0-1-9 0,3-2-12 16,1 1-19-16,14-2-24 0,-27 0-35 0,27 0-63 16,-18-5-54-16,7 4-153 0,11 1-393 0,0 0 175 15</inkml:trace>
  <inkml:trace contextRef="#ctx0" brushRef="#br0" timeOffset="140451.26">28638 3098 50 0,'0'0'262'0,"0"0"-8"15,0 0-4-15,0 0-4 0,9 3-7 0,-9-3-10 16,0 0-13-16,0 0-13 0,0 0-10 0,0 0-11 15,0 0-6-15,0 0-15 0,0 0-11 0,0 0-13 16,0 0 3-16,0 0-8 0,0 0-8 0,0 0-8 16,0 0-3-16,0 0-6 0,0 0-9 0,0 0-7 15,0 0-4-15,0 0-4 0,0 0-15 0,0 0 8 16,0 0-10-16,0 0-3 0,0 0-6 0,0 0-14 16,0 0 5-16,0 0-7 0,0 0-6 0,0 0 4 15,0 0-6-15,0 0-2 0,0 0-8 0,15 2 0 16,-15-2 3-16,14-5-7 0,-4 3 3 0,4 1-2 15,0 0-2-15,-1-4-1 0,4 5-4 0,-5-2-7 16,1 0 4-16,2 1-2 0,-3-1 5 0,0 2-5 16,-1-3 2-16,-11 3-3 0,14-2-2 15,-14 2 4-15,0 0-1 0,16 0 7 0,-16 0 0 0,0 0-2 16,0 0 3-16,10-2 3 0,-10 2 1 0,0 0-2 16,0 0-1-16,0 0 3 0,0 0 1 0,0 0-11 15,0 0 0-15,0 0 1 0,0 0-1 0,0 0-5 16,0 0-10-16,10-2-27 0,-10 2-49 0,0 0-49 15,0 0-67-15,0 0-67 0,0 0-88 0,0 0-326 16,0 0-733-16,0 0 324 0</inkml:trace>
  <inkml:trace contextRef="#ctx0" brushRef="#br0" timeOffset="143056.99">29399 2843 25 0,'-5'-4'236'15,"2"-3"-19"-15,3 7-8 0,-7-9-6 0,6 5-9 0,1 4-15 16,-4-6-20-16,4 6-16 0,0 0-14 0,-4-7-16 15,4 7-20-15,0 0-7 0,0 0-14 0,0 0-5 16,0 0-10-16,0 0-4 0,-3 21-1 0,5-11-8 16,-1 2-7-16,-2-1-1 0,-1 7-6 15,4-3-2-15,0 2-1 0,-2-6 4 0,0 5-6 16,2 2-3-16,-1-1-2 0,-1 0 3 0,1 0-7 16,1-3-1-16,-2-2 0 0,1 2 3 0,-1-5-4 15,0 2-13-15,1 1-33 0,2-2-21 0,-3 0-24 16,0-10-30-16,1 18-47 0,-1-18-34 0,0 12-159 0,0-12-375 15,-4 11 166-15</inkml:trace>
  <inkml:trace contextRef="#ctx0" brushRef="#br0" timeOffset="143220.93">29274 2969 84 0,'6'-12'143'0,"2"8"-19"0,1-1-9 15,4 3-20-15,4-2-10 0,3 0-1 0,0 2-14 16,-2 2-26-16,3-2-37 0,-2 4-45 16,-1-4-29-16,0 4-58 0,-8 1-134 0,-10-3 59 15</inkml:trace>
  <inkml:trace contextRef="#ctx0" brushRef="#br0" timeOffset="143500.87">29472 2970 33 0,'0'0'113'0,"0"0"2"0,28 0-10 16,-28 0-4-16,17 4-11 0,-6 3-7 0,1 0-3 15,-3-1-12-15,5 6-9 0,-5-4-12 0,4 5 9 16,-6-2-8-16,1-2 7 0,-1 3-11 0,-1-2-4 16,-1 1-1-16,-1-2-2 0,-2 1-9 0,1 0 1 15,-3-10-3-15,2 11 9 0,-2-11 8 0,0 0-1 16,-3 14 4-16,3-14 5 0,-7 8 1 0,7-8-1 15,-9 4-1-15,9-4 3 0,0 0 8 0,0 0 0 16,0 0 2-16,-22-9-9 0,22 9-4 0,-5-10-14 16,5 10-14-16,2-16-17 0,-2 16-21 0,9-23-15 15,-3 13-38-15,8-6-24 0,3 3-41 0,1 3-23 16,-2 1-106-16,2-1-282 0,-4 3 124 0</inkml:trace>
  <inkml:trace contextRef="#ctx0" brushRef="#br0" timeOffset="143801.81">29776 3183 127 0,'25'-14'137'0,"-20"7"-3"0,1 1-10 0,1-4-11 16,0 2-8-16,3-7 0 0,-1 6-19 15,0-3-1-15,2 1-10 0,-4-2 5 0,-2 3-2 16,1-1-9-16,-1 1 4 0,0 2-3 0,-3-1 7 15,1 0-7-15,-3 9-3 0,1-11-1 0,-1 11-5 16,0 0-6-16,-4-15-7 0,4 15-7 0,-9-7-2 16,9 7-9-16,-11-1-4 0,11 1-7 0,-19 4 2 15,10 0-5-15,-3 3-3 0,1 5-2 0,-2 1 0 16,3-1-1-16,-3 0 2 0,4 3-5 0,1-1 0 16,2 2 5-16,2-6-8 0,4 4 1 0,0 0-8 15,1-2-26-15,6 4-31 0,-1-7-25 0,3 1-41 16,6 0-35-16,1-3-127 0,0-1-311 0,4-1 137 15</inkml:trace>
  <inkml:trace contextRef="#ctx0" brushRef="#br0" timeOffset="144174.84">30189 3024 173 0,'0'0'193'0,"-4"-13"-3"15,3 9-7-15,1 4-15 0,-6-9-17 0,6 9-16 16,-9-6-20-16,9 6-8 0,-12 4-11 0,3 0-4 15,0 4-6-15,-1-1-10 0,-1 6-2 0,2-3-13 16,0 1-7-16,2 0-4 0,1-2 1 0,2 2-12 16,1 0 1-16,2 0-6 0,1-2-3 15,0-1-5-15,0-8-2 0,4 11-8 0,-1-7-6 16,-3-4-4-16,6 8-5 0,-2-5-2 0,1-1-2 16,-5-2-1-16,11 0-2 0,-11 0 7 0,12-4-6 0,-12 4 4 15,13-5-4-15,-13 5-5 0,10-14 5 16,-5 6-4-16,0-3 3 0,-1 2-2 0,-1-3 3 15,0 2-4-15,-3 10-1 0,6-13 4 0,-6 13 3 16,3-9 6-16,-3 9-3 0,2-9 2 0,-2 9-1 16,0 0-8-16,0 0 0 0,0 0 1 0,0 0-6 15,6 0 5-15,-6 0-2 0,0 0 2 0,0 0-3 16,5 22 9-16,-2-13-3 0,-2 2 3 0,2-2-1 16,2 1 2-16,-2 2 3 0,3-1-3 0,-2 0-17 15,2 0-32-15,3-3-29 0,-4 0-46 0,3 0-45 16,-1-3-112-16,-7-5-305 0,16 7 134 0</inkml:trace>
  <inkml:trace contextRef="#ctx0" brushRef="#br0" timeOffset="144392.57">30368 2813 46 0,'-2'-8'234'0,"-1"2"-14"0,3 6-14 16,-1-10-32-16,1 10-21 0,0 0-21 15,0 0-13-15,0 0-15 0,0 0-9 0,0 0-6 16,-5 36-7-16,2-18-8 0,2 3-2 0,-2 3-10 16,1 2-4-16,-1 1-8 0,3-2-1 0,3 1-6 0,-3-1-2 15,0-6-9-15,2 6 3 0,-2-8-9 0,0 2-28 16,3-2-25-16,-2-6-37 0,0 2-54 0,1-2-46 16,-1-1-140-16,-1-10-329 0,0 12 146 15</inkml:trace>
  <inkml:trace contextRef="#ctx0" brushRef="#br0" timeOffset="144524.41">30358 2942 5 0,'0'0'-2'0,"19"6"0"0</inkml:trace>
  <inkml:trace contextRef="#ctx0" brushRef="#br0" timeOffset="144819.01">30427 3181 55 0,'24'-10'135'15,"-14"4"-5"-15,1-2-22 0,4 0 4 0,0-3-8 16,-1-3-11-16,4 1 0 0,0-4-9 0,-5 2 4 15,-2 1-11-15,0-2-9 0,0 3-2 0,-5-2 6 16,0 4 13-16,-4 1 12 0,1 1 7 0,-1 1-2 16,1 2 1-16,-3 6-10 0,0-11-4 0,0 11-13 15,0-9-5-15,0 9-12 0,0 0-8 0,0 0-8 16,-9-4-7-16,9 4 1 0,0 0-7 0,-19 18-2 16,10-11-3-16,0 3-1 0,-3 3-4 0,5-4-2 15,0 1 0-15,2 0-15 0,3 1-19 0,-2 0-16 16,0-1-16-16,3 1-28 0,1-11-28 0,7 19-43 15,0-10-25-15,-1-3-145 0,3 1-344 0,1-2 152 16</inkml:trace>
  <inkml:trace contextRef="#ctx0" brushRef="#br0" timeOffset="145219.01">30808 2996 168 0,'0'0'174'0,"-4"-15"-10"0,0 9-1 0,-1 1-5 16,0 0-5-16,-2 2-9 0,-1-3-8 0,-1 5-11 15,9 1-17-15,-19 1-6 0,8 5-5 0,0-2-13 16,-1 1-6-16,3 1-9 0,1-1-8 16,0 4-7-16,0 2-3 0,3-3-8 0,1 2-1 15,0 0-3-15,4 2-8 0,3 1 4 0,-2-6-5 16,3 4 2-16,2-2-5 0,1-2 1 0,3 0-5 16,0 0-4-16,3-3 1 0,-2-1 6 0,1 0-7 15,-1-3 0-15,0 0-6 0,0-2 3 0,1-2-2 16,-3 1 3-16,-2-2-5 0,0 0-2 0,3-4-1 15,-5-1 1-15,-1-2-4 0,0 1 2 0,-2-7-5 16,1-1 3-16,-2 2 0 0,-2-2-3 0,1-7 0 16,-1 9-3-16,1-2 3 0,-2 0-1 0,1 2 4 15,0 1 4-15,-1 4 6 0,1 4 5 0,-1-2 5 16,2 10 8-16,-2-12-3 0,2 12-4 0,-2-8 22 16,2 8-10-16,0 0-8 0,0 0-5 0,0 0-3 15,0 0-4-15,0 0-2 0,-6 24 2 0,3-7-7 16,0 2 9-16,-2 6-9 0,3-1 3 0,0-3 1 15,2 4-2-15,-1-6-5 0,-2-1-26 0,6 7-34 16,-3-8-40-16,1 2-32 0,4-3-56 0,-1-1-71 16,-1 0-158-16,0-5-441 0,4-2 195 0</inkml:trace>
  <inkml:trace contextRef="#ctx0" brushRef="#br0" timeOffset="145805.06">31223 2925 112 0,'-3'-14'250'0,"0"8"-2"0,0 1-18 16,3 5-20-16,-6-7-24 0,6 7-14 0,0 0-18 15,0 0-15-15,-27 11-10 0,18-3-8 0,-3 4-16 16,1 0-6-16,1 1-2 0,2-3-17 0,2 1-4 16,-1 3-7-16,4-4-6 0,0 2-10 0,2-3-3 15,1-9-2-15,0 15-11 0,0-15 2 0,4 14-2 16,-4-14-2-16,5 9-3 0,-5-9 0 0,5 9-6 15,-5-9 0-15,7 4-2 0,-7-4-2 0,0 0 1 16,0 0-9-16,18-6 6 0,-18 6-6 0,12-9 2 16,-12 9-2-16,9-13-4 0,-4 2 1 0,0 3 0 15,0-1-3-15,-1-3 0 0,0 3-2 0,-2 1 0 16,-2 8 0-16,5-12 0 0,-5 12-3 0,6-12 4 16,-6 12-5-16,0 0-8 0,3-7 3 0,-3 7-3 15,0 0-9-15,0 0-3 0,0 0 8 0,0 0 1 16,0 0 2-16,0 0 3 0,0 0-1 15,-3 33 2-15,3-33 0 0,1 12-4 0,1-4 6 16,-2-8 1-16,5 16 2 0,-2-8-1 0,1-3-3 16,4 2 4-16,-3-2-3 0,5 0 8 0,-10-5-6 15,14 8-1-15,-6-6-1 0,-8-2-6 0,19-2-4 16,-19 2-6-16,21-4-3 0,-21 4 3 0,20-7-2 16,-10 0-4-16,-3 1 6 0,2-7-6 0,-1 4 2 15,-3 1 6-15,0-1 3 0,-1-2-4 0,1-1 6 16,-2 1 0-16,-1 1 5 0,0-1-11 0,-2 11 18 15,1-15 6-15,-1 15 9 0,1-13 5 0,-1 13 1 16,2-9-6-16,-2 9-3 0,0 0-6 0,0 0-7 16,0 0-2-16,0 0-1 0,0 0 4 0,0 0-2 15,0 0 0-15,0 0 3 0,0 0-4 0,5 35 2 16,-4-24 2-16,-1-11 1 0,-3 25 4 0,5-13 0 16,-2 1 3-16,1-1-5 0,-1 5 2 0,2-5 2 15,-2 5 0-15,0-7-21 0,-2 3-26 0,2-13-44 16,-4 24-47-16,3-13-63 0,1-11-239 0,-9 18-464 15,6-12 206-15</inkml:trace>
  <inkml:trace contextRef="#ctx0" brushRef="#br0" timeOffset="146173.69">31696 2870 144 0,'0'0'278'0,"0"0"-29"0,0 0-26 16,-5-13-25-16,5 13-21 0,0 0-19 0,0 0-6 16,0 0-8-16,0 0-11 0,0 0-10 0,-5 35-13 15,7-23-8-15,0 4-7 0,1-3-8 0,5 1-9 16,1 3-7-16,1-2-15 0,4 8 4 0,-1-8-5 16,1-2-4-16,0 0 0 0,0-5-11 0,2 0 1 15,-1-1-3-15,-2-4-4 0,-2 0-3 0,-2-2 1 16,0 1 0-16,1 0 5 0,-10-2 0 0,16-7 5 15,-7 2-4-15,-3-3 7 0,-1-2-5 0,0 0 0 16,0 0-5-16,-1-2 2 0,0-5-3 0,-2 1-4 16,1 0 0-16,-6-1-2 0,1 1-8 15,-1-1-3-15,-2 5 0 0,-1-3-6 0,-3 1-11 0,1 4 6 16,-2 1-9-16,1 0-7 0,-4 4-16 16,-4 1-17-16,-5 3-13 0,1 1-28 0,-7 2-14 15,0 2-39-15,9 2-37 0,-2 1-50 0,2-1-36 16,3 5-152-16,4-5-447 0,3 0 198 0</inkml:trace>
  <inkml:trace contextRef="#ctx0" brushRef="#br0" timeOffset="146438.21">32023 2788 99 0,'5'-8'291'0,"-1"-2"-20"0,0 1-13 0,0 3 2 16,-2-2-4-16,2 4-5 0,-4 4-24 0,0 0-20 15,5-13-24-15,-5 13-17 0,4-5-26 0,-4 5-17 16,0 0-12-16,0 0-13 0,0 0-8 0,6 21-4 16,-4-4 0-16,0 2-9 0,-2 5-2 0,0 3-4 15,0-1-9-15,-1-2-2 0,-2 5-4 0,3-3-7 16,-1 2 6-16,-1-2-11 0,-1-1 2 0,2 2-12 16,-1 1 1-16,1-9-6 0,1-1-5 15,-1 1-25-15,1-1-28 0,0 0-33 0,-1-7-36 16,1 1-32-16,0-1-44 0,0-11-44 0,0 19-48 0,0-11-225 15,0-8-531-15,0 0 235 0</inkml:trace>
  <inkml:trace contextRef="#ctx0" brushRef="#br0" timeOffset="146845.47">32099 2919 122 0,'10'-8'203'0,"-4"3"-16"0,1 1-24 0,-7 4-7 15,10-4-17-15,-10 4-16 0,15-1-9 0,-15 1-12 16,0 0-15-16,17 5-4 0,-17-5-6 0,5 12-7 16,-5-12-1-16,0 15-9 0,-3-6-9 0,-3 2-4 15,-4 2-9-15,-2-3-15 0,3-1-6 0,-2-3-6 16,3-1 0-16,-1 3-2 0,1-1 5 16,8-7-3-16,-7 8-3 0,7-8-1 0,-8 5 1 15,8-5-5-15,0 0 2 0,0 0 0 0,0 0-7 16,0 0 4-16,0 0 2 0,0 0-4 0,0 0 1 15,51-13-2-15,-20 7 4 0,-4 1-3 0,-7 1 2 0,8 0-4 16,-10-2-1-16,3-1 4 0,-2 3 6 16,-4-2-4-16,-2 0 6 0,-2-1-2 0,0 2 17 15,-2-1 12-15,-2-1-5 0,1-2 14 0,-3 0 15 16,-4 2-2-16,-1-1-1 0,0 8-13 0,-1-13 4 16,1 6 2-16,0 7 1 0,-6-8 3 0,4 1-15 15,2 7 5-15,-6-6-4 0,6 6-8 0,0 0-4 16,-20 2-3-16,20-2 0 0,-20 11-4 0,8 1-1 15,1-4-4-15,1 1-4 0,1 3-28 0,1 1-33 16,1 2-30-16,1-1-30 0,3 2-46 0,3 0-37 16,0-16-194-16,1 27-418 0,1-18 185 0</inkml:trace>
  <inkml:trace contextRef="#ctx0" brushRef="#br0" timeOffset="147056.01">32450 2981 162 0,'8'-15'186'0,"-2"4"1"0,2 2 12 0,-3-3 2 16,2 6 1-16,-1-2-8 0,-3 4-7 0,1-1-13 16,0 0-19-16,-4 5-16 0,0 0-13 15,5-8-20-15,-5 8-13 0,0 0-11 0,0 0-7 16,0 0-7-16,0 0-6 0,12 11-6 0,-10-3-5 16,1 2-7-16,-1-3-1 0,1 6-5 0,1-4-2 15,2 6-25-15,-3-2-36 0,-1 3-30 0,1 1-37 16,-2-6-59-16,2 7-58 0,-3-7-183 0,-2 0-422 15,0 0 186-15</inkml:trace>
  <inkml:trace contextRef="#ctx0" brushRef="#br0" timeOffset="147443.74">31310 3397 288 0,'0'0'283'0,"0"0"-12"0,-8-6-10 0,8 6-24 16,0 0-27-16,0 0-22 0,0 0-20 0,-14 1-17 16,14-1-14-16,-17 21-10 0,6-10-10 0,1 4-13 15,0 2-8-15,3-3-10 0,1 1-6 16,1-2-7-16,2 3-9 0,2-5-7 0,2 1-2 0,3 1-3 16,0 3-4-16,2-5 0 0,3 3-6 0,7-3-5 15,3-2-5-15,6 3-23 0,4-8-26 0,-1 1-37 16,0 0-39-16,-7-4-40 0,2-1-33 0,-2 0-40 15,-1-4-42-15,-3 0-153 0,-3 1-435 0,-4-4 193 16</inkml:trace>
  <inkml:trace contextRef="#ctx0" brushRef="#br0" timeOffset="147635.56">31591 3406 190 0,'1'-11'204'0,"-1"0"-1"0,0 2 5 0,0 9 13 0,2-12-4 15,-2 5-5-15,0 7-21 0,0 0-21 16,-2-10-25-16,2 10-13 0,0 0-16 0,0 0-22 0,0 0 0 15,0 0-17-15,0 0 7 0,3 41-4 16,-4-23-18-16,2 0 12 0,-1 2-7 0,-1 0-7 16,-1 5-1-16,1-6-7 0,0 1-4 0,0-2-6 15,2 1 0-15,-1-2-1 0,2-2-33 0,-3-2-53 16,2-1-46-16,-1-12-57 0,0 21-77 0,0-21-223 16,0 0-484-16,-2 19 214 0</inkml:trace>
  <inkml:trace contextRef="#ctx0" brushRef="#br0" timeOffset="147897.1">31792 3409 8 0,'0'0'269'0,"7"-10"-14"0,-7 10-17 16,4-5-21-16,-4 5-22 0,0 0-18 0,0 0-22 16,0 0-14-16,0 0-15 0,0 0-10 0,-32 7-14 15,18 2-12-15,-2-2-6 0,0 1-10 16,1 0-7-16,4-1-7 0,2-1-5 0,0-3-4 0,1 3-10 15,8-6-6-15,-8 5-5 0,8-5-6 0,-6 8-2 16,6-8-4-16,-5 7 3 0,5-7-5 0,0 0 1 16,0 0-4-16,9 20 3 0,-3-13-8 0,3 1 7 15,0-1 1-15,1 1-12 0,6 1 12 16,-1 0-11-16,0 0-21 0,2-2-29 0,1-1-33 16,-2-1-41-16,5-2-66 0,-2 1-208 0,-7-3-425 15,0-1 188-15</inkml:trace>
  <inkml:trace contextRef="#ctx0" brushRef="#br0" timeOffset="148180.24">32129 3333 207 0,'2'-9'316'16,"-2"9"-1"-16,3-11-8 0,-3 11-14 0,5-8-16 15,-5 8-21-15,0 0-31 0,0 0-23 0,3-11-21 16,-3 11-25-16,0 0-14 0,0 0-17 0,0 0-13 15,0 0-11-15,5 36-4 0,-6-19-7 0,1 2-11 16,-2 0-3-16,-3 6-4 0,4-7-4 0,-1 0-3 16,0 0-5-16,0 0-2 0,-1 0 0 0,3-1-9 15,-2-1-7-15,2-1 3 0,0-15-14 0,-2 23 5 16,4-11 6-16,2-3-18 0,-4-9 11 0,7 19-7 16,1-10-13-16,-3-1-6 0,5-3-44 0,2 1-9 15,-3-1-38-15,-9-5-36 0,24 5-44 0,-13-4-52 16,-11-1-44-16,25-3-46 0,-25 3-210 0,20-6-555 15,-12-1 246-15</inkml:trace>
  <inkml:trace contextRef="#ctx0" brushRef="#br0" timeOffset="148333.03">32174 3485 1907 0,'-15'-10'174'0,"-1"1"-65"0,1 2-33 0,5 3-22 0,1-2-11 16,0 3 12-16,9 3 9 0,-13-6 21 0,13 6-1 15,-9-5-5-15,9 5-7 0,-6-5-6 16,6 5-19-16,0 0-9 0,0 0-18 0,0 0 0 0,0 0-29 15,19-9-39-15,-3 4-53 0,4 2-46 16,12-5-75-16,0 4-189 0,-3-5-446 0,-2 2 197 16</inkml:trace>
  <inkml:trace contextRef="#ctx0" brushRef="#br0" timeOffset="148458.69">32460 3368 139 0,'0'0'297'0,"11"1"-25"15,-11-1-15-15,0 0-10 0,0 0-8 0,0 0-7 16,11 4-11-16,-11-4-18 0,0 0-21 0,0 0-23 15,0 0-36-15,0 0-43 0,9-1-48 0,-9 1-82 16,0 0-114-16,9-9-248 0,-9 9-446 0,10-11 197 16</inkml:trace>
  <inkml:trace contextRef="#ctx0" brushRef="#br0" timeOffset="153887.34">22605 3773 129 0,'0'0'197'0,"0"-9"-5"16,0 9-11-16,0 0-15 0,-6-12-4 0,6 12-10 16,-6-6-18-16,6 6-10 0,-10-6-10 0,5 5-13 15,5 1-6-15,-16 0-3 0,6 2-12 0,-1 3-8 16,-1-2-11-16,-1 1 1 0,2 2-5 0,-1-2-7 15,2 2-4-15,-1-1-5 0,-3 6-3 0,5-4-2 16,1-1-5-16,-1 3-6 0,4-1-4 0,1-3 1 16,3 3-4-16,1-8 0 0,0 15 0 0,1-5-2 15,2 1-2-15,3-2 0 0,2 2-3 0,-1-3-3 16,4 2 3-16,1 1-2 0,1 0 0 0,0-1 1 16,1 2-2-16,-4-5-4 0,3 6 4 0,-3-5-2 15,-1 0 0-15,1-2-3 0,-3 2 2 0,-1 0-4 16,-2-2 1-16,-1 0 1 0,-1-1 3 0,-2-5-4 15,-2 17 2-15,-2-9 1 0,-3 1 1 0,-3-1 0 16,-7 0-1-16,2 0 2 0,-5 0 0 0,-1-2 1 16,2 1 2-16,-1-1-6 0,-1-2 2 0,3-2-3 15,-1 0-2-15,6-2-12 0,-1 1-29 0,1 1-24 16,0-4-41-16,1 2-34 0,3-1-43 0,0-1-189 16,9 2-401-16,0 0 177 0</inkml:trace>
  <inkml:trace contextRef="#ctx0" brushRef="#br0" timeOffset="154344.97">22846 3913 120 0,'0'0'183'0,"-9"-15"-11"15,3 12-3-15,6 3-5 0,-14-4-2 16,3 2-6-16,1 2-5 0,0 0-9 0,-3 2-13 0,2 0-11 15,-1 5-6-15,1-2-10 0,-2 4-13 0,5 2-8 16,-6 0-8-16,4 2-10 0,1 1-1 0,0 0-7 16,3-2-7-16,3 1-5 0,1 0-6 0,0 0-1 15,4-2-9-15,-2 1 1 0,5-1 1 16,0-2-7-16,4-1 3 0,0 1-2 0,1-2-3 16,-1-2-1-16,5 1-2 0,-2-5-5 0,0 2 2 15,-2-2-3-15,1-2 3 0,3-2 1 0,-4-2-3 0,3 1-3 16,-3-2 1-16,0-1-3 0,0-2 0 0,-1 1 0 15,-1-1 2-15,0-3-3 0,2 0-1 0,-4 0 1 16,1-2 1-16,-5 2 0 0,2 0 4 0,-3 0-2 16,3 0 10-16,-1 4 8 0,-2-2 6 15,0 4 6-15,2-1 0 0,-3 7 1 0,2-10-4 16,-2 10 1-16,2-6-14 0,-2 6-6 0,0 0-6 0,2-6-5 16,-2 6 1-16,0 0-1 0,0 0 5 0,0 0-5 15,-4 25 8-15,4-14-10 0,0 2 4 0,0-2-5 16,0 4 4-16,3 1-3 0,-3-4 1 15,3 1-20-15,2 3-11 0,-3 0-20 0,0-6-22 16,0 2-28-16,-1-1-42 0,4-2-44 0,-2 2-30 16,1-3-33-16,0 2-127 0,-4-10-402 0,5 9 177 0</inkml:trace>
  <inkml:trace contextRef="#ctx0" brushRef="#br0" timeOffset="154576.87">23042 3846 11 0,'-3'-12'219'0,"2"1"1"0,-2 3-4 0,2 2 2 16,1 6-16-16,-3-11-10 0,3 11-29 0,-1-9-21 15,1 9-16-15,0 0-11 0,0 0-9 0,0 0-4 16,0 0 0-16,4 39-7 0,-4-22-10 0,1 8-6 16,1-6-3-16,1 6-8 0,0-1 2 0,0-3-3 15,-2 2-18-15,0-3-2 0,0 5-6 0,1-6-1 16,1-1-14-16,-3 0-27 0,2 0-23 0,-2-3-30 0,1 1-41 15,-1-2-42-15,1-4-49 0,-2 1-28 16,0-2-147-16,1-9-392 0,-7 14 174 0</inkml:trace>
  <inkml:trace contextRef="#ctx0" brushRef="#br0" timeOffset="155350.12">22927 4002 95 0,'0'0'162'15,"0"0"-19"-15,0 0-14 0,-2-9-8 0,2 9-31 16,9-8-2-16,-1 8-4 0,2-3-3 0,2 3-12 16,0-2-7-16,6 2-7 0,-4-1-4 0,0 1 2 15,-1 1-4-15,0-2-10 0,1 2 1 0,-1-1-7 16,-2 3-3-16,-3-1-15 0,0-2 12 0,-8 0-4 16,12 2 0-16,-7-1 6 0,-5-1-3 0,8 3-1 15,-8-3 10-15,7 7 9 0,-5-3-2 0,1 1 2 16,-3-5-7-16,2 11 2 0,0-6 0 0,1 2-2 15,0 0 0-15,-3-7-4 0,4 13-5 0,-2-7-2 16,0 0-1-16,-2-6-4 0,7 8 1 0,-4-3-6 16,1-2 0-16,-4-3 2 0,9 7-2 0,-6-5 0 15,-3-2-1-15,11 4 1 0,-6-3-3 0,-5-1-1 16,13 1 1-16,-13-1 2 0,10-5 2 0,-6 2-8 16,0-3-1-16,1 2 5 0,0-2-1 15,-3 0-2-15,-1-4-3 0,2 3-1 0,-2-2 3 16,1-1 2-16,-1 3 8 0,-1-3-2 0,0 2-6 0,0 8 2 15,0-13 2-15,2 9 5 0,-2 4 0 0,0 0-3 16,0-10-3-16,0 10-3 0,0 0-5 0,2-9-5 16,-2 9 1-16,0 0 0 0,0 0-5 0,0 0 6 15,0 0-5-15,9 21 4 0,-7-13-3 0,5-1 1 16,-4 4 0-16,3-3-3 0,-4 1 5 16,3 0 0-16,-1 1 1 0,1-2 0 0,0 1 2 0,-1-4-2 15,1 3 3-15,2-2-1 0,-1-3-1 0,-2 4 3 16,3-6-1-16,-1 3 3 0,-1-2-3 0,-5-2 5 15,10 3-4-15,-2-3 3 0,-8 0-2 0,11-3 0 16,-11 3-2-16,9-6 3 0,-4 3-4 0,0-2 4 16,0 0-4-16,-2 0 3 0,0-3-4 0,0-2 0 15,-1-1-2-15,0-1 1 0,-2-4-7 16,-1 5-1-16,-2-4 0 0,0-1 0 0,-1 3 1 0,-3-2-2 16,1 5 2-16,1-1-1 0,-2 2-1 0,1-1 2 15,0 4-1-15,-1-1-1 0,2 0 3 0,3 1 0 16,2 6-1-16,-7-8-2 0,7 8-3 0,-5-4 2 15,5 4-2-15,-4-4-2 0,4 4 6 0,0 0-4 16,0 0 0-16,0 0 2 0,0 0 2 16,0 0 0-16,0 0 0 0,28 4 0 0,-17 0 2 0,-1-2 1 15,1 2-7-15,0-2 8 0,-1 1 3 0,0 1-6 16,0 2-2-16,-3-4 0 0,4 4 5 0,-6-2-5 16,4 3 2-16,-2 0 1 0,-1 1-3 0,0 2 7 15,-2-2 1-15,1 1 3 0,-1 1-4 16,-1 0 7-16,1-1-2 0,-2 2 0 0,1-1 2 15,-2-1-2-15,-1-2-1 0,4 2-2 0,-4-3-18 0,0 4-21 16,2-3-42-16,-2-7-24 0,4 13-42 0,-1-8-30 16,-1 1-25-16,1-2-107 0,-3-4-332 0,8 8 147 15</inkml:trace>
  <inkml:trace contextRef="#ctx0" brushRef="#br0" timeOffset="155733.62">23681 3915 137 0,'0'0'177'0,"-7"-6"-12"0,7 6-24 0,-7-7-6 0,7 7-10 16,-7-1-4-16,7 1-2 0,-10 9-6 15,2-2-3-15,2 4-7 0,0 0-12 0,-1 3-7 16,-1 1-8-16,3-1-5 0,-1-1-4 0,1-2-6 16,2 0-9-16,3 2-1 0,0-3-9 0,2 0-2 0,-1-1-4 15,1 0-4-15,1-3 2 0,2 1-4 0,-1-3-2 16,2 0-4-16,-1 2 0 0,1-5-3 0,-6-1 3 15,11 4-3-15,-11-4 0 0,12 1-6 16,-12-1 4-16,11-3-5 0,-5 0 1 0,-6 3-2 16,9-8 0-16,-5 2-3 0,-1 0 0 0,1-1-1 15,-3-2 3-15,1 0-5 0,0-1 2 0,-1 0-2 0,0 4 4 16,2-1 10-16,-3 7 4 0,0-11 0 16,0 11 1-16,0-8-5 0,0 8-3 0,0 0-8 15,0 0-5-15,0 0 2 0,0 0-6 0,0 0 0 16,0 0 4-16,0 0-2 0,0 0 4 0,0 0-1 15,4 30-2-15,-4-20 1 0,0 1 1 0,1-1 0 16,0 0-3-16,0 0-3 0,3 2-19 0,-4-3-26 16,4 0-33-16,0-1-31 0,-4-8-56 0,8 12-44 15,-5-7-145-15,-3-5-383 0,9 8 170 0</inkml:trace>
  <inkml:trace contextRef="#ctx0" brushRef="#br0" timeOffset="155988.69">23870 3766 189 0,'0'0'231'0,"-2"-7"-19"0,2 7-24 0,0 0-26 16,0 0-12-16,0 0 6 0,0 0 4 0,0 0 8 16,6 37-2-16,-4-12-8 0,0 1-15 0,-2 0-2 15,2 1-2-15,2-2-8 0,-2-6-13 0,1 7-13 16,-3-7-8-16,1 6-7 0,-1-6-10 0,3-2-7 15,-3 1-8-15,0-3-10 0,1-3-12 0,-2 0-26 16,-1 0-21-16,4 0-29 0,-4-3-27 0,1-1-29 16,1-8-37-16,0 0-23 0,-1 18-32 0,1-18-8 15,1 6-16-15,-1-6-163 0,0 0-396 0,0 0 175 16</inkml:trace>
  <inkml:trace contextRef="#ctx0" brushRef="#br0" timeOffset="156251.47">23782 3989 81 0,'-6'-7'129'0,"6"7"-8"0,0 0-13 0,0 0-9 16,0 0-5-16,12-13-6 0,-4 10-11 0,2 0 9 15,3 1-3-15,-1 0-6 0,1-1-8 0,5 0-3 16,-1 3 0-16,1-2 2 0,-7 2 4 0,3-2-17 16,-2 0-1-16,-3 2-6 0,2 2-4 0,-1-4-2 15,-10 2 2-15,16 2-6 0,-13-1-2 0,-3-1 1 16,11 3 2-16,-6 0-1 0,1 0 8 0,1 1 0 15,-4-1-1-15,1 4-1 0,1 2-1 0,-1-2 0 16,0 2-3-16,0 2-2 0,-2-2-7 0,2 3-4 16,-4-1 3-16,3 1-2 0,-2 1-10 0,-1 3-25 15,1-3-31-15,-1-3-51 0,0-1-48 0,0 1-45 16,-1 0-133-16,1-10-340 0,-1 13 151 0</inkml:trace>
  <inkml:trace contextRef="#ctx0" brushRef="#br0" timeOffset="156420.21">24084 3785 76 0,'0'0'95'0,"0"0"-34"0,0 0-51 16,0 0-51-16,0 0-43 0,6 32 19 0</inkml:trace>
  <inkml:trace contextRef="#ctx0" brushRef="#br0" timeOffset="156992.84">24175 3943 76 0,'0'0'174'0,"-6"12"-1"0,6-12-4 16,-4 10-13-16,1-6-3 0,0 5-18 0,-1-2-6 0,3 0-8 15,1-7-11-15,0 17-10 0,-2-8-9 16,4 1-7-16,1 0-10 0,2-2-7 0,-3-2-5 16,3 2-6-16,-1-2-10 0,1 2-1 0,0-3 0 15,4 1-3-15,-4-2-2 0,0 0-7 0,0-2 2 16,3-1-5-16,-8-1 0 0,10 4-1 0,-4-3 0 0,-6-1-5 16,0 0 1-16,11-3-4 0,-11 3-1 15,6-6-3-15,-6 6-2 0,8-10 1 0,-7 4-3 16,0-1-4-16,-1 7 1 0,0-17-2 0,0 7 1 15,0 0-2-15,3-1-1 0,-5 1-3 0,2 0 2 16,3 0-1-16,-2 2 3 0,1 2 0 0,-2 6-4 16,2-11-4-16,-2 11 0 0,4-9-2 0,-1 5-2 0,-3 4 3 15,0 0-5-15,15 2-3 0,-15-2 1 16,13 8 3-16,-6-2 1 0,2 2 0 0,-1 0 4 16,0 2-11-16,-4-3 13 0,4 5-3 0,-3-5 0 15,3 5 6-15,-4-4 0 0,1 1 2 0,-2-4-1 16,1-1-4-16,-1 3 5 0,-3-7-1 0,3 7 7 15,-3-7 5-15,0 0 4 0,4 5 3 0,-4-5 16 0,0 0 5 16,0 0 11-16,5 5 15 0,-5-5 5 16,0 0-7-16,0 0-10 0,0 0-7 0,6-15-5 15,-3 9 0-15,0-4-2 0,4 0-13 0,-1 0-5 16,1 1-3-16,1 1-3 0,2-2-5 0,1 2-2 16,-2-1 1-16,1 3-8 0,0-3 0 0,-3 4-4 15,1 3-2-15,2-1 3 0,-10 3-8 0,11 0 1 16,1 0 1-16,-4 2-2 0,1 2 0 0,-3 1-1 15,3 0 3-15,-3-1 1 0,-1 5-1 0,-1-3 6 16,4 2-4-16,-4 2-2 0,-3-3 1 0,2 3 1 16,-3-1-21-16,0 0-31 0,0-9-30 0,-2 15-41 15,2-15-46-15,-6 13-53 0,6-13-226 0,-6 12-483 16,2-8 214-16</inkml:trace>
  <inkml:trace contextRef="#ctx0" brushRef="#br0" timeOffset="157252.1">24768 4007 130 0,'9'-5'236'0,"-9"5"-2"15,0 0-7-15,0 0-7 0,4-4-15 16,-4 4-16-16,0 0-22 0,0 0-17 0,5-3-14 0,-5 3-6 16,10 0-13-16,-10 0-10 0,19-2-8 0,-13 1-2 15,4 2-7-15,-1-2 1 0,-9 1-4 0,17 0-3 16,-6-1-5-16,-5-1 3 0,-6 2-11 0,12 0-2 15,-12 0 1-15,0 0-1 0,10-1-5 0,-10 1-2 16,0 0-6-16,0 0-2 0,11-1-7 0,-11 1-6 16,0 0 0-16,0 0-7 0,0 0-22 0,0 0-34 15,0 0-45-15,0 0-54 0,0 0-86 0,0 0-77 16,0 0-207-16,0 0-533 0,0 0 236 0</inkml:trace>
  <inkml:trace contextRef="#ctx0" brushRef="#br0" timeOffset="158067.96">25213 3814 18 0,'0'0'228'0,"-8"-3"-4"15,8 3-9-15,0 0-11 0,-9-2-14 0,9 2-16 16,0 0-19-16,0 0-18 0,-2-7-14 0,2 7-11 16,0 0-12-16,0 0-12 0,0 0-8 0,25-6-8 15,-8 5-7-15,0-2-4 0,3 2-7 0,-7-3-23 16,0 4-17-16,4-2-16 0,-4-1-14 0,0 3-18 15,-4-1-5-15,-9 1-5 0,14-3 0 0,-14 3 9 16,9 0-2-16,-9 0 6 0,9-2 0 0,-9 2 8 16,0 0 1-16,6-2 0 0,-6 2 11 0,0 0-13 15,0 0 12-15,0-10 11 0,0 10 1 0,0 0 7 16,0 0 3-16,0 0 6 0,0 0 11 0,-13-5 3 16,13 5-5-16,0 0-3 0,0 0-5 0,0 0-5 15,0 0-8-15,0 0 3 0,0 0-4 0,0 0 10 16,-4 19 9-16,6-5 1 0,0 3 1 0,0 2 2 15,0 1 1-15,7 6-1 0,-9-5 2 0,0 4-1 16,4 1-1-16,-3 0 0 0,4-9-1 0,-5 0-1 16,0 1-5-16,0-1 2 0,2-1-5 0,0-5 0 15,-4 0 7-15,0 1-8 0,2-3 5 0,-2 1 3 16,-2-1 0-16,-2 0 3 0,-2-3 3 0,3-2-3 16,-2 1 2-16,-4-1 3 0,6-1-11 0,-8-3-2 15,-1 0 0-15,4-2-6 0,0-1-2 0,-1-1-20 16,2-3-38-16,0 2-19 0,2 0-45 0,7 5-30 15,-13-12-48-15,8 6-184 0,5 6-404 0,-4-13 179 16</inkml:trace>
  <inkml:trace contextRef="#ctx0" brushRef="#br0" timeOffset="158471.41">25663 3985 1987 0,'10'-7'44'16,"-1"1"42"-16,-5 2 2 0,-2-1-23 0,-2 5-12 15,3-8-12-15,-3 8 18 0,-1-9-7 0,1 9 5 16,0 0 1-16,-6-8 4 0,6 8-10 16,0 0-1-16,-9-1-8 0,9 1-6 0,0 0-6 15,-13 9-1-15,10-4 0 0,3-5-8 0,-8 12-3 0,7-2-1 16,1-1-1-16,0 1-3 0,0-10-1 0,0 17-3 16,4-9-2-16,1 2-6 0,-2-4-13 0,3 1-9 15,-1-1-3-15,0-2-5 0,3 1 4 0,-3-1-2 16,6 0 3-16,-7-1 3 0,-4-3 3 0,10 4 3 15,-10-4 3-15,6 4 4 0,-6-4 1 16,0 0 6-16,10 1 0 0,-10-1 0 0,0 0 7 0,0 0-1 16,0 0 3-16,0 0 0 0,0 0-2 0,0 0-4 15,0 0 6-15,0 0 1 0,-26-11 2 16,26 11 5-16,-18 2-8 0,9 3-1 0,3 0 1 16,-5 1 0-16,2 3-1 0,2-2 0 0,-3 2-1 15,2-1 3-15,3 2-2 0,-1-1 0 0,1 2-2 16,3-3 1-16,-1 2-2 0,3-1-2 0,3 1 7 0,1 0-1 15,1-2-1-15,0-1-13 0,7 0-20 16,0-1-29-16,3 2-41 0,4-6-49 0,-2 2-51 16,2-4-55-16,1 0-129 0,-4 0-410 0,2-3 181 15</inkml:trace>
  <inkml:trace contextRef="#ctx0" brushRef="#br0" timeOffset="158855.1">26099 3889 60 0,'0'-5'223'0,"0"5"3"16,5-10-8-16,-3 7-5 0,-2 3-28 0,0 0-17 15,1-8-20-15,-1 8-18 0,0 0-13 0,0 0-15 16,0 0-11-16,0 0-7 0,0 0-5 0,0 0 3 0,-1 32 4 16,-3-18-4-16,-6 4 0 0,4-3-3 15,-3 2-3-15,0-2-9 0,2 0-4 0,0 0-7 16,-1-1-3-16,2-2-9 0,0-2 2 0,-1 2-9 15,3-1 0-15,0 0-8 0,0-2-2 0,3 1-6 16,-1-5 1-16,0 3-3 0,2-8 2 0,0 11-7 16,0-3 0-16,0-8-2 0,2 8-3 0,1-4-4 15,-3-4 1-15,6 5 0 0,-6-5 2 0,7 1-2 16,-7-1 0-16,13-5 0 0,-13 5 4 0,9-7-1 16,-4 0-1-16,-1-2-4 0,-2 0 4 0,0-2-5 15,-4 1-1-15,2-2 1 0,-2-1-1 0,-5-2-1 16,-3 0 4-16,0 0-5 0,-1 1-1 0,0 0-2 15,-3 4 5-15,1-2 4 0,3 4-8 0,1 4-6 16,1-3-10-16,-2 4-14 0,-1 1-17 0,3 0-22 16,8 2-38-16,-15 3-48 0,15-3-42 0,-6 8-232 15,6-8-464-15,-4 9 205 0</inkml:trace>
  <inkml:trace contextRef="#ctx0" brushRef="#br0" timeOffset="159328.99">26381 3853 94 0,'0'-7'252'0,"0"7"-23"16,6-8-25-16,3 4-26 0,0 0-12 0,5-1-22 15,-1 0-10-15,-1 2-19 0,0-2-22 0,3 2-25 16,-5 0-25-16,3 1-18 0,-1-1-17 0,1 3-11 15,-4-1-19-15,-1 1-19 0,-8 0 8 0,11 1-3 16,-11-1 8-16,8 1-3 0,-8-1 3 0,0 0 9 16,0 0 14-16,0 0 7 0,0 0 2 0,0 0 21 15,0 0 5-15,0 0 2 0,0 0 11 0,0 0 3 16,0 0-6-16,0 0 0 0,0 0-6 0,0 0-5 16,0 0-7-16,0 0 4 0,0 0 4 0,-6 15 0 15,4-4 4-15,1-2-1 0,1 4 2 16,-2 2-6-16,2 2 8 0,2-1-3 0,-2 3 4 0,0 1-3 15,0-4 2-15,0 1-3 0,0 1 0 0,0-2-6 16,0 0 11-16,1-1 0 0,-2-3-2 0,1 0-3 16,0-1 1-16,0-2-4 0,-2 1-2 0,0-1 5 15,2-9 3-15,0 12 8 0,-2-7 15 16,2-5-7-16,-6 12 6 0,0-8-2 0,2-1-3 0,-5 3-2 16,0-3-5-16,-2 0-7 0,0-1 0 0,0-2-3 15,1 2-4-15,1-2-1 0,9 0-5 0,-16-2-21 16,5 0-18-16,5-1-21 0,6 3-15 0,-11-3-25 15,11 3-37-15,-12-4-43 0,12 4-43 0,-4-5-43 16,4 5-169-16,0 0-440 0,0 0 196 0</inkml:trace>
  <inkml:trace contextRef="#ctx0" brushRef="#br0" timeOffset="159574.76">26846 3988 221 0,'0'0'242'0,"4"-6"7"0,-4 6-10 0,2-7-8 0,-2 7-18 16,0 0-13-16,0 0-16 0,0 0-15 0,-16-5-10 16,16 5-11-16,-16 7-4 0,6-2-7 0,-6 5-2 15,-1 0-9-15,2 3-4 0,-1-1-14 0,7-2-7 16,-2-2-10-16,3 3-13 0,2-1-2 0,-2-2-12 16,7 3-4-16,-3-1-2 0,2-1-6 0,4-2-5 15,0 2-4-15,1-1-4 0,3 0-9 16,2-1-19-16,3 0-21 0,1-2-27 0,5 3-40 15,2-5-40-15,0 1-48 0,3-3-52 0,6-2-41 0,-7 0-225 16,-2-2-523-16,3-1 231 0</inkml:trace>
  <inkml:trace contextRef="#ctx0" brushRef="#br0" timeOffset="159848.28">27114 3982 143 0,'-4'-4'262'15,"4"4"-25"-15,0 0-11 0,0 0-10 0,0 0-14 16,0 0-16-16,0 0-12 0,0 0-5 16,0 0-1-16,18-5-9 0,-5 2-9 0,1 1-7 15,0 2-7-15,0 0-7 0,-2 0-5 0,1 0 0 16,-3 0 2-16,-1 0-2 0,-9 0 6 0,14 1 0 16,-14-1 11-16,13-1-9 0,-13 1 7 0,9-2-2 0,-9 2-1 15,0 0-8-15,0 0-3 0,10 2-16 16,-10-2-11-16,0 0-2 0,0 0-14 0,0 0-9 0,0 0-9 15,0 0-16-15,0 0-26 0,0 0-49 16,6-3-49-16,-6 3-60 0,0 0-46 0,0 0-56 16,0 0-60-16,0 0-59 0,0 0-256 0,0 0-663 15,0 0 294-15</inkml:trace>
  <inkml:trace contextRef="#ctx0" brushRef="#br0" timeOffset="160227.12">27822 3743 81 0,'0'0'279'16,"-2"-6"-1"-16,2 6-3 0,0 0-3 0,0 0-5 16,0-10-5-16,0 10-20 0,0 0-15 0,0 0-7 15,0 0-23-15,0 0-16 0,0 0-26 0,0 0-4 16,0 0-9-16,2-10-21 0,-2 10-12 0,0 0-3 16,0 0-17-16,9-2-7 0,-4-2-14 0,-5 4-3 15,18-4-1-15,-2 2-12 0,-5-1-2 0,2 2-6 16,-2-3-2-16,3 0-7 0,-3 2-2 0,2 0-11 15,-5 0-8-15,3 0-22 0,-2-1-20 0,-9 3-31 16,11-2-32-16,-11 2-38 0,8-1-40 0,-8 1-36 16,0 0-47-16,7-1-33 0,-7 1-216 0,0 0-541 15,0 0 241-15</inkml:trace>
  <inkml:trace contextRef="#ctx0" brushRef="#br0" timeOffset="160455.6">27857 3707 60 0,'0'0'204'15,"0"0"-18"-15,0 0-10 0,0 0-16 0,0 0-12 16,0 0-14-16,0 0-20 0,-6 8-8 0,6-8-3 16,0 9 1-16,-2 2 20 0,0 1-2 15,2 0 2-15,0 5-7 0,0 2-2 0,0 0-1 0,0 5 9 16,-2-3-4-16,1-3-6 0,0 1-3 0,0 0-14 16,-1-2-4-16,0-2-3 0,2 3-12 0,0-1-5 15,0-2 1-15,0 2-17 0,0-6 1 0,-2 2-3 16,2-2-17-16,-2-1-28 0,2 0-36 0,-2-3-33 15,2-7-48-15,-1 15-67 0,1-15-59 16,-2 11-230-16,2-11-503 0,-5 9 222 0</inkml:trace>
  <inkml:trace contextRef="#ctx0" brushRef="#br0" timeOffset="160611.14">27896 3987 16 0,'0'0'197'0,"0"0"-18"16,7-4-25-16,-7 4-10 0,11-1-16 0,1 1-12 16,-12 0-28-16,27-2-50 0,-16 1-54 0,10-1-55 15,-3 3-92-15,-1-1-175 0,1-1 78 0</inkml:trace>
  <inkml:trace contextRef="#ctx0" brushRef="#br0" timeOffset="160768.5">28202 3951 106 0,'0'0'263'0,"0"0"-9"0,5-5-3 16,-5 5-12-16,0 0-9 0,0 0-14 16,0 0-12-16,0 0-22 0,0 0-19 0,0 0-20 15,0 0-13-15,0 0-34 0,4-5-40 0,-4 5-49 16,0 0-46-16,0 0-40 0,0 0-39 0,0 0-45 16,0 0-40-16,0 0-120 0,0 0-351 0,18 6 156 0</inkml:trace>
  <inkml:trace contextRef="#ctx0" brushRef="#br0" timeOffset="161007">28408 3779 21 0,'0'-6'271'16,"0"6"6"-16,5-9-9 0,-5 9-7 0,2-7-19 16,-2 7-17-16,0 0-15 0,4-4-31 0,-4 4-22 15,0 0-13-15,0 0-12 0,0 0-13 0,3 18-3 16,-3-7-4-16,0 7 0 0,-3-1-10 0,3 2 3 15,0-2-25-15,-1 3-4 0,1-4-4 0,-1 4-9 16,2-2-2-16,-1 1-6 0,0-2-4 0,0 0-1 16,1 0-10-16,2-1-13 0,-3-5-32 0,0 2-37 15,2-3-11-15,-2 2-42 0,2-1-30 0,-2-3-54 16,1-1-59-16,0 1-51 0,0-1-145 0,-1-7-470 16,0 0 208-16</inkml:trace>
  <inkml:trace contextRef="#ctx0" brushRef="#br0" timeOffset="161447.01">28437 3870 3 0,'1'-11'250'0,"3"0"-12"0,-3 0 0 0,1 3 0 16,3-2-2-16,-3 1-7 0,2 3-22 0,3-2-14 16,0 1-15-16,2 0-24 0,1 3-2 0,-1-3-14 15,3 4-13-15,-2-1-15 0,0 3-16 0,2-3-3 16,-2 5-6-16,-1 1-10 0,1-1-7 0,-1 4-7 15,-2-2-7-15,3 1-5 0,-5 0-7 0,1 2-4 16,-1 1 0-16,-1-1-2 0,0 3-7 0,0-1 2 16,0 2-6-16,-2-2 0 0,-4-1 3 0,4 1-5 15,-2 3 1-15,-2-1-3 0,-2 2-11 0,-1-4 12 16,2 3-3-16,-1-4-2 0,2-1-1 0,-1 0-5 16,3-6 0-16,-2 9-4 0,2-9-1 15,-4 9-1-15,4-9 4 0,-3 9-8 0,3-9 0 16,0 9-5-16,0-9 0 0,3 10-2 0,-1-6 3 0,4 1 1 15,-1 1-7-15,2-1 7 0,0-1 3 0,3 3-10 16,-2-1 2-16,-2-1 4 0,5 1-4 0,-5-4 2 16,-1 1-3-16,-1 0 2 0,-4-3-2 0,7 7 3 15,-7-7-2-15,6 5 1 0,-6-5 0 16,2 6 3-16,-2-6 7 0,0 0 3 0,0 0-2 0,-10 10 4 16,10-10-3-16,-10 4 0 0,-1-2-4 0,1 0-5 15,4 0 11-15,-5 1-2 0,0 1 2 0,-2-2-13 16,2 0-21-16,-2-2-24 0,0 3-24 0,-1-3-37 15,5 1-57-15,1-1-81 0,-1 0-256 0,9 0-547 16,0 0 243-16</inkml:trace>
  <inkml:trace contextRef="#ctx0" brushRef="#br0" timeOffset="161955.41">29267 3951 156 0,'0'0'216'0,"-21"-9"-1"0,13 8-8 0,8 1-5 15,-9-3-4-15,9 3-7 0,-10-1-8 0,10 1-7 16,-10-3-14-16,10 3-7 0,0 0-9 0,0 0-14 16,-9-1-11-16,9 1-7 0,0 0-8 0,0 0-2 15,0 0-8-15,0 0-6 0,0 0-7 0,0 0-4 0,0 0 0 16,0 0-2-16,0 0-6 0,37 1-4 15,-24-1-8-15,5 0-1 0,-6 0-3 0,1 0 4 16,1 0-2-16,-3 2 3 0,-1-2 3 0,-3 0 8 16,-7 0-4-16,13 0-1 0,-8 1 8 0,-5-1 6 15,0 0 11-15,11-1 6 0,-11 1 2 0,0 0-4 16,10-2 2-16,-10 2-6 0,0 0-8 0,0 0-7 16,0 0 0-16,6 3-11 0,-6-3-14 0,0 0 0 15,0 0-7-15,0 0-5 0,0 0-4 0,0 0-5 16,0 0-14-16,0 0-43 0,0 0-52 0,0 0-56 15,0 0-62-15,0 0-65 0,0 0-67 0,0 0-85 16,0 0-234-16,0 0-702 0,0 0 310 0</inkml:trace>
  <inkml:trace contextRef="#ctx0" brushRef="#br0" timeOffset="164205.04">23370 4681 181 0,'-3'-7'224'0,"3"7"-13"0,0 0-9 16,0 0-9-16,-1-10-16 0,1 10-16 0,0 0-15 16,0 0-16-16,0 0-17 0,0 0-15 0,0 0-11 15,0 0-2-15,0 0-11 0,0 0-8 16,-5 31-6-16,1-15-5 0,1 0-8 0,-1-1-1 0,0 0-3 16,0 1-7-16,0 0 1 0,-1-2 2 15,0-2-13-15,2 0 0 0,1-2-5 0,-2-4-1 0,3 2-4 16,-1-2 0-16,2-6-2 0,-2 9-1 0,2-9 1 15,-3 9-1-15,3-9-1 0,0 0 3 0,-1 7-1 16,1-7 4-16,0 0 7 0,0 0 8 0,0 0 9 16,0 0 12-16,0 0-11 0,0 0 2 15,0 0-7-15,0 0-7 0,0 0 0 0,5-35 6 16,-1 25-15-16,2-7-2 0,1 2-1 0,-2-4-4 0,1 0-1 16,2-3 0-16,0-2-1 0,-1 5-5 0,1 0 5 15,-2 2-5-15,1 0-2 0,-1 1 12 0,-1 1-10 16,-1 5-2-16,-1 1 3 0,-3 9-2 0,3-14 1 15,-3 14 0-15,4-10-4 0,-4 10-2 16,4-9-5-16,-1 7-1 0,-3 2-8 0,0 0 3 16,0 0 6-16,0 0 1 0,0 0-9 0,19 16 1 0,-13-7 5 15,1 1-1-15,3 2 4 0,-1 4-1 16,-4-1-1-16,0-4 2 0,3 4-1 0,-5 0 3 16,3 0 8-16,-1-1-8 0,0-2 1 0,-1-2 1 15,-2 4-1-15,3-3 0 0,-1 0 10 0,0-2-11 16,-3 1 5-16,2-1-8 0,-1 0-20 0,0-2-24 15,0-1-28-15,-2-6-28 0,3 12-41 0,-3-12-41 16,4 10-48-16,-4-10-182 0,0 0-449 0,0 11 199 0</inkml:trace>
  <inkml:trace contextRef="#ctx0" brushRef="#br0" timeOffset="164368.84">23420 4751 143 0,'0'0'166'0,"-5"-5"-15"0,5 5-20 16,0 0-16-16,0 0-10 0,0 0-13 0,0 0-18 16,0 0-18-16,0 0-30 0,27-6-36 0,-13 3-23 15,5 2-35-15,0-1-23 0,0 2-53 0,3-1-154 16,-2-1 69-16</inkml:trace>
  <inkml:trace contextRef="#ctx0" brushRef="#br0" timeOffset="164594.94">23802 4671 143 0,'0'0'162'0,"0"0"11"0,5-7 2 16,-5 7-2-16,0 0-11 0,0 0-7 0,0 0 2 16,0 0-13-16,0 0-9 0,0 0-14 0,-15-12-11 15,15 12-10-15,0 0-10 0,0 0-6 0,-27 14 8 16,17-5-11-16,1-1-8 0,1 2-6 0,-3 2-7 16,2 1-8-16,2-2-1 0,0 3-6 0,-1-4-7 15,4 3-1-15,2-2-3 0,-1 1-4 0,3-2 2 16,0-10-7-16,3 20-5 0,4-11-10 0,1 0-22 15,0-2-25-15,1-1-33 0,2-1-27 0,2 0-38 16,2-4-32-16,-2 1-18 0,6-2-16 0,-2-4-121 16,-3 1-347-16,2 0 154 0</inkml:trace>
  <inkml:trace contextRef="#ctx0" brushRef="#br0" timeOffset="164803.07">24004 4630 14 0,'1'-12'158'16,"-1"-1"2"-16,0 1 1 0,0 12 13 0,-2-18 6 15,2 18 0-15,0-12-2 0,0 8-18 0,0 4-13 16,0 0-21-16,-2-12-15 0,2 12-11 0,0 0-13 16,0 0-10-16,0 0 0 0,0 0 16 0,-2 32-2 15,-1-13-6-15,1-1-9 0,-1-1-5 0,1 3-3 16,-2 4-9-16,2-5-4 0,0-1-5 0,1 2-4 16,-4-1-6-16,5-2-5 0,0 2-15 0,0-3-22 15,0-1-25-15,-3-3-36 0,2-1-50 0,1-1-50 16,0-10-42-16,0 13-180 0,0-13-416 0,-4 11 185 15</inkml:trace>
  <inkml:trace contextRef="#ctx0" brushRef="#br0" timeOffset="165077.37">23875 4721 126 0,'5'-4'119'0,"5"-1"-4"0,0 2-3 16,3-2-14-16,1 1-3 0,2 2 2 0,3-1-11 15,1 3 6-15,1-4-10 0,0 4-3 0,-2 0-5 16,-6-2-11-16,3 1 2 0,-4 0 0 0,0 1-2 16,-12 0 5-16,18 0-15 0,-10 0 0 15,-2 1-8-15,-6-1 0 0,13 1 1 0,-13-1 1 16,7 6 6-16,-3-3 10 0,0 3 7 0,-1 1 3 0,0-1-3 16,0 5-1-16,1-2-3 0,-4 4-1 0,1-3-6 15,-1 2-4-15,1 0-5 0,-1 4-7 16,0-6-4-16,-1 3-3 0,0-2-25 0,1-2-23 0,0 1-38 15,0-10-46-15,1 17-51 0,0-9-42 16,1-1-164-16,-2-7-383 0,0 0 170 0</inkml:trace>
  <inkml:trace contextRef="#ctx0" brushRef="#br0" timeOffset="165230.47">24175 4563 48 0,'0'0'36'0,"0"0"-20"0,0 0-33 15,0 0-19-15,0 0 9 0</inkml:trace>
  <inkml:trace contextRef="#ctx0" brushRef="#br0" timeOffset="165817.46">24313 4718 95 0,'7'3'119'0,"-7"-3"10"16,9 10 6-16,-4-7-24 0,-5-3-3 0,7 9-12 15,-7-9-5-15,12 8-7 0,-10-2-13 0,-2-6-5 16,9 12-4-16,-9-12-4 0,7 5-11 0,-7-5 1 16,4 7 0-16,-4-7-10 0,0 0 3 0,6 5-5 15,-6-5 3-15,0 0 7 0,0 0-6 0,0 0-4 16,8 6 3-16,-8-6-3 0,0 0-3 0,0 0-3 15,0 0 0-15,0 0-6 0,0 0 4 0,0 0-10 16,0 0 5-16,0 0-2 0,0 0-6 0,0 0 3 16,0 0-2-16,9-17-4 0,-9 17-1 0,5-9-5 15,-3 2-2-15,-2 7 4 0,8-9 1 0,-8 9-3 16,6-10 3-16,-6 10 0 0,7-11 3 16,-7 11 1-16,7-8 2 0,-3 4-2 0,4-3-6 0,-8 7 5 15,8-8-2-15,-8 8-3 0,10-4 5 0,-10 4-5 16,10-3-1-16,-10 3-1 0,10-4-2 0,-10 4-1 15,9-6 4-15,-9 6-5 0,13-4 3 0,-13 4-1 16,0 0 7-16,10-3-6 0,-10 3 0 0,0 0 0 16,10-4 4-16,-10 4-7 0,0 0 8 0,11-1 6 15,-11 1 2-15,0 0-5 0,0 0 3 0,0 0-2 16,1-12 0-16,-1 12 6 0,0 0 4 0,0 0 1 16,0 0-4-16,0 0 3 0,0 0-1 0,0 0-2 15,0 0 2-15,0 0 1 0,0 0-2 0,6-8-2 16,-6 8-5-16,0 0-2 0,0 0 1 0,0 0 0 15,0 0-3-15,0 0-10 0,0 0 5 16,0 0 3-16,0 0-9 0,-34 16 2 0,26-10-3 0,2 0 3 16,2-2 0-16,-5 4-6 0,9-8 5 0,-10 11 0 15,5-5-4-15,5-6 3 0,-7 11-4 0,6-5 2 16,1-6 2-16,1 11 0 0,3-1 2 0,1-3 0 16,0-1 3-16,2 2 2 0,0 0 1 0,1-2-2 15,3 0-1-15,-2-2 2 0,0 2-1 16,4-2-17-16,-3-1-20 0,2-1-39 0,2-1-42 0,3 0-46 15,2-1-36-15,-5 0-149 0,-3-1-371 0,6-2 164 16</inkml:trace>
  <inkml:trace contextRef="#ctx0" brushRef="#br0" timeOffset="165988.51">24803 4740 10 0,'0'0'227'0,"5"-7"-6"0,-5 7-9 15,0 0-14-15,0 0-17 0,0 0-20 0,4-2-15 16,-4 2-20-16,0 0-11 0,0 0-6 0,0 0-25 16,16 2-25-16,-16-2-41 0,14 1-61 15,-14-1-71-15,18 2-171 0,-18-2-309 0,0 0 136 0</inkml:trace>
  <inkml:trace contextRef="#ctx0" brushRef="#br0" timeOffset="166960.71">25320 4606 226 0,'0'0'240'16,"-9"-4"-14"-16,9 4-13 0,0 0-19 0,0 0-15 16,0 0-17-16,0 0-6 0,0 0-23 0,0 0-10 15,0 0-14-15,0 0-4 0,0 0-15 0,23-3-9 16,-12 2-9-16,2 1-5 0,3-2-7 0,-5-1-11 15,1 3-16-15,-4 0-10 0,-1-1-11 0,-7 1-6 16,14-3-9-16,-14 3 0 0,7-1-1 0,-7 1 3 16,0 0 1-16,8-1-2 0,-8 1-2 0,0 0 4 15,0 0-6-15,0 0 1 0,3-5 4 0,-3 5 3 16,0 0-4-16,0 0 0 0,0 0-1 0,0 0 0 16,0 0 4-16,0 0-2 0,0 0 7 0,0 0-1 15,0 0 1-15,0 0-5 0,0 0-2 0,0 0-4 16,0 0 4-16,0 0-1 0,0 0 8 0,-13 23 6 15,13-7-1-15,-1 0 1 0,1 0-2 0,0 1 0 16,0 2 2-16,-1-1-1 0,1 0 3 0,-1 0 0 16,2 2-2-16,-2-4 0 0,-1 1 0 0,2-2 3 15,0 4 6-15,0-7 9 0,0 1-10 0,-5-2 0 16,4 2 2-16,-3-3 2 0,0 0 2 0,2 0 6 16,-3-1-2-16,-1 0 4 0,-4-2-7 0,3 0 1 15,-3-1-4-15,1 0-2 0,-3-2 1 0,2 0-3 16,-2-2-3-16,3 1-1 0,-2-3-8 0,-1-2-22 15,12 2-19-15,-15-4-25 0,6 1-26 0,-1 0-38 16,2 1-49-16,0-4-36 0,3 1-202 0,-2 3-441 16,7 2 195-16</inkml:trace>
  <inkml:trace contextRef="#ctx0" brushRef="#br0" timeOffset="167378.87">25650 4767 98 0,'0'0'250'0,"5"-3"-4"0,-5 3-5 0,4-5-16 16,-4 5-11-16,0 0-16 0,0 0-20 0,0 0-17 15,0 0-11-15,0 0-14 0,0 0-14 0,0 0-5 16,-25 13-12-16,15-4-10 0,3-1-8 0,2 3-10 16,-4-3-7-16,5 2-5 0,1-1-9 0,1 2 0 15,-2-2-10-15,4 0-1 0,0-1-6 0,4 1 1 16,0 0-4-16,3-2-4 0,1 1 1 0,0-3-8 15,1 1-1-15,2-1-4 0,-1-3-5 16,2 1-1-16,0-3-6 0,1 0 2 0,-2 0-7 0,1 0 3 16,-3 0 2-16,-2-2-4 0,-7 2 3 0,11-2 1 15,-6-1-4-15,-5 3 0 0,8-5-2 0,-8 5 3 16,2-5 3-16,-2 5 3 0,0 0-6 0,0 0 2 16,0 0 1-16,-12-9-3 0,12 9 4 0,-12 0 1 15,12 0 2-15,-18 5 0 0,9-1-4 0,-2 0 3 16,-1 2 3-16,4-1 0 0,-4 0 3 0,3 2-2 15,0-1-1-15,0 1 2 0,3 1-4 0,3-3 0 16,-3 2-3-16,2 1 2 0,1-2-4 0,3-6 7 16,-3 10-7-16,3-10-2 0,5 13-20 0,-2-9-19 15,5-1-33-15,1 1-51 0,5-2-70 0,-1-1-60 16,5 1-250-16,2-4-540 0,1 0 239 0</inkml:trace>
  <inkml:trace contextRef="#ctx0" brushRef="#br0" timeOffset="167568.76">26050 4847 2156 0,'5'-3'153'0,"-5"3"-80"15,8-7-16-15,-4 4-21 0,-4 3 3 0,8-6 10 16,-8 6 24-16,4-3 2 0,-4 3 1 0,0 0-1 16,0 0-3-16,7-4-12 0,-7 4-7 0,9-2-2 15,-9 2-4-15,12-1-8 0,-4 0-8 0,-8 1-27 16,13-2-37-16,-3 2-40 0,-10 0-47 0,17-1-49 15,-5 0-57-15,1 1-207 0,-2-4-470 0,7 2 208 16</inkml:trace>
  <inkml:trace contextRef="#ctx0" brushRef="#br0" timeOffset="168013.84">26688 4574 43 0,'0'-8'303'0,"0"8"-13"0,0 0-17 16,0 0-17-16,0 0-16 0,0 0-17 0,2-7-18 16,-2 7-21-16,0 0-22 0,9-6-8 15,-9 6-17-15,13-2-13 0,-1 2-11 0,-1 0-10 0,3 0-13 16,1-1-7-16,-2 0-6 0,1-1-15 0,5 1 0 16,-6 1-15-16,-2-2-26 0,1 1-25 0,-6 0-29 15,-6 1-23-15,13-3-24 0,-13 3-15 0,8 0-13 16,-8 0-21-16,0 0-21 0,0 0-18 15,0 0 0-15,0 0-3 0,0 0 18 0,0 0 13 16,0 0 12-16,-30 3 16 0,30-3 10 0,-16 1 35 0,9 0 16 16,7-1 17-16,-14 0 20 0,14 0 26 0,-12-1 4 15,12 1 12-15,0 0 8 0,-13 0 16 16,13 0 4-16,-8 3 2 0,8-3 8 0,0 0 0 0,-9 0-3 16,9 0-8-16,0 0-2 0,-6 7 3 15,1-1 0-15,1-2 3 0,-3 3 4 0,2 8 11 16,-1-1 1-16,1 2 6 0,1 2-2 0,0 0 7 0,1-3-2 15,2 1-4-15,-1 0-9 0,2-2-1 0,0 2 3 16,0 1 3-16,0-3 1 0,2-3-13 16,-2 1-10-16,1-2-6 0,2 3 2 0,-1-4-7 15,0 1 0-15,0-2-15 0,0-1-29 0,0 0-37 16,-2-7-39-16,1 10-45 0,1-3-61 0,-2-7-63 0,0 7-200 16,0-7-483-16,0 0 214 0</inkml:trace>
  <inkml:trace contextRef="#ctx0" brushRef="#br0" timeOffset="168160.94">26755 4792 11 0,'11'-3'138'0,"0"3"-17"16,3-3-14-16,-1 3-14 0,1-2-20 0,4 1-44 0,5 0-47 15,-5 0-75-15,-5-1-100 0,8 1 45 16</inkml:trace>
  <inkml:trace contextRef="#ctx0" brushRef="#br0" timeOffset="168314.68">27034 4724 113 0,'0'0'223'0,"6"-3"-13"16,-6 3-10-16,0 0-5 0,0 0-10 0,0 0-13 16,0 0-17-16,0 0-13 0,0 0-17 0,0 0-13 15,0 0-13-15,0 0-5 0,0 0-27 0,0 0-35 16,0 0-39-16,0 0-51 0,14 7-81 0,-14-7-181 15,0 0-347-15,0 0 153 0</inkml:trace>
  <inkml:trace contextRef="#ctx0" brushRef="#br0" timeOffset="168578.26">27470 4635 12 0,'0'-8'343'15,"0"8"0"-15,2-6-1 0,-2 6-3 0,0 0-15 16,0 0-26-16,4-7-25 0,-4 7-29 0,0 0-31 16,3-5-19-16,-3 5-23 0,0 0-21 0,0 0-12 15,2 24-12-15,0-12-7 0,-4 0-11 0,2 1-15 16,2 4-4-16,-4 0-13 0,1 0-8 0,1-1-8 16,0 0 12-16,0 0-13 0,0-1-12 0,0-1-5 15,0-3-8-15,-1 0-22 0,-2 0-27 0,3-1-25 16,-2-1-35-16,0-3-32 0,2-6-33 0,0 13-34 15,0-13-28-15,-2 9-37 0,2-9-25 0,-3 7-17 16,3-7-195-16,-4 4-514 0,4-4 227 0</inkml:trace>
  <inkml:trace contextRef="#ctx0" brushRef="#br0" timeOffset="168975.03">27509 4679 104 0,'3'-16'146'0,"-1"0"9"0,0 4 4 16,-2 4 14-16,0-1 4 0,0 1-10 0,3 0-11 15,-3 8-14-15,3-11-12 0,1 5-15 0,1 3-9 16,1 0-13-16,3-1-9 0,3 3-7 0,-2 0 0 16,4 2-16-16,0 2 0 0,-2 2-8 0,-2-2-3 15,3 3-8-15,-4 1-3 0,2 1-2 0,-1 1-9 16,-2-1 2-16,0 0-3 0,-2 0 0 0,-1 0-4 16,-2 1 0-16,-2-1 1 0,-1 1-4 0,0-1 0 15,-3 2-4-15,-3-1 0 0,0 1 1 0,-4-2 1 16,4-1-3-16,-1-1-3 0,1 0-1 0,1-1-3 15,5-5-5-15,-8 6-7 0,4-3-3 0,4-3-5 16,-2 8-2-16,2-8 0 0,0 0 4 0,0 0-2 16,7 11 3-16,0-7 2 0,-2 0-3 0,3-1 0 15,1 1 0-15,0 0 3 0,-2-1 0 0,3 3-2 16,-5-3 1-16,3 1 2 0,-2 0-1 0,0 1 6 16,-1-1-5-16,-1 1 1 0,-4-5 5 0,5 8 15 15,-3-5-1-15,-2-3 10 0,0 9 5 0,0-9 4 16,-4 8-1-16,4-8-2 0,-9 8-2 0,4-4-2 15,-3-1-1-15,2 0-3 0,-6 1-15 0,1 0-35 16,-3-1-37-16,-4-1-56 0,0-1-63 0,5-1-57 16,-1 0-129-16,5-1-399 0,0-4 177 0</inkml:trace>
  <inkml:trace contextRef="#ctx0" brushRef="#br0" timeOffset="169147.87">27943 4828 273 0,'10'2'349'0,"-3"-2"-27"15,-1 1-11-15,-6-1-9 0,11 0 9 0,-11 0-3 16,9 1-5-16,-9-1-11 0,0 0-21 0,9 0-24 16,-9 0-24-16,0 0-24 0,0 0-19 0,8 2-18 15,-8-2-19-15,0 0-24 0,0 0-43 0,0 0-54 16,0 0-50-16,0 0-52 0,0 0-55 0,0 0-62 16,0 0-79-16,0 0-63 0,0 0-221 0,0 0-607 15,-45 5 269-15</inkml:trace>
  <inkml:trace contextRef="#ctx0" brushRef="#br0" timeOffset="169884.99">25522 5425 225 0,'-4'-7'250'0,"4"7"-9"0,-7-7-15 0,7 7-19 0,0 0-24 16,-4-5-18-16,4 5-15 0,0 0-15 0,0 0-14 15,0 0-13-15,13-8-11 0,-2 6-8 0,7-2 8 16,2 1-9-16,3 2-22 0,4 1-20 0,-9-2-25 16,4 2-25-16,-8 2-28 0,-1-1-24 0,-4-1-20 15,-2 0-16-15,-7 0 4 0,13 0 1 0,-8 2 4 16,-5-2-2-16,0 0 10 0,0 0 14 0,0 0-12 15,0 0 16-15,0 0-1 0,0 0 6 0,0 0 15 16,-32-2 14-16,32 2 8 0,-13 0 18 0,13 0 22 16,-11-3 13-16,11 3 6 0,-7 0 3 0,7 0-2 15,0 0-8-15,-9 0-2 0,9 0-6 0,0 0-7 16,0 0 5-16,0 10-4 0,0-10 3 0,2 17 12 16,-1-5 9-16,2 6 3 0,0 2 16 0,-1-1 0 15,0 5 6-15,1 1-5 0,1 1 2 0,-4-7 0 16,-3 0-4-16,3-2 0 0,-2 0 6 0,1 0 8 15,-2-2 0-15,-2 2-6 0,1-2 0 0,-4 0 3 16,-2-2 1-16,4-3 1 0,-1 0-9 0,-2-2-6 16,-1-1-10-16,2 0-5 0,-3 0 1 0,1-3-10 15,0 1-14-15,3-2-25 0,1-3-37 0,6 0-44 16,-17 0-52-16,17 0-50 0,-8-5-47 0,8 5-241 0,-3-11-510 16,3 11 226-16</inkml:trace>
  <inkml:trace contextRef="#ctx0" brushRef="#br0" timeOffset="170119.25">25897 5595 21 0,'5'-3'246'0,"-1"-1"2"0,-4 4 5 16,5-6 0-16,-5 6-7 0,0 0-2 0,1-7-14 16,-1 7-7-16,0 0-5 0,0 0-19 0,-10-6-1 15,10 6-26-15,-13 1-7 0,13-1-20 0,-14 5-5 16,9-1-13-16,-5 3-13 0,2 2 0 0,-1-2-15 0,-2 1-3 15,5 1-21-15,-2 1-6 0,2-2-1 16,3 1-3-16,-1 0-13 0,2 1-9 0,4-1-2 16,-1-1-9-16,3-1-41 0,2 0-45 0,2-1-55 15,0 0-65-15,3-1-89 0,3-1-84 0,-1-4-193 0,0 0-585 16,2-3 258-16</inkml:trace>
  <inkml:trace contextRef="#ctx0" brushRef="#br0" timeOffset="170299.1">26140 5631 2517 0,'11'-3'189'0,"-6"2"-116"0,-5 1-28 0,13-3-14 16,-13 3 4-16,7-1 17 0,-7 1 19 15,0 0 13-15,0 0 9 0,0 0 4 0,11 1 1 16,-11-1 0-16,9-3-18 0,-9 3 1 0,13-2-15 16,-4 1-3-16,1 1-9 0,-3-3-13 0,5 2-26 15,0-1-47-15,-1 0-46 0,-2-1-55 0,-2 1-64 0,6 1-66 16,-2-1-267-16,1-4-575 0,-3 3 255 15</inkml:trace>
  <inkml:trace contextRef="#ctx0" brushRef="#br0" timeOffset="170615.23">26854 5347 205 0,'-2'-13'344'0,"2"13"-10"0,-2-7-11 0,2 7-22 16,0 0 11-16,0-10-17 0,0 10-18 15,0 0-22-15,0 0-18 0,2-7-32 0,-2 7-16 16,0 0-25-16,0 0-21 0,0 0-13 0,0 0-10 0,0 0-16 16,0 0-11-16,0 0-11 0,4 28-8 0,-1-10-1 15,-1-2-2-15,-2 1-14 0,2 1 0 16,-2-1-9-16,2 2-1 0,0-1-6 0,-2 0-7 15,0 2 0-15,2-1-18 0,-2-3 16 0,0 0 1 0,4 0-10 16,-4-1-9-16,2-4-38 0,0 1-40 0,-2-2-37 16,0 0-42-16,0 0-35 0,-4-2-46 0,0 1-53 15,4-3-48-15,-6 1-248 0,6-7-619 0,-9 6 275 16</inkml:trace>
  <inkml:trace contextRef="#ctx0" brushRef="#br0" timeOffset="170925.76">26919 5281 42 0,'14'-13'191'0,"-5"2"-1"0,0 5-2 15,1 1-11-15,2 0-14 0,-1 2-14 0,1 3-15 16,-3 0-9-16,2 5-11 0,0 2-7 0,-2 0-6 16,2 2-8-16,-4-1-12 0,0 4-5 0,0 2-6 15,-3 1 5-15,-4 2-3 0,-2-2-5 16,-2 1 1-16,-1-1-9 0,-7-1-8 0,1 0 1 0,-3-3-4 15,1-1-4-15,-2 0-5 0,3-4-2 0,3 0-1 16,-1-2 2-16,4-1 1 0,0 1 6 0,-1-1 4 16,7-3 5-16,-8 3-5 0,8-3 4 0,0 0-3 15,-8 2 1-15,8-2 0 0,0 0-8 0,0 0-10 16,0 0-6-16,0 0-1 0,0 0-4 0,0 0 0 16,0 0-1-16,18 9-2 0,-9-6-4 0,3 0-10 15,-1 3-18-15,7 0-33 0,-7-2-33 0,7 1-70 16,0 1-74-16,0 0-253 0,0-3-515 0,5-3 229 15</inkml:trace>
  <inkml:trace contextRef="#ctx0" brushRef="#br0" timeOffset="171084.73">27324 5515 290 0,'0'0'295'0,"0"0"-7"15,0 0-4-15,0 0-5 0,11-1-20 0,-11 1-20 16,0 0-31-16,0 0-19 0,0 0-32 0,0 0-52 15,0 0-50-15,0 0-64 0,0 0-79 0,0 0-92 16,0 0-216-16,7-5-428 0,-7 5 190 0</inkml:trace>
  <inkml:trace contextRef="#ctx0" brushRef="#br0" timeOffset="171347.12">27589 5249 2732 0,'0'0'164'0,"-2"-12"-70"0,2 12-62 0,0 0 17 16,0-12 2-16,0 12-3 0,0 0-11 0,0-7 1 15,0 7-14-15,0 0-1 0,0 0-7 0,0 0-2 16,0 0-1-16,0 0 2 0,0 0 2 0,2 23 5 16,0-12 1-16,-2 5-5 0,0 2 4 0,0 1 2 15,2 0 0-15,-4-2-5 0,6 1-2 0,-4-1-1 16,0-5-1-16,0 3 2 0,0 1-1 0,1-4 2 15,0-1-7-15,1-2-24 0,-2 0-33 0,0-3-28 16,0-6-33-16,1 13-36 0,-1-7-39 0,0-6-33 16,0 8-37-16,0-8-182 0,0 0-468 0,-4 8 208 15</inkml:trace>
  <inkml:trace contextRef="#ctx0" brushRef="#br0" timeOffset="171724.48">27635 5224 214 0,'5'-3'208'0,"2"-2"-8"16,2 2-11-16,2 0-14 0,0 2-14 0,0 1-13 15,1-1-18-15,1 1-7 0,-4 2-9 0,5 1-12 16,-5-2-15-16,1 1-8 0,-5 2-11 0,5-3-5 16,-3 2-3-16,-1 1-6 0,-2 0-5 0,1 1-7 15,0-2-2-15,-5-3-3 0,0 11-3 0,0-11-4 16,-7 9-2-16,2-3 0 0,-1-2-3 0,1 2-4 15,-3 1-5-15,2-2 1 0,1-1-14 0,0 0-9 16,5-4-8-16,-7 8 3 0,7-8-3 0,-2 10 0 16,2-10 5-16,2 11-4 0,-2-11 3 0,9 9 0 15,-3-5 1-15,4 1 2 0,0 0-4 0,-1 2 2 16,1-2 0-16,-1 1 3 0,0 1 4 0,-1-1-5 16,2 1-1-16,-6-2 2 0,3 2 1 0,-1-3 0 15,-3 2 6-15,1 0 10 0,-1 0 12 0,-3-6 12 16,0 12 10-16,0-12 1 0,-4 13 0 0,-2-7-1 15,2-1-2-15,-5 2-6 0,2-1-1 0,0-1-3 16,-1 0 0-16,-1-1-11 0,0 2-33 0,-1-2-43 16,2-1-58-16,1 0-66 0,7-3-233 0,-14-2-444 15,14 2 197-15</inkml:trace>
  <inkml:trace contextRef="#ctx0" brushRef="#br0" timeOffset="171879.55">28043 5445 4323 0,'12'1'241'0,"0"-1"-151"15,-1 3-47-15,-4-3-17 0,-7 0-5 0,11 1 24 16,-5 2 25-16,-6-3 8 0,8 0 3 0,-8 0-6 16,9 2-10-16,-9-2-6 0,0 0-8 0,0 0-20 15,9-2-53-15,-9 2-77 0,0 0-92 0,0 0-98 16,0 0-107-16,0 0-321 0,0 0-777 0,0 0 343 16</inkml:trace>
  <inkml:trace contextRef="#ctx0" brushRef="#br0" timeOffset="189930.94">26463 6322 20 0,'0'0'168'0,"0"0"-18"15,0 0-15-15,0 0-17 0,0 0-14 0,0 0-5 16,0 0-12-16,0 0-8 0,0 0 21 0,0 0-2 15,-9 20-2-15,5-9 1 0,-5 4-8 0,-2 2 1 16,2 0-11-16,2 2-4 0,-3-2 0 0,0 6-10 16,1-5-1-16,1-1-3 0,-5 5-4 0,5-4-10 15,3-1-5-15,-2-1-3 0,-2-2-2 0,5-2-6 16,0-1 2-16,1-2-5 0,-1 1-2 0,-1-3-5 16,3-2 1-16,2-5-2 0,-1 9 5 0,1-9 11 15,-2 8 11-15,2-8 9 0,0 0 6 0,0 0-6 16,0 0-4-16,0 0-6 0,0 0-7 0,0 0-3 15,12-27 2-15,-5 11-9 0,-1 0 0 0,1-3-4 16,5 2-3-16,-2-8 15 0,-1-1-3 0,5 0-3 0,-7-2-6 16,4 2 0-16,3-3-6 0,-1 3 1 15,-2-3 2-15,0 3-9 0,2-3 1 0,-1 7-3 16,-5 3-3-16,-1 2 1 0,4 3-1 0,-6 6 1 16,1-4-4-16,-1 3-2 0,0 3 0 0,-1 1-6 0,-1 1-2 15,-2 4-4-15,9-5 3 0,-9 5-2 16,9 0 2-16,-9 0 1 0,11 7 6 0,-5 3 1 15,4 2 1-15,1 4-1 0,-2 5 5 0,3 6 5 16,-2 0 0-16,-5-1 0 0,5 3 1 0,-6-2-1 16,0 0 5-16,1-1-3 0,-1 1 2 0,-2-7-1 0,0-1-3 15,1 1 0-15,1-1-2 0,-1-4 4 0,-1 2 4 16,0-1-5-16,0-1-2 0,1-4-4 0,1-2 0 16,-2 3-1-16,-2-3-3 0,4-2-21 15,-4 1-17-15,0-8-25 0,3 10-29 0,-3-4-37 0,0-6-28 16,0 9-28-16,0-9-43 0,0 0-203 0,0 0-464 15,0 0 206-15</inkml:trace>
  <inkml:trace contextRef="#ctx0" brushRef="#br0" timeOffset="190107.05">26329 6532 5 0,'0'0'180'0,"0"0"-25"0,0 0-10 15,0 0-18-15,0 0-11 0,0 0-11 0,0 0-9 16,0 0-15-16,29-4-2 0,-10 1-9 0,14-1-21 0,1-2-41 16,3 1-36-16,15-3-37 0,-14 3-39 0,-2 1-67 15,2-2-183-15,-2 1 81 0</inkml:trace>
  <inkml:trace contextRef="#ctx0" brushRef="#br0" timeOffset="190325.96">27003 6395 33 0,'0'0'227'0,"-10"-8"-4"0,10 8-4 16,-9-3-5-16,9 3-10 0,-13-2-18 15,7 3-12-15,6-1-20 0,-19 6-12 0,10 1-9 0,-7 3-9 16,3 2-12-16,-3 5-7 0,3-3-9 0,1 1-10 16,-1 2-9-16,4 1-9 0,0-2-4 0,2 0-8 15,3 0-5-15,2 0-5 0,0-3-2 16,4 0-3-16,2 0-6 0,3-4-19 0,0 3-21 0,2-3-31 15,2 1-41-15,5-2-62 0,3-4-65 0,0-1-208 16,1-3-446-16,0-2 197 0</inkml:trace>
  <inkml:trace contextRef="#ctx0" brushRef="#br0" timeOffset="190583.98">27314 6217 211 0,'-2'-16'267'0,"2"3"-1"15,-2 6-1-15,2-1-6 0,0 8-13 0,0-13-14 16,0 13-29-16,0-8-21 0,0 8-29 0,0 0-20 16,0 0-16-16,0 0-8 0,0 0-9 0,-4 34-3 15,2-8 4-15,-1 4-9 0,3-2 3 0,-1 1-5 16,2 1-15-16,-2 4 7 0,1-6-8 0,1 0-15 16,-4 0-1-16,1 0-5 0,0-1-6 15,0-2 0-15,2-7-4 0,0 1-4 0,0-1 3 0,0-1-8 16,0-6-18-16,-4 3-31 0,6-3-28 0,-2 0-37 15,-2-2-34-15,1-1-45 0,1-8-43 0,-1 11-42 16,-2-6-53-16,3-5-159 0,-6 2-493 0,6-2 218 16</inkml:trace>
  <inkml:trace contextRef="#ctx0" brushRef="#br0" timeOffset="190874.7">27122 6460 110 0,'0'0'193'0,"-2"-6"-23"15,2 6-17-15,0 0-16 0,0 0-10 0,15-5 3 16,-4 3-24-16,7 0-1 0,3-1-7 0,10 1-10 16,0 0-5-16,-1-1-4 0,3 2-2 0,1-2-10 15,-2-1 0-15,-1 1-7 0,-2 0 1 0,-8 1-3 16,-6 1-3-16,-2-1 1 0,-1 2 1 0,-4 0 4 16,-1-1 4-16,-7 1 5 0,12 0 1 0,-12 0-5 15,8 1-6-15,-8-1-1 0,0 0-14 0,7 2-2 16,-7-2-7-16,6 3 0 0,-6-3-3 0,4 10-3 15,-4-10 1-15,0 11-5 0,2-2 0 0,-4 0-6 16,2 1 4-16,0-1-4 0,0 2-2 0,2 1-2 16,-2-1-2-16,-2 0-5 0,4-1-29 0,0-2-31 15,-2 1-33-15,0 1-41 0,2-4-52 0,-2 1-47 16,3 1-166-16,-3-8-421 0,0 10 186 0</inkml:trace>
  <inkml:trace contextRef="#ctx0" brushRef="#br0" timeOffset="191048.84">27434 6163 42 0,'0'0'186'0,"-2"-9"-29"0,2 9-36 15,0 0-31-15,0 0-25 0,0 0-37 0,0 0-47 16,0 0-93-16,0 0-121 0,15 14 54 0</inkml:trace>
  <inkml:trace contextRef="#ctx0" brushRef="#br0" timeOffset="191643.03">27742 6360 157 0,'0'0'201'0,"4"3"-23"0,-4-3-19 0,0 0-15 16,5 10 4-16,-4-4-9 0,0 2-6 0,3 4-7 15,0-2-10-15,1 4-4 0,-2 0-4 0,1 1-10 16,2 2-9-16,-1 0-5 0,-3-4-10 0,4 1-4 16,0 1-4-16,-1-5-7 0,-2 2-3 0,2-3-5 15,-3-1-1-15,1-1-2 0,0 0-3 0,-2-2-3 16,3 0 1-16,-4-5 9 0,6 8 8 0,-6-8 15 16,2 6 11-16,-2-6 16 0,0 0 2 0,6 1-9 15,-6-1-8-15,0 0-5 0,9-10-11 0,1 1-4 16,-4 1-13-16,1-4-3 0,1-2-4 0,-1-1-8 0,6-2-10 15,-4 0-7-15,3-6-13 0,1-1-8 16,3 4-11-16,-1-2-4 0,-5 6-1 0,2 2-1 16,-6 3-6-16,3 1 2 0,-1 2-1 0,-1 2-1 15,-2 1-3-15,1 3-1 0,-6 2-2 0,9 0 3 16,-9 0 2-16,10 8 4 0,-4-2-2 0,-2 4 3 0,1-2 4 16,2 2 0-16,-3 0-1 0,2-3 2 15,0 3 2-15,0-3 3 0,-2 1 1 0,3-1 1 16,1-3-1-16,-1 2 2 0,-1-4 8 0,3 2-5 15,-2 0-2-15,-1-4 3 0,-6 0 1 0,10 0 2 16,-10 0 1-16,10-4-3 0,-2 0-1 0,-4 0 2 16,2 0 0-16,-2-2 3 0,2-2-4 0,0-1 2 15,-5 2-2-15,1-2 3 0,0-1-2 0,-2 1 2 16,0-1 1-16,-2 1-1 0,0-1-1 0,-3 1 0 16,0 3-6-16,1-3 5 0,-2 3-4 0,-1 3-3 0,-3-4 2 15,5 6-1-15,-5-1-1 0,-1 4 1 0,-6 1-3 16,-1 4 3-16,-1 5-3 0,-4 2 5 15,3 6-1-15,0-1-3 0,2 1 3 0,4 3 2 16,3-1 0-16,0-4 0 0,7 2 2 0,3-3 2 16,2 2 0-16,3 0 2 0,5-1-2 0,8 3 9 0,1-3 0 15,9-1-5-15,1-2 0 0,2-1-3 16,6-4-26-16,4 1-44 0,8 1-48 0,-12-9-78 16,16 1-56-16,-20-1-194 0,-1-3-479 0,-2-2 213 15</inkml:trace>
  <inkml:trace contextRef="#ctx0" brushRef="#br0" timeOffset="192104.6">28957 6315 115 0,'-1'-12'289'0,"1"1"-15"16,-4 2-1-16,4 0-8 0,0 9-6 16,0-11-17-16,0 11-16 0,-1-10-23 0,1 10-14 0,-1-7-21 15,1 7-28-15,0 0 2 0,0 0-38 0,0 0-9 16,0 0-15-16,0 0-6 0,0 0-6 0,2 32-8 16,1-7-4-16,-3 3-8 0,0 0-2 0,0 0 0 15,-3 1-8-15,2 0-2 0,1-3-7 16,-4 0-3-16,3 0-1 0,-1-7 0 0,1 6-4 0,1-8 0 15,1 2 1-15,-1-3-8 0,-1 0 0 16,2-4-14-16,-1 1-28 0,0-1-30 0,2-2-44 0,-4 0-53 16,2-10-53-16,0 19-49 0,-2-11-231 0,2-8-528 15,-9 10 234-15</inkml:trace>
  <inkml:trace contextRef="#ctx0" brushRef="#br0" timeOffset="192461.09">29062 6250 22 0,'23'-16'173'15,"-4"9"-5"-15,0-1-8 0,-2 2-7 0,1 3-19 16,-5-1-11-16,-2 2-11 0,-3 3-12 0,-8-1-10 16,15 2-4-16,-6 5-2 0,-4-2-6 0,2 5-2 15,-2-1-2-15,-4 3-7 0,0-2-5 0,-2 2-5 16,-4-1-2-16,-3 3-9 0,-3 0 1 0,-3 0-8 15,-9 4-5-15,1-4 7 0,0-1-11 0,-3-1-2 16,6-5 0-16,-1 0-3 0,2-3-3 0,3 2-3 16,4-4 0-16,3 2-4 0,1-1-2 0,2-2 13 15,5-1-10-15,-11 2-6 0,11-2-3 0,-8 3 1 16,8-3-6-16,0 0-2 0,-8 2-4 0,8-2 0 16,0 0-3-16,2 11 2 0,-2-11 2 0,4 11 2 15,3-4-2-15,0 2 9 0,4 5 5 0,1-3 2 16,0 2-1-16,1-1 1 0,2-2-1 0,4 4 3 15,3 1-4-15,-3-4-5 0,0 1-35 0,-2-3-40 16,0 0-47-16,1 2-37 0,0-5-190 0,-3 3-371 16,1-4 165-16</inkml:trace>
  <inkml:trace contextRef="#ctx0" brushRef="#br0" timeOffset="192769.14">29309 6650 109 0,'5'-4'194'15,"1"-1"-5"-15,1-2 4 0,1-2-8 0,0 2-9 16,1-1-11-16,1 0-8 0,3-3-12 0,-1-1-8 16,2 0-11-16,-3 2-9 0,-2-5-9 0,3 2-12 15,-3-2-4-15,-3 5-7 0,-1-1-9 0,1 0-5 16,-1-1 1-16,-2 1-7 0,-3 2-5 0,-1-3-1 16,1 6-9-16,0 6-5 0,-5-14-3 0,0 8-4 15,-2-1 3-15,1 1-7 0,-2 4-8 0,-2 0-1 16,2 0-6-16,-2 5-3 0,-3 1 0 0,1 4-3 15,-6 0 2-15,5 3-3 0,4-1 1 0,-4 3-4 16,5-4-3-16,1 6-2 0,2-3 4 0,3 1 0 16,1-1-5-16,2 0 2 0,3 0 2 0,0 0-5 15,5 2-19-15,-1-5-21 0,2 2-27 0,3-3-29 16,2 0-36-16,2 0-34 0,0-3-23 0,0-1-22 16,5-1-13-16,-2-1-113 0,1-2-363 0,8-1 161 15</inkml:trace>
  <inkml:trace contextRef="#ctx0" brushRef="#br0" timeOffset="193180.97">29797 6479 69 0,'7'-15'122'0,"-3"-2"-1"0,-1 4 23 16,-2-3 13-16,-2 4 9 0,0 2-8 0,-3-1-3 15,0 3-4-15,-4-1-9 0,2 2-10 0,1 3-7 0,-4 1-10 16,-3 3-8-16,1 3-5 0,-1 3-7 0,-7 5 0 16,-6 2-5-16,-1 5-6 0,6 0-10 15,-1 1-6-15,7-4-10 0,1-1-5 0,6 2-3 16,-2-1-6-16,2-4-1 0,2 1-4 0,4 1-8 0,0-4-1 15,3 3-4-15,2-4 1 0,2-1-3 16,-2 0-2-16,5-2-5 0,0-2-5 0,4 1-3 0,-3-2-2 16,3-2-1-16,0 0 1 0,-4-2 2 15,3 1-1-15,-5-2-1 0,-1 0-1 0,1-1-1 16,-2-1 2-16,1-2-2 0,-1 1 5 0,-1 1-2 0,2-2-1 16,-3 1 4-16,0 0 0 0,-3 6 4 0,4-9-1 15,-4 9 0-15,3-7-6 0,-3 7-1 16,0 0-8-16,7-3 1 0,-7 3-6 0,0 0 1 0,0 0 1 15,7 17-1-15,-3-8 6 0,-1 4-2 16,-1 4-1-16,2-1 2 0,-3 4 5 0,-1-1 3 0,0 1 1 16,3 0 0-16,-7 4 4 0,0-5 3 0,2 1 3 15,-1-1-2-15,-2-2 2 0,1 0 3 16,-7 6-4-16,0 1 4 0,-4-2 0 0,2-6-5 16,-5 2 5-16,3-4-6 0,2 0 2 0,-3-4-7 0,2 0-18 15,2-3-25-15,1 0-21 0,-1-4-33 0,1 1-46 16,-1-4-56-16,4-1-70 0,8 1-182 15,-20-12-474-15,14 3 209 0</inkml:trace>
  <inkml:trace contextRef="#ctx0" brushRef="#br0" timeOffset="193406.91">29959 6434 2458 0,'8'-15'122'0,"-3"4"-56"0,0 0-18 0,-2 3-6 16,0 1-1-16,-1 2 2 0,-2 5 4 0,2-11-4 15,-2 11-8-15,4-6-1 0,-4 6-9 0,0 0-8 16,0 0 0-16,0 0 6 0,8 17 4 0,-8-3 2 16,0-3 1-16,1 6-7 0,-1 1 2 0,1-1-5 15,1 0 3-15,-1 1-2 0,0-1-3 0,1 0 1 16,-1 0-3-16,5-2 0 0,-5-3-17 0,-1 1-29 16,0-4-30-16,3 4-41 0,-3-4-62 15,2 2-61-15,-2-1-235 0,-2-3-496 0,2-7 220 0</inkml:trace>
  <inkml:trace contextRef="#ctx0" brushRef="#br0" timeOffset="193588.87">29996 6102 219 0,'-1'-3'200'0,"1"3"-43"0,-5-7-20 15,5 7-26-15,0 0-22 0,0 0-38 0,-10 16-30 16,10-6-50-16,2 0-48 0,-1 7-70 0,3-2-158 16,1 2 69-16</inkml:trace>
  <inkml:trace contextRef="#ctx0" brushRef="#br0" timeOffset="194189.1">30239 6380 162 0,'0'0'226'0,"0"0"-10"15,6 3-8-15,-6-3-15 0,0 0-10 0,0 0-15 16,0 0-17-16,0 0-11 0,0 0-14 0,-10 16-10 16,6-9-7-16,-3 3-10 0,0 5-22 0,1-2-10 15,-1-3-6-15,1 6-5 0,0-4-5 0,2-1-5 16,0 4-7-16,3 0-2 0,0-3-3 0,-1-1-1 16,2 2-2-16,4-3-5 0,0 0 2 0,2-2-5 15,2 0 0-15,0-1-3 0,-2-1-4 0,1-1-7 16,4 0-3-16,-3-3-2 0,2 0-1 0,-1-4-2 15,1 0-2-15,-1-1 3 0,1-2 0 0,-2 1 0 16,2-5-5-16,-2-2-2 0,1 2-1 0,0-5 2 16,-3-1-1-16,1-2 2 0,-1 1-2 0,-2 0-1 15,-2-2 3-15,1 1 0 0,-1-2 0 0,0 1-4 16,-2 3 2-16,1-2-2 0,0 5 2 0,-1-4 4 16,0 6-3-16,0 3 5 0,0 7-6 0,0-13-4 15,1 8-1-15,-1 5-3 0,0 0 0 0,0 0 3 16,0 0 2-16,14 21 0 0,-10-11 1 0,4 4-4 15,-2 2 2-15,1 0 5 0,-1 2 2 0,0-1-4 16,0-1 3-16,-1 2 3 0,0-3 3 0,1 1 7 16,-1-6-3-16,-1 2 0 0,-3-3 3 0,1-2-3 15,2 1 0-15,-4 0 4 0,2-4-1 0,-2-4 8 16,4 7 8-16,-4-7 9 0,3 7 9 16,-3-7 8-16,0 0 9 0,0 0 0 0,2 5 4 0,-2-5-9 15,0 0-8-15,0 0-3 0,0 0-4 0,0 0 0 16,4-19-7-16,0 12-5 0,0-2-8 0,-1-2-4 15,3-5-5-15,0 2-5 0,4-3-6 0,-2 0 0 16,7-5-2-16,2 2-1 0,-2 0 1 0,-1 8-3 16,2 1-1-16,-1-1-1 0,-4 7-4 0,-2 1 1 15,4 2-3-15,0 4-1 0,0 1 2 0,-2 3-1 16,4 6 1-16,-3-1 3 0,-3 3 5 0,1 4-4 16,-1-2-3-16,0 1 5 0,-4 2 0 0,3-3 1 15,-3 1-2-15,-1 2 4 0,0 0 5 0,-1-3-20 16,-1-2-24-16,-4 2-50 0,0 1-57 0,-2-1-68 15,-4-2-240-15,-4-1-493 0,-1 0 219 0</inkml:trace>
  <inkml:trace contextRef="#ctx0" brushRef="#br0" timeOffset="194887.04">26856 7136 53 0,'-36'0'184'0,"1"-1"-2"0,3-2 0 0,1 2-6 16,4 1-2-16,4 0-7 0,3-2-6 0,-2 1-16 15,3 1-12-15,2-1-8 0,-3-1-4 0,5 2-5 16,3 0-9-16,3 0-5 0,-1 0-3 0,10 0-6 16,-13-3-9-16,13 3-9 0,-11 0-6 0,11 0-6 15,0 0-9-15,-10 1-8 0,10-1-4 0,0 0-4 16,0 0-8-16,0 0 1 0,0 0-3 0,0 0 0 0,30 6-3 16,-3-4 1-16,11-2-2 0,16 0 0 15,11-6-2-15,27-2 4 0,14-1-6 0,4 0-1 16,13-4 3-16,11 4-7 0,9-4-1 0,3 0 1 15,8 2-3-15,8-2 11 0,2 1-10 0,7 3-1 16,-5 0-6-16,1 0 0 0,1 0 2 0,0-3 1 0,-2 2-2 16,6 3 0-16,-5 1-4 0,1 0 11 15,-2 2 0-15,-2-5 3 0,-3 2-1 0,-8 7 3 16,-8 0 12-16,-12-3 1 0,-6 0 1 0,-10 0 1 16,-11 4 33-16,-11-4 0 0,-33-1-2 0,-8 4 0 15,-16 0 1-15,-3 0 2 0,-6-1-5 0,-9-1 14 16,-5 3 14-16,1-3 8 0,-6 2 7 0,-3-2 7 15,0 4 2-15,-7-2-7 0,0 0-12 0,12-3-7 16,-12 3-12-16,0 0-4 0,3-7-9 0,-3 7-7 0,0 0-17 16,0 0 5-16,0 0-15 0,0 0-27 0,0 0-32 15,0 0-40-15,0 0-39 0,-15-13-50 0,5 13-50 16,-3 1-59-16,-3 0-55 0,-3 2-47 0,-10 2-246 16,0-4-667-16,0 1 295 0</inkml:trace>
  <inkml:trace contextRef="#ctx0" brushRef="#br0" timeOffset="198307.1">12489 5747 6 0,'0'0'39'0,"-6"-6"1"0,6 6 4 0,0 0-7 16,-4-5 0-16,4 5 2 0,0 0-8 0,-4-7-4 16,4 7 2-16,0 0-2 0,-5-8-2 0,5 8 2 15,0 0 0-15,-2-7-1 0,2 7-5 0,0 0 1 16,-4-8-8-16,4 8 1 0,0 0 1 0,-2-8-1 15,2 8 13-15,0 0 2 0,-2-9-4 0,2 9 0 16,0 0 1-16,0 0 11 0,0 0-14 0,0 0-2 16,0 0 3-16,0 0-4 0,0-11 8 0,0 11-5 15,0 0 1-15,0 0 3 0,0 0 4 0,0 0-5 16,0 0 3-16,0 0 1 0,0 0-13 0,0 0 5 0,0 0-4 16,0 0 0-16,0 0 7 0,0 0-6 15,0 0 0-15,2-8-9 0,-2 8 3 0,4-5 11 16,-4 5-3-16,4-6-2 0,-4 6 6 0,5-8-7 15,-5 8 2-15,4-8-2 0,-4 8-2 0,3-7-3 16,-3 7 3-16,2-5-5 0,-2 5 3 0,0 0-11 16,2-10 5-16,-2 10-3 0,0 0 5 0,5-7-2 15,-5 7-1-15,0 0-3 0,0 0 4 0,0 0-8 16,2-7 2-16,-2 7 0 0,0 0-2 0,0 0 3 16,0 0 3-16,0 0 2 0,3-5-9 0,-3 5 0 0,0 0 1 15,0 0-2-15,0 0 8 0,0 0-11 0,0 0 6 16,0 0-5-16,0 0 6 0,0 0 0 15,0 0 0-15,0 0 0 0,0 0-6 0,0 0 1 16,0 0 4-16,0 0-5 0,0 0 0 0,0 0-5 0,0 0 6 16,0 0-2-16,0 0 4 0,0 0-3 0,0 0-2 15,0 0 2-15,0 0-1 0,0 0 3 16,0 0 2-16,0 0-4 0,0 0 1 0,0 0-3 0,0 0 0 16,0 0 7-16,0 0-3 0,0 0 0 15,0 0 3-15,0 0-9 0,0 0 7 0,0 0-2 16,0 0 0-16,0 0-3 0,0 0 8 0,0 0-12 0,0 0 6 15,0 0-2-15,0 0 1 0,0 0 2 16,0 0 2-16,0 0-1 0,0 0 4 0,0 0-6 16,0 0 2-16,2 19-3 0,-2-19 2 0,0 0 1 15,-2 11 4-15,2-11-7 0,2 8 5 0,-2-8-6 0,0 8 7 16,0-8 1-16,0 9-3 0,0-9-3 0,0 10 4 16,0-10-5-16,0 11 1 0,0-5 6 15,0-6 17-15,2 14-5 0,-2-9-4 0,0-5 0 16,2 16 0-16,-2-10 1 0,0 3-2 0,0-9 6 0,-2 15-11 15,2-9 5-15,0-6-2 0,2 13 3 0,-2-7 3 16,2 2 4-16,0-1 10 0,-2-7-6 0,0 13-1 16,0-5-2-16,0-8-5 0,0 11 4 0,0-4-2 15,0-7 5-15,1 12 0 0,-1-12-1 16,0 9-3-16,0-9-5 0,2 10 5 0,-2-10 1 0,-2 10-6 16,2-10 2-16,2 8-3 0,-2-8-4 0,0 9 2 15,0-9 1-15,2 7-2 0,-2-7 0 0,0 7 7 16,0-7 4-16,2 9-2 0,-2-9-1 15,0 0 5-15,2 10 0 0,0-5 2 0,-2-5 3 0,3 7-5 16,-3-7-4-16,0 0-1 0,1 10-2 0,-1-10-4 16,0 0 2-16,4 9 1 0,-4-9-3 0,0 0 7 15,0 0-6-15,0 7-3 0,0-7-4 0,0 0 4 16,0 0-3-16,0 8-2 0,0-8 0 0,0 0 3 16,0 9-2-16,0-9 0 0,0 8 1 0,0-8 0 15,0 0-1-15,0 9 1 0,0-9-1 0,0 8-2 16,0-8 2-16,2 7-1 0,-2-7 2 0,0 0-3 15,2 9 1-15,-2-9 0 0,2 6 0 0,-2-6 2 16,0 0-2-16,0 7 3 0,0-7 5 0,0 0-1 16,1 9 4-16,-1-9 4 0,0 0-1 0,0 8-3 15,0-8 3-15,0 0 0 0,0 9-7 0,0-9 2 16,0 0-1-16,0 0-2 0,0 0 0 0,-1 12 9 16,1-12-5-16,0 0-4 0,-2 6-2 0,2-6 5 15,0 0-4-15,0 0-2 0,0 0 3 0,0 0-1 16,0 0 0-16,0 0 0 0,0 10-2 0,0-10 0 15,0 0 2-15,0 0-2 0,0 0 0 0,3 7-2 16,-3-7-2-16,0 0 2 0,0 0 2 0,0 0-2 16,0 0 1-16,0 0 1 0,0 0-2 0,0 0 0 15,0 0 2-15,0 0-2 0,0 0-2 0,0 0 0 16,-3 7 3-16,3-7-4 0,0 0-1 0,0 0 4 16,0 0-1-16,0 0 1 0,0 0-3 0,0 0-1 15,0 0-3-15,0 0-19 0,0 0-27 0,0 0-21 16,0 0-34-16,9 3-43 0,-9-3-44 0,8 0-171 0,-8 0-391 15,0 0 173-15</inkml:trace>
  <inkml:trace contextRef="#ctx0" brushRef="#br0" timeOffset="201505.66">12610 13147 30 0,'0'0'30'0,"0"0"-8"15,0 0 13-15,-7-3-6 0,7 3-4 0,0 0-5 16,-9-4 4-16,9 4-3 0,0 0-3 0,0 0-6 16,-6-3 6-16,6 3 4 0,0 0-4 0,0 0 1 15,0 0 6-15,0 0-5 0,-8-4 3 0,8 4-8 16,0 0 1-16,0 0 3 0,0 0-4 0,0 0-5 16,0 0-5-16,0 0 7 0,0 0-3 0,14-10-8 15,-5 9-2-15,-9 1-2 0,18-1 1 0,-9 0-4 16,2 2 0-16,1-1-5 0,5-1-3 0,3-1 7 15,1 2-3-15,6-4 2 0,-1 1-1 0,4 0-2 16,4-1 0-16,-2-2-4 0,3 2 9 0,1 0-2 16,0-2 5-16,2 1-2 0,1-3-3 0,-3 2 4 15,1 3-4-15,-3-2-7 0,2 1-1 0,-5 2-12 16,-1 1-22-16,-3-1-54 0,2 0 24 0</inkml:trace>
  <inkml:trace contextRef="#ctx0" brushRef="#br0" timeOffset="-175428.59">15992 11430 67 0,'13'-2'79'0,"-13"2"0"0,8 0-13 0,-8 0-15 0,9 0-23 15,-9 0-39-15,14 5-50 0,-14-5-64 0,0 0 29 16</inkml:trace>
  <inkml:trace contextRef="#ctx0" brushRef="#br0" timeOffset="-115707.16">12054 11094 8 0,'0'0'48'0,"0"0"-1"0,0 0-1 0,0 0-6 0,0 0 4 16,0 0 1-16,0 0 7 0,0 0-7 16,0 0 7-16,0 0 1 0,0 0-3 0,0 0-3 15,0 0 6-15,0 0 5 0,0 0-3 0,0 0 2 0,0 0-8 16,0 0-5-16,0 0-5 0,0 0-8 0,0 0-1 16,0 0-16-16,0 0-22 0,0 0-20 0,0 0-22 15,0 0-32-15,14 5-59 0,-14-5-151 16,3 8 68-16</inkml:trace>
  <inkml:trace contextRef="#ctx0" brushRef="#br0" timeOffset="-74426.71">1453 6425 4 0,'0'0'12'0,"0"0"5"0,0 0-3 15,0 0 10-15,0 0-8 0,0 0 2 0,0 0 3 0,0 0-4 16,0 0 2-16,0 0-6 0,0 0 2 0,0 0-3 16,0 0 4-16,0 0-8 0,0 0-3 0,0 0-1 15,0 0 4-15,0 0-3 0,0 0 3 16,0 0-3-16,0 0-2 0,0 0 0 0,0 0-6 15,0 0-8-15,0 0-6 0,0 0-23 0,0 0-42 16,0 0 18-16</inkml:trace>
  <inkml:trace contextRef="#ctx0" brushRef="#br0" timeOffset="-4250.78">12169 13714 1 0,'0'0'17'0,"0"0"-3"0,0 0-20 16,0 0-6-16,0 0 3 0</inkml:trace>
  <inkml:trace contextRef="#ctx0" brushRef="#br0" timeOffset="18212.79">290 4973 45 0,'0'0'180'16,"0"0"-8"-16,0 0-2 0,0 0 0 0,0 0-7 15,0 0-1-15,-17-38-4 0,17 38-10 0,0 0 0 16,0 0-7-16,0 0-5 0,0 0-4 0,0 0-8 15,0 0-2-15,0 0-10 0,0 0-11 0,0 0-8 16,-14-24-4-16,14 24-12 0,0 0-9 0,0 0-12 16,0 0-7-16,0 0-5 0,0 0-7 0,0 0-8 15,0 0-5-15,0 0-4 0,0 0-3 0,0 0-2 16,0 0-2-16,0 0 2 0,0 0-4 0,0 0-3 16,0 0 0-16,0 0 3 0,0 0-4 0,36 88-5 15,-36-88 12-15,9 30-2 0,-9-30-1 0,13 30 0 16,-13-30-1-16,10 26-2 0,-10-26-1 0,11 32 0 15,-11-32 0-15,8 26-2 0,-8-26-1 16,12 25 4-16,-12-25-2 0,0 0-3 0,13 33 2 16,-13-33-1-16,0 0 0 0,11 23-1 0,-11-23 0 15,0 0 0-15,10 25 0 0,-10-25 1 0,0 0-6 16,0 0 6-16,0 0 4 0,0 0-4 0,17 22 3 16,-17-22-1-16,0 0 0 0,0 0 7 0,0 0 10 15,0 0 13-15,0 0 11 0,0 0 8 0,0 0-8 16,0 0-1-16,0 0-6 0,0 0-5 0,0 0-2 15,0 0-4-15,34-53-3 0,-34 53 3 0,16-36-4 16,-7 14-8-16,-9 22 3 0,20-50-9 0,-9 26-6 16,1 1 4-16,-12 23-3 0,19-45 2 0,-12 27 2 15,-7 18-3-15,12-34-1 0,-12 34 4 0,13-27-2 16,-13 27-2-16,0 0 3 0,14-29-5 0,-14 29-4 16,0 0-14-16,0 0 16 0,0 0-2 0,13-23-1 15,-13 23-5-15,0 0-9 0,0 0-7 0,0 0-20 16,0 0-7-16,0 0-11 0,0 0-17 15,0 0-20-15,0 0-18 0,0 0-31 0,0 0-27 0,0 0-25 16,0 0-38-16,0 0-202 0,0 0-473 16,0 0 209-16</inkml:trace>
  <inkml:trace contextRef="#ctx0" brushRef="#br0" timeOffset="18556.59">681 5251 54 0,'0'0'237'0,"0"0"-1"0,0 0-8 0,0 0-17 16,0 0-9-16,0 0-18 0,0 0-10 0,0 0-17 16,0 0-13-16,0 0-20 0,0 0-2 0,0 0-10 15,0 0-11-15,0 0-9 0,0 0-19 0,0 0 1 16,0 0-7-16,0 0-10 0,0 0-8 0,-63-40 1 15,63 40-9-15,0 0-6 0,0 0-1 16,-46 42-6-16,46-42 0 0,-21 32-5 0,21-32-1 16,-14 32-3-16,14-32-3 0,-4 24-3 0,4-24 1 15,0 0-5-15,-5 35 6 0,5-35-19 0,0 0 18 16,0 0-2-16,0 0 4 0,12 39-2 0,-12-39-3 16,0 0 1-16,22 21-1 0,-22-21-11 0,0 0-23 0,34 11-29 15,-34-11-26-15,0 0-37 0,31 2-37 16,-31-2-31-16,0 0-46 0,0 0-155 0,50-15-415 15,-50 15 185-15</inkml:trace>
  <inkml:trace contextRef="#ctx0" brushRef="#br0" timeOffset="18818.53">883 5238 82 0,'5'-13'264'0,"-5"13"-6"0,0 0-12 0,0 0-7 16,0 0-25-16,0 0-1 0,0 0-17 0,0-11-19 15,0 11-17-15,0 0-20 0,0 0-15 0,0 0-15 16,0 0-14-16,0 0-14 0,0 0-6 16,0 0-7-16,0 0-7 0,0 0-2 0,6 33-4 15,-6-33-7-15,1 27-7 0,-1-10 2 0,2-2-5 16,-2-2-4-16,0-1-6 0,0 4 3 0,2-4-15 16,0 2 10-16,-2-14 2 0,2 26-6 0,-2-15-2 15,3 2-10-15,-3-13-19 0,1 21-20 0,0-10-27 16,-1-11-38-16,3 15-33 0,-3-15-41 0,0 0-43 15,0 17-47-15,0-17-140 0,0 0-430 0,0 0 191 16</inkml:trace>
  <inkml:trace contextRef="#ctx0" brushRef="#br0" timeOffset="19290.68">897 5234 77 0,'0'0'227'0,"6"-13"0"0,-1 7-4 16,-5 6-8-16,9-11-9 0,0 6-19 16,-1-2-15-16,-2 4-17 0,3-4-14 0,-9 7-15 15,19-3-13-15,-7 1-13 0,-1 0-9 0,1 5-12 16,-1-2-5-16,-11-1-13 0,22 10-2 0,-13-2-5 16,-2-1-2-16,-1 0-5 0,1 3-2 0,-7-10-3 15,7 21 0-15,-7-9-10 0,0-12 2 0,0 20-2 16,0-20-6-16,-4 21 0 0,0-11 2 0,-2-1-7 15,6-9 0-15,-7 17-2 0,7-17 0 0,-10 12-1 16,10-12-3-16,-4 8 1 0,4-8-3 0,-6 9 5 16,6-9-11-16,0 0 6 0,0 0-2 0,0 0-2 15,-6 10-1-15,6-10-16 0,0 0 10 0,0 0 1 16,0 0 0-16,0 0 0 0,0 0 1 0,20 9-3 16,-9-6 2-16,-11-3-4 0,21 7 0 0,-11-3 2 15,0 2-1-15,1 0-3 0,-2-2 2 16,2 2-8-16,-11-6 9 0,16 10 1 0,-9-4-2 15,-7-6 4-15,9 10-1 0,-9-10-1 0,8 10 1 0,-8-10 1 16,0 0 2-16,0 15-1 0,0-15 2 16,0 0 2-16,-18 19-5 0,9-13 4 0,-3-1 1 15,-4 0-3-15,3-2 3 0,-2 1-5 0,-2-1 0 0,-2 1-1 16,-3-3-4-16,7 1-12 0,1-2-8 16,14 0-10-16,-26-2-15 0,15 0-29 0,11 2-32 0,-19-8-47 15,19 8-55-15,-12-7-225 0,12 7-470 16,-6-14 209-16</inkml:trace>
  <inkml:trace contextRef="#ctx0" brushRef="#br0" timeOffset="19719.57">1380 5189 30 0,'0'0'237'0,"-14"0"-3"0,14 0-2 16,-9 0-1-16,9 0-4 0,-9 0-4 0,9 0-2 16,0 0-13-16,-12-2 1 0,12 2-14 0,0 0-15 15,0 0-11-15,0 0 2 0,0 0-20 0,0 0-13 16,0 0-8-16,0 0-12 0,0 0-13 0,0 0-4 16,0 0-14-16,0 0-4 0,0 0-13 0,26-8-8 15,-15 6-2-15,2-1-6 0,5 2-8 0,-2-2 2 16,4 2-20-16,-7 1-22 0,1-1-37 0,-3 1-12 15,-1 0-38-15,3 0-32 0,-2 0-38 0,0 2-44 16,0 0-46-16,-4-1-36 0,2 3-210 0,-9-4-529 16,9 5 234-16</inkml:trace>
  <inkml:trace contextRef="#ctx0" brushRef="#br0" timeOffset="19947.05">1378 5304 149 0,'-7'3'233'0,"7"-3"-7"0,0 0-5 16,-9 2-8-16,9-2-16 0,0 0-10 0,0 0-17 15,-9 2-12-15,9-2-15 0,0 0-12 16,0 0-11-16,0 0-12 0,0 0-13 0,0 0-5 16,0 0-11-16,0 0-6 0,0 0-8 0,23 3-2 15,-15-3-8-15,1 0-6 0,3 0-5 0,-1 0-19 0,1 0-25 16,1 0-33-16,0-2-31 0,1 2-42 0,-1 0-49 15,1 0-53-15,-3-1-180 0,6-1-421 0,-3-1 186 16</inkml:trace>
  <inkml:trace contextRef="#ctx0" brushRef="#br0" timeOffset="20484.46">1937 5125 100 0,'5'-4'235'16,"-5"4"1"-16,5-3-5 0,-5 3-1 0,0 0-9 16,5-8-15-16,-5 8-9 0,0 0-15 0,0 0-10 15,0 0-13-15,0 0-13 0,0 0-9 0,0 0-16 16,0 0-12-16,0 0-12 0,0 0-9 0,0 0-7 15,0 0-5-15,0 0-6 0,-19 13-23 0,12-7 11 16,1 1-8-16,0 0-2 0,-2 3-2 0,1 0-6 16,0 0-5-16,2-1-1 0,-1 4-14 0,2-4 11 15,-1 3-3-15,0-1 2 0,0 0-8 0,3 2 10 16,-1-3-13-16,1 2-1 0,1 0-1 0,1 1-1 16,0-2-2-16,1-2-2 0,2 2-3 0,-1-2 3 15,5-1 2-15,-2 1-4 0,4-3 5 0,0 2-1 16,2-3 3-16,0-1 10 0,0 1-14 0,2-2-1 15,0 0 2-15,-1-3 3 0,-2 0 3 16,8 2 2-16,-5-1 2 0,-1-4-2 0,0 0 1 0,0 3-5 16,1-4 19-16,-4 0 0 0,1-1 2 15,0-2 6-15,-2-2-11 0,-2 0 2 0,1-3-1 16,-3 0-12-16,3-2 7 0,-3-1-5 0,-2-2-1 0,1 2 4 16,-5 1 3-16,1-3-20 0,-1 1 14 0,-3 1 0 15,-2-1 8-15,1 0-3 0,-2 3-5 0,2 3 1 16,-2 0-1-16,1 1-5 0,-2 1-1 0,1-1-5 15,-2 2 1-15,5 4-8 0,-6-1-9 16,0 1-3-16,0 3-27 0,1 3-22 0,-4 1-44 16,-2 4-52-16,1 1-60 0,0 1-84 0,3 2-81 0,-1-1-208 15,3-1-630-15,-2-4 279 0</inkml:trace>
  <inkml:trace contextRef="#ctx0" brushRef="#br0" timeOffset="28527">12714 14711 31 0,'0'0'60'0,"0"0"-8"0,0 0-3 15,0 0-6-15,0 0 0 0,0 0-6 0,0 0 4 16,0 0-3-16,0 0-5 0,0 0-3 0,0 0-2 15,0 0-1-15,0 0-9 0,0 0 1 0,0 0-5 16,0 0-4-16,0 0 5 0,0 0-4 0,0 0 1 16,0 0-7-16,0 0 3 0,0 0-6 0,0 0-3 15,0 0-4-15,0 0-9 0,0 0 4 0,0 0-9 16,0 0-1-16,0 0-8 0,0 0 0 0,0 0-3 16,0 0-8-16,0 0-34 0,0 0-77 0,0 0 35 15</inkml:trace>
  <inkml:trace contextRef="#ctx0" brushRef="#br0" timeOffset="30109.28">12718 14656 29 0,'0'0'41'0,"0"0"-11"0,0 0-7 16,0 0-3-16,0 0-5 0,-5-6-8 0,5 6-5 16,0 0-14-16,0 0-15 0,0 0-27 0,0 0 12 15</inkml:trace>
  <inkml:trace contextRef="#ctx0" brushRef="#br0" timeOffset="36822.43">373 5945 36 0,'0'0'110'0,"0"0"5"0,0 0 4 0,0 0-8 16,0 0-3-16,0 0-3 0,0 0-11 0,0 0-6 15,0 0-1-15,0 0-9 0,0 0-8 0,0 0-9 16,0 0-7-16,0 0-1 0,0 0-7 0,0 0-8 0,0 0 4 15,0 0-2-15,0 0 0 0,0 0 9 0,0 0-10 16,-69 32 5-16,69-32 1 0,-23 33 4 16,10-9 6-16,-1 2 2 0,5-1-7 0,9-25 3 15,-20 50-5-15,13-31-2 0,7-19-6 0,-13 43 0 16,13-43 0-16,-7 37-6 0,7-37-3 0,-4 36-3 16,4-36-2-16,0 0-1 0,4 48-3 0,-4-48 4 15,12 27-9-15,-12-27 3 0,13 23-4 0,-13-23 2 16,18 23-18-16,-18-23-31 0,23 15-25 0,-23-15-39 15,26 13-42-15,-26-13-46 0,29 10-136 0,-29-10-345 16,0 0 153-16</inkml:trace>
  <inkml:trace contextRef="#ctx0" brushRef="#br0" timeOffset="37374.58">769 5967 64 0,'0'0'209'0,"0"0"-8"0,0 0-12 0,0 0-16 0,0 0-12 16,0 0-16-16,0 0-8 0,-27-50-4 16,27 50-8-16,0 0-8 0,0 0-13 0,0 0-4 15,-38-3-15-15,38 3-8 0,0 0-4 0,0 0-9 16,0 0-8-16,-54 36-3 0,54-36-5 0,-15 22-9 15,15-22-4-15,-17 19-1 0,17-19-7 0,0 0 0 16,-15 30-4-16,15-30-2 0,0 0-4 0,0 34-1 16,0-34 4-16,0 0-4 0,0 0-1 0,18 41 5 15,-18-41-8-15,22 19 1 0,-22-19-7 0,17 16 5 16,-17-16-4-16,0 0 3 0,26 25-6 0,-26-25 2 16,0 0 0-16,18 16-2 0,-18-16 3 0,0 0-3 15,0 0 2-15,15 20-1 0,-15-20-1 0,0 0 1 16,0 0 3-16,0 0 3 0,0 0-4 0,0 0 1 15,0 0 2-15,-36 39 0 0,36-39-2 0,0 0 0 16,-36 11-2-16,36-11 1 0,0 0-3 0,-33 8-3 16,33-8-17-16,0 0-13 0,0 0-24 0,-34 5-28 15,34-5-45-15,0 0-30 0,0 0-44 0,0 0-161 16,0 0-389-16,0 0 172 0</inkml:trace>
  <inkml:trace contextRef="#ctx0" brushRef="#br0" timeOffset="37772.71">715 6284 34 0,'0'0'164'0,"0"0"-7"0,45-17-15 16,-36 13-9-16,4-2-8 0,-3 0-2 0,1 2-7 15,5-5-10-15,-1 2-3 0,-1 0-6 0,-1-3-9 16,-2 3 0-16,3-5-6 0,-1 0-7 15,1-1-6-15,-5 0-6 0,2 1-7 0,-4 4-1 16,-1-4-6-16,-1 3-2 0,-1-2-3 0,2 1-2 16,-5 0 3-16,3-1 9 0,-2 3 1 0,1 1 2 15,-1 1-9-15,-2 6 0 0,2-11-9 0,-2 11-4 0,0 0-3 16,-4-11 0-16,4 11-7 0,-7-6-3 16,7 6-3-16,-9-1-3 0,9 1-2 0,-20 4-3 15,11 2-1-15,0-1 1 0,-2 3-5 0,-1 4 1 16,-1-3-2-16,13-9 1 0,-22 25 2 0,22-25-4 15,0 0-1-15,-23 35 4 0,23-35-4 0,-7 22 4 16,7-22-6-16,-2 20 2 0,2-11 1 0,4 0 2 16,-1-4 0-16,4 4 1 0,0 0-4 0,4-3-1 15,4 1-14-15,3 0-17 0,1-4-19 0,-4 3-22 16,4-5-25-16,-2 1-31 0,3 0-26 0,1 0-20 16,-4-3-19-16,3-3-113 0,-10 3-330 0,0 0 146 15</inkml:trace>
  <inkml:trace contextRef="#ctx0" brushRef="#br0" timeOffset="38048.49">1133 5972 77 0,'-2'-9'203'0,"0"3"5"0,2 6-6 0,-1-10-6 16,1 10-15-16,-1-10-17 0,1 10-18 0,0 0-20 0,-4-6-16 15,4 6-14-15,0 0-8 0,0 0-10 0,0 0-5 16,5 24-8-16,-3-7-5 0,-1 3-1 15,1 6 5-15,-5 1-1 0,4 1-8 0,-2-1 2 16,1-2-4-16,-1 4-2 0,1-4-4 0,-2 2-5 16,-2-6 4-16,2 5-6 0,0-7-5 0,4 0-3 15,-4 0-4-15,2-4 0 0,-2 3-3 0,2-1-2 16,0-2-2-16,0-3 0 0,-2 0-7 0,4-1-17 16,-4-2-24-16,1 0-27 0,1 1-28 0,0-10-28 15,-1 13-26-15,1-13-19 0,0 0-18 0,1 15-11 16,-1-15-142-16,0 0-353 0,0 0 157 0</inkml:trace>
  <inkml:trace contextRef="#ctx0" brushRef="#br0" timeOffset="38286.48">1097 6183 35 0,'5'-10'167'0,"-1"0"-11"15,0 1 1-15,3 1-13 0,-3 2-4 0,-4 6-16 16,12-7-14-16,-4 3-4 0,-8 4-8 15,13-4-9-15,-13 4-7 0,16 3-11 0,-16-3-2 0,14 6-8 16,-5 0-3-16,-4-1 0 0,2 2-5 0,-3 1 3 16,2 1-3-16,-4-1 0 0,-2 2-3 0,-2-2-3 15,-2 2-4-15,2-2-3 0,-2 3-5 0,-1-1-3 16,-3-1-4-16,-2 1-12 0,-1 1-25 0,0-1-24 16,-1-2-31-16,1-1-37 0,2 0-45 0,-2-1-37 15,0-2-100-15,2 0-306 0,-1 0 135 16</inkml:trace>
  <inkml:trace contextRef="#ctx0" brushRef="#br0" timeOffset="38904.89">1491 6416 130 0,'0'0'176'0,"0"-10"-11"0,0 10-14 16,0 0-14-16,0-14-7 0,0 14-1 0,6-8-4 15,-2 2-5-15,-1 0-2 0,1-2-10 0,2 0-4 16,-1 1-5-16,-1-2-4 0,1 3-10 0,-1-4-1 16,-1-3-12-16,1 2 1 0,0 0-12 0,-1 0-6 15,1-6-6-15,0 2-3 0,-2-2-5 0,-2 5-6 16,0 0-5-16,0 0-3 0,0 12 2 0,0-17-3 16,-4 8-6-16,4 9-1 0,-2-15 0 0,2 15 1 15,-4-11-7-15,4 11 2 0,0 0-5 0,-1-13-2 16,1 13-3-16,0 0-1 0,0 0-2 0,0 0-3 15,0 0 7-15,0 0-6 0,0 0 1 0,0 0-2 16,0 0-1-16,0 0 4 0,-24 14-6 16,24-14 1-16,0 0 2 0,-4 10 2 0,4-10-3 0,0 0 1 15,0 0-6-15,0 0 5 0,0 0 4 0,15 20-4 16,-6-17 5-16,2-3-2 0,1 2-2 0,-1-1 1 16,1 0 5-16,-1-1-3 0,0 3-1 0,2-2-2 15,-3-2 2-15,-4 4 4 0,2-2-9 16,-2 0 0-16,-6-1-1 0,13 4 6 0,-6-2-2 15,0-2 0-15,0 4 0 0,-1 1 0 0,-1-1-6 16,0 1 6-16,-2 1-2 0,0 1 3 0,2 3-2 0,-1-1 4 16,-2 1-4-16,0 1 5 0,1-1-2 0,-3 2 0 15,0-2-3-15,2 0 4 0,-2-1-19 0,1-2-19 16,0 3-18-16,1 0-21 0,-2-10-28 16,6 14-34-16,-1-7-28 0,-2-3-27 0,2 2-114 15,-5-6-331-15,12 5 146 0</inkml:trace>
  <inkml:trace contextRef="#ctx0" brushRef="#br0" timeOffset="39306.35">1973 6227 192 0,'-9'-5'193'16,"4"1"-8"-16,-4 1-7 0,0 2-13 0,-2 2-15 15,0-1-14-15,0 6-11 0,0-2-14 0,-1 2-10 16,-4 5-11-16,2 0-5 0,1 3-9 0,1-2-9 15,4-2-4-15,2 2-11 0,2-2-2 0,-1 3-4 16,3-1-14-16,2-2 3 0,-1 0 0 0,4 0-3 16,-1-1-2-16,6-1-6 0,-3 0 1 0,3-3-2 15,-2-2-1-15,4 0-3 0,1 1 4 0,0-4-7 16,-2-1 1-16,1 1-5 0,-2-3 4 0,1 0-2 16,1-1-3-16,-1 0-3 0,1-2 0 0,-2 0 0 15,-2-1 1-15,2-2-1 0,-1 0 0 0,-1 0-1 16,-3-1 2-16,3 0-5 0,-1 3-4 15,-3-5 12-15,3 2-8 0,-3 0 2 0,-2 3-1 0,2 1 7 16,-2 6 1-16,1-9 4 0,-1 9-6 0,2-7-1 16,-2 7-5-16,0 0-4 0,0 0-2 0,0 0 3 15,0 0-1-15,0 0-1 0,0 0 6 0,1 27-6 16,-2-15 1-16,2-2 4 0,-2 6 0 0,-2-3-3 16,3-2 0-16,1-1 1 0,-1 2-2 0,2-2-19 15,-1 1-30-15,2-1-39 0,-2-1-43 16,-1-9-36-16,6 11-37 0,-3-5-130 0,-3-6-359 15,9 6 160-15</inkml:trace>
  <inkml:trace contextRef="#ctx0" brushRef="#br0" timeOffset="39574.56">2210 6011 135 0,'-1'-9'250'0,"0"-2"-5"0,0 6-9 15,1 5-10-15,-2-12-17 0,2 12-24 0,-2-7-19 16,2 7-25-16,0 0-12 0,0 0-16 0,0 0-8 16,0 0 2-16,-3 33-6 0,3-5-5 0,-1 1-2 15,-1 1-6-15,2 2-9 0,-1-2-3 0,0-2-2 16,0 0-10-16,0-2-4 0,-1 0-4 0,2-2-6 16,-2-4-3-16,2-2-6 0,0-2-5 0,0 0 1 15,0 0-19-15,0-4-22 0,-2 0-27 0,2-4-25 16,0-1-37-16,0-7-31 0,0 0-36 0,0 18-19 15,0-18-23-15,0 0-32 0,0 0-130 0,0 0-394 16,0 0 174-16</inkml:trace>
  <inkml:trace contextRef="#ctx0" brushRef="#br0" timeOffset="39840.57">2069 6217 111 0,'0'0'137'0,"0"0"-19"16,0 0-6-16,0 0-10 0,16-11 5 0,-8 10-12 15,3-2 1-15,3 3-13 0,2-1-9 0,-2-1 1 16,4-1-8-16,0 3-2 0,-5 0-3 16,1-1-9-16,3-1 4 0,-3 2-11 0,-3 0-2 15,-11 0-9-15,19 2 0 0,-19-2-11 0,15 2 6 0,-7 0 2 16,-8-2 3-16,10 5 6 0,-10-5 6 0,9 7-3 16,-3-3-3-16,3 3 8 0,-9-7 5 0,7 12-1 15,-5-4-4-15,5 0-4 0,-6 3-1 0,2-2-4 16,-1 2-5-16,-1-1-1 0,2 1-2 15,-3 0-2-15,4-2-11 0,-1 1-33 0,-3-10-31 16,2 17-44-16,-2-17-49 0,0 14-52 0,0-14-123 0,0 0-339 16,-4 19 150-16</inkml:trace>
  <inkml:trace contextRef="#ctx0" brushRef="#br0" timeOffset="40004.39">2283 6019 117 0,'0'0'118'0,"0"0"-33"15,0 0-36-15,0 0-32 0,0 0-45 16,26 31-32-16,-21-14-65 0,1 1 29 0</inkml:trace>
  <inkml:trace contextRef="#ctx0" brushRef="#br0" timeOffset="40242.71">2433 6349 39 0,'0'0'229'0,"0"0"-11"15,0 0-2-15,0 0-11 0,0 0-6 0,0 0-10 16,5-38-11-16,-2 29-10 0,0-2-13 0,4 1-15 16,-4-1-10-16,4 0-14 0,1 2-6 0,-1-1-20 15,0 2-7-15,2 1-10 0,-2 0-7 0,2 2-9 16,0 3-7-16,-9 2-5 0,17 1-6 15,-17-1-6-15,18 6-2 0,-9 0-2 0,0 2-6 0,2 1 0 16,-5 0-2-16,1 2-20 0,-3 0-22 0,1-1-27 16,-1 0-31-16,-1 0-40 0,0 1-39 0,0-2-36 15,-3-9-35-15,3 16-123 0,-1-10-380 0,-2-6 168 16</inkml:trace>
  <inkml:trace contextRef="#ctx0" brushRef="#br0" timeOffset="40739.3">2874 6168 85 0,'0'-16'225'0,"0"16"-6"0,-4-10-20 0,4 10-3 15,0 0-11-15,-12-2-25 0,12 2-10 0,0 0-11 16,-25 14-17-16,16-7-16 0,1 0-3 0,-1 0-15 16,3 1-8-16,1 1-9 0,-2 1-8 15,2-3-7-15,3 2-3 0,2-9-7 0,0 13-4 16,0-13-3-16,4 11-5 0,-4-11-6 0,11 8-2 15,-11-8-3-15,12 3-5 0,-12-3 2 0,15 0-2 16,-15 0-2-16,14-2 0 0,-14 2-3 0,14-3 0 16,-14 3 0-16,10-5-1 0,-10 5 0 0,9-9-3 15,-5 2 1-15,-4 7-1 0,6-10-2 0,-6 10 8 16,4-12-6-16,-4 12 7 0,4-8-1 0,-4 8 1 16,0 0-4-16,3-8-7 0,-3 8-2 0,0 0 0 15,0 0 0-15,0 0 0 0,0 0 2 0,1 40 2 16,-6-15-1-16,1 3 3 0,-2 1-1 0,-2 3 3 15,-1 2 0-15,-4 12 3 0,2 1 5 0,2-13 1 16,4 0 0-16,-6 1-4 0,1 10 1 0,2-14-2 16,2 0 3-16,-1-3 0 0,-1-1-5 0,3-3 4 15,-1-7-4-15,1 0 4 0,-1-5 2 0,1 5 7 16,-1-2 0-16,0-6 3 0,0 1-5 0,6-10 0 16,-18 9 1-16,8-7-2 0,10-2-3 0,-26-8-3 15,10-1-1-15,-4-9-3 0,5 5 0 0,-4-10 3 16,2 1-7-16,6-2 1 0,0-5-3 0,2-1 0 15,5-1-3-15,0 0-12 0,5 2-8 0,2-1-12 16,2 3-6-16,1 2-17 0,2 0-12 0,-2 10-22 16,2-2-26-16,1 2-52 0,5 4-21 0,0-3-44 15,4 7-182-15,-3-1-443 0,3-1 197 0</inkml:trace>
  <inkml:trace contextRef="#ctx0" brushRef="#br0" timeOffset="41099.85">3481 6082 77 0,'1'-12'294'0,"0"3"-8"16,1-1-20-16,-2 3-9 0,0 7-19 15,1-10-18-15,-1 10-32 0,0 0-15 0,0-9-22 16,0 9-16-16,0 0-13 0,0 0-4 0,0 0 3 16,-4 48-3-16,2-19 0 0,0 1-20 0,0-2-11 15,-2 4-5-15,1-3-6 0,-2-2-10 0,4 2-3 16,0-4-10-16,1 1-3 0,1 0-2 0,-2-1-4 15,2-7 2-15,-1-1-18 0,0 1-24 0,1-6-29 16,2 0-41-16,-3-2-47 0,0-10-46 0,0 16-53 16,0-11-34-16,0-5-222 0,0 0-507 0,0 0 224 15</inkml:trace>
  <inkml:trace contextRef="#ctx0" brushRef="#br0" timeOffset="41684.39">3448 6250 47 0,'0'0'181'0,"9"-14"-15"0,-3 6-16 16,5-1-17-16,-2 0-8 0,7 0-13 0,-6 1-10 16,3 0-13-16,-1 0-2 0,4 1-4 0,-5 0 4 15,1 1-2-15,-1 0-4 0,-1-3-2 0,-1 4-3 16,1-3 6-16,-5 4 2 0,3-2 2 0,-4 2-2 16,1-2-6-16,-1 1 0 0,-4 5-7 0,5-12-6 15,-2 6-5-15,1 2-2 0,-4 4 2 0,2-10 1 16,-2 10-2-16,4-6-4 0,-4 6-11 0,0 0-5 15,3-6-9-15,-3 6-1 0,0 0-7 0,0 0-1 16,2 23 0-16,-2-4 2 0,2 7 1 16,-4-2-3-16,1 5 0 0,0 1-2 0,-2-1-2 15,0-2-1-15,0 2-3 0,-1-5-2 0,1-3 3 0,1-2-2 16,-1-2-2-16,2 1 1 0,0-7 0 0,-2 1-3 16,2-1 0-16,0-2 1 0,-1-2 1 0,1-1-3 15,1-6 5-15,-1 9-1 0,1-9 1 0,0 0 0 16,0 0 3-16,0 0-10 0,0 0 1 0,0 0-7 15,0 0 1-15,0 0-4 0,10-25 3 16,-2 15 2-16,4-2-6 0,-3 1 2 0,0 4-3 0,4-1-1 16,-1 3 0-16,0 1-1 0,0-1 2 0,-1 4 1 15,3 2-1-15,-1 0 3 0,1 2 2 0,3-1 2 16,-3 3 0-16,4-2 1 0,0 3 1 0,0 0 1 16,1-3 6-16,-1-3 4 0,-2 3-5 0,5-3 2 15,-1-3 0-15,2 0 1 0,-3-3-1 16,8-1 3-16,-9-1-6 0,0 0 2 0,-3-1 0 0,-2 2 1 15,-4-2-2-15,1 1 2 0,1-1 2 0,-4-1-2 16,-2-2 2-16,-1-2 1 0,-2 4-2 16,0-3 8-16,-4 1 7 0,0 1-7 0,-2-1 2 0,0 3-2 15,4 9 2-15,-6-12-3 0,6 12-4 16,-12-6-3-16,12 6-6 0,-18 3 7 0,6 4-4 16,-2 4 3-16,-3 3-1 0,2 5-5 0,3-2 0 0,1 1 0 15,2 4-22-15,3-3-18 0,5-2-42 0,2 1-51 16,2 1-62-16,6-5-72 0,3 0-225 15,11 2-526-15,5-6 233 0</inkml:trace>
  <inkml:trace contextRef="#ctx0" brushRef="#br0" timeOffset="42299.71">5123 6001 252 0,'0'-12'259'0,"0"2"-13"15,-2 1-8-15,2 9-22 0,1-11-21 0,-1 11-26 16,0 0-16-16,0-8-20 0,0 8-12 0,0 0-11 16,2 32-9-16,0-5-4 0,-1 4-8 15,-6 2-8-15,5 1-5 0,-1 2-7 0,-5-2-8 0,4 0-3 16,1-3-7-16,-2-1-5 0,2-4 4 0,-3-6-10 15,1-2-3-15,2-1 1 0,-3-5 0 0,3 0-7 16,-3-4 0-16,3-1 2 0,0-1-5 0,1-6 1 16,-6 10 3-16,4-5 3 0,2-5 1 0,-5 4-3 15,5-4-2-15,-7 3-4 0,7-3 3 0,0 0-7 16,0 0 1-16,-14-12-3 0,13 8 0 0,1 4-4 16,4-20-7-16,0 8-6 0,3-2-3 0,2-2-3 15,5 2-2-15,-1 3 3 0,-4-1-4 0,4 3-1 16,-2 3 1-16,1 1-4 0,2 2 0 0,-3 2-1 15,0 0 2-15,0 2-5 0,-1 3 5 0,1-1 2 16,-3 4-2-16,0-2-2 0,-3 0 2 0,-1 2 1 16,0 0 3-16,-3-2-1 0,3 4 2 0,-4-9 3 15,0 12 0-15,-4-4-3 0,1-2 4 0,-4 1 0 16,1 1 2-16,-2 0 0 0,-2-2 0 0,1-2 1 16,-3 2-8-16,1-3-22 0,1 1-21 0,-4-2-29 15,1-1-34-15,1 2-41 0,0-2-51 0,3-2-41 16,-2 1-182-16,1-2-458 0,10 2 203 0</inkml:trace>
  <inkml:trace contextRef="#ctx0" brushRef="#br0" timeOffset="42600.55">5279 6325 202 0,'0'0'178'0,"0"0"-12"0,0 0-3 0,8 6-5 16,-6-1-3-16,-2-5-11 0,3 11-8 0,-1-3-11 15,0 0-4-15,0 2-11 0,-1 0-10 0,1-2-3 16,2 0-8-16,-2-2-9 0,2 1-10 0,2-1-2 16,-2 0-3-16,5-1-4 0,-4 1-5 0,4-3-2 15,-3-3-3-15,1 3 3 0,1-2 1 0,-8-1 2 16,16-1-2-16,-7-2-1 0,-2 2 3 0,-1-4-1 16,3 0 1-16,-3-3-3 0,-1 2-2 0,1-1-4 15,-1-3-6-15,-2-1-2 0,0 0-4 0,-2 0-5 16,-2-1-2-16,0 1-4 0,-3-4-3 0,-1 4-14 15,1-1-9-15,-2 2-21 0,-2 2-13 0,3 0-26 16,-4 2-29-16,0 3-36 0,-1 1-34 0,10 2-28 16,-22 5-27-16,9 3-183 0,-4 2-430 0,5 1 191 15</inkml:trace>
  <inkml:trace contextRef="#ctx0" brushRef="#br0" timeOffset="43023.43">5407 6531 39 0,'11'-6'210'0,"-4"2"2"0,-2 0-3 0,2-1-10 16,4-1-18-16,-5-4-12 0,-1 2-11 0,2-2-13 15,3 0-11-15,-4-2-7 0,2 1-9 0,-2-5-6 16,2 1-10-16,-2 0-7 0,1-2-5 0,-2-1-9 16,-4 0-4-16,2 1-7 0,-3-1-4 0,0 3-5 15,0-2 4-15,-2 7-9 0,1 0 3 0,1 1 2 16,-2 0-7-16,2 9-6 0,-4-12-5 0,2 7-3 15,2 5-5-15,-5-9-4 0,5 9-8 0,-2-5-2 16,2 5-3-16,0 0 1 0,-8-5-7 0,8 5-3 16,0 0-1-16,0 0 1 0,-13 1-3 0,13-1-4 15,0 0 0-15,0 0 2 0,0 0-4 0,0 0 3 16,0 0 4-16,0 0-8 0,0 0 5 0,0 0-6 0,22 15 5 16,-12-14-4-16,4-1 2 0,-2 0 1 15,-1-1-4-15,1 2 0 0,-2-1 1 0,-1-3 1 16,0 5-3-16,-1-1 1 0,-8-1-1 0,15 1-1 15,-6 3-1-15,-3-3-1 0,3 2-2 0,1 4 4 16,-5-3 0-16,2 4 1 0,-1-1-1 0,2 3 3 16,-2 0-1-16,-2 2 0 0,0-1 5 0,0 0-3 15,-3 0 1-15,2 3-2 0,-1 0-7 0,-2-1-29 16,2 2-28-16,-4 2-30 0,1-6-49 0,0-1-51 16,1-2-50-16,0 3-164 0,0-11-444 0,-4 14 197 15</inkml:trace>
  <inkml:trace contextRef="#ctx0" brushRef="#br0" timeOffset="43958.75">5931 6273 209 0,'-5'-10'235'16,"2"4"-8"-16,3 6-14 0,0 0-20 0,-6-7-12 15,6 7-14-15,-11 1-16 0,11-1-10 0,-16 10-12 16,6-2-8-16,1 1-11 0,0 1-12 0,-4 3-11 15,-1-1-6-15,5 0-9 0,3 0-7 0,2 0-5 16,1-1-7-16,-1-1 0 0,3 0-10 0,2-1-4 16,2-1-1-16,-1-3-8 0,2 5 1 0,0-4-1 15,1-3-3-15,0 1-3 0,3 0-1 0,0-2-3 16,2-1 2-16,3-1-7 0,-3-1 1 0,0-2 1 16,2-1-5-16,-2-2-1 0,-5 2-1 0,4-5-1 15,1-4-1-15,-4 1 0 0,2-2-2 0,-4-2-4 0,-1 0-1 16,2-4 0-16,-3 2 3 0,1-1-3 15,-2-1 2-15,2-6-1 0,-5 0-1 0,4-1 1 16,-4 8 3-16,1-2-3 0,2 4 11 0,1-2 1 16,-4 0 6-16,0 6 13 0,3 2 8 0,-2 3 7 15,2 0 2-15,-1 8-8 0,-3-11-4 0,3 11-11 16,0 0-6-16,0-10-5 0,0 10-5 0,0 0-1 0,0 0 0 16,0 0 0-16,0 0-1 0,-1 51-2 15,1-25 0-15,0 3 7 0,0 0-5 0,1 0-1 16,-1 0-2-16,2-2-1 0,-4 1 2 0,4-2-2 15,-2-7 1-15,1 6-3 0,0-8 2 0,1 1-3 16,0-1 5-16,1-1-5 0,1-1 0 0,-2-3-1 16,2-3 3-16,0 1-2 0,1-4-1 0,3 3 4 15,-2-3 2-15,3-2 0 0,1 3 1 0,0-6-6 16,4 0 4-16,-1-1 0 0,-3-2-1 0,8-2 1 16,-1 1 0-16,-4-3-2 0,5-1-2 0,-2-5 5 0,-2 2-4 15,2-2 0-15,-5-1 2 0,2 0-5 16,-3-2 0-16,-1-1 2 0,0 2-2 0,-4 2 7 15,-1 0-10-15,0 0 3 0,-2 2 2 0,1 0-4 16,-4 1 2-16,2-1-4 0,-1 10 3 0,-3-13-2 16,2 7 0-16,1 6-2 0,-5-10-3 0,1 4 4 0,4 6-4 15,-8-3-3-15,8 3 2 0,-16 2 0 0,7 2 3 16,-3 5 0-16,1 1 2 0,-1 3-5 16,1 1 7-16,-1 0-4 0,3 1 3 0,-1 2-3 15,3 0 1-15,1-2-1 0,1-1 3 0,3 2-2 16,-1-6 2-16,3 3 3 0,4-3-3 0,0 1 5 15,1-2-2-15,3 3 2 0,-3-6-1 0,5 2 1 16,1-2-2-16,2-2 2 0,4 1 0 0,1-2 1 16,1 1 1-16,0-3-2 0,2-1 1 0,-1-2 3 15,-2-2 2-15,-1 2-3 0,-1-5-4 0,1 1 6 0,-1-1-4 16,-5 1 5-16,1-2-4 0,-3-1 1 0,0-3-10 16,0 0-4-16,-3 0-6 0,-2 2 2 0,0-7 2 15,-2 1-2-15,-4 0-2 0,2 2 0 16,-1 2 2-16,-2-1 1 0,1 3-1 0,-1 1 3 15,2-1 2-15,-3 3-2 0,4 7 6 0,0-13-7 0,-1 7 3 16,1 6-2-16,-1-9 0 0,1 9 0 0,2-8 2 16,-2 8-2-16,12-5 2 0,-7 4 3 15,-5 1-4-15,13 1 1 0,-6 2-1 0,3 3 2 16,2 1-2-16,-3 1 2 0,1-1-3 0,2 5 0 16,-6-2 2-16,2 0-1 0,-2 4 6 0,-2-1-2 0,0 3 0 15,0-3 0-15,-3-1 4 0,3 0-1 0,-2-1 2 16,-3 2 4-16,2-3-8 0,-2 0-25 0,0-1-28 15,-1 1-38-15,-1-4-49 0,3-6-56 16,-3 10-64-16,-1-4-155 0,4-6-453 0,0 0 201 16</inkml:trace>
  <inkml:trace contextRef="#ctx0" brushRef="#br0" timeOffset="44209.27">6655 6068 200 0,'0'-12'290'16,"0"6"-13"-16,0 6-14 0,2-13-21 0,-2 13-30 16,0-8-16-16,0 8-29 0,0 0-17 15,0 0-17-15,0 0-16 0,0 0-8 0,9 32-4 0,-3-7-7 16,-5 2-3-16,3 1-5 0,-3 0 1 16,1 0-8-16,-4 0-10 0,4-2-2 0,-2 2-3 0,0-1-9 15,0-2 2-15,1 1-13 0,-2-1-2 0,1-8-6 16,-2 0-7-16,4 2-23 0,-5-3-38 0,2-3-40 15,2 2-42-15,-1-2-35 0,0-3-48 16,0-10-41-16,1 17-208 0,-1-11-479 0,0-6 213 16</inkml:trace>
  <inkml:trace contextRef="#ctx0" brushRef="#br0" timeOffset="44390.66">6820 6325 149 0,'4'-7'248'0,"0"0"-7"0,-2 2-15 0,-2 5-19 15,4-9-22-15,-4 9-22 0,0 0-14 0,8 0-18 0,-8 0-5 16,5 11-9-16,-2-1-10 0,0 0-9 0,0 3-6 16,-2 2-8-16,0 3-9 0,1 0-6 0,-1 0-7 15,-1-1-13-15,0 1-31 0,0-3-26 16,-1 1-45-16,1-4-48 0,0-3-50 0,0 2-48 16,-2-5-149-16,2-6-376 0,0 0 167 0</inkml:trace>
  <inkml:trace contextRef="#ctx0" brushRef="#br0" timeOffset="44958.5">6940 6450 218 0,'9'-12'266'0,"-6"8"-13"16,-3 4-11-16,4-13 1 0,-2 7-15 0,2-3-16 15,0-1-10-15,0 0-11 0,1-1-11 0,4-1-17 0,0-4-17 16,0 3-4-16,2 0-24 0,2 3-14 0,1 0-10 15,-4 5-13-15,2-2-11 0,-1 4-7 0,-1-1-9 16,2 5-7-16,1 2-5 0,-4 2-2 16,1 1-4-16,0 3-5 0,-1 3 0 0,-1-1-9 15,-1 1 6-15,0 3-8 0,-2-1-3 0,5-1 1 0,-7-1-5 16,1-2-2-16,1-1 2 0,0 0 1 0,-3-3-4 16,2 0-2-16,0-1 4 0,0 0 0 0,-4-5 1 15,10 6 4-15,-5-3-6 0,-5-3 0 16,14-3 1-16,-6-1-3 0,5 1 2 0,-4-3-9 15,1 0 4-15,0-2-3 0,-1-1 1 0,-1 0-3 0,3-4-4 16,-7 3 1-16,1-6-1 0,2 2-9 0,-4-3 3 16,0 2 0-16,1 2 2 0,-2-4 1 0,-4 5-2 15,2 0 2-15,-3 2 1 0,2-1-2 16,0 3 0-16,1 8-4 0,-2-11 1 0,2 11-3 16,0 0 0-16,-11 2 3 0,11-2 2 0,-17 16 1 0,6-2-3 15,2 3 7-15,-1 0-3 0,1 0 1 0,2 1 2 16,3 1 5-16,4-2 2 0,4 3-15 0,3-4-32 15,3-1-40-15,6-1-47 0,7-2-59 16,4-2-68-16,1-1-228 0,1-3-524 0,4-3 232 16</inkml:trace>
  <inkml:trace contextRef="#ctx0" brushRef="#br0" timeOffset="48404.6">731 6825 125 0,'0'0'198'0,"0"0"-3"0,0 0-12 0,0 0-19 16,0 0 4-16,0 0-22 0,0 0-11 0,0 0-17 15,0 0-9-15,0 0 0 0,0 0-4 0,0 0-8 16,0 0-2-16,-10 126-10 0,4-92-7 0,4-1-8 16,-1-2-6-16,3-31-8 0,-6 60-3 0,4-33-8 15,2-27 6-15,-5 44-2 0,5-44-4 0,0 0-4 16,4 41-2-16,-4-41-6 0,0 0-1 0,-4 29-2 16,4-29-2-16,0 0-1 0,0 0 7 0,0 0 9 15,0 0 10-15,0 0 3 0,0 0 20 0,0 0 5 16,0 0-10-16,0 0-6 0,0 0-8 0,0 0-4 15,0 0-5-15,0 0-4 0,0 0-7 0,0 0-5 16,0 0-5-16,0 0-2 0,0 0 0 0,0 0-4 16,0 0-5-16,0 0 1 0,0 0-5 0,20-112-1 15,-20 112-2-15,22-26 3 0,-8 17-7 0,2-1 0 16,-5 5-7-16,3 3 3 0,-1 0-2 0,1 1-1 16,3 2 3-16,-7 1-12 0,3 1 13 0,-4 5-7 15,0 0 2-15,-2 0 2 0,1 2-2 0,-3 1-1 0,-3 0 6 16,0 1-5-16,-2 0 1 0,0 0 0 15,-6 0 3-15,2-2 4 0,-3 0-2 0,0 0 0 16,7-10-3-16,0 0 2 0,-38 24-2 0,38-24 2 16,-32 14-2-16,32-14-4 0,0 0-17 0,-40 12-3 15,40-12-12-15,-34 1-6 0,34-1-14 0,0 0-4 16,0 0-15-16,-45-3-7 0,45 3-23 0,0 0-26 16,0 0-30-16,0 0-50 0,-36-11-49 0,36 11-145 15,0 0-437-15,0 0 195 0</inkml:trace>
  <inkml:trace contextRef="#ctx0" brushRef="#br0" timeOffset="48818.61">794 7283 109 0,'0'0'171'0,"9"-3"-1"0,-9 3-2 0,8-2-4 15,0 0-5-15,-8 2-2 0,8-3-8 0,-1 1-6 16,0-2-6-16,0 1-9 0,3-3-7 0,1 2-8 16,1-3-12-16,4-1-5 0,0 1-7 0,-3-2-7 15,1 3-3-15,1-3-8 0,1 1-3 16,-3-2-6-16,1 2 2 0,-2 0-6 0,-4 1-3 16,5-4-7-16,-3 1 0 0,0-4-8 0,-3 5-1 15,0-2 1-15,-4 2-3 0,3-2-3 0,-3 1-1 16,-2-3-4-16,0 1-5 0,-1 4-2 0,-1-1-5 0,-3 0 4 15,4 9-3-15,-6-16-5 0,2 12 1 0,4 4-4 16,-10-10-2-16,10 10 1 0,-9-8-7 16,9 8 0-16,-14-3 0 0,14 3-3 0,-13 5 2 15,5 2-2-15,-3 1-4 0,3 0 7 0,1 2-6 16,-2 3 2-16,0-1-4 0,5 4 5 0,1 1 1 16,2-4-6-16,1 2 3 0,3 2 6 0,0-8-5 15,8 4 0-15,-1 1-13 0,1-2-21 0,5-4-30 16,-1 4-35-16,3-6-27 0,1-1-32 0,0 0-23 15,0-1-28-15,2-2-173 0,-7-1-414 0,-1-1 184 16</inkml:trace>
  <inkml:trace contextRef="#ctx0" brushRef="#br0" timeOffset="49044.59">1288 6967 149 0,'0'-12'242'0,"0"12"0"0,-2-16-3 0,2 16-13 15,2-10-18-15,-2 10-30 0,0 0-18 0,0 0-19 16,0 0-10-16,0 0-20 0,0 0-6 0,0 0-10 16,4 34-1-16,-4-15-11 0,0 5-10 0,0 1-2 15,-2-6-10-15,0 1-3 0,6 6-2 0,-8 0-9 16,4-1-2-16,-2-5-3 0,1-1-2 16,0 0-20-16,-2 0-27 0,-2-2-34 0,3-4-57 0,-2 1-54 15,-1-3-72-15,1-1-176 0,4-10-432 16,-11 13 191-16</inkml:trace>
  <inkml:trace contextRef="#ctx0" brushRef="#br0" timeOffset="49664.53">1143 7127 14 0,'0'0'188'0,"9"-5"-14"0,-9 5-21 16,14 0-13-16,-14 0-22 0,18 0-3 0,-6 0-15 15,-12 0-9-15,24 3-22 0,-10-3-18 0,0 2-21 16,3-1-17-16,1 2-11 0,-2-2-25 0,2 1-10 16,-7-1-15-16,-11-1-9 0,24 3 8 0,-24-3 0 15,16 2 7-15,-16-2 6 0,14 1 4 0,-14-1 10 16,0 0 17-16,17-3 13 0,-17 3 8 0,0 0 15 16,14-4 18-16,-14 4 3 0,0 0 22 0,10-6 8 15,-10 6 11-15,6-3 9 0,-6 3 6 16,0 0-3-16,0 0-1 0,11-4-13 0,-11 4-4 0,0 0-14 15,0 0-14-15,0 0-6 0,0 0-6 0,0 0-3 16,0 0 9-16,3 20 0 0,-4-10-5 0,1-10 0 16,-1 20-5-16,0-9 1 0,1-11 0 0,0 20-3 15,1-12 0-15,-1-8-8 0,4 14 0 0,-4-6-1 16,0-8-4-16,4 11-1 0,-4-11-2 0,4 9-4 16,-4-9-1-16,5 6-1 0,-5-6-1 0,7 6 3 15,-7-6-1-15,0 0-2 0,12 1-4 16,-12-1 2-16,0 0 0 0,15-4-6 0,-15 4 3 15,12-7-2-15,-12 7-1 0,8-7-1 0,-2 1 0 0,-6 6 0 16,5-12-2-16,-5 12 0 0,7-10-1 0,-7 10-7 16,5-7 5-16,-5 7-6 0,0 0 2 0,7-9-4 15,-7 9-2-15,0 0 1 0,0 0-1 0,0 0 2 16,0 0 0-16,0 0-2 0,0 0 0 16,8 18 2-16,-8-18 0 0,9 11 1 0,-4-6 2 0,-5-5-1 15,9 10-1-15,-5-3 3 0,1-3 2 16,-5-4 2-16,14 7 4 0,-4-5 11 0,3-1 4 0,-3 1 1 15,-10-2 5-15,23-2 12 0,-12 1 14 0,-2-2 2 16,-9 3 9-16,20-7 12 0,-13 4-12 0,1-4 0 16,-2 2 5-16,0-2-7 0,0-3-5 15,-3 2-5-15,-3 8-9 0,6-17-3 0,-4 6-2 0,1 3-9 16,0 0-15-16,-3 8-24 0,2-17-20 16,-2 17-29-16,-3-14-32 0,3 14-34 0,0 0-47 15,-3-15-47-15,3 15-51 0,0 0-224 0,0 0-533 16,0 0 236-16</inkml:trace>
  <inkml:trace contextRef="#ctx0" brushRef="#br0" timeOffset="49960.09">1757 7257 52 0,'0'0'205'16,"0"0"-1"-16,10 4 1 0,-10-4-4 0,0 0-10 16,14-1-11-16,-14 1-11 0,0 0-14 0,14-6-11 15,-5 2-15-15,-1-4-11 0,2 2-2 0,-1-1-11 16,0 1-8-16,0 0-3 0,0-2-7 0,0 2-8 15,-2-4-6-15,0 3-5 0,-1-2-4 0,-1-1-4 16,2 2-3-16,-4-4-7 0,-3 12-6 0,2-16-3 16,-1 10-3-16,-1 6-6 0,0 0-2 0,-4-16-1 15,4 16-4-15,0 0-5 0,-11-6-4 0,11 6-4 16,0 0 3-16,-21 8-6 0,10-2 2 0,4 2-2 16,-4 5 3-16,-1 0-2 0,3 1-1 0,2 1-1 15,0-2 2-15,-3 3-7 0,8-3 5 0,-2-1 3 16,2-1-7-16,2-1-19 0,3 2-22 0,2-2-30 15,-1-5-46-15,-4-5-31 0,13 17-46 0,-5-12-29 16,0 0-28-16,2 1-133 0,-10-6-411 0,13 6 182 16</inkml:trace>
  <inkml:trace contextRef="#ctx0" brushRef="#br0" timeOffset="50281.05">1957 7279 127 0,'5'-8'239'0,"-5"8"-10"0,9-6-5 15,-9 6-10-15,11-8-9 0,-11 8-15 0,14-5-13 16,-6 0-15-16,2 0-11 0,1 0-7 0,-2 0-16 16,-1-3-2-16,3 2-13 0,-2 1-5 0,-2 0 0 15,0 0-8-15,-7 5 0 0,12-14-17 16,-8 8-8-16,-2 1 2 0,3-6-14 0,-5 11 0 16,3-14-10-16,-2 6-5 0,-1 8-4 0,-1-17-1 15,1 17-2-15,-3-13 1 0,3 13-3 0,-5-9 7 16,5 9-8-16,0 0-4 0,-2-7-3 0,2 7-8 15,0 0 0-15,0 0-1 0,0 0 2 0,-23 18-6 16,16-8 2-16,1 1 0 0,-1 2-4 0,0 3 4 16,5-4-1-16,1 1-7 0,0 0 0 0,1-1-3 15,1 3-20-15,2-2 0 0,4-3-19 0,0 0-22 16,0-1-25-16,3 0-30 0,0-1-33 0,0 0-32 16,0-3-31-16,3 0-33 0,-13-5-18 0,22 8-181 15,-12-7-472-15,-10-1 209 0</inkml:trace>
  <inkml:trace contextRef="#ctx0" brushRef="#br0" timeOffset="50607.55">2226 7265 90 0,'0'0'177'0,"0"0"11"0,5-9 7 0,-5 9 0 15,0 0-18-15,0 0-11 0,0 0-20 0,0 0-13 16,9-2-5-16,-9 2-4 0,0 0-6 0,0 0-6 16,0 0-3-16,6 22-1 0,-6-22-5 0,3 13-2 15,-3-13-6-15,4 11-10 0,-4-11-10 0,2 11-1 16,-2-11-11-16,0 0-6 0,0 0 1 15,3 16-1-15,-3-16-2 0,0 0 10 0,0 0 12 0,0 0 9 16,0 0-9-16,0 0-11 0,0 0 4 0,0 0-5 16,0 0-8-16,0 0-5 0,0 0-9 0,0 0-12 15,18-28 10-15,-13 18-7 0,0 0-8 0,4-5 3 16,2 3-5-16,-3-3-6 0,7 2 3 16,-7 3-4-16,1 2-14 0,-1 2 12 0,-8 6-5 0,16-11-3 15,-16 11-7-15,13-2 6 0,-13 2-5 16,0 0 2-16,22 9-2 0,-16 0 3 0,0-1 0 0,1 2 2 15,-2 1-4-15,-3 1-2 0,2-2 2 0,-1 2 1 16,-3-12 0-16,5 28-25 0,-4-16-48 0,-1 1-48 16,0-13-63-16,0 21-89 0,0-11-280 0,0-10-596 15,0 0 265-15</inkml:trace>
  <inkml:trace contextRef="#ctx0" brushRef="#br0" timeOffset="51392.6">3114 7092 137 0,'1'-6'222'0,"2"-5"-14"0,-2 3-11 0,-1 0-14 15,0 8-6-15,-2-14-7 0,-1 9-14 0,-1 0-13 16,4 5-12-16,-9-8-8 0,4 6-10 0,5 2-10 15,-15-3-7-15,4 3-6 0,0 3-9 0,-2 0-7 0,2 4-6 16,-2-1-9-16,-1 3-28 0,4-2 0 16,2 3-4-16,2 0-1 0,-1 0-2 0,3 0 0 15,-1 1-6-15,5 0 1 0,0 1-7 0,3-2 5 16,6 6-4-16,0 1 3 0,2-4-4 0,2 2-2 16,0 0 1-16,6 3-1 0,-6-6-2 0,1 2 3 15,0-1-3-15,-1-1-4 0,-6-1 2 0,2-2-3 16,-2-2 2-16,3 1-2 0,-6-2-3 0,0 0 7 15,-2 0-3-15,1 1 2 0,-1-3 0 0,-2-4 2 16,0 0 0-16,-7 15 4 0,-2-10-5 0,-3-1 2 16,-1 0-1-16,-6 1 2 0,4-2 1 0,-7 0-6 15,3-1-10-15,2 0-13 0,-3-2-29 0,3 0-16 16,2 2-26-16,3-4-35 0,0 2-39 0,3-1-37 16,-2 0-179-16,11 1-410 0,-12-4 181 0</inkml:trace>
  <inkml:trace contextRef="#ctx0" brushRef="#br0" timeOffset="51818.78">3353 7254 95 0,'5'-7'216'0,"-2"2"-7"0,1-1-6 16,-4 6-11-16,2-13-12 0,-2 13-16 0,-4-11-11 15,0 5-14-15,4 6-10 0,-11-7-6 0,2 4-10 16,-1 6-10-16,-7-3-8 0,-1 6-10 0,0 1-5 15,6 3-8-15,-11 4-7 0,7 0-5 0,1-3 0 16,3 5-12-16,0-2-4 0,4 1-8 0,2 0 2 16,0-3-7-16,4 1 0 0,-1-1-1 0,3 0-7 15,0-2 1-15,3 0-5 0,1-3-1 0,1 1 0 16,-1-2-2-16,5-2 1 0,2 1-1 0,-1-3-2 16,2-2-3-16,-1 0 1 0,7-5-2 0,-6 2-1 15,-1-2-3-15,1 0 4 0,-3 1-3 0,0-5 1 16,2 1-5-16,-3-1 3 0,-2 2 1 0,-1-5-1 15,0 3-2-15,-2-2 3 0,2-1-2 0,-3 3 1 16,2 1-2-16,-2-2 7 0,0 3-1 0,-2 7 1 16,3-9 2-16,-3 9-5 0,1-7-4 0,-1 7-2 15,0 0-5-15,0 0 0 0,0 0 1 0,0 0 2 16,0 0-1-16,0 0-2 0,8 20 4 0,-8-11-1 16,1 0 0-16,2 2-1 0,0-1-1 0,-1 0 1 15,1-1-1-15,1 1-18 0,-1-1-20 0,1-2-19 0,0 5-33 16,0-5-39-16,1 0-42 0,1-3-35 15,-1 2-26-15,0-2-128 0,-5-4-390 0,9 5 173 16</inkml:trace>
  <inkml:trace contextRef="#ctx0" brushRef="#br0" timeOffset="52064.84">3562 7106 202 0,'0'-9'256'0,"2"-2"1"0,-1 4-15 0,-1 7-18 15,-1-10-26-15,1 10-18 0,2-6-27 0,-2 6-12 16,0 0-11-16,0 0-13 0,0 0 7 0,2 33-9 16,-2-10-8-16,0 1 5 0,0 4-4 0,0 0-5 15,0-2-3-15,-2 3-7 0,0-4-12 0,3 0-5 16,-2-6-4-16,2 7-5 0,-4-8-11 0,3 0 0 16,0-1-5-16,0 0-9 0,0-5-10 0,0-1-22 15,0-1-30-15,2-1-21 0,-2-2-42 0,0 1-30 16,0-8-31-16,0 0-23 0,-3 10-34 0,3-10-41 15,0 0-174-15,0 0-451 0,0 0 200 0</inkml:trace>
  <inkml:trace contextRef="#ctx0" brushRef="#br0" timeOffset="52876.55">3463 7276 50 0,'-3'-8'180'0,"3"8"-13"15,-2-7-16-15,2 7-18 0,0 0-12 0,0 0-12 16,0 0-7-16,0 0-6 0,16-3-9 0,-8 3-2 15,-8 0-11-15,19 3-5 0,-7 0-5 0,-2-2-12 16,3 1 0-16,0-1-6 0,-1 4-3 0,-1-4-8 16,-1-1 0-16,-1 2 0 0,-2 0-9 0,-7-2-1 15,11 1 2-15,-11-1-4 0,7 0-2 0,-7 0 5 16,8 2 2-16,-8-2-3 0,0 0 0 0,0 0-5 16,8 5 0-16,-8-5 2 0,0 0-7 0,5 1-1 15,-5-1 5-15,0 0-4 0,4 8-1 0,-2-4 2 0,-2-4 7 16,5 14 2-16,-1-7 2 0,-2 0 0 15,2 3-2-15,-2 1 1 0,2-2-2 0,-2 2-3 16,1-2-2-16,-1 1-2 0,2-2 0 0,0 1 0 16,1-3-5-16,-3-1 4 0,1 0-5 0,-3-5 3 15,4 8-2-15,-4-8 0 0,5 5-2 0,-5-5 2 16,5 5-3-16,-5-5-1 0,10 0-2 0,-10 0-4 16,12-5 2-16,-7 0-5 0,0 1 4 0,3 0 0 15,-2-2 2-15,-1 1-4 0,2-4-2 0,-2-1-2 16,1 0 4-16,0 0 1 0,-2-2 1 0,2 3 0 15,-4-1 3-15,-1 2 4 0,2 0 0 0,0 3 7 16,-3 5 4-16,3-10-1 0,-3 10-4 0,4-8-4 16,-4 8-3-16,3-5-2 0,-3 5-6 0,0 0 3 15,0 0-2-15,0 0 0 0,0 0-1 0,0 0 2 16,6 22 3-16,-2-12 2 0,-2-2 4 0,-2 2 0 16,2-3 3-16,2 4 2 0,-2-1 0 0,3-2 2 0,2 1 3 15,-2-3-3-15,1 3-1 0,1 0 5 16,0-3-2-16,2-2 0 0,1 1-1 0,-1-1 1 15,3-2-3-15,-1-2 2 0,2 0-4 0,-5 0-1 16,-1 0 1-16,-7 0 1 0,16-2-3 0,-10 0-1 16,-6 2 0-16,9-7-1 0,-2 3 1 0,-7 4 5 0,6-10-10 15,-2 0-1-15,-6 1-7 0,4-2-3 0,-2-1 2 16,-2 1-9-16,-1 0-6 0,-2-4 5 16,1 3-3-16,1 1 6 0,-2 0-5 0,0 0 6 15,0 2-4-15,0 0 1 0,1 2 3 0,0 3 1 16,0 1-3-16,4 3 10 0,-6-7-12 0,6 7 6 15,-5-8-5-15,5 8 2 0,-5-3-3 0,5 3-1 16,0 0 3-16,0 0 4 0,0 0-1 0,0 0 6 16,0 0-6-16,0 0 5 0,0 0-2 0,25 1 1 15,-14 0 2-15,2-1 2 0,8 1-1 0,-4-2 7 16,3 2-8-16,-1-2-1 0,-6 1 9 0,-2 0-7 16,3 0-4-16,-2 0 4 0,-4 1-4 0,-1 1-2 15,-7-2 1-15,14 6 5 0,-5-1-1 0,-2 1 5 16,-2 1 2-16,1-1 2 0,-2 3 2 0,2 0 6 15,-3 1 3-15,2 0 0 0,-1 0-3 0,0 0 3 16,-2 2-2-16,0-3-2 0,0 2-1 0,-2-2 0 16,1 1 0-16,1 0-8 0,-1 0-25 0,0 0-31 15,1-5-47-15,-2-5-54 0,3 14-49 0,2-6-51 16,-3-3-156-16,-2-5-440 0,11 5 196 0</inkml:trace>
  <inkml:trace contextRef="#ctx0" brushRef="#br0" timeOffset="53252.91">4354 7236 184 0,'0'0'204'0,"-9"-7"-16"0,9 7-12 16,-9 3 1-16,9-3-10 0,-15 9-10 0,7 0-7 16,1-2-14-16,0 4-12 0,-1 0-14 0,3 3-8 0,0-1-9 15,2-1-14-15,1-3-3 0,2 2-9 16,0 0-5-16,1-3-3 0,0 0-8 0,2-2-5 15,1 0 1-15,2 2-8 0,0-3-1 0,2-2-5 16,0 0-2-16,0 1 1 0,0-4-5 0,1 0-3 16,-9 0-4-16,16-5 2 0,-6 2-5 0,-4 0-2 15,2-3-3-15,0 0-2 0,-1-1-1 0,0-2 0 16,-1 2 1-16,-2-1-4 0,0-2 2 0,0 1-1 16,-1 3-2-16,0 0 2 0,-1 0 1 0,-2 6 4 15,4-10 2-15,-4 10-4 0,2-6 1 0,-2 6 0 16,0 0-9-16,3-7 2 0,-3 7 5 0,0 0 2 15,0 0-8-15,0 0 2 0,3 24-2 0,-3-14 3 16,0 1-2-16,1 0-1 0,-1-1 1 0,3 1 1 16,-2 0-1-16,2 0 1 0,-1-1-16 0,2-1-26 15,-1 1-33-15,0-2-48 0,3-2-54 0,-3-1-37 16,1 0-184-16,1-1-424 0,-5-4 187 0</inkml:trace>
  <inkml:trace contextRef="#ctx0" brushRef="#br0" timeOffset="53509.39">4644 7096 115 0,'0'-17'258'0,"0"8"4"0,0-1 2 0,0 5-9 16,0 5-18-16,1-11-25 0,-1 11-27 0,1-6-21 16,-1 6-10-16,0 0 9 0,0 0-5 0,4 36 7 15,-3-11-9-15,1 1-10 0,0 0-16 0,0 0-8 16,-1 0-5-16,0-1-8 0,-2 1-12 0,2-6-2 15,-1 3-16-15,1 2-4 0,-1-5-7 0,0-4-4 16,2 0-10-16,-1 2-5 0,3-4 1 0,-4-1-4 16,1-1-15-16,-1-1-37 0,1-1-25 0,-1-2-34 15,-1-1-46-15,1-7-51 0,0 0-39 0,-1 18-36 16,-2-15-40-16,3-3-222 0,0 0-540 0,-10 7 240 16</inkml:trace>
  <inkml:trace contextRef="#ctx0" brushRef="#br0" timeOffset="53790.91">4521 7342 67 0,'9'-4'163'15,"1"2"-12"-15,2-3-9 0,-1 2 1 0,2 2-17 0,0-3-4 16,5 1-5-16,0 2-3 0,2-1-3 16,-2-2-7-16,4 2-11 0,-2 0-7 0,-3 1-6 15,1 1-8-15,-7 0-5 0,3 0-11 0,-4-2-1 16,2 2-7-16,-3 0 2 0,-9 0-3 0,14 2 1 15,-8-2-2-15,2 1-1 0,-8-1-2 0,10 2 0 16,-5 2 1-16,1 0-4 0,-1 0 12 0,-2 1-6 16,2 0 2-16,-1 3-2 0,-1-2 1 0,1 2 4 15,-2 0-6-15,0 2 0 0,-1 0-8 0,0 0 2 16,0 0-3-16,1 0-5 0,-2-1-3 0,0 0-5 16,1-2-25-16,-1-7-32 0,-1 16-40 0,1-16-57 0,-3 13-50 15,3-13-56-15,-2 9-136 0,2-9-405 16,0 0 179-16</inkml:trace>
  <inkml:trace contextRef="#ctx0" brushRef="#br0" timeOffset="53963.71">4856 7117 56 0,'0'0'210'0,"0"0"-31"0,1-7-24 15,-1 7-15-15,0 0-17 0,0 0-40 0,0 0-50 16,0 0-36-16,7 30-47 0,-6-19-105 0,-1 1-167 16,1-1 74-16</inkml:trace>
  <inkml:trace contextRef="#ctx0" brushRef="#br0" timeOffset="54538.39">4989 7286 19 0,'0'0'200'15,"0"0"2"-15,0 0-10 0,0 0-20 0,0 0-6 16,0 9 0-16,0-9 2 0,0 0-9 0,-4 15-13 16,3-8-8-16,-3 3-9 0,3-1-13 0,-1 1-8 15,0-2-11-15,2 5-2 0,-3-4-16 0,6 0-6 16,-1 1-11-16,-2-1-1 0,3-2-8 0,-1 1-4 0,2 0-5 16,4 0-2-16,-2-2-4 0,3-2-3 15,-1 0 2-15,2 1-6 0,0-2-4 0,-2 0-2 16,4-2 0-16,-1-1-5 0,-1 0 3 0,-10 0-3 15,14-6-5-15,-6 5-1 0,1-6-5 0,-5 2-1 16,1 1-2-16,-1-2-4 0,-2-4-5 0,1 2 5 16,1-2-6-16,-4-1 7 0,0-1-7 0,0 1 1 15,0-5-5-15,0 1-1 0,-2 3 3 0,4-5 2 16,-4 6-2-16,4 1 0 0,-1 0-1 0,-1 4 4 16,0 6-2-16,2-12 0 0,1 6 0 0,-3 6 1 15,8-1-4-15,-8 1 3 0,0 0 0 0,19 13 2 16,-11-4-2-16,-3 2 3 0,2 5 5 0,1 0 0 15,-2 1 4-15,2-2 2 0,-3 4-2 0,-2-6 6 16,1-1 7-16,1 0-6 0,-2 4 0 0,0-6 1 16,-3-1 4-16,3-4 2 0,-2 2 2 0,-1-7 5 15,2 9 10-15,-2-9 8 0,0 7 12 0,0-7 11 16,0 0-1-16,0 0-7 0,0 0-3 0,0 0-10 16,0 0 1-16,0 0-8 0,0 0-3 0,0 0-7 15,4-28-6-15,-1 18 1 0,0-3-3 0,2 1-5 16,2-3-2-16,1 0-7 0,0-1 3 0,3 5-3 15,-2-2 0-15,4 1-6 0,-3 4 7 0,0 0-3 16,1 2 1-16,-1 2-12 0,-1 1 6 0,-2 3-6 16,-7 0 4-16,17 3-2 0,-9 2 1 0,-1 2-5 15,2 1 2-15,-1-2 3 0,-3 2-2 0,3 2-1 16,-3 1 5-16,-1 2-4 0,2-3 3 0,-2 2-8 16,-2 1-43-16,0-1-47 0,-2 5-68 0,-2-4-79 15,4 0-77-15,-4 0-183 0,2-13-545 0,-2 20 242 0</inkml:trace>
  <inkml:trace contextRef="#ctx0" brushRef="#br0" timeOffset="55173.43">6050 7311 45 0,'0'0'236'0,"0"-12"1"0,0 6-9 0,0 6-9 16,-4-12-19-16,0 7-10 0,4 5-11 0,-6-9-13 0,2 3-18 15,4 6-14-15,-12-4-12 0,12 4-13 0,-15 3-13 16,3 4-11-16,-2 2-4 0,-7 6-7 0,4 3-5 15,-3 2-7-15,4 1-5 0,-2-1-9 0,9-5-4 16,2 2-2-16,-1-4-2 0,4 4-5 16,3-7-2-16,1 2-4 0,3 1-2 0,0-3-5 0,4-1 2 15,-2 0-5-15,2-4 3 0,-3 1-6 0,3-2 1 16,3 1-1-16,-4-2-3 0,2-3 3 0,5 0-2 16,-4-3-4-16,1-2-1 0,1 1 0 0,-2-2-3 15,2 1 0-15,-4-3-3 0,2 0 1 0,-1-1 0 16,-3 2 0-16,0-2 1 0,0 0-1 0,0 1 1 15,-1-4-7-15,-3 2 4 0,5 0-1 0,-4 1 2 16,1 4 0-16,-2-1-2 0,-1 6-1 0,4-11-2 16,-4 11-3-16,2-4-2 0,-2 4-1 0,0 0 1 15,0 0-1-15,0 0 3 0,0 0-1 0,9 19 1 16,-6-11 2-16,-1 5-1 0,2-1 1 0,-1 1 1 16,1 1 1-16,-2-2-1 0,1 3-26 0,-1-2-31 15,2-2-46-15,-3-1-59 0,3 0-53 0,-1 1-225 16,-2-3-478-16,-1-8 211 0</inkml:trace>
  <inkml:trace contextRef="#ctx0" brushRef="#br0" timeOffset="55530.36">6194 7351 30 0,'0'0'208'0,"8"-1"0"0,-8 1-10 0,0 0-8 0,10 15-14 15,-6-7-8-15,-2 2-13 0,1 3-7 0,-1 0-4 16,2 0-7-16,-2-2-12 0,0 1-8 0,1-3-14 16,-2 1-4-16,1-1-10 0,1-3-11 0,-3-6-7 15,2 10 2-15,-2-10-6 0,2 8 7 0,-2-8 4 16,1 7 12-16,-1-7 6 0,0 0-6 0,0 0-9 16,0 0-10-16,0 0-6 0,0 0-6 0,0 0-3 15,4-21-8-15,-4 21-3 0,1-16-8 0,3 6-1 16,1-1-8-16,2-4-4 0,-2 3-10 0,2-3-3 15,4 1-3-15,-1 0-3 0,-4 5-4 0,3-1-1 16,0 4-2-16,1 1 0 0,-3 1 2 0,2 1-5 16,-3 3-3-16,-6 0-1 0,17 7 0 15,-10-1 2-15,-2 3 1 0,3 3 4 0,-3 0-2 0,-1 3 2 16,0 0-1-16,0-1-23 0,-2 2-32 0,-2-4-45 16,2 4-52-16,-2-2-50 0,0-4-47 0,-2 3-206 15,2-13-495-15,0 14 220 0</inkml:trace>
  <inkml:trace contextRef="#ctx0" brushRef="#br0" timeOffset="55966.68">6603 7380 153 0,'0'0'289'0,"0"-10"-7"0,0 10-10 0,-5-10-14 15,5 10-26-15,-4-8-18 0,4 8-25 0,-8-2-18 16,8 2-15-16,0 0-13 0,-17 8-8 0,7 1-15 15,3 1-6-15,-2 0-15 0,0 3-7 0,0 2-9 16,1-5-11-16,3 2-5 0,0-2-11 0,3 0-3 16,0 0-6-16,2-1-5 0,0-2-3 0,3 3-3 15,-1-4 0-15,1 0-3 0,5 2-1 0,-3-3-5 16,1-4-5-16,2 0-8 0,2 1-1 0,-10-2-3 16,18-4-3-16,-7 1 7 0,-2-3-10 0,2 0-2 15,0-2-1-15,-3-1-1 0,2-4 0 0,-4 3 2 16,3-6-3-16,-1 0 3 0,-3-1-3 0,-2-4-3 15,2 2 13-15,0-6-7 0,-1-3 0 0,-6 2 10 16,2-2-3-16,0 0 5 0,2 1 11 0,-4 2 10 16,2 7 14-16,-3 0 17 0,6 2 0 0,-3 0 22 15,0 7 2-15,-2-1 8 0,1 3-5 0,1 7-20 16,1-7-7-16,-1 7-12 0,0 0-17 0,0 0-14 16,0 0 12-16,-4 23 5 0,3 0-6 0,-4 8-6 15,0 1 7-15,1 0 3 0,-2 2-8 0,-1 0-8 16,3-2 2-16,2-2-6 0,-2 4 4 0,4-5-5 0,-2-2-13 15,4-2-41-15,-1-4-70 0,2 4-56 16,-2-5-45-16,-1-5-72 0,4 0-66 0,-2-1-278 16,1-4-676-16,-3-10 299 0</inkml:trace>
  <inkml:trace contextRef="#ctx0" brushRef="#br0" timeOffset="56993.12">733 7808 26 0,'0'0'210'16,"0"0"-11"-16,0 0-3 0,0 0-5 0,0 0-8 15,0 0-14-15,0 0-5 0,-16-47-5 0,16 47-2 16,0 0-12-16,0 0-9 0,0 0-11 0,-30-19-15 15,30 19-10-15,0 0-8 0,-31-4-13 0,31 4 26 16,0 0-13-16,0 0-10 0,-58 21-6 0,58-21-11 16,-30 23-6-16,30-23-4 0,-23 24-8 0,11-7-3 15,12-17-4-15,-13 24-8 0,13-24 3 0,0 0-7 16,-9 39-6-16,9-39 0 0,0 0-4 0,0 0 5 16,2 36-4-16,-2-36-2 0,0 0 0 15,20 24-10-15,-20-24 3 0,0 0-3 0,33 12-7 0,-33-12-7 16,0 0 4-16,37 6 3 0,-37-6-4 0,0 0 0 15,40-4-5-15,-40 4 6 0,0 0-3 0,0 0 4 16,47-17-2-16,-47 17 1 0,20-14 1 0,-20 14-2 16,0 0 1-16,19-24 2 0,-19 24-5 15,0 0 4-15,15-31-2 0,-15 31 4 0,0 0-1 0,8-32 2 16,-8 32 5-16,0 0 8 0,0 0 3 0,6-29 7 16,-6 29 4-16,0 0-4 0,0 0-7 0,0 0-5 15,0 0-2-15,0 0 1 0,0 0-9 0,0 0 0 16,0 0-1-16,0 0 6 0,0 0-4 0,0 0 4 15,0 0 3-15,0 0-7 0,0 0 2 16,0 0-2-16,8 95 1 0,-8-95-1 0,7 31-27 16,-7-31-26-16,0 0-37 0,5 35-33 0,-5-35-45 15,12 19-46-15,-6-10-43 0,3-2-179 0,-3-2-470 0,6-1 208 16</inkml:trace>
  <inkml:trace contextRef="#ctx0" brushRef="#br0" timeOffset="57218.6">1102 7832 234 0,'0'0'254'0,"-5"-11"-1"0,3 4 0 0,-5 3-10 15,7 4-11-15,-9-7-14 0,2 3-20 0,0 4-19 0,7 0-17 16,-18 1-18-16,8 5-6 0,-1 1-18 16,1 3-10-16,1 3-3 0,0 1-13 0,0 0-13 15,2 1-16-15,1 1 6 0,2 1-9 0,0-2-6 16,7 3 3-16,-2-6-11 0,2 1-5 0,2 1-18 15,4-2-6-15,0-2-32 0,0-1-38 0,0-1-45 16,2-2-51-16,-1 0-57 0,5-2-52 0,-2-1-195 16,-1-3-487-16,-1 0 216 0</inkml:trace>
  <inkml:trace contextRef="#ctx0" brushRef="#br0" timeOffset="57468.58">1297 7722 53 0,'1'-16'273'0,"2"3"-3"0,-3 2 2 0,2 2-1 0,-2 9-5 16,0-16-18-16,0 16-23 0,2-8-28 0,-2 8-25 15,0 0-17-15,0 0-14 0,0 0-24 0,0 0 4 16,8 48-15-16,-4-21-6 0,-4 0-2 0,0 1-15 16,3-2-2-16,-6 1-12 0,7-2-8 0,-5 2-1 15,-2-2-5-15,3-6-2 0,-2 7-10 0,2-7 2 16,-2-1-4-16,4-1-6 0,-2-2-6 0,2 1-20 15,-2-4-19-15,-2-2-33 0,2-3-37 0,-2 1-36 16,2-8-41-16,-1 11-44 0,1-11-57 16,-5 8-223-16,5-8-521 0,0 0 231 0</inkml:trace>
  <inkml:trace contextRef="#ctx0" brushRef="#br0" timeOffset="57768.66">1146 7917 36 0,'0'0'212'16,"0"0"-21"-16,11-9-19 0,-4 7-15 0,2 2-16 16,2-1-13-16,3-1-15 0,1 1-3 0,5-1-7 15,-1 1-2-15,3-1-8 0,1 0-8 0,-3 0-6 0,9-1-4 16,-9 0-10-16,-1 3-3 0,-5 0-6 16,0 0-8-16,-4 3-3 0,-10-3-3 0,17-3-2 15,-17 3-4-15,14 3-11 0,-14-3 5 0,13 2-3 16,-13-2-1-16,11 4 0 0,-11-4 2 0,9 7 2 15,-5-2 2-15,4 2 2 0,-5 0 12 0,3 3-1 16,0 0 1-16,-2 2 0 0,-1-1-1 0,3 1 4 16,-3-2-5-16,0 3-2 0,-1 2-4 0,0-3 0 15,2 0-7-15,-2-1 0 0,1 0-19 0,-3-1-33 16,0-10-40-16,0 16-55 0,4-8-66 0,-4-8-76 16,0 0-130-16,0 0-419 0,-5 18 186 0</inkml:trace>
  <inkml:trace contextRef="#ctx0" brushRef="#br0" timeOffset="57929.78">1492 7774 2722 0,'-4'-11'16'0,"1"2"-4"0,-1 1-31 0,1 4-58 0,3 4-28 15,0 0 27-15,-1-9-24 0,1 9-18 0,0 0-12 16,0 0-45-16,0 0-147 0,0 0-350 0,8 28 155 15</inkml:trace>
  <inkml:trace contextRef="#ctx0" brushRef="#br0" timeOffset="58239.52">1652 7890 140 0,'10'-4'259'0,"-10"4"-19"0,0 0-21 0,0 0-22 16,7 4-8-16,-7-4-3 0,6 9-10 0,-2 0-22 15,1 1-7-15,-1 1-15 0,0 5-9 0,5 0-3 16,-5 1-9-16,5-2-13 0,-1 3-8 0,0-4-8 16,0 2-1-16,0-3-9 0,-2-3-4 15,-1 0-7-15,0-1-5 0,-1-2-2 0,0 0-4 0,2 0-5 16,-2-4-4-16,-4-3-6 0,4 9 13 0,-4-9 14 16,5 4 17-16,-5-4 16 0,4 4 2 0,-4-4-12 15,0 0-14-15,0 0 4 0,7-11-11 0,-2 2-2 16,-1 1-7-16,1-2 2 0,1-5-12 15,2 0-2-15,0-2-1 0,0 0-9 0,2-9-19 0,4 4-24 16,-3-2-39-16,-3 6-11 0,4 1-29 0,0 1-29 16,-1 1-40-16,0 4-36 0,-1 3-48 0,-1-1-42 15,3 5-225-15,-5 2-550 0,1-1 244 0</inkml:trace>
  <inkml:trace contextRef="#ctx0" brushRef="#br0" timeOffset="58541.71">2007 8077 147 0,'0'0'206'0,"0"0"3"0,8 3 8 0,-8-3-3 16,0 0-4-16,0 0-11 0,17-7-6 0,-12 2-5 15,-5 5-5-15,10-8-14 0,-4 2-2 0,1-3-20 16,-1 1-7-16,1-2-5 0,-2 1-9 16,1-3-12-16,-1 1-9 0,0 2-5 0,-5-3-6 15,3 5-18-15,-2-4 10 0,-1 4-5 0,0 7-4 16,-4-16-8-16,2 10 3 0,-1 0-2 0,-1 0-20 0,4 6-5 15,-10-9-7-15,4 8-4 0,6 1-1 16,-17 0-8-16,7 3 0 0,0 3-4 0,-1 2 1 16,1 1-4-16,1 5 10 0,0-1-9 0,3 0-3 15,1-2-1-15,0 7-2 0,5-3-3 0,-2 2 4 16,4-5-2-16,5 2 2 0,2 1 3 0,0-3-29 0,4 0-2 16,6 0-31-16,-1-3-51 0,1-1-50 15,0 1-68-15,3-5-83 0,-4 3-277 0,1-2-620 16,-2-2 274-16</inkml:trace>
  <inkml:trace contextRef="#ctx0" brushRef="#br0" timeOffset="59321.2">2623 8250 172 0,'7'-8'238'0,"3"1"-4"0,-2 0-3 0,-1-2-12 15,7-3-33-15,-4 0 1 0,0 2-9 0,2-4-8 0,-2 1-7 16,-1 1-10-16,3-2-7 0,-3-1-10 0,-1 2-7 16,-2-4-1-16,3 3-7 0,-5-2-12 15,-2 1-12-15,-1-2-5 0,1 2-11 0,-2 4-8 0,-2-2-6 16,1 4-4-16,0-1-10 0,-2 0-5 16,1 3-3-16,-2 2-5 0,4 5-6 0,-8-10-4 0,3 6-8 15,5 4 0-15,-7-7-1 0,7 7-4 0,-9-5-2 16,9 5-8-16,-11 2-1 0,11-2 2 0,0 0-4 15,-7 6-2-15,7-6-2 0,-3 6-2 16,3-6 1-16,0 0 4 0,0 0-11 0,9 16 0 16,-1-13 4-16,2 1-5 0,2 0 2 0,5 0-5 0,-4-1 3 15,6-3-1-15,-5 3 1 0,0-2-2 16,-3 2 3-16,0 0-5 0,-1-1 4 0,-2-1-2 16,-1 1-1-16,-2 2 1 0,2 0-1 0,0-1 1 0,-1 6-1 15,-2-3 8-15,1 4-2 0,0-1 2 16,-1 2 0-16,-3-2 0 0,0 4-1 0,1-3 4 0,0 2-2 15,0-1-1-15,-1 1 0 0,0-3 5 0,2 1-5 16,-1-1 5-16,1-3-1 0,1 2 1 0,-2-3-1 16,6 1 4-16,-3-3-4 0,4 4 1 15,0-4 3-15,2-1 1 0,2-1-3 0,1-1 2 16,-1 0 0-16,2-1-2 0,-3-2-2 0,1 1-2 0,1-3-3 16,-1 1-2-16,-1-1 1 0,-2-1-6 0,1 0-4 15,3-3-9-15,-7 2 1 0,2-1-5 0,-1-3-8 16,2-1 0-16,-3 2-3 0,-1-5 2 15,0 5 1-15,-4-3 11 0,0 4-4 0,-2-2 7 16,1-1-3-16,-1 5 7 0,0 7-1 0,-3-15 3 0,-2 9 2 16,1 3 0-16,4 3 1 0,-5-7 2 0,5 7 4 15,-13-3-5-15,13 3 3 0,-18 8-1 16,8 0-2-16,-3 4 3 0,1-1 5 0,2 0-3 16,-1 4-1-16,4-3 0 0,0 2 7 0,1 1-1 15,4-2 0-15,2-1 3 0,1 0-21 0,2-3-19 0,2 3-29 16,3-3-25-16,6 2-26 0,2-5-34 0,2 1-26 15,1-4-30-15,3 2-128 0,0-5-365 0,6 0 162 16</inkml:trace>
  <inkml:trace contextRef="#ctx0" brushRef="#br0" timeOffset="59753.64">3536 8000 213 0,'0'0'226'16,"-5"-10"-7"-16,5 10-9 0,-12-6-11 0,6 4-12 15,-5 1-20-15,0 1-13 0,-2 5-12 0,-5 0-10 16,3 0-12-16,-2 5-12 0,6-2-1 16,1 0-17-16,-2-1-11 0,4 1-8 0,-1 1-6 0,2-1-8 15,2 1-2-15,0 1-7 0,2-4-6 0,2 1-4 16,1-7 0-16,1 11-6 0,2-5 1 0,-3-6-4 16,7 7-2-16,0-3-2 0,-1-3 1 0,-6-1-6 15,14 2 0-15,-5-3-1 0,-9 1-4 16,14-1-2-16,-5-1 2 0,0-1-2 0,-3 0-2 0,-6 3 2 15,13-6 0-15,-6 2 1 0,-1 2-6 0,-2-3-2 16,0 1 4-16,-4 4-6 0,6-9 2 0,-6 9-6 16,7-3-1-16,-7 3-4 0,0 0 1 15,10-1-3-15,-10 1 1 0,7 7-1 0,-3-1 0 16,1 3 0-16,-1 2 0 0,4 3 5 0,-6 4-5 0,2-1 7 16,0 2 0-16,-3 4 4 0,2-3 11 0,-2-2 1 15,-1 1 6-15,1-1 1 0,-2-2 16 0,0 2-8 16,-2-1 3-16,1-5 9 0,-2 4 3 15,-4-4-5-15,3-1 1 0,-4 1-3 0,1-1-2 0,-2-4-6 16,0 2 2-16,0-3-7 0,-2 0-5 0,2 1-2 16,0-6-28-16,-3 1-30 0,13-2-35 0,-20 1-40 15,8-4-46-15,12 3-50 0,-17-8-35 16,10 2-220-16,1 0-504 0,0-4 223 0</inkml:trace>
  <inkml:trace contextRef="#ctx0" brushRef="#br0" timeOffset="59970.93">3731 8000 42 0,'0'0'223'0,"7"-7"-9"0,-7 7-15 16,6-2-21-16,-6 2-9 0,0 0 5 0,0 0-2 16,10 12-9-16,-8-2-3 0,0-1-8 0,-1 1-13 0,1 0-10 15,0 2-10-15,-2 1-12 0,3 0-7 0,-3-2-8 16,1 3-9-16,-1-3-7 0,1 2-8 15,2-3-9-15,-3 3-5 0,1-4-29 0,3 4-36 0,-3-5-46 16,-1 1-57-16,0-9-54 0,4 12-55 16,-4-5-165-16,0-7-419 0,0 0 185 0</inkml:trace>
  <inkml:trace contextRef="#ctx0" brushRef="#br0" timeOffset="60128.01">3678 7819 65 0,'0'0'178'0,"-3"-6"-39"0,3 6-23 15,0 0-35-15,0 0-28 0,0 0-49 0,0 0-34 16,0 0-71-16,-1 23-110 0,1-23 48 0</inkml:trace>
  <inkml:trace contextRef="#ctx0" brushRef="#br0" timeOffset="60812.39">3839 7993 104 0,'0'0'214'0,"5"2"0"15,-5-2-4-15,0 0-1 0,0 0-19 0,4 5-15 16,-4-5-13-16,0 0-21 0,0 0-18 0,0 0-7 0,1 8-17 16,0-2-4-16,-1-6-2 0,-1 13-3 0,1-3-14 15,-1 3 1-15,-1-2-2 0,0 1-10 16,0 0-4-16,0-2-1 0,-1 1-8 0,3 1-1 15,-1-1-9-15,1-1 2 0,0 2-8 0,3-4 1 16,-1 1-6-16,1-3 0 0,-1 1-3 0,5-3-3 16,-2 1 5-16,5-4-8 0,-2 1-2 0,1 0 1 15,1-2-4-15,1-2 3 0,0 2-3 0,0-2-1 16,-1-1 2-16,-3 0-2 0,2-3-3 0,-1 1-5 16,0-2-6-16,-1-1-2 0,-1-2-7 0,-2 2-4 15,1-2-4-15,-3-1 2 0,0 0 0 0,-1-1-4 16,-1 2 2-16,-1-3-2 0,-3 2 4 0,1-1 2 0,-2 2 0 15,2-3-1-15,-1 3 1 0,0-2 4 16,1 5-2-16,-1 0 10 0,2 1 5 0,2 6 2 16,-4-9 3-16,4 9-1 0,-4-9 4 0,4 9 1 15,0 0-5-15,-2-8 6 0,2 8-7 0,0 0 3 0,0 0-4 16,11-5 3-16,-11 5 7 0,13 1-3 16,-2 0 2-16,2 2-5 0,5 4-3 0,1 0 2 0,-1 1-3 15,-1 1 1-15,1 0-1 0,-4 4-2 16,1-3 0-16,-2 2 0 0,-2 0 2 0,0 1-5 15,-2-5 2-15,-3 3-2 0,0-3 1 0,-1 1 1 16,-1 1 9-16,0-3-7 0,-3-1-3 0,2 0 10 0,0 0 8 16,-3-6 6-16,1 10 2 0,-1-10 3 0,0 0 5 15,0 0 0-15,-4 8-1 0,4-8 4 0,0 0-2 16,0 0-9-16,0 0 3 0,0 0-8 16,0 0 2-16,0 0-6 0,-19-11-1 0,19 11-2 15,-7-12 6-15,6 6-9 0,-1-3-8 0,3-3 5 0,0 2-5 16,3-3-3-16,1 1 1 0,1 2-10 0,1-2 11 15,4 1-6-15,2-2-2 0,-4 5 1 0,3-2-3 16,4 3 2-16,-4 4-1 0,0-1-4 16,0 4 1-16,-1 0 0 0,1 1-3 0,0 3 1 15,0 4 5-15,-2-3-1 0,-1 4 1 0,2 0-4 0,-4 0 4 16,1 2 2-16,-2-1-2 0,1 1 4 0,-2 0 5 16,0 1 2-16,-2-1 4 0,-1 2-9 0,2 0 8 15,-4-1-10-15,1-1 4 0,-1 0-16 16,0-1-42-16,-4 0-56 0,-1-2-75 0,-1 0-87 15,-3 2-278-15,0-4-593 0,3-2 262 0</inkml:trace>
  <inkml:trace contextRef="#ctx0" brushRef="#br0" timeOffset="60987.43">4544 8155 4188 0,'10'-6'45'0,"-1"2"30"0,0-2-27 15,-9 6 10-15,14-4 83 0,-9 2 47 0,1 0 10 0,-6 2-1 16,6-5-19-16,-6 5-18 0,6-3-16 0,-6 3-16 15,0 0-8-15,8-5-18 0,-8 5-18 16,0 0-45-16,0 0-66 0,0 0-79 0,4-3-89 16,-4 3-100-16,0 0-110 0,-23 8-440 0,7-2-914 15,-4 1 405-15</inkml:trace>
  <inkml:trace contextRef="#ctx0" brushRef="#br0" timeOffset="63992.49">414 8722 92 0,'0'0'144'0,"0"0"2"16,0 0-18-16,0 0-2 0,0 0-10 0,0 0-6 15,0 0-10-15,0 0-5 0,0 0-13 0,0 0 7 16,0 0-5-16,-61 3-4 0,61-3 0 0,0 0 2 15,0 0-10-15,0 0-3 0,0 0-7 0,0 0 1 16,0 0-3-16,0 0 1 0,-38 0 0 0,38 0 0 16,0 0 4-16,0 0-5 0,0 0 1 0,0 0-2 15,0 0 2-15,0 0-3 0,0 0 1 0,0 0-4 16,0 0-1-16,0 0-6 0,0 0-3 0,0 0-5 16,0 0-2-16,0 0-3 0,0 0-7 0,0 0 1 15,0 0-3-15,0 0-7 0,0 0 0 0,0 0-1 16,0 0-3-16,0 0-3 0,0 0 0 0,0 0-1 15,0 0-2-15,0 0 2 0,0 0-3 0,0 0-1 16,121-20 2-16,-121 20-2 0,50-5-5 0,-50 5-18 16,40-5-26-16,-40 5-28 0,32-3-41 0,-32 3-47 15,0 0-42-15,40-2-208 0,-40 2-442 0,0 0 196 16</inkml:trace>
  <inkml:trace contextRef="#ctx0" brushRef="#br0" timeOffset="64622.62">461 8709 46 0,'0'0'252'0,"0"0"-2"0,0 0-11 15,0 0-15-15,0 0-15 0,0 0-20 0,0 0-18 16,0 0-17-16,0 0-14 0,0 0-19 0,0 0-13 15,0 0-13-15,0 0-11 0,0 0-9 0,0 0-8 16,0 0-2-16,0 0-7 0,0 0-8 0,0 0-4 16,0 0-3-16,0 65-4 0,0-65-4 0,-4 38-2 15,4-38 1-15,0 43-6 0,0-43 3 0,0 46-2 16,0-46-2-16,-2 41 3 0,2-41-7 0,-3 36 3 16,3-36-6-16,-4 36 1 0,4-36 0 0,0 0-4 15,0 41-2-15,0-41 1 0,0 0-6 0,-5 36 4 16,5-36-5-16,0 0 3 0,0 0-1 0,2 38-1 15,-2-38-2-15,0 0 2 0,0 0-1 0,0 0-1 16,0 36-1-16,0-36 3 0,0 0-5 0,0 0-1 16,0 0 0-16,0 0 5 0,0 0-4 0,0 0 4 15,0 0 2-15,0 0 1 0,0 0-4 0,0 0 0 16,0 0-2-16,0 0 4 0,-4 29-3 0,4-29 4 16,0 0-4-16,0 0-1 0,0 0 2 0,0 0-3 15,0 0-1-15,0 0 0 0,0 0 0 0,0 0-3 16,0 0 3-16,0 0-1 0,0 0-10 0,0 0 10 15,0 0-3-15,0 0 2 0,0 0 0 0,0 0-2 16,0 0 4-16,-72-39-7 0,72 39 2 0,0 0 4 16,0 0-3-16,0 0 1 0,0 0 0 0,0 0-3 15,0 0 4-15,0 0-3 0,0 0 2 0,-31-9 2 16,31 9 1-16,0 0 1 0,0 0 1 0,0 0-2 16,0 0-11-16,0 0 10 0,0 0-1 0,0 0 3 15,0 0-1-15,0 0-2 0,0 0-1 0,0 0-8 16,0 0 10-16,0 0-1 0,0 0-5 15,0 0 5-15,0 0-2 0,0 0-3 0,0 0 3 0,0 0 2 16,0 0-1-16,0 0-10 0,0 0-13 0,0 0-22 16,0 0-22-16,0 0-28 0,0 0-26 15,105-9-32-15,-105 9-43 0,0 0-38 0,41-4-185 0,-41 4-451 16,0 0 200-16</inkml:trace>
  <inkml:trace contextRef="#ctx0" brushRef="#br0" timeOffset="65195.14">811 9041 132 0,'0'0'238'0,"0"0"-10"15,0 0-8-15,0 0-5 0,0 0-7 0,0 0-16 16,0 0-15-16,0 0-12 0,0 0-14 0,-65-19-12 16,65 19-14-16,0 0-7 0,0 0-9 0,0 0-12 15,-60 19-12-15,60-19-7 0,-23 17-5 0,23-17-11 16,-20 18-3-16,20-18-10 0,0 0-2 0,-18 27-7 16,18-27 0-16,0 0-5 0,-9 26-3 0,9-26-6 15,0 0 1-15,0 0-2 0,0 0-5 0,7 43 0 16,-7-43-1-16,0 0-1 0,0 0 2 15,24 22-4-15,-24-22 4 0,0 0-5 0,32 12-7 16,-32-12 9-16,0 0-4 0,35 7-4 0,-35-7 2 0,0 0-4 16,0 0-2-16,0 0-5 0,0 0 9 0,44-4-1 15,-44 4-1-15,0 0 0 0,0 0 3 0,0 0 0 16,0 0-3-16,0 0 4 0,0 0 1 16,0 0-4-16,0 0 6 0,0 0-5 0,0 0 0 15,0 0-1-15,0 0-3 0,0 0-4 0,0 0-6 16,0 0 11-16,0 0 1 0,0 0-4 0,0 0-9 15,0 0 12-15,0 0-1 0,0 0 1 0,-104 17 2 16,104-17-4-16,-25 19 8 0,25-19 6 0,-24 22-1 0,24-22-3 16,-16 19 0-16,16-19-2 0,0 0 4 15,-18 23-7-15,18-23 2 0,0 0-1 0,0 0 5 16,-13 30-11-16,13-30 5 0,0 0 3 0,0 0 0 16,0 0-3-16,0 0 0 0,0 0 1 0,38 32 0 15,-38-32-17-15,31 3-15 0,-31-3-33 0,0 0-30 16,50 2-33-16,-50-2-38 0,0 0-47 0,52-7-43 15,-39 5-239-15,1-2-526 0,1-4 232 0</inkml:trace>
  <inkml:trace contextRef="#ctx0" brushRef="#br0" timeOffset="65500.68">1062 9061 72 0,'0'0'265'0,"0"0"-7"16,0 0-10-16,0 0-10 0,0 0-10 0,4-1-15 16,-4 1-14-16,0 0-8 0,0 0-7 0,0 0-8 15,0 0-14-15,0 0-11 0,0 0-10 0,0 0-26 16,0 0 8-16,0 0-19 0,0 0-8 15,0 0-7-15,11-5-14 0,-11 5-3 0,14-3-6 0,-3 2-9 16,0-1-4-16,-1 2-11 0,4-4 0 0,0 1-20 16,-1 3-24-16,3-2-26 0,-3 1-32 0,0 0-42 15,-2-2-45-15,-11 3-69 0,21-2-54 0,-21 2-207 16,0 0-515-16,18-1 228 0</inkml:trace>
  <inkml:trace contextRef="#ctx0" brushRef="#br0" timeOffset="65700.5">993 9218 222 0,'0'0'269'0,"0"0"-3"0,-6 7-13 0,6-7-16 16,0 0-16-16,0 0-9 0,0 0-18 0,0 0-13 15,0 0-13-15,29 1-19 0,-18-2-10 0,7 1-17 16,-5-3-13-16,7 3-30 0,-1 0-42 0,-1 0-52 15,-2-4-55-15,-3 3-62 0,7-2-70 0,-7 3-205 16,-13 0-440-16,23-6 195 0</inkml:trace>
  <inkml:trace contextRef="#ctx0" brushRef="#br0" timeOffset="66484.78">1778 8961 176 0,'0'0'212'0,"0"0"-1"0,0 0-15 16,0 0-16-16,0 0-13 0,-11-9-12 0,11 9-14 16,0 0-13-16,-12 3-4 0,12-3-11 0,-13 6 3 15,5 0-15-15,-1 0-4 0,0 2-9 0,0 1-4 16,3-2 1-16,-5 7-6 0,0-2-3 0,2 1-2 15,0 1-2-15,0-4-7 0,1 2-7 0,2 0-5 16,-3 1-3-16,4-1-1 0,0-1-1 0,-1-2-9 16,4 1-1-16,0 2-2 0,0 1-2 0,2-2-2 15,-2 0-3-15,2 2 2 0,1-2-8 0,-1-1-1 16,1-1-3-16,1 3 4 0,0-3-5 0,0-1-1 16,4 1 3-16,-3-3-3 0,2-1-1 0,0 0 0 15,5 2 2-15,-1-3-6 0,1 1 4 0,0-1 5 16,4-1 0-16,-1-3 2 0,1 3-1 0,0-3-2 15,-1 0-3-15,5-2 1 0,1 0 1 0,-6 1-1 16,1-2-3-16,-1-1 2 0,2 1 0 0,-1-1-1 16,-2 0-3-16,1-1 7 0,-1-1-7 0,-2-1 7 15,3 0 0-15,0-5-4 0,-1 0 4 0,-1 0-3 16,-3 2 2-16,2-4 0 0,-5-1-2 0,2 1 0 16,-1-3 5-16,0 1-1 0,-1-3 2 0,-4 2-1 15,3 0 0-15,-6 0 11 0,2-2-6 0,-4 2 4 16,-1 1-1-16,0 0-2 0,-3 3 0 0,3 3-1 15,-4 0-5-15,1 0-6 0,0 3-3 0,-2 1-2 16,-1 3 0-16,-6 0-8 0,-3 6-25 0,-10 1-41 16,-3 8-61-16,-3 1-81 0,2 2-111 0,-13 9-283 15,-2-3-648-15,-3-5 287 0</inkml:trace>
  <inkml:trace contextRef="#ctx0" brushRef="#br0" timeOffset="78350.57">692 9971 28 0,'0'0'200'0,"0"0"-3"0,0 0-12 0,0 0-12 16,0 0-6-16,0 0-13 0,0 0-3 0,0 0-3 15,0 0-11-15,0 0 0 0,0 0-6 0,-40-43-8 16,40 43-12-16,0 0-14 0,0 0-10 0,-29-9-4 16,29 9-5-16,0 0-7 0,0 0-7 0,0 0-2 15,-65 14-9-15,65-14-3 0,-32 12-6 0,32-12 0 0,-23 12-7 16,23-12 25-16,0 0-6 0,-33 21-7 16,33-21 0-16,-16 19-10 0,16-19-5 0,0 0-3 15,-16 32-12-15,16-32 4 0,0 0 1 0,-2 32-1 16,2-32-4-16,0 0 1 0,0 0-3 0,25 46 0 15,-25-46-13-15,27 25 13 0,-12-13-6 0,-15-12 0 16,32 21-10-16,-32-21 13 0,36 20-6 0,-36-20 1 16,32 18-1-16,-32-18-2 0,26 15-1 0,-26-15-4 15,23 17 0-15,-23-17 1 0,0 0 1 0,20 19 0 16,-20-19 1-16,0 0-4 0,0 0 0 0,11 24 2 16,-11-24 1-16,0 0 5 0,0 0-2 0,0 0 2 15,-51 37-2-15,51-37 5 0,-39 11-6 0,39-11 7 16,-42 11 0-16,42-11-3 0,-45 6-4 0,45-6 8 15,-38 3-6-15,38-3-5 0,0 0-14 0,-45-1-13 16,45 1-23-16,0 0-32 0,0 0-42 0,0 0-60 16,-39-8-71-16,39 8-213 0,0 0-503 0,0 0 223 15</inkml:trace>
  <inkml:trace contextRef="#ctx0" brushRef="#br0" timeOffset="78747.82">695 10349 38 0,'0'0'197'0,"0"0"-11"0,0 0-6 0,0 0-11 0,47-17-10 16,-36 14-10-16,0 0-11 0,-2-1-11 0,5-1-3 15,-3 0-11-15,0 0-9 0,1-1-6 16,-1 0-2-16,5-2-9 0,-5 0-6 0,2 0-7 15,1-5-5-15,-3 2-5 0,0-1-5 0,-2 3-9 16,-3-2 1-16,4-4-4 0,-3 5 1 0,-1-2-10 16,-3 2-2-16,1 0 3 0,-2-1 3 0,-2 3-11 0,2-3 3 15,-2 3-9-15,0 8 7 0,-4-14 4 16,4 14 0-16,-5-12-1 0,2 7-6 0,-2 1 5 16,5 4-10-16,-10-3-1 0,10 3-2 0,-13-1-6 15,13 1 1-15,-16 6-4 0,7 1 2 0,-2 3-8 16,11-10 5-16,0 0-3 0,-31 35-4 0,31-35 1 15,-12 29 1-15,12-29-3 0,-8 28-1 0,8-17 1 16,2 0 5-16,4 4-4 0,-1 1-3 0,4-7-20 16,0 1-19-16,2 0-33 0,1-2-32 0,3-1-40 15,3-3-40-15,2 0-22 0,1 0-22 0,-3-2-132 16,1 0-389-16,-1-4 173 0</inkml:trace>
  <inkml:trace contextRef="#ctx0" brushRef="#br0" timeOffset="79008.89">1211 10037 63 0,'0'-15'241'0,"0"3"10"0,-2 1-3 15,2 11-1-15,0-17-4 0,0 17-17 0,-2-11-25 16,2 11-21-16,0 0-21 0,0 0-20 0,0 0-15 16,0 0-8-16,0 0-7 0,-7 43-7 0,3-16-11 15,-3 6-4-15,-2-1-7 0,4 2-8 16,-4 11-6-16,3-13-6 0,-2 1-5 0,2-4-6 15,2 2-2-15,-1-2-5 0,1 0-5 0,0-5-6 0,3 3 1 16,-4-7-7-16,1-4 6 0,4 1-16 16,-2-1-18-16,2 0-20 0,0-1-27 0,-2-2-29 0,0-4-23 15,2-9-27-15,-5 14-28 0,5-14-38 0,0 13-26 16,0-13-25-16,-3 8-132 0,3-8-409 0,0 0 181 16</inkml:trace>
  <inkml:trace contextRef="#ctx0" brushRef="#br0" timeOffset="79228.53">1189 10173 25 0,'16'-8'210'0,"0"2"-1"16,-1 2-6-16,-1 3-12 0,-3-1-13 0,2 4-11 16,1 2-13-16,-4-1-4 0,3 3-10 0,-3 2-5 15,-1-1-3-15,0 2-3 0,-4 1-10 0,-1 0 5 16,-2 1-6-16,0 0-11 0,-2-11-10 0,-13 26-8 15,9-14-9-15,-5 3-5 0,-2-4-9 0,-1 2-13 16,-3-3-28-16,1-1-36 0,-2 1-40 0,0-1-42 16,-1 1-67-16,5-4-49 0,-5 1-200 0,0-3-443 15,4-1 196-15</inkml:trace>
  <inkml:trace contextRef="#ctx0" brushRef="#br0" timeOffset="79754.98">1638 10077 179 0,'0'0'206'0,"0"0"-18"0,0 0-11 16,8-2-1-16,-8 2-7 0,6 9-7 15,-2-2-7-15,-2 3-30 0,2 0-7 0,-1 7-4 16,1 1-11-16,-1-1-15 0,-1 0-6 0,0 0-10 16,-2 0-6-16,3 0-4 0,-1-5-4 0,0 3-7 15,-2 1-6-15,0-4-3 0,-2-3-3 0,0 1-2 16,-2-2-2-16,0-1-3 0,0-1-2 0,-2-1 4 16,-3 0-10-16,-3 0-2 0,1 0-5 0,1-5 3 15,-3 2-1-15,0-4 0 0,4 2-1 0,-2-4 0 16,4 1-1-16,0-5-4 0,-2 0-1 0,5-2 1 15,3 1-4-15,-2-4 0 0,4 3-1 0,2-2 0 16,-1-2-6-16,9 0 1 0,-1-1-8 0,4 3-3 16,3-3-10-16,-2 3-13 0,8 0-16 0,2-2-20 15,0 3-28-15,-8 3-34 0,12-2-23 0,-9 4-23 16,2 2-15-16,-3-1-141 0,3 2-356 0,-3 0 158 0</inkml:trace>
  <inkml:trace contextRef="#ctx0" brushRef="#br0" timeOffset="80159.33">2060 10096 28 0,'0'0'185'0,"0"0"-2"16,-6-17 5-16,3 11 2 0,-2 0-3 0,-1 1 2 0,1-1-4 15,5 6-7-15,-13-10-6 0,5 7-4 16,0-1-12-16,-2 4-14 0,-2 0-12 0,1 0-13 16,-2 3-15-16,-2 3-7 0,-2 4-9 0,-1 4-6 15,0 4-10-15,5-4-7 0,1 1-7 0,-2 6-7 16,5-3-5-16,1-3 1 0,5 0-10 0,3-3 1 0,0 2-5 15,1-2-1-15,1-1-4 0,3 2-1 0,0-4-7 16,2 0 1-16,2-2-2 0,1-1 14 16,3-2-15-16,-1-2-4 0,1 1-5 0,6-6-5 15,-5 2 0-15,0-3-2 0,2-1 0 0,-6 0 0 16,7 0 0-16,-3-5 3 0,-4 4-6 0,3-6 5 0,-4 4-3 16,1-2-2-16,-3-1 0 0,1-3-1 0,-3 3 2 15,3-5-2-15,-6 5 0 0,2 0 1 16,-1 3 0-16,1 0 0 0,-3-1 6 0,0 2-2 15,-1 7-2-15,4-6-1 0,-4 6-3 0,2-6 1 16,-2 6-5-16,0 0 1 0,0 0 1 0,0 0 3 16,2 20-3-16,-2-8 0 0,0-3 6 0,0 5-1 15,0 1-2-15,-2 0 3 0,2 1 2 0,2 1 0 16,-2-1 2-16,0 1-13 0,5-2-30 0,-2-2-37 16,-2-2-39-16,1 0-52 0,4-3-43 0,-3 2-42 15,-1-3-154-15,1-1-440 0,1-2 195 0</inkml:trace>
  <inkml:trace contextRef="#ctx0" brushRef="#br0" timeOffset="80421.55">2343 9904 45 0,'-1'-7'277'0,"4"1"-14"0,-3 6-20 0,1-10-30 16,-1 10-21-16,0 0-13 0,0 0-9 0,0 0-2 15,0 0-1-15,-3 32-1 0,3-13-11 0,-1 6-2 16,0 3-15-16,-2-1-4 0,1 0-12 0,-1 1-8 16,0-3-12-16,1 2-8 0,-2-1-11 0,4-6-5 15,0 6-6-15,-2-7-5 0,0 0-3 0,1-1-9 16,1-3-5-16,0-1-19 0,-2-3-25 0,2-2-26 16,-3-1-34-16,0-2-30 0,3-6-32 0,-1 12-29 15,1-12-28-15,-1 5-35 0,1-5-28 0,0 0-192 16,0 0-463-16,0 0 205 0</inkml:trace>
  <inkml:trace contextRef="#ctx0" brushRef="#br0" timeOffset="80693.39">2259 10109 109 0,'1'-6'143'0,"-1"6"-7"16,7-4-14-16,-7 4-9 0,10-5-8 0,-1 5-13 15,5 0-5-15,-3 0-7 0,10-2 9 0,-1 1-11 16,3 0-4-16,4 2-5 0,1-2-7 0,-7-2-4 15,-3 3 1-15,2-1-1 0,-3 2-7 0,-5-1 3 16,1 0 0-16,-1 0-2 0,-5 3-4 0,4-3-7 16,-4 1 8-16,1 2 5 0,-3 0 6 0,1 1 1 15,-2 1-5-15,1 0 0 0,2 4 0 0,-3-3 2 16,-1 4 7-16,1-1-1 0,0 2-2 0,0 0-5 16,-3 0-3-16,1 1-7 0,-2-2-6 0,1 3 2 15,0-7-9-15,0 6 2 0,-1-1-16 0,-1-1-21 16,2-1-32-16,-1 1-37 0,0-3-49 0,0-7-62 15,-1 12-57-15,-1-6-124 0,2-6-390 0,-6 11 173 16</inkml:trace>
  <inkml:trace contextRef="#ctx0" brushRef="#br0" timeOffset="81116.68">2769 10279 199 0,'0'0'245'0,"-3"-11"-8"0,3 3-9 0,2-1-2 15,-1-2-19-15,1 0-15 0,2-1-8 0,2 2-15 16,1-3-16-16,-1 2-12 0,7-1-19 0,-4 2-10 16,1 1-13-16,1 1-12 0,-1 3-14 0,1-1-2 15,-2 4-15-15,-1 0-1 0,5 5-9 0,-3 1-4 16,-1 2-4-16,2 3-4 0,-3-1-3 0,1 8 1 15,-4-5-6-15,3 3-3 0,-3 2 2 0,-2 0-7 16,0 1 0-16,0-1-23 0,-3 0-29 0,0-1-26 16,0-4-35-16,0-1-36 0,-3 2-39 0,5-2-26 15,-2-10-39-15,0 12-143 0,-2-5-408 0,2-7 180 16</inkml:trace>
  <inkml:trace contextRef="#ctx0" brushRef="#br0" timeOffset="81658.62">3159 10155 36 0,'-3'-15'231'16,"3"2"1"-16,-1 4 7 0,0-1-3 0,-1 3-2 15,2 7-12-15,-3-10-19 0,3 10-20 0,-9-2-21 16,9 2-15-16,-18 8-12 0,5 3-12 0,1-1-9 16,-3 0-14-16,6 2-11 0,-2-2-10 0,4 1-6 15,2-1-10-15,1 0-4 0,3 0-9 0,-2-1-4 16,3-2-7-16,0-7-5 0,4 14-7 0,1-11-5 15,1 1-8-15,0 0-7 0,1-3-2 16,4-1-2-16,-3 0-6 0,3 0 0 0,-1-1-4 0,-2-2 11 16,2-2-7-16,0 0 6 0,-2 1-7 0,-3-1 3 15,0-2 7-15,1 1-7 0,0 0 1 0,-4-3-1 16,2 2 0-16,-1 0 5 0,-1 0 3 0,5 0 4 16,-7 7 11-16,5-10 1 0,-4 6 3 0,-1 4-7 15,0 0-4-15,0 0-1 0,0 0-1 0,0 0-3 16,0 0 3-16,0 0-2 0,4 31 5 0,-7-12 0 15,1 7-3-15,-2 4 4 0,-1 2 8 0,1 14 7 16,-2-10 2-16,-2 15-1 0,-1-3-2 0,1 4 0 16,4-16-4-16,2 12 3 0,-1-12-1 0,-2 10-2 15,1-13 2-15,3-1-9 0,0 1 7 0,-3-3 3 16,3-2-1-16,-2-1 1 0,1-1-4 0,-1-8 2 16,-2 0-1-16,1-3 5 0,1-3-2 0,1-2 1 15,-6-1 2-15,3-2 3 0,-3 0-1 0,-1-3-4 16,-2-3 2-16,0 1-10 0,-1-5-1 0,-6-1-3 15,-1-3 1-15,2-4-1 0,-4-7-7 0,-1 1-1 16,0-2-2-16,2-6-5 0,4-2-9 0,2-2-7 16,7-4-1-16,1 0-4 0,6-2-7 0,6 1 0 15,3 0-1-15,5 0-2 0,4 4-2 0,7-9-7 16,-1 10-9-16,3 5-17 0,1-2-20 0,2 4-20 16,3 2-33-16,-2 1-48 0,2 1-45 0,10-4-43 15,-7 7-242-15,-5 1-554 0,0 3 246 0</inkml:trace>
  <inkml:trace contextRef="#ctx0" brushRef="#br0" timeOffset="82144.92">3951 10175 143 0,'-4'-17'234'16,"0"13"-15"-16,-1-4-10 0,0 2-8 0,-4 2-11 16,3-3-10-16,-2 6-8 0,8 1-18 0,-19-2-11 15,9 2-17-15,-3 3-10 0,-2 7-10 0,-1 0-13 16,1 4-5-16,-2 6-7 0,1 4-9 0,3 0-3 15,-1-1-9-15,4 0-1 0,6-5-7 0,1 1-5 16,1 2-6-16,-1-5-2 0,6 1-3 0,-1 0-2 16,3-1-8-16,3-2 2 0,4-2-2 0,2 0-4 15,1-4-32-15,3-1-33 0,-3-2-36 0,3-2-52 16,2-2-40-16,1-1-31 0,-1-2-13 0,1-1-4 16,-4 0-114-16,2-3-361 0,-3-1 160 0</inkml:trace>
  <inkml:trace contextRef="#ctx0" brushRef="#br0" timeOffset="82580.6">4145 10222 117 0,'2'-12'161'0,"-1"-1"15"16,0 3 15-16,0 1 6 0,-1 2 2 0,0 7-10 15,0-12-14-15,0 12-18 0,2-5-18 0,-2 5-13 16,0 0-11-16,0 0-3 0,0 0-12 0,0 0 3 16,-8 36-17-16,3-19-5 0,1 2-9 0,-2 0-6 15,4 0-6-15,1-1-7 0,0 0-3 0,1 0-2 16,2-3-9-16,0 2 1 0,3-2-6 0,-3-3 2 15,5-3-5-15,-1 1-1 0,2-1-1 0,-2-3-4 16,3 2 2-16,1-4-2 0,-1 0-3 0,-1-2 0 16,3-1-2-16,0-2-5 0,-1 0 1 0,3-2 1 15,-4-1-3-15,0-2-1 0,-1 0 1 0,0-2-3 16,1-3 2-16,-2 0-5 0,1 0 3 0,-1-4-2 16,-1-2-5-16,0 1 9 0,-1 0-8 0,0-1 1 15,-4 5 0-15,4-4-3 0,-4 0-1 0,1 6 1 16,0 1 8-16,-1 3 13 0,2 2 6 0,-3 4-1 15,1-10-4-15,-1 10-5 0,2-7-7 0,-2 7-2 16,0 0-1-16,0 0-3 0,0 0-3 0,0 0 1 16,0 0-2-16,0 35 5 0,0-25-4 0,0 8 3 15,-2-3-3-15,4 1 3 0,-2 0 1 0,-2-4-1 16,5 0-2-16,-1 0 9 0,1-1-8 0,2 0-2 16,0-1 0-16,-1 0-3 0,2-1 4 0,1-2 0 15,3 0-9-15,-1-4-18 0,0 1-26 0,2-1-23 16,1-2-25-16,-2-1-25 0,3 0-22 15,-4-4-27-15,2 0-24 0,1 0-12 0,-3-2-5 0,-1-1-1 16,0-2-142-16,0-1-382 0,-3 0 169 0</inkml:trace>
  <inkml:trace contextRef="#ctx0" brushRef="#br0" timeOffset="82784.6">4595 10131 16 0,'3'-20'160'0,"-1"3"22"16,0 0 6-16,-1 5 17 0,3 0 3 0,-4 2-2 15,0 10-1-15,-2-14-1 0,2 14-13 0,3-11-14 16,-3 11-10-16,0 0-29 0,0 0-15 0,2-8-7 15,-2 8-12-15,0 0 6 0,0 0 7 0,4 33 5 16,-5-12-9-16,0 2-3 0,-1 4-6 0,1 1-6 16,0 1-11-16,-2 0 1 0,0 0-15 0,-1-3-4 15,3 2-8-15,-2-1-3 0,-1-2-8 0,3-5-4 16,-3 0-24-16,3-3-34 0,-1 0-34 0,1 0-44 16,0-4-45-16,-3-1-62 0,3-2-63 0,-3 0-55 15,4-10-163-15,-5 11-516 0,5-11 228 0</inkml:trace>
  <inkml:trace contextRef="#ctx0" brushRef="#br0" timeOffset="83544.59">4503 10252 111 0,'7'-6'169'15,"-7"6"-13"-15,10-3-11 0,0 2-15 0,0 1-10 16,3 1-1-16,5 1-11 0,4-4-6 0,10 1-11 15,-2 0-7-15,1 0-5 0,-2 1-7 0,-1-4-7 16,-7 3-6-16,-2-2-4 0,0 2 0 0,-8-1-3 16,0 2 3-16,-11 0 4 0,17-1 7 0,-17 1 0 15,11-2 9-15,-6 4 5 0,-5-2 6 0,0 0 3 16,0 0-3-16,0 0-3 0,0 0-4 0,0 0-3 16,13 0-8-16,-13 0-2 0,0 0-3 0,0 0 4 15,-13 17-8-15,6-9-5 0,0 3-1 0,-2 2 0 16,0 0-2-16,2 4-3 0,-2-4-1 0,5 3-9 15,-3-6-7-15,2 2 9 0,3-1-14 0,-1 1-2 16,2-2 5-16,-2 0-10 0,3-3-2 0,4 3 0 16,-1-5 0-16,0 2-4 0,1-1 2 0,-4-6-2 15,12 6-1-15,-1-3 4 0,-11-3-7 16,20 1 3-16,-11-1 1 0,-9 0-1 0,20-4-3 0,-10 1 4 16,0-1-8-16,1-3-6 0,-2 1-1 0,-1-1-4 15,-4-4-13-15,1 1-8 0,1-2-6 0,-4-1 1 16,0-2-9-16,-1-3 1 0,-4 1 3 0,-1 2 4 15,0-3 1-15,-1 3 5 0,-2-4-3 0,-1 3 7 16,2 6-1-16,-3-5 2 0,1 7 5 0,-1 1 5 16,1 1 1-16,3 1 5 0,0 1 2 0,0 1 0 15,5 3-4-15,-7-7 1 0,7 7 0 0,-6-3 1 16,6 3-3-16,0 0 5 0,0 0-1 0,0 0 7 16,0 0-4-16,0 0-1 0,27 10 3 0,-4-10 1 15,4 0-2-15,5 0 12 0,-1-5-13 0,0 3 3 16,0-4-2-16,0 0-1 0,-3 3-3 0,-9-1 1 15,0-1 3-15,-6 0 2 0,4 2-3 0,-7-4 3 16,-1 1-2-16,2 0 5 0,-3-1-3 0,-1-2-2 16,-2-1 2-16,-2 0-2 0,0 1 3 0,-3 9 0 15,1-19 2-15,-1 19 7 0,-1-14 3 0,1 14 13 16,-5-13-9-16,5 13 7 0,-4-9-5 0,4 9 2 16,-4-7-2-16,4 7-4 0,0 0-3 0,0 0 0 15,-11-3 2-15,11 3-3 0,-13 16 3 0,5 0-1 16,1 7-2-16,-2 1 6 0,0 4 5 0,1 0 1 15,0 2 12-15,2 4 0 0,-4-1 2 0,2 2 11 16,2 1-12-16,0-3 0 0,0 0-6 0,2-2-7 16,1 1 5-16,-1-3-12 0,-1 0 1 0,3-1 1 15,1-4-3-15,0-5 3 0,1 0-3 0,0 1-3 16,-2-4 1-16,2 0-7 0,2 0-12 0,-1-9-17 16,0 5-38-16,-1-12-34 0,0 14-46 0,0-14-38 15,0 0-53-15,0 0-40 0,-2 14-223 0,2-14-536 16,0 0 238-16</inkml:trace>
  <inkml:trace contextRef="#ctx0" brushRef="#br0" timeOffset="83710.81">5009 10455 69 0,'10'-10'206'0,"0"4"-24"0,2 0-15 0,4-1-14 16,0 0-19-16,3-2-14 0,7 0-22 0,1-2-40 15,1 2-35-15,0-4-37 0,1 3-34 0,1 0-34 16,-3-1-11-16,-3 0-70 0,-5 2-175 0,-1 1 78 16</inkml:trace>
  <inkml:trace contextRef="#ctx0" brushRef="#br0" timeOffset="83956.83">5457 10164 34 0,'0'-10'150'0,"0"-4"-4"0,0 3 11 0,0-1 11 15,0 1-3-15,0 11 2 0,-3-21-3 0,0 11 3 16,3 10-6-16,-2-8-13 0,2 8-11 0,-5-6-10 15,5 6-2-15,0 0 0 0,-14 13-4 0,7-2 10 16,-2 5-10-16,-3 6-11 0,1 2-5 0,4 4-2 16,-2 4-5-16,0-3-4 0,1 2-8 0,2-1-12 15,-1 2 0-15,4-3-6 0,-1 0-2 0,1 1-4 16,1-1-5-16,2-3-7 0,-2 2 1 0,4-4-9 16,-1-6 1-16,0 2-1 0,-1-1-8 0,0-3-3 15,2-3-3-15,0 4-5 0,-1-5 3 0,1-2-21 16,0 0-25-16,-2-10-26 0,1 16-24 0,-1-16-34 15,0 10-34-15,0-10-53 0,0 0-57 0,-3 11-48 16,3-11-167-16,0 0-500 0,0 0 221 0</inkml:trace>
  <inkml:trace contextRef="#ctx0" brushRef="#br0" timeOffset="84240.31">5676 10275 194 0,'13'1'239'0,"-13"-1"-5"0,0 0-5 0,0 0-9 0,4 1-10 15,-4-1-19-15,0 0-19 0,0 0-14 0,0 0-20 16,0 0-12-16,0 0-18 0,0 0-25 0,0 0-43 16,0 0-37-16,0 0-49 0,0 0-41 0,0 0-70 15,0 0-186-15,0 0-371 0,0 0 164 0</inkml:trace>
  <inkml:trace contextRef="#ctx0" brushRef="#br0" timeOffset="86594.59">1372 11010 129 0,'-1'-10'207'0,"-4"-3"-2"0,2 4-6 16,-3-4-12-16,2 4-5 0,-5-6-16 15,1 7-9-15,-2 1-10 0,-3 0-9 0,1 2-8 0,-3-1-4 16,-2 3-7-16,0 1-10 0,-2 3-7 0,-1 2-12 15,1 0-8-15,-5 11-5 0,-2 1 23 16,3 2-9-16,2 2-9 0,0 0 1 0,2 2-17 0,4 1-9 16,1-1-11-16,8-2 1 0,-1-2-6 15,5 0-2-15,2 0-3 0,4 0-2 0,3-2-6 16,3 0 3-16,2-4-3 0,3-2 3 0,0 0-7 16,7-1-2-16,-4-2-7 0,5-5-3 0,4 3-6 0,-5-3-2 15,-2-2-5-15,7-4-2 0,-5 0-1 0,-3-1-3 16,0-4 4-16,0 1-3 0,-2-2 2 15,-2-1-3-15,-1-1 5 0,-1 0 0 0,-2-3 1 16,-3 0-6-16,0-4 5 0,-2 4-1 0,-3-1 1 16,-1-1 3-16,-2 2 0 0,2 0-1 0,-1 4 0 15,0 3 3-15,-1 9 2 0,0-15 9 0,0 15-2 0,0-9-7 16,0 9-4-16,0 0-4 0,0 0 1 0,0 0 1 16,0 0 4-16,0 0-6 0,0 0 3 15,0 0-3-15,-1 50 4 0,1-32 0 0,-1 8-1 16,-1-8 2-16,2 1 1 0,2-2-1 0,-1 2 3 15,0-5-12-15,3 4-33 0,1-4-34 0,-3 0-30 16,3-3-29-16,-2 0-29 0,2 0-38 0,-2-3-34 16,3 2-185-16,-3-4-455 0,-3-6 202 0</inkml:trace>
  <inkml:trace contextRef="#ctx0" brushRef="#br0" timeOffset="86936.87">1591 11119 17 0,'0'0'227'0,"0"0"-20"0,5-8-28 0,-5 8-6 16,0 0-8-16,0 0-10 0,0 0-3 0,0 0-1 16,4 22-12-16,-4-22-3 0,2 21-16 0,-2-8-4 15,3-1-4-15,-2-1-7 0,-2 0-7 0,1 0-9 16,0-11-15-16,0 18-4 0,0-18-5 0,2 13-5 16,-2-13-1-16,0 8 3 0,0-8 8 0,0 0 11 15,2 11 7-15,-2-11 4 0,0 0-4 0,0 0-9 16,0 0-3-16,0 0-11 0,0 0-6 0,0 0-5 15,0 0-7-15,0 0-4 0,6-33-1 0,0 21-10 16,-2 2 0-16,0-3-7 0,5-4-7 0,4 2-7 16,-3-4 1-16,1 6-7 0,3-1 1 0,-1 2 0 15,-4 3-7-15,0 4 0 0,1-2 0 0,-1 2 1 16,-9 5 0-16,17 2-6 0,-17-2 2 0,17 8 3 16,-7 1-14-16,-4 1 12 0,1-1 1 0,0 1 4 15,2 7-30-15,-4-3-18 0,-2 0-20 0,-1 1-38 16,-1-3-54-16,1 3-59 0,1-4-65 0,-6 0-190 15,3-11-511-15,0 0 226 0</inkml:trace>
  <inkml:trace contextRef="#ctx0" brushRef="#br0" timeOffset="87366.16">2103 11067 110 0,'0'0'281'0,"-9"-11"-8"15,4 8-6-15,5 3-21 0,-16-4-9 0,16 4-31 16,-21 6-10-16,7 0-11 0,1 4-21 0,-5 4-8 0,-1 2-17 16,4 0-12-16,1-1-15 0,2 2-10 0,2-2-9 15,3 0-25-15,3-3 5 0,1 1-3 16,0-2-10-16,5 0-5 0,4 2-2 0,-1-4-6 16,3-1-3-16,0-2-5 0,2 0 0 0,0-2-4 15,1-1-4-15,3-1 6 0,-1-4-7 0,0 0-8 16,0-3 2-16,-2 2 0 0,6-6-6 0,-3 1 0 15,-3 0-4-15,1-3 0 0,-3-3 1 0,1 0 0 16,-1-1-1-16,-4 0-3 0,2-4 0 0,-2-7-7 16,0 3-1-16,0-2-3 0,-1-2 6 0,-3 1 1 15,2-5-4-15,1 1-7 0,-3 2 10 0,1 2 0 16,0 2-2-16,3 7 15 0,-5 0 12 0,2 1 17 16,-2 6 14-16,0 10 2 0,0-17-2 0,0 17-11 15,0 0-2-15,3-15-11 0,-3 15-13 0,0 0 7 0,0 0-15 16,0 0-2-16,0 0 1 0,-3 70 6 15,-1-41-7-15,1 4-7 0,1-1 9 0,1 1-3 16,-1 2-9-16,0 0 8 0,4-2 0 0,-2-3-34 16,1 0-38-16,-1-3-53 0,2 0-52 0,-3-2-58 15,4-5-71-15,0-1-304 0,-1 0-645 0,-1-2 287 16</inkml:trace>
  <inkml:trace contextRef="#ctx0" brushRef="#br0" timeOffset="87950.75">2878 11113 215 0,'-4'-6'258'0,"-3"-2"-8"15,1 3-16-15,-3 1-30 0,-4 1-21 0,2 2-12 16,-3 2-23-16,-3 3-4 0,-1 2-21 0,1 4-13 0,1 2-7 16,2 2-11-16,-4 8-12 0,6-6-6 15,1 0-11-15,2 2-4 0,3-4-7 0,2 3-2 16,2 0-8-16,2-6-2 0,4 2-1 0,0-1-3 16,3-3-5-16,2 1-2 0,1-1-2 0,-1-4-4 15,1 1 0-15,1-1 0 0,1-2-4 0,1 0-2 16,-2-3-1-16,1 0 0 0,0-3-4 0,0-3-1 15,2 1 0-15,-4 0 4 0,-1-4-9 0,-2 1 4 16,1-1 0-16,0-1-2 0,-3 1-2 0,2-2-1 16,-5-2-1-16,3 3 3 0,-1-1-4 0,-3 0 1 15,2 0 1-15,-3 6-2 0,1-3-1 0,-1 8 1 0,3-9-8 16,-3 9 1-16,0 0-6 0,0 0 4 16,0 0 3-16,0 0-3 0,0 0 7 0,5 24-3 15,-4-8 1-15,-2-5 1 0,0 5 0 0,2 2 1 16,-1-3-8-16,1 2-15 0,1 2-26 0,-1-1-48 15,3 0-48-15,1-7-53 0,-1 1-48 0,-2 1-143 16,3-3-420-16,2 0 186 0</inkml:trace>
  <inkml:trace contextRef="#ctx0" brushRef="#br0" timeOffset="88204.37">3276 11136 256 0,'-3'-4'253'0,"0"-2"-7"0,-2 1-18 0,5 5-18 16,-12-4-17-16,2 5-8 0,-1 4-14 0,-5 4-8 15,0 4-13-15,-3 4-10 0,3 3-15 0,-3 3-10 16,4-2-11-16,4-2-10 0,2-2-7 0,3 0-11 16,1 0-8-16,2 0-4 0,5-2-3 0,-1 3-9 15,1-3-6-15,4-3-2 0,1-2-2 0,2-1-11 16,4 3-23-16,0-7-29 0,5 0-32 0,0 0-35 15,2 0-39-15,0-5-40 0,0-1-44 0,1-3-33 16,-3 1-140-16,0 0-415 0,0-3 183 0</inkml:trace>
  <inkml:trace contextRef="#ctx0" brushRef="#br0" timeOffset="88443.9">3559 11022 281 0,'1'-9'286'0,"0"-1"2"0,0 4-9 15,-1 6-14-15,2-11-18 0,-2 11-26 0,1-8-23 16,-1 8-26-16,0 0-18 0,0 0-13 0,0 0 1 16,-1 29 2-16,-1-10-8 0,-1 8-5 0,-4 0-2 15,2 0-11-15,0-1-8 0,0 1-13 0,1 0-13 16,0-1-2-16,-1 0-11 0,3-7-1 0,-2 1-14 16,-1 3 6-16,2-4-10 0,2-2-8 0,0-4-21 15,-1 4-23-15,2-6-25 0,-1-1-30 0,0 1-31 16,1-3-43-16,0-8-36 0,0 0-42 0,-2 16-38 15,2-16-42-15,-1 7-194 0,1-7-521 0,0 0 231 16</inkml:trace>
  <inkml:trace contextRef="#ctx0" brushRef="#br0" timeOffset="88748.68">3423 11222 118 0,'-2'-9'175'0,"2"9"-12"0,0 0-8 16,0 0-10-16,0 0-9 0,4-9-7 0,-4 9-11 15,14 0-11-15,-5 0-9 0,2 0-5 0,6 1-2 16,1 1-5-16,10-2-3 0,-8 0-12 0,2 0 0 16,-2 0-7-16,1-2-4 0,0 1-5 0,-1 1-2 15,-2-1-4-15,-6 2-2 0,1-1-4 0,0-1-2 16,-2 1-4-16,-2 0 1 0,-2-2-2 0,-7 2-3 16,14 2-1-16,-14-2 1 0,13-2-5 0,-8 4 1 15,-5-2-4-15,10 2 3 0,-4 0-5 0,-6-2 2 16,9 5 0-16,-5-2 9 0,1 4-4 0,-1-2 6 15,1 4 5-15,-1 3-1 0,-2-1 4 0,0 2-13 16,0 1 1-16,0 0-6 0,-4 0 1 0,0 4-1 16,-2-1-3-16,3-1 0 0,-4-1-22 0,0 2-34 15,1-3-41-15,-1 3-55 0,1-5-71 0,0-1-238 16,0 0-473-16,-1-1 211 0</inkml:trace>
  <inkml:trace contextRef="#ctx0" brushRef="#br0" timeOffset="88929.85">3851 11078 2823 0,'-2'-7'-16'0,"1"-1"24"16,-2 1-23-16,3 7-49 0,-4-10-25 0,4 10-4 15,0 0-1-15,-5-2-7 0,5 2-20 0,0 0-31 16,0 0-34-16,-1 24-131 0,2-15-344 0,0-3 153 15</inkml:trace>
  <inkml:trace contextRef="#ctx0" brushRef="#br0" timeOffset="89214.27">3959 11212 187 0,'0'0'207'15,"3"5"6"-15,-3-5-3 0,4 9 0 0,0-4-7 0,1 4-11 16,-1 0-4-16,3 2-13 0,-1-2-18 15,0 6-13-15,-2-3-11 0,1-3-7 0,1 4-12 16,-3-4-4-16,4 3-5 0,-2-5 0 0,0 3-10 16,3-2-5-16,-5-1-3 0,0-3-1 0,2 2-4 15,-5-6 5-15,6 7 2 0,-6-7 21 0,0 0 4 16,6 9 6-16,-6-9-5 0,0 0 1 0,0 0-8 16,0 0-19-16,0 0 3 0,20-15-13 0,-15 8-11 15,4-4-4-15,-2 2-6 0,3-7-9 0,-3 0-7 16,4 0-41-16,-4-1-21 0,5-6-39 0,-1-1-33 15,2 1-41-15,-5 7-31 0,-1-1-44 0,2 2-33 16,3 1-38-16,-5 5-26 0,1 1-216 0,-3 3-562 16,4-1 249-16</inkml:trace>
  <inkml:trace contextRef="#ctx0" brushRef="#br0" timeOffset="89508.49">4308 11304 67 0,'2'4'223'0,"-2"-4"11"0,3 6 3 0,-3-6-2 15,0 0-7-15,0 0-12 0,0 0-6 0,11-3-11 16,-11 3-7-16,10-8-21 0,-6 5-7 0,3-3-8 0,-2-2-5 16,0 0-3-16,1-1-13 0,-1 2-13 0,-2-5-11 15,2 3-7-15,-2-2 0 0,-1 1-8 16,0 0-1-16,-2 3-5 0,0 7-5 0,-3-14 1 16,2 8-12-16,1 6 12 0,-8-7-34 0,8 7-1 15,-10-4-10-15,10 4-10 0,-21 7 5 0,9 1-10 0,-1 1 11 16,0 3-8-16,-2 3-18 0,4-3 17 15,0 2-6-15,3-1-2 0,1 2 8 0,3-3-4 0,1 0-2 16,3-3-3-16,0 4-9 0,4-1 8 16,5 2 0-16,1-2-5 0,7-1-10 0,1-3-23 0,1-2-34 15,1-1-52-15,8 1-40 0,-8-3-55 0,0 1-70 16,0-3-58-16,-8 1-244 0,1 0-619 0,-2-2 275 16</inkml:trace>
  <inkml:trace contextRef="#ctx0" brushRef="#br0" timeOffset="90782.89">4888 11507 275 0,'6'-12'255'0,"5"-1"-6"0,-1-1-15 15,6-4-2-15,-3 3-20 0,-1-1-14 16,2-4-17-16,-2 4-12 0,0 0-12 0,3-5-11 15,-6 5-9-15,2 1-6 0,-1-3-3 0,-3 0-9 0,0 1-7 16,-2-2-6-16,-1 0-8 0,-2 2-11 0,-2-3-13 16,0 1 4-16,-1 2-5 0,-2 1-7 0,1 5-4 15,-2 1-3-15,1 0-7 0,-2 1-3 0,1 5-9 16,-4-2-2-16,3 1-16 0,5 5-1 16,-12-2 4-16,12 2-1 0,-15 3-6 0,8-1 2 0,7-2-4 15,-15 5-4-15,10-1-6 0,0 1-1 0,1-1-2 16,4-4 3-16,-4 9 1 0,4-9-6 0,6 12 4 15,1-6-4-15,2-1 2 0,2 1-1 0,3-2 1 16,4 0-6-16,3 1 1 0,-1-2-2 0,1 0 0 16,0-1 2-16,-2 0-2 0,-1 0-1 0,0-1 10 15,-6 1-9-15,-2-1 1 0,1 2-2 0,-4-2-3 16,1 2 2-16,-3-1 1 0,1 2-7 0,-1 1 2 16,-1-1 5-16,0 4-3 0,-2 1 3 0,-2 1 0 15,2 0 1-15,-2 2 0 0,-3-2-1 0,3 1-1 16,0 0 1-16,0 0 5 0,0-1-2 0,0-1 4 15,3 3-4-15,-2-5 1 0,2 1 5 0,2 0-5 16,1-1 5-16,0-3-4 0,3 3 2 0,4-3 0 16,-3-1 0-16,3-2 0 0,1 0-4 0,4-2 1 0,1 0-3 15,-1-2-4-15,-1 0-5 0,-1-5 1 16,1 3-9-16,-1-2 0 0,0-1 2 0,-1 1-2 16,-2-3-6-16,1 1 2 0,-5 0 4 0,-1 1-9 15,1-5 2-15,-3 4-6 0,-1-2 3 0,-2 1 0 0,-1 0 5 16,-2 1 1-16,0-1 1 0,0 2 0 0,0 8 7 15,-5-13 0-15,2 8 1 0,0-2 22 0,3 7-3 16,-12-4 1-16,12 4 0 0,-13 1-1 16,2 2 2-16,3 4-5 0,-2 1 1 0,-1 1 4 15,2 3-2-15,1 4 3 0,1-4-4 0,2-1-3 0,2 4 3 16,0-2 0-16,3 2 2 0,1-4-1 0,4 0 0 16,4 2 1-16,-1-2-9 0,-1-4-20 0,4-1-24 15,6 0-25-15,0-1-25 0,4-3-19 16,1 0-19-16,4-2 1 0,-4 0-3 0,0-2 9 0,-2-2 12 15,-1 1-1-15,-1-1 13 0,2-1 7 16,-9-1 9-16,2 2 10 0,2-4 13 0,3 0 10 0,-8 1 2 16,3-2 10-16,-4 1 14 0,0-1 17 15,-1-1 11-15,0 1 17 0,-1-1 16 0,-2 0 31 16,0 1 28-16,0 0 23 0,-3 3 7 0,3-1-5 0,-3 1 6 16,-2 6 4-16,3-11 8 0,-3 4-2 0,0 7-2 15,-3-11-4-15,3 11-5 0,-4-8 2 0,4 8 4 16,-7-9-10-16,4 6-18 0,3 3-6 15,-10-5-9-15,3 3-9 0,-3 0-1 0,1 2-4 0,9 0 0 16,-21 4-5-16,10 1-11 0,1-1-21 0,-2 2 3 16,1 3-5-16,1-2-2 0,0 3-6 0,2-1 4 15,0 3-1-15,2-3-5 0,1 1-3 0,2-1 1 16,0 1-1-16,1-2 3 0,1 1-6 16,1-1-1-16,0-8 1 0,4 12 1 0,-2-5-3 0,2-4 3 15,-4-3-5-15,13 7 5 0,-4-6-8 0,1 0 7 16,2 0-8-16,-12-1 5 0,18-1-11 0,-6 0 2 15,-1-1 4-15,-1-2-3 0,-1 0 1 0,1-1 0 16,-1 1-3-16,0-2-3 0,-1 1 11 0,-3 0-5 16,1-2 0-16,2 2 4 0,-3 0 1 0,-1 0-12 15,2 1-4-15,-2 0 6 0,-4 4 1 0,5-6-3 16,-5 6-4-16,6-3-2 0,-6 3 1 0,0 0-4 16,11 6 7-16,-11-6-9 0,3 17 5 0,1-3 0 15,-5 4-1-15,2 1 13 0,-2 1-8 0,-2 4 5 16,0 0 10-16,0 3 0 0,-1 2-1 0,-1-1-2 15,0-3 8-15,0-7 4 0,-2 1-1 0,2 1-4 16,-1-2 7-16,-2 0 11 0,-1 0-11 0,2-2-3 16,-5 0 0-16,2-2-3 0,-3-2 2 0,1 1 3 15,2-5-7-15,-2 3 4 0,2-5-8 0,1 0-15 16,2-2-33-16,-2 0-32 0,2-3-42 0,-1 0-34 16,8-1-48-16,-14-2-57 0,6-1-56 0,2-2-291 15,-5-4-650-15,5 3 288 0</inkml:trace>
  <inkml:trace contextRef="#ctx0" brushRef="#br0" timeOffset="91006.66">5988 11272 36 0,'8'-10'280'0,"0"3"2"0,-3 2 1 0,1 1-3 15,-2-1-12-15,1 0-28 0,-5 5-28 0,8-5-24 16,-8 5-20-16,0 0-14 0,0 0-10 0,13 10-1 15,-11-2-7-15,-1 2-12 0,1 2-1 0,-1 1-16 16,-1 1-20-16,-1 2 2 0,-1 0-12 0,0-2-7 16,1 0-5-16,-2 0-15 0,2-1-24 0,1-3-41 15,-2 2-39-15,0-3-40 0,2-9-53 0,-1 20-71 16,-1-13-59-16,2-7-195 0,-2 10-510 0,2-10 226 16</inkml:trace>
  <inkml:trace contextRef="#ctx0" brushRef="#br0" timeOffset="91163.08">6101 11122 2183 0,'-3'-15'2'16,"2"5"25"-16,-2 0-21 0,2 3-3 0,1 7-32 16,-3-11-41-16,3 11-13 0,-5-5-5 0,5 5-16 15,0 0-34-15,0 0-148 0,-16 11-308 0,16-11 137 16</inkml:trace>
  <inkml:trace contextRef="#ctx0" brushRef="#br0" timeOffset="91762.82">6204 11233 133 0,'0'0'215'15,"4"8"0"-15,-4-8-11 0,0 0-9 0,0 8-9 16,0-8-12-16,-4 11-8 0,4-11-13 0,-1 13-15 15,0-5-13-15,1-8-12 0,-2 15-7 0,4-7-11 16,-1 2-3-16,0-3-15 0,2 0-6 0,-1 0-8 16,-2-7-2-16,5 9-8 0,1-4-4 0,-3 0-2 15,-3-5-2-15,11 5-6 0,-4-3-2 0,-2 0-3 16,-5-2 3-16,13 2-8 0,-13-2-2 0,12-1-1 16,-12 1-3-16,9-3 1 0,-4 0-5 0,-5 3-3 15,6-11-1-15,-5 7 0 0,2-3-3 0,-2-1-3 0,-1 8 0 16,0-18-2-16,0 8-1 0,0-1 1 15,-2 0-6-15,0-2 5 0,1 2-4 0,-1 0 0 16,2-1 1-16,-2 1-2 0,4 4 4 0,-1-1-4 16,0 0 7-16,-1 8 6 0,3-10-6 0,2 4-2 15,-5 6 5-15,11-4-3 0,-4 4-2 0,-7 0 2 0,21 8-4 16,-9-3 2-16,-1 2-2 0,0 3 2 16,1 0 0-16,0 2-2 0,-3 2 5 0,2-3 0 15,3 0 4-15,-10 2-4 0,3-4 0 0,-3 1 2 16,1 2 5-16,-2-3 0 0,0 0 1 0,-1 0 7 0,-2-5 1 15,2 3 7-15,-2-7 9 0,1 11 5 0,-1-11-4 16,0 0 15-16,-1 7-19 0,1-7 3 0,0 0-3 16,0 0 2-16,0 0-1 0,0 0 9 0,0 0-22 15,0 0 6-15,0 0-2 0,-18-16-3 16,18 16-6-16,4-17 2 0,0 7-3 0,2-1 0 0,0-3 3 16,5-1-17-16,3 1 4 0,-4 0-4 0,3 3 4 15,-1-1-7-15,3 1 4 0,-4 5 3 0,0 2 1 16,1-1 0-16,1 3-2 0,-3 2 0 0,-1 0 0 15,5 2 1-15,-8 1-1 0,1 2-1 0,3 0 2 16,-2 3 10-16,-2 1-1 0,1 1-5 0,-2-2 5 16,0 3 4-16,-2 0-14 0,-1-1-5 0,-1 1 8 15,-1 1-30-15,-3-1-49 0,1 0-49 16,-1 1-55-16,0 0-77 0,-1-4-77 0,-1 2-249 0,-3-2-621 16,8-8 274-16</inkml:trace>
  <inkml:trace contextRef="#ctx0" brushRef="#br0" timeOffset="91922.04">6732 11376 2660 0,'5'-3'205'0,"-5"3"-95"0,8-6-51 0,-8 6-18 15,6-4 15-15,-6 4 16 0,0 0 9 0,5-4-3 16,-5 4-8-16,0 0-15 0,0 0-6 0,0 0-7 16,7-3-23-16,-7 3-32 0,0 0-32 0,0 0-45 15,0 0-67-15,0 0-69 0,0 0-78 0,0 0-157 16,0 0-498-16,0 0 220 0</inkml:trace>
  <inkml:trace contextRef="#ctx0" brushRef="#br0" timeOffset="92456.34">6853 10885 141 0,'0'0'171'0,"0"0"-2"16,13 8-1-16,-6 3-5 0,-1 5-1 0,2 10-3 16,-3 3 1-16,-1 1-13 0,1 16-13 0,-4-14-12 15,0 1-7-15,-1 3-15 0,-1-2-5 16,-2 2-11-16,2-4-4 0,-1 4-9 0,-4-3-8 0,0 2-29 15,-4-1-43-15,-4 0-48 0,-4 9-56 0,1-14-61 16,-12 13-158-16,3-15-357 0,0 0 158 0</inkml:trace>
  <inkml:trace contextRef="#ctx0" brushRef="#br0" timeOffset="93202.93">288 10046 98 0,'0'0'220'0,"0"0"-13"15,0 0-14-15,0 0-19 0,-18-37-19 0,18 37-16 16,0 0-19-16,0 0-7 0,0 0-5 0,0 0 0 16,-35 70-4-16,18-24-5 0,-3 6-9 0,7-3-8 15,-2 6-36-15,3-5-5 0,3 0-2 0,5-2-6 16,4 1-4-16,2-13-15 0,4-1-33 0,3-3-40 15,5 0-34-15,4-2-45 0,2-4-51 16,3 1-97-16,4-6-309 0,-1-2 136 0</inkml:trace>
  <inkml:trace contextRef="#ctx0" brushRef="#br0" timeOffset="129406.36">26688 7607 30 0,'0'0'145'0,"-3"-11"5"0,3 11-17 0,-4-6-15 15,4 6-25-15,-9-7 6 0,9 7-11 0,-9-2-7 16,3-1 6-16,-2 1-14 0,8 2-9 0,-15-2 0 16,6 2-8-16,-4 2-6 0,2 1-5 0,-1-1 1 15,-1 2-5-15,-4 1 0 0,2 2 1 0,1 2-9 16,3-2 1-16,-2 2 1 0,2-2-4 0,2 2-13 16,2-1 9-16,-1 3-4 0,0-3-5 0,4 1 0 15,1 1-1-15,1-2 1 0,2 3 2 0,0-4-2 16,0 2 3-16,5 0 5 0,1 1-10 0,2-3-5 15,1-1 4-15,6 2 2 0,3 1-4 0,0-4-2 16,0-1 5-16,0 0-2 0,-7-3-6 0,3 1 0 16,-1 1 6-16,0-2-6 0,-3 1 1 0,3-2 3 15,-7 0-5-15,-6 0 2 0,14 0-4 0,-14 0 5 16,9 0 0-16,-9 0-1 0,0 0 1 0,9 0 2 16,-9 0-3-16,0 0 0 0,0 0 0 0,0 0-4 15,0 0 0-15,0 0-3 0,0 0 1 0,0 0 2 16,-24 13-5-16,12-10 5 0,-3 5 3 0,-3 1-5 15,4-1-4-15,3-2 10 0,-5 3-2 0,5-1 7 16,2-1 3-16,0 1-6 0,0 1-1 0,0-1 3 0,2 1-3 16,3-1-7-16,-1 2 1 0,3-4-3 0,0 3 8 15,0-1-5-15,2-8 1 0,4 16 3 0,3-7-1 16,-1 0-3-16,5-2-17 0,5 0-25 16,3 0-29-16,0-2-43 0,4-1-28 0,4 0-34 15,-7 0-130-15,7-4-326 0,-4 0 145 0</inkml:trace>
  <inkml:trace contextRef="#ctx0" brushRef="#br0" timeOffset="129583.69">26924 7915 30 0,'0'0'198'0,"0"0"5"0,-5-13 7 0,5 13-10 16,-4-6-5-16,4 6-7 0,0 0-10 0,-4-4-24 15,4 4-13-15,0 0-11 0,0 0-15 0,0 0-16 16,0 0-15-16,-5-6-29 0,5 6-33 0,0 0-26 15,0 0-29-15,0 0-40 0,0 0-36 0,0 0-41 16,0 0-156-16,0 0-331 0,11 19 147 0</inkml:trace>
  <inkml:trace contextRef="#ctx0" brushRef="#br0" timeOffset="129866.14">27104 7713 101 0,'0'0'235'0,"0"-10"-11"0,0 10-7 0,1-8-19 0,-1 8-18 15,0 0-19-15,1-9-19 0,-1 9-23 0,0 0-11 16,0 0-11-16,0 0-11 0,0 0-6 0,0 0-5 16,2 32-7-16,-4-21-4 0,1 5-6 0,-1 0-6 15,0 1-3-15,-2 0 2 0,2-1-3 0,-3 0-7 16,5 0-1-16,-5-1-3 0,3 0-4 0,0-4-5 15,0 4-1-15,-1-2-3 0,3-3 3 0,-2 1-5 16,0 1 0-16,2-1-12 0,0 0-22 0,0-4-28 16,0 5-32-16,0-6-39 0,0-6-32 0,0 11-27 15,0-11-21-15,2 10-141 0,-2-10-357 0,2 5 158 16</inkml:trace>
  <inkml:trace contextRef="#ctx0" brushRef="#br0" timeOffset="130274.86">27085 7741 104 0,'0'0'179'0,"3"-13"-12"0,-1 7-19 0,1 2-8 15,-3 4-8-15,8-9-11 0,-1 6-9 0,1 0-6 0,2 3-5 16,1 0-11-16,1 0-7 0,1 3-9 0,2 0-9 16,-3 0-5-16,-1 3-5 0,3 1-10 0,-3 0 0 15,-1 1-7-15,0-1 0 0,-3 3-1 16,-5 1 1-16,0 0-9 0,-2 0-1 0,0-1-3 15,-2 2 0-15,-4-1-4 0,3 1 2 0,-4-4-4 0,2 1-1 16,-1-1-5-16,2-1-2 0,1-3 4 0,1 2-10 16,2-6-2-16,-6 9 4 0,4-5-1 0,2-4-7 15,-2 7 2-15,2-7 1 0,0 0-4 0,6 12 0 16,-2-7 2-16,5 0 3 0,-3 0-4 0,2-1 2 16,1 3-3-16,1-3 4 0,-1 3-4 0,1-1 0 15,-1 0 1-15,-1 1 3 0,2-1-7 0,-4-3 1 16,1 3 6-16,-2 3-4 0,-1-6 0 0,0 5 4 15,-1-4 2-15,-3-4 2 0,2 11 5 0,-2-11 6 16,-5 13 2-16,1-6 5 0,0-3-2 0,-3-1-2 16,0 3-4-16,-3 0 3 0,0-2-4 0,1-1 2 15,-3 1-2-15,6-2-4 0,-1 1-3 0,-1 0-21 16,8-3-19-16,-13 1-28 0,5-1-28 0,8 0-42 16,-13 0-55-16,13 0-138 0,-10-1-347 0,10 1 153 15</inkml:trace>
  <inkml:trace contextRef="#ctx0" brushRef="#br0" timeOffset="130443.66">27512 8015 154 0,'0'0'200'0,"0"0"-5"0,10 0 4 16,-10 0-8-16,0 0-7 0,0 0-19 0,0 0-11 15,0 0-18-15,9 0-11 0,-9 0-12 0,0 0-13 16,0 0-25-16,0 0-34 0,0 0-46 0,0 0-57 0,0 0-52 15,0 0-195-15,0 0-334 0,0 0 147 0</inkml:trace>
  <inkml:trace contextRef="#ctx0" brushRef="#br0" timeOffset="130938.92">27885 7724 61 0,'-7'-6'254'0,"7"6"-21"0,-4-5-22 0,4 5-19 16,0 0-18-16,0 0-21 0,0 0-10 0,9-10-19 16,2 8-11-16,2 0-10 0,10-1-10 0,5-1-10 15,1 2-9-15,-8 2-8 0,0 0-4 0,6 0-13 16,-6 0-4-16,-4-3-20 0,-4 3-17 0,-1 1-16 15,-4-2-15-15,-8 1-10 0,12 1-13 0,-12-1 5 16,9 0-7-16,-9 0-1 0,0 0 0 0,0 0 3 16,0 0-3-16,0 0 6 0,0 0 7 0,0 0 6 15,0 0-4-15,-28-5 7 0,22 3 8 0,6 2 17 16,-14-3 10-16,14 3-4 0,-11 0 5 0,11 0 10 16,0 0-2-16,-8-1-6 0,8 1 3 0,0 0-7 15,0 0 0-15,-12 6 7 0,12-6 6 0,-2 10 5 16,2 0 5-16,-3-2 2 0,2 5 7 0,1-2-5 0,-3 5 4 15,3 1 1-15,0 2 3 0,0-1-3 16,0 0 0-16,0 1-5 0,0-4 1 0,0 4-5 16,0-2 1-16,0 1-3 0,0-4-2 0,0 2 4 15,0-5-4-15,-2 2-4 0,0-4 3 0,-2 3 0 16,-1-3 2-16,3 2 0 0,-5-2-1 0,0-1-4 16,2-2 1-16,-3 0-3 0,1 0 0 0,-4-2-6 0,2 1 5 15,-2-4-15-15,-1 2-16 0,4-5-22 0,-2 1-23 16,10 1-38-16,-15-6-46 0,6 0-56 0,4 0-161 15,-4-3-389-15,5 0 172 0</inkml:trace>
  <inkml:trace contextRef="#ctx0" brushRef="#br0" timeOffset="131943.29">28242 7555 50 0,'0'0'166'0,"2"-6"-8"0,-2 6-14 16,0 0-21-16,0 0-23 0,0 0-3 0,0 0-12 16,0 0 2-16,0 0-10 0,19 11 0 0,-17-6 3 15,3 2-11-15,-2 0-4 0,2 2-8 0,-2-2-2 16,1 3 3-16,1-3-2 0,-5-3-2 0,0-4-5 16,5 12 0-16,-2-9 7 0,-3-3 7 0,0 0 5 15,2 5 10-15,-2-5 8 0,0 0 5 0,3 6 3 16,-3-6-10-16,0 0-9 0,0 0-1 0,0 0-6 15,0 0-3-15,0 0-13 0,2-22-4 0,0 13-4 16,2-2-6-16,1 1-5 0,5-6-9 0,-2 1-5 16,-1 0-1-16,5 2-7 0,-1 0-4 0,1 1-2 0,-4 3-1 15,1 2-4-15,-2 4-3 0,-1-2-9 16,2 2 3-16,-2 2-7 0,-6 1 1 0,12 0-4 16,-12 0 4-16,15 7 4 0,-8-2-5 0,-1 5-1 15,1 0-1-15,-3-1-6 0,4 7-14 0,-4-4-9 16,0 4-19-16,-2 2-25 0,2 0-38 0,-4-1-46 15,0 2-49-15,2-1-112 0,-5-3-364 0,-2 1 161 16</inkml:trace>
  <inkml:trace contextRef="#ctx0" brushRef="#br0" timeOffset="132480.69">28745 7943 102 0,'9'-7'208'0,"-4"3"-1"0,2-1-11 0,-3 0-6 16,4 0-5-16,1-1-15 0,-4-3-13 0,3 0-15 15,0 2-15-15,2-3-8 0,-1 1-8 0,-1-4-7 16,4 0-8-16,-5-1 0 0,-1 0-12 0,2 0-10 16,-2 3-5-16,-1-4-5 0,-2 0-1 0,1 4 1 15,-3 2-1-15,1 3-6 0,1-1-4 0,1 4 6 16,-4 3-10-16,0-10-13 0,0 10-2 0,0 0-5 15,1-6-5-15,-1 6-3 0,0 0-4 0,0 0-1 16,0 0-5-16,-11 26 1 0,5-13-4 0,0 2 2 16,0 0-4-16,0-3 2 0,3 0-2 0,0 0 0 15,-1-1 3-15,3-1-5 0,1-1 3 0,1 2 7 16,3-3-10-16,1 1 4 0,-1-4 0 0,5 1 4 16,0 1-4-16,3-2 9 0,2-4-8 0,-2 1-2 15,8-4 2-15,-1 2-7 0,3-3 9 0,-6 0-5 16,-3 2 0-16,0-6 3 0,2 1-4 0,-3 0 4 15,-1-3-5-15,-2 3 0 0,-1-4-1 0,-1 0 2 16,1-1-4-16,0-4 11 0,-5 5-11 0,3-2 1 0,-2 3-1 16,-3 2 5-16,1 0-5 0,1 2-2 15,-3 5-2-15,2-10-2 0,-2 10-2 0,3-6-3 16,-3 6 1-16,0 0 3 0,0 0-5 0,0 0 8 16,-13 21-5-16,9-11 3 0,-2 1 1 0,1 2-1 0,0-2-2 15,-3 4 5-15,2 0-2 0,1 0 0 0,0-3 1 16,3 1 0-16,-2-2 3 0,3 5 3 15,-2-5 3-15,2 2-7 0,-2-2 1 0,2-1 2 16,1-3-6-16,-1 3-27 0,1-10-28 0,-2 13-37 0,2-7-33 16,0-6-63-16,-3 9-47 0,0-2-181 0,3-7-454 15,-3 6 200-15</inkml:trace>
  <inkml:trace contextRef="#ctx0" brushRef="#br0" timeOffset="132664.31">28944 7536 181 0,'-1'-9'201'0,"1"9"-23"0,0 0-25 16,-1-9-13-16,1 9-18 0,0 0-8 0,0 0-15 16,0 0-9-16,0 0-44 0,9 20-49 0,-5-9-51 15,3 3-61-15,1 1-77 0,2 0-208 0,1 1 92 16</inkml:trace>
  <inkml:trace contextRef="#ctx0" brushRef="#br0" timeOffset="132971.5">29724 7567 51 0,'0'-12'202'0,"0"-1"-12"0,-3 2-2 0,-2-1-3 16,1 3 1-16,-1 0-14 0,0 4-6 0,3-1-19 15,2 6-13-15,-7-4-14 0,7 4-15 0,0 0-7 16,-21 9 1-16,10 5-4 0,0 2 1 0,-2 4-5 16,-2 7 2-16,1 4-3 0,1-1-6 0,3 1-4 15,-2 2-4-15,3-2 3 0,3 2-9 0,1 1-2 16,0-4-2-16,2 2-7 0,-1-2-2 0,3 0-9 16,0-4-2-16,-1 1-3 0,2-4 1 0,-1 3-7 15,1-8 0-15,-1-1-7 0,1 0-6 0,0-5 5 16,-1 0-8-16,1-1-8 0,1-1-21 0,-2-1-26 15,1 1-21-15,0-10-17 0,1 10-19 0,-1-10-34 16,-1 9-33-16,1-9-4 0,-3 5-27 0,3-5-34 16,0 0-178-16,0 0-433 0,0 0 191 0</inkml:trace>
  <inkml:trace contextRef="#ctx0" brushRef="#br0" timeOffset="133198.91">29369 7854 109 0,'0'0'130'0,"11"-4"-13"0,-11 4-6 0,19-4-2 15,-6 4-20-15,0 0-8 0,7 0-5 16,-1-1-15-16,1-1-2 0,-1 4 9 0,1-2-14 0,0 0-8 16,1 0-5-16,-2-2-4 0,-1 2-3 0,0 2-5 15,-6-2 0-15,0 0-9 0,-3 0 3 0,-2 0-10 16,-7 0-13-16,13 0-20 0,-13 0-15 0,8 0-20 15,-8 0-14-15,8 0-27 0,-8 0-82 0,0 0-191 16,0 0 85-16</inkml:trace>
  <inkml:trace contextRef="#ctx0" brushRef="#br0" timeOffset="133399.81">29810 7919 153 0,'0'0'235'0,"0"0"-4"0,0 0-9 16,0 0-16-16,0 0-8 0,0 9-22 0,0-9-18 15,0 0-17-15,0 0-14 0,0 0-22 0,0 0-31 16,0 0-35-16,0 0-37 0,0 0-46 0,0 0-50 16,0 0-54-16,-3 11-150 0,3-11-321 0,0 0 143 15</inkml:trace>
  <inkml:trace contextRef="#ctx0" brushRef="#br0" timeOffset="133730.66">29931 7874 5 0,'0'0'207'15,"0"0"-3"-15,-19 5-7 0,10 0-14 0,2 1-12 16,1-1-13-16,-3 0-9 0,3 3-4 0,-1 2-13 15,2-1-9-15,-2 0-15 0,2 1-8 0,2-1-7 16,0 3-13-16,2-5-9 0,0 1-4 0,0 1-5 16,2 0-8-16,3 0 0 0,-2-3-6 0,6 1 4 0,1-2-5 15,-1 0-1-15,1-2 2 0,2 1 15 16,-1-1-3-16,2-3-1 0,2 0-4 0,-3-3-1 16,3 1-1-16,-1-3-3 0,-1 0-6 0,-1 0 5 15,-2-3-5-15,-1-2-6 0,-1-2-1 0,-2 1-7 0,-3-5-4 16,0 0-4-16,-2-2-5 0,-1 2-1 15,-2 0-11-15,-2 1-12 0,0 5-13 0,-1-1-24 16,1 2-19-16,-3 2-28 0,-1 3-26 0,-1 1-18 16,1 1-40-16,-3 4-27 0,1 1-24 0,-3 5-149 15,3-1-406-15,3 2 181 0</inkml:trace>
  <inkml:trace contextRef="#ctx0" brushRef="#br0" timeOffset="134063.34">30082 8052 194 0,'9'-4'217'0,"0"1"1"0,2 0-10 0,-3-2-10 0,-3 0-14 16,3-3-9-16,-2-1-11 0,0 3-2 0,1-1-20 15,-3-3-11-15,0 0-12 0,-3-1-12 16,0 0-11-16,-1-1-7 0,-1 0-9 0,-2 0-5 16,-1 1 1-16,2 1-3 0,-2 0-3 0,0 3-4 0,2-3-5 15,-1 5-7-15,-2-1-6 0,3-2 0 0,2 8-9 16,-3-11-1-16,3 11-4 0,-3-5-3 0,3 5-10 15,0 0 1-15,4-10-7 0,1 4 1 16,-5 6-5-16,16-2-1 0,-5 1 0 0,1 2 1 0,0 1-11 16,1-2 5-16,-3 7-4 0,1-4 2 0,0 3 0 15,-1-1-2-15,-3 4-1 0,0-1 0 0,2 3 1 16,-5-2-3-16,1 1 7 0,-1 0-7 16,0 0 1-16,0 2-1 0,-4-1 1 0,1-1-1 15,-1 1-18-15,1-1-19 0,-1 0-23 0,2-1-25 0,-2 0-35 16,0-1-47-16,0-1-25 0,0-7-44 0,2 12-161 15,-2-12-431-15,1 9 190 0</inkml:trace>
  <inkml:trace contextRef="#ctx0" brushRef="#br0" timeOffset="134503.78">30441 7918 64 0,'5'-5'203'0,"-5"5"-6"0,3-10-2 15,-3 10-24-15,3-6-19 0,-3 6-16 0,0 0-13 16,0 0-9-16,0 0-1 0,0 0 1 0,0 0-10 15,-7 21-11-15,3-12-6 0,3-1-8 0,-2 2-11 16,2-1-3-16,2 1-9 0,-2-3-2 0,4 1-6 16,-1-1-3-16,3 0-1 0,-1 2-3 0,0-5-7 15,1 1-1-15,1-1 0 0,-2 0-2 0,4-1-2 16,2-3-2-16,-10 0-2 0,14 0-4 0,-5-2-1 16,-3 0-1-16,2-1-2 0,-1-1 0 0,-1 1 0 15,0-2-3-15,1-3 0 0,-4 2-4 0,1-1-3 16,0 2-1-16,2-1 2 0,0 2-3 15,-6 4-2-15,2-6 1 0,-2 6-3 0,0 0-3 0,5-7-2 16,-5 7-4-16,0 0-1 0,0 0 4 0,0 0 0 16,0 0 2-16,0 0 0 0,9 13 1 0,-9-13 2 15,4 7 0-15,-1-2-2 0,2 0 4 0,-2-2-2 16,3 2 3-16,0-2 2 0,1 1 1 0,4-3-1 16,-3-1 0-16,2 0 4 0,4-1 5 0,-3-3 8 15,-2 0 9-15,3-1 6 0,-3 0 4 0,0-2 4 16,1 1 6-16,-2-1-4 0,-3-3 2 0,1 1-11 15,-2-2 1-15,1-1-7 0,-1 1-4 0,-4-5-4 16,0-2-1-16,0 7-6 0,0-2-14 0,-3 0-18 16,1 1-15-16,-3 5-25 0,2-1-21 0,-3 0-24 15,-1 5-44-15,-3-3-32 0,-1 3-36 0,0 3-37 16,-1 0-125-16,12 0-403 0,-16 2 179 0</inkml:trace>
  <inkml:trace contextRef="#ctx0" brushRef="#br0" timeOffset="135080.65">30872 7843 199 0,'0'0'234'0,"0"0"-2"0,0 0-8 0,0 0-15 15,0 0-16-15,0 0-18 0,0 0-17 0,0 0-12 16,0 0-12-16,-27 7-11 0,18-2-4 0,1 3-16 16,-2 0 1-16,2 1-7 0,1 1-8 0,-1 0-10 15,3 1-6-15,-2-1-5 0,2 2-11 0,2 1-4 16,0-4-4-16,3 3-4 0,1-5-4 0,-1-7-2 15,3 13-2-15,-1-7-1 0,5 1-4 0,2-4 1 0,0 2-1 16,5-2-9-16,-1-1-1 0,-1-1 1 16,4-2-2-16,-5-2 4 0,3-1-5 0,-2 1 0 15,0-4-1-15,-1 3-7 0,-2-2 0 0,1-1-2 16,-3-1-2-16,1 0 2 0,-3-3 1 0,1 1-4 16,0 0-4-16,-2-1 3 0,-3 2 2 0,3 2-5 0,-3-1-3 15,-1 8 1-15,3-11 2 0,-3 11-8 16,2-4-2-16,-2 4-6 0,0 0 2 0,0 0 1 15,0 0 2-15,0 0 1 0,0 0-1 0,0 0 1 16,0 0-1-16,-8 27 2 0,7-17 1 0,0-2 3 16,-2 0-3-16,2-1-17 0,0 2 5 0,1-9 0 0,0 16 5 15,1-12 7-15,-1 4-10 0,0-8 8 0,4 10 3 16,-3-6 1-16,-1-4 0 0,0 0 2 16,4 9 5-16,-4-9-1 0,0 0 1 0,8 0-3 15,-8 0 5-15,0 0-2 0,14-11-1 0,-11 6 2 16,4-1-5-16,-2-3 7 0,2 1-7 0,-1-3 3 0,0 2-1 15,-1-1-3-15,2-2 2 0,-2 3-3 16,0 2 3-16,0-2-3 0,-1 3 1 0,1 0-4 16,-2 0 2-16,-3 6-1 0,5-7-3 0,-5 7-2 15,5-4-2-15,-5 4 3 0,0 0-1 0,0 0-2 16,13 11 2-16,-11-6-1 0,1 2 7 0,-2-2-4 16,3 2 5-16,0 2-1 0,-3-1 1 0,2 2 0 15,-1 0 7-15,-1 0-7 0,4-2-13 0,-3 0-19 16,0-2-10-16,-2 2-29 0,0-8-19 0,5 12-26 15,-3-7-33-15,3 1-18 0,0-2-27 0,1 0-10 16,2-1-146-16,2-1-381 0,-3 1 169 0</inkml:trace>
  <inkml:trace contextRef="#ctx0" brushRef="#br0" timeOffset="135450.4">31310 7937 39 0,'0'-10'149'0,"0"0"9"0,0 10 10 15,-4-14 13-15,2 8-9 0,-2-1-3 0,4 7-7 16,-7-11-9-16,2 8-14 0,5 3-10 0,-9-5-13 0,9 5-6 15,-12 0-12-15,12 0-3 0,-13 3-8 16,5 3-2-16,-2 0-6 0,1 1-7 0,2 2-5 16,-3 0-6-16,4-1-2 0,2 1-9 0,-1 0-5 15,1 0-3-15,-1 0-8 0,5-3 0 0,0 3-4 16,1-1 4-16,1 0-1 0,1-3-7 0,4 3-1 0,-1-5-5 16,6 1-4-16,-2-4-3 0,0 0-10 15,4 0-2-15,-2 0-2 0,-1-4 2 0,1 1-7 16,-3-4 2-16,0 1 0 0,1-3 2 0,-2-1-6 15,-1 0 2-15,3-4-4 0,-2-2 4 0,-2-2 0 16,1 1 1-16,-6-1-2 0,2 0 3 0,-2-6 1 16,3 4 0-16,-3 1-4 0,-1 0 3 0,1 1 2 15,-1 0 6-15,0 5 10 0,0-1 8 0,-1 6 9 16,1 8 1-16,0-13-6 0,0 13-4 0,-4-8 3 16,4 8-15-16,0 0 0 0,0 0 0 0,-13 18-2 15,10-8 3-15,-3 5 0 0,-5 9-2 0,3-5-2 16,3 5-2-16,-1 2 4 0,3-7-16 0,-2 8-43 0,0-9-39 15,3 6-51-15,3-5-56 0,1-1-247 16,3-1-477-16,0-6 211 0</inkml:trace>
  <inkml:trace contextRef="#ctx0" brushRef="#br0" timeOffset="135860.7">31668 7674 64 0,'4'-10'255'0,"1"0"-5"16,-3 1-17-16,2 2-23 0,-1 4-28 0,-3 3-21 16,0 0-16-16,0 0-13 0,7 19-10 0,-1-1-7 0,-4 6-13 15,4 5 0-15,-2-1-7 0,-2 1-7 16,0-1-1-16,-1-3-3 0,3 0-3 0,-4-6-4 16,2-2-3-16,-1 1-9 0,1-4-8 0,-2 3-2 15,0-8-4-15,0-2 4 0,0-1 5 0,0-6-8 16,0 10 7-16,0-10 4 0,0 7 6 0,0-7-13 0,0 0-4 15,0 0-4-15,0 0-14 0,0 0 5 0,0 0-6 16,0 0-4-16,0 0-6 0,-9-19-12 16,9 19-6-16,3-16-18 0,1 6-10 0,1-1-2 15,3 2-3-15,2 1-3 0,0 2-3 0,3 0 1 16,-2 2 7-16,1 2 0 0,2 2 1 0,-1-1-1 0,-1 4 2 16,-1 1 4-16,-2 3-1 0,-2-1-1 15,0 0 5-15,-4 1 1 0,1 1 5 0,-2 2-1 16,-1-3 0-16,-1 0 1 0,0-7 11 0,-3 14-2 15,1-6 9-15,-2-1 2 0,-4-1-6 0,1 2 1 16,-2-2 3-16,0 1-5 0,-5-5-8 0,2 2-20 0,-1-1-39 16,-3-2-53-16,2 1-43 0,5-2-61 0,-3 0-204 15,2-1-460-15,10 1 203 0</inkml:trace>
  <inkml:trace contextRef="#ctx0" brushRef="#br0" timeOffset="136042.66">31964 7841 137 0,'0'0'181'0,"7"-4"-21"0,-7 4-14 0,0 0-2 16,0 0 17-16,8 13-1 0,-10-5 5 0,2 5-8 15,2-4-11-15,-5 4-14 0,2 2-3 0,-1 1-14 0,1-1-8 16,0 1-13-16,-2-4-7 0,2 1-8 0,0-1-9 16,1 0-26-16,-2-1-38 0,2-1-53 0,-1 0-57 15,2-3-59-15,-1-7-188 0,0 12-381 16,0-12 168-16</inkml:trace>
  <inkml:trace contextRef="#ctx0" brushRef="#br0" timeOffset="136185.96">32022 7709 143 0,'-5'-6'120'0,"5"6"-10"0,0 0-2 0,0 0-32 0,-13 12-34 16,9-2-46-16,0 0-50 0,2 5-37 0,0 0-97 15,4-2 43-15</inkml:trace>
  <inkml:trace contextRef="#ctx0" brushRef="#br0" timeOffset="136988.31">32231 7893 234 0,'0'0'226'0,"0"0"-4"0,7-6-10 0,-7 6-9 15,0 0-10-15,0 0-14 0,0 0-17 16,0 0-12-16,0 0-20 0,0 0-8 0,0 0-7 15,0 0-5-15,0 0-7 0,-35 10 1 0,21-1-8 16,4-1-3-16,1 0-6 0,-2 5-8 0,3-3-7 0,0-3-6 16,3 4-9-16,-1-4-4 0,2 1-6 15,1 0-2-15,1-2-5 0,2 2-3 0,0-8-5 16,0 10-6-16,0-10 4 0,6 9-2 0,1-6-3 16,5-3-6-16,-12 0-1 0,15 0-1 0,-4-2-8 0,-3-3-2 15,2 4-2-15,0-4-4 0,-1-1-6 16,0 2-2-16,-1-4-1 0,-1 1-2 0,0 0 4 15,-3-2 2-15,1-1-1 0,0 1-1 0,-3-1-2 16,7 3 3-16,-5 2-1 0,-1-3 3 0,-3 8 0 16,2-7-3-16,-2 7 1 0,1-6-3 0,-1 6-3 0,0 0 1 15,0 0 4-15,0 0 10 0,0 0 2 0,0 0 4 16,0 0-6-16,-6 22 8 0,6-22-4 16,-3 17 4-16,5-10-8 0,-2 1 6 0,1 2-3 15,0-3 2-15,6-2 3 0,-1 4 2 0,4-4-1 16,-2 1-2-16,2-2-2 0,4-1 4 0,-1-2-5 0,-1-1-2 15,3 0-2-15,0 0-4 0,-3-4-3 0,1 1 0 16,-3 0 0-16,-1-4-5 0,-2 1-1 0,-1-1 1 16,-1-2-7-16,0-1 4 0,-3 1 1 15,1-2-9-15,-2-5-5 0,-2 0 3 0,1 3 0 16,-3 1 10-16,3 2-6 0,-2-3 2 0,-1 4 2 0,3 2-1 16,-4-1 2-16,4 8 2 0,-2-10-3 15,2 10 0-15,-1-8-2 0,1 8 2 0,0 0-1 16,0 0 0-16,0 0 3 0,0 0 5 0,0 27 3 15,1-16 2-15,0 3-1 0,0 1 4 0,4-2 2 16,-3 3 3-16,0-3-1 0,-1 5 6 0,2-3-5 0,-2 2-3 16,1-4 1-16,-2 2 4 0,0 1 0 0,0-6 1 15,-2-1-3-15,1-3 3 0,0 1 1 0,1-7 0 16,-4 11-1-16,0-6 1 0,4-5-2 0,-6 7 5 16,6-7-3-16,-5 4-3 0,5-4 2 15,0 0 1-15,0 0-6 0,0 0 3 0,0 0-4 16,0 0 0-16,-4-17-2 0,4 17 0 0,15-13-5 0,-5 4 0 15,5-1 32-15,4 0 0 0,-3-2-8 0,7-3-3 16,2 0-6-16,-1 2 0 0,-1-3-1 0,-23 16 2 16,38-27-3-16,-22 15-1 0,-16 12-1 15,26-17-2-15,-26 17 0 0,0 0 4 0,22-22-2 16,-22 22 0-16,0 0 1 0,0 0 0 0,0 0 2 16,12-23 4-16,-12 23-2 0,-2-7-4 0,-3 6-3 15,5 1-5-15,-18 1 5 0,7 1 4 0,-10 4 9 0,5-1 3 16,-3 4 2-16,2-3 5 0,-1 2-4 15,3 3-4-15,3-4-1 0,2 1-4 0,2 1-6 16,-1 2 3-16,3-1-10 0,2-2-23 0,2-1-23 16,3 0-32-16,-1-7-42 0,10 13-48 0,1-9-60 15,6 3-58-15,4-2-208 0,-21-5-533 0,56 7 236 0</inkml:trace>
  <inkml:trace contextRef="#ctx0" brushRef="#br0" timeOffset="137389.22">32910 7905 168 0,'0'0'209'16,"0"0"-4"-16,0 0-8 0,0 0-12 0,0 0-4 16,0 0-11-16,0 0-4 0,0 0-12 0,0 0-10 0,0 0-6 15,-45-31-4-15,45 31-9 0,0 0 2 16,0 0-13-16,0 0 0 0,0 0-17 0,-55 44-3 16,55-44-5-16,0 0-8 0,-16 24-11 0,16-24-8 15,0 0-9-15,-7 29 2 0,7-29-3 0,0 0-1 16,0 0-8-16,0 0-7 0,0 0 0 0,32 42-5 15,-32-42 0-15,0 0-8 0,36 5 0 0,-36-5-3 16,0 0 1-16,40-4-3 0,-40 4-6 0,0 0 1 16,0 0 4-16,42-28-8 0,-42 28 10 0,19-28-9 15,-19 28-2-15,14-31-1 0,-14 31-15 0,9-41 13 16,-9 41 2-16,9-44-4 0,-6 20 4 0,-3 24-6 16,4-54 4-16,-4 28-2 0,0 26 13 0,-3-42 4 15,3 42 17-15,0 0 18 0,-4-40 11 0,4 40 9 16,0 0-6-16,0 0-13 0,0 0-14 0,0 0-4 15,0 0-14-15,0 0 13 0,0 0-1 0,0 0-10 16,0 0-3-16,0 0-1 0,-29 86-1 0,29-86-4 16,-9 54-2-16,5-28 5 0,4-26-6 0,-4 54 0 15,5-27-2-15,-1-27-30 0,0 51-39 0,0-51-52 16,-1 38-60-16,1-38-64 0,-6 35-89 0,6-35-259 16,-13 33-628-16,13-33 278 0</inkml:trace>
  <inkml:trace contextRef="#ctx0" brushRef="#br0" timeOffset="138406.72">26565 8606 99 0,'-10'-6'215'16,"6"3"-2"-16,4 3-10 0,-9-5-11 0,9 5-11 15,-14-3-15-15,8 3-13 0,6 0-15 0,-20 4-9 16,6 2-7-16,1 3-10 0,-3 2-9 0,1 1-1 15,-2-1-14-15,4 5-4 0,-1 1-2 0,3 0-9 16,3 0-6-16,-2 2 1 0,3-2-3 0,3 1-9 16,2 0 7-16,0 0-19 0,4 0 1 0,4-2-5 0,1 0-2 15,-1-2-6-15,8 0-1 0,-1-2-3 16,6-2-4-16,6 0-17 0,0 0-36 0,4-4-37 16,-3-2-42-16,3-1-41 0,1 0-41 0,-3-3-34 0,-5 1-160 15,1-5-414-15,-3 1 184 0</inkml:trace>
  <inkml:trace contextRef="#ctx0" brushRef="#br0" timeOffset="138573.01">26820 8849 223 0,'0'0'235'0,"0"0"-9"0,-2-12-6 16,2 12-9-16,0 0-4 0,-2-8-16 16,2 8-10-16,0 0-17 0,0 0-21 0,0 0-10 0,0 0-21 15,-2-7-20-15,2 7-33 0,0 0-24 0,0 0-26 16,0 0-32-16,0 0-44 0,0 0-57 0,0 0-36 15,0 0-46-15,0 0-105 0,0 0-336 0,7 24 149 16</inkml:trace>
  <inkml:trace contextRef="#ctx0" brushRef="#br0" timeOffset="138814.59">27053 8735 47 0,'-2'-12'257'0,"2"12"-3"15,0-8-1-15,0 8-10 0,0 0-14 0,0-11-20 16,0 11-20-16,0 0-27 0,0 0-17 0,0 0-13 16,0 0-16-16,0 0-9 0,0 0-12 0,-8 27-7 15,6-15-7-15,-1 6-8 0,1-1-8 0,0 0-7 16,-2 2-2-16,4 0-7 0,-2-3 1 0,-2 2-12 16,7-1 7-16,-2-4-23 0,-2-1-20 0,1 1-20 15,1-2-21-15,1 0-27 0,0 0-33 0,-2-3-36 16,2 0-30-16,-2-1-36 0,0-7-15 0,0 10-139 15,0-10-384-15,-2 8 171 0</inkml:trace>
  <inkml:trace contextRef="#ctx0" brushRef="#br0" timeOffset="139173.63">27028 8782 65 0,'8'-17'167'0,"3"2"0"0,-1 0 2 15,0 1 2-15,2 2-7 0,2 3-6 0,1 1-8 0,-3 3-7 16,1 4-11-16,-2 0-10 0,3 1-4 15,-3 2-2-15,2 3-6 0,-4 0-7 0,4 7-7 16,-1-4-3-16,-5 1-9 0,1 3-6 0,-3-1-4 0,0 0-8 16,-3 3-5-16,0 0-2 0,-2-2-3 15,0 0-8-15,-4 0-3 0,-1 0-5 0,2 0-4 16,-3-2-2-16,2 0-5 0,-1-1-2 0,1-1-4 0,2-1-3 16,0 1-4-16,-2-4-1 0,4-4-13 0,-2 12-5 15,2-12-3-15,2 10 1 0,-2-10-7 0,6 6 1 16,0-1-2-16,-1-1 1 0,5 0-1 0,2 1 1 15,-3 0-1-15,-2 1 5 0,1 0-2 0,2-2 4 16,-3 2-3-16,1-1 2 0,-1 3-1 0,-2-2 0 16,1-2 3-16,-3 2-1 0,1 1 0 0,-4-7 5 15,0 10-3-15,0-10 6 0,-4 12 4 0,1-8-5 16,-3 3-1-16,0-3 3 0,-4 1 1 0,-1 0 1 16,5 0-7-16,-9-2-12 0,5 0-22 0,-5-2-28 15,4 1-44-15,-1-2-60 0,0-2-39 0,1 1-177 16,11 1-415-16,-12-7 183 0</inkml:trace>
  <inkml:trace contextRef="#ctx0" brushRef="#br0" timeOffset="139548.99">27723 8818 2594 0,'6'-3'21'0,"2"1"41"16,-2-1-17-16,-6 3-12 0,10-3 5 0,-10 3 6 0,8-4 5 15,0 0 8-15,-6 0 10 0,-2 4 8 0,10-5 19 16,-7-1-8-16,1 3 0 0,-4 3-5 0,10-8 3 16,-5 6-7-16,-5 2 4 0,6-6-17 15,-6 6-5-15,7-5 1 0,-7 5-4 0,4-6-8 0,-4 6-5 16,0 0-2-16,7-3-12 0,-7 3-1 0,0 0-3 16,0 0-3-16,0 0-5 0,7-2-7 15,-7 2 2-15,0 0-2 0,0 0 2 0,0 0 5 0,4 10-8 16,-2-4-5-16,0 5-2 0,0 0 0 0,1-1 2 15,1 8-3-15,-4-1 3 0,3 0 3 0,4 2 7 16,-5 0-14-16,-2 2-1 0,2-3 13 0,-2 2-16 16,0-1 7-16,0-1-4 0,-2 2-3 0,2-5 2 15,-2 2-1-15,0-2 3 0,1-4-6 0,0 2 3 16,-3-5-6-16,2 1-6 0,0-4-11 0,2 5-11 16,0-10-18-16,-2 12-14 0,2-12-15 0,0 8-16 15,0-8-18-15,-3 5-37 0,3-5-48 0,0 0-57 16,0 0-263-16,0 0-566 0,0 0 251 0</inkml:trace>
  <inkml:trace contextRef="#ctx0" brushRef="#br0" timeOffset="139727.87">27820 8555 219 0,'4'-7'221'0,"-4"-2"-23"0,0 9-20 0,3-14-17 15,-1 8-14-15,-2 6-18 0,2-5-17 16,-2 5-22-16,0 0-33 0,12 0-43 0,-12 0-31 0,16 5-55 16,-4-2-64-16,0 3-82 0,0 1-234 0,5 3 104 15</inkml:trace>
  <inkml:trace contextRef="#ctx0" brushRef="#br0" timeOffset="139950.56">28092 8757 132 0,'2'-10'221'0,"0"4"-3"0,2 0-1 16,1-4-6-16,0 1 4 0,-1-2-12 0,1-1-14 15,-1 0-13-15,5 2-14 0,1 0-10 0,-2 1-14 16,1 0-10-16,1 3-10 0,-4 0-14 0,0 2-8 16,-1 0-11-16,-5 4-12 0,14 0-11 0,-8 5-1 15,-1 0-8-15,1 4-5 0,-2 4-5 0,-1-1-6 16,0 7-1-16,-1-1-29 0,-2 1-33 0,-2 5-41 15,-1 2-48-15,0-3-52 0,2-6-65 0,-4 1-198 0,5 0-465 16,0-2 205-16</inkml:trace>
  <inkml:trace contextRef="#ctx0" brushRef="#br0" timeOffset="140436.71">28465 9047 120 0,'9'-6'269'0,"-3"0"-17"0,1 3-7 16,4-3-14-16,-2-2-7 0,0 1-6 0,2 1-16 16,-1-2-18-16,0-2-12 0,0 1-7 15,2 2-3-15,-4-3-15 0,5-2-14 0,-1 0-8 16,-3-3-16-16,-1 1-10 0,-3 2-7 0,5-2-5 0,-8 1-7 16,2 2 1-16,-2 4 2 0,0 1-11 0,1 0-12 15,-3 6 4-15,0-10-10 0,0 10-11 16,0 0-6-16,2-7-10 0,-2 7-2 0,0 0-3 15,0 0-3-15,0 0 0 0,-13 28 1 0,12-17-2 0,-3 1-3 16,2-1-6-16,0 1 2 0,2 1-3 0,0 0 1 16,2-2 3-16,-2-2 1 0,5 1-3 0,0-1 2 15,1-2-1-15,2-1-3 0,6 0 5 0,5-4-4 16,-2 1 2-16,1-3-3 0,1-2 3 0,-2 1-4 16,1-3 3-16,-1 1 1 0,-2-3-10 0,0-2 5 15,-5 2 0-15,1-2-5 0,-2 2 7 0,0-4-7 16,-1 1 2-16,0-3-3 0,-2 2 2 0,-3-1 4 15,2 1-3-15,-1 0 0 0,-2 6 2 0,1-3-7 16,-3 7 11-16,2-8-18 0,-2 8 0 0,0 0 3 16,0 0-3-16,0 0 6 0,0 0-6 0,-9 24 2 15,3-12-1-15,-1 2 5 0,0 1-1 0,-4 2 2 16,4-2-3-16,1 1 10 0,-3 1-9 0,4-3 0 16,1-1 4-16,1-1-3 0,1 4-2 0,0-5-6 15,0-2-29-15,-1 3-24 0,2-3-43 0,-2-1-44 0,3-8-48 16,0 9-46-16,0-9-52 0,-2 7-206 15,2-7-542-15,0 0 239 0</inkml:trace>
  <inkml:trace contextRef="#ctx0" brushRef="#br0" timeOffset="140607.37">28642 8622 259 0,'-2'-9'242'0,"2"9"-25"0,-1-9-22 0,1 9-23 16,-4-4-13-16,4 4-20 0,0 0-39 0,0 0-50 16,0 0-56-16,-4 18-67 0,4-9-170 0,0 1-263 15,2-1 118-15</inkml:trace>
  <inkml:trace contextRef="#ctx0" brushRef="#br0" timeOffset="141348.68">29498 9129 15 0,'0'0'266'0,"1"-12"-24"0,-1 12-14 0,0 0-5 16,3-14-9-16,-1 8-10 0,1 2-7 16,1-5-17-16,1-1-16 0,1 1-11 0,0-2-11 15,1-3-8-15,2 0-7 0,0-3-12 0,0-2-11 16,-3 3-7-16,2-2 2 0,-2 1-15 0,2-8-8 15,-4 8-7-15,0 2-8 0,-1 0 15 0,-3 3-18 0,0 2-8 16,2 0 0-16,-4 3-6 0,2 7-10 16,-3-13 0-16,-1 8-7 0,-2 2-2 0,-2 1-4 15,-3 2-3-15,11 0-8 0,-21 4 2 0,10-3 2 0,4 2-10 16,0 1 2-16,1-1 9 0,1 1-8 0,5-4-6 16,-5 9 4-16,5-9-5 0,2 13 5 15,6-8-2-15,5-1 8 0,3 4-13 0,2-3-6 0,9 2 3 16,2-1-3-16,1-5 2 0,-3 2-4 0,-5-1-2 15,-9 0 9-15,2 0-7 0,-1-1 2 0,-5-1-1 16,-2 1 3-16,-7-1 1 0,13 4-4 0,-9-1 1 16,0 3 2-16,-2-2-2 0,-2 6 2 0,0-10 1 15,-1 21 2-15,-2-11-2 0,1 6 12 0,0-5-9 16,1 1 0-16,0-2 1 0,1 3-2 0,1-3 0 16,-1 2 0-16,4-2 1 0,0-1 2 0,1-2 3 15,3 0-1-15,2-1 1 0,1-2 3 0,1 1 8 16,8-4-6-16,1 2-7 0,-2-3 5 0,8-5 0 15,-4 1-4-15,4 0 0 0,-6-1 4 0,-1-1-1 16,-3-2-2-16,-1 3 0 0,-3-3 3 0,-1-1-1 16,-4-1-4-16,2-2 1 0,-3 2 0 0,-1-5-2 15,-2 0 10-15,-3-1-11 0,-1 3-3 0,-1 0-3 16,-2 3 5-16,1-3-4 0,-2 6 1 0,0-2-2 16,0 3 2-16,-3 1-2 0,0 1 7 0,0 2-8 0,7 2 2 15,-18 2-1-15,7 4-1 0,2-2 0 16,-1 2 1-16,3 4 3 0,-1-1 0 0,1 1-8 15,4-1 1-15,-2 3-11 0,3-3-22 0,2 2-18 16,5 1-25-16,0-2-33 0,2-1-37 0,2-1-42 16,2 1-39-16,0-3-200 0,-1 0-473 0,3-1 211 0</inkml:trace>
  <inkml:trace contextRef="#ctx0" brushRef="#br0" timeOffset="141647.74">30236 8916 28 0,'0'0'205'0,"3"-10"-3"16,-3 10-16-16,0 0-16 0,3-3-17 0,-3 3-2 16,0 0-2-16,0 0 0 0,10 19 4 0,-9-9-5 15,5 5-11-15,-2-2-9 0,-1 1-13 0,1 2-9 16,1 0-8-16,0 0-7 0,-2-5-2 0,2 1-2 16,1 0-5-16,0-1-2 0,0-2-11 0,0 0-2 15,0-2 1-15,1 1 5 0,-5-4 2 0,2 1 11 16,0-2 9-16,-4-3 8 0,6 2-7 15,-6-2-9-15,0 0-4 0,9-6 3 0,-9 6-13 16,9-9-15-16,-4 0 0 0,-3 1-6 0,0-1-7 0,2-2 6 16,-1-1-12-16,2-4-1 0,2-2-14 0,-3 0-21 15,0 0-24-15,2-2-20 0,3-2-28 0,0-2-37 16,-2 6-29-16,-1 4-28 0,-1 4-25 0,0 0-41 16,0 1-38-16,-2 3-220 0,-3 6-526 0,4-5 233 15</inkml:trace>
  <inkml:trace contextRef="#ctx0" brushRef="#br0" timeOffset="142632.97">30532 9058 170 0,'11'-4'176'0,"-7"1"5"0,2-1-3 0,2-2-12 16,-2 1-9-16,1-2-5 0,-1 0-12 15,1 0-9-15,-1-1-2 0,0-2-13 0,-2 3-3 16,0-2-8-16,0-1-12 0,0-1-1 0,-3 2 1 15,-1 0-10-15,-1-1-4 0,-2 1-10 0,3 9-6 0,-8-10-4 16,5 5-8-16,-4 1 0 0,2 0-3 0,-5 1-10 16,0 3-1-16,-4 2-6 0,2 2 0 0,1 2-6 15,1 1-2-15,-3 5-3 0,0-1 2 0,4-1-3 16,3 4-2-16,0-2 8 0,1-1-1 0,2 0 1 16,3 3 0-16,0-3 1 0,2 0-1 0,2 1-3 15,2-2 4-15,3 0-1 0,0-1 1 0,6 1-4 16,0-1 2-16,0-1 0 0,2-3-2 15,-3-2 1-15,5-2 0 0,4-1-8 0,-4 0-1 0,2-1 2 16,-1-1-5-16,1-2 3 0,-4 2-2 0,-2-2-1 16,-3 0 3-16,1 1-3 0,-2-4 0 0,-2 0-3 15,1 2-3-15,-2-5-1 0,-1 0-8 0,-4 0-3 16,0-2 18-16,-2 1-6 0,1-1 2 0,-5-4-7 16,0 4-3-16,0-2 1 0,-3 2 1 0,1 2-1 15,1 0 0-15,-2 1 2 0,2 4-2 0,0-3 1 16,2 2 1-16,2 6 0 0,-5-8 0 0,5 8-3 15,-3-6 1-15,3 6-3 0,0 0 2 0,0 0 0 16,0 0 0-16,0 0-3 0,12-7 7 0,-2 7-5 16,1 0-1-16,1 0 3 0,1 0 3 0,-2 1-4 15,1 0 3-15,-1-1-1 0,-1 2-1 0,-1 1-1 16,0-1-4-16,-2 2 2 0,-1 0 2 0,-1 0-3 16,-1 0 5-16,1 3-5 0,-1 0-2 0,-2-1-1 15,2 3 5-15,-2 0-1 0,-2 1 3 0,1-1 0 16,0 0 3-16,1 0-2 0,-2 0 3 0,1 0-4 15,-1-9 0-15,2 14-2 0,0-8 6 0,-1-1 3 16,3 0-2-16,1-1 2 0,-5-4-1 0,7 8 6 16,-1-5-1-16,0 0 3 0,4 0 1 0,0-1-1 15,2-2-3-15,1-2 0 0,-2 2 1 0,1-2 4 16,2-1-3-16,-3-2 1 0,2 1-4 0,-3-3 2 16,-1-1-6-16,3 0-2 0,-3-1-2 0,-3-1-6 15,2-1-6-15,-1-3-6 0,-2 1-2 0,-1-3-2 16,-2 5-1-16,-1-1 0 0,0 2 2 0,-1 1 4 15,1 2 2-15,-1 7-2 0,0-10-5 0,0 10 2 16,0 0 3-16,-1-10-3 0,1 10 3 0,0 0-1 16,0 0 3-16,0 0 0 0,-10 27 4 0,6-14 0 15,0-1-1-15,2 5 1 0,1-5 0 0,1 5 5 16,1-2 1-16,-2 3 2 0,1-3-4 0,0 2 1 16,0-1 3-16,0-4 3 0,-2 0-5 0,2-1 7 15,0-2-3-15,0 1 4 0,-1-4-6 0,1-6 2 0,0 14 1 16,0-14 1-16,0 10 1 0,0-10-1 15,0 7 4-15,0-7-2 0,3 6 3 0,-3-6-2 0,0 0 2 16,0 0 0-16,15-4 0 0,-6-2-6 16,0 4 6-16,2-6-7 0,1 3-3 0,0-4-7 15,3-1 0-15,2-2-1 0,-1 0-2 0,-1 0 0 0,0-3 3 16,1 1 0-16,-3-2 0 0,-2 2-1 0,-2-2 5 16,-1 2-2-16,-3 2 2 0,0 2 2 15,0-2-1-15,0 3 1 0,-4-1 6 0,2 2 3 16,-3 2 1-16,0 6 1 0,-1-10 0 0,1 10-2 0,0 0-2 15,0 0 1-15,-10-3 0 0,10 3-1 0,-17 9 1 16,7-3 1-16,2 2 0 0,0 1-3 0,2 0 2 16,1 1 2-16,-1-1-5 0,0 0-9 0,4 2-22 15,2-1-32-15,0 0-40 0,1-1-42 0,6-1-47 16,3-1-41-16,1 2-150 0,7-4-414 16,10 3 184-16</inkml:trace>
  <inkml:trace contextRef="#ctx0" brushRef="#br0" timeOffset="143064.67">31743 8782 33 0,'1'-9'245'0,"1"1"-4"16,-1 2-9-16,-1 6-18 0,3-9-24 0,-3 9-16 15,0 0-24-15,0 0-16 0,0 0-7 0,0 0-4 16,7 32-5-16,-7-7-9 0,0-1-4 0,0 0-9 15,0 2-7-15,-2-7-3 0,-1-1-3 0,2 0-3 16,-2-2-1-16,2 3 3 0,-2-3-14 0,2 0-7 16,-1-6-2-16,0-1 2 0,1-2-4 0,-1 0 6 15,2-7 4-15,-2 7 7 0,2-7-7 0,0 0 7 16,0 9-10-16,0-9-1 0,0 0-3 0,0 0-8 16,0 0-2-16,0 0-3 0,0 0-8 0,0 0-8 15,0 0-1-15,5-23-1 0,0 15-17 0,4 0-9 16,2-1-4-16,4-1-2 0,0 2 6 0,3 0-12 15,-2 5 0-15,3-1 0 0,-1 1-3 0,-7 2-1 16,1 2-1-16,-1 2 1 0,1-1 3 0,-3 3-1 16,1-1 1-16,-2 1-2 0,-5 0 1 0,1 2 5 15,0-2-2-15,-4 4 2 0,0-9 3 0,0 11-2 16,-1-2 10-16,-2-3-8 0,-1 1-2 0,1-2 8 16,-3-1-4-16,1 2-2 0,0 0-10 0,-4-1-17 15,4-1-25-15,0 1-24 0,-1-2-24 0,6-3-30 16,-12 3-36-16,12-3-41 0,-10 0-33 0,10 0-20 15,0 0-147-15,-12-6-444 0,12 6 197 0</inkml:trace>
  <inkml:trace contextRef="#ctx0" brushRef="#br0" timeOffset="143255.49">32055 8928 71 0,'0'0'183'0,"8"-6"-20"15,-8 6-14-15,6-3-19 0,-6 3-7 0,0 0-2 16,0 0 3-16,8 8 9 0,-8-8-1 0,6 14-7 15,-3-5-12-15,-1-1-6 0,2 2-7 0,-4 0 2 0,0 0-7 16,1-1-8-16,3 4-7 0,-2-2-8 16,0 1-6-16,-1-3-4 0,4 0-7 0,-5 0-21 15,0 2-29-15,0-11-33 0,-2 11-42 0,2-11-43 0,2 11-52 16,-2-11-178-16,0 0-371 0,0 0 163 0</inkml:trace>
  <inkml:trace contextRef="#ctx0" brushRef="#br0" timeOffset="143408.41">32064 8777 134 0,'-4'-9'120'0,"4"9"-10"0,0 0-11 16,0 0-27-16,0 0-32 0,0 0-46 0,0 0-90 15,-9 20-102-15,8-13 46 0</inkml:trace>
  <inkml:trace contextRef="#ctx0" brushRef="#br0" timeOffset="144266.15">32373 8911 124 0,'6'-5'217'0,"-6"5"0"0,0 0 0 0,-2-10 3 0,2 10-9 15,0 0-13-15,0 0-13 0,-9-10-13 0,9 10-16 16,0 0-8-16,-11 0-15 0,11 0-7 0,-17 7-8 15,9-1-9-15,-3-1-8 0,2 2-8 0,0 2-11 16,0-2-6-16,3 2-10 0,-3-1-1 0,2-1-9 16,1 0-6-16,1 3-2 0,0-4 2 0,5-6-14 15,-3 12-1-15,3-8-5 0,0-4 2 0,3 10-5 16,2-6 1-16,-5-4-6 0,10 6-2 0,-2-5-1 16,-2 1-6-16,3-2 7 0,-9 0-4 0,17-3-6 15,-11 0 3-15,3 0-2 0,-3-2-3 0,3 0-2 16,0 1 1-16,0-4-6 0,-2 1 2 0,-1-1-6 15,-1-1 6-15,3 0-3 0,-3-1-1 0,-1-1 2 16,0 2-2-16,-2 0-1 0,-1 2 1 0,-1 7-3 16,3-11 2-16,-3 11-5 0,3-6-4 0,-3 6 0 15,0 0-1-15,0 0 0 0,0 0 2 0,0 0 6 16,0 0-1-16,0 0 2 0,0 0 6 0,1 24-3 16,-2-15-1-16,-2 0 3 0,3-9-2 0,0 14 3 15,-1-7 2-15,3 2-1 0,0-3 0 0,-1 1 1 16,4 0 5-16,1-3-4 0,3 2 2 0,2-2 7 15,2-2-11-15,6 1 8 0,1 0-7 0,-1-3 4 16,0-1 0-16,-1 1-4 0,-9 0 2 0,5-5-4 16,-1 1 4-16,-1-1-4 0,-1-2 0 0,-2-2-4 0,4-2-1 15,-4 2 7-15,-2-3-12 0,1-2-3 16,-2-3 3-16,1 5-10 0,-2-1-8 0,-3-1 7 16,2 2-5-16,0 5 2 0,-3-4 4 0,1 3 0 15,-1 3 1-15,-1 5 0 0,3-10 3 0,-3 10 3 16,1-5-3-16,-1 5-5 0,0 0 32 0,0 0-7 15,0 0 1-15,0 0 0 0,0 0-2 0,0 0 2 16,0 0-1-16,0 0 1 0,16 62-3 0,-16-62 0 16,7 30 2-16,-7-30 0 0,0 0-4 0,14 36 3 15,-14-36 0-15,7 27-4 0,-7-27 4 0,0 0-3 0,12 33 2 16,-12-33 7-16,0 0-7 0,0 0 3 0,5 29-5 16,-5-29-2-16,0 0 6 0,0 0-5 15,0 0 8-15,0 0-8 0,0 0 7 0,0 0-3 16,0 0 0-16,0 0 0 0,0 0-7 0,0 0-7 15,0 0-4-15,0 0-10 0,0 0-4 0,0 0 2 0,0 0-5 16,0 0-1-16,0 0-6 0,0 0-3 0,0 0 3 16,0 0 0-16,69-36 8 0,-69 36 0 15,31-23 1-15,-31 23-1 0,33-25 4 0,-19 10 7 16,-14 15-1-16,29-26 0 0,-29 26 6 0,23-26-1 16,-23 26 3-16,15-17 5 0,-15 17 11 0,0 0 13 0,16-21 6 15,-16 21 4-15,0 0-2 0,0 0-2 0,0 0 1 16,0 0-6-16,0 0-2 0,13-23-12 0,-13 23 1 15,0 0 7-15,0 0 3 0,0 0 6 16,0 0 0-16,0 0 2 0,0 0 0 0,0 0-1 16,0 0-4-16,-68 58-3 0,68-58-5 0,-14 20 2 0,14-20-2 15,0 0-14-15,-10 31-28 0,10-31-34 0,0 0-36 16,0 0-44-16,0 0-50 0,0 0-45 0,23 48-216 16,-23-48-492-16,27 10 218 0</inkml:trace>
  <inkml:trace contextRef="#ctx0" brushRef="#br0" timeOffset="144660.97">33198 8913 156 0,'0'0'180'0,"0"0"6"0,0 0-7 15,0 0-2-15,10-45-2 0,-10 45-7 0,0 0-17 16,0 0-13-16,0 0-7 0,0 0-8 0,0 0-7 16,0 0 3-16,0 0-6 0,-53-5-4 0,53 5 1 15,0 0-8-15,0 0-9 0,-51 31-8 16,51-31-15-16,-16 19-2 0,16-19-8 0,0 0-3 0,-16 26-3 15,16-26-6-15,0 0-1 0,0 0-7 0,0 0-4 16,0 0 2-16,0 0-3 0,30 47-8 0,-30-47-5 16,0 0-2-16,34 4 4 0,-34-4-11 0,0 0 4 15,0 0-2-15,0 0 3 0,56-15-5 0,-56 15 4 16,0 0-7-16,25-26 0 0,-25 26 2 0,10-26-4 16,-10 26 0-16,9-33-2 0,-9 33-2 15,5-35 6-15,-5 35-2 0,6-45 2 0,-3 21-1 0,-3 24 1 16,6-40 11-16,-6 40 12 0,6-28 21 0,-6 28 8 15,0 0 7-15,2-32 7 0,-2 32-5 0,0 0-10 16,0 0-4-16,0 0-13 0,0 0-4 0,0 0-3 16,0 0 0-16,0 0-5 0,0 0-6 0,0 0 2 15,0 0-8-15,-13 104 0 0,13-104-1 0,-6 55-4 16,1-29-3-16,5-26 12 0,-4 56-21 0,3-29-38 16,1-27-51-16,0 43-59 0,0-43-65 0,5 38-71 15,-5-38-313-15,0 0-642 0,9 34 284 0</inkml:trace>
  <inkml:trace contextRef="#ctx0" brushRef="#br0" timeOffset="144797.57">33383 9086 2248 0,'0'0'240'0,"0"0"-87"15,0 0-49-15,0 0-3 0,0 0 2 0,32-26 6 16,-32 26-5-16,0 0-12 0,0 0-15 0,0 0-7 16,0 0-11-16,0 0-17 0,0 0-35 15,0 0-40-15,0 0-45 0,0 0-64 0,0 0-103 0,0 0-258 16,0 0-542-16,0 0 239 0</inkml:trace>
  <inkml:trace contextRef="#ctx0" brushRef="#br0" timeOffset="152586.7">1550 13932 32 0,'-2'-10'113'0,"2"10"-13"0,0 0-6 0,0 0-10 15,0 0 19-15,-2-9-21 0,2 9-13 0,0 0-2 16,0 0-1-16,0 0-13 0,-1-8-2 0,1 8-9 16,0 0 1-16,0 0-4 0,0 0-5 0,0 0-6 15,0 0-4-15,0 0 2 0,-3-7-8 16,3 7 3-16,0 0-1 0,0 0-4 0,0 0-8 0,-9-3 0 15,9 3 3-15,-6-2-14 0,6 2 15 0,-10-2-6 16,10 2 0-16,-12 0-1 0,12 0 0 0,-14 2-1 16,14-2 5-16,-14 3-14 0,6-3 6 0,-3 2 1 15,0 0 2-15,1-1-2 0,-1 0 5 16,1-1 1-16,-2 0 7 0,1 0-8 0,0-1 11 0,1 1-3 16,-1 0 7-16,0-3-12 0,0 5 15 0,2-4-3 15,9 2 8-15,-13 0-2 0,13 0 9 0,-12 0-1 16,12 0-3-16,-8 0 1 0,8 0-3 0,0 0 1 15,0 0-2-15,-11 2 24 0,11-2-3 16,0 0-8-16,0 0 1 0,0 0-9 0,0 0-3 16,0 0-4-16,0 0-1 0,0 0 1 0,0 0-2 0,0 0 0 15,40 0 5-15,-11-2-1 0,1 2-3 0,5 0-1 16,3-2 6-16,16 1-5 0,-2-1-3 0,3 0-2 16,-4 0-2-16,3 4-2 0,0-3 0 0,-1-3-1 15,1 1-1-15,-2 2-5 0,0 0 2 16,-1-1-2-16,2-1 1 0,-17 3-2 0,1-1-2 15,0-1 5-15,-4 1-5 0,3-2 0 0,-3 3 0 0,-4 0-4 16,1 0 3-16,-10 2-2 0,2-2 5 0,-2 0-4 16,-3 1 2-16,1-1-6 0,-6 1 1 0,-2 1-4 15,0-2 5-15,-4 1-3 0,-6-1-1 0,12 0 3 16,-12 0 2-16,0 0 1 0,11 0 1 0,-11 0 0 16,0 0 5-16,5 3-1 0,-5-3 0 0,0 0 3 15,0 0-3-15,0 0 3 0,0 0-3 0,7 0 0 16,-7 0-5-16,0 0 2 0,0 0 0 15,0 0-29-15,0 0-21 0,0 0-35 0,0 0-38 0,0 0-60 16,0 0-50-16,0 0-123 0,0 0-376 0,0 0 167 16</inkml:trace>
  <inkml:trace contextRef="#ctx0" brushRef="#br0" timeOffset="153400.97">2517 13362 15 0,'-2'-16'125'0,"3"10"-1"0,-2-4-14 15,1 10 6-15,0-13 2 0,-2 5 1 0,0 0-7 16,-1-2-5-16,2 4-10 0,1 6 10 0,-3-14-4 16,3 5-7-16,0 9 7 0,0-12-7 15,0 12-1-15,-1-9-5 0,1 9 0 0,-2-8-9 16,2 8-4-16,0 0-11 0,-2-7-1 0,2 7-12 0,0 0-8 15,0 0-6-15,0 0-8 0,0 0-3 0,0 0-5 16,0 0-3-16,0 0-5 0,0 0-2 0,-6 32 7 16,2-14-5-16,0 6 4 0,-1 0-2 15,-1 2 2-15,1 1-3 0,-3-3-1 0,0 5 1 16,1-2 1-16,2-1-2 0,1 3 2 0,0 0-3 0,0-1 3 16,0 1 2-16,0 0 6 0,0 1-5 0,1-1-3 15,1 3 2-15,2 1-3 0,-2 2 0 16,4-2-4-16,0 1 1 0,1-2 1 0,3-4-3 15,-1 2 2-15,0-1-3 0,1 0 1 0,-2 0 4 16,4-2-6-16,-2-1-4 0,2 3 1 0,-4 0 2 16,2-3-2-16,-1 1-1 0,-2-2 0 0,-3-5-1 0,2 5 0 15,-2-1 2-15,0-5-4 0,-4 6 0 0,1-7 0 16,1 1 7-16,0-2-6 0,2 9-3 16,-3-8 0-16,1 0 0 0,0 7 2 0,2-4-1 15,-1 4 4-15,0-8-5 0,1 8 3 0,-2-5 0 16,0-2-2-16,-1 1 2 0,5-1-4 0,-4-2 1 0,2-1 5 15,3 0-3-15,-2 2-4 0,-1-1 4 0,0-5-1 16,3 0-4-16,-2 1 0 0,-1-2 5 16,3 0-1-16,-1 0 1 0,-2 1-4 0,2-3 8 15,-2-1-16-15,1 2-17 0,-1-9-21 0,2 10-20 16,-2-10-24-16,-2 13-24 0,1-7-36 0,1-6-36 16,-4 10-28-16,0-6-120 0,4-4-364 0,0 0 161 15</inkml:trace>
  <inkml:trace contextRef="#ctx0" brushRef="#br0" timeOffset="154737.44">2501 14158 12 0,'-2'-9'133'0,"2"9"-5"0,0 0-10 0,0 0-4 16,-4-8-14-16,4 8 2 0,0 0-6 0,0 0-1 15,-3-6-5-15,3 6-4 0,0 0-6 0,0 0 0 16,0 0-9-16,0 0 0 0,-6-5-5 0,6 5-5 16,0 0-2-16,0 0-7 0,0 0-1 0,0 0-2 15,0 0-3-15,-3-5-4 0,3 5-5 16,0 0 6-16,0 0-10 0,0 0-5 0,0 0 0 0,0 0-4 15,0 0-3-15,0 0-4 0,0 0 4 0,0 0-6 16,0 0-1-16,0 0-1 0,0 0-3 0,0 0 2 16,0 0-3-16,0 0 1 0,0 0-2 0,0 0 1 15,0 0-6-15,0 0 5 0,0 0 4 16,0 0-2-16,0 0 2 0,0 0 3 0,0 0 1 0,0 0-2 16,0 0 2-16,0 0 1 0,0 0 2 0,0 0 10 15,0 0-14-15,0 0 3 0,0 0 0 0,0 0-1 16,0 0 4-16,0 0-6 0,0 0 0 15,0 0 0-15,0 0-2 0,0 0 2 0,0 0-3 0,0 0-1 16,0 0-4-16,0 0 1 0,0 0-2 16,0 0 4-16,0 0-1 0,0 0-1 0,0 0 1 0,0 0-2 15,0 0-1-15,0 0 1 0,0 0 5 0,0 0-4 16,0 0 2-16,0 0-2 0,0 0 0 16,0 0 1-16,0 0-1 0,0 0 4 0,0 0 0 0,0 0 0 15,0 0-2-15,0 0 0 0,0 0 6 16,0 0-3-16,0 0 2 0,0 0-3 0,0 0 5 15,0 0-4-15,0 0 3 0,0 0-3 0,0 0-1 0,0 0-4 16,0 0 5-16,0 0-1 0,0 0 2 0,0 0 2 16,0 0-2-16,0 0-3 0,0 0 2 0,0 0-5 15,0 0 2-15,0 0 0 0,0 0-3 16,0 0 0-16,0 0 0 0,0 0 0 0,0 0-1 16,0 0-1-16,0 0-2 0,0 0 0 0,0 0 2 15,0 0-1-15,0 0 0 0,0 0-1 0,0 0 0 0,0 0-4 16,0 0 4-16,0 0-5 0,0 0 2 0,0 0-2 15,0 0 0-15,0 0-2 0,0 0 3 16,0 0-1-16,0 0 0 0,0 0 1 0,0 0 1 16,14 15-1-16,-9-11 0 0,5 1-2 0,0-1 0 15,-2 3 0-15,2-1 5 0,2 1-6 0,1 2 5 16,2 2 0-16,-1-2 1 0,2 4-2 0,-1-2 0 16,0 3 1-16,-1-1-1 0,1 0 3 0,1 0-3 15,-1 0 3-15,5 3 1 0,-6-2 2 0,1 3 1 16,-3-5-2-16,2 3 1 0,0-1 1 0,-2-1-3 15,-1-1 1-15,1 1-2 0,-1 1 4 0,-2-5-2 16,1 0-1-16,0 7-1 0,0-3-2 0,-3-3 2 16,1-2-3-16,1 4 6 0,1 3-1 0,-2-5 0 0,0-1-4 15,-1 1 0-15,1-1 3 0,-1 0 1 0,0 0-4 16,-2-3 4-16,3 3-4 0,-4-2 4 16,2-2-2-16,-1 0 0 0,0 1-5 0,0 0 5 15,1-4-2-15,-3 2 3 0,4 0-2 0,-7-4 4 16,7 7-2-16,-2-1 3 0,-2-3-9 0,-3-3 5 15,5 4-2-15,-5-4 1 0,5 5 2 0,-5-5-1 16,0 0-9-16,8 3-17 0,-8-3-18 0,0 0-21 16,0 0-26-16,0 0-46 0,0 0-48 0,0 0-35 15,0 0-185-15,0 0-435 0,0 0 193 0</inkml:trace>
  <inkml:trace contextRef="#ctx0" brushRef="#br0" timeOffset="155310.81">2467 14117 32 0,'0'0'99'0,"-4"-6"5"0,4 6 2 16,0 0 0-16,0 0-1 0,0 0 0 16,-1-7-2-16,1 7-3 0,0 0-7 0,0 0-10 15,0 0-13-15,0 0-2 0,0 0-9 0,0 0-6 16,0 0-5-16,0 0-7 0,0 0 1 0,0 0-3 15,0 0-1-15,0 0 3 0,-1 24 0 0,-2-13 11 16,2 0 0-16,0-1-3 0,-2 2-2 0,-3 4-2 0,2-3-1 16,2 0-5-16,-4 2 4 0,2-4-9 15,-1 3-5-15,0-2 2 0,0-2-4 0,0 0-2 16,1-1 0-16,0-1-3 0,2 0-2 0,-1-2-1 16,-1-1-3-16,-1 3 0 0,4-2-1 0,-8 1-8 15,7-3-22-15,2-4-27 0,-7 7-23 0,7-7-36 16,-4 6-24-16,4-6-21 0,-4 6-14 0,4-6-104 15,0 0-285-15,0 0 127 0</inkml:trace>
  <inkml:trace contextRef="#ctx0" brushRef="#br0" timeOffset="155522.99">2562 14120 85 0,'0'0'137'0,"11"-2"-10"0,-11 2-3 16,11-1-6-16,-11 1 3 0,20 4-4 0,-7-2-5 16,6 2-3-16,-2-3-12 0,4 2-13 0,-1 1-8 15,8 1-7-15,-1 0-9 0,-1 0-5 0,-5-1-15 16,-2 0-21-16,1 0-30 0,1 0-41 0,-4 2-42 16,2-1-35-16,-5 0-82 0,-3-1-228 0,-1 0 100 15</inkml:trace>
  <inkml:trace contextRef="#ctx0" brushRef="#br0" timeOffset="156562.84">3027 14654 6 0,'0'-11'75'0,"0"11"5"0,1-9 3 15,-1 9 10-15,2-9-2 0,-2 9 4 0,1-10 9 16,-1 10 9-16,1-7 0 0,-1 7-4 0,0 0-1 16,-1-12 2-16,1 12-2 0,0 0-3 0,0 0-6 15,0-10-4-15,0 10-2 0,0 0-5 0,0 0-4 16,0 0-8-16,-3-7-11 0,3 7-3 0,0 0-10 15,0 0-7-15,0 0-8 0,0 0-2 0,0 0-6 16,0 0-3-16,0 0-5 0,0 0 4 0,0 0-8 16,3 28 4-16,-4-12-2 0,2 2 5 0,-2 7-1 15,-1 4 2-15,1-1-5 0,2 1 6 0,-3 4-1 16,-1-3 0-16,-1 3-1 0,1-2 7 0,0 3 3 16,-2-3-4-16,-1 2 4 0,-1-2-5 0,2-2 5 15,1 0-8-15,2 0 2 0,-1-1-5 0,3-1-2 16,0-1-5-16,1 0 6 0,-1-6-5 0,2 5-4 15,1 0 4-15,0 1-3 0,0-8-4 0,-1 0 1 16,0 1 1-16,-2-2-4 0,1 3 3 0,-1-3-3 16,0-2-2-16,0-2 1 0,-1 3 0 0,1-1 2 15,0 2-6-15,-2-6 4 0,1 2-1 0,0-3-2 16,2 2 1-16,-2-1 4 0,1-2-4 0,0 0 3 16,1 0-4-16,0 1-3 0,-1-2 2 0,2-2-8 15,0 1-15-15,-1 0-13 0,1 0-23 0,-2-7-32 16,5 11-42-16,-5-11-38 0,3 11-44 0,0-8-188 15,-3-3-432-15,0 0 191 0</inkml:trace>
  <inkml:trace contextRef="#ctx0" brushRef="#br0" timeOffset="156991.71">2982 15592 122 0,'0'0'176'0,"0"0"-17"16,0 0-20-16,0 0-9 0,0 0-15 0,0 0 0 15,0 0-18-15,0 0-6 0,0 0-2 0,-9 19-5 16,6-12-1-16,-1 4-6 0,0-3-10 0,3 3-1 15,-2-5-7-15,-1 3-6 0,3 0-2 0,1-9-10 16,0 14 0-16,1-7 1 0,2 1-2 0,1-4 0 16,1 2-7-16,0-1 3 0,5-1 0 0,-1-1-2 15,5 0 4-15,-4-2-1 0,2-2 1 0,2-2 2 16,-1 1-1-16,1-2-2 0,-3-2 0 0,1-1 2 16,2-4 3-16,-3 4 2 0,-2 0 6 0,1-2-9 15,-3-2-2-15,-1 1-5 0,-1-2-2 0,-1 1-4 16,-1 0 1-16,-2-5-5 0,-2 6-1 15,-3 0-4-15,-1-3-4 0,0 4-1 0,-4 0-3 16,-3 1-3-16,1 3-1 0,-5-4-19 0,-2 5-19 16,1 0-18-16,-1 4-26 0,0-1-32 0,5 1-47 0,-5 0-54 15,4 3-167-15,1-3-405 0,13 0 180 16</inkml:trace>
  <inkml:trace contextRef="#ctx0" brushRef="#br0" timeOffset="158249">2494 13111 67 0,'0'0'102'0,"0"-13"-1"16,1 7 15-16,-1 6 4 0,0-13 13 0,0 13-14 16,0-13 2-16,0 13-2 0,2-8-16 0,-2 8-2 15,0 0-7-15,0 0-18 0,-2-10 2 0,2 10-14 16,0 0-2-16,0 0-3 0,0 0-12 0,0 0-1 15,0 0-9-15,0 0 0 0,0 0-5 0,0 0-3 16,0 0-3-16,0 0-1 0,0 0 1 0,0 0-6 16,0 0-1-16,0 0 3 0,0 0 4 0,4 27-1 15,-2-21 8-15,0 4-2 0,-1 0-3 0,-1 0-2 16,2 2 2-16,-2 4 6 0,1 1-5 16,-1 0-4-16,0-4 3 0,0 5 4 0,0 0-4 0,0-1 0 15,-1 2-3-15,-2-1-1 0,-1 9-3 0,3-11 1 16,-2 1-1-16,-2 0-2 0,0-2-3 0,1 1-2 15,1-4 0-15,1 0-2 0,1-2-1 0,-1 2 1 16,0-2-4-16,2 1 1 0,-2-3-13 0,2-8-18 16,0 14-13-16,-2-8-29 0,2-6-28 0,2 10-32 15,-2-10-24-15,0 8-14 0,0-8-31 0,5 4-105 16,-5-4-322-16,0 0 142 0</inkml:trace>
  <inkml:trace contextRef="#ctx0" brushRef="#br0" timeOffset="158901.06">2536 13403 47 0,'0'0'71'0,"0"0"-1"0,-9 1 1 0,9-1-17 16,0 0 21-16,-7 3-4 0,7-3 2 0,0 0-11 0,0 0 3 16,0 0-4-16,0 0-2 0,-12 0 3 15,12 0 0-15,0 0 0 0,0 0-8 0,0 0 2 16,0 0 3-16,0 0-2 0,0 0-2 0,0 0-1 16,0 0-6-16,0 0-9 0,0 0-8 0,0 0 9 15,21-16-5-15,-11 7 7 0,7 2-6 0,2-5 6 16,-1 3 1-16,8-5-7 0,0 1 7 0,2 3-10 0,-1-2 1 15,4-2-6-15,0 2-2 0,1-3-1 16,-1 3 2-16,1-4-2 0,-1 3-2 0,-1-1-2 16,1-1 3-16,1-1-3 0,-1 0 3 0,-1 5-2 15,-3-1 10-15,-2 1-1 0,1 1 3 0,-6 1 1 16,-4 3 1-16,1-1-3 0,1 0-3 0,-3 0-1 16,-2 2-3-16,-4 1 5 0,-3 2-1 0,-6 2-1 15,13-5 4-15,-13 5 1 0,10-3 1 0,-10 3 2 16,0 0 2-16,9-4 0 0,-9 4 0 0,0 0 1 15,0 0-2-15,8-4-4 0,-8 4 3 0,0 0-6 16,0 0-4-16,0 0 0 0,0 0-2 0,0 0-5 16,0 0-1-16,0 0-5 0,0 0 0 0,0 0-7 15,0 0-5-15,0 0-19 0,0 0-17 0,0 0-25 16,0 0-25-16,0 0-26 0,0 0-28 0,0 0-23 16,0 0-27-16,-33 10-28 0,26-7-122 0,7-3-367 15,-15 1 163-15</inkml:trace>
  <inkml:trace contextRef="#ctx0" brushRef="#br0" timeOffset="159888.96">3205 13046 7 0,'0'0'102'0,"0"0"2"16,0 0 5-16,0 0 2 0,0 0 6 0,0 0-3 16,0 0 1-16,0 0-10 0,0 0 3 0,0 0-5 15,0 0-5-15,0 0-3 0,-5 7-2 0,5-7-5 16,0 0-8-16,0 0 3 0,0 0 1 15,0 0-5-15,0 0-3 0,0 0 1 0,0 0 5 0,0 0-2 16,0 0 0-16,0 0-11 0,0 0-3 0,0 0-1 16,0 0 3-16,2-26-9 0,-2 26-5 0,0-12-9 15,0 12-1-15,1-12-4 0,-1 12-1 0,3-20-5 16,-3 20 3-16,0-17-2 0,0 9-2 16,1-1 2-16,-1 9-3 0,-1-22-7 0,1 11 2 0,-1-1-4 15,1-1-2-15,-2 2 1 0,2-1 3 0,-1-3-8 16,0 2 2-16,-2-4-2 0,1-1-5 0,-1 0 0 15,1 0-1-15,-3 0-2 0,0 0 4 0,2 2-1 16,-1-1-3-16,2 2-2 0,-1 2-2 0,2 3 2 16,-1 3 0-16,1-2 9 0,1 9-8 15,-3-13-7-15,3 13 4 0,-1-9-3 0,1 9 4 16,-2-5-4-16,2 5 0 0,0 0 0 0,-4-8 0 0,4 8 1 16,0 0 3-16,0 0-1 0,0 0 1 15,-1-8 0-15,1 8 0 0,0 0 4 0,0 0 0 0,0 0-3 16,2-9-4-16,-2 9 2 0,0 0 1 15,0-9-1-15,0 9-1 0,0 0-3 0,4-10 3 16,-4 10 2-16,1-9 5 0,-1 9-8 0,0-9 3 16,0 9-10-16,1-12 9 0,-1 12-2 0,0-13 2 0,0 13 5 15,-1-14-4-15,1 14-4 0,-1-18-1 16,1 8 2-16,0 10 2 0,-4-15-1 0,3 5-3 16,1 10 0-16,-1-14 10 0,1 14-11 0,-3-14 3 15,3 14-1-15,-1-11-3 0,1 11 3 0,-1-15 1 16,1 15-1-16,-2-13-2 0,2 13 0 0,-1-9 3 0,1 9-2 15,0 0 1-15,0-12 1 0,0 12-1 16,0 0-2-16,0 0 5 0,-3-11-5 0,3 11 5 16,0 0-4-16,0 0 3 0,-1-11-5 0,1 11 6 0,0 0-2 15,0 0 10-15,0-14-12 0,0 14 5 0,0 0 1 16,0 0 1-16,0-11-2 0,0 11 2 16,0 0 1-16,0 0-5 0,0-16 3 0,0 16 2 15,0 0-4-15,0-14 2 0,0 14-6 0,0 0 6 16,0-13 0-16,0 13-7 0,1-11 6 0,-1 11-1 15,0-11 1-15,0 11 0 0,0 0 8 0,2-15-1 16,-2 15-7-16,0-10-1 0,0 10 4 0,0 0-1 16,0 0-4-16,-2-15 4 0,2 15-7 0,0 0 0 15,0-11 1-15,0 11 0 0,0 0 4 0,0 0-2 16,-1-14 0-16,1 14 7 0,0 0-13 0,0 0 0 0,-2-11 4 16,2 11-1-16,0 0-1 0,0 0-4 0,0 0 2 15,0 0-1-15,-2-11 2 0,2 11 2 16,0 0-6-16,0 0 0 0,0 0 1 0,0 0 0 15,0 0-7-15,0 0-9 0,0 0-2 0,0 0-10 16,0 0 2-16,0 0-12 0,0 0-1 0,0 0 7 16,0 0-23-16,0 0-10 0,0 0-16 0,0 0-17 0,0 0-18 15,0 0-33-15,0 0-1 0,0 0-28 16,-9 35-4-16,9-35-9 0,-2 9-11 0,2-9-120 16,-4 10-352-16,4-10 156 0</inkml:trace>
  <inkml:trace contextRef="#ctx0" brushRef="#br0" timeOffset="160288.79">3150 12225 27 0,'0'0'104'15,"0"-12"11"-15,0 12 0 0,0 0 2 0,0 0 1 16,0 0-3-16,0 0-9 0,-5-15 3 0,5 15-22 16,0 0 0-16,0 0-11 0,0 0-2 0,0 0-13 15,0 0-10-15,0 0 3 0,-8-4-6 0,8 4 5 16,0 0-7-16,0 0-3 0,0 0 0 0,0 0 0 15,-8 24-3-15,8-24 1 0,2 12-4 0,-2-12 0 16,1 17-6-16,-1-17 2 0,1 15-6 0,2-8 0 16,-3-7-3-16,2 13 2 0,-2-13-6 0,8 9 9 15,-3-5 1-15,-5-4-1 0,19 3 2 0,-8-2-3 16,1-2 3-16,0-3-1 0,6 0 3 16,-3 0-9-16,-2-2-2 0,1-2 4 0,-3-1-3 0,1 1-1 15,-1-4-2-15,-3 2 1 0,3-2-3 0,-4 4-1 16,-2-2 0-16,-2 1 1 0,0-3-1 0,1 2 1 15,-1 1-5-15,-3 9 1 0,1-20-1 0,-6 10-4 16,1 1 1-16,4 9 0 0,-10-16-3 0,1 9 5 16,-6-3-8-16,4 6 0 0,-5-2-1 0,3 3-3 15,-2 2-3-15,-2-1-6 0,2 2-10 0,2 0-6 16,-1 2-9-16,1 0-9 0,3 2-14 0,-2-1-13 16,2 1-13-16,2 2-17 0,1 1-29 0,2 0-18 15,5-7-22-15,-7 14-123 0,7-14-316 0,0 0 140 16</inkml:trace>
  <inkml:trace contextRef="#ctx0" brushRef="#br0" timeOffset="160715.81">3674 11957 79 0,'1'-4'199'0,"-1"4"1"16,3-9-11-16,-3 9-18 0,0 0-16 0,-4-11-8 0,4 11-18 15,-5-7-11-15,5 7-15 0,-9-5-5 0,1 3-8 16,8 2-11-16,-17-2-3 0,8 2-12 16,9 0-2-16,-13 1-5 0,5 1-1 0,-1 0-8 0,0 4-5 15,0 3-9-15,0-5 4 0,-1 5-6 16,1-2 0-16,0 1-6 0,2 2-3 0,2-2-1 16,0 1-3-16,3-2-1 0,0 3-1 0,2-10-3 0,4 14 1 15,4-7 1-15,3-1-2 0,1-1-1 16,8 0 0-16,3-1-6 0,7-2 0 0,0 0-13 15,1-1-25-15,-3-1-16 0,-7 2-27 0,-1-2-29 16,-2 0-28-16,-4-2-24 0,-4 1-21 0,-1 1-124 16,-9 0-325-16,0 0 143 0</inkml:trace>
  <inkml:trace contextRef="#ctx0" brushRef="#br0" timeOffset="161732.96">1338 13894 3 0,'0'0'132'0,"0"0"2"0,-4-8-4 0,4 8-5 16,0 0-5-16,0 0-2 0,-6-5 4 0,6 5-7 15,0 0-8-15,0 0-8 0,0 0 4 0,0 0-15 16,0 0-12-16,0 0-8 0,0 0-4 0,-3-5-7 16,3 5-6-16,0 0 5 0,0 0-18 0,0 0-3 15,0 0 0-15,0 0-5 0,0 0-2 0,-17 10-6 16,17-10-1-16,-7 3-1 0,4 1-3 16,3-4 1-16,-6 5-6 0,6-5 0 0,-6 10 1 0,3-7-4 15,3-3-6-15,-4 11 3 0,-1-8-3 16,5-3 1-16,0 12 0 0,0-12 1 0,-2 9-2 0,2-9 2 15,0 8 1-15,0-8-1 0,0 8-4 0,0-8 8 16,4 9-1-16,-4-9-1 0,7 4 0 0,-2-2 4 16,-5-2-3-16,10 2 4 0,-10-2 2 15,15-2 2-15,-7 0-4 0,-3-1 7 0,5-2-2 16,-2 1 3-16,1-1-3 0,2 0 3 0,-11 5-2 0,16-10 2 16,-11 4 6-16,-5 6 4 0,8-13 6 15,-3 7-1-15,0-3 6 0,-5 9-9 0,1-14-1 0,-2 4-5 16,1 10-3-16,-5-20-3 0,0 10-5 0,1 2 1 15,-3-2-5-15,7 10-14 0,-10-10-12 16,10 10-12-16,-15-5-24 0,6 5-13 0,9 0-17 16,-24 5-27-16,12 1-33 0,-3 4-37 0,-3 0-161 15,-4 6-367-15,5-4 162 0</inkml:trace>
  <inkml:trace contextRef="#ctx0" brushRef="#br0" timeOffset="162126.67">819 14196 136 0,'0'0'211'16,"0"-13"-4"-16,0 13-5 0,0 0-13 0,0 0-11 15,0 0-12-15,0 0-10 0,0 0-18 0,0 0-14 16,-8-36-15-16,8 36-13 0,0 0-15 0,0-2-7 16,0 2-12-16,0 0-4 0,0 0-4 0,0 0-3 15,0 0-9-15,0 0-4 0,0 0-6 16,0 85 0-16,0-68-4 0,0 2 0 0,0-1-6 15,0-18 2-15,0 0-6 0,0 61 5 0,2-45-9 0,-2-16-1 16,0 32-4-16,0-32-14 0,2 24-23 0,0-13-26 16,0-2-15-16,-2-9-30 0,0 17-15 15,0-17-29-15,2 12-25 0,-2-12-1 0,0 9-1 16,0-9-96-16,0 0-289 0,2 7 128 0</inkml:trace>
  <inkml:trace contextRef="#ctx0" brushRef="#br0" timeOffset="162528.91">858 14404 164 0,'3'-16'-2'0,"1"-2"14"0,-4 2 14 15,2-2 13-15,1-7 8 0,-3 5-2 0,2 1 7 16,0 1 7-16,0 0 7 0,3 3 12 0,-5 3 11 16,0 4-1-16,3 0 11 0,-3 1-6 0,2 0 3 15,-2 7-4-15,4-13-17 0,0 9 0 0,-4 4-9 16,7-8-8-16,-2 4-7 0,-5 4 0 0,11-1-1 16,-11 1-6-16,9-2-2 0,-9 2-3 0,11 1 2 15,-11-1 0-15,12 2-7 0,-6 1 2 0,1-1-5 16,-7-2-3-16,10 7 1 0,-6-2-7 0,0 0-1 15,0 2 0-15,-1-1-3 0,1-2-3 16,-2 3-4-16,-2 1 5 0,2-1 1 0,-2 3 0 0,-2 0-6 16,-2-1 1-16,1 2 4 0,-3-1-6 15,4-1-4-15,-3 0-2 0,3-2 0 0,-3 1 0 16,3-1 0-16,2 0 0 0,0-7 2 0,-2 12-3 0,4-5-2 16,-2-7-2-16,7 12 4 0,-3-7-4 0,1 0-1 15,1 0-1-15,3 2 1 0,-1 1-1 0,1-4 2 16,-3 5 2-16,2-3-6 0,-3-2 6 15,4 1 0-15,-4 1-4 0,1 0 0 0,-1-1-1 16,-1-1 8-16,0 1-4 0,-4-5 0 0,4 9-2 16,-2-5 1-16,-2-4 4 0,0 0-3 0,-4 12 1 15,-2-6-3-15,0-2 0 0,-3 0 2 0,-2 1 0 16,-1 1-4-16,-1 0-14 0,-3 0-10 0,3-2-17 16,-5 1-33-16,5-1-34 0,-6 0-37 0,6-1-138 0,13-3-312 15,0 0 139-15</inkml:trace>
  <inkml:trace contextRef="#ctx0" brushRef="#br0" timeOffset="165509.51">3060 15985 30 0,'-9'5'122'15,"-1"0"1"-15,-1 2-5 0,2 0 1 0,0 2-6 16,-1-3-14-16,2 4-9 0,0-1-9 0,3-2-6 16,1 1-7-16,2 0-3 0,-2 2-8 0,3-3-5 15,1-7-7-15,1 11 0 0,-1-11-7 0,7 11-2 16,-3-7-4-16,1 0 0 0,3-1-1 0,4-2-3 15,-2 0-8-15,0 2 6 0,1-3-4 0,0 0 0 16,-1-2-7-16,-10 2 5 0,17-1 4 0,-12 2-1 16,-5-1 4-16,10-1-1 0,-10 1-1 0,0 0 2 15,10 3 4-15,-10-3-5 0,5 1 5 0,-5-1 1 16,0 0-7-16,0 0-2 0,0 0 1 0,0 0-2 16,-10 14 1-16,1-9-4 0,0 2 6 0,-6 3-20 15,2 1 10-15,0-3-3 0,-2 4 7 0,1 0 0 16,1-1-1-16,2-1 3 0,2-1-10 0,0-1 6 15,2 1-4-15,2-1 4 0,0 0-5 0,2 1-3 16,2 1 3-16,1-3-1 0,0-7-5 0,3 14 3 16,2-9 1-16,4 2-4 0,4-1-11 0,1 0-14 15,4-3-29-15,0-3-21 0,10 0-34 0,-2-2-29 16,-4-1-30-16,6-2-132 0,-1 2-318 16,1-6 141-16</inkml:trace>
  <inkml:trace contextRef="#ctx0" brushRef="#br0" timeOffset="171414">1987 14219 70 0,'0'0'96'0,"0"0"-14"0,0 0 2 15,0 0-5-15,0 0-11 0,0 0-1 0,0 0-3 16,-10-3-10-16,10 3-3 0,0 0 4 0,0 0-12 15,0 0 2-15,-6-4-3 0,6 4-5 0,0 0-4 16,0 0 5-16,0 0-7 0,-11-1 2 0,11 1-9 16,0 0 0-16,0 0 4 0,-11 0 3 0,11 0 2 15,0 0-4-15,0 0 3 0,-10 0-5 0,10 0-1 16,0 0 0-16,0 0 2 0,0 0-6 0,0 0 3 16,0 0 0-16,0 0-2 0,0 0-1 0,0 0 4 15,0 0 1-15,0 0-3 0,0 0 3 0,0 0-4 16,-9-2 3-16,9 2-4 0,0 0-2 0,0 0-5 15,0 0 5-15,0 0-5 0,0 0 3 0,0 0-1 16,0 0-4-16,0 0-1 0,0 0-1 0,0 0 0 16,0 0-1-16,0 0 3 0,0 0-3 0,0 0 1 15,0 0 1-15,0 0 4 0,0 0-3 0,0 0 1 16,0 0 4-16,0 0-4 0,0 0-2 0,0 0 6 16,0 0-5-16,0 0 5 0,0 0-2 0,0 0 0 15,0 0 2-15,0 0 2 0,0 0-4 0,0 0 1 16,0 0-2-16,0 0 0 0,0 0-4 0,0 0 2 15,0 0-2-15,0 0-5 0,0 0 4 0,0 0-1 16,0 0-2-16,0 0-2 0,0 0 6 16,0 0-6-16,25 9 0 0,-16-9 1 0,1 1-5 0,3-1 5 15,-2 2 0-15,2 0-1 0,-2-1-2 16,2 0 0-16,-1 0-2 0,1-1-2 0,-3 1-13 16,-2 1-23-16,-1-1-21 0,-7-1-22 0,13 1-34 0,-13-1-31 15,13 1-14-15,-13-1-119 0,7 2-301 0,-7-2 134 16</inkml:trace>
  <inkml:trace contextRef="#ctx0" brushRef="#br0" timeOffset="171638.69">2028 14091 52 0,'0'0'162'0,"0"0"-11"0,0 0-15 0,0 0-12 15,0 0-12-15,0 0-8 0,0 0-11 0,0 0 6 16,0 0-8-16,1 31 1 0,-1-16 1 0,0 2-9 16,-1 1-11-16,1 2-4 0,-2 4-8 0,0 1-3 15,-1-6-8-15,-3 7-12 0,5-1-29 0,-2 0-29 16,-1 0-34-16,1-1-30 0,1-4-45 0,-2 5-115 16,0-7-265-16,4 1 117 0</inkml:trace>
  <inkml:trace contextRef="#ctx0" brushRef="#br0" timeOffset="172391.11">2513 15244 122 0,'0'0'170'0,"0"0"-11"0,0 0-12 0,0 0-12 0,0 0-13 15,0 0-8-15,0 0-10 0,0 0-6 0,0 0-5 16,0 0-9-16,-9-3-1 0,9 3-4 0,0 0-4 16,-11 0 4-16,11 0-5 0,0 0-1 0,-13 3-1 15,13-3-6-15,-11 0 0 0,11 0-4 0,0 0 2 16,-7 3-6-16,7-3 3 0,0 0-1 0,-9 3-1 15,9-3-5-15,0 0 0 0,0 0-7 16,0 0-3-16,0 0-7 0,0 0-2 0,0 0-2 0,0 0-3 16,0 0-4-16,22 2 0 0,-8-4-2 15,0 2-3-15,4 0-5 0,-1 0-17 0,-3 0-23 0,-1-3-32 16,0 6-48-16,-1-3-43 0,1 2-52 0,-3-1-184 16,-10-1-414-16,13-3 183 0</inkml:trace>
  <inkml:trace contextRef="#ctx0" brushRef="#br0" timeOffset="173322.65">1615 14835 17 0,'-4'-8'215'0,"0"-1"-2"0,-1 3-2 15,1-1-12-15,4 7-13 0,-4-9-14 0,4 9-15 16,-5-7-17-16,5 7-17 0,-2-6-15 0,2 6-12 0,0 0-10 16,0 0-8-16,-7-4-15 0,7 4-1 0,0 0-9 15,0 0-7-15,3 22-4 0,-2-11-1 16,2 1-7-16,2 4 0 0,-3-3 3 0,4 3-13 16,-4 1-1-16,1-1-4 0,1-1-1 0,-2-3 0 15,0 0-1-15,4-2-1 0,-4 2-2 0,1-3-2 16,0 1 2-16,-1-2-5 0,2-1 2 0,-2-2-4 15,0 1 2-15,-2-6 0 0,5 7-1 0,-5-7 1 16,4 6 9-16,-4-6 8 0,3 5 11 0,-3-5 1 16,0 0 2-16,0 0-3 0,0 0-2 0,0 0-6 15,13-15 1-15,-10 8-3 0,2-3-4 0,-1 1-2 16,1-1-1-16,1-1-4 0,-2 0 0 0,1-2-2 16,-1 2-3-16,1-6 2 0,-1 1-3 0,3 2-2 15,-2 2-5-15,-2 1-16 0,2 1-15 0,-2 2-23 16,-3 2-24-16,0 6-38 0,0 0-39 0,5-12-34 15,-5 12-24-15,1-5-12 0,-1 5-124 0,0 0-374 16,0 0 166-16</inkml:trace>
  <inkml:trace contextRef="#ctx0" brushRef="#br0" timeOffset="173930.66">1817 14931 50 0,'0'0'136'0,"0"0"-16"0,1 9 14 0,-1-9 3 16,1 13-7-16,-1-6-9 0,0-1-6 0,0-6-16 16,0 16-9-16,-1-8-1 0,0-3-6 0,1-5 3 15,-1 16-9-15,1-10-6 0,0-6 1 0,0 14-18 16,-2-8 2-16,2-6-12 0,-2 13 4 16,2-13-7-16,0 9-6 0,0-9-2 0,-3 11-6 15,3-11 3-15,0 9-7 0,0-9 0 0,-2 7-3 16,2-7-1-16,0 0-2 0,2 9 0 0,-2-9-3 15,0 0 4-15,0 0-2 0,0 0 7 0,0 0 4 16,0 0-4-16,0 0 3 0,0 0-1 0,0 0-2 16,0 0-4-16,0 0-2 0,3-26 0 0,-1 15 0 15,0 0 1-15,-1-6-4 0,0 4 4 0,3-3-8 16,0 0-3-16,-2-3-1 0,3 3 1 0,-2 4-2 16,5-3-3-16,-3 7 9 0,0-5-2 0,1 4-3 15,2 2-1-15,-4 1 0 0,3 2-2 0,-1 0 1 16,5-1-3-16,-11 5-3 0,14-1 1 0,-6 3 0 15,0 0-2-15,3 3 7 0,-1-1-3 0,2 3-1 16,-7-2-2-16,6 2 0 0,-6 2 1 0,-1 0-2 16,0-2 6-16,-3 0-3 0,1 1 2 0,-2-1-4 15,0 1 4-15,0-8-2 0,-3 13 3 0,-1-7 1 16,3 1-3-16,1-7 0 0,-3 10 2 0,3-10-2 16,-3 5-2-16,3-5-2 0,-2 8 0 0,2-8-3 15,0 0-4-15,0 0 0 0,0 0-2 0,-2 9-3 16,2-9-3-16,0 0 1 0,0 0 4 0,4 5 6 15,-4-5-6-15,7 5 2 0,-7-5 5 0,9 6-3 16,-5-3 1-16,-4-3 3 0,9 5 2 0,-4-2-2 16,-1 3-1-16,-4-6 1 0,6 9-2 0,-3-5 5 15,-3-4 1-15,1 9 0 0,-1-9 2 0,0 0-3 16,-6 11-2-16,1-5 2 0,-2-3 1 0,2 0-3 16,-1 1 0-16,-3 1-5 0,1-2-14 15,2 0-17-15,6-3-16 0,-14 4-18 0,5-4-22 16,9 0-25-16,-11 1-34 0,11-1-131 0,-13-1-309 15,13 1 136-15</inkml:trace>
  <inkml:trace contextRef="#ctx0" brushRef="#br0" timeOffset="174364.67">2244 14868 138 0,'0'0'175'0,"0"0"-16"0,0 0-18 16,0 0-13-16,-17-9-7 0,9 9-7 0,8 0-12 16,-19 7-6-16,9-3 1 0,1 5-11 0,-4-2-4 15,3 0-12-15,1 1-5 0,-1 2-12 16,2-1-4-16,1 1-2 0,1 0-2 0,0 1-5 0,1-1-6 16,2 1-1-16,2-3-6 0,0 0-1 0,1-8-4 15,2 14-2-15,5-8-5 0,-5-1 10 0,3 0-1 16,3 0-6-16,0-2-1 0,1 0-7 0,-2-1 5 15,4-1-1-15,-2-1-2 0,-1 2-2 0,0-2 3 16,-8 0-2-16,10 0 10 0,-10 0 3 0,12 1 9 16,-12-1 7-16,0 0 2 0,9 1 3 0,-9-1-4 15,0 0-5-15,0 0-2 0,0 0 1 0,0 0-15 16,0 0 4-16,0 0-3 0,-22 11-4 16,13-5 0-16,-1-1-1 0,-1 1 1 0,1 0-3 0,0 0 3 15,0 1-5-15,2-2 4 0,0 2-6 0,4-3 0 16,-4 2 0-16,5-2-2 0,3-4-2 0,-3 10 5 15,3-10 3-15,-2 9-3 0,2-9-6 16,8 9 2-16,0-6-7 0,-1-2-21 0,3 1-17 0,6-4-26 16,-16 2-33-16,25 0-21 0,-8-3-43 0,1 2-29 15,-5-2-161-15,-3 0-378 0,1 0 167 16</inkml:trace>
  <inkml:trace contextRef="#ctx0" brushRef="#br0" timeOffset="175486.76">1611 13734 113 0,'-4'-4'140'0,"4"4"-9"16,0 0-14-16,0 0-5 0,0 0-13 0,-9-2-7 15,9 2-5-15,0 0-6 0,0 0-3 0,-11 6-5 16,11-6 0-16,-4 7-7 0,4-7-5 0,-3 9-8 15,3-9-6-15,0 0-7 0,3 12 1 0,1-6 4 16,-2-1 3-16,3 2-2 0,-1-1-8 0,4 0 4 16,-1 1-6-16,2-1-2 0,-2 0 1 0,2 0-2 15,2-1 1-15,-3 3-7 0,0-2-1 0,-1-1-4 16,4 1 4-16,-4 0-9 0,-2-1 5 0,3 3-8 16,-3-2 0-16,4 3-2 0,-4-1-1 0,0-1-3 15,0 2 1-15,-2-2-2 0,-2 3 4 0,1 0-4 16,-2 2 1-16,-2 1 0 0,1-2 26 0,-4 3-4 15,0 3-1-15,-3 2-5 0,-1-3-1 0,2 0-4 16,-2 0 1-16,-2 0-2 0,-5 4-8 0,5-5-24 16,-1-1-28-16,2 0-35 0,-1 0-50 0,0-1-49 15,1 1-144-15,-1-2-346 0,2-5 154 0</inkml:trace>
  <inkml:trace contextRef="#ctx0" brushRef="#br0" timeOffset="176789.81">1564 13217 37 0,'0'0'186'0,"0"0"-15"15,0 0-16-15,-4-9-15 0,4 9-14 0,0 0-16 0,0 0-15 16,0 0-9-16,0 0-5 0,0 0-8 0,4-8-11 16,-4 8-2-16,0 0-8 0,0 0-4 15,13 1-3-15,-13-1-2 0,0 0-5 0,14 2-4 16,-14-2-4-16,9 2-7 0,-9-2-3 0,7 0-3 16,-7 0-2-16,0 0-5 0,0 0 0 0,8 0-2 15,-8 0-1-15,0 0 1 0,0 0-3 0,0 0-1 16,9 3 2-16,-9-3-1 0,0 0-2 0,0 0 3 15,0 0-2-15,0 0 1 0,0 0-2 0,0 0 3 0,0 0-3 16,0 0-1-16,0 0 2 0,0 0-3 16,0 0 0-16,0 0-3 0,0 0-1 0,0 0 3 15,5 6-4-15,-5-6 1 0,0 10 8 0,4-1 3 16,-3 1 1-16,0 5 0 0,1-4-2 0,-1 6 4 0,5-2 2 16,-4 2 0-16,1-2 1 0,0 2-3 0,1 0 9 15,-2-2 1-15,1 1 1 0,-2-3-6 16,2-1 2-16,-3 1-4 0,2 4 0 0,-2-7-3 15,2 2 2-15,-2-4-3 0,0 1-6 0,-2 0 5 16,2-9 1-16,-2 13-5 0,0-6 12 0,0 0-10 0,2-7 0 16,-5 9 0-16,1-5 2 0,4-4 0 0,-9 9-4 15,1-7-2-15,0-1 4 0,8-1 0 16,-12 1-8-16,12-1 4 0,-13-1 6 0,5-2-6 16,8 3 2-16,-12-1-4 0,7-1 3 0,5 2-1 15,-11-4 1-15,11 4-4 0,-6-3 3 0,6 3-1 16,0 0 2-16,-8-4-3 0,8 4 1 0,0 0-2 15,0 0 1-15,0 0-2 0,0 0 1 0,0 0-2 16,21-9 4-16,-10 6-2 0,3 1-1 0,-1 1-2 16,1-2 8-16,-1 2-6 0,9-2 3 0,-3 1-3 15,-3 1 3-15,3-2-5 0,-3 0 3 0,-2 0-9 16,-1 2-8-16,-2-1 8 0,1-2 5 0,-5 3 0 16,-1-1 1-16,-6 2 1 0,14-3-1 0,-8 0 3 15,-1 0-4-15,-5 3 5 0,9-7 2 0,-6 4 4 16,1-2-8-16,-4 5 3 0,7-11 1 0,-6 7 3 15,-1 4 4-15,4-10 8 0,-4 10-6 0,3-9 4 16,-3 9 5-16,0 0 8 0,1-8-4 0,-1 8-1 16,0 0-4-16,0 0-5 0,3-8-5 0,-3 8-1 15,0 0-1-15,0 0-4 0,0 0 2 0,0 0-1 16,0 0 2-16,0 0-4 0,0 27 2 0,0-27-2 16,-2 16 7-16,1-9-6 0,1 2 1 0,0 1-1 15,0-10-3-15,-1 14 2 0,1-8-3 0,0-6 4 16,-2 11-3-16,2-11-1 0,0 10 4 0,0-10-4 15,-2 7 5-15,2-7 1 0,0 0 1 0,0 0 10 16,0 0 5-16,-1 8 5 0,1-8 6 0,0 0 1 16,0 0 1-16,0 0-8 0,0 0 1 0,0 0-7 15,0 0-2-15,0 0-1 0,-8-25-3 0,6 18-1 16,2-4 0-16,-1 0-3 0,2-2 2 0,1-1-3 16,2-3 1-16,0 0-4 0,1 0 0 0,3 2 0 15,-1-2-4-15,1 3 2 0,-1 3-3 0,1 0 3 16,0 0-7-16,-2 3 2 0,1 1-3 0,-4 2 2 15,4 0-3-15,-2 3 0 0,-5 2-1 0,13-2 1 16,-13 2 2-16,11 2-4 0,-3 0 1 0,-2 3 1 16,-1 0 2-16,-1 2 2 0,-1 3-4 0,-2-1 1 15,-1 3-1-15,-1-1 6 0,-3 0-4 0,1-1 2 16,-2 1-1-16,-1 0 1 0,1-2 1 0,-2 1-2 16,1-1 0-16,3-1 0 0,1-2-6 15,-1 0-10-15,3-6 1 0,-3 11-6 0,0-6 0 0,3-5 2 16,3 10 4-16,-3-10 0 0,8 9 0 0,-5-6 2 15,5 1 3-15,-3-1 1 0,5 2-2 0,-4-1 3 16,1-3-2-16,-1 3 5 0,2-2-5 0,-4 2-1 16,2 0 1-16,-6-4 3 0,5 7 2 0,-5-7 1 15,4 8 1-15,-4-8 0 0,0 0 0 0,-10 16 2 16,3-11-1-16,-3 1 0 0,1 1-6 0,-4-3-11 16,-5 3-14-16,2 0-16 0,-1 0-42 0,-2-2-36 15,2-1-50-15,0 1-165 0,0-2-371 0,-1 2 165 16</inkml:trace>
  <inkml:trace contextRef="#ctx0" brushRef="#br0" timeOffset="177353.03">1519 13230 52 0,'0'0'114'0,"0"0"-1"16,0 0-6-16,0 0-1 0,0 0-13 0,0 0-19 16,0 0 5-16,0 0-3 0,0 0-4 0,0 0-11 15,0 0-3-15,0 0-7 0,0 0-1 0,0 0-2 16,0 0-9-16,0 0-2 0,0 0-1 15,0 0-6-15,0 0 0 0,13 0-2 0,1-2-2 0,8 0-10 16,12-2 3-16,2-2-24 0,20 1-44 16,0-3-33-16,-2 0-32 0,-14 5-81 0,11-4-210 15,-18 2 94-15</inkml:trace>
  <inkml:trace contextRef="#ctx0" brushRef="#br0" timeOffset="190786.78">26404 8203 74 0,'0'0'87'0,"0"0"-9"0,0 0-8 0,0 0-16 0,-10 0 6 16,10 0-8-16,0 0-6 0,0 0-5 0,-13-2-2 15,13 2 1-15,0 0-11 0,-14-2 2 0,14 2-11 16,0 0 1-16,-9-2 2 0,9 2-6 0,0 0-2 15,-12-1-3-15,12 1 3 0,0 0-3 0,-7-1-5 16,7 1 1-16,0 0-1 0,-13 1-1 0,13-1 2 16,-11 1-8-16,11-1 8 0,-9 2-2 0,9-2-1 15,-7 1 5-15,7-1-3 0,0 0-4 0,0 0-1 16,0 0-1-16,-11 0 4 0,11 0-1 0,0 0 6 16,0 0 1-16,0 0-7 0,0 0 11 0,0 0-3 15,0 0-2-15,0 0 0 0,20 9 5 0,-4-8 13 16,4 1-3-16,13-1-2 0,6 1 9 0,12-2 6 15,6 3-3-15,6-2-2 0,2 2-4 0,-2 0 5 16,5 0-5-16,-3-2-2 0,-2 2-8 0,2 0 3 16,-1 0-1-16,-3-2 6 0,-4 2-9 0,-1 1 2 15,-3-1-5-15,-14-1-1 0,10 0 1 0,-11 1 2 16,1 2-3-16,-1-2-2 0,-3 3-4 0,1-4-3 16,0 1 0-16,-2 0 1 0,0 3-4 0,-1-4 5 15,-1 3 7-15,-2 0-5 0,-1-1-3 0,-10-1-4 0,4 0-4 16,-4-2 10-16,0 2-5 0,0 0 4 0,-6-1 8 15,1-2 8-15,-1 2-5 0,-5-2 0 0,2 2 4 16,-10-2 6-16,13-2 5 0,-7 4 6 16,-6-2 0-16,10 1 3 0,-10-1 2 0,9 0-1 0,-9 0 7 15,0 0-1-15,0 0-7 0,9-4 4 0,-9 4-6 16,0 0-3-16,0 0-4 0,7-2 2 16,-7 2-3-16,0 0-7 0,0 0-2 0,0 0-4 0,0 0-1 15,0 0-1-15,0 0-1 0,0 0-1 0,0 0-5 16,6-5 1-16,-6 5 0 0,0 0-2 0,0 0-3 15,0 0-1-15,0 0 0 0,0 0-2 0,0 0 1 16,0 0 0-16,0 0-4 0,0 0 3 0,0 0-3 16,0 0 2-16,0 0-3 0,0 0 1 0,0 0-6 15,0 0-2-15,0 0-6 0,0 0-8 0,0 0-21 16,0 0-13-16,0 0-14 0,0 0-12 0,0 0-3 0,0 0-29 16,0 0 3-16,0 0-18 0,0 0-17 15,0 0-12-15,0 0-97 0,-22 8-276 0,22-8 124 16</inkml:trace>
  <inkml:trace contextRef="#ctx0" brushRef="#br0" timeOffset="192058.81">26643 9281 24 0,'-15'-1'47'0,"7"1"6"0,-1-2-7 15,9 2 5-15,-13-1-7 0,2 1-3 0,2 0 8 16,0-2-3-16,-3 1 0 0,12 1-2 0,-19 0-12 16,7-1 0-16,1 1 5 0,2-2-2 0,-3 2-1 15,4 0 1-15,-3 0-5 0,11 0-2 0,-19 0 1 16,13 0-6-16,-3 0-1 0,9 0-4 0,-14 0 5 16,14 0-1-16,-13 0-1 0,13 0-5 0,0 0-7 15,-10-2 2-15,10 2-7 0,0 0 5 0,0 0-5 16,0 0 14-16,0 0 5 0,0 0-10 0,32 5 8 15,-5-1 3-15,9 0-2 0,16 1-2 0,8 0 0 16,1 0 4-16,29 2 0 0,-27-1-7 0,4 0-1 16,25 2-4-16,-25-3 13 0,21 4 3 0,-25-6-5 15,2 3-6-15,-2 1-1 0,5-2 2 0,-5 1-10 16,-2 1 6-16,-6 0-3 0,1 0 1 0,-6-2 4 16,-12-1-4-16,-2 0-1 0,-1-2-1 0,-5 2-2 15,2-2 6-15,-3 0-2 0,-9-1-2 0,-7-1 3 0,-3 2 13 16,0-1 8-16,-3-1 9 0,-7 0 4 0,10 0 12 15,-10 0 1-15,0 0-2 0,10-3-4 16,-10 3-4-16,0 0 1 0,0 0-10 0,5-5 0 16,-5 5-7-16,0 0-1 0,-2-10-5 0,2 10 2 0,0 0-6 15,0 0 0-15,-4-13 0 0,4 13-7 0,-9-5 0 16,9 5-3-16,-3-5-1 0,3 5-1 0,0 0-3 16,-7-4-1-16,7 4-11 0,0 0-6 0,0 0-18 15,0 0-12-15,0 0-19 0,0 0-24 0,0 0-20 16,-13 11-40-16,9-7-41 0,-6 1-102 0,-1 0-307 15,1-2 137-15</inkml:trace>
  <inkml:trace contextRef="#ctx0" brushRef="#br0" timeOffset="-194435.83">4796 12129 134 0,'0'0'139'0,"0"0"-1"0,0 0 2 0,-3-10-16 15,3 10 7-15,0 0-10 0,0 0-9 0,0 0-5 0,0 0-3 16,0-8-8-16,0 8-8 0,0 0-6 0,0 0-13 16,0 0-5-16,0 0-9 0,0 0-1 0,0 0-7 15,0 0-6-15,0 0-1 0,-7-6-4 0,7 6-6 16,0 0-1-16,-12 0-4 0,12 0 3 0,0 0-8 15,-11 2-4-15,11-2-3 0,0 0 6 0,0 0-4 16,-11 0-2-16,11 0 0 0,0 0-2 0,0 0 1 16,0 0 0-16,0 0-2 0,0 0 6 0,-7 1-1 15,7-1-6-15,0 0 1 0,0 0-2 0,0 0 4 16,0 0-1-16,27-3-3 0,-13 2 4 0,4-2-2 16,3 2-3-16,0-1-1 0,0 0 4 0,1 1-17 15,-3-1-15-15,3 0-27 0,-8 2-33 0,3 0-38 16,-7-1-37-16,-1 1-5 0,1 0-126 15,-3 1-311-15,-7-1 139 0</inkml:trace>
  <inkml:trace contextRef="#ctx0" brushRef="#br0" timeOffset="-194166.7">4786 12103 31 0,'0'0'154'0,"0"0"-8"15,-9-2-17-15,9 2-4 0,0 0 3 0,0 0 3 16,-8 12 4-16,7-3-8 0,-3 2 5 0,1 5-8 16,1 3-4-16,-3 7-4 0,1 2-7 0,-1-1-4 15,2 2-9-15,-3-3 2 0,2 0 8 0,0 1-10 16,-1-8-4-16,1 6-9 0,2-4-11 0,-4-3-7 16,5 2-7-16,-3-1-5 0,0-2-4 0,3-2-5 15,-1 2-3-15,2-1-5 0,0-4-13 0,-3-2-22 16,3 0-21-16,0-3-27 0,0-7-29 0,-1 12-31 15,1-12-38-15,0 9-13 0,0-9-31 0,0 0-159 16,0 0-376-16,0 0 167 0</inkml:trace>
  <inkml:trace contextRef="#ctx0" brushRef="#br0" timeOffset="-193734.22">4683 12375 64 0,'0'0'104'0,"0"0"-7"16,0 0 1-16,3-10 7 0,-3 10-5 0,0 0-5 15,25-1-15-15,-12-1-4 0,8 4-11 0,-1-1-1 16,9-1-11-16,0 1 0 0,0-3-1 0,-1 0-4 16,2 2-11-16,-9 0 5 0,1 0 3 0,1-2-1 15,-4 2-1-15,-5-1-4 0,0 1-5 0,-1-1 2 16,-13 1-1-16,17 0 10 0,-10-1 3 0,-7 1 9 16,12-2 1-16,-12 2-1 0,0 0-4 0,0 0-5 15,0 0-9-15,0 0 2 0,0 0-6 0,0 0 0 16,0 0 15-16,0 0-15 0,-26 13-1 0,19-8 1 15,-3 1-4-15,0 3-2 0,-1-3 2 0,1 4-4 16,0-2-1-16,2 1-5 0,-1 0-2 0,3 1-2 16,-1-2 0-16,5 2-1 0,0-3 1 0,2 3-1 15,0-1-4-15,0-9-1 0,4 14 2 0,0-9-1 16,2 0 3-16,3 0-3 0,-2 0-2 0,2-2 1 16,1-1 2-16,3 0-4 0,-2-2 1 0,3 0 0 15,0-2 2-15,0 0-1 0,-2-1 0 0,-1-1-2 16,2-1 4-16,-3-3 5 0,2 2-2 0,-2-2 3 15,-2 0 4-15,-3-2-2 0,-1 0-1 0,-2 0-4 0,-3 1 0 16,0-2-6-16,-3 1-7 0,0 1-7 16,0 2-7-16,-1-1-19 0,0 2-4 0,5 6-18 15,-17-7-17-15,17 7-10 0,-14 0-17 0,14 0-15 16,-14 4-18-16,14-4-26 0,-14 10-20 0,10-1-135 0,-3 0-336 16,3 1 150-16</inkml:trace>
  <inkml:trace contextRef="#ctx0" brushRef="#br0" timeOffset="-193402.09">5250 12550 126 0,'5'-5'142'0,"0"-1"-8"16,-1 0 1-16,1-2-21 0,1 0-2 16,2-2-13-16,-1-1-13 0,1-3-1 0,0 0-10 15,1-1 4-15,-3 1 8 0,-2 1-8 0,2-1-3 16,-2 3 1-16,-1 0 7 0,-1 0 2 0,2 4-5 15,-3 0-11-15,-1 7-3 0,2-12-10 0,-1 6-4 16,-1 6-8-16,1-10-8 0,-1 10 1 0,0 0-11 16,0-9 0-16,0 9-7 0,0 0-2 0,0 0-4 15,0 0 2-15,8-1-1 0,-8 1-7 0,0 0 4 16,11 8-2-16,-3-4 1 0,-2 0-4 0,1-1 4 16,2 1-3-16,1 1-4 0,-2 2 2 0,1-1-3 15,-3-1 2-15,4 4-1 0,-5-2-1 0,2 0 0 0,-2 4-1 16,0-3 1-16,0 1-5 0,-1 0 5 15,0 1-1-15,-3 1-10 0,0 0-17 0,1 1-35 16,-4 0-23-16,2 3-26 0,-1-4-39 0,1 1-42 0,-3 0-101 16,2-1-314-16,1-3 140 0</inkml:trace>
  <inkml:trace contextRef="#ctx0" brushRef="#br0" timeOffset="-193001.92">5993 12286 50 0,'0'0'217'0,"-15"-6"-7"0,3 4-11 0,12 2-11 16,-30 7-11-16,11 0-11 0,2 1-14 0,0 3-15 16,-3 5-12-16,-1 2-13 0,2 1-3 0,8-5-13 15,-1-1-13-15,3 3-11 0,7-5-6 0,-1 1-8 0,2-1-6 16,1-1-5-16,1 1-4 0,2-1-1 15,3 0-6-15,2-3 1 0,2-1-5 0,-1 0-3 16,1-3-2-16,0-2-4 0,1 2 4 0,-1-4-4 0,0-1-3 16,0 0-2-16,1 0 0 0,-1-4-3 15,-1 1 1-15,-1-1 1 0,0-3-2 0,-1 1-2 16,-1-3-1-16,-1 1-1 0,1-6 3 0,-1 5-4 16,0-1 0-16,-3 1 0 0,2 1-2 0,-1-1 2 15,-1 2 5-15,-1 3 1 0,-1 6 2 0,3-10-5 0,-2 3-3 16,-1 7-2-16,5-4-1 0,-5 4-4 0,0 0 1 15,0 0-2-15,8 18 3 0,-7-9 4 0,1 4-7 16,-1 3 1-16,-1 0-20 0,0 2-16 16,-1-1-27-16,1-1-26 0,0 1-44 0,0-5-44 15,0 1-49-15,-2 0-151 0,2-3-406 0,0-10 180 16</inkml:trace>
  <inkml:trace contextRef="#ctx0" brushRef="#br0" timeOffset="-192665.88">6157 12365 99 0,'0'0'216'0,"0"0"-3"15,0 0-13-15,0 0-18 0,13 13-8 16,-11-5-13-16,3 1-13 0,-3 1-11 0,0 0-12 16,-1 1-6-16,2-1-14 0,-2 0-5 0,1-3-8 15,-1-1-9-15,-1-6-8 0,1 9 2 0,-1-9 4 0,1 9 1 16,-1-9 5-16,2 5 14 0,-2-5-1 15,0 0-4-15,0 0-4 0,0 0-11 0,0 0-3 16,0 0-10-16,0 0-5 0,11-19-10 0,-3 9-2 16,-2 0-4-16,3-4-10 0,3-1 2 0,-2-1-10 15,3 1-5-15,-1 0-1 0,1 1-4 0,1 3-4 0,-1-2 1 16,-5 7-5-16,2-1-3 0,-2 3-6 16,-1 2-1-16,0-1-3 0,-7 3 6 0,15 3-3 15,-9 3-1-15,0 0 0 0,0 3-9 0,0 0-14 16,-2 3-7-16,0 4-22 0,-3 0-33 0,-1 2-38 15,-2 0-48-15,3 1-52 0,-5-1-57 0,-1 1-157 0,-3-1-472 16,2 1 209-16</inkml:trace>
  <inkml:trace contextRef="#ctx0" brushRef="#br0" timeOffset="-192154.35">3982 13075 87 0,'0'0'237'0,"0"-13"-6"0,0 6-10 16,0 7-13-16,0-9-10 0,0 9-23 0,0 0-20 16,0-7-13-16,0 7-22 0,0 0-14 0,0 0-2 15,0 0-3-15,0 0-2 0,0 0-10 0,1 34-7 16,-1-16-7-16,0 0-9 0,-1-1-3 0,0 1-4 16,1 1-8-16,1 0-3 0,0-1-10 0,-2 0 3 15,1-1-8-15,2 1-4 0,0-2 1 0,-2 2-7 16,0-5-28-16,3 4-20 0,-5-5-30 0,4 0-29 15,-2-2-43-15,2 1-30 0,-4-5-37 0,2-6-30 16,2 13-116-16,-2-13-369 0,-5 6 163 16</inkml:trace>
  <inkml:trace contextRef="#ctx0" brushRef="#br0" timeOffset="-192011">3943 12960 94 0,'0'0'120'16,"0"0"-21"-16,0 0-33 0,0 0-42 0,19 13-38 0,-13-4-52 15,-4 3-70-15,2 6 32 0</inkml:trace>
  <inkml:trace contextRef="#ctx0" brushRef="#br0" timeOffset="-191367.94">4334 13156 140 0,'-3'-5'196'15,"-5"-2"2"-15,3 2-1 0,-3-2 0 0,0 3-2 16,-2-1-6-16,3 2-18 0,-1-2-14 0,-2 3-15 16,0 0-15-16,1 2-14 0,-2 0-9 0,0 4-15 0,1 3-6 15,-1 1-8-15,3 2-7 0,0 1-10 0,-1 4-4 16,1 1-9-16,4 0 0 0,2 0-9 15,-2 0-3-15,3-3-7 0,2 3 5 0,3-2-4 16,0 2-1-16,2-5-3 0,-1-2-2 0,2-1-3 16,0 0-2-16,1-1 0 0,-1-2 7 0,4-1-8 0,-2-2-2 15,3-2 1-15,0-2 0 0,1-2-6 0,-2-2 4 16,5-2-2-16,-2-2 0 0,0-5-3 0,0 3 4 16,-3-3-4-16,1-2-1 0,-2-1-1 15,-2 3 2-15,-3-3 0 0,0-2 0 0,2-5-1 16,-3 1-2-16,-4-1-1 0,2 6 0 0,-2-8 0 0,-2 8 0 15,1-1 2-15,-2-4-3 0,2 6 2 0,-1 2-4 16,-2 0 3-16,1 3 0 0,2 3-2 0,-1 0-2 16,0 4 0-16,1-1-3 0,1 7 0 0,-3-10-3 15,3 10-1-15,0 0 2 0,0 0-1 16,0 0-1-16,0 0-2 0,2 41 3 0,-2-12 9 0,0-3-5 16,0 3-2-16,0 0 1 0,0 2 3 0,1-5-3 15,0-1-1-15,1-5 4 0,0-1-6 16,1 1 3-16,-1-4 2 0,4 1 4 0,0-6-2 15,0 1-4-15,2-3 3 0,1 0 4 0,-2-1-1 16,2-2 2-16,0-1 7 0,4-4-8 0,0 1 2 0,2-5-2 16,2 0-2-16,-1-3 4 0,1-1-3 0,0-2 4 15,-1-1-1-15,0-1-1 0,-4-2-2 16,2-1 4-16,-3-1-1 0,1-3-1 0,-4 1-2 0,1-1 4 16,-4 0-3-16,0 3 2 0,0-3-2 0,-2 4 0 15,-3 1-1-15,-3 5 1 0,2 1-4 0,1 7-1 16,-6-11 0-16,1 7 0 0,5 4-4 0,-11-2 8 15,11 2-1-15,-19 9-7 0,6 2-2 0,1 6 7 16,-1-3-7-16,2 2 5 0,0 1-5 16,3 0 6-16,2 1-4 0,2 0 1 0,3-1-27 15,1-2-22-15,2 3-42 0,4-3-48 0,0-1-51 0,2-4-43 16,0-1-148-16,4-2-418 0,0-1 185 0</inkml:trace>
  <inkml:trace contextRef="#ctx0" brushRef="#br0" timeOffset="-190754.31">4948 13077 13 0,'0'0'228'0,"-9"-5"-11"0,9 5-13 0,-13 1-13 0,4 3-16 16,-2 3-10-16,-2 3-15 0,-1 4-18 0,2 0-12 15,1 1-14-15,1 3-8 0,2-2-11 16,0 0-8-16,4 1-12 0,2-3-2 0,-1-2-7 15,3 1-4-15,2-4-6 0,0 3-7 0,2-4-5 0,1-3 3 16,0 1-5-16,4-3 1 0,-1-2-6 16,1-1 0-16,1-2-5 0,1-1-1 0,0 0-5 15,-2-4 4-15,2 1-4 0,-2-2-5 0,-1 0 1 0,0-2 0 16,-1 0 0-16,-2 1 8 0,0-1-1 16,-1-2-2-16,0-1-1 0,-4 2-4 0,3-1-3 0,-5-1 1 15,4 0 7-15,-2 4 5 0,0 2 9 0,0 7 10 16,0 0-3-16,-2-18-2 0,2 13-8 15,0 5-8-15,0 0-4 0,0 0 9 0,0 0-9 0,0 0 9 16,0 0-14-16,-6 23-3 0,6-12 1 16,1 1-3-16,1 0-1 0,-2 0 1 0,1 3-3 15,1-1 5-15,0-4-3 0,0 1-1 0,3-1-2 16,-1-1 3-16,0 3-10 0,0-4-10 0,2-2-10 0,2 0-8 16,-1 0-20-16,0-2-14 0,2-2-16 0,1-2-7 15,0 0-8-15,-1-2-14 0,3-2 1 16,-3 1-4-16,0-1 2 0,1-4 6 0,0 0-3 0,3-3-2 15,-4-2 7-15,2-1 13 0,-3-2 2 0,1-2 11 16,-1-1 10-16,1-5 1 0,-2 0 14 0,-3 5 19 16,0 0 18-16,0-8 13 0,-3 6 21 15,1-3 12-15,0 8 32 0,-2-2 18 0,0 8 23 16,1-2 16-16,-1 1 1 0,-1 5 11 0,2-2-18 0,-1 8-14 16,-1-10-11-16,1 10-8 0,0 0-10 0,0 0 14 15,0 0 8-15,0 0 2 0,-9 23-4 0,5-4-2 16,0 6-7-16,-1 1-3 0,0-2-6 15,1 1-1-15,0 0-10 0,-1 1-7 0,0-1-2 16,4 0 2-16,0 1-14 0,-3-2-2 0,1 1-13 0,2-1-32 16,0-5-31-16,1-1-36 0,0 0-53 0,0 0-68 15,2-1-54-15,-3 1-241 0,1-7-530 16,0 0 234-16</inkml:trace>
  <inkml:trace contextRef="#ctx0" brushRef="#br0" timeOffset="-190195.94">5553 12995 225 0,'0'0'237'0,"-3"-7"-9"0,3 7-12 0,0 0-14 0,0-9-27 16,0 9-17-16,0 0-17 0,0 0-16 15,0 0-14-15,0 0-10 0,0 0-6 0,-7 36-10 16,4-17 1-16,-3 9 12 0,1-1-7 0,0-2-7 16,0 2 0-16,3 0-3 0,-2-1-9 0,-1-2-8 0,2 5-1 15,2-10-11-15,-2 1-6 0,2-1 2 16,0 6-6-16,1-8-5 0,-3-2-2 0,3 2-3 16,0-6-7-16,0 0-16 0,3 2-23 0,-3-4-29 15,0 0-31-15,0-9-41 0,-3 13-35 0,3-13-33 16,0 9-32-16,0-9-178 0,-2 5-425 0,2-5 188 0</inkml:trace>
  <inkml:trace contextRef="#ctx0" brushRef="#br0" timeOffset="-189570.26">5397 13166 28 0,'15'-3'147'0,"-5"2"-7"0,3 2 0 0,1 0-6 0,5 6 4 15,0 1-13-15,2 0-3 0,3 4-11 16,-1 1-9-16,-6-1-7 0,2 7-8 0,-5-7-7 16,-4 2-4-16,1 2-7 0,-4-3-3 0,1 3-3 0,-2 0-10 15,-3-3-1-15,-1-5-4 0,-2 3-3 0,0-1-3 16,-4 0-6-16,1-1-5 0,-1-2 0 0,-2 0-1 16,3-1-1-16,-3-2-5 0,0-1 3 15,6-3 6-15,-6 7 4 0,6-7 0 0,-9 2-1 16,9-2-5-16,0 0-1 0,0 0-2 0,-9-9-4 0,9 9-4 15,-1-11-4-15,1 11 2 0,6-12-3 0,-2 2-2 16,1 1 1-16,1 0-1 0,2 1-2 0,-2-2-2 16,2 2 2-16,4-4-3 0,4 1-4 15,-2 0 1-15,4 0-1 0,-1 2 1 0,1-2 1 16,-1 1-4-16,-1-1 3 0,-1 3 0 0,-3 1-3 16,-3 0 1-16,1 0 3 0,-1-1 3 0,-1 1 5 0,-3 0 5 15,0 2 3-15,-2 0-1 0,0 0 0 0,-3 5 4 16,4-10-1-16,-4 10 3 0,1-6-4 15,-1 6-3-15,0 0-2 0,0 0-4 0,0 0-2 16,0 0 0-16,-27 8-1 0,18 1 3 0,-1 0 0 0,0 3-2 16,0 3 1-16,2-2-3 0,-1-2 2 0,4 1-2 15,0-1 1-15,1 2-6 0,0-3 4 0,2 1-3 16,2 0 4-16,0-2-2 0,1-2-1 16,1 0 1-16,4-1-1 0,1-3 0 0,0 1 2 15,3-3 3-15,-2-1-1 0,6-2-4 0,0-1-4 0,-1 0 8 16,3-4-7-16,1-2 5 0,-1 0-2 15,-3-2-2-15,1 0 0 0,-1 0 0 0,-4-2 0 0,2 1-2 16,1-2 0-16,-2 1-2 0,-4 4 3 0,1 2 0 16,-1 0 0-16,-3 1-3 0,1 1-3 15,-4 5-5-15,6-6 0 0,-6 6 0 0,0 0 4 16,0 0-2-16,0 0-1 0,9 15 3 0,-9-5 1 0,0 1 2 16,-1 1 0-16,-2 3-17 0,1 2-23 0,-1 0-32 15,-1 1-34-15,2 0-39 0,-2-2-41 0,1 0-33 16,1-5-176-16,2 0-425 0,-2 0 188 0</inkml:trace>
  <inkml:trace contextRef="#ctx0" brushRef="#br0" timeOffset="-188703.75">6030 13386 94 0,'0'-9'138'0,"-1"-2"28"16,1 0-18-16,0-1 0 0,1 0-3 0,1-4-2 15,-1 5-7-15,2-7-6 0,2 1-4 0,-3 7 5 16,3-2-8-16,3-2-10 0,-2 5-11 0,5-3-9 15,-1 3-10-15,0 1-7 0,-1 3-8 16,0 2-7-16,2 2-10 0,1 2-4 0,-3 2-2 0,1 1-6 16,-1 2-7-16,-2 2-3 0,0 1 1 0,1 1-7 15,-4 0 2-15,2 5-4 0,-2-3 6 0,1 3-7 16,0-4-3-16,-1 0-2 0,0-3-2 0,0 2 1 16,-2-3 0-16,2 0-1 0,0 0-1 0,1-3 3 15,1 0 4-15,-6-4 1 0,16 3-1 0,-2-3 1 16,-3-1 0-16,2-2-4 0,2-3 1 0,2-3 0 15,-4 3-1-15,2-1-2 0,-4-1 1 0,1-3 1 16,-3 1 0-16,4-3 1 0,-3 2-5 16,-4-5 2-16,2 1-2 0,-3-2-3 0,-2 2 4 0,-1-1-4 15,0 1 2-15,-1 2-1 0,0 1 3 0,0 2-6 16,-1 1 8-16,0 9 3 0,-2-10 2 16,2 10-6-16,0-9-7 0,0 9-2 0,0 0-1 0,0 0 2 15,0 0-3-15,0 0 5 0,-7 23-6 0,5-11 2 16,0 3-1-16,1 5 0 0,0-2 0 0,1-1-1 15,1 2 4-15,2-2-6 0,-1 2 5 0,1 0-6 16,0-2 2-16,-2 0 1 0,0-2 3 16,2-1-4-16,-2-3 0 0,0 0 1 0,2-2-3 0,-2-2 6 15,-1-1-3-15,0-6 4 0,3 9-3 0,-3-9 1 16,1 7 3-16,-1-7 6 0,0 0-5 0,0 7 5 16,0-7 1-16,0 0-3 0,0 0-2 0,0 0-5 15,0 0-2-15,0 0 1 0,0 0 3 0,10-24-4 16,-6 14 1-16,1 1-1 0,5-4-3 0,0-1 0 15,-1-1 3-15,7 1-3 0,-3-7 0 0,1 5-2 16,-2 2 9-16,1-2-9 0,0-1 2 0,-2 1 3 16,1 2 0-16,-3 4-4 0,0 1 1 0,-3-1 1 15,-2 2 1-15,0-1 2 0,1 5 4 0,-1-1 3 16,-4 5 4-16,5-10-6 0,-5 10-5 0,3-6-3 16,-3 6-1-16,0 0-4 0,0 0 4 0,0 0 1 15,0 0-2-15,-2 27 1 0,0-17 7 0,0 0-6 16,0 1 2-16,0 0-3 0,1 0 3 0,2-2 0 15,1 1-1-15,-1 0 1 0,0-1-1 0,2-1 4 16,0 0-3-16,2-1 5 0,-1-3-1 0,1 0 0 16,3-2 4-16,0-1 2 0,-8-1-1 0,18-4-1 15,-8 1 0-15,1 0 0 0,1-2-1 0,-1 0-1 16,0-3 1-16,0 0-1 0,-2 1 2 0,-1-3-5 16,1 1 3-16,0-1-2 0,-5 1-1 0,1-2 2 15,0 3-6-15,0-2 1 0,0 0 1 0,-1 5-1 16,0 0 2-16,-1 0-6 0,-3 5-2 0,2-7 0 15,-2 7-1-15,0 0-2 0,0 0-1 0,0 0 4 16,0 0-1-16,0 0 2 0,-1 28 3 0,-3-18-5 16,1 3 3-16,-3 3-5 0,0 0 7 0,-2 0-3 15,4 1-1-15,0-1 1 0,-1 1 2 0,3-2-3 16,-3 1 4-16,1 0-5 0,1-6-14 0,1 2-12 16,-1 1-34-16,-1-3-29 0,2 1-44 0,-4-2-38 15,3 1-46-15,-4 0-34 0,0-2-158 0,0 0-448 16,-1 0 199-16</inkml:trace>
  <inkml:trace contextRef="#ctx0" brushRef="#br0" timeOffset="-188541.61">6572 12979 11 0,'0'0'138'0,"0"0"-20"0,0 0-31 15,0 0-36-15,0 0-33 0,0 0-39 0,0 0-46 16,0 0-74-16,22 25 33 0</inkml:trace>
  <inkml:trace contextRef="#ctx0" brushRef="#br0" timeOffset="-188297.75">6970 12982 217 0,'2'-3'245'0,"-2"3"2"0,5-10-26 16,-5 10-25-16,0 0-19 0,0 0-16 0,0 0 1 16,0 0-12-16,14 21 2 0,-10-6-10 0,-2 5-4 15,-4 4-7-15,1 2-15 0,-2 0-4 0,1 3-12 16,-2-1-10-16,-1-1-3 0,0 0-7 0,0-2-6 16,-2 1-6-16,1-2-12 0,-1 0 0 0,5-6-9 15,-3 0-6-15,2-6-4 0,1 1-12 0,-1-1-37 16,2-1-33-16,0-3-39 0,-2 0-47 0,2-1-33 15,1-7-37-15,-3 9-26 0,3-9-184 0,-2 7-445 16,2-7 197-16</inkml:trace>
  <inkml:trace contextRef="#ctx0" brushRef="#br0" timeOffset="-187973.02">6950 13182 123 0,'6'-1'138'0,"-6"1"-2"0,14-2-24 0,-5 3-4 16,-2 1-12-16,2 5 1 0,-1-2-6 0,2 1 1 16,-3-2-1-16,-1 3-4 0,0 3-12 0,3-3 5 15,-1 1 0-15,-3 1-5 0,2-1-4 0,-4 2-3 16,4-4-4-16,-1 1-9 0,-1-1 2 0,2-1 4 16,-1 1 13-16,2-3-2 0,-2-1 7 15,2 1 2-15,2-1-7 0,0-2 2 0,0-2-1 0,-1-1-1 16,4-1 0-16,-3-2 0 0,1 0 4 0,-3-3 7 15,0 2-5-15,0-2-5 0,-2-1-2 0,2-1 1 16,-3 1-11-16,-1-2-3 0,-2-2-12 0,1 3-3 16,-3-5-6-16,0 4-2 0,-1 0-7 15,-1 0-16-15,-1 3-17 0,1 2-20 0,-2 3-24 0,4 4-22 16,-11-8-29-16,11 8-23 0,-15 6-32 0,4-1-34 16,-3 5-34-16,1 1-195 0,-3 4-448 0,6 0 198 15</inkml:trace>
  <inkml:trace contextRef="#ctx0" brushRef="#br0" timeOffset="-187575.38">7287 13381 150 0,'10'-8'205'16,"1"1"-2"-16,5-2-2 0,-3-2-6 0,-3 1-12 16,3-3-10-16,-2-1-10 0,-1-1-14 0,-1 2-4 15,2-2-9-15,-3-1-4 0,-1 1 2 0,-3-2-16 16,-1-1-6-16,0 0-12 0,0 2-4 0,-3-1-7 15,-3 2-5-15,0 3-8 0,-3-2-9 0,3 4-3 16,-3 2-7-16,0 0-7 0,6 8 5 0,-8-10-12 16,8 10-5-16,-6-10-6 0,6 10-4 0,-6-7-3 15,6 7-8-15,0 0-2 0,0 0-1 0,-1-6-1 16,1 6 3-16,0 0 0 0,0 0-6 0,0 0 3 16,0 0 0-16,41 8 0 0,-22-7 0 0,2-2-1 15,7 2-3-15,-6 0-1 0,-2-1-2 0,-3 3-3 16,0 0 0-16,-4-1-3 0,-2 3 2 0,0-1-1 15,-2 2-3-15,1 1 0 0,-3 2 7 0,-1 0-4 16,-1 2 4-16,-4 1 3 0,1 1 5 0,-2-1-3 16,-3 4 2-16,1-1 1 0,0 0 4 0,0 2-5 15,0-2 1-15,1-1 3 0,-4-1-8 0,4-1-1 16,-2-1 3-16,2 0-5 0,-2-1-4 0,2-3-22 16,0-1-23-16,1 3-34 0,-3-2-34 0,3-7-41 15,0 0-39-15,-1 16-44 0,1-16-38 0,0 13-150 16,0-13-459-16,-4 10 203 0</inkml:trace>
  <inkml:trace contextRef="#ctx0" brushRef="#br0" timeOffset="-186834.15">4281 14044 24 0,'-1'-10'156'0,"-1"2"1"0,0-3 4 0,-1 1 0 16,-1-1-11-16,3-1 0 0,-4 3-8 0,1-1 2 16,2 2-5-16,-1 1-14 0,0 2 2 0,3 5-1 15,-5-11-5-15,5 11-20 0,-1-8-10 0,1 8-15 16,0 0-11-16,0 0-2 0,0 0-7 0,0 0-5 15,10 19 1-15,-2-2-7 0,3 5 0 0,1 5-6 16,1 1-2-16,-2-2-4 0,0 1-4 0,0-2-3 16,0-1-2-16,0-1-1 0,-2-6-2 0,-2 0-3 15,1 1 2-15,0-5-2 0,0-1 0 0,-1-2-3 16,1 0-2-16,-2-2 2 0,0 1-4 0,-2-3 5 16,1-2-1-16,-1 0 9 0,0 0 5 0,-4-4 11 0,8 4 7 15,-8-4-3-15,0 0-2 0,11-8-6 16,-7 0 1-16,1-2-5 0,0-2 0 0,3-4-5 15,-2-3-1-15,3-5-3 0,-1 0-5 0,-2-3 0 16,3-1-3-16,-2 1-3 0,0-2 2 0,2-3-1 16,-1 5-3-16,-3 1-3 0,1 2 5 0,0 4-4 15,-3 1-1-15,0 9-2 0,-2 0 1 0,3 2-10 16,-2 3-14-16,-2 5-31 0,4-12-30 0,-4 12-12 16,0 0-15-16,0 0-12 0,0 0-31 0,0 0-51 15,-7 39-36-15,-1-21-174 0,-2 7-442 0,2-7 196 16</inkml:trace>
  <inkml:trace contextRef="#ctx0" brushRef="#br0" timeOffset="-186381.72">4811 14145 59 0,'0'0'203'0,"-11"-6"-1"0,11 6-13 0,-16-2-11 15,7 2-16-15,-1 4-1 0,-3 0-17 0,3 0-10 16,1 1-10-16,-1 1-16 0,1 3-10 0,1 1-6 16,2-1-10-16,-2 1-8 0,2 1-1 0,1 2-14 15,1-4-2-15,4 4-7 0,-1-4-5 0,3 2-3 16,1-2-1-16,2 0-3 0,-1-3-7 0,5 1-2 16,-2-1-1-16,0-3-3 0,3 0 0 15,3 1-3-15,-2-4 1 0,1 0-5 0,-5-2-1 0,5 1-6 16,-6-3 5-16,4 2-1 0,-3-1 1 0,-1 0-4 15,1-1 2-15,-7 4-3 0,7-6-3 0,-3 2-1 16,-4 4 1-16,3-5-2 0,-3 5 1 0,0 0-6 16,0 0 6-16,-14-10-8 0,7 9 3 0,7 1 0 15,-16 0-2-15,3 0 0 0,0 2 4 0,-1 2 1 16,3 3-1-16,-3-4-1 0,2 1 2 0,0 4 6 16,2 0-3-16,1-1 1 0,0 2 7 0,2-1-6 15,-1 2 0-15,3-2-3 0,1 2 6 0,3 0-3 16,0-1-1-16,1 0-2 0,0-9 2 0,2 15-2 15,5-8 3-15,-2 2-2 0,1-5-3 0,0 1-12 16,1-1-23-16,3 0-26 0,0 0-33 16,2-2-32-16,-12-2-28 0,23-1-16 0,-13 0-21 0,3-1-20 15,-3 0-117-15,2-2-350 0,-2 0 156 0</inkml:trace>
  <inkml:trace contextRef="#ctx0" brushRef="#br0" timeOffset="-186153.38">4961 14214 151 0,'0'-16'217'0,"0"10"-10"0,0 6-3 0,1-9-11 0,-1 9-11 16,0 0-18-16,-1-11-15 0,1 11-16 0,0 0-10 15,0 0 3-15,0 0-2 0,0 0 2 0,0 0-7 16,2 33-7-16,-3-20-13 0,-2 3-6 16,5-1-11-16,-4 2-3 0,0-1-11 0,-3 1 4 15,2 1-13-15,-4-1-10 0,5 0-2 0,0 1-6 16,1-1-3-16,-1-5-7 0,0 4-22 0,0-5-25 0,1 0-25 15,1 0-37-15,-1 0-31 0,1-11-30 0,1 18-24 16,-1-18-28-16,0 10-24 0,0-10-143 0,0 13-388 16,0-13 173-16</inkml:trace>
  <inkml:trace contextRef="#ctx0" brushRef="#br0" timeOffset="-185731.6">4934 14244 42 0,'0'-12'174'0,"3"3"-5"0,-1-2-3 0,4 0-8 16,1 3 4-16,-1 0-9 0,2 2-8 0,2 0-11 16,2 2-8-16,-1 2-10 0,3 2-8 0,-2 0-5 15,0 3-11-15,0-1-6 0,6 1-7 0,-7 3-2 0,1-1-10 16,-1 1-6-16,-2 0-4 0,-1 1-4 16,0-1-12-16,-1 1 3 0,-2 1-5 0,-2-2-1 0,-3 2-4 15,0-8-1-15,0 14-3 0,-3-4-3 16,2-4-4-16,-3 3-2 0,0-4-6 0,-1 1 2 15,5-6-5-15,-6 8 1 0,3-2 0 0,3-6-3 16,-3 8-2-16,3-8-1 0,-3 6-2 0,0 1-1 0,3-7 1 16,0 0-2-16,3 12-3 0,-3-12 4 0,3 10-5 15,2-4 3-15,-1-2 7 0,1 1-8 16,0 2-1-16,1-3 2 0,-2 2-5 0,4 1 5 16,-2 1-4-16,2 0 2 0,-5-2-4 0,4 0 3 15,-2 1 0-15,0-1 2 0,-5 1-1 0,3-2 0 16,-1 1 2-16,-2-6-1 0,6 7-2 0,-6-7 2 0,4 8 1 15,-4-8 1-15,3 9 1 0,-3-9 1 0,0 0 3 16,-7 10-2-16,7-10-6 0,-8 6 9 16,3-5-1-16,5-1-3 0,-12 4-5 0,4-1-10 15,1-2-8-15,7-1-28 0,0 0-21 0,-21 1-27 16,21-1-37-16,-15 3-35 0,15-3-45 0,-16-1-138 16,16 1-376-16,-12-4 166 0</inkml:trace>
  <inkml:trace contextRef="#ctx0" brushRef="#br0" timeOffset="-185534.94">5457 14244 14 0,'6'-4'214'0,"-6"4"-4"15,9-4-17-15,-9 4-15 0,10-1-19 0,-3 0-19 16,-7 1-9-16,16-2-13 0,-6 2-15 0,1 2-7 15,0-1-28-15,-11-1-41 0,17 4-48 0,-5-3-68 16,-5 2-56-16,-7-3-88 0,8 5-253 0,-8-5 113 16</inkml:trace>
  <inkml:trace contextRef="#ctx0" brushRef="#br0" timeOffset="-185351.97">5418 14376 145 0,'0'0'214'0,"0"0"-6"0,0 0-11 16,0 0-13-16,0 0-9 0,0 0-7 0,0 0-15 16,0 0-13-16,0 0-13 0,26 3-12 0,-15-2-9 15,2 1-14-15,5-2-14 0,0-2-37 0,0 2-34 16,-4-1-44-16,-1-1-38 0,6 0-40 0,-1-1-41 16,1 0-139-16,-6 0-319 0,3-2 141 0</inkml:trace>
  <inkml:trace contextRef="#ctx0" brushRef="#br0" timeOffset="-184939.15">6041 14111 155 0,'0'0'250'0,"-4"-10"-9"0,4 10-7 15,-9 0-10-15,9 0-14 0,0 0-19 16,-19 7-10-16,11-1-13 0,0 2-8 0,-2 0-9 15,2 2-8-15,2 0 3 0,-2 4-12 0,2-2-22 0,1 4-10 16,1-4-12-16,-2 2-8 0,3-3-1 0,-1 3-11 16,3-3-6-16,0 1-7 0,1 1-8 15,0-1-3-15,1 0 2 0,0-2-10 0,0 2-2 16,3-3-5-16,-1 0 0 0,-1-3 7 0,2-1-14 16,0 0 1-16,1-1 0 0,5-1-1 0,-1 0 2 15,3-2-5-15,2-1-5 0,-1-1 1 0,5-4 3 16,-2 2 0-16,1-2-3 0,1-1 6 0,-4-1 1 15,4 0 7-15,-5-3 0 0,-2 2 4 0,-1-1 7 0,2-2-1 16,-4-1-2-16,-1-2 2 0,1-1 1 16,-4 1-3-16,-1-4-5 0,-1 2 7 0,-2 0 2 15,0 2 3-15,-3-2-12 0,-5 2 2 0,5-2-2 16,-6 6-4-16,1-1-1 0,-1 1-15 0,-2 2 9 0,3 1-6 16,-2 2-4-16,-3 3-5 0,1 1-16 15,0 1-31-15,-4 2-34 0,2 3-41 0,-4 3-49 16,2 2-59-16,0 0-69 0,2 2-322 0,-4-1-665 15,4 2 294-15</inkml:trace>
  <inkml:trace contextRef="#ctx0" brushRef="#br0" timeOffset="-182963.83">4464 14929 64 0,'-8'-4'132'16,"8"4"-10"-16,-9-2-6 0,9 2-6 0,-8-2-10 15,8 2 9-15,0 0-6 0,-9-1-8 0,9 1-5 16,0 0-1-16,0 0-6 0,-7-2-11 0,7 2-10 15,0 0-4-15,0 0-6 0,0 0-6 0,0 0-1 0,0 0-9 16,0 0 5-16,0 0-8 0,29-5-2 16,-17 4 0-16,2 0-9 0,5-1 6 0,0 0-7 15,0 0 2-15,0 2-11 0,-1-3-8 0,0 2-15 16,-3 1-8-16,2-2-22 0,-3 2-6 0,0-1-32 16,-2 1-4-16,2 1-3 0,-4-1-24 0,0 2-12 15,0-2-84-15,-2 1-222 0,-8-1 98 0</inkml:trace>
  <inkml:trace contextRef="#ctx0" brushRef="#br0" timeOffset="-181875.63">4610 14894 98 0,'0'0'118'0,"0"0"-5"16,0 0-6-16,0 0 8 0,-5 8 4 0,5-8 1 15,-2 11-10-15,1-2-15 0,1 1-8 0,0 2-1 16,0 2 3-16,1 1 5 0,1 3-7 16,0 0-10-16,-1 0-3 0,0 0-2 0,2 1 0 0,-1 0-6 15,0-1-4-15,0-1-6 0,1 2-6 0,-3-3-2 16,0-3-8-16,2 3-2 0,-2 0-5 0,2-5 0 16,-2 2-7-16,1-2 2 0,-1-1-4 0,0 0-3 15,-1-2-4-15,1-8-1 0,-2 14-1 0,2-8 0 16,0-6 0-16,-1 12-2 0,-2-7 0 0,0-1 3 15,3-4-2-15,-7 6-2 0,7-6-1 0,-10 4 2 16,5-3-6-16,5-1 1 0,-14 0-3 0,14 0 1 16,-21-5-4-16,10 4 2 0,-2-1-1 15,0-1-1-15,1 1-1 0,1 0 1 0,1 0-4 0,0-1 4 16,1-1-2-16,3 1 0 0,6 3 2 0,-11-3-2 16,11 3 2-16,-10-4-5 0,10 4 1 0,-8-3-1 15,8 3-1-15,0 0 1 0,0 0-4 16,0 0 5-16,0 0 1 0,0 0 0 0,0 0 1 0,27-3 2 15,-14 2-6-15,5 2-4 0,-1-2-10 16,2 1-12-16,1-1-16 0,-2 1-14 0,1-2-19 0,-2 0-10 16,2 1-12-16,-1 0-12 0,-3-1-2 0,1 0-1 15,-4 0 1-15,4 1 7 0,-4-1 5 0,0 0 10 16,2 0 11-16,-2-3 5 0,0 3 7 16,-3-2 11-16,0 0 5 0,-9 4 3 0,17-7 13 15,-12 3 6-15,-5 4 9 0,9-8 7 0,-4 2 23 16,-5 6 10-16,9-12 12 0,-9 12 8 0,1-14 5 15,0 9 21-15,-1-1 10 0,0 6 13 0,2-9 5 0,-2 9-1 16,1-9 1-16,-1 9 9 0,0 0-4 0,-1-10-11 16,1 10-8-16,0 0-12 0,0 0-7 15,0 0-4-15,0 0-4 0,0 0 6 0,0 0-3 16,1 24 7-16,0-12-1 0,-1 2-1 0,0 1-6 16,-1 3-6-16,1-1-5 0,1 8-3 0,-1-4 0 15,-1-2-1-15,1-1-5 0,-1-1-5 0,-1-2-3 0,2-4-2 16,0 1 0-16,0-1 1 0,0 2-5 0,0-4-3 15,0-2 2-15,0-7-9 0,0 14 7 0,0-14-4 16,2 9 2-16,-2-9-1 0,-3 7 1 16,3-7 1-16,0 0 0 0,0 0 0 0,0 0-1 15,0 0 0-15,0 0 7 0,0 0-10 0,0 0-2 16,0 0 3-16,-12-26 0 0,8 15-1 0,0 0-4 16,3-6 0-16,-1-3-3 0,1 0 4 0,1 1-2 15,3 1 0-15,-1-1 1 0,1 0-3 0,2-6 7 16,0 6-7-16,2 0-4 0,4 4 0 0,-2 0-2 15,1 0 3-15,-4 6-4 0,1 1 0 0,-1 1 1 16,3 1-3-16,1 1 3 0,2 3-5 0,0 2 4 16,-1 2-1-16,-2 3 1 0,1-1 2 0,-1 2-2 15,-1 1 0-15,-2 2 2 0,0 1 0 0,-2 0-2 0,-1 2 1 16,-1-2 1-16,-2 2-1 0,-4 2 5 16,2-1-2-16,-6-3-2 0,2 7 2 0,-3-2 0 15,2-5-1-15,1 1-3 0,0-2-3 0,2 0-10 16,4-9-4-16,-7 10-6 0,7-10-5 0,-5 10-3 15,5-10 4-15,-1 8 2 0,1-8-1 0,0 0-2 16,0 0 2-16,8 12 4 0,-8-12-1 0,11 5 2 16,-11-5 4-16,13 2 3 0,-5-2 0 0,-1 1 2 15,1 2-1-15,0 1 5 0,-2-1-4 0,-1 0 6 16,2 1-3-16,0-2 4 0,-3 4-1 0,-4-6 0 16,8 7 2-16,-8-7 2 0,2 8 0 0,-2-8 12 15,0 9 4-15,-5-2 2 0,5-7-1 0,-11 11 4 16,2-6 4-16,1 1-4 0,-3 0 1 0,-1-1 3 15,-1-1-6-15,-1 0 6 0,4-1-8 0,0 1 1 16,-3 2 2-16,3-6-6 0,2 3 1 0,-3-1-3 16,2 0-12-16,1-1-25 0,8-1-23 0,-15 3-39 15,15-3-40-15,-11 0-30 0,11 0-181 0,0 0-371 16,-14-6 164-16</inkml:trace>
  <inkml:trace contextRef="#ctx0" brushRef="#br0" timeOffset="-181687.12">5288 15217 36 0,'10'-2'183'0,"-3"0"-18"0,-7 2-6 16,19-2-14-16,-9 0-23 0,4 1-4 0,4 0-14 15,-4 1-9-15,-1 0-23 0,-2-2-43 0,3 4-36 16,-2-2-43-16,-3 0-33 0,-2 1-99 15,-7-1-196-15,0 0 87 0</inkml:trace>
  <inkml:trace contextRef="#ctx0" brushRef="#br0" timeOffset="-181493.66">5261 15345 161 0,'0'0'176'0,"0"0"16"0,0 0-4 15,0 0-11-15,0 0-15 0,14 8-14 0,-4-7-13 0,1 1-13 16,1 0-16-16,6-1-4 0,-5-1-12 16,2 0-32-16,-1 0-37 0,-1-1-35 0,1 2-31 15,3-2-32-15,0 1-29 0,-4-2-24 0,4-1-16 16,0 0-74-16,-1 0-239 0,4-3 106 0</inkml:trace>
  <inkml:trace contextRef="#ctx0" brushRef="#br0" timeOffset="-181151.91">5733 15189 58 0,'-2'-12'198'0,"2"12"13"16,-1-8-4-16,1 8-4 0,0 0-13 0,-2-10-16 15,2 10-18-15,-6-2-12 0,6 2-2 0,0 0-1 16,0 0-6-16,-16 19-8 0,12-10-9 0,-1 4-11 16,-2 1-12-16,1 0-4 0,0 1-12 0,3-2-3 15,2-1-6-15,2 5-8 0,0-1-6 0,2 0-5 16,2-4-1-16,0-2-7 0,0 0 1 0,2-1-1 15,2-2-5-15,9 0-1 0,-8-4-2 0,8 3 2 16,-3-5-8-16,0-1 12 0,6-1-18 0,-3-1 3 16,2-5 5-16,-2 2 4 0,0-4-9 0,0-2-3 15,-4-1-1-15,0-1-3 0,-1-2 10 16,-3 3-13-16,1-4 1 0,-3 1-3 0,-3-2 1 0,-1-1-6 16,-4 2 4-16,-1-4-2 0,-3 1 1 15,-1 1-4-15,0 1-2 0,-7 1 5 0,3 2-5 0,-1-2-4 16,0 8 0-16,0-2 2 0,1 6-1 0,-4-2-10 15,1 3-15-15,-2 5-11 0,14-2-38 0,-30 7-27 16,13 0-43-16,-1 2-53 0,8-1-61 16,-4 4-220-16,2-4-516 0,6 1 229 0</inkml:trace>
  <inkml:trace contextRef="#ctx0" brushRef="#br0" timeOffset="-180192.01">6641 13924 40 0,'0'0'145'0,"-5"-7"-7"0,5 7-7 16,0 0-15-16,-1-8-8 0,1 8-9 0,0 0 2 15,0 0-3-15,19 3-1 0,-19-3-8 0,22 5-2 16,-11 0-5-16,6 3-5 0,-6-4-5 0,5 5-9 16,-2-2-4-16,0 5-3 0,1-3-5 0,-1 2-6 15,2 2-1-15,-4 1-2 0,1-1 0 0,-3 2-17 16,-1 2 2-16,0-2-2 0,-2 2 1 0,-4 1-1 15,1 1 6-15,-4-2-1 0,0 2 7 0,-2 1-5 16,0-1 4-16,-3 0-3 0,-1 5-2 0,-3 1-2 16,0-2 2-16,-1 1 3 0,1-1-3 0,1-5-3 15,-1 5 0-15,2-3-4 0,-5 2 5 0,4-4-11 16,-1 8 1-16,2-3-2 0,-1 3-5 0,3-2 4 16,5-6-3-16,-4 3-2 0,3-3 3 0,0 7-3 15,2-7 1-15,-1 0 3 0,0 3-6 0,1-1 0 16,1 5-1-16,0-6-3 0,1-1 4 0,-1 1-1 15,1 0 1-15,1 6-1 0,-3-9-1 0,4 5 0 16,3 2-4-16,-3-4 2 0,3 5-2 0,-3-4 4 16,2 3-1-16,-2-4-5 0,0 0 6 0,1-1-4 15,-3 0 0-15,5 6 0 0,-5-4-2 0,0-2 0 0,1 1 3 16,-1 1-4-16,1-3 4 0,-2 2 0 16,5 6-4-16,-4-8 1 0,0 1 2 0,1 3-4 15,0-2 4-15,-2 2-2 0,-1-4 2 0,2 1-3 16,-2-1 3-16,1 1-3 0,-1-1 1 0,0-6 0 15,1 2 1-15,-4-2-1 0,2-1 2 0,-2 1-2 16,0-1 2-16,1-3-4 0,1-7 5 0,-5 12-5 16,0-3 4-16,-4-2 2 0,1 1-4 0,1-3 1 15,-4 1 1-15,-1-2 2 0,-4 3-2 0,4-3-2 16,-5 1 4-16,-4 0-5 0,1 0 3 0,1-4-1 16,-2 1-1-16,3 0-2 0,1-2-8 0,-1 1-24 15,1-2-18-15,4 1-24 0,2 0-34 0,0-5-52 16,1 3-34-16,3-2-171 0,-2 0-396 0,2-1 176 15</inkml:trace>
  <inkml:trace contextRef="#ctx0" brushRef="#br0" timeOffset="-149585.62">639 2059 83 0,'0'0'86'0,"0"0"-22"0,0 0-5 0,-36-20-2 0,36 20 5 16,0 0 0-16,0 0-10 0,0 0 4 15,0 0-16-15,0 0 8 0,0 0-16 0,0 0 5 0,0 0 3 16,0 0-8-16,-27-10 1 0,27 10-1 16,0 0-6-16,0 0-15 0,0 0 23 0,0 0-21 15,0 0-4-15,0 0 2 0,0 0 17 0,0 0-11 16,0 0 10-16,119 7-3 0,-66-7-4 0,4 1 2 16,3 0-5-16,5 2-5 0,-2 1-4 0,4-2 3 15,0-1 8-15,-3 6-7 0,-5-6 2 0,2 5 0 16,-4-1-2-16,-3-1-1 0,3 0 0 0,-3 2-2 15,0-2-1-15,1 2-11 0,-2-3 6 0,2 4 12 16,-2-2-24-16,1-1 0 0,-1 1 2 16,-13-1 3-16,1-2-2 0,-3 1 2 0,-2 0-9 15,-2-1 2-15,2-1 4 0,-5 2-14 0,-3-2 7 16,-6 1-9-16,-3-2-6 0,0-3 7 0,-1 6-9 0,-5-3-8 16,-13 0 0-16,23 1-13 0,-12-4-10 0,-11 3-17 15,0 0-57-15,0 0-145 0,22 0 65 0</inkml:trace>
  <inkml:trace contextRef="#ctx0" brushRef="#br0" timeOffset="-149062.22">438 1241 22 0,'0'0'54'15,"0"0"-7"-15,0 0-4 0,0 0-1 0,-15-40-3 16,15 40 1-16,0 0 6 0,0 0-2 0,0 0-3 16,0 0-12-16,-12-27 6 0,12 27-3 0,0 0-12 15,0 0 5-15,0 0-7 0,0 0 1 0,0 0-7 16,0 0-1-16,0 0 2 0,0 0-7 0,0 0-3 16,0 0-8-16,0 0 13 0,0 0-3 0,0 0-13 15,0 0 8-15,0 0-10 0,0 0-9 16,0 0-10-16,0 0-19 0,0 0-42 0,0 0-96 15,0 0 42-15</inkml:trace>
  <inkml:trace contextRef="#ctx0" brushRef="#br0" timeOffset="-148119.54">572 1169 56 0,'0'0'61'16,"0"0"-12"-16,10-45 3 0,-10 45-7 0,0 0 7 15,3-30-6-15,-3 30-5 0,0 0 1 0,0 0-8 16,0 0 0-16,4-37-6 0,-4 37-2 0,0 0 1 16,0 0 8-16,0 0 1 0,0 0-7 0,0 0 13 15,4-33-10-15,-4 33 0 0,0 0-7 0,0 0 1 16,0 0-14-16,0 0 6 0,0 0-1 0,0 0-2 15,0 0 5-15,0 0-16 0,0 0 6 0,0 0-7 16,0 0 5-16,0 0-1 0,0 0-14 0,0 0 13 16,0 0-10-16,0 0 10 0,0 0-3 0,0 0-6 15,0 0 13-15,0 0-8 0,0 0 0 16,0 0-7-16,0 0 13 0,0 0-8 0,0 0-3 16,-8 106-1-16,8-106 0 0,0 35 4 0,0-35 5 15,0 0-5-15,2 54-5 0,-2-54 5 0,2 39 0 16,-2-39 0-16,4 39-1 0,-4-39-1 0,3 45 7 15,1-20-5-15,-4-25 9 0,3 50-14 0,-1-21 8 16,-2-29 7-16,7 51-7 0,-5-24-5 0,-2-27 3 16,4 39-2-16,-4-39 0 0,3 43 4 0,-1-17-1 15,-2-26 5-15,9 47-6 0,-6-21-2 0,-3-26 4 16,2 46 5-16,-2-46-1 0,0 43-3 0,0-43-5 16,-1 52 11-16,-3-28-2 0,4-24-2 15,-5 39-3-15,5-39-5 0,-6 37 1 0,6-37 4 16,-7 35 6-16,7-35-7 0,-5 36-2 0,5-36 4 15,-11 35 12-15,11-35-11 0,-5 32 3 0,5-32-7 16,-4 41 9-16,4-41-9 0,-5 38 3 0,5-38-7 16,-4 43 3-16,4-15 0 0,0-28 7 0,-2 51-1 15,0-25-3-15,2-26 1 0,-4 44 6 0,4-44-10 16,0 36 1-16,0-36 6 0,0 43-4 16,0-43-2-16,-4 36 1 0,4-36 1 0,-4 44-6 0,4-44 1 15,-6 42 9-15,6-42-4 0,-5 37 0 0,5-37 3 16,-6 34-8-16,6-34 7 0,-3 35-5 15,3-35-3-15,-4 36 2 0,4-36 3 0,-5 40 0 16,5-40-4-16,-7 39 6 0,7-39 5 0,-4 36-9 16,4-36-3-16,-4 44 9 0,4-44-8 0,-5 35 1 15,5-35 9-15,-4 37-6 0,4-37-4 0,-5 33 3 16,5-33 4-16,-5 43-3 0,5-43 1 0,-4 38-9 0,4-38 16 16,-7 36-8-16,7-36 9 0,-4 30-7 15,4-30-7-15,0 0 6 0,-5 38 1 0,5-38 3 16,-5 29-6-16,5-29-1 0,0 0 7 0,-6 33-9 15,6-33 4-15,0 0 4 0,-3 30-9 0,3-30 0 16,0 0 6-16,0 0 0 0,-1 35-6 0,1-35 2 16,0 0-7-16,0 0-9 0,0 0-9 0,0 0-12 15,-3 36-11-15,3-36-17 0,0 0-13 0,0 0-81 16,0 0-174-16,0 0 77 0</inkml:trace>
  <inkml:trace contextRef="#ctx0" brushRef="#br0" timeOffset="-145466.98">149 2067 16 0,'0'0'29'16,"0"0"5"-16,0 0-1 0,0 0-5 0,0 0-1 15,0 0-6-15,0 0 2 0,0 0 4 0,0 0-7 16,0 0 5-16,0 0-5 0,0 0-3 0,0 0 6 16,0 0-3-16,0 0 2 0,-40-18-6 0,40 18 5 15,0 0-4-15,0 0 6 0,0 0-10 0,0 0 4 16,0 0 0-16,0 0 5 0,0 0 3 0,-33-7-13 15,33 7-2-15,0 0-3 0,0 0 4 0,0 0 0 16,0 0 4-16,0 0 7 0,0 0-3 0,0 0-4 16,0 0 11-16,0 0-2 0,0 0-1 0,0 0 3 15,0 0-4-15,0 0-1 0,0 0 2 16,0 0-8-16,0 0 11 0,0 0 2 0,0 0-8 16,-38-4-1-16,38 4 3 0,0 0-2 0,0 0 2 15,0 0 7-15,0 0 4 0,0 0-15 0,0 0 7 16,0 0-4-16,0 0 9 0,0 0-13 0,0 0 2 15,0 0-4-15,0 0-9 0,0 0 10 0,0 0-5 16,0 0 9-16,0 0-17 0,0 0-3 0,0 0 11 16,0 0-11-16,0 0 4 0,0 0-10 0,0 0 9 15,0 0-4-15,0 0 0 0,0 0 8 0,0 0-4 16,0 0-5-16,0 0 2 0,0 0-1 0,122 7 7 16,-122-7-5-16,43 0 3 0,-43 0 4 15,47 0-9-15,-47 0 2 0,50 3-6 0,-50-3 6 16,42 0-1-16,-42 0 7 0,36 3 0 0,-36-3-1 15,0 0-4-15,50 4-7 0,-50-4 4 0,26 4-5 16,-26-4 9-16,0 0 0 0,0 0-3 0,43 7 3 16,-43-7-10-16,0 0 1 0,31 4 16 0,-31-4-7 15,0 0-2-15,0 0 6 0,48-1-4 0,-48 1-7 16,0 0 5-16,0 0-1 0,45-3-3 0,-45 3 5 16,0 0-4-16,0 0 10 0,33-2-7 15,-33 2-1-15,0 0-3 0,0 0 5 0,0 0-6 16,0 0 7-16,0 0-12 0,46 0 23 0,-46 0-15 0,0 0 1 15,0 0-1-15,0 0 2 0,0 0-9 0,0 0 4 16,0 0-1-16,37 1 9 0,-37-1-2 16,0 0 1-16,0 0 0 0,0 0 0 0,0 0-1 15,0 0-1-15,0 0 0 0,0 0-6 0,40 0-10 0,-40 0-11 16,0 0-22-16,0 0-9 0,0 0-13 0,0 0-10 16,0 0-9-16,0 0-71 0,0 0-173 15,0 0 77-15</inkml:trace>
  <inkml:trace contextRef="#ctx0" brushRef="#br0" timeOffset="-142373.04">432 2089 2 0,'0'0'19'0,"0"0"-4"0,0 0-1 0,0 0-2 15,0 0-1-15,0 0 1 0,0 0-5 0,0 0-5 16,0 0 4-16,0 0 3 0,0 0-1 16,0 0-4-16,0 0 12 0,0 0-3 0,0 0 1 0,0 0-4 15,0 0-8-15,0 0 9 0,0 0-3 16,52-14 5-16,-52 14-5 0,0 0-1 0,0 0 0 15,0 0-4-15,0 0 1 0,0 0 1 0,0 0-5 16,0 0 8-16,0 0-5 0,0 0-3 0,29-9 3 16,-29 9 2-16,0 0 5 0,0 0 9 0,0 0-2 15,0 0-9-15,0 0-1 0,0 0 4 0,0 0 4 16,0 0 7-16,29-11-5 0,-29 11 12 16,0 0-9-16,0 0 0 0,0 0 2 0,0 0 1 0,0 0-7 15,0 0-3-15,0 0 8 0,0 0-5 0,0 0-8 16,20-17 16-16,-20 17-14 0,0 0 0 15,0 0-4-15,0 0 3 0,0 0 2 0,0 0 0 16,0 0-1-16,0 0-1 0,0 0-2 0,0 0 2 16,0 0-4-16,0 0 4 0,23-17 1 0,-23 17-2 15,0 0 1-15,0 0-4 0,0 0 4 0,0 0 19 16,0 0-18-16,0 0 6 0,0 0-7 0,0 0 7 16,0 0-2-16,0 0 10 0,0 0-4 0,0 0 3 15,0 0-5-15,0 0-4 0,0 0 5 0,0 0-13 16,15-23 10-16,-15 23-2 0,0 0 3 0,0 0 6 15,0 0 2-15,0 0-5 0,0 0-3 0,0 0-1 16,0 0 7-16,0 0-9 0,0 0-3 0,0 0-6 16,18-20 3-16,-18 20 5 0,0 0-3 15,0 0-6-15,0 0 2 0,0 0-1 0,0 0-3 16,0 0 1-16,0 0 1 0,17-22 8 0,-17 22-3 16,0 0 3-16,0 0-5 0,0 0 12 0,0 0-6 15,0 0-1-15,0 0-2 0,0 0-3 0,0 0-7 16,0 0 12-16,8-29 3 0,-8 29 5 15,0 0 0-15,0 0-2 0,0 0-10 0,0 0 1 0,0 0 0 16,0 0 0-16,0 0 5 0,0 0-10 0,2-38 2 16,-2 38 4-16,0 0 2 0,0 0-6 0,0 0-11 15,0 0 10-15,0 0-1 0,0 0-3 0,0 0 4 16,4-34-5-16,-4 34-6 0,0 0 17 0,0 0 1 16,0 0-8-16,0 0 10 0,0 0-8 0,0 0-2 15,0 0 2-15,0 0-5 0,0-35 8 0,0 35-3 16,0 0 1-16,0 0 13 0,0 0 0 0,0 0-3 15,0 0-10-15,0 0 4 0,0 0 3 0,0 0-1 16,-4-39-8-16,4 39 2 0,0 0-1 0,0 0 1 16,0 0 1-16,0 0 3 0,0 0-2 0,0 0 2 15,-8-30-8-15,8 30 9 0,0 0-6 16,0 0 2-16,0 0-6 0,0 0 13 0,0 0-2 16,0 0-7-16,0 0 3 0,-1-38-1 0,1 38 0 15,0 0 0-15,0 0-4 0,0 0 9 0,0 0-8 16,0 0-2-16,0 0-4 0,0 0 9 0,0 0 0 15,-4-32 3-15,4 32-11 0,0 0 6 0,0 0 5 16,0 0 1-16,0 0-2 0,0 0 0 0,0 0-8 16,0 0 7-16,0 0 2 0,-5-38-3 15,5 38-2-15,0 0 0 0,0 0-6 0,0 0 3 0,0 0 2 16,0 0 0-16,-2-33 1 0,2 33 3 0,0 0 2 16,0 0 1-16,0 0 6 0,0 0-8 0,0 0 1 15,0 0-4-15,0 0 4 0,0 0-5 16,-7-32 3-16,7 32 0 0,0 0-2 0,0 0-2 0,0 0 2 15,0 0 2-15,0 0 3 0,0 0 3 0,0 0 1 16,0 0-2-16,-2-34-1 0,2 34-1 16,0 0-4-16,0 0-4 0,0 0 6 0,0 0-1 15,0 0-9-15,-4-34 10 0,4 34-3 0,0 0 8 16,0 0-5-16,0 0 0 0,0 0 4 0,0 0-6 16,0 0-3-16,0 0 3 0,0 0 0 0,0-36-2 15,0 36-5-15,0 0 6 0,0 0-3 0,0 0-2 16,0 0 1-16,0 0 6 0,0 0-4 0,0 0-2 15,0 0 0-15,0-40 1 0,0 40 0 0,0 0 5 16,0 0-2-16,0 0 3 0,0 0 5 0,0 0-4 16,0 0-1-16,0 0-3 0,0 0 3 0,-5-31-4 15,5 31 0-15,0 0 5 0,0 0-4 0,0 0-1 16,0 0 1-16,0 0-5 0,0 0 1 0,0 0 3 16,0 0 0-16,-4-32 1 0,4 32 2 0,0 0-7 15,0 0-1-15,0 0 7 0,0 0-5 16,0 0 0-16,0 0 5 0,0 0-3 0,0 0-2 15,0 0 3-15,0 0-3 0,0-42 6 0,0 42-5 16,0 0 3-16,0 0-6 0,0 0 2 0,0 0 1 16,0 0-2-16,0 0-3 0,-5-28 8 0,5 28-4 15,0 0-3-15,0 0 3 0,0 0-2 0,0 0 0 16,0 0 1-16,0 0 3 0,0 0-3 0,0 0-1 16,-2-39-2-16,2 39 1 0,0 0 1 0,0 0 2 15,0 0 0-15,0 0 0 0,0 0 2 0,0 0-2 16,0 0 2-16,0 0-2 0,0-37-3 0,0 37 2 15,0 0 7-15,0 0 1 0,0 0-5 0,0 0 0 16,0 0 4-16,0 0-4 0,4-34 0 16,-4 34 0-16,0 0-2 0,0 0 2 0,0 0-1 0,0 0 0 15,0 0 1-15,0 0 2 0,0 0-5 0,5-35 1 16,-5 35-1-16,0 0 6 0,0 0 0 0,0 0-1 16,0 0 1-16,0 0-1 0,0 0-2 15,0 0-1-15,5-30-4 0,-5 30 4 0,0 0 2 16,0 0-3-16,0 0 5 0,0 0-4 0,0 0 2 15,0 0-9-15,0 0-1 0,8-31 8 0,-8 31 1 16,0 0-3-16,0 0-3 0,0 0 12 0,0 0-7 16,0 0-3-16,0 0 1 0,0 0 4 0,0 0 2 15,5-30-4-15,-5 30 3 0,0 0-3 0,0 0-2 16,0 0 3-16,0 0 1 0,0 0 3 0,0 0-5 16,0 0-4-16,0 0 2 0,4-35 0 15,-4 35 4-15,0 0-6 0,0 0 3 0,0 0-2 0,0 0 1 16,0 0-1-16,0 0 6 0,0 0-4 0,5-32-1 15,-5 32-2-15,0 0-1 0,0 0 3 16,0 0 3-16,0 0 0 0,0 0-2 0,0 0-3 16,0-28 2-16,3 24-3 0,-3 4 6 0,0 0-2 15,0 0 2-15,0 0 1 0,0 0-3 0,0-21-3 16,0 21 6-16,0 0-3 0,0 0 2 0,0 0 1 16,-3-16-2-16,3 16 0 0,0 0 1 0,0 0 1 15,4-16-5-15,-4 16 1 0,0 0 1 0,0 0 0 16,0 0 1-16,0 0 0 0,-1-20 2 0,1 20-7 15,0 0-1-15,0 0 7 0,0 0 0 16,-3-19-1-16,3 19-1 0,0 0 1 0,0 0 1 16,0 0-2-16,0 0 1 0,0 0 0 0,0-17-1 15,0 17-1-15,0 0 2 0,0 0-4 0,0 0 5 16,0 0 0-16,0 0-2 0,0-19 0 0,0 19 1 16,0 0-4-16,0 0 4 0,0 0-9 0,0-18 10 15,0 18 1-15,0 0-4 0,0 0 1 0,0 0 3 16,-5-17-6-16,5 17-2 0,0 0 2 0,0 0 2 15,0 0-2-15,0 0 4 0,0-20-2 0,0 20 1 16,0 0 3-16,0 0-1 0,-2-14-5 0,2 14 2 16,0 0-1-16,0 0 0 0,-3-21-2 0,3 21 5 15,0 0-5-15,0 0 1 0,-4-16 0 0,4 16 0 16,0 0 3-16,0 0-1 0,0 0 3 0,0 0 0 16,3-22-1-16,-3 22-3 0,0 0 2 0,0 0-1 15,0 0-2-15,0-18 3 0,0 18-3 16,0 0 3-16,0 0-2 0,0 0 1 0,0-21 0 0,0 21-3 15,0 0 0-15,0 0 5 0,0 0-6 0,-3-18 6 16,3 18-5-16,0 0 1 0,0 0 2 0,0 0-6 16,4-18 5-16,-4 18-3 0,0 0 2 15,0 0 6-15,0 0-6 0,0-16 1 0,0 16 2 16,0 0-3-16,0 0 4 0,0 0-1 0,0 0-3 16,0-18 0-16,0 18 0 0,0 0 3 0,0 0-1 15,0 0 0-15,0 0-2 0,-1-20 4 0,1 20-3 16,0 0 0-16,0 0-3 0,0 0 3 0,0 0-1 15,0 0-2-15,4-16 2 0,-4 16 0 0,0 0-1 16,0 0 2-16,0 0-4 0,0 0 6 0,0 0-1 16,0 0-2-16,0 0-3 0,0-17 3 0,0 17-3 15,0 0 0-15,0 0-1 0,0 0 4 0,0 0-1 16,0 0 1-16,0 0 2 0,0 0-2 0,0 0-3 16,0 0 7-16,0 0-5 0,4-13 0 15,-4 13 1-15,0 0-2 0,0 0 1 0,0 0 0 16,0 0 0-16,0 0 2 0,0 0-3 0,0 0 6 15,0 0-6-15,0 0 3 0,0 0 0 0,0 0 1 16,7-14 2-16,-7 14-7 0,0 0 1 0,0 0 1 16,0 0 2-16,0 0 1 0,0 0-5 0,0 0 1 15,0 0 7-15,0 0-5 0,0 0-1 0,0 0 1 16,0 0-1-16,0 0 0 0,0 0 1 0,0 0 0 16,0 0 0-16,1-16-2 0,-1 16 1 15,0 0-1-15,0 0 1 0,0 0-1 0,0 0 1 16,0 0 2-16,0 0-3 0,0 0 3 0,0 0-4 15,0 0 3-15,0 0-2 0,0 0 3 0,0 0-4 16,0 0 7-16,0 0-8 0,0 0 6 0,0 0 0 16,0 0-1-16,0 0-2 0,0 0 1 0,0 0 1 15,0 0-1-15,0 0-2 0,0 0 3 0,0 0-1 16,0 0 1-16,0 0-2 0,0 0 0 0,0 0 0 16,0 0 0-16,0 0 1 0,0 0 0 0,0 0-2 15,0 0 1-15,0 0-1 0,0 0 1 0,0 0 3 16,0 0-2-16,0 0 6 0,0 0-6 0,0 0-1 15,0 0-1-15,0 0 2 0,0 0 0 0,0 0 1 16,0 0 2-16,0 0-4 0,0 0-2 16,0 0 0-16,0 0 3 0,0 0 0 0,0 0 3 15,0 0-2-15,0 0-1 0,0 0-1 0,0 0 0 0,0 0 1 16,0 0-1-16,0 0-1 0,0 0-2 16,0 0 5-16,0 0 0 0,0 0 2 0,0 0-4 0,0 0 0 15,2-15 0-15,-2 15 4 0,0 0-3 0,0 0-1 16,0 0 3-16,0 0-3 0,0 0 1 15,0 0-2-15,0 0 3 0,0 0 0 0,0 0-3 16,0 0 4-16,0 0-1 0,0 0 2 0,0 0 4 16,0 0-10-16,0 0 4 0,0 0 1 0,0 0-4 15,0 0 1-15,0 0 4 0,0 0-4 0,0 0 0 16,6-13 2-16,-6 13 2 0,0 0-3 0,0 0 1 16,0 0-3-16,0 0 2 0,0 0-1 0,0 0 1 15,0 0 2-15,0 0-1 0,0 0-4 0,0 0 0 16,0 0-8-16,0 0-9 0,0 0-19 0,0 0-6 15,0 0-2-15,0 0-17 0,0 0-20 16,0 0-5-16,0 0-12 0,0 0-22 0,0 0-1 16,-2 46-5-16,2-46-15 0,-2 22-8 0,2-22-5 15,-4 24 12-15,4-24-1 0,0 25 3 0,2-12-97 16,0 3-259-16,2-1 116 0</inkml:trace>
  <inkml:trace contextRef="#ctx0" brushRef="#br0" timeOffset="-140066.54">621 1053 39 0,'0'0'42'0,"0"0"3"15,0 0-9-15,0 0-10 0,0 0 8 16,0 0-1-16,0 0 4 0,0 0 5 0,0 0-5 16,0 0-3-16,0 0-6 0,0 0 2 0,0 0-10 15,-3-70 9-15,3 70-4 0,-2-11 4 0,2 11-10 16,0 0 13-16,0 0-5 0,-2-17 0 16,2 17 7-16,0 0-13 0,0 0 6 0,-2-17 15 0,2 17-15 15,0 0 4-15,0 0 0 0,0 0-5 0,0 0 2 16,0 0-4-16,0 0 5 0,0 0-3 0,0 0 3 15,0 0-2-15,0 0 3 0,2-21-9 16,-2 21 4-16,0 0-5 0,0 0-10 0,0 0 3 0,0 0 1 16,0 0-6-16,0 0 0 0,0 0-2 15,0 0 2-15,0 0-9 0,0 0 10 0,0 0 5 16,0 0-11-16,0 0-1 0,0 0 2 0,0 0 0 16,0 0 8-16,0 0-7 0,0 0 0 0,0 0 5 15,0 0-4-15,0 0-6 0,4 89 14 0,-4-89 0 16,0 0-5-16,0 0 4 0,3 36-4 0,-3-36 9 15,0 0 6-15,0 0-4 0,2 42 0 0,-2-42 8 16,0 0-14-16,2 33 2 0,-2-33 5 0,0 0-6 16,4 35 2-16,-4-35-3 0,0 0 1 0,3 32 4 15,-3-32-4-15,0 0-4 0,5 35 6 16,-5-35 1-16,0 0 5 0,4 36-10 0,-4-36-1 0,0 0 10 16,2 33-2-16,-2-33 0 0,0 0-1 15,0 0-8-15,2 33 0 0,-2-33 3 0,0 0-2 16,0 0-1-16,0 0 3 0,0 0 14 0,2 39-10 15,-2-39-5-15,0 0 3 0,0 0-1 0,0 0-1 16,3 32-1-16,-3-32 2 0,0 0-5 0,0 0 2 16,0 0-3-16,0 0-2 0,2 32-4 0,-2-32 1 15,0 0 7-15,0 0-3 0,0 0-1 0,0 0-4 16,0 0-1-16,0 0 4 0,8 32 1 0,-8-32-2 16,0 0-6-16,0 0 7 0,0 0-1 0,0 0-2 15,0 0-1-15,0 0-2 0,10 27 1 16,-10-27 0-16,0 0 4 0,0 0-4 0,0 0 3 15,0 0-3-15,0 0 2 0,7 27-7 0,-7-27 4 16,0 0 5-16,0 0-4 0,0 0 2 0,0 0-1 16,0 0-2-16,0 0 1 0,0 0-1 0,0 0 1 15,0 0 3-15,11 27 1 0,-11-27-4 0,0 0-1 16,0 0 3-16,0 0 1 0,0 0-4 0,0 0 0 16,0 0 1-16,0 0 0 0,0 0-1 0,0 0-1 15,0 0 4-15,0 0-1 0,0 0-2 0,0 0 1 16,2 34-1-16,-2-34 5 0,0 0-4 0,0 0 2 15,0 0-1-15,0 0-5 0,0 0 6 0,0 0 0 16,0 0 4-16,0 0-3 0,0 0-8 0,0 0 9 16,0 0-6-16,0 0-1 0,0 0 2 0,0 0 0 15,0 0 1-15,0 0 1 0,0 0-3 0,0 0 1 16,0 0 3-16,0 0 3 0,0 0-5 0,0 0 1 16,0 0 1-16,0 0 2 0,0 0 0 15,0 0 7-15,0 0 8 0,0 0-1 0,0 0 5 0,0 0 0 16,0 0 0-16,0 0-2 0,0 0-6 15,0 0 3-15,0 0 1 0,0 0-10 0,0 0-1 0,0 0 4 16,0 0-16-16,0 0-3 0,0 0-5 16,0 0 0-16,0 0 1 0,0 0 0 0,-20-90-2 15,20 90 0-15,0 0 2 0,-7-40-2 0,7 40-3 16,0 0 8-16,-9-36-6 0,9 36 2 0,0 0-1 16,-7-36 5-16,7 36-6 0,0 0 4 0,-10-32-4 15,10 32 4-15,0 0-1 0,0 0 7 0,-5-33-1 16,5 33-5-16,0 0 7 0,0 0-6 0,-7-30 4 15,7 30-1-15,0 0-1 0,0 0 8 0,0 0-5 16,-7-31-1-16,7 31-2 0,0 0 6 0,0 0 1 16,0 0-5-16,0 0 3 0,0 0-1 15,-6-30-1-15,6 30 1 0,0 0 2 0,0 0-3 16,0 0-7-16,0 0 12 0,0 0-3 0,0 0-1 16,0 0-7-16,0 0 5 0,0 0-3 0,0 0 3 15,0 0 2-15,0 0-5 0,0 0 0 0,0 0 4 16,0 0 3-16,0 0-5 0,0 0 3 0,0 0-2 15,0 0-3-15,0 0 6 0,0 0-2 0,0 0 6 16,0 0-4-16,0 0-5 0,-19 91 10 0,19-91 1 16,0 0-9-16,0 0 3 0,0 34 1 0,0-34 0 15,0 0 5-15,0 0-7 0,-4 35 0 0,4-35 1 16,0 0 6-16,0 0 1 0,-2 39-3 16,2-39 2-16,0 0 0 0,-2 35 1 0,2-35 0 15,0 0 3-15,0 44 1 0,0-44-4 0,0 0 3 16,2 39-2-16,-2-39 10 0,0 0-9 0,2 35 8 15,-2-35-7-15,0 0-1 0,2 32 1 0,-2-32 0 16,0 0 0-16,0 0 6 0,4 40 5 0,-4-40-2 16,0 0-2-16,3 33-2 0,-3-33 3 15,0 0-3-15,0 0-1 0,0 41 5 0,0-41 0 0,0 0-2 16,0 0-5-16,2 35 6 0,-2-35-3 0,0 0-3 16,0 0 3-16,0 33-5 0,0-33 7 0,0 0-7 15,0 0 3-15,3 34 2 0,-3-34-4 0,0 0 3 16,0 0 0-16,0 0 1 0,-3 40-4 0,3-40-3 15,0 0 3-15,0 0 2 0,0 0-3 0,3 38 4 16,-3-38-3-16,0 0 2 0,0 0-3 0,4 32 1 16,-4-32 2-16,0 0-1 0,0 0 6 0,0 0-1 15,-2 36 1-15,2-36-6 0,0 0-1 0,0 0 0 16,0 0 5-16,0 0 2 0,2 34-6 16,-2-34 6-16,0 0-3 0,0 0-2 0,0 0-2 15,0 0 0-15,0 0-4 0,0 0 2 0,0 0 2 16,-2 38-5-16,2-38 6 0,0 0-5 0,0 0 0 15,0 0 1-15,0 0-1 0,0 0 0 0,0 0 5 16,0 0-8-16,0 0 0 0,0 0 8 0,0 0-8 16,2 35-1-16,-2-35-2 0,0 0 3 0,0 0 0 15,0 0-3-15,0 0 1 0,0 0-2 0,0 0 4 16,0 0 0-16,0 0-2 0,0 0 2 0,0 0-1 16,0 0 2-16,0 0 3 0,0 0-4 0,0 0 1 15,0 0 3-15,0 0-4 0,0 0 0 0,0 0 0 16,0 0-1-16,0 0 5 0,0 0-3 15,0 0-2-15,0 0-1 0,0 0 1 0,0 0 1 16,0 0-1-16,0 0-1 0,0 0 6 0,0 0-6 16,0 0 0-16,0 0-1 0,0 0-1 0,0 0 0 15,0 0 1-15,0 0 0 0,0 0-1 0,0 0-2 16,0 0 1-16,0 0 2 0,0 0-1 0,0 0-1 16,0 0 0-16,0 0-2 0,0 0 3 0,0 0 3 15,0 0 0-15,0 0 7 0,0 0-9 0,0 0-1 16,0 0-1-16,0 0 2 0,0 0 0 0,0 0-1 15,0 0 4-15,0 0-3 0,0 0-2 0,0 0 3 16,0 0 1-16,0 0-2 0,0 0 0 16,0 0 2-16,0 0 8 0,0 0-8 0,0 0 4 15,0 0-4-15,0 0 4 0,0 0-3 0,0 0 4 16,0 0-4-16,0 0 1 0,0 0-1 0,0 0 2 16,0 0-6-16,0 0 2 0,0 0 2 0,0 0-6 15,0 0 0-15,0 0 6 0,0 0-2 0,0 0-3 16,0 0 2-16,0 0 1 0,0 0-1 0,0 0 0 15,14-104 5-15,-14 104-7 0,0 0-1 0,4-27 0 16,-4 27 3-16,0 0 2 0,0 0-4 0,7-31 4 16,-7 31-2-16,0 0-5 0,0 0 6 0,5-33-1 15,-5 33-1-15,0 0 0 0,0 0 3 16,4-30 1-16,-4 30-3 0,0 0 1 0,0 0-1 16,4-35 1-16,-4 35-6 0,0 0 5 0,0 0 4 15,0 0-1-15,2-44-7 0,-2 44 3 0,0 0 1 0,0 0-1 16,0 0 1-16,0 0-4 0,0-31 2 15,0 31 4-15,0 0-4 0,0 0-5 0,0 0-2 0,0 0 4 16,0 0-4-16,0 0 1 0,0 0 0 0,0 0 1 16,0 0 3-16,0 0 3 0,0 0 0 0,0 0-6 15,0 0 4-15,0 0 3 0,0 0-4 16,0 0 2-16,0 0 0 0,0 0 2 0,-22 89 0 16,22-89-3-16,0 0-20 0,-7 32-24 0,7-32-20 15,0 0-16-15,-6 33-21 0,6-33-50 0,0 0-38 16,0 0-36-16,0 41-134 0,0-41-390 0,0 0 173 15</inkml:trace>
  <inkml:trace contextRef="#ctx0" brushRef="#br0" timeOffset="-136411.87">729 2011 5 0,'0'0'16'0,"0"0"1"16,0 0 4-16,0 0 3 0,0 0-8 15,0 0 0-15,0 0-4 0,0 0 4 0,0 0-6 16,0 0 13-16,0 0-2 0,0 0-2 0,-46-16-3 16,46 16 8-16,0 0-5 0,0 0-2 0,0 0-7 15,0 0 4-15,0 0-2 0,0 0 0 0,0 0-9 16,0 0 5-16,0 0-5 0,0 0 3 0,0 0-3 15,0 0-2-15,0 0 0 0,0 0 2 0,0 0 3 16,0 0-5-16,0 0 15 0,0 0-19 0,0 0 9 16,0 0-8-16,0 0 2 0,0 0 2 0,0 0 1 15,0 0-3-15,0 0-2 0,0 0-2 0,0 0 4 16,69 16 0-16,-55-16-2 0,-2 1-1 0,0-1-1 16,0 1 1-16,-1 0-5 0,3-1 5 15,-3 0-8-15,1 2 1 0,1-2 2 0,-2 0-2 16,-11 0 8-16,25-2-7 0,-13 4 6 0,-12-2 2 15,15 0-4-15,-15 0 0 0,16-2 10 0,-16 2-13 16,11 0-7-16,-11 0-33 0,13 2-52 0,-13-2 23 16</inkml:trace>
  <inkml:trace contextRef="#ctx0" brushRef="#br0" timeOffset="-134583.69">823 2026 68 0,'0'0'70'0,"0"0"-17"0,0 0-5 0,0 0 7 16,0 0-12-16,0 0-10 0,0 0 2 0,0 0-4 16,0 0-5-16,0 0-1 0,0 0-1 15,0 0-5-15,0 0 0 0,0 0 0 0,0 0-3 16,0 0-6-16,40 0 9 0,-40 0 12 0,11-2-17 15,-11 2 5-15,16 0-8 0,-5-1 7 0,-11 1-6 16,21 0-2-16,-13 1 6 0,-8-1 0 0,23 0 0 16,-12 0-7-16,-11 0 0 0,20-1-1 0,-11 1 0 15,-9 0-5-15,17-2 3 0,-17 2 2 0,16-1-5 16,-16 1 11-16,15 0-10 0,-15 0-1 0,17-1 5 16,-17 1-6-16,14-2 6 0,-14 2-2 0,13-1 0 15,-13 1-6-15,12-2-5 0,-12 2 5 0,11 0-2 16,-11 0 5-16,0 0-5 0,15-3 5 0,-15 3 0 15,10-2 0-15,-10 2-1 0,11-4 0 0,-11 4-3 16,12-4 7-16,-12 4-5 0,9-4-2 0,-9 4-3 16,0 0 8-16,10-5-2 0,-10 5-2 0,7-5 7 15,-7 5-5-15,7-6 3 0,-7 6-2 0,0 0 5 16,7-6-2-16,-7 6-3 0,0 0 5 16,6-6-11-16,-6 6 6 0,0 0-2 0,9-10-4 15,-9 10 7-15,6-7 1 0,-6 7-4 0,5-7 0 16,-5 7 0-16,3-7-1 0,-3 7 4 0,6-8-9 15,-6 8 15-15,3-10-8 0,-3 10 8 0,0 0 2 16,4-15 0-16,-4 15-3 0,5-11-5 0,-5 11 1 16,5-10-1-16,-3 3 9 0,-2 7 4 0,2-12-11 15,3 3 5-15,-5 9 0 0,1-15 16 0,-1 15-5 16,2-17 5-16,-1 9-6 0,-1 8-5 0,2-16 5 16,-2 7 3-16,0 9-2 0,4-19-7 0,-4 9 1 15,0 10 1-15,3-17-10 0,-2 9 3 16,0-1 4-16,1-2 6 0,-2 11 0 0,0-19-3 15,0 8-3-15,0 11 7 0,0-18-11 0,0 8 7 0,0 0 8 16,2-1-5-16,-2 11-1 0,0-15-2 16,3 2 3-16,-3 13-5 0,2-18 5 0,-2 9 7 15,0 9-10-15,2-21-3 0,-4 10 3 0,4-1 2 0,-2 12 5 16,1-16-1-16,0 6 2 0,-1 10-6 0,1-15-3 16,1 6 4-16,-2 9 2 0,0-15-3 0,0 15 5 15,0-14-7-15,0 14-1 0,2-15-7 16,0 7 5-16,0-1-5 0,-2 9-1 0,0-15 6 15,0 15-8-15,1-13 4 0,1 6 5 0,-2 7 4 16,0-13-10-16,0 7 0 0,1-2 1 0,-1 8-3 16,0-15-6-16,1 9 9 0,-1 6-4 0,2-13 0 15,-2 13-2-15,0-12 3 0,0 5 2 0,0 7-3 16,2-11-4-16,-2 11 4 0,0-13 0 0,0 7 4 16,0-2 5-16,0 8 1 0,2-12-5 0,-2 2-2 15,0 3 2-15,2-1-6 0,-2 8 2 16,0-14 1-16,0 14-1 0,1-14 2 0,-1 14 0 15,0-19-7-15,3 12 1 0,-3 7 5 0,0-17-10 16,0 17 13-16,0-12-5 0,1 2-5 0,-1 10 3 16,1-14 0-16,-1 14-2 0,-1-19 2 0,0 12 2 15,1 7-4-15,1-15 0 0,-1 15 12 0,-1-15-3 16,1 15-2-16,1-13 2 0,-1 13-4 0,-1-13-2 16,1 13 3-16,-3-10-5 0,3 10 5 0,0-13 0 15,0 13-1-15,0 0-1 0,0-13 0 0,0 13 4 16,-1-11-2-16,1 11-2 0,-4-10 5 0,4 10-6 15,0 0 0-15,0 0-1 0,0 0 2 0,0 0-2 16,0 0 0-16,0 0 1 0,0 0-2 0,-13-48 1 16,13 48 1-16,0 0 2 0,0 0-2 0,0 0 1 15,0 0 2-15,-5-35-2 0,5 35-1 0,0 0 4 16,0 0 8-16,0 0-1 0,0 0 0 16,-4-32-1-16,4 32-3 0,0 0-1 0,0 0-4 15,0 0 4-15,0 0-2 0,0 0 0 0,0 0-4 0,-5-36 0 16,5 36 2-16,0 0-4 0,0 0-3 15,0 0 8-15,0 0-2 0,0 0 1 0,0 0-5 16,0 0 3-16,0 0 4 0,-2-35-7 0,2 35 1 16,0 0-2-16,0 0 1 0,0 0 1 0,0 0-3 15,0 0 2-15,0 0 1 0,0 0 0 0,0 0 1 16,0 0-2-16,0 0-2 0,-2-35 4 0,2 35 0 16,0 0 1-16,0 0-6 0,0 0 0 0,0 0 1 15,0 0-1-15,0 0 4 0,0 0-2 0,0 0-4 16,9-33 3-16,-9 33 0 0,0 0 0 0,0 0 0 15,0 0-1-15,0 0-1 0,0 0 1 0,0 0 4 16,0 0-4-16,0 0 0 0,0 0 0 0,0 0-1 16,0 0-4-16,0 0-2 0,0 0 6 15,0 0 0-15,0 0-7 0,0 0-10 0,0 0-7 16,0 0-4-16,0 0-6 0,0 0-21 0,0 0-18 16,0 0-5-16,0 0-18 0,0 0-33 0,0 0-14 15,0 0-15-15,0 0-146 0,0 0-331 0,22 97 147 16</inkml:trace>
  <inkml:trace contextRef="#ctx0" brushRef="#br0" timeOffset="-133518.3">1223 1858 16 0,'0'0'66'0,"0"0"-5"0,0 0 0 0,0 0-2 0,0 0 0 16,0 0-2-16,-3-14-3 0,3 14 5 0,0 0 0 15,0 0-4-15,0 0-4 0,0 0 10 16,0 0-24-16,0 0 0 0,0 0-6 0,0 0-9 15,0 0 1-15,0 0 6 0,0 0-13 0,0 0 1 0,0 0 3 16,0 0-15-16,0 0 6 0,0 0-3 0,0 0 5 16,0 0 2-16,0 0-4 0,0 0-6 15,0 0 4-15,0 0 1 0,0 0 6 0,0 0-1 16,0 0 0-16,3 47 7 0,-1-36 2 0,-2-11 7 16,5 21 0-16,-4-9-2 0,-1-12-5 0,3 22 2 15,-1-10 0-15,0-2 4 0,-2-10-1 0,4 21-2 16,-2-12-5-16,-2-9-2 0,2 17 4 0,0-8 1 15,-2-9 3-15,4 20 3 0,-4-10 5 0,0-10-5 16,2 19-5-16,-2-19-1 0,-2 13-2 0,2-13-1 16,2 16 3-16,-2-16-5 0,0 0 3 0,0 17 1 15,0-17-6-15,0 0 1 0,0 0 1 16,0 14 0-16,0-14-4 0,0 0 1 0,0 0 5 0,0 0 3 16,0 0 2-16,0 0 8 0,0 0 6 0,0 0 14 15,0 0-3-15,0 0-3 0,0 0-3 16,0 0-1-16,0 0-6 0,0 0-5 0,0 0-2 15,0 0-2-15,0 0-4 0,0 0-2 0,0 0-9 16,-12-44 2-16,12 32 0 0,0 12-2 0,-4-22-5 16,4 11-3-16,0 11 2 0,0-25 0 0,0 14-5 15,0 11 4-15,0-21-5 0,0 21 0 0,0-20 8 16,0 20-7-16,-4-13-2 0,4 13-2 0,0 0 5 16,2-18-4-16,-2 18 1 0,0 0-3 0,-2-12 1 15,2 12 2-15,0 0-3 0,0 0-2 16,0 0 0-16,0 0 0 0,0 0-2 0,0 0 2 0,0 0-9 15,0 0-13-15,0-14-1 0,0 14-17 16,0 0-18-16,0 0-23 0,0 0-29 0,0 0-27 16,0 0-27-16,0 0-24 0,0 0-100 0,0 0-315 15,-17 38 141-15</inkml:trace>
  <inkml:trace contextRef="#ctx0" brushRef="#br0" timeOffset="-133102.25">940 2249 76 0,'0'0'76'0,"0"0"-9"16,0 0-17-16,0 0-29 0,0 0-16 0,0 0-17 16,0 0-36-16,0 0-51 0,0 0 24 0</inkml:trace>
  <inkml:trace contextRef="#ctx0" brushRef="#br0" timeOffset="-132355.57">843 2330 84 0,'0'0'80'0,"0"0"-6"15,0 0 6-15,0 0-7 0,0 0-2 0,0 0 0 16,0 0-16-16,0 0 10 0,0 0-8 0,31 5 2 16,-31-5-1-16,0 0-8 0,19 12-1 0,-13-6-7 15,2 1-4-15,-8-7 2 0,15 11-3 0,-7-5 1 16,-8-6-8-16,14 10 2 0,-7-5-10 0,0 3 0 15,-7-8 4-15,10 8-4 0,-10-8-3 0,8 9 3 16,-8-9-9-16,8 6-4 0,-8-6 0 0,0 0 5 16,5 9-4-16,-5-9 1 0,0 0-1 0,0 0 6 15,0 0 5-15,0 0 12 0,9 6 11 0,-9-6 9 16,0 0 12-16,0 0 5 0,0 0-2 16,0 0-6-16,0 0-9 0,0 0-2 0,0 0-4 0,0 0-12 15,5-27-1-15,-5 27-2 0,6-17-3 16,-2 8-2-16,-1-3-4 0,3-4-9 0,-1 6 4 15,-1-2-2-15,5 1-4 0,-6 1 0 0,4-3-5 16,-3 3 3-16,2 0-1 0,-6 10-1 0,8-13 4 16,-8 13-10-16,6-9-9 0,-6 9-14 0,0 0-16 15,5-10-20-15,-5 10-29 0,0 0-25 0,0 0-5 16,0 0-10-16,0 0-4 0,0 0-4 0,0 0-108 16,0 0-262-16,0 0 116 0</inkml:trace>
  <inkml:trace contextRef="#ctx0" brushRef="#br0" timeOffset="-131945.65">1135 2384 9 0,'0'0'96'0,"0"0"1"16,2 12-14-16,-2-12 4 0,9 11-7 0,-9-11-11 15,6 10 1-15,-6-10-8 0,8 10-5 0,-8-10-13 16,0 0 7-16,8 9-3 0,-8-9-15 0,0 0 7 16,5 7-1-16,-5-7-5 0,0 0-12 0,0 0 7 15,7 6-7-15,-7-6 4 0,0 0-3 0,0 0 3 16,0 0 0-16,0 0 8 0,0 0 7 0,0 0 0 16,0 0 0-16,0 0 9 0,0 0 12 0,0 0-4 15,0 0-5-15,0 0-3 0,0 0-3 0,0 0-4 16,0 0-7-16,0 0-3 0,0 0-2 0,12-25-7 15,-12 25-5-15,6-21 6 0,-4 12-2 16,-2 9-4-16,9-17-1 0,-7 6-1 0,-2 11-4 16,10-14-2-16,-6 5-4 0,-4 9 7 0,9-13-7 15,-9 13-2-15,6-11-2 0,-6 11-2 0,4-9 3 16,-4 9-1-16,0 0-16 0,0 0-24 0,10-8-9 16,-10 8-12-16,0 0-3 0,0 0-16 0,0 0-20 15,0 0-3-15,0 0-13 0,0 0-4 0,7 28-11 16,-7-28-66-16,0 0-209 0,-11 32 93 0</inkml:trace>
  <inkml:trace contextRef="#ctx0" brushRef="#br0" timeOffset="-131736.79">1144 2479 49 0,'-13'2'100'0,"13"-2"4"0,0 0-12 0,0 0-4 16,0 0-7-16,0 0 7 0,0 0 1 0,0 0-7 15,0 0 1-15,0 0-9 0,0 0-9 0,0 0-10 16,0 0 3-16,0 0-4 0,23 23-9 0,-23-23-5 16,6 12 0-16,-6-12-4 0,5 14-4 0,-5-14 0 15,4 15-7-15,-2-5-20 0,-2-10-31 0,2 19-27 16,-2-19-38-16,0 21-25 0,-2-10-73 16,0 0-204-16,2-11 90 0</inkml:trace>
  <inkml:trace contextRef="#ctx0" brushRef="#br0" timeOffset="-122405.7">403 2246 7 0,'0'0'19'0,"0"0"6"15,0 0-1-15,0 0-7 0,0 0 6 16,0 0-4-16,0 0-3 0,0 0 8 0,0 0 4 16,83-20 2-16,-83 20-1 0,0 0-8 0,25-21 3 15,-25 21-9-15,0 0 6 0,15-20 0 0,-15 20-3 16,0 0-2-16,0 0-5 0,0 0 0 0,11-29-2 16,-11 29 2-16,0 0-6 0,0 0-2 0,0 0 7 15,0 0-6-15,0 0 6 0,0 0-6 0,0 0-1 16,0 0-3-16,0 0-4 0,-24-48 3 0,24 48-2 15,0 0-1-15,0 0-1 0,0 0-1 0,0 0-5 16,0 0-8-16,0 0-9 0,0 0-39 0,0 0-71 16,0 0 32-16</inkml:trace>
  <inkml:trace contextRef="#ctx0" brushRef="#br0" timeOffset="-121580.26">396 2206 16 0,'0'0'28'0,"0"0"-2"0,0 0-4 0,0 0-1 0,0 0 1 16,0 0-11-16,0 0 6 0,0 0-4 15,0 0-4-15,54-46 3 0,-54 46-5 0,0 0 4 16,0 0 5-16,0 0-9 0,0 0-2 0,0 0-1 16,0 0-2-16,0 0-1 0,0 0 4 0,0 0-6 15,0 0-3-15,0 0 2 0,0 0-2 0,0 0 6 16,0 0-1-16,0 0-4 0,0 0 3 0,0 0-2 15,0 0 3-15,0 0-2 0,-85 38-4 0,85-38 9 16,-14 30-4-16,14-30 3 0,0 0 0 0,-9 32-3 16,9-32 6-16,0 0-6 0,0 0 13 0,0 0-1 15,0 34 0-15,0-34-1 0,0 0 12 16,0 0 5-16,0 0 2 0,0 0-11 0,0 0 7 16,73-13 11-16,-73 13 3 0,0 0-10 0,53-28-10 15,-37 17 1-15,-16 11 7 0,31-22 2 0,-31 22-4 16,20-22-7-16,-20 22 2 0,23-24 0 0,-23 24-9 15,14-19 5-15,-14 19-3 0,0 0 1 0,13-30 1 16,-13 30-8-16,0 0 3 0,0 0-4 0,0 0-5 16,0 0 3-16,0 0-5 0,0 0 3 0,0 0-4 15,-28-42-3-15,28 42-3 0,0 0 0 0,-48 6 1 16,48-6-4-16,0 0 3 0,-57 19-8 0,57-19 5 16,-35 17 4-16,35-17-22 0,-30 17-14 15,30-17-6-15,-23 23-16 0,23-23-33 0,-20 22-103 16,20-22 46-16</inkml:trace>
  <inkml:trace contextRef="#ctx0" brushRef="#br0" timeOffset="21070.33">25929 9833 76 0,'-11'-1'142'0,"11"1"-12"0,-10 0-11 0,10 0-5 0,-10 0-6 16,10 0-10-16,0 0-15 0,-9-1 0 0,9 1-14 16,0 0-2-16,-10 2-14 0,10-2 3 0,0 0-10 15,0 0-1-15,0 0-9 0,0 0 0 0,0 0-2 0,0 0-2 16,0 0-1-16,0 0-2 0,0 0-5 16,29 6 5-16,-15-6-7 0,2 1 1 0,4 1-7 15,-2-2 1-15,2 0-8 0,3 0-4 0,-4-3-13 16,2 3-18-16,-1 0-22 0,-2-2-15 0,0 0-22 0,1 0-30 15,-4 1-100-15,-4 1-232 0,-1-3 103 0</inkml:trace>
  <inkml:trace contextRef="#ctx0" brushRef="#br0" timeOffset="21480.32">26084 9811 124 0,'0'0'149'0,"-3"11"-5"0,3-2-3 0,-2 0 5 16,0 3-11-16,0 5-3 0,0 0-14 0,0 2-11 15,-1 0-6-15,2 7-4 0,-1-2-3 0,2 3-8 16,-2-2-8-16,2-6-7 0,0 0-12 0,2 4-2 16,-2-3-2-16,0-2-9 0,0-1 1 0,0-4-13 15,2 1-1-15,-1-2-1 0,-1-2-2 0,3 0-7 16,-3 0 0-16,0-4 1 0,0-6 0 0,0 12-4 15,0-12-4-15,-3 8 4 0,3-8-1 0,0 0-5 16,-5 5 0-16,5-5-4 0,-10 0-3 0,10 0 4 16,-13-3-1-16,1 0-4 0,3 0-1 0,0-2 1 15,-1 0 0-15,4 1 2 0,-3 0-8 0,5 0 2 16,-4 0 3-16,8 4-8 0,-6-4 7 0,6 4-2 16,-5-6-5-16,5 6 1 0,0 0-3 0,0 0 2 15,0 0 0-15,0 0-1 0,0 0 3 0,0 0-2 16,0 0 5-16,0 0-1 0,0 0 1 0,25 4 0 15,-14-2 5-15,3 0-7 0,2 0-2 0,-3-2-14 16,0 0-23-16,6 4-18 0,-6-4-26 0,-2 3-18 16,5-4-23-16,-3-1-33 0,3 2-144 0,-3 0-326 15,1-2 145-15</inkml:trace>
  <inkml:trace contextRef="#ctx0" brushRef="#br0" timeOffset="21786.7">26423 9907 61 0,'-2'-13'223'0,"2"13"-1"0,-2-7-5 0,2 7-9 0,0 0-19 16,-5-5-16-16,5 5-19 0,0 0-17 0,0 0-15 16,0 0-11-16,0 0-7 0,0 0-9 15,-18 19-5-15,9-5-10 0,3 2-1 0,-6 8-2 16,1-1 5-16,4 2-12 0,-4 0-4 0,4 1-8 0,-4-1-6 15,7-1 2-15,-2 2-6 0,2 1-5 0,0-2 2 16,4-6-2-16,-2 7-6 0,-1-9-4 0,1 2-4 16,0-2 1-16,2-1-3 0,-2 1-4 0,4 0-4 15,-2-5 1-15,0 0 0 0,0 0-19 0,2-2-24 16,0 0-19-16,-2-1-28 0,0 0-34 0,0-9-40 16,0 11-32-16,0-11-24 0,0 7-32 0,0-7-127 15,0 0-388-15,0 0 172 0</inkml:trace>
  <inkml:trace contextRef="#ctx0" brushRef="#br0" timeOffset="21935.47">26254 10194 14 0,'0'0'151'0,"0"0"-12"16,3-8-10-16,-3 8-10 0,9-4-12 0,-9 4-11 15,9-4-7-15,4 4-8 0,1 0-12 0,2-1-30 16,3-1-41-16,2 2-45 0,-2 2-117 0,4-2-178 15,-4 1 78-15</inkml:trace>
  <inkml:trace contextRef="#ctx0" brushRef="#br0" timeOffset="22216.33">27063 9911 34 0,'0'0'228'0,"0"-8"-21"0,0 8-24 16,0 0-19-16,0 0-15 0,4-9-14 0,-4 9-15 16,12-4-11-16,-1 1-9 0,0 2-13 0,10-2-7 15,-4 1-7-15,4 1-8 0,-1 1-6 0,6-2-19 16,-7 2-26-16,1 0-18 0,-2 0-31 0,-4-1-19 15,-4 1-30-15,1-2-18 0,1 1-8 0,-12 1-12 16,14 0 2-16,-10-3-1 0,-4 3-62 0,10-2-197 16,-10 2 87-16</inkml:trace>
  <inkml:trace contextRef="#ctx0" brushRef="#br0" timeOffset="22561.67">27338 9869 371 0,'-21'-10'-19'0,"21"10"18"0,-11-1 24 16,11 1 11-16,-10-3 10 0,10 3 18 0,-8-3-5 16,8 3-1-16,-5-2-7 0,5 2-2 15,0 0-6-15,0 0 22 0,-6 8 29 0,2-3 7 0,4-5 0 16,-4 17-9-16,2-6 1 0,-2 5 7 0,4 3 9 15,-3 0 1-15,-1 5-10 0,4-5-5 16,-2 5-2-16,0 1 0 0,0-7-11 0,2 0-13 16,-2 1-4-16,2-2-11 0,0 0-1 0,-1-4-4 0,2 3-5 15,-2-3-3-15,1 2-4 0,-2-4-3 0,2-1-2 16,0 0-3-16,0-3-3 0,0-7-1 0,-2 12-4 16,0-8 3-16,2-4-3 0,-5 9-2 0,0-5-4 15,5-4-13-15,-9 3-6 0,1-2-8 0,-6-1-7 16,5-1-4-16,-2 1 1 0,0-2-1 0,-2 1 2 15,1-2-10-15,1 1 7 0,2-2 3 0,1 0-3 16,8 4 5-16,-12-4-1 0,5 3 7 0,7 1-5 16,-7-3 6-16,7 3 1 0,0 0-2 0,-10-3 9 15,10 3 0-15,0 0 5 0,0 0 8 0,0 0 0 16,0 0 6-16,0 0-2 0,0 0 5 0,38 3-4 16,-24-1 1-16,5-4-3 0,-1-1-3 0,4 5-11 0,-1-2-15 15,8 1-17-15,-1-2-33 0,-1-1-38 16,4-1-33-16,-1-1-33 0,-1 3-137 0,0-3-334 15,-8 3 148-15</inkml:trace>
  <inkml:trace contextRef="#ctx0" brushRef="#br0" timeOffset="22979.29">27743 10067 199 0,'0'0'201'0,"-13"-3"-6"16,6 1-4-16,-2 1-17 0,-4 2-1 0,1 4-6 15,-2 2-14-15,-3 1-10 0,2 0-15 0,-1 3-10 16,3 1-10-16,3-3-14 0,2 1-7 0,-1 3-11 16,2 0 0-16,2-2-14 0,5 0-4 0,0 1-5 15,2 0-6-15,3-1-5 0,2-2 0 0,4 3-8 16,0-3-2-16,5 3-6 0,-3-8-9 0,3 3-9 16,3-4 5-16,-6 0-10 0,-1-2 0 0,0-1 1 15,-1 0 3-15,-5 0-2 0,-6 0 2 0,15-1-2 16,-9-2 0-16,-6 3 3 0,6-3-1 0,-6 3-4 15,0 0 7-15,0-10 2 0,0 10 0 0,0 0-5 16,-13-5 3-16,13 5 3 0,-14-1-1 0,4 1 8 16,-3 2 1-16,-5 1-1 0,5-1 3 0,-4 3-1 15,2 2-2-15,-2 0 3 0,-1 3-1 0,3-2 4 16,-1 3-4-16,3 0 2 0,0 0-1 0,1 1 5 16,3-3-13-16,1 3 5 0,2-1-5 0,2-1 0 15,0-1-1-15,3 2-4 0,-1-1 4 0,4-1-4 16,0-2 5-16,3 3-4 0,3-4-4 0,2-1-7 15,2 3-19-15,4-4-22 0,1-1-23 0,1 0-34 16,1-2-22-16,-2 2-42 0,2-4-23 0,-2-1-21 16,1-2-30-16,-5 1-125 0,1-1-389 0,3-3 173 15</inkml:trace>
  <inkml:trace contextRef="#ctx0" brushRef="#br0" timeOffset="23184.54">28132 10175 195 0,'0'0'263'0,"0"0"-9"16,0 0-2-16,0-7-11 0,0 7-10 15,0 0-18-15,0 0-20 0,0 0-22 0,7-5-10 16,-7 5-18-16,13-2-8 0,-2 0-18 0,4 2-18 0,4-1-29 16,-1 1-22-16,5 0-28 0,-2 1-30 0,-4-2-39 15,3 1-27-15,-4 3-39 0,-1-1-37 16,-5-2-22-16,-1 1-29 0,0 3-136 0,-4-1-365 15,-5-3 162-15</inkml:trace>
  <inkml:trace contextRef="#ctx0" brushRef="#br0" timeOffset="23363.04">28170 10290 100 0,'-9'1'175'0,"4"3"8"16,-1 0-5-16,6-4-1 0,-8 5-7 0,8-5-11 15,-10 3-15-15,10-3-7 0,-3 5-9 0,3-5-8 16,0 0-10-16,0 0-2 0,13 10-15 0,-5-6-7 15,5-3-18-15,5 1-21 0,3-2-26 0,1 2-24 16,7-1-31-16,4 0-22 0,3-3-22 0,-1-2-29 16,1 0-12-16,0-1-19 0,-1 0-19 0,-3-1-95 15,-1-2-273-15,-3 0 120 0</inkml:trace>
  <inkml:trace contextRef="#ctx0" brushRef="#br0" timeOffset="23680.26">28759 10169 9 0,'3'-6'173'16,"-2"1"3"-16,-1 5 12 0,3-11 0 0,-3 11-8 15,0 0-6-15,-7-11-8 0,3 7-7 0,4 4-4 16,0 0-14-16,-18 1-2 0,18-1-4 0,-18 9-3 16,3 0-8-16,3 3-4 0,-4 3-7 0,-1 4-9 15,5-3-5-15,-1-1-7 0,-1 2-2 0,5 0-9 16,0-1-11-16,1 1-1 0,4-2-8 0,2-2-4 16,4-1-4-16,-2-1-1 0,7 1-3 0,-2-2-8 0,5 1 1 15,2-1 3-15,3 0-3 0,-1-4-11 16,5 0 3-16,-5-3 2 0,4 0-7 0,4-2-3 15,-3-2 12-15,2-2-13 0,-4 0-2 0,0 0 0 16,2-4-5-16,-3 0-1 0,0-2 10 0,-6 2-12 0,3-6-2 16,-5-2-2-16,-1 1-5 0,-4-3 2 15,-3-1-2-15,-1 0 0 0,-3 0-1 0,-3 0 1 16,0 3-4-16,-4 0 1 0,0-1-3 0,-2 3-5 16,1 3-9-16,-6 3-2 0,5-1-16 0,-6 6-24 0,0-1-20 15,-1 3-30-15,0 1-39 0,2 4-61 16,-1-1-57-16,3 5-239 0,4-5-543 0,-1 2 241 15</inkml:trace>
  <inkml:trace contextRef="#ctx0" brushRef="#br0" timeOffset="35186.1">29607 9850 61 0,'0'0'157'0,"-3"-6"-9"0,3 6 3 15,0 0-7-15,-3-9-6 0,3 9-10 0,-6-6-12 16,6 6-5-16,-5-3-21 0,5 3 0 0,0 0-9 16,0 0-13-16,-5-4-9 0,5 4 1 0,0 0-9 15,0 0 8-15,0 0 3 0,-16 13 0 0,7-6-1 16,-3 5-2-16,0 2-4 0,-2 0 0 0,-3 8-1 15,-3 0 3-15,-1 2 2 0,2 0-1 0,0-2-6 0,1 5 1 16,1-2 0-16,1 4 1 0,1 0-6 0,2-2-1 16,1 1-5-16,5 5-5 0,-1-4-1 15,4 3 0-15,3-1-8 0,1-2 0 0,4 1-5 16,1-3 1-16,3 1-4 0,6 0-2 0,2 0 0 0,6-2-1 16,1-1-20-16,4 0-20 0,15 1-29 15,-10-8-30-15,14 6-45 0,3-4-45 0,-15-3-45 16,-2-4-159-16,1 2-406 0,-3-3 179 0</inkml:trace>
  <inkml:trace contextRef="#ctx0" brushRef="#br0" timeOffset="38990.21">30162 9947 88 0,'0'0'176'0,"-1"-7"-14"0,1 7-20 0,-1-11-1 16,1 11-11-16,-3-10-4 0,3 10-5 0,-4-9-5 16,4 9-3-16,-3-9-8 0,3 9-8 0,-7-7-4 0,3 4-13 15,4 3-5-15,-10-5-7 0,2 2-9 0,1 2-9 16,-5 0-2-16,1 0-10 0,-2-1 0 15,-5 5-1-15,-1-1-4 0,6 1-3 0,-5 1-5 0,6 0-4 16,0 2 0-16,-2-1-3 0,1 6-3 0,-2-1-2 16,3 3 2-16,2 1-1 0,-1 0-2 0,3 0-3 15,1 2 4-15,6 0-4 0,0-3 1 16,1-2-1-16,2 5 2 0,5-1-2 0,3 1-2 0,5-3-2 16,0-1 1-16,2-1 1 0,9 0-3 0,-8-3 3 15,7 2-1-15,-4-5-5 0,-3-1 1 0,1-1-2 16,-1-1 2-16,-5-1 1 0,-3 0 1 0,1-1-5 15,-4 0 2-15,-7 0 1 0,11-4 0 0,-11 4-2 16,10-3 3-16,-6 0-3 0,-4 3-1 0,0-9 3 16,0 9-5-16,0 0 5 0,-10-7-3 0,10 7 1 15,-13-4-3-15,4 1-2 0,-1 3 4 0,10 0 2 16,-20 4 1-16,7-3-5 0,0 2 3 0,-2 4 5 16,2-2-5-16,3 1 6 0,-2 1-8 0,5 1 3 15,-1 0 3-15,0 1-1 0,5 0-3 0,0 1 4 16,2 0-1-16,2 0 1 0,3 1-1 0,3-2-2 15,1 0-9-15,1-2-17 0,6 2-12 0,1-1-20 16,0-2-8-16,1 0-31 0,1-1-8 0,0 1-9 16,-2-2-12-16,1-3-7 0,-2 1-7 0,-2-2-6 15,2 0-94-15,2-2-256 0,-4-1 113 0</inkml:trace>
  <inkml:trace contextRef="#ctx0" brushRef="#br0" timeOffset="40400.36">30312 10264 5 0,'5'-5'43'0,"1"0"21"15,-1 1 18-15,1-1 14 0,-6 5-1 0,6-8 9 16,-3 4-10-16,-3 4-6 0,5-4-6 0,-5 4-7 15,0 0 0-15,0 0 2 0,0 0 1 0,0 0 1 16,0 0-3-16,0 0-2 0,0 0-4 0,0 0-3 0,0 0-8 16,0 0 1-16,0 0-3 0,0 0 7 15,-1 20-3-15,1-20 9 0,0 0 5 0,0 0 4 16,0 0 11-16,0 0 1 0,0 0-10 0,0 0-9 16,0 0-1-16,0 0-7 0,0 0-6 0,0 0-7 15,-13-23-5-15,11 19-1 0,2 4-1 0,2-12-11 16,-2 12-2-16,1-13-7 0,1 4 2 0,2-1-7 15,0 3 0-15,1-1-4 0,4 1-1 0,-1 0 0 16,-3 2-2-16,6 0-5 0,-2 2-2 0,0 0 0 0,-1 1 2 16,1 2-3-16,2 1-3 0,-1 3-3 0,-2-1 5 15,1 0-5-15,-4 2 6 0,4 0-6 0,0 1 0 16,-5-1 2-16,4 1 1 0,-4 0-2 16,0 0-1-16,-2-1 1 0,1 1 0 0,-3-6 1 0,6 7 1 15,-4-3-3-15,-2-4 4 0,6 6-2 0,-6-6 3 16,0 0 2-16,0 0 3 0,2 5-1 0,-2-5-3 15,0 0-2-15,0 0 3 0,0 0-3 0,0 0-2 16,0 0-1-16,0 0-3 0,8-15 1 0,-4 10 0 16,3-2-7-16,-2 1-2 0,4-2-7 0,-1 2 2 15,-2-2 2-15,3 3 5 0,0-2-4 0,0 0 0 16,0 3 2-16,-2 1 1 0,-1-1-7 0,1 2 10 16,-7 2-3-16,15-1-1 0,-15 1 2 15,14 3 3-15,-5 3-3 0,-2-2-1 0,-1 2 5 0,1 1 0 16,2-1 2-16,-3 1-1 0,2 1 15 0,0-1 0 15,1 1 3-15,0 0-5 0,-2-3 1 0,4 1 0 16,-1-3-3-16,-2 0 3 0,2 0-3 0,0-3 4 16,3 0-1-16,-4-2-6 0,2-2 2 0,-2-1-2 15,2 0 2-15,-1-1 0 0,-3-2-2 0,0 0-1 16,0-2 2-16,1 0 0 0,-4 1-4 0,1-3 2 16,-1 0 6-16,-2 2-5 0,1-2-1 0,-2 0 0 15,2 2-2-15,-1 1 2 0,0 2 11 0,-2 7-2 16,2-10 2-16,-2 10-1 0,0-9-7 0,0 9 0 15,0 0-3-15,0 0 0 0,0 0 0 0,0 0-3 16,0 0 6-16,-2 29-2 0,2-17-1 0,0 0 0 16,0-1 1-16,3 1 0 0,-3-2-3 0,4 0 3 15,1 3-2-15,-1-4 1 0,1 2 6 0,2-4-5 16,0 1 2-16,2-2 1 0,-1-5-2 0,2 3 0 16,0-4-1-16,2 0 5 0,-1-1-2 0,1-2 0 15,-3 0 3-15,4-3-3 0,-6-1 2 0,1 1-1 16,0-4-3-16,-1 1 3 0,1-2 0 0,-4 1-4 15,2-6 2-15,1 0-2 0,-4-2 3 0,3 1 0 16,-3-8-2-16,-1 8 3 0,0-2-2 0,0-7 1 16,-1 10 0-16,0 1 5 0,-1 4 5 0,3 1 3 15,-3 2 1-15,0 1 3 0,0 7-7 0,0-9-3 16,0 9-7-16,0 0-2 0,0 0-3 0,0 0 4 16,0 0-4-16,0 0 3 0,-12 34 0 0,8-16-2 15,-3-1 1-15,5 8 0 0,-1-6-2 0,1 0 2 16,2 0-3-16,2-1 2 0,3 0-1 0,-2-1 1 15,3 0 1-15,0-3 0 0,0-3 0 0,2-1 2 16,2 0-2-16,-1-4 3 0,2 0-1 0,0-2 7 0,0-3-8 16,1 2 3-16,1-4 0 0,-2-3 0 15,3 0-1-15,-5 0 0 0,0-3 1 0,0-1 0 16,-3 0-2-16,2-3 1 0,1-4-4 0,-5-1 0 16,1-1 0-16,-4-2 1 0,3-5-2 0,-4-1 1 0,0 6-1 15,3 0 0-15,-2 3 1 0,-2 0-4 16,2 5 1-16,-2 1 1 0,2 4-2 0,-1 6-1 15,-1-12-3-15,1 12 2 0,0 0-7 0,0 0 4 16,0 0-4-16,0 0 2 0,0 0 4 0,-12 36 2 16,11-17-3-16,-1-2 3 0,-1 9 0 0,2-8 1 0,-1 2-4 15,6-1 2-15,-2-1 3 0,1 1 0 0,4-3-4 16,-2 1 5-16,1-3 0 0,-1-1 1 16,5 1 3-16,1-2-3 0,-2-4 1 0,3 0 1 15,-3-2-1-15,3-2 3 0,2-1-2 0,-3 2 9 16,0-7-7-16,7 1 4 0,-7-1-4 0,4-1-4 0,-4-1 2 15,4-4 3-15,-4 1-3 0,0-1-3 0,-1-2 2 16,0-3-3-16,-1-2 2 0,-1-1-1 0,-3 0-5 16,-1 0 1-16,-2 0-3 0,2-3-2 15,-3 8 8-15,1-5-6 0,-1 7-1 0,0-1 3 0,-2 0-2 16,1 3 7-16,0 7-9 0,0-9-2 0,0 9 2 16,0 0-1-16,0 0 1 0,-12-4 3 0,12 4-2 15,-14 11 2-15,4 2-3 0,-3 3 4 16,1-1-1-16,3-1 4 0,0 3-7 0,-1 1 4 0,4-2 1 15,0-3-1-15,3 2 2 0,2-3 1 0,2 0 4 16,1-1-1-16,0 1 1 0,3-3 1 0,-1-1 1 16,1-2 0-16,2-1-2 0,-2-1 7 0,5-1 1 15,-1 1-5-15,4-2 2 0,-2-4 1 0,2 2-1 16,0-2-1-16,1-3 1 0,1 0 0 0,-1-3-2 16,2-1 0-16,0 1 0 0,-3-2 0 0,-4 2 1 15,4-3-3-15,-3-1 2 0,-2 1 0 0,2-2-3 16,-1 4-1-16,-2-2-1 0,2 3 0 0,0 1 0 15,-2 2-3-15,-2 1-2 0,0 2-2 0,-5 2-3 16,11-1 4-16,-11 1 0 0,9 6-2 0,-5-2 2 16,1 5 5-16,-1-1-6 0,-1 3-13 0,-1 0 0 15,2 1 2-15,-1 1-9 0,-2 0-14 0,-1-1-17 16,1 1-35-16,0 4-30 0,1-2-30 0,-1-6-43 16,3 3-40-16,-3-4-136 0,2-3-403 0,1 1 178 15</inkml:trace>
  <inkml:trace contextRef="#ctx0" brushRef="#br0" timeOffset="40971.01">32142 9977 122 0,'-4'-6'213'0,"-2"4"-13"16,-1-5-9-16,1 5-17 0,-4 2-10 15,-3 2-9-15,1 5-10 0,-1 3-10 0,-2 2-9 16,3 2-6-16,0 1-11 0,3 0-9 0,-1 0-10 15,4 0-9-15,0 4-12 0,6-2 6 0,2-1-14 0,0-5-5 16,2 5-4-16,2-4-7 0,2-3-4 0,-1-1 0 16,3-3-2-16,1 2-4 0,2-4-8 15,0 0 3-15,1-2-5 0,-3-2 1 0,2 0-6 16,0-3 0-16,0-1 0 0,-3-1 0 0,-2-2-4 0,3-7-6 16,-3 2 3-16,1-3 5 0,0 3-14 0,-3-3 2 15,-1-1-2-15,-1 0-2 0,-3 6 9 16,2 1-8-16,-1 0-2 0,1 4-2 0,-3 0-1 0,0 6-2 15,0-8-4-15,0 8 0 0,0 0 3 0,0 0 1 16,0 0-2-16,0 0 3 0,-6 22 1 0,3-10-1 16,-1 0 9-16,0-2-9 0,-1 3-2 15,4 0 4-15,1-1-8 0,1 0 6 0,3 0 9 0,1 0-7 16,0-2 1-16,2-1 4 0,4-3-1 16,-1 1 1-16,3-1 1 0,4-2 2 0,1-3-5 0,-3-1 2 15,2-1 1-15,3-2-1 0,-2 0-2 0,-1-1 2 16,-1-6-5-16,-3 7 6 0,4-5-4 0,-7 0 2 15,-1-1 1-15,0-1 9 0,-3 0-10 16,1 0-3-16,-4-7 3 0,0 6-3 0,1 0-1 0,-3-2 3 16,0 3 1-16,-1 1-7 0,0 9 2 0,0-10 1 15,0 10-5-15,4-8 0 0,-4 8-3 0,0 0 2 16,0 0 0-16,0 0-1 0,0 0 6 0,-11 25-1 16,9-14-2-16,-1 1 1 0,1 4 2 0,0-3 5 15,0 3-5-15,1 0 0 0,0 3 1 0,2-5 0 16,-4 1 0-16,3 4 2 0,0-2-3 0,2-1 4 15,0-3-11-15,-2 2-17 0,2-2-27 0,-1 2-31 16,-1-4-37-16,0 3-43 0,0-4-34 0,-1 2-171 16,-2-2-400-16,-1 0 177 0</inkml:trace>
  <inkml:trace contextRef="#ctx0" brushRef="#br0" timeOffset="41412.47">30593 10740 22 0,'-10'-3'262'15,"0"2"-23"-15,-2 0-14 0,2 3-19 0,0 3-10 16,-2-1-12-16,1 4-13 0,3-1-15 0,-2 7-7 16,5 1-5-16,0-1-10 0,2 3-14 0,0-2-8 15,2 2-12-15,5-1-6 0,4 1-10 0,-1-2-10 0,9-2-1 16,5 2-13-16,-4-3-2 0,3-4-5 16,2 1-3-16,-3-5-7 0,4-1-3 0,-1-3-4 15,-1 0-2-15,2-3-1 0,-6-1-1 0,0-4-5 16,-4 1 5-16,-3 0-4 0,-2-3 2 0,-3 1-3 0,-1-7-2 15,-4 3-2-15,-3-4-1 0,-2 1-5 16,-4-2-2-16,-4 3-5 0,-3-6 4 0,4 7-3 16,-4 4-4-16,1-2 1 0,0 3-3 0,0 3 0 15,-4 1-6-15,2 2-5 0,6 0-16 0,-4 3-12 0,3 3-15 16,0 0-20-16,-1 2-29 0,3 3-29 0,4-3-27 16,-1 4-36-16,5-1-22 0,-1-1-27 0,3 3-143 15,5-4-414-15,6 1 184 0</inkml:trace>
  <inkml:trace contextRef="#ctx0" brushRef="#br0" timeOffset="41638.21">30906 10675 16 0,'3'-16'220'0,"0"0"7"0,0 0-1 0,-2-1-11 16,1 7-7-16,-4 0-6 0,4 3-4 0,-1 0-14 16,-1 7-22-16,1-8-14 0,-1 8-15 0,0 0-17 15,0 0-6-15,0 0-6 0,5 25-2 0,-1-8-4 16,-2 12-6-16,-2 0-1 0,0 4-3 0,-2-1-10 15,0 3-7-15,-2-3-9 0,4 0-2 0,-1-2-5 16,-2 2-10-16,3-3-1 0,1-2-4 0,-2 1-6 16,4-2-3-16,-3-2-21 0,1-5-25 0,-2-2-31 15,-1-1-41-15,0-1-44 0,-1-1-48 0,2-4-35 16,-1 0-26-16,0-3-187 0,-2 0-462 16,4-7 205-16</inkml:trace>
  <inkml:trace contextRef="#ctx0" brushRef="#br0" timeOffset="42022.42">31036 10814 126 0,'0'0'145'16,"12"7"4"-16,-7-2-3 0,-1 2-8 0,2 2-11 16,-6 1-10-16,2 2-10 0,-5-1-15 0,-2 2-6 15,1-1-10-15,-1 2-2 0,-3 1-10 0,2-5-4 16,-3 0-6-16,3 0-5 0,-2-4-4 0,3 0-5 15,1-2-3-15,4-4-7 0,-9 7 5 0,9-7-11 16,-6 2 2-16,6-2 1 0,0 0-10 0,0 0 1 16,0 0-3-16,0 0-5 0,19-12 3 0,-10 5-7 15,1 2 4-15,3-1 0 0,4-2-2 0,2-1 3 16,6-2-4-16,-7 2 8 0,0-1 1 0,2-1 7 16,2 0-4-16,-4 1 9 0,-5 0 15 0,-2 2-7 15,0 0 9-15,-2-2 1 0,-2 0 7 0,-2 0 5 16,-1 2 5-16,-3 1-1 0,1 0 1 0,-2 7-5 15,-2-10-2-15,2 10-6 0,-6-9-5 0,6 9-5 16,-11-3-1-16,11 3-2 0,-20 10-3 0,10-1-7 16,-3 1-1-16,2 2-3 0,-1 2 3 0,3 2-14 15,3 0-25-15,-3-2-34 0,3 0-28 0,3 3-38 16,0-2-29-16,5-5-27 0,0 3-28 0,4-4-24 16,1 1-124-16,-1-3-372 0,3 0 164 0</inkml:trace>
  <inkml:trace contextRef="#ctx0" brushRef="#br0" timeOffset="42200.7">31311 10941 98 0,'4'-10'161'0,"1"1"1"0,0-3-3 16,1 2 2-16,1 0 2 0,1 1-6 0,-3 3 0 15,3-1-10-15,-2 1-7 0,4 1-10 0,-2 2-7 16,0 1-9-16,0 2-8 0,-8 0-13 0,13 1-9 16,-5 3-8-16,-3-1-7 0,4 5-5 0,-1-1-6 15,-5 3-5-15,1-1-6 0,-1 1-7 0,1 0-21 0,-3 2-27 16,0-3-37-16,3 2-43 0,-3-2-35 15,4 0-30-15,-2-4-37 0,0 3-139 0,0-4-357 0,-3-4 157 16</inkml:trace>
  <inkml:trace contextRef="#ctx0" brushRef="#br0" timeOffset="42452.27">31876 10758 78 0,'-1'-11'229'0,"-2"1"4"0,1 3-8 0,-2 2-13 0,-1 0-9 15,-1 2-21-15,6 3-12 0,-16-4-15 0,3 6-4 16,3 4-15-16,-4 5-10 0,0 2-5 0,2 1-12 16,0 4-7-16,-2 2-3 0,2-3-10 15,2-1-8-15,2 0-6 0,2 3-10 0,3-2 0 0,2-2-13 16,1 1-20-16,3 0-2 0,0-2-5 0,1-2 0 16,7 0-3-16,1 0-5 0,4-2-9 0,-1-3-17 15,2-2-26-15,0-3-23 0,1 0-22 0,2-2-17 16,-1-1-21-16,-3-2-20 0,2-1-19 0,-2-3-27 15,0-1-2-15,-2-1-5 0,0-2-120 0,-1-2-337 16,-4 3 150-16</inkml:trace>
  <inkml:trace contextRef="#ctx0" brushRef="#br0" timeOffset="42648.47">32030 10826 182 0,'3'-26'32'15,"5"1"20"-15,-2 8 5 0,-3-2 33 0,1 0 1 16,0 2 24-16,-3 0 17 0,3 6 16 0,-3 1 6 16,0 4 10-16,1 0-5 0,-2 6-9 0,2-10-15 15,-2 10-19-15,0 0-5 0,0 0 2 0,0 0 6 16,0 0 10-16,0 0 4 0,2 32-3 0,-2-13-3 15,-2 0-1-15,-2 5-15 0,0 1-8 0,2 0-2 16,-2-1-18-16,0 1-4 0,2-7 4 0,-1 0-18 16,-2 3-6-16,4-4-3 0,0 2-1 0,1-3-10 15,-2-1-31-15,1-2-26 0,1-3-36 0,-1-1-34 16,-2 2-38-16,4-1-45 0,-1-10-54 0,0 10-37 16,0-10-198-16,0 9-490 0,0-9 217 0</inkml:trace>
  <inkml:trace contextRef="#ctx0" brushRef="#br0" timeOffset="42876.62">32304 10742 30 0,'0'-6'216'0,"0"6"-7"16,0 0-12-16,-5-14-5 0,5 14-6 0,-12 0-8 16,12 0-7-16,-20 7-11 0,5 3-13 0,2 0-9 15,-3 0-16-15,3 4-5 0,0 0-14 0,0 2-7 16,2-3-7-16,1 3-10 0,2-3-6 0,-1 1-9 15,5-4-12-15,3 0 1 0,1 1-1 0,0-2-9 16,2 0-3-16,3 0-12 0,2 0-27 0,-1-4-27 0,4 0-32 16,2-2-29-16,1 1-30 0,6-2-33 0,0-4-33 15,-2 2-20-15,-3 0-133 0,-2-4-363 16,6 0 161-16</inkml:trace>
  <inkml:trace contextRef="#ctx0" brushRef="#br0" timeOffset="43082.24">32501 10694 217 0,'0'-9'233'0,"1"2"1"16,1-3-4-16,-2 4-8 0,0 6-7 16,0-11-18-16,0 11-24 0,0 0-18 0,0 0-10 0,0 0-1 15,0 0 2-15,0 0-1 0,-9 22 0 16,6-4-10-16,-1 1-9 0,0 0-8 0,-1 6-9 16,0-4-8-16,0-2-11 0,-1-2-6 0,2 2-9 15,1 2-3-15,2-4-13 0,-3 2-4 0,2-2-14 0,0-2-15 16,1-3-33-16,-1-2-35 0,-1-1-34 0,3 3-37 15,-1-6-48-15,-2 3-48 0,3-9-51 0,-2 13-211 16,-1-9-510-16,3-4 226 0</inkml:trace>
  <inkml:trace contextRef="#ctx0" brushRef="#br0" timeOffset="43227.97">32456 10787 176 0,'4'-4'164'0,"1"1"-18"0,1-2-19 0,-6 5-17 16,16-2-24-16,-10 2-45 0,6-1-51 0,-1 2-48 16,-2 4-73-16,-3-1-141 0,4 5 62 0</inkml:trace>
  <inkml:trace contextRef="#ctx0" brushRef="#br0" timeOffset="43494.61">32587 10981 157 0,'6'-4'199'16,"2"0"-13"-16,-1-1-8 0,2 1-17 0,2-5-15 16,-11 9-11-16,0 0-15 0,35-28-8 0,-35 28-11 15,25-27-8-15,-25 27-11 0,24-28-4 0,-15 10-12 16,-9 18 6-16,17-28 0 0,-17 28-4 0,0 0-3 16,9-30 1-16,-9 30 1 0,0 0 1 0,0 0-5 15,0 0-8-15,0 0-6 0,-4-37-8 0,4 37-3 16,-11 2-4-16,5 0-4 0,6-2-2 0,-19 12-3 15,11-4-2-15,-1 1 5 0,2 0-12 0,-1 3-1 16,1 1 3-16,2-2-7 0,2 1-18 0,3-2-20 16,2 2-28-16,3-2-38 0,0-1-36 0,-5-9-38 15,0 0-37-15,0 0-144 0,58 27-376 0,-58-27 167 16</inkml:trace>
  <inkml:trace contextRef="#ctx0" brushRef="#br0" timeOffset="43881.54">33021 10836 17 0,'0'0'177'0,"0"0"3"0,0 0 0 16,0 0 5-16,0 0-11 0,0 0-9 0,0 0-13 16,0 0-12-16,-30-46-4 0,30 46-5 0,0 0-13 15,0 0-5-15,0 0-10 0,-66 36-11 0,66-36-9 16,-22 21-6-16,22-21-6 0,-20 29-6 0,20-29-9 16,-11 23 3-16,11-23-12 0,0 0-3 0,0 0-4 15,-4 34-1-15,4-34-4 0,0 0 0 0,0 0-7 16,0 0 1-16,0 0-5 0,37 21-1 0,-37-21-2 0,0 0 2 15,0 0-8-15,0 0 5 0,0 0 0 16,0 0-9-16,70-32 6 0,-70 32-6 0,13-22-5 16,-13 22-1-16,14-29 4 0,-14 29-4 0,12-36-2 15,-12 36 5-15,7-43-4 0,-2 16 2 0,-5 27-1 16,9-48-1-16,-9 48-2 0,5-35 4 0,-5 35 5 16,0 0 12-16,7-32 7 0,-7 32 6 0,0 0-7 15,0 0-7-15,0 0-4 0,0 0 1 0,0 0-5 16,0 0 6-16,0 0-3 0,0 0 2 0,0 0-2 15,0 0 2-15,0 0 1 0,-39 112 0 0,29-84-5 16,4-2 2-16,-2 0-2 0,8-26 1 0,-11 53-5 0,4-35 3 16,7-18-9-16,-5 36-21 0,5-36-30 15,0 0-47-15,-1 41-55 0,1-41-69 0,0 0-61 16,0 0-164-16,0 0-478 0,0 0 212 0</inkml:trace>
  <inkml:trace contextRef="#ctx0" brushRef="#br0" timeOffset="44074.81">33412 10604 2534 0,'26'-26'165'0,"-26"26"-18"0,0 0-89 16,20-16-25-16,-20 16-21 0,0 0 4 0,0 0-2 16,0 0 1-16,29 50 6 0,-29-50-1 0,6 53 10 15,-5-18-1-15,-5 1 0 0,4-36-4 0,-9 80-3 16,0-31-5-16,-3-4-12 0,-4-2-40 0,-5 0-40 15,0-13-68-15,-3-2-62 0,-15 12-251 0,-3-5-494 16,-5-6 219-16</inkml:trace>
  <inkml:trace contextRef="#ctx0" brushRef="#br0" timeOffset="51127.46">26666 11272 94 0,'0'0'108'0,"0"0"-8"0,0 0 9 0,0 0-16 16,0 0-6-16,0 0-7 0,0 0-9 0,0 0-1 15,0 0-1-15,0 0-4 0,0 0-6 16,0 0-3-16,0 0-1 0,0 0-6 0,0 0-7 0,0 0 7 16,0 0-4-16,0 0-3 0,4-5 6 0,-4 5-8 15,0 0-7-15,0 0 7 0,0 0-7 0,0 0 5 16,0 0-4-16,0 0-3 0,0 0-5 0,0 0 3 15,0 0-7-15,0 0-1 0,0 0 5 0,0 0-8 16,0 0-1-16,0 0-3 0,0 0-4 0,0 0 7 16,0 0-5-16,0 0-5 0,0 0 6 0,0 0-11 15,0 0 13-15,0 0-10 0,0 0 5 0,0 0 0 16,0 0-1-16,0 0-2 0,0 0-1 0,0 0-1 16,0 0 2-16,0 0 1 0,0 0-3 0,0 0-1 15,0 0-1-15,0 0-6 0,0 0 6 0,0 0 0 16,0 0-1-16,0 0 1 0,0 0-1 0,0 0 3 15,0 0-2-15,0 0 6 0,0 0-10 0,0 0 3 16,0 0-6-16,0 0 1 0,0 0 1 0,0 0-5 16,0 0-8-16,0 0-22 0,0 0-11 0,0 0-33 15,0 0-12-15,0 0-28 0,0 0-22 0,0 0-98 16,0 0-260-16,0-7 116 0</inkml:trace>
  <inkml:trace contextRef="#ctx0" brushRef="#br0" timeOffset="52722.34">26528 11427 62 0,'0'0'146'0,"0"0"3"16,0 0-19-16,-4-10-17 0,4 10-8 0,-5-3-10 16,5 3-6-16,-10-4-13 0,10 4-5 0,-12 0-1 15,12 0-1-15,-11 0-6 0,4-3-2 0,7 3-6 16,-14 0-5-16,14 0 4 0,-11-2-9 0,11 2-1 15,-10 0 2-15,10 0 2 0,-12-2-1 0,12 2-4 16,-11-3 3-16,11 3-7 0,-11 1 1 0,11-1 1 0,-10-2-2 16,10 2 1-16,0 0-5 0,-6-2-1 0,6 2-1 15,0 0-6-15,0 0-3 0,0 0 0 16,0 0-4-16,0 0 1 0,0 0-1 0,0 0-4 16,0 0 0-16,0 0-1 0,25 0-4 0,-3-3-3 0,4-1 2 15,4 0-4-15,3 0-3 0,2 2 4 16,-2-3-4-16,3 1-3 0,-4-2-12 0,-1 2-10 15,-2 1-23-15,-9 1-16 0,-2 1-16 0,-5-1-26 0,1 0-14 16,-3 1-19-16,-3 1-13 0,-8 0-3 0,11-1-88 16,-11 1-259-16,0 0 116 0</inkml:trace>
  <inkml:trace contextRef="#ctx0" brushRef="#br0" timeOffset="53168.62">26712 11325 49 0,'0'0'129'0,"-4"-4"-9"0,4 4-12 0,0 0-13 0,0 0 2 16,0 0 13-16,0 0-8 0,-5 12-1 0,5-12-2 15,-4 18 0-15,2-4 6 0,-2 12-7 0,-1-8-8 16,2 8-6-16,-1-1-5 0,2 2-7 0,2-1-6 16,-2 0-6-16,2-9-1 0,-1 9-4 0,2-8-4 15,-1-1-3-15,2 1-14 0,0-2 0 0,-2 0 0 16,2-3-6-16,0-2 0 0,3 1-1 0,-4-2-1 15,1-4-4-15,-2 1-4 0,2 0-8 0,2-3 8 16,-4-4-4-16,0 8 1 0,0-8 1 0,0 0-2 16,2 9-1-16,-2-9 2 0,0 0-4 0,0 0-4 15,-6 6 1-15,6-6-1 0,0 0-3 0,-16-3-4 16,16 3 3-16,-18-6-4 0,7 5-5 0,4 0 5 16,-2-2-3-16,-3 0 0 0,2 1-2 0,3 1 2 15,7 1 2-15,-16-4 3 0,11 3-3 0,5 1 2 16,-8-2-1-16,8 2 0 0,-7-1-5 0,7 1 5 15,0 0-3-15,0 0 0 0,-10-2 5 0,10 2-2 0,0 0 0 16,0 0 0-16,0 0-1 0,0 0 0 16,0 0 1-16,28-2-4 0,-16 2 6 0,1 2-1 15,1-2 1-15,3 0-2 0,3 0 0 0,-2 0 6 0,0 2-7 16,3-2-5-16,-2 1-22 0,-3-1-18 0,0 0-21 16,2 2-22-16,-3-2-16 0,-1 0-22 15,-1 0-13-15,2 0-13 0,-5 0-106 0,3 0-281 0,-1 0 125 16</inkml:trace>
  <inkml:trace contextRef="#ctx0" brushRef="#br0" timeOffset="53435.17">27122 11639 51 0,'0'-11'181'15,"0"11"-8"-15,-8-6-5 0,8 6-4 0,-9-5-9 16,9 5-11-16,-10 0-9 0,0 0-6 0,-1 4-5 15,0 0-6-15,1 1-11 0,0 4-3 0,-3-2-8 16,-1 5-4-16,3 3-7 0,-3 2-5 0,3-2-9 16,2 1-4-16,3 0-6 0,-2 2-4 0,2-2-8 15,1 0-1-15,1 0-5 0,0-1-2 0,3-3-2 16,-1 1-6-16,4-2-5 0,-1-2 2 0,1 1-6 16,4-1 0-16,-1-2-2 0,1-2-2 0,2 2-21 15,3-3-26-15,1-1-25 0,1-2-31 0,2-1-37 16,1-1-38-16,4-3-35 0,-2 0-163 0,2-2-383 0,8-2 169 15</inkml:trace>
  <inkml:trace contextRef="#ctx0" brushRef="#br0" timeOffset="53615.8">27521 11601 95 0,'0'0'162'15,"5"-7"-3"-15,-5 7-13 0,9-4-27 0,-3 1-1 0,2 2-18 16,-2 0-8-16,5 1-9 0,-11 0-35 0,16 1-30 16,-9-1-35-16,0 3-39 0,-1 0-40 15,-6-3-67-15,9 8-174 0,-6-5 77 0</inkml:trace>
  <inkml:trace contextRef="#ctx0" brushRef="#br0" timeOffset="53776.44">27420 11769 22 0,'-2'6'182'16,"2"-6"-1"-16,0 0-6 0,0 0-8 0,14 4-16 15,-3-4-12-15,3 0-14 0,5-1-13 0,1 1-11 16,3-2-24-16,-3 1-31 0,12-1-44 0,-4-3-40 16,0 1-55-16,1 0-133 0,2 1-243 0,-10-1 108 15</inkml:trace>
  <inkml:trace contextRef="#ctx0" brushRef="#br0" timeOffset="54818.31">27604 11644 43 0,'-7'-2'41'15,"7"2"-4"-15,0 0-5 0,0 0 4 0,0 0 0 16,-11-3-5-16,11 3 5 0,0 0-2 0,0 0-1 0,-13-2-1 16,13 2-5-16,0 0-1 0,-11-2 3 15,11 2-4-15,-7-2-2 0,7 2-1 0,0 0 2 16,-11-3-2-16,11 3-4 0,-9-2-6 0,9 2 6 16,-11-2-2-16,11 2 1 0,-12-3 0 0,12 3 5 0,-11-1-1 15,6-1-8-15,5 2 15 0,-13-2-11 0,13 2 3 16,-9-1-5-16,9 1 7 0,-11-3 2 0,11 3-2 15,-9 3-4-15,9-3 9 0,-9 0-7 0,9 0 0 16,-7 1-3-16,7-1 2 0,0 0-1 0,0 0 5 16,-14 1-11-16,14-1 11 0,0 0-1 0,0 0 3 15,0 0-2-15,0 0-7 0,0 0 0 16,0 0-5-16,0 0 3 0,0 0 6 0,0 0 9 0,0 0-7 16,0 0-1-16,30 0-2 0,-16 0 0 0,3-1 3 15,3-2-13-15,-1 1-3 0,2-1 3 0,-2 1-7 16,-1-1-30-16,2-1-17 0,1 1-34 0,-4 1-26 15,-3 0-85-15,1 2-205 0,1-2 91 0</inkml:trace>
  <inkml:trace contextRef="#ctx0" brushRef="#br0" timeOffset="55544.71">28170 11451 145 0,'-3'-8'191'0,"3"8"-20"0,0 0-9 0,0 0-18 16,0 0-12-16,0 0-15 0,8-10-11 0,0 9-13 15,2-1-8-15,4 0-7 0,3-2-8 0,1 2-8 0,-1-1-8 16,2 2-14-16,-1-1-15 0,0 2-20 0,-4-2-11 15,-1 2-12-15,0-1-14 0,-3-1-10 0,-10 2-3 16,14-2-11-16,-6 2 9 0,-8 0-11 16,7-4-6-16,-7 4 3 0,0 0 3 0,7-2 5 0,-7 2 5 15,0 0 13-15,0 0-4 0,0 0 1 0,0 0 14 16,-18-9 5-16,18 9 9 0,-12-2 20 0,6 1 4 16,6 1 6-16,0 0 11 0,-13-3 13 15,13 3 0-15,0 0 3 0,-8-2 12 0,8 2-12 0,0 0-1 16,0 0-6-16,0 0 0 0,0 0 18 0,-8 8 7 15,8-8 2-15,-1 10-1 0,1-1-5 0,1 1-2 16,-2 6 8-16,2 2-3 0,0-2 0 0,0 5 0 16,-1-2-6-16,2 8 0 0,-2-7-4 0,0 1-4 15,1-2-4-15,0-1-3 0,1 0-1 0,-2 0-6 16,2 0-2-16,1 0-1 0,-3-1-1 0,2-6-6 16,-1 1-1-16,-1-3-7 0,2 1 6 0,-2-2-4 15,1-1-4-15,-1-7 0 0,0 12-1 0,0-6-2 16,0-6 1-16,0 9-4 0,0-9 3 0,0 0-3 15,-3 12 0-15,3-12-2 0,-6 4 1 0,6-4 2 16,-8 3-5-16,3-1-1 0,5-2-8 0,-13 1-8 0,6 0 2 16,7-1-3-16,-13 0-1 0,13 0 0 15,-10 0 2-15,10 0 1 0,-13-1-4 0,13 1 2 16,-9-2-4-16,9 2 8 0,-9-1 0 0,9 1-1 16,-9-2 2-16,9 2 0 0,0 0 3 0,-11-3-2 15,11 3 3-15,0 0-4 0,-5-1 4 0,5 1 0 16,0 0-4-16,0 0 1 0,0 0-2 0,0 0 0 0,-11-1 4 15,11 1-2-15,0 0 3 0,0 0-4 16,0 0 1-16,0 0 0 0,0 0 5 0,0 0-2 0,0 0 3 16,0 0 1-16,0 0 7 0,0 0-7 0,29 4 0 15,-18-4 1-15,5 0 2 0,5 0-3 16,-1-2 1-16,0 0-4 0,-4 2-4 0,4-3-16 16,-3 1-13-16,-4 2-34 0,4-1-31 0,3 0-21 0,-4 1-44 15,3-2-22-15,-4 1-116 0,3-3-329 0,0 1 145 16</inkml:trace>
  <inkml:trace contextRef="#ctx0" brushRef="#br0" timeOffset="68072.16">28818 11758 83 0,'0'0'112'0,"0"0"-13"0,1-7-7 15,-1 7-3-15,0 0-5 0,0 0-2 0,0 0-2 0,0 0-2 16,0 0-2-16,0 0-4 0,0-10 1 0,0 10-11 15,0 0-8-15,0 0 11 0,0 0-6 0,0 0-6 16,0 0-4-16,0 0-4 0,-11-5-8 0,11 5 11 16,-7-1-18-16,7 1-7 0,0 0 6 0,-14 5-7 15,14-5 0-15,-11 3-6 0,4-1 5 0,-3 2 9 16,4-1-3-16,-4 2-2 0,1 0-1 0,-2 1 2 16,1 1 6-16,1 3-4 0,-1-2 3 15,2 2 2-15,1-1-3 0,-2 1-6 0,2-1-6 0,-3 3 3 16,5-2 2-16,-1-1 0 0,-1 1-1 0,3 0-1 15,-2 0 0-15,3-1 0 0,2 1 5 0,0-1-3 16,0-2 0-16,1-7-2 0,1 13 3 0,-1-13-6 16,1 13 1-16,3-8 1 0,2 1-2 0,-2-2-1 15,1 0-1-15,3-1 2 0,3-2-3 0,-3 1 2 16,1 0-5-16,1-1-3 0,-2 0 4 0,1 0-5 16,-1-1 3-16,0 2-2 0,-8-2-2 0,13 1-6 15,-6-1-12-15,-7 0-8 0,14 0-19 0,-14 0-21 16,10-1-29-16,-10 1-18 0,10-2-23 0,-10 2-20 15,13-1-14-15,-7 0-124 0,-6 1-310 0,15-3 137 16</inkml:trace>
  <inkml:trace contextRef="#ctx0" brushRef="#br0" timeOffset="68495.09">29085 11815 79 0,'-1'-7'188'0,"1"7"-17"16,0 0-16-16,-4-8-16 0,4 8-11 0,0 0-14 0,-5-6-7 15,5 6-7-15,0 0-12 0,0 0-5 0,0 0 0 16,-20 9-7-16,16-4 1 0,-3 0-7 0,1 5-11 16,-1-3 9-16,-2 3-6 0,3-1-13 15,-2 2 3-15,3-2-3 0,-4 3 2 0,4-2-5 0,1-1-1 16,1-1-8-16,0 1 2 0,2-1-6 15,-1-3-3-15,2-5-1 0,0 14-2 0,-1-8-6 16,1-6 0-16,5 11 2 0,-1-7 0 0,3 2-2 0,-1-4-5 16,3 3 4-16,2-3-5 0,1 0-1 0,-1 1 2 15,2-3 0-15,0 0 1 0,0-2-1 0,-2 1-2 16,-1-1 2-16,2 0 4 0,-6 0 1 0,4-2 9 16,-2-2 1-16,1 2 0 0,-1-3-1 15,-2-1-1-15,-1 0-5 0,-1-1 0 0,-1 0 2 0,-3-1-1 16,0 0-5-16,-2 0-3 0,1 1-3 0,-4 0 8 15,1-1-8-15,-2 3-4 0,-2 1-4 0,2 1 2 16,-2-1-4-16,0 2-9 0,1 2-12 0,-4 0-20 16,2 1-33-16,9 1-34 0,-16 3-40 0,7 1-42 15,0 2-56-15,-2 0-126 0,4-1-397 0,2 0 175 16</inkml:trace>
  <inkml:trace contextRef="#ctx0" brushRef="#br0" timeOffset="73816.55">29783 11969 95 0,'0'0'197'16,"0"0"0"-16,0 0-7 0,0 0-10 0,0 0-12 15,0 0-14-15,0 0-11 0,0 0-15 0,0 0-15 16,0 0-7-16,-3-29-9 0,3 29-2 0,5-10-9 16,-2 5-6-16,0-1-12 0,3-2-4 0,-2 0-4 15,2 1-4-15,-1-3-2 0,0 2-3 0,1-3-3 16,-3 2 2-16,2 0-2 0,-1 0-3 0,0 0 0 16,-3 4-2-16,1-6-3 0,0 6 0 0,-2 5-3 15,4-13-2-15,-4 9-2 0,0 4-3 0,1-10-5 16,-1 10 0-16,0-8-4 0,0 8 0 0,0 0-3 15,2-8-1-15,-2 8-6 0,0 0-3 0,0 0 4 16,0 0-6-16,0 0 0 0,0 0 3 0,0 0-4 16,0 0-4-16,-17 15 7 0,14-8-2 0,1 0-4 15,-3 2 4-15,2 0-1 0,-1 1-3 0,2-2 1 0,0 3-2 16,0-4 2-16,1 3-2 0,2-1 1 16,-1-9-1-16,2 15 0 0,4-8 5 0,0 0-9 0,3-1-13 15,2 1-12-15,-3-3-27 0,6 0-26 16,-2-1-33-16,-1 2-41 0,1-2-21 0,-1-1-31 0,-1-1-173 15,-2-2-409-15,2-1 181 0</inkml:trace>
  <inkml:trace contextRef="#ctx0" brushRef="#br0" timeOffset="73980.45">29861 11661 115 0,'0'-8'98'16,"0"8"-19"-16,0 0-20 0,0 0-30 0,9-4-13 16,-9 4-27-16,11 1-54 0,-11-1-69 0,19 3 31 15</inkml:trace>
  <inkml:trace contextRef="#ctx0" brushRef="#br0" timeOffset="74252.83">30185 11630 166 0,'0'0'198'0,"2"-11"3"0,-2 11-8 16,0-10-10-16,0 10-8 0,0 0-16 0,-2-9-13 15,2 9-16-15,0 0-13 0,0 0-16 0,0 0-6 16,0 0-10-16,0 0 1 0,0 0-6 0,-14 13 2 16,7 1 0-16,0 4-6 0,0 5-4 0,-4 3-1 15,1 4-2-15,2-3 12 0,2-1-8 0,-2 2 0 16,2-1-9-16,1 1-4 0,0-1-3 0,2 0-10 15,1-2-3-15,2-7-4 0,-3 0 0 0,2 1-8 16,1-2-2-16,2 2-3 0,1-4-2 0,1 0-11 16,0 1-21-16,-2-4-21 0,2 0-45 0,0-2-44 15,0-2-59-15,-2 0-38 0,1-2-44 0,-3 2-143 16,0-8-433-16,0 0 192 0</inkml:trace>
  <inkml:trace contextRef="#ctx0" brushRef="#br0" timeOffset="74405.95">30129 11887 45 0,'22'-1'82'16,"5"0"-32"-16,-6 0-40 0,9 1-42 0,-10 0-34 15,2-2 16-15</inkml:trace>
  <inkml:trace contextRef="#ctx0" brushRef="#br0" timeOffset="74812.32">30589 11701 101 0,'0'0'234'0,"3"-6"-14"0,-3 6-21 0,0 0-18 16,0 0-22-16,0 0-18 0,0 0-4 0,0 0-2 15,0 0-9-15,14 16-12 0,-9-8-6 0,-1 5-7 16,2 1-9-16,2 4-3 0,-1-1-7 0,-1 0-3 0,-3 0-1 16,3 0-9-16,-1 0-4 0,2-1-8 15,-3 0-6-15,0-5 0 0,1 1-7 0,-1 2-5 16,1-5-1-16,0 3-3 0,-1-4-4 0,0 1-3 16,0-3-4-16,-2 0-1 0,1 1-3 0,-1-4 6 0,-2-3-8 15,7 8 7-15,-7-8 4 0,6 6 9 16,-6-6 3-16,0 0 1 0,9-1 8 0,-9 1 7 15,8-8 0-15,-4 3-4 0,2-7-8 0,2 2-6 16,-2-7 0-16,2 0-5 0,4-9-3 0,-1-1-9 0,-1 1 2 16,3 0 1-16,-3-1-4 0,2 5-6 0,0-3 0 15,-4 8-1-15,0 0-2 0,0 2 3 16,-1 4-7-16,-1 3 3 0,-2-2-1 0,0 4-8 16,-3 0 2-16,2-1-9 0,-3 7-28 0,4-9-30 0,-4 9-25 15,3-7-22-15,-3 7-19 0,0 0-25 0,0 0-27 16,8 14-37-16,-7-7-27 0,1 5-180 0,-1 0-460 15,3-1 204-15</inkml:trace>
  <inkml:trace contextRef="#ctx0" brushRef="#br0" timeOffset="75063.42">31104 11863 189 0,'3'-7'220'0,"-3"7"1"0,0 0-12 0,0 0-12 0,-3-10-14 15,3 10-16-15,0 0-14 0,-11-3-14 0,11 3-13 16,-12 2-10-16,12-2-8 0,-15 6-7 0,5 2-9 16,-1-2-5-16,4 4-8 0,-1 1-8 0,-5 3-7 15,4 0-2-15,3-2-7 0,-4 1-1 16,5 3-9-16,0-2-4 0,2-2-4 0,0 1 2 0,3-2-3 16,0 1-8-16,3-1-1 0,0-2-9 0,3 1-23 15,0 0-27-15,3-3-40 0,2 0-38 0,-1-1-39 16,4-1-28-16,-1-1-26 0,1-2-167 0,2-1-400 15,-2-1 178-15</inkml:trace>
  <inkml:trace contextRef="#ctx0" brushRef="#br0" timeOffset="75295.64">31283 11892 37 0,'3'-6'240'0,"-3"6"-7"0,2-8-6 0,-2 8-21 0,4-5-19 16,-4 5-19-16,0 0-19 0,0 0-10 0,0 0-6 15,0 0 2-15,0 0-7 0,-4 32-6 0,2-16-13 16,-1 2-7-16,-2-3-4 0,1 3-14 0,2 1-7 16,-2-3-10-16,3 3-5 0,1-2-4 15,0-1-7-15,-2 1-5 0,2-2 0 0,0-2-20 0,0-3-19 16,2 2-23-16,-2-6-25 0,0-6-37 0,1 14-25 16,-1-14-30-16,0 0-12 0,1 14-13 0,-1-14-11 15,0 0-25-15,2 5-123 0,-2-5-344 0,0 0 153 16</inkml:trace>
  <inkml:trace contextRef="#ctx0" brushRef="#br0" timeOffset="75680.05">31300 11955 57 0,'2'-12'148'0,"3"-1"-4"0,-1 5 7 0,1-3 5 16,1 3-3-16,0-1-2 0,-1 5 0 0,4-2-7 16,-4 1-4-16,4 1-1 0,4 4-8 0,-3-2-6 15,3 2-11-15,-3 2-5 0,-2-2-12 0,1 3-3 16,-3 1-9-16,4 0-12 0,-3 0-6 0,-2 2-7 15,0-1-1-15,-1 1-6 0,1 2-3 0,-4-1-7 16,0 3-1-16,1-3-8 0,-2 1-1 0,0-8-4 16,-8 15 0-16,3-6-2 0,1-5-4 0,1 2-3 15,-3 1 2-15,1-1-7 0,2 0-4 0,-3-1-17 16,6-5-17-16,-8 9-6 0,5-2-4 0,-1-2-7 16,0 1 1-16,4-6-2 0,-1 9 4 0,1-9-2 15,2 12 5-15,1-3 4 0,-1-3 3 0,1-1 5 16,-1 3-2-16,2-2 0 0,0 3 6 0,2-4 2 15,-3 1 2-15,-2 0-2 0,3 0 2 0,0 2 5 16,0-3-4-16,-2 0 3 0,1 1 7 0,-3-6-7 16,3 8 4-16,-3-8 3 0,1 8-1 0,-1-8 2 15,2 6 11-15,-2-6 6 0,0 0 0 0,0 0 2 16,-6 10-1-16,6-10 0 0,-9 4-3 0,9-4 1 16,-13 5 0-16,3-3-7 0,10-2-21 0,-18 4-28 15,8-3-35-15,10-1-31 0,-16 0-33 0,16 0-33 0,-15 0-156 16,15 0-356-16,-10-5 159 0</inkml:trace>
  <inkml:trace contextRef="#ctx0" brushRef="#br0" timeOffset="76144.45">31770 11767 79 0,'0'0'206'0,"-7"-10"-7"16,3 5-11-16,4 5-14 0,-6-7-10 0,6 7-19 16,-5-5-14-16,5 5-14 0,0 0-14 15,0 0-11-15,0 0-4 0,0 0-11 0,-7 12-5 16,7-12-1-16,0 0-9 0,7 17 1 0,0-10-8 0,-1-1-6 16,6 1 0-16,3 1-2 0,2-1-1 0,1-1-1 15,2-1-3-15,-1 1 9 0,0-1-17 16,2-1 1-16,-3-1-4 0,-3 0 2 0,3 0-3 15,-7-1-3-15,0 0-2 0,0-2-3 0,-5 0-1 16,1 3-2-16,-7-3-1 0,11 0-3 0,-11 0-4 16,9 3 2-16,-9-3-1 0,8 1-1 0,-8-1-7 0,6 3 4 15,-6-3-1-15,0 0 0 0,8 5-2 16,-8-5 2-16,3 5 4 0,-3-5 6 0,2 9-3 16,-2-9 2-16,1 9 4 0,-1-1-3 0,-1 1 8 15,-3 0 8-15,2 3 4 0,-3-1-2 0,0 0 3 0,-2 4-1 16,-3 0-4-16,1-1 3 0,0 0-1 0,-1 1-5 15,0 1 2-15,1-3-1 0,0 2 1 16,-1-1-9-16,1 0-3 0,1-4 0 0,1 1 1 0,0-1-3 16,0-1-3-16,2 2-5 0,0-4-15 15,1 2-25-15,-1 0-24 0,4-4-32 0,-3 1-34 0,4-6-27 16,-2 9-37-16,2-9-32 0,0 0-21 0,10 5-162 16,-10-5-430-16,10 0 190 0</inkml:trace>
  <inkml:trace contextRef="#ctx0" brushRef="#br0" timeOffset="76534.63">32320 11914 13 0,'0'0'229'0,"6"-11"2"16,-6 6-19-16,0 5-15 0,0-9-8 15,0 9-15-15,0 0-19 0,-6-8-12 0,6 8-16 0,0 0-13 16,0 0-9-16,0 0-9 0,0 0 2 0,-22 13-8 15,12-6-14-15,2 5 3 0,0-2-7 0,1 4 4 16,0-4-13-16,-2 5 0 0,4-1-13 0,3-3 5 16,-2 1-8-16,2 0-5 0,0-1 1 15,1 0-2-15,3-1-4 0,1-1-1 0,3-1-4 0,-1 1-1 16,3-1 2-16,2-2 0 0,-1 0-4 0,4-1-1 16,5 1 0-16,1-2-1 0,-1-1-5 15,1-2 11-15,0-1-13 0,0-1 11 0,2 1-7 16,-3-4 6-16,0-1 0 0,-3-5 4 0,0 3-2 15,-1-5-3-15,2-2 5 0,-5 2 3 0,1-3 2 0,-3 0-5 16,-3-4 2-16,-3 3-1 0,-2-4-4 0,-2 1-4 16,-3 1-2-16,-1 0 2 0,-2 4-5 15,-2-2-3-15,-1 3-3 0,-1 1 0 0,-5 3-6 16,2 0-1-16,-4 1-17 0,2 4-23 0,-5 3-34 16,0-1-42-16,0 4-56 0,1 0-68 0,-1 5-77 0,6-2-190 15,-2 0-538-15,1 2 238 0</inkml:trace>
  <inkml:trace contextRef="#ctx0" brushRef="#br0" timeOffset="107448.4">26312 12665 90 0,'0'0'107'0,"0"0"-16"0,0 0 2 16,0 0-8-16,0 0-8 0,0 0-12 0,0 0 5 15,0 0-8-15,0 0-3 0,0 0-7 16,-29-3-7-16,29 3 1 0,0 0 3 0,-9 0-9 0,9 0 2 16,0 0-4-16,-10 0 10 0,10 0-11 0,0 0-1 15,0 0-10-15,-10-2 0 0,10 2 4 0,0 0-6 16,0 0-1-16,0 0-8 0,0 0 3 0,0 0-7 16,-7 2 5-16,7-2-7 0,0 0-4 0,0 0 9 15,0 0-5-15,0 0-5 0,0 0 0 0,0 0-1 16,0 0 4-16,0 0-2 0,0 0-3 0,0 0 8 15,0 0-6-15,0 0-1 0,0 0 6 0,0 0-9 16,0 0 7-16,0 0-1 0,0 0-3 0,0 0 0 16,0 0 5-16,0 0-10 0,0 0 5 0,0 0-2 15,0 0 8-15,0 0-3 0,0 0 6 0,0 0-3 0,0 0-5 16,0 0 7-16,0 0-5 0,0 0 1 16,0 0 4-16,0 0 0 0,0 0-3 0,0 0 1 0,0 0-6 15,0 0-9-15,0 0 13 0,0 0 1 0,0 0-2 16,0 0-2-16,0 0-1 0,0 0-5 0,0 0 5 15,0 0-5-15,0 0 6 0,0 0 0 0,0 0 1 16,0 0-2-16,0 0 1 0,0 0 0 0,0 0 6 16,0 0-3-16,0 0 3 0,0 0 0 15,0 0-1-15,0 0 7 0,0 0-8 0,0 0 0 0,0 0-3 16,-13-2-3-16,13 2 2 0,0 0 0 0,-8-1-13 16,8 1 20-16,0 0-5 0,-12-1-1 0,12 1 2 15,0 0 0-15,-11-1-3 0,11 1-6 0,0 0 10 16,-14-2 0-16,14 2-2 0,-7-1 2 0,7 1 2 15,-8-1-7-15,8 1 8 0,-9-3 12 0,9 3-9 16,-9-1 5-16,9 1 5 0,0 0-3 0,0 0 3 16,0 0-7-16,0 0 1 0,-9-2-2 0,9 2-4 15,0 0 3-15,0 0-6 0,0 0 1 0,0 0-3 16,0 0 5-16,0 0-6 0,0 0 2 0,0 0-2 16,0 0 1-16,0 0-2 0,27 7-1 0,-19-6 4 15,-8-1-1-15,17 0 0 0,-6 0 2 0,0 0 3 16,9-1-4-16,0 1 7 0,-2 0-2 0,5-2-2 15,4 0 0-15,-4 2-4 0,2 0-3 0,-4 0 4 16,0 0-1-16,1 0 2 0,-4-1-1 0,0-1-3 0,-5 1-2 16,1 0 1-16,-1 1-2 0,-2 0 3 15,1 0 0-15,-1 0-1 0,-5-2-4 0,-6 2-3 16,14 0-3-16,-14 0-7 0,9 0-7 0,-9 0-3 0,9-2-11 16,-9 2-6-16,0 0 0 0,0 0-17 15,12-1-14-15,-12 1-2 0,0 0-6 0,0 0-19 16,0 0 0-16,0 0-5 0,0 0 0 0,0 0-7 0,0 0-5 15,0 0-7-15,-25 5-63 0,25-5-199 0,-11 1 88 16</inkml:trace>
  <inkml:trace contextRef="#ctx0" brushRef="#br0" timeOffset="107822.17">26430 12630 97 0,'0'0'123'0,"0"0"-4"0,0 0-8 16,0 0-12-16,0 0-7 0,0 0-7 0,-7-4-1 16,7 4-11-16,0 0-1 0,0 0-3 0,0 0-5 15,0 0-1-15,0 0-13 0,0 0-4 0,0 0-3 16,0 0-4-16,0 0-8 0,0 0 0 0,0 0-6 16,0 0 1-16,0 0-5 0,0 0-6 0,0 0 4 15,0 0-1-15,0 0 2 0,0 0-6 0,0 0-2 16,0 0 1-16,0 0 9 0,0 0-11 0,0 0-2 15,0 0-5-15,0 0 0 0,0 0 8 0,0 0-7 16,0 0-2-16,0 0 1 0,0 0 2 0,0 0-5 16,0 0 7-16,0 0-6 0,0 0 4 0,0 0-5 15,0 0-1-15,0 0-3 0,0 0 4 0,0 0 3 16,0 0 2-16,0 0 6 0,0 0-12 0,0 0 1 16,0 0 1-16,0 0 0 0,0 0-1 0,0 0-7 15,0 0-7-15,0 0-3 0,0 0-21 0,0 0-5 16,0 0-12-16,-4 11-18 0,4-11-15 0,0 0-12 15,-7 6-22-15,7-6-72 0,-7 4-207 0,7-4 92 16</inkml:trace>
  <inkml:trace contextRef="#ctx0" brushRef="#br0" timeOffset="108200.25">26381 12643 88 0,'0'0'125'0,"-10"-8"4"0,10 8-15 0,-9-2-1 15,9 2-11-15,-11-2-3 0,-1 1-3 16,12 1-6-16,-17 0-2 0,5 1-11 0,1 1 9 16,-2 1-13-16,1 2-8 0,2-1 1 0,-2 0 1 0,1 2-1 15,0 1-6-15,-3 0-9 0,1 5 0 16,-1 0-3-16,5 2 0 0,-1 2 0 0,0-2 2 0,3 3 1 15,-2 0-2-15,3 2-3 0,-4 4 0 0,2-6-6 16,-1 9 0-16,4-7-1 0,-2 0 2 0,3-2-7 16,-3 7 0-16,5-4-4 0,-3-2 4 0,1 2-4 15,4-4 2-15,-4 2-9 0,-2-1 2 16,4-4-3-16,0 3-5 0,2-4 0 0,-4 1 2 0,4 0-2 16,-2-3-2-16,0 1 0 0,2 0-3 0,-1-1-1 15,-1-1-3-15,2-2-2 0,0-7-19 0,-2 12-17 16,0-7-25-16,2-5-17 0,-2 8-26 0,2-8-30 15,0 0-21-15,0 0-22 0,0 0-153 0,0 0-349 16,0 0 156-16</inkml:trace>
  <inkml:trace contextRef="#ctx0" brushRef="#br0" timeOffset="108616.4">25976 12982 78 0,'0'0'120'0,"14"-3"-6"0,-14 3-4 15,24 3-5-15,-6-2 1 0,9 1-17 0,2 2-8 16,0-3-6-16,5 2 1 0,2 0-8 0,-3-3 0 0,4 2-7 16,-5-2-11-16,-1 5-4 0,-5-3-5 15,-8 0-1-15,-1-4-4 0,-7 4-10 0,1-1 5 16,-3-1-8-16,-8 0 9 0,13-1 9 0,-13 1 11 16,9 0 4-16,-9 0 1 0,0 0-5 0,0 0-1 0,0 0-6 15,0 0-3-15,0 0 0 0,0 0-2 16,0 0-1-16,-25 12 2 0,14-7-2 0,0 1-1 15,1 1-2-15,-1 2 0 0,-2 3-5 0,1-2-1 16,0-1-3-16,3-1-6 0,3 2 3 0,0 0-7 0,2-1 0 16,1 0 3-16,3-2-8 0,0 0 5 0,0-7-3 15,5 14-2-15,-1-8 1 0,3-2 3 16,4-1-2-16,2-1-5 0,-1 1 4 0,6-1-1 0,-2-4 1 16,-1 1 0-16,1-3 1 0,-3 1 0 0,-1-3-2 15,-3 1 3-15,2-1-5 0,-4-4 3 16,2 1-1-16,-5-1-1 0,1-1 0 0,-3 1-2 0,-2 0-9 15,-2-1-18-15,0 0-8 0,-3 0-11 0,3 3-19 16,-2 2-18-16,4 6-23 0,-8-8-2 0,2 5-18 16,6 3-15-16,-9 1-12 0,9-1-8 0,-14 12-7 15,7-5-98-15,-1 2-277 0,4 1 122 0</inkml:trace>
  <inkml:trace contextRef="#ctx0" brushRef="#br0" timeOffset="108918.88">26569 13211 28 0,'11'-7'155'16,"0"0"1"-16,1-1-10 0,-4-1 8 0,-1 0 0 16,1-3-6-16,-2 2-14 0,-4-2-6 0,2-4-10 15,-3 4 8-15,-1-3-14 0,-3 2-8 16,-1 0-11-16,-2-5-9 0,0 2-3 0,0 5-6 0,3-1-1 16,-3 2-5-16,2 0-6 0,2 5-7 0,1-2-3 15,1 7-4-15,-2-10-10 0,2 10-5 0,5-7 2 16,-5 7-10-16,15-3 0 0,3 2-5 0,2 1 1 15,2 4-4-15,6 0-1 0,1-2-4 0,-7 2 2 16,4 3-4-16,-7 0-3 0,1 0-3 0,-2 3-4 0,0-1 4 16,-5 2 1-16,-1-4-3 0,-3 2 1 15,-2-2-4-15,0 0 4 0,-1 2 3 0,-3 1-1 16,-1 0-2-16,0-1 5 0,0 0-4 0,-2 0 1 16,0 0 0-16,0 1-15 0,-2-1-25 0,2-9-41 15,-2 13-47-15,2-6-44 0,0-7-220 0,-2 12-417 0,2-12 185 16</inkml:trace>
  <inkml:trace contextRef="#ctx0" brushRef="#br0" timeOffset="109420.11">27467 12971 84 0,'-6'-2'188'16,"-4"-1"1"-16,1-1-7 0,-2 2-15 0,0 2-13 16,0 2-9-16,-5 2-7 0,5 1-11 0,0 1-11 15,-5 2-9-15,5 0-12 0,4 2-8 0,-3-1-6 16,2 1-8-16,1-1-8 0,3 1-5 0,2-2-4 0,2 2-3 16,2-2-6-16,2 0 0 0,3-2-8 15,-1 0-4-15,6-1-2 0,-3-1-5 0,11-2 0 16,-4-2-2-16,4-3-4 0,-2-1-3 0,0 0 4 15,1-2-5-15,-4-2-2 0,-2-3 2 0,3-2 0 16,-7 5 4-16,-3-2 1 0,0-2-2 0,-2 1-3 0,-2-6 1 16,-4 7-4-16,0-2-2 0,-1 2 0 15,-6 1-5-15,-2 0-2 0,0 1 1 0,0 3-2 0,-5 1-3 16,-3-1-8-16,6 5-11 0,-1 2-21 0,1-1-19 16,0 1-23-16,2 4-20 0,0 0-29 0,1 1-25 15,6 0-22-15,-3 3-22 0,5 1-103 16,2-3-324-16,2 3 143 0</inkml:trace>
  <inkml:trace contextRef="#ctx0" brushRef="#br0" timeOffset="109654.56">27766 12836 146 0,'5'-19'159'16,"-1"2"-4"-16,-1 1 13 0,0 0 7 0,0 4-5 15,-1 2-7-15,0 1-7 0,1 2-14 0,-2 1-17 16,-1 6-10-16,1-9-16 0,-1 9-12 0,0 0-4 15,0 0 7-15,9 18 5 0,-8-2-5 0,0 1-7 16,1 1-3-16,0 9-3 0,-3-2-10 0,-2 1-5 16,2 1-8-16,0-2-4 0,-3 1-5 15,-2 3 0-15,2-4-7 0,0 0-11 0,0-5-24 0,-1-1-26 16,1-1-36-16,2 0-32 0,0-7-41 0,0 2-22 16,-2-1-39-16,2-2-27 0,-5-1-110 0,1-4-357 15,3-2 159-15</inkml:trace>
  <inkml:trace contextRef="#ctx0" brushRef="#br0" timeOffset="110452.17">27737 12972 75 0,'3'-8'129'0,"3"-1"-15"0,1 1-6 0,1 1 0 16,2-3-5-16,3 1 4 0,-3 0-7 0,5 0-4 16,0 0-8-16,1 0-6 0,-5 3 5 15,-1-1-9-15,1-2 4 0,-2 2-11 0,0-3 6 16,0 1-13-16,-3 2-5 0,0-2 2 0,-1 1 4 0,5-1 6 15,-6 3 1-15,-2 0-5 0,2 1-4 16,-4 5-9-16,5-6-4 0,-5 6-11 0,2-6-2 16,-2 6-9-16,0 0-2 0,0 0 2 0,0 0-3 15,0 0-2-15,0 26 0 0,-2-13-4 0,0 3 0 0,-2 3 0 16,-1-2-2-16,1 2 0 0,0 1-4 0,1-1-1 16,-2 0-2-16,2 0 1 0,0-4-1 0,0 2-4 15,1-6 3-15,0 1-1 0,0-2 0 0,2 0-4 16,0-3 2-16,0-7 0 0,0 10 3 0,0-10-1 15,2 8 0-15,-2-8-4 0,7 1-4 0,-7-1-1 16,15-1 0-16,-4-6 1 0,0 3 1 0,6-1-5 16,-2-2 4-16,3-1-5 0,-7 3 5 0,7 0 0 15,-5 1-1-15,0 4-4 0,0-2 2 0,-1 2-4 16,-2 0 4-16,1 0 1 0,1 0 0 0,-1 3-1 16,-1 0 0-16,0-1 1 0,-1 0 2 0,0 3-3 15,3-4 7-15,-6 4-3 0,3-4 0 16,0 2 0-16,0-3 4 0,2-1-5 0,0-1 2 0,0 1-3 15,-2-2 5-15,4 0 0 0,-3-2 1 0,-1-2-3 16,0-2 1-16,1 3-1 0,-2-2 2 0,1 1 0 16,-2-2 2-16,1 2-2 0,-1-1 1 0,-1-1-5 15,-1 0 6-15,0-1-4 0,-1 1-2 0,-3 3 2 16,1-1 0-16,-2 7 1 0,5-10 1 0,-4 5-5 16,-1 5-4-16,0 0 3 0,0 0 0 0,0 0-3 15,0 0 6-15,0 0-5 0,-22 12 6 0,15-2-3 16,-2-1 0-16,-3 4-5 0,6-2 6 0,-1 1-1 15,2-1-1-15,0 1 5 0,1 0-3 0,2-1 0 16,3-1 0-16,0-1-1 0,3 1 4 0,1 0 0 16,2-2-4-16,-1-2 3 0,2 1 0 0,4-3 0 15,1 1-3-15,1-4 6 0,-1 2-2 0,6-3 0 0,-2-1-2 16,-2-1 1-16,1-3 6 0,0-1-7 0,-7 2 5 16,2-1-3-16,1-2 3 0,-3 0-2 15,-1-1 1-15,-1 0-8 0,-4-1 8 0,1 0-2 16,-2-1 1-16,1-1-6 0,-1 0 2 0,0 0-1 0,-2 2 5 15,2 0-4-15,-2 9 3 0,2-10-3 0,-2 10 1 16,1-8-3-16,-1 8-1 0,1-7-5 0,-1 7 4 16,8-5-4-16,-8 5 5 0,10 0-6 15,-10 0 4-15,16 5 0 0,-7 0-1 0,0 1-3 0,0 2 7 16,0-1-6-16,-1 3 1 0,0 3 2 0,-2-2 3 16,0-1-4-16,1 4 5 0,-3-2 1 0,0 0 0 15,-2-2-1-15,1 3 5 0,-2-3-6 0,0 2-18 16,-1-4-25-16,2 1-20 0,-2 1-34 0,1-3-32 15,0-1-29-15,-1-6-33 0,-1 12-117 0,1-12-334 16,1 8 148-16</inkml:trace>
  <inkml:trace contextRef="#ctx0" brushRef="#br0" timeOffset="110794.45">28896 12921 58 0,'0'0'180'0,"3"-7"-30"0,-3 7-5 0,0 0-8 16,0 0-5-16,0 0-15 0,0 0-2 0,13 14-12 16,-9-5 4-16,0 1-6 0,-1 1-7 0,2 0-4 15,0 5-7-15,1-1-6 0,1-1-13 0,-3-2-4 16,1-2 2-16,1 0-6 0,2 2-1 0,-2-3-6 16,1 0-5-16,-2-3-4 0,-1 1 0 0,4-1 4 15,-3-3-2-15,2 0 6 0,1-1-3 0,-8-2-1 16,14-2-2-16,-7-1 3 0,1-4-8 0,2 2-4 15,-2-2-2-15,0-4 0 0,-1 1-4 0,3-4-1 16,-1-1-3-16,0-1-3 0,0-2-1 0,1-8 1 16,1 4-4-16,-2-2-4 0,1 8 14 0,-2-1 0 15,1 2-6-15,-2-1-1 0,-3 7-6 0,1-2-14 16,0 2-15-16,-1 4-14 0,-1 0-21 0,-3 5-36 16,4-9-28-16,-4 9-15 0,0 0-16 0,0 0-7 15,0 0-17-15,0 0-21 0,0 0-106 0,-7 28-321 16,4-18 142-16</inkml:trace>
  <inkml:trace contextRef="#ctx0" brushRef="#br0" timeOffset="111162.79">29410 12930 52 0,'0'0'238'0,"-3"-12"-10"16,3 12-12-16,-6-9-10 0,-1 4-12 0,1 2-13 0,-3 0-15 15,-3 2-12-15,0 2-15 0,-1 0-10 0,-5 4-8 16,1 2-11-16,1-1-10 0,0 4-5 0,2-1-15 15,0 2-7-15,2 0-7 0,3-1-7 16,1 1-6-16,3-2-5 0,0 3-2 0,2-3-6 16,3 3-4-16,2-3-3 0,-1 0-3 0,4 0-4 15,0-2 1-15,3 0-3 0,1-2-1 0,-3-3-2 16,7 1-2-16,-2-3 0 0,2 0-2 0,-3-4-1 0,7-1-3 16,-4 1 0-16,-2-2-1 0,2-1 1 15,-4 1-5-15,1-3-2 0,-1 1 2 0,0-2 0 0,-1 0-2 16,-2 1 0-16,2 0 0 0,-3 1-1 15,-1 0 0-15,-1 5-1 0,-3 3-8 0,4-8 2 0,-4 8-3 16,6-3 3-16,-6 3-1 0,0 0-1 16,0 0 1-16,7 17 2 0,-7-10-1 0,0 1-3 0,1 3 0 15,-1 0 2-15,2 5 2 0,-4-4 1 0,2-1-2 16,-1 0-2-16,2-2-18 0,1 4-22 0,-2-5-35 16,0 1-45-16,2-2-37 0,-1 1-37 15,2-3-30-15,-3-5-155 0,4 8-415 0,-4-8 184 0</inkml:trace>
  <inkml:trace contextRef="#ctx0" brushRef="#br0" timeOffset="111376.85">29635 12721 86 0,'1'-10'249'0,"0"4"-26"0,-1 6-27 15,3-7-18-15,-3 7-5 0,0 0 1 0,0 0 5 16,1 25-9-16,1-7-15 0,-4 1-7 0,1 7-15 15,1 2-11-15,-2-1-15 0,1 3-10 0,-3-4-8 16,2 1-9-16,2-1-3 0,-2 0-13 0,1 1-11 16,0-8-25-16,0 0-34 0,-1-1-30 0,1-2-44 15,-2 0-44-15,1-3-49 0,1-2-41 0,-2-1-144 16,-1-3-389-16,4-7 172 0</inkml:trace>
  <inkml:trace contextRef="#ctx0" brushRef="#br0" timeOffset="112109.36">29791 12924 57 0,'1'-6'214'0,"-1"6"-20"15,0 0-22-15,2-7-8 0,-2 7-5 0,0 0-7 16,0 0-2-16,0 0-12 0,0 0-8 0,9 19-10 16,-8-12-12-16,2 3-10 0,0 0-6 0,-1 1-6 15,-1-2-9-15,3 1-9 0,-1-1-3 0,1-1-6 16,1 0-3-16,0-1-8 0,0 0-1 0,3 0-10 15,-4-1 0-15,1-2-6 0,2 1 2 0,0-2-4 16,-1-1-4-16,-6-2-2 0,17-2-1 0,-10 1-2 16,2-1-2-16,3-3-2 0,-2-2-2 0,0 0-2 15,2-1 1-15,-3-1-4 0,-3 0 0 0,2-1-2 16,2-2-1-16,-2 2 0 0,-2 1 0 0,1 0 4 16,-4 3-6-16,2 0-1 0,-2 1-2 0,-3 5-1 15,4-6-2-15,-4 6-3 0,4-6 2 0,-4 6-1 16,0 0 2-16,0 0 2 0,7 12 0 0,-7-12 3 15,4 11-3-15,-2-4 2 0,0 1 0 0,4-1 0 16,-3 3 1-16,2-1 1 0,1-3 3 0,1-2 1 16,2 3 2-16,2-1-5 0,2-4 1 0,1 2 1 0,5-3-3 15,0-2 0-15,1-1 2 0,-1-2 0 0,-1 1 0 16,-3-2 1-16,-1 0-1 0,-2-2 3 16,-1 2-4-16,-1-2-1 0,1-1 2 0,-1 0-3 15,-4-3-1-15,1 0 1 0,-2 0 0 0,-1-1 0 16,-1 1-1-16,2-1-2 0,-2 3-2 0,-4-1 1 0,3 5-2 15,-2 5-1-15,0-9 0 0,0 9 1 0,0 0-1 16,-12-3-3-16,12 3 2 0,-16 10 3 16,8-1-3-16,-3-1 2 0,1 4 0 0,2-1-1 15,-2 1 1-15,2-2 1 0,2 6-2 0,2-4 1 0,3 0 5 16,1-1 0-16,0 0 1 0,1 0 0 16,3-1 1-16,0 0 3 0,2-1-1 0,3-1-2 15,2-3 5-15,2 0 0 0,5-3-3 0,1 0-2 0,3-2 2 16,0-1-5-16,-2-3 1 0,-1 0 3 0,2-2-2 15,-3-2 3-15,2 0-3 0,-2-3-1 0,-1-1 3 16,0 0-4-16,-5-1 2 0,1 0 0 0,-3-1 4 16,-1-2-7-16,0 2 2 0,1 0-2 0,-6 3 2 15,2 2 4-15,-4 2-1 0,2 1-3 0,-2 0 1 16,-2 6-5-16,5-7 0 0,-5 7-2 0,0 0 0 16,0 0 2-16,0 0 1 0,0 0 4 0,-10 20 4 15,4-5 0-15,-3-2 1 0,-3 2 0 0,3 2 3 16,0-2-3-16,-1 2-2 0,0 1 0 0,1 0 4 15,-4 5-3-15,5-5-3 0,2-3-15 0,-2 1-20 16,1-5-35-16,3 0-35 0,1 1-27 0,3-2-35 16,0-3-32-16,0-7-40 0,5 13-128 0,2-9-391 15,3-1 173-15</inkml:trace>
  <inkml:trace contextRef="#ctx0" brushRef="#br0" timeOffset="112668.28">30946 12941 109 0,'0'0'211'0,"0"0"2"0,0 0-6 16,0 0-10-16,0 0-9 0,0 0-10 0,-12 23-19 15,7-15-6-15,0 2-13 0,1 2-11 0,0-1-9 16,2 1-10-16,-1 1-9 0,2-2-10 0,2 2-8 16,0-2-3-16,3-1-10 0,2-1-8 0,-1 1 0 15,5-3-10-15,-1 1 0 0,0-3-7 0,2-1-5 16,1-2-2-16,-1-2-3 0,2-2-8 0,-1 2-3 15,-1-5 1-15,-1-3-5 0,-1 1-7 0,0-1-6 16,0-6-3-16,-5 3-4 0,2-5-5 0,-3-1-6 16,-2 0-3-16,-1 0-5 0,-1 1-1 0,-3 0 2 15,1 3-1-15,1 3 2 0,-1-2 4 0,2 3 0 16,-3 4 0-16,4 5 0 0,-3-10 0 0,3 10-1 16,-3-7 3-16,3 7-2 0,0 0 5 0,0 0 1 15,0 0-1-15,0 0 6 0,0 0-2 0,0 0 0 16,23 11 2-16,-10-10 1 0,7 1-1 0,2 1 6 15,7-3-3-15,1-1-3 0,0-1 2 0,-2 0 0 16,-2-2-1-16,2 0 2 0,-2-2 1 0,-5 0-2 16,5-3 0-16,-8 1 4 0,-2-1-1 0,0-1 4 15,-2-1-14-15,-1 0-2 0,-1-1-1 0,-1 1 11 0,-4 0 4 16,-2 1 3-16,3-1 3 0,-5 1 2 16,0 1-4-16,0 2 2 0,0 0-1 0,-3 7 11 0,3-9-16 15,-3 9 0-15,0 0-1 0,0 0 1 16,0 0 1-16,0 0 4 0,-20 21 1 0,14-7 12 0,-1 3-4 15,-6 5 4-15,3 0 9 0,2 2 3 0,-2 0 5 16,1 4 0-16,0-4 3 0,0 3-1 16,3 3 4-16,-2-3-2 0,2 0-2 0,5 2-5 15,-2-2-2-15,-1-1-4 0,3-7-3 0,-4 5-2 16,4-6 0-16,-1 2-7 0,0-3-3 0,-1-1-26 0,0-2-31 16,-1 1-31-16,0-3-38 0,0-2-61 15,-1-3-51-15,0 0-50 0,-5-1-171 0,3-4-481 16,1 0 213-16</inkml:trace>
  <inkml:trace contextRef="#ctx0" brushRef="#br0" timeOffset="112829.71">31365 13153 1894 0,'4'-12'28'0,"2"4"64"16,-2 0-36-16,0 3-12 0,-2 0 10 16,-2 5 10-16,6-7 8 0,-4 2 0 0,-2 5-12 15,4-5-5-15,-4 5-6 0,10-9-7 0,-2 7-8 0,10-1-6 16,-6 0-34-16,6 1-43 0,0-1-60 0,10 0-58 15,3 2-39-15,2 6-146 0,3-3-380 0,5 1 168 16</inkml:trace>
  <inkml:trace contextRef="#ctx0" brushRef="#br0" timeOffset="113429.78">32389 12895 84 0,'0'0'124'15,"14"0"-6"-15,-4 2-21 0,3-1-6 0,3 1-3 16,5 1-15-16,-2-2-5 0,-1 2-10 0,1-1-26 15,0 0-18-15,-1-2-7 0,-4 0-14 16,-1-2-10-16,-1 1-12 0,-4 0-9 0,-8 1 4 0,12-6-7 16,-8 4 6-16,-4 2 1 0,4-5 4 0,-4 5 18 15,0 0-8-15,0 0 5 0,-4-14 10 0,4 14 9 16,-9-9 4-16,5 4 9 0,4 5 17 0,-10-8 7 16,6 5 17-16,4 3-6 0,-7-5-9 0,7 5 2 15,-7-3 14-15,7 3 5 0,0 0 12 0,-12 10 3 16,9-4 6-16,-3 4-4 0,0 4-3 0,-1 3 6 15,2 1-8-15,-2 1 1 0,2 8-1 0,-2-1-2 16,0-1-2-16,-1 2-8 0,0-4-4 0,2-3-3 16,3-1-3-16,-1 6-9 0,2-7-5 0,1 0-2 15,-2-2 1-15,3-3-9 0,-5 3-2 0,6-6-2 16,-2-1 23-16,0 1-3 0,0-3-10 0,1-7 1 16,-2 12-2-16,2-12-1 0,-4 7-2 0,4-7-4 15,-6 3-2-15,6-3-4 0,-9-1-2 0,9 1-5 16,-14-7 1-16,8 2-6 0,-3-2 3 0,0 0-4 15,2-2 0-15,0 3-4 0,0-1 2 0,3 1-4 16,-1 0 4-16,5 6-2 0,-5-7-1 0,5 7-1 16,-4-5-1-16,4 5-2 0,0 0 1 0,0 0 0 15,0 0-1-15,0 0 3 0,0 0-4 0,16-4 2 16,-4 6-1-16,5 1 1 0,4 1 0 0,7 0-2 16,0-1-13-16,2-2-29 0,2 1-35 0,-32-2-45 15,71 3-34-15,-34-3-26 0,-3 0-20 0,-34 0-128 16,67-5-356-16,-37 2 158 0</inkml:trace>
  <inkml:trace contextRef="#ctx0" brushRef="#br0" timeOffset="113817.42">33029 13067 95 0,'0'0'166'16,"0"0"1"-16,0 0-4 0,0 0-6 0,-26-34-7 16,26 34-4-16,0 0-11 0,0 0 5 0,0 0-1 15,-57 13-12-15,57-13-6 0,-31 23-11 0,31-23-6 16,-24 23-7-16,24-23-11 0,-14 22-7 0,14-22-5 15,0 0-7-15,-10 31-8 0,10-31-1 0,0 0-6 16,0 0-5-16,23 45-2 0,-23-45-7 0,25 19-3 16,-25-19-4-16,32 17-4 0,-32-17 0 0,23 10-2 15,-23-10-2-15,0 0 2 0,31 7-6 0,-31-7 8 16,0 0 6-16,0 0 8 0,0 0-1 0,0 0 0 16,0 0 1-16,0 0-5 0,0 0-5 0,0 0-1 15,0 0-5-15,0 0-2 0,0 0 1 0,0 0-1 16,0 0-3-16,0 0 5 0,0 0 7 0,0 0 5 15,0 0 6-15,0 0 4 0,-90 19-2 0,90-19 0 16,-34 17-6-16,34-17 1 0,-25 16-4 0,25-16-2 16,-22 19-5-16,22-19-11 0,-16 18 8 0,16-18 4 15,0 0-13-15,-9 28 13 0,9-28-4 0,0 0 1 16,0 0 1-16,0 0-10 0,39 41-4 0,-39-41 5 16,39 13-1-16,-13-6-11 0,-26-7-13 0,39 6-28 15,-39-6-22-15,35 3-30 0,-35-3-39 0,0 0-40 16,41 0-46-16,-41 0-57 0,0 0-241 0,0 0-549 15,29-17 244-15</inkml:trace>
  <inkml:trace contextRef="#ctx0" brushRef="#br0" timeOffset="114845.63">26607 13401 175 0,'0'0'169'0,"0"0"0"16,-8 2-20-16,8-2-15 0,0 0-9 0,0 0 0 15,0 0-6-15,0 0-3 0,0 0 9 0,0 0-7 16,21 18-4-16,-9-13-10 0,5-1-8 0,4-1-9 16,6 1-8-16,4-1-8 0,-1 1-8 0,1-1-5 15,-10-3-6-15,5 2-17 0,-3 0-27 0,-5-2-29 16,-5-1-25-16,1 0-18 0,-3 1-25 0,0-4-20 15,-2 2-9-15,-2-1-10 0,-7 3 3 0,9-6-3 16,-7 2 6-16,-2 4 11 0,0 0 11 0,-2-12 11 16,2 12 7-16,0 0 11 0,-9-9 8 0,5 5 6 15,4 4 12-15,-12-4 2 0,5 1 12 0,7 3 14 16,-13-3 9-16,6 3 10 0,7 0 11 0,-11-3 8 16,11 3 4-16,-9-1-1 0,9 1 18 0,0 0 9 0,-10 0 11 15,10 0 10-15,-6 7 5 0,6-7 12 16,-7 13 11-16,7-3 0 0,-4 1 2 0,0 6 6 15,1 0-6-15,-1 8-1 0,-1-5-4 0,0 4 0 0,1 0-5 16,-2 0-6-16,3-5-5 0,-5 5-5 0,4-4-6 16,0 3-5-16,-2-3-7 0,4-1-5 15,-1 0-4-15,-1 1-2 0,2-4-9 0,-2 0 0 16,0 0-3-16,2-3-5 0,2-3 2 0,-2 3-6 0,0-3 0 16,2-2-6-16,-2-2-2 0,2-6 2 0,-3 13-1 15,1-9-1-15,2-4-1 0,-2 7-3 16,-4-4-3-16,6-3-4 0,-14 3-6 0,3-6-2 15,-2 2-7-15,-1-1 0 0,3-2 1 0,-8 0 0 16,6-1-1-16,-5-2 2 0,3 1 3 0,3 2-2 0,-1 0-2 16,4-2 3-16,-1 3 3 0,2 0 1 0,1 0-3 15,7 3 3-15,-10-4 4 0,10 4 0 0,-8-3 2 16,8 3-1-16,0 0 2 0,0 0-1 16,0 0 3-16,0 0 1 0,20-4-1 0,-7 7 2 15,8-3-3-15,2 1-2 0,6 2 1 0,4-3 3 0,-1-1-5 16,4 1 2-16,-5 1-20 0,1 1-27 0,-1 0-30 15,-2-2-36-15,0 0-24 0,-1 0-29 16,-9 0-24-16,-1 0-12 0,-5-2-2 0,1 0-122 0,-1 1-344 16,0-2 152-16</inkml:trace>
  <inkml:trace contextRef="#ctx0" brushRef="#br0" timeOffset="115081.28">27080 13809 554 0,'13'-4'-22'0,"-13"4"22"0,12-5 14 0,-12 5 25 0,7-8 17 16,-7 8 22-16,7-8 20 0,-7 4 16 0,0 4 10 15,0-9-1-15,0 9 2 0,0-9 5 0,0 9 7 16,0 0-4-16,0-11 1 0,0 11-11 0,0 0-11 15,0 0-3-15,-7-10-7 0,7 10-9 0,0 0-2 16,-15 3 1-16,15-3 0 0,-18 9 7 0,2-1-5 16,-2 3-4-16,1-1-3 0,0 3-4 0,-1 1-9 15,1 4-5-15,3-5-8 0,1 1-2 0,2 1-4 16,1-1-6-16,1 1-4 0,5-4-1 0,0 2-9 16,-1-1-5-16,5 1 2 0,0-3 3 0,5 0-10 15,1 2-3-15,1-5 0 0,6 1-3 0,-2-1-18 16,8-1-22-16,-4-2-28 0,6 0-33 0,0-2-39 15,2-4-44-15,6 2-42 0,0-4-41 0,-1-2-234 16,1 0-521-16,0-2 230 0</inkml:trace>
  <inkml:trace contextRef="#ctx0" brushRef="#br0" timeOffset="115242.55">27564 13669 119 0,'0'0'190'0,"0"0"-11"15,7-7-17-15,-7 7-13 0,6 0-11 0,-6 0-14 16,14 1-14-16,-3 2-9 0,0-1-19 0,-1-1-34 16,-2 2-40-16,1 4-42 0,-1-6-52 0,0 1-38 15,-3 2-71-15,1 0-211 0,-6-4 95 0</inkml:trace>
  <inkml:trace contextRef="#ctx0" brushRef="#br0" timeOffset="115381.06">27539 13818 110 0,'-4'4'166'0,"4"-4"-12"0,0 0-12 0,0 0-10 16,0 0-14-16,0 0-3 0,20 11-17 0,-7-10-36 15,5-1-39-15,4-1-33 0,7-2-43 0,3 0-35 16,5 1-74-16,1-2-175 0,16-6 78 0</inkml:trace>
  <inkml:trace contextRef="#ctx0" brushRef="#br0" timeOffset="115767.68">28390 13602 160 0,'3'-4'208'0,"3"1"-8"16,-6 3-15-16,5-4-9 0,-5 4 2 0,0 0-5 15,0 0 3-15,-16 18-2 0,6-8-4 0,-4 3-6 0,-7 5-11 16,1 3-8-16,-3 0-3 0,-2 1 0 16,-2 1 3-16,-1 2-22 0,1-5-8 0,0-1-10 15,1-1-11-15,0 0-9 0,0-2-6 0,7-3-3 16,4 0-8-16,-4-4-9 0,2 1-6 0,-2-4 3 15,0-1-10-15,1-2-4 0,-1-2 2 0,6-2-7 16,-5 0-2-16,9-1-7 0,-4-2 0 0,3-1-2 0,0-1-4 16,3-2-6-16,1 1-11 0,2-3-8 15,2-2-3-15,2-4-4 0,7 0-5 0,0-1 3 16,6-6-1-16,4 2-3 0,2 2-2 0,1 1 3 0,5 2 1 16,2 3 7-16,-5 0-1 0,3 1-6 15,2 5 5-15,-10 3-3 0,0 1 4 0,-3 2 1 16,-3 0 7-16,0 4-4 0,1 2 9 0,-4 1 6 15,1 2 6-15,-1-3 1 0,-2 6-5 0,-1 1 7 16,-2-1-3-16,2 3 2 0,0 3 1 0,-3 0-5 0,3-2-4 16,-5-2 3-16,2 4-2 0,0-6 4 0,2 4-5 15,-3-3-19-15,2-3-33 0,-2 1-39 16,1-1-44-16,0-1-62 0,4-2-63 0,0-1-62 16,0 3-183-16,4-3-535 0,6 0 236 0</inkml:trace>
  <inkml:trace contextRef="#ctx0" brushRef="#br0" timeOffset="116480.74">28879 13594 24 0,'0'0'212'0,"0"0"-23"0,8-12-20 0,-2 9-18 15,7-3-8-15,-1 2-19 0,5 1-13 0,0 0-10 16,3-1-7-16,0-1-16 0,-1 3-13 0,-1 0-26 16,-5-1-16-16,-2 3-27 0,2-3-17 0,-3 0-16 15,-3 2-5-15,1-2-4 0,-8 3 2 0,9-3 0 16,-9 3 8-16,0 0-2 0,5-4 3 0,-5 4 10 16,0 0 3-16,0 0 0 0,0 0 7 0,0 0-5 15,0 0 16-15,0 0 0 0,-26 5 11 0,26-5-3 16,-12 4 16-16,6 0 2 0,6-4 3 0,-16 6 9 15,10-3 5-15,1 2 4 0,-4 2 13 0,3 1 3 16,-1 2 15-16,-1 4 5 0,1 3 6 0,-1 0 7 16,-2 7-9-16,2 1 0 0,-1 0-9 0,3-6-1 15,1 8 5-15,0-1-10 0,0-1-3 0,1-5-6 16,-1 6-4-16,5-7-4 0,0-2-5 0,-2 2-3 16,0 1-7-16,1-3-2 0,-2-3-3 0,3-1-2 15,-1 0-2-15,-2-3-1 0,2-1-2 0,0-2-3 16,-1-1 1-16,2-6-4 0,-5 13 0 0,3-10-2 15,2-3-3-15,-9 4 1 0,9-4-3 0,-11-3-5 16,11 3-3-16,-11-7-1 0,3 3-6 0,2-4 4 16,-2 0 1-16,1-1-2 0,1-1 2 0,0 3-1 15,1-2-2-15,2 0 2 0,2-1-1 0,1 10 3 16,-1-13-5-16,0 6 2 0,1 7 3 0,0 0-4 16,1-9 2-16,-1 9-1 0,0 0-3 0,2-9 9 15,-2 9-5-15,9 0-2 0,-9 0 4 0,13-1-1 16,-2 2 1-16,1-1-1 0,0 3 0 0,1 0 2 15,0 0 0-15,5 0 1 0,3 0-8 0,0-1-27 16,-1-1-33-16,0 2-33 0,8-2-39 0,-1 0-37 16,-4-1-15-16,3 0-19 0,-6 2-117 0,2-2-350 15,-5 0 156-15</inkml:trace>
  <inkml:trace contextRef="#ctx0" brushRef="#br0" timeOffset="116879.48">29417 13826 69 0,'0'-10'201'0,"0"10"4"0,0 0-9 0,-5-12-6 16,1 8-3-16,4 4-18 0,-15-1-3 16,2 4-7-16,3 2-13 0,-4 1-3 0,-3-1-9 15,-1 5-9-15,2 1-5 0,-1 0-8 0,3 2-14 16,0-1-8-16,0-1-8 0,4 1-7 0,0 3-7 16,6-5-7-16,0 1-22 0,1 1-5 0,3-1-1 0,3-3-6 15,2 3-2-15,1-2 0 0,3 1-4 16,2-1 0-16,3-2-4 0,-2-1 2 0,0-1 2 15,0-1-8-15,0 0 4 0,-2-3-2 0,1 2-2 16,-2-3 7-16,-3 0 0 0,-6 0 3 0,10 0 4 0,-10 0 2 16,0 0 4-16,12-3-3 0,-12 3-1 0,0 0-3 15,0 0-4-15,0 0-3 0,0 0 5 0,-32-7-1 16,16 8 5-16,0 0-1 0,-2 3 7 16,-1 0-3-16,2 3 1 0,-1 1 1 0,7-2 1 15,-4 1 11-15,5 2-6 0,3-1-12 0,-2 2-4 0,0-1 3 16,4 0-5-16,1 0 0 0,1 2-1 0,3-2-3 15,3 3-2-15,3-3 3 0,3 0-3 16,8 2 1-16,-2-2-4 0,11 1-3 0,1-1-8 16,-2-2-22-16,3-1-21 0,-1-3-31 0,1-1-32 15,-1 0-33-15,0-3-45 0,-5 1-51 0,1-2-43 0,-4-1-212 16,8-4-530-16,1 0 235 0</inkml:trace>
  <inkml:trace contextRef="#ctx0" brushRef="#br0" timeOffset="121921.31">30893 13715 144 0,'0'0'145'0,"0"0"-12"15,0 0-6-15,0 0-6 0,0 0-7 0,0 0-6 16,0 0-1-16,-18 19 2 0,10-9-9 0,-1 3-2 16,-2 3-5-16,0-2-8 0,1 0-4 0,-1-1-8 15,0 3-8-15,1-3-1 0,1 1 1 0,-4-2-6 16,4 4-13-16,0-7-7 0,-4 2 3 0,2 1-2 16,3-3-3-16,-2-1-1 0,2-1 0 0,-1 1-4 15,2-2 2-15,-2-1-1 0,1 0 3 0,0-2-10 16,1 0 10-16,7-3-8 0,-12 4 1 0,7-2 10 15,5-2-5-15,-13 0 4 0,13 0 0 0,-9-5-4 16,9 5-6-16,-9-6 0 0,7 2-2 0,-2-1-4 16,0-3 0-16,-1-1-2 0,1-1 6 0,2-2-14 15,0 2 4-15,-1-3-4 0,3 3 5 0,0-3-6 16,0 3 0-16,0-2 0 0,1-1-2 0,0 3-3 16,3-1 2-16,0 3-3 0,0-2 1 0,1 2-1 15,-3 2-5-15,2-1 1 0,1 3 2 0,0 0-4 16,-5 4 1-16,12-3-1 0,-12 3-2 0,11 3 2 15,-11-3-1-15,13 7-2 0,-4 1 3 0,-1 0-1 16,2 5-2-16,0-1 1 0,-1 2 2 0,-1-2 0 16,0 0 1-16,2 2 0 0,-1 0 1 0,0-2-4 15,-2-2 2-15,5 4 1 0,-5-3 1 0,2-1-1 16,0-2 8-16,2 1-6 0,-2 0-3 0,2 0-22 16,-2-2-16-16,1 1-16 0,2 0-34 0,-5-2-37 15,4-2-30-15,-5 3-33 0,4-4-31 0,-2 3-113 16,0-4-360-16,0-1 159 0</inkml:trace>
  <inkml:trace contextRef="#ctx0" brushRef="#br0" timeOffset="122102.66">31251 13891 17 0,'0'0'123'0,"0"0"-7"0,10-1-18 0,-10 1 1 16,10 3-25-16,-10-3-36 0,12 3-23 0,-7 1-42 16,0-2-66-16,1 1-99 0,-6-3 44 0</inkml:trace>
  <inkml:trace contextRef="#ctx0" brushRef="#br0" timeOffset="122268.16">31185 14008 58 0,'0'0'192'16,"-9"3"-9"-16,9-3-17 0,0 0-15 0,0 0-16 16,0 0-14-16,0 0-15 0,0 0-9 0,0 0-9 15,0 0-11-15,39-3-29 0,-27 2-34 0,1 1-34 16,7-2-33-16,1 1-41 0,-2 1-32 0,9 0-65 16,-8 0-206-16,8-6 91 0</inkml:trace>
  <inkml:trace contextRef="#ctx0" brushRef="#br0" timeOffset="122524.51">31710 13750 131 0,'0'-7'189'0,"0"7"4"15,0-11-2-15,0 11-11 0,-1-11-11 0,1 11-17 16,0 0-14-16,-4-10-18 0,4 10-12 0,0 0-18 0,0 0-2 15,0 0 5-15,0 0 2 0,-10 28-6 16,5-12-7-16,1 2-3 0,-3 2-10 0,1 4-3 16,0 2-5-16,2-1-9 0,2 0-1 0,0-7-9 15,1 1 1-15,1 0-7 0,0 1-4 0,0 0-14 16,1-2-37-16,0-1-30 0,-1-1-39 0,1-2-37 16,-1-2-48-16,-1-1-195 0,-1 2-398 0,0-4 177 15</inkml:trace>
  <inkml:trace contextRef="#ctx0" brushRef="#br0" timeOffset="123101.32">31277 13866 98 0,'-9'-3'140'16,"9"3"-2"-16,0 0-14 0,0 0-10 0,-14 3-19 15,14-3 3-15,0 0-4 0,0 0-8 0,-13 2 5 16,13-2-2-16,0 0-1 0,-5 3-6 0,5-3-6 16,0 0-7-16,0 0-6 0,-10-5-2 0,10 5-3 15,0 0-3-15,-7-7-7 0,7 7-10 0,-7-6 0 16,7 6-3-16,-4-8-1 0,3 0-3 0,1 8-3 15,-3-7-4-15,3 7-6 0,1-12-3 0,-1 12-2 16,4-11-2-16,1 6 2 0,0 2-3 0,-5 3-2 16,12-5 2-16,-4 4-4 0,-8 1-1 0,19-1-4 15,-10 1 2-15,2 1 5 0,-1-1-7 0,1 2 2 16,1 0-3-16,-3-1 2 0,2-1-1 0,1 1 1 16,-2 1-1-16,1-1 2 0,-2 2-1 0,-2 0 4 15,-7-3-2-15,9 1 0 0,-1-1-1 0,-8 0 1 16,9 4-2-16,-9-4 5 0,0 0-8 0,0 0 1 15,6-8-5-15,-6 8-18 0,0 0-8 0,0 0-15 16,0 0-29-16,2-14-36 0,-2 14-18 0,0 0-26 16,-3-7-110-16,3 7-285 0,0 0 126 0</inkml:trace>
  <inkml:trace contextRef="#ctx0" brushRef="#br0" timeOffset="123383.64">31172 13985 59 0,'-9'-3'157'0,"9"3"-2"0,-8-5-6 16,8 5-7-16,-8-5-10 0,8 5-14 0,-4-5-3 16,4 5-17-16,0 0-9 0,1-12-6 0,-1 12-10 15,5-9-10-15,0 6-6 0,0-1-2 0,-5 4-12 16,10-5-2-16,-4 2 0 0,-6 3-8 0,12-4-1 15,-5 2-10-15,-7 2-1 0,13-2 0 0,-6 2-2 16,-7 0-2-16,14-1-1 0,-6 2-3 0,1 0 1 16,1 0-5-16,0-1 3 0,-3 1-14 0,-7-1-12 15,15 4-34-15,-11-4-16 0,4 2-20 0,-1 0-29 16,-1 1-19-16,2-1-109 0,-8-2-260 0,18 2 116 16</inkml:trace>
  <inkml:trace contextRef="#ctx0" brushRef="#br0" timeOffset="123976.17">30794 14126 55 0,'-8'5'112'0,"8"-5"-2"0,-8 6-13 16,8-6 4-16,-2 8-12 0,2-8 10 0,0 0 6 0,9 12-1 15,0-6-1-15,6 0-4 0,6 0 3 0,10 0-10 16,5-1-6-16,19 2-7 0,0-4-9 15,4 2-7-15,-3-1-5 0,8-1 5 0,0-2-13 16,0 1-4-16,1-4-6 0,0 1 3 0,-1 1 19 16,-3-3-10-16,-3 3-5 0,-1-1-5 0,-5-1-7 0,-15 1-1 15,-3-2-2-15,-2 0 3 0,-4 2 2 0,-7 1-2 16,-3-1-1-16,-6 0 2 0,0-1-3 0,-2 1-4 16,-2 1 0-16,-8 0 2 0,12 0-3 15,-12 0-2-15,8 0-2 0,-8 0-1 0,0 0-3 16,9-1-3-16,-9 1-3 0,0 0 3 0,0 0-3 0,0 0-1 15,0 0-6-15,0 0-17 0,0 0-17 0,0 0-26 16,0 0-30-16,0 0-37 0,0 0-46 0,0 0-31 16,0 0-139-16,-47 1-364 0,34-1 161 0</inkml:trace>
  <inkml:trace contextRef="#ctx0" brushRef="#br0" timeOffset="124799.45">30614 14166 95 0,'-10'-4'121'0,"10"4"-5"16,-19-8-11-16,9 3-8 0,0 0-3 0,10 5-10 16,-18-13-5-16,8 8 3 0,2-3 6 0,2 1-13 15,-2-3-8-15,0 2-10 0,1-3 5 0,0 1-14 16,1-1-3-16,0-3-6 0,-2 0-2 16,0-2-3-16,2 0-1 0,1 0-6 0,0 0 2 15,-2 0-10-15,1-10 1 0,5 11-1 0,-3-3-4 0,2 1-5 16,1-2 3-16,0 1 1 0,2 0 1 0,0 0-7 15,3-1 1-15,0 0-4 0,0 3 3 16,2-2-2-16,1 1-3 0,-1 0 2 0,4 1-4 16,2 0 4-16,-1-1-2 0,3 2 0 0,-1 0-5 0,8-3 4 15,-3 0-8-15,3 3 0 0,0-3 9 16,1 5-6-16,-5 2-2 0,8-6 2 0,-2 2 4 16,2 2-6-16,2 0 0 0,0 2 0 0,5 1 2 15,0 0-1-15,2 3 0 0,1 2-4 0,3 0 7 16,-3 2-7-16,4-1 5 0,0 2 10 0,1-1-8 15,-1 2-2-15,14 5-1 0,-14-2-5 0,-1 0-4 16,1 0 0-16,13 4 7 0,-16-3-6 0,16 1-5 16,-15 2-3-16,-1-3 4 0,1 1-6 0,1 0 10 15,12 4-12-15,-14 0 4 0,1 1-2 0,-4-2 4 16,6 3 8-16,-4 0-3 0,1 0-10 0,0 0 7 16,0 1-4-16,-1 0 0 0,3 0-2 0,-3 1-3 15,1 0-4-15,-1-2 12 0,-1 4-11 0,-3-3 3 0,-3 1 5 16,0 1 1-16,-2 0-5 0,-3 3 7 0,-8-5 1 15,0 0 9-15,-2 3-17 0,0 0 10 16,0-2-6-16,-2 2 6 0,-1 0-3 0,-1-1 20 16,0-1-28-16,-2 0 0 0,2 3 2 0,-3 0 0 15,0-1 9-15,-1 4 2 0,-1-3-9 0,-2 4 5 16,-1-2-2-16,-5 0 4 0,-4 1-4 0,3 0 11 16,-4-3-5-16,-1 1 4 0,-10 2-8 0,6-3-11 15,-4 2 2-15,1-3-18 0,-7 1-13 0,-1-2-39 16,0 4-102-16,-2-6 46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09:55:07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22539 14926 35 0,'0'0'85'0,"9"-3"-9"0,-9 3-8 0,0 0-9 0,7-2-1 15,-7 2 7-15,0 0-23 0,0 0-2 0,0 0-1 16,-25 6-5-16,13-3-21 0,-6 1-11 0,0 0-15 16,-2 1-28-16,-5 2-53 0,-4 1-101 0,2-4 44 15</inkml:trace>
  <inkml:trace contextRef="#ctx0" brushRef="#br0" timeOffset="3692.54">12716 14766 1 0</inkml:trace>
  <inkml:trace contextRef="#ctx0" brushRef="#br0" timeOffset="3804.47">12716 14766 3 0,'0'0'5'0,"0"0"-4"0,0 0 4 0,0 0 0 16,0 0-2-16,0 0 1 0,0 0-3 0,0 0 1 16,0 0 0-16,0 0-8 0,0 0 8 0,0 0 1 15,0 0-3-15,0 0 3 0,0 0-6 0,0 0 3 16,0 0 5-16,0 0-7 0,0 0 1 0,0 0 3 16,0 0 3-16,0 0-6 0,0 0 4 0,0 0-4 15,0 0-6-15,0 0-7 0,0 0 2 0</inkml:trace>
  <inkml:trace contextRef="#ctx0" brushRef="#br0" timeOffset="13903.84">11962 14850 3 0,'0'0'5'0,"0"0"2"16,0 0-3-16,0 0 6 0,0 0-6 0,0 0-1 15,0 0-2-15,0 0 4 0,0 0-2 0,0 0-3 16,0 0-2-16,21-7-6 0,-21 7-8 0,0 0 4 0</inkml:trace>
  <inkml:trace contextRef="#ctx0" brushRef="#br0" timeOffset="33457.81">11482 14940 5 0,'0'0'10'0,"0"0"-1"0,0 0-3 0,0 0 6 0,0 0-7 16,0 0-5-16,0 0-3 0,0 0-5 0,0 0-7 15,0 0 3-15</inkml:trace>
  <inkml:trace contextRef="#ctx0" brushRef="#br0" timeOffset="142720.71">11510 14122 22 0,'104'32'52'0,"-11"-1"-11"0,-1-4-1 0,-2-4-27 15,-26-4-12-15,-4 0-16 0,2 0-11 16,-8-3-28-16,-18-3 12 0</inkml:trace>
  <inkml:trace contextRef="#ctx0" brushRef="#br0" timeOffset="145495.25">14871 15058 1 0,'0'0'55'0,"0"0"-7"0,0 0-3 16,0 0-13-16,0 0-11 0,0 0-7 0,0 0-14 0,0 0-13 16,0 0-22-16,-15-5-35 0,15 5 15 0</inkml:trace>
  <inkml:trace contextRef="#ctx0" brushRef="#br0" timeOffset="146682.72">12780 14768 27 0,'0'0'21'0,"0"0"1"0,0 0-2 16,0 0 2-16,0 0 2 0,0 0-7 0,0 0 1 16,0 0 2-16,0 0 0 0,0 0-4 15,0 0-1-15,0 0 6 0,0 0-2 0,0 0-2 16,0 0-7-16,0 0 1 0,0 0 0 0,0 0-13 15,0 0 8-15,7-13-1 0,-7 13 2 0,0 0 0 16,0 0-4-16,0 0 13 0,0 0-12 0,0 0 4 16,0 0 1-16,0 0-7 0,0 0-1 0,0 0-4 0,0 0 0 15,0 0 1-15,0 0-3 0,0 0 0 16,0 0-3-16,0 0-4 0,0 0 0 0,0 0 1 16,0 0-8-16,0 0-1 0,0 0-5 0,0 0 0 15,0 0-17-15,0 0-44 0,0 0 19 0</inkml:trace>
  <inkml:trace contextRef="#ctx0" brushRef="#br0" timeOffset="-71479.69">11754 14673 5 0,'0'0'1'0,"0"0"4"0,0 0-3 0,0 0 0 16,0 0 0-16,0 0 0 0,0 0 1 0,0 0 3 15,0 0-1-15,0 0-1 0,0 0 2 0,0 0-3 16,0 0 1-16,0 0-4 0,0 0 3 0,0 0 5 15,0 0-8-15,0 0 2 0,0 0 1 0,0 0 0 16,0 0 0-16,0 0 3 0,0 0-5 0,4 6 2 16,-4-6 0-16,0 0-3 0,3 7 2 0,-3-7-3 15,0 0-4-15,0 0 4 0,0 0-13 0,0 12-14 16,0-12 6-16</inkml:trace>
  <inkml:trace contextRef="#ctx0" brushRef="#br0" timeOffset="-71126.83">11813 14679 16 0,'0'0'14'0,"0"0"-2"0,0 0-4 16,0 0 0-16,0 0-7 0,0 0-1 0,0 0-3 16,0 0-7-16,0 0-10 0,0 0 5 0</inkml:trace>
  <inkml:trace contextRef="#ctx0" brushRef="#br0" timeOffset="-69716.72">11665 14762 1 0,'0'0'10'0,"0"0"4"0,0 0 1 0,0 0-7 16,0 0-4-16,0 0-5 0,0 0-2 0,0 0 1 15,0 0 0-15,0 0 5 0,0 0 0 0,0 0-7 16,0 0 3-16,0 0-7 0,0 0-8 0,9 17 4 16</inkml:trace>
  <inkml:trace contextRef="#ctx0" brushRef="#br0" timeOffset="-68825.48">11845 14786 12 0,'-12'4'11'0,"0"-2"-1"0,1 1 2 16,-2 0-1-16,2 0-3 0,-1-2 1 0,1 2 2 16,0 0 6-16,-3 0-3 0,1 0-2 0,1 0-4 15,-1 0 6-15,4-2 0 0,-4 1-1 0,13-2-1 16,-20 2 1-16,8-1 2 0,2 0 2 16,10-1-4-16,-17 2-1 0,17-2 2 0,-15 0-1 0,15 0 3 15,-14 0-6-15,14 0-1 0,-13 1-9 0,13-1 10 16,-14-1-2-16,14 1 5 0,-9-3-1 0,9 3 3 15,0 0-5-15,0 0 2 0,0 0 1 0,-17 1 0 16,17-1-8-16,0 0-12 0,0 0 2 0,0 0 3 16,0 0 1-16,0 0 7 0,0 0-10 15,0 0 2-15,0 0 2 0,0 0-5 0,0 0 1 16,36-5-6-16,-24 1-5 0,7 4-1 0,-1-2-2 0,2 0-4 16,9-1-8-16,-2 0-20 0,3 0-53 0,3 3 23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8T07:34:33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12322 5725 11 0,'0'0'24'0,"0"0"-6"0,0 0-1 0,0 0-7 15,0 0-9-15,0 0 3 0,-25-3-8 0,25 3-10 16,-9 0-15-16,9 0 7 0</inkml:trace>
  <inkml:trace contextRef="#ctx0" brushRef="#br0" timeOffset="5151.32">17407 14631 61 0,'0'0'65'0,"0"0"-14"16,0 0-8-16,0 0-13 0,0 0-6 0,0 0-14 16,0 0-10-16,0 0-5 0,0 0-9 0,8-3-9 15,-8 3-18-15,0 0-43 0,0 0 19 0</inkml:trace>
  <inkml:trace contextRef="#ctx0" brushRef="#br0" timeOffset="5937.1">14531 13971 25 0,'0'0'70'0,"0"0"-5"0,0 0-1 0,0 0-7 16,0 0-10-16,0 0-1 0,0 0-7 0,0 0-5 15,0 0-3-15,0 0-8 0,-1 20-7 0,1-20-5 16,0 0-19-16,4 13-9 0,-4-13-9 0,3 9-10 16,-1-4-4-16,1 5-28 0,-2-1-71 0,0 3 31 15</inkml:trace>
  <inkml:trace contextRef="#ctx0" brushRef="#br0" timeOffset="6179.13">14556 14609 30 0,'0'0'31'0,"0"0"-9"0,0 0-16 0,0 0-8 0,0 0-13 16,6 16-15-16,-6-10 6 0</inkml:trace>
  <inkml:trace contextRef="#ctx0" brushRef="#br0" timeOffset="6924.01">13149 14757 2 0,'0'0'29'0,"0"0"-7"16,0 0-4-16,0 0 3 0,0 0-3 0,0 0 1 15,0 0 0-15,0 0-10 0,0 0 0 0,0 0-8 16,0 0 5-16,0 0-2 0,0 0-5 0,0 0 1 0,0 0 4 15,0 0-4-15,0 0 7 0,0 0-6 16,0 0 2-16,0 0-3 0,0 0-3 0,0 0 0 16,0 0 1-16,0 0-4 0,0 0 0 0,0 0 1 15,0 0-9-15,0 0 3 0,0 0 3 0,0 0-1 16,0 0-12-16,0 0-23 0,0 0 10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21:22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15990 3577 71 0,'0'0'198'0,"-6"-7"-10"0,6 7-7 0,0 0-12 0,-5-5 14 16,5 5-10-16,0 0-16 0,0 0-14 0,0 0-18 16,0 0-16-16,0 0-12 0,0 0-9 15,0 0-14-15,0 0-7 0,0 0-7 0,-5 14-6 0,5-2-3 16,-1 0-4-16,0 6-6 0,1 8-6 0,-7 2 2 16,5-1-8-16,3 4 4 0,-3 2-2 15,-1 2-2-15,3-3 1 0,-1 1-3 0,-1-1 2 0,0 0-3 16,3 1 2-16,-2-1 2 0,1-4-7 15,1 0 3-15,-1-1 2 0,1-3-2 0,-1 2 0 16,2-7-3-16,-2 0 0 0,-2-1-3 0,2-1 3 16,2 1-3-16,-2-1-4 0,6 0-2 0,-6-7-6 15,1 2-16-15,-1 0-12 0,2-2-18 0,-2-10-16 16,-2 14-16-16,2-14-27 0,0 12-29 0,0-12-26 16,0 0-12-16,0 12-24 0,0-12-146 0,0 0-360 15,0 0 159-15</inkml:trace>
  <inkml:trace contextRef="#ctx0" brushRef="#br0" timeOffset="768.15">16097 3528 15 0,'0'0'134'0,"0"0"-5"15,2-7-11-15,-2 7-2 0,0 0-14 0,6-4 2 16,-6 4-3-16,16-3-4 0,5 0-4 0,6-2-4 16,8 0 0-16,20-1-10 0,4-4-8 0,5 3-4 15,27-7-7-15,-2 5-4 0,-24 1-6 0,34-4-4 16,-34 4-4-16,33-4 0 0,2 0-8 0,0 1-1 16,-2 3-6-16,-5-3-2 0,2 4-6 15,0 1 6-15,-2-5-8 0,-2 8 3 0,1-1-6 0,1-1 0 16,-2 2 0-16,-25-1-2 0,27 2-2 15,-3 1-1-15,-27-1 11 0,-6 0-10 0,0 3-5 0,-4 0 1 16,-14 1 2-16,1-2-5 0,-7 0 1 0,2 0 0 16,-7 1-3-16,-6-1 3 0,-5 2-5 0,-4-2 5 15,0 0-5-15,-3 2 0 0,-2-1 3 0,0 0 1 16,-8-1-5-16,12 2 2 0,-12-2-1 0,9 0 13 16,-9 0-10-16,7 2 6 0,-7-2-6 15,0 0 7-15,0 0-3 0,7 1 1 0,-7-1-1 16,0 0-2-16,4 7 4 0,-4-7 1 0,3 11 0 15,-3-3 5-15,0 4-2 0,1 3 1 0,-1 3 1 16,-1 6 0-16,1-3 3 0,0 7 6 0,-2 3 6 0,5 2 8 16,-4 3 3-16,1-2 6 0,-2 12-1 15,2 0 4-15,-2 4 5 0,2 0-3 0,-1-16 3 16,-3 15 2-16,3-14 2 0,-1 1-2 0,1-4-1 16,-1 1-9-16,2-1-2 0,-3 1-4 0,0-6-6 0,3 0-2 15,-1-2-6-15,-1-6 0 0,-4-1-1 0,3-2-8 16,1 1 9-16,-3-2-4 0,-1 1-2 15,2-1-5-15,-1-5 3 0,0-1-3 0,-5 1 2 16,-3 1-3-16,-3 1 0 0,-1-2-3 0,-3-1 2 16,-5 5-5-16,-3-5 2 0,-2-2-5 0,0-1-2 15,-5-1 3-15,-3 0-9 0,-1-1-3 0,-13-4-2 16,-2 2-6-16,-7-1-1 0,1 2-2 0,-4-3-4 0,-32 2 0 16,7-1-3-16,-7 2 1 0,3 1 1 0,1-1-1 15,2-3 3-15,-6 0 1 0,2 0 2 16,3 1-6-16,3-1 3 0,21 0 1 0,2-1 4 15,-25-2-1-15,27 2 2 0,2-2 0 0,2-1 0 16,5-2 4-16,-2 1 3 0,1-1 0 0,16 1 1 16,5-1 2-16,-1 2-1 0,5-4-1 0,-1 0 2 15,3 0-3-15,0 4 3 0,10-1-4 0,1 0-5 16,3 1-4-16,1 0-7 0,2 0-15 0,0 1-10 16,0-2-9-16,1 1-18 0,1-1-16 0,9 5-23 15,-13-7-22-15,13 7-26 0,-11-7-14 0,7 4-149 16,0-1-352-16,4 4 156 0</inkml:trace>
  <inkml:trace contextRef="#ctx0" brushRef="#br0" timeOffset="1171.78">16857 3478 157 0,'0'0'180'0,"5"-4"-3"15,-5 4-8-15,0 0-8 0,4-6-14 0,-4 6-12 16,0 0-14-16,0 0-7 0,0 0-5 0,0 0 3 15,-4 23-5-15,-1-5 0 0,2 9-1 16,-3 4-6-16,-1 13-5 0,-5 11-5 0,5 0 0 16,0 5-7-16,2-4-6 0,1-1-5 0,0-1-3 15,3-4 2-15,-4-3-3 0,4-11 8 0,-2-3 3 0,1 1-1 16,0-3-10-16,5-3-3 0,-6-3-3 0,3-6-6 16,0 0-4-16,2-2-5 0,-4-4-19 0,4 4 14 15,-4-4-6-15,1-2-2 0,2 1-15 0,-1-3-18 16,0-9-30-16,-3 19-37 0,0-13-30 15,-2 4-36-15,0-4-46 0,5-6-48 0,-14 10-230 16,3-7-493-16,0-3 218 0</inkml:trace>
  <inkml:trace contextRef="#ctx0" brushRef="#br0" timeOffset="1469.04">16346 3902 45 0,'0'0'227'0,"0"0"-13"0,0-9-10 15,0 9-11-15,0 0-10 0,0 0-5 0,0 0-17 16,0 0-15-16,0 0-17 0,0 0-10 0,0 0 5 16,0 0 0-16,0 0-4 0,0 0-9 0,1 35-2 15,1-19-7-15,-2 3-8 0,-2-2-11 0,2 2-7 16,0 2-4-16,-1-2-6 0,0 1-8 15,1-4 2-15,-3 2-14 0,1-1-2 0,2-6-12 0,-3 2-18 16,1-1-25-16,3-1-28 0,-4 1-27 0,0-2-38 16,-3 0-48-16,4 1-43 0,-3-2-39 15,0-1-156-15,1 0-421 0,4-8 188 0</inkml:trace>
  <inkml:trace contextRef="#ctx0" brushRef="#br0" timeOffset="1688.24">16351 3920 110 0,'17'-10'157'0,"2"2"-9"16,-2 2-12-16,-1 2-9 0,1 0-10 15,-4 1-9-15,1 3-11 0,-4 2 0 0,0 0 0 0,-1 4 19 16,-1 0 4-16,-3 2-3 0,-3 2-3 0,-2 1-4 16,-1 1-3-16,-5 2-8 0,-1 2-9 0,-10 4-8 15,-4-2-7-15,2-1-8 0,-2-1-9 16,-3 0-8-16,0-2-17 0,9-2-12 0,-3-2-22 15,1-1-27-15,1 1-31 0,0-4-38 0,5-1-43 16,4-1-49-16,1-2-135 0,6-2-350 0,0 0 156 16</inkml:trace>
  <inkml:trace contextRef="#ctx0" brushRef="#br0" timeOffset="2085.09">17104 3900 37 0,'0'0'267'16,"10"-2"-31"-16,-10 2-23 0,8-2-18 0,-8 2-3 15,0 0-1-15,9 5-6 0,-9-5-9 0,3 10-5 16,-2-4-17-16,0 1-14 0,3-1-14 0,-3 3-10 16,0-2-12-16,1 3-9 0,-2-3-6 0,0-7-8 15,1 12-5-15,0-5-12 0,-1-7 1 0,1 11 0 16,-1-11 0-16,3 6 13 0,-3-6 1 0,1 6 10 15,-1-6 1-15,0 0 0 0,0 0-7 0,0 0-13 16,0 0 0-16,0 0-13 0,0 0-4 0,0 0-15 16,-9-20 3-16,9 20-18 0,0-19-9 0,3 10-16 15,1-2 10-15,2-7-5 0,4 3-6 0,3 0-6 16,0 0 1-16,2 2-9 0,1 3 7 0,-4 3-6 16,0 2 5-16,-1 2 0 0,3-4-2 0,-2 7 1 15,1 2 0-15,-2 1 2 0,1 4 4 0,-2-1 2 16,0 4-4-16,-2-1 3 0,2 5-1 0,-2 3-2 15,-2-3-3-15,1 4-12 0,-2-3-19 0,0 1-17 16,-3-3-23-16,-2 3-26 0,1 0-37 0,-2-3-49 16,1-2-56-16,-1 0-234 0,-4-1-525 0,4-1 232 15</inkml:trace>
  <inkml:trace contextRef="#ctx0" brushRef="#br0" timeOffset="2368.96">17783 3619 125 0,'1'-11'283'0,"-1"1"-4"0,2 3-4 0,0 0-12 0,-2 7-13 15,2-9-22-15,-2 9-19 0,3-6-21 16,-3 6-23-16,0 0-20 0,0 0 4 0,0 0-5 16,1 27-8-16,-2 2-6 0,2 2-15 0,0 19-12 15,2 6-5-15,-3-1-10 0,1 1 0 0,2-6-11 16,-3 2-4-16,4-3-7 0,-4-2-19 0,-2-11 6 0,1-5-9 15,0 3 2-15,0-1-6 0,-3-2-4 16,1-2-1-16,2-5-5 0,-1 3-8 0,1-6 2 16,-1-5-10-16,-2 1-32 0,1 0 1 0,2-4-41 15,-1-2-29-15,-1-1-35 0,3-10-35 0,-4 13-29 16,4-13-25-16,-5 11-13 0,5-11-25 0,0 0-23 0,0 0-140 16,0 0-445-16,0 0 197 0</inkml:trace>
  <inkml:trace contextRef="#ctx0" brushRef="#br0" timeOffset="2603.82">17983 3874 217 0,'3'-12'225'15,"-1"0"-11"-15,1 3-6 0,-2 2-8 0,-1 7-11 16,2-11-13-16,-1 5-19 0,-1 6-12 0,0 0-1 16,0 0 7-16,0 0 13 0,2 31 9 0,-4-12-1 15,1 12-21-15,-2 1-10 0,0 1-14 0,2 0-9 16,0-1-9-16,0-1-12 0,-2-1-8 0,2-2-10 15,-1-3-6-15,0 0-1 0,2-5-11 0,0-2-13 16,-1-2 1-16,-1-3-10 0,1 0-24 0,1-3-29 16,-1 1-33-16,-4-1-23 0,3-1-26 0,0-1-31 15,2-8-28-15,-4 14-29 0,4-14-36 0,-5 8-28 16,1-4-193-16,4-4-477 0,0 0 211 0</inkml:trace>
  <inkml:trace contextRef="#ctx0" brushRef="#br0" timeOffset="2782.77">18047 3982 80 0,'9'-16'173'0,"1"5"0"0,1-2-11 0,-5 5-6 16,2 1-8-16,2 3-4 0,-2 0-15 0,-2 2 7 15,4 2 2-15,-10 0 2 0,14 4-6 0,-6 3 6 16,-3 1 4-16,3-1 4 0,-5 1 0 0,0 4-7 16,-4-1-9-16,-3 0-15 0,-4 6-14 0,-1-4-24 15,0 2-31-15,-5-3-38 0,-1 1-42 0,-3 0-55 16,-9 1-65-16,4-3-71 0,-5 0-183 0,0-4-438 15,0-1 194-15</inkml:trace>
  <inkml:trace contextRef="#ctx0" brushRef="#br0" timeOffset="6070.06">18786 4055 84 0,'1'-10'101'0,"-1"10"-10"0,0 0-5 15,0 0 2-15,0 0-9 0,0 0 0 0,0 0-10 16,0 0 7-16,0 0-7 0,0 0-8 0,0 0 10 15,0 0-3-15,0 0-5 0,0 0 3 16,0 0 0-16,0 0-7 0,0 0-2 0,0 0-8 16,0 0-2-16,0 0-8 0,0 0-1 0,0 0-3 0,0 0-2 15,0 0-3-15,0 0 1 0,0 0-3 0,0 0 4 16,0 0-12-16,0 0-11 0,0 0 3 0,0 0-4 16,0 0 7-16,12-4-12 0,-5 4 3 0,-7 0 5 15,17-2-3-15,-3 1-6 0,-3-2 0 16,2 2-1-16,3-3 9 0,0 4-8 0,-2-2-2 15,-1 1 0-15,5-2 2 0,-4 2 2 0,4 1-2 0,-5-2-4 16,6-1 2-16,-1 3 0 0,0-1 0 0,-2 2-1 16,-2-1 8-16,2-1-13 0,0 1 6 15,-2 0 1-15,2 0 1 0,-2 0-5 0,-3 0 3 16,0 0 0-16,0-1 3 0,-1 2 0 0,2-1-6 16,-5 0 4-16,-7 0 0 0,13 0 1 0,-13 0 5 15,9 0-16-15,-9 0 15 0,0 0 0 0,0 0 1 0,11 0 8 16,-11 0 5-16,0 0-3 0,0 0 8 0,0 0 0 15,0 0-1-15,0 0 0 0,0 0 8 16,0 0-9-16,10-1 1 0,-10 1 0 0,0 0-5 16,0 0-2-16,0 0-1 0,0 0-1 0,0 0-5 15,0 0 2-15,0 0-3 0,0 0-1 0,0 0-2 16,0 0-1-16,0 0 0 0,0 0 1 0,0 0-4 16,0 0-9-16,0 0 13 0,0 0-7 0,0 0 4 0,0 0-3 15,0 0 3-15,0 0-3 0,0 0-3 16,0 0-2-16,0 0 5 0,0 0-2 0,0 0-1 15,0 0 0-15,0 0 7 0,0 0-9 0,0 0 5 16,5 4 0-16,-5-4 0 0,0 0 2 0,0 0-4 0,0 0 3 16,-3 12-3-16,3-12 3 0,0 0 0 0,0 10-2 15,0-10 1-15,1 8 1 0,-1-8 4 0,0 9-5 16,0-2 1-16,0-7-1 0,0 12 7 16,0-12-1-16,-1 14-6 0,2-8 1 0,-1-6 3 15,-1 14-1-15,1-7 4 0,0 2 0 0,-1 0 2 16,1-9 2-16,-1 15-2 0,1-4 6 0,0-1 3 15,0 1 7-15,0 3 1 0,0-1 2 0,-2 3 0 16,2 3-1-16,0-2-3 0,2-2 1 0,-2 2-1 16,0-6 6-16,-2 4-10 0,1 3-1 0,0-6 1 15,1 3 3-15,-2 1-1 0,0-3 3 0,0 1-3 16,1 1-1-16,0-3-5 0,0 2 10 0,-4 2 8 16,2-3 0-16,1 4-4 0,-4 1 1 0,4 2 0 15,-1-5 4-15,-1 2-6 0,1-1 0 0,-1 3-2 16,0-4-1-16,1-4 9 0,1 1-5 0,1 0-7 15,-1-2 4-15,-2 2 0 0,4-3 2 0,-1 2-4 16,1-11 0-16,-1 16-4 0,1-7 8 0,0-9-1 16,0 15-2-16,0-15-1 0,0 17 4 0,0-17-5 15,-1 13-1-15,1-13-2 0,-2 12-1 16,2-12-5-16,0 13 10 0,0-13-7 0,-4 12 3 0,4-12-6 16,-1 10 2-16,1-10 1 0,-2 11-2 0,2-11-4 15,0 0-2-15,-3 10 1 0,3-10 1 0,0 0-1 16,0 0-2-16,-1 12 2 0,1-12-5 0,0 0-4 15,0 0-13-15,0 0-21 0,0 8-15 0,0-8-26 16,0 0-32-16,0 0-32 0,0 0-45 0,0 0-42 16,0 0-33-16,0 0-193 0,0 0-486 0,0 0 216 15</inkml:trace>
  <inkml:trace contextRef="#ctx0" brushRef="#br0" timeOffset="7966.64">19102 4902 11 0,'0'0'48'15,"0"0"-9"-15,0 0-8 0,0 0 5 0,0 0-3 16,-3 6-2-16,3-6 8 0,0 0-8 0,0 0 10 15,0 0 1-15,-8 1-5 0,8-1-3 0,0 0 5 16,0 0-1-16,0 0-3 0,-15-1 0 0,15 1 0 16,0 0 1-16,-10 1 1 0,10-1 3 0,0 0 3 15,-9 0 2-15,9 0 0 0,0 0 5 0,0 0 1 16,0 0-1-16,-12-1-7 0,12 1 6 0,0 0-5 16,0 0 5-16,0 0-11 0,-11 0 5 15,11 0 2-15,0 0 1 0,-9 0-2 0,9 0 1 16,0 0 3-16,0 0 0 0,-10-2 5 0,10 2 3 0,0 0-5 15,0 0-6-15,-11-2 2 0,11 2-4 0,0 0-1 16,-6-2 0-16,6 2 3 0,0 0 6 16,0 0-9-16,0 0 0 0,0 0-4 0,-8-3-2 15,8 3-4-15,0 0-1 0,0 0 7 0,0 0-6 16,0 0 2-16,0 0 2 0,0 0-2 0,0 0 1 0,0 0 0 16,0 0-2-16,0 0-1 0,0 0-4 15,0 0-3-15,0 0-5 0,0 0 0 0,0 0-3 0,0 0 2 16,0 0-2-16,0 0 3 0,36 0-3 15,-23 0 6-15,6 0-10 0,-1-2 3 0,0 2-1 16,1-1-1-16,-1 1-3 0,0-1 7 0,-1-1-7 0,3 1 0 16,-1 1 0-16,-6 1-2 0,5-2-3 0,-8 1 5 15,3-1-1-15,-1 1 3 0,-1 0 1 0,-1-2 5 16,-10 2 0-16,15 0-3 0,-8 2 2 0,-7-2 6 16,10 0 0-16,-10 0 11 0,9 0-1 15,-9 0 3-15,0 0 8 0,0 0 2 0,10 0 7 0,-10 0 0 16,0 0 2-16,0 0-4 0,0 0 0 15,0 0 4-15,0 0-8 0,0 0-12 0,0 0 1 16,8-3-1-16,-8 3-8 0,0 0-4 0,0 0-6 0,0 0-14 16,0 0-22-16,0 0-38 0,0 0-48 15,0 0-60-15,0 0-71 0,0 0-51 0,0 0-211 16,0 0-537-16,-33 11 237 0</inkml:trace>
  <inkml:trace contextRef="#ctx0" brushRef="#br0" timeOffset="30329.92">19003 4897 36 0,'0'0'46'0,"0"0"-5"15,-13-2-4-15,13 2-2 0,-10 1 0 0,10-1 2 16,-10 0 0-16,10 0 5 0,-10 0-12 0,10 0 13 16,-10 0-2-16,10 0 4 0,0 0-7 0,-16-1-4 15,16 1 2-15,-10 0-5 0,10 0-1 0,-10-3 2 16,10 3-2-16,-9-1-10 0,9 1 8 0,0 0-10 16,-13 0 3-16,13 0 1 0,0 0-4 0,-9 1 0 15,9-1-3-15,0 0-4 0,0 0 0 0,0 0-9 16,-10 0 6-16,10 0 2 0,0 0 0 0,0 0-1 15,0 0 8-15,0 0-9 0,0 0 20 0,0 0-4 16,0 0-2-16,0 0 0 0,32 7 3 0,-18-7 0 16,4 0-8-16,3 0 0 0,6 0 3 0,1 0 2 15,3-2-4-15,0 2-1 0,-2-2-7 0,3 2 5 16,-2-3-3-16,-9 0-5 0,10 2 3 0,-4-2-3 16,-7 0 2-16,1 3-4 0,-1-4 7 0,-2 1-1 15,1 1-4-15,-1 1-8 0,-1-2 1 0,-5 2 8 16,0-1-6-16,-2 0 4 0,-2 4 1 0,-8-2-5 15,10-3-5-15,-10 3 7 0,8 0-5 0,-8 0 3 16,0 0-9-16,0 0-9 0,9-3-17 0,-9 3-17 16,0 0-20-16,0 0-4 0,0 0 1 0,10 3-20 15,-10-3-66-15,0 0-173 0,0 0 76 0</inkml:trace>
  <inkml:trace contextRef="#ctx0" brushRef="#br0" timeOffset="31362.03">18764 4891 19 0,'0'0'78'0,"-9"-3"2"0,9 3-4 16,0 0 3-16,-8-3-14 0,8 3 2 0,-6-3-8 16,6 3 10-16,0 0-1 0,0 0-2 0,-11 0 0 15,11 0-8-15,0 0 3 0,0 0-13 0,0 0 8 16,0 0-10-16,0 0-9 0,0 0 8 0,0 0-9 16,0 0 3-16,0 0-1 0,-8-2 2 0,8 2 1 15,0 0 2-15,0 0 4 0,0 0-1 0,0 0 0 16,0 0-7-16,0 0 4 0,0 0-11 0,0 0-4 15,0 0-3-15,0 0-3 0,28-5-4 16,-14 3 1-16,4-1 0 0,10-1-6 0,0 4 5 0,5-3-3 16,3-1-7-16,3 0-2 0,-1 0 3 0,14 2-1 15,-13-3 0-15,0-1-3 0,0 4 0 0,0-2 0 16,-2 0-1-16,-3 0 0 0,0 1-4 0,-3 0 2 16,-4 0 2-16,-6 2-1 0,1 0-3 15,-5-2 3-15,-3 2 2 0,-3 1 0 0,2-1 2 0,-4 0 3 16,-1 0 1-16,-8 1 4 0,14 0 0 0,-14 0 3 15,10 0-1-15,-10 0 3 0,8-3-5 0,-8 3-1 16,0 0-3-16,7-1 1 0,-7 1 1 0,0 0-2 16,0 0-3-16,0 0 1 0,0 0-5 0,10 0-4 15,-10 0-9-15,0 0-20 0,0 0-15 0,0 0-24 16,0 0-29-16,0 0-16 0,0 0-7 0,0 0-14 16,0 0-115-16,0 0-269 0,0 0 119 0</inkml:trace>
  <inkml:trace contextRef="#ctx0" brushRef="#br0" timeOffset="65861.45">12699 14602 17 0,'0'0'28'0,"-4"-6"-14"0,4 6 3 0,-2-9-9 16,2 9-3-16,-3-6-4 0,3 6-1 0,-4-8-4 16,4 8-11-16,-4-10-16 0,-1 5 9 0</inkml:trace>
  <inkml:trace contextRef="#ctx0" brushRef="#br0" timeOffset="144716.66">25154 10632 59 0,'0'0'163'0,"-20"-3"-10"16,13 3-2-16,7 0 2 0,-14-2-5 15,9 1-1-15,5 1-15 0,-8-2-3 0,8 2-8 16,0 0-7-16,-11 0-13 0,11 0 5 0,0 0-12 16,0 0-3-16,-9-2-2 0,9 2-4 0,0 0-5 0,0 0-3 15,0 0-10-15,0 0-5 0,0 0-8 16,0 0-3-16,26-10-4 0,-12 8-4 0,4-3-9 15,1 0-3-15,3 0-2 0,-2 0-10 16,0 1-14-16,3 0-12 0,-5-1-12 0,1 2-19 0,-1-2-17 16,0 0-25-16,1 1-17 0,-6 2-30 0,0 1-9 15,-1-2-24-15,-6 1-16 0,3 2-114 0,-9 0-315 16,7-3 140-16</inkml:trace>
  <inkml:trace contextRef="#ctx0" brushRef="#br0" timeOffset="145102.21">25302 10540 28 0,'0'0'153'0,"0"0"-20"0,-12-1-10 16,12 1-3-16,0 0-13 0,0 0-6 0,0 0 2 16,-4 4 9-16,4-4 20 0,-4 9 5 0,4-9-10 15,0 15-4-15,0-5 2 0,0 8-4 0,-3-3-2 16,3 4-13-16,0 0 0 0,0 5-13 16,3-4-7-16,-6-2-3 0,3 0-10 0,3 0-2 0,-3 0-4 15,0-2-7-15,0 1-4 0,2-5-5 0,0 0-5 16,-2-3-4-16,1 2-5 0,-1-1-6 0,1-1-1 15,1-1-3-15,-2-8-1 0,0 10-6 0,0-10 0 16,-2 9-3-16,2-9-7 0,-2 6-3 0,2-6-14 16,-7 4-5-16,7-4-11 0,-6 3-5 0,6-3-6 15,0 0-3-15,-18-4 2 0,18 4 5 0,-11-5 0 16,3 2 7-16,8 3 0 0,-13-6 1 16,9 2 5-16,-2 1-1 0,-2-1 2 0,3-2 5 0,5 6 1 15,-6-6 6-15,6 6 4 0,-7-6 3 0,7 6 3 16,0 0-1-16,-5-4 1 0,5 4 0 0,0 0-2 15,0 0 3-15,0 0 1 0,0 0 1 0,0 0 1 16,16-6-1-16,-9 5 1 0,5 1-3 0,-2-1-1 16,3-1-3-16,0-1-12 0,7 2-18 0,-5-1-20 15,4-1-34-15,-2 1-47 0,2-2-51 0,1 3-201 16,-4-1-411-16,-6-2 182 0</inkml:trace>
  <inkml:trace contextRef="#ctx0" brushRef="#br0" timeOffset="145370.14">25587 10703 191 0,'0'0'232'0,"-6"-3"-5"16,6 3-11-16,-14-1 0 0,5 2-12 0,-1 2-6 15,-2-1-6-15,-3 6-13 0,0-1-10 0,3 0-12 0,-3 3-9 16,2 2-11-16,-1 3-4 0,3-2-7 15,0 2-14-15,0 0-11 0,4-3-5 0,2 1-9 16,1-2-9-16,4 1-10 0,-2 0-3 0,4-2-10 16,0 0-4-16,1-1-5 0,1 2-8 0,3-5-18 0,0-1-18 15,2 0-24-15,-1 1-36 0,-1-3-30 0,5 1-52 16,-3-1-54-16,3-3-34 0,0 0-241 0,-3 0-509 16,3-3 225-16</inkml:trace>
  <inkml:trace contextRef="#ctx0" brushRef="#br0" timeOffset="145515.13">25651 10747 50 0,'0'0'207'0,"0"-7"-11"15,0 7-12-15,0 0-5 0,3-5-13 0,-3 5-14 16,0 0-18-16,0 0-14 0,9-5-10 0,-9 5-10 16,12-1-15-16,-12 1-31 0,13 0-46 0,-4 3-39 15,-1-3-41-15,0 3-29 0,-1 1-33 0,-1 1-101 16,-4 0-254-16,4 0 112 0</inkml:trace>
  <inkml:trace contextRef="#ctx0" brushRef="#br0" timeOffset="145646.06">25732 10800 148 0,'0'0'184'15,"0"0"-10"-15,0 0-8 0,0 0-5 0,0 0-2 16,-8 4-5-16,8-4-6 0,0 0-9 0,0 0-15 16,0 0-7-16,0 0-16 0,0 0-16 0,0 0-24 15,0 0-37-15,17 6-49 0,-9-5-59 0,3 1-66 16,3-1-131-16,-3-1-305 0,3 0 134 0</inkml:trace>
  <inkml:trace contextRef="#ctx0" brushRef="#br0" timeOffset="146034.91">26092 10653 191 0,'0'0'267'0,"0"-8"-5"0,0 8-12 16,0 0-16-16,0 0-15 0,0 0-7 0,0 0-1 0,0 0-7 15,0 0-5-15,0 0-16 0,-13 33-21 16,7-17-7-16,-2 1-13 0,0 1-15 0,-1-1-12 16,1 1-10-16,-2 0-8 0,-1-1-6 0,-1-2-14 15,1-1-4-15,-2-1-8 0,1-2-5 0,3-3-8 16,-3-1 1-16,2-3-6 0,-1 1-7 0,0-4-5 16,3-1 0-16,8 0-3 0,-15-5-7 0,9 2 9 0,-2-1-14 15,4-2-5-15,-3-1 0 0,5 0-6 16,-2-2 4-16,1-1-2 0,2 0-4 0,1-1 0 15,0-2-7-15,2-1 5 0,2 3-12 0,1-3 11 16,1 3-14-16,-2 1 2 0,6 0-1 0,-3 3 6 16,3 1-4-16,-3 1 0 0,3 2 6 0,-2 1-3 15,-1 2-4-15,3 2 13 0,-2 1-7 0,-3 2 9 0,3 5 0 16,0-2 9-16,-4 4-1 0,3-1 2 0,-1 1-15 16,0 3 10-16,-1-1 0 0,2-4-8 0,-4 3-7 15,3-4-22-15,-2 1-36 0,1 0-37 16,-1 0-53-16,2-1-62 0,0-3-72 0,0 0-275 0,3 1-606 15,1-5 269-15</inkml:trace>
  <inkml:trace contextRef="#ctx0" brushRef="#br0" timeOffset="146807.21">26277 10605 83 0,'0'0'221'0,"2"-9"-24"0,-2 9-11 15,7-3-13-15,-7 3-9 0,7-5-17 0,-1 3-12 16,1-1-11-16,-7 3-14 0,16-1-12 0,-7 1-13 16,0-1-9-16,-9 1-11 0,16 0-21 0,-10-2-15 15,-6 2-12-15,11 0-6 0,-11 0-6 0,10 2 5 16,-10-2-6-16,0 0 5 0,6 1 3 0,-6-1 10 16,0 0 6-16,0 0 3 0,0 0 2 0,0 0 6 15,0 0 3-15,0 0-1 0,-20 8-2 0,20-8 9 16,-9 7 3-16,5-3 9 0,0 2 4 0,1 1-2 15,-2 2 2-15,5 1 1 0,-5 2 6 0,3-1-1 16,0 6-11-16,2-1 3 0,0 0-7 0,0 0-3 16,0-2-6-16,0 1 4 0,0-3-6 0,0 1-9 15,2-3-3-15,0-1 0 0,-2 1-7 0,0-1-2 16,0-3 2-16,0-6-5 0,0 10 0 0,0-10-1 0,0 0-1 16,-2 11-5-16,2-11 3 0,-4 5-3 15,4-5 0-15,0 0-6 0,0 0 12 0,-7 2-10 16,7-2-2-16,0 0 0 0,0 0 0 0,0 0 1 15,0 0-7-15,0 0 2 0,0 0 0 0,0 0 1 0,0 0-3 16,7-25-2-16,-7 25-4 0,6-5-5 0,-1 2-8 16,-5 3-3-16,14-3-16 0,-8 2-15 0,-6 1-20 15,13-3-25-15,-1 3-23 0,-3-2-21 16,3 2-16-16,-1-1-22 0,0-2-6 0,3 3-10 0,3-1 7 16,-3 0 4-16,1-1 17 0,-1-1 15 0,1 0 19 15,-3-2 32-15,1 1 22 0,-2 0 33 16,1-1 18-16,-5-5 29 0,1 5 27 0,-3 1 20 0,0 0 25 15,-5 4 20-15,5-8 15 0,-3 3 15 0,-2 5 11 16,2-9 2-16,-2 9 1 0,0 0-1 0,0 0-6 16,-5-13 0-16,5 13-9 0,-9 0-3 0,9 0-5 15,0 0-9-15,-15 7-6 0,10-2-12 0,-4 0-4 16,4 0-5-16,1 0-11 0,0 3-2 0,3 0-9 16,1-8-12-16,-2 14-1 0,2-14 11 0,3 11-16 15,1-4-6-15,0-3-11 0,6 3-10 0,-4-1-12 16,3-3-4-16,0 1-10 0,1-1-6 0,2-1-6 15,-3 1 3-15,1-1-2 0,-2-2 1 0,-8 0 5 16,11 0 7-16,-11 0-1 0,10 0 2 0,-10 0-2 16,0 0 3-16,0 0 2 0,0 0 4 0,0 0 4 15,0 0 2-15,0 0 2 0,0 0 4 0,0 0 5 16,-29 2 4-16,17 1 7 0,1 3 1 0,2 0 16 16,-2-2-12-16,2 4 3 0,0 1 15 0,-3 0 1 15,6-2-11-15,-1 3-7 0,1-1-3 0,2 1 10 16,3-2-16-16,-2 3 0 0,3-4 1 0,3 1-34 0,0-3-25 15,3 2-35-15,1-1-49 0,3-1-68 16,2-4-57-16,6 2-287 0,0-2-581 0,1-2 257 16</inkml:trace>
  <inkml:trace contextRef="#ctx0" brushRef="#br0" timeOffset="146997.87">26812 10768 151 0,'0'0'282'0,"-2"-7"-15"0,2 7-8 0,0 0-13 16,-6-10-13-16,6 10-12 0,0 0-25 0,0 0-13 0,0 0-23 16,14-6-13-16,-5 5-15 0,2-1-17 0,3 2-21 15,-1 0-30-15,5 0-23 0,-2-2-30 0,4 1-31 16,-6 1-43-16,-3 1-43 0,-11-1-22 16,21-1-35-16,-13-2-20 0,-8 3-22 0,11 0-118 0,-11 0-349 15,0 0 154-15</inkml:trace>
  <inkml:trace contextRef="#ctx0" brushRef="#br0" timeOffset="147167.88">26969 10694 72 0,'0'0'133'0,"-10"-7"4"16,2 4 8-16,8 3 3 0,-7-2 9 0,7 2 3 16,0 0 3-16,-9-3-5 0,9 3 5 0,0 0 5 15,0 0 2-15,-9 15 10 0,7-8-3 0,1 2 6 16,-1 2-9-16,0 0-1 0,2 2-19 16,-2 3 4-16,2 1-11 0,-2-1-18 0,2 0-11 15,0 0-2-15,0-5-7 0,0 2-27 0,0-1-14 0,0 0-34 16,0-1-37-16,2-2-42 0,0 2-50 15,0-1-73-15,1-5-75 0,-1 2-294 0,2-1-582 0,-4-6 257 16</inkml:trace>
  <inkml:trace contextRef="#ctx0" brushRef="#br0" timeOffset="147668.41">27049 10669 278 0,'-2'-7'269'0,"2"7"-11"0,0 0-16 0,-4-4-16 16,4 4-14-16,0 0-15 0,0 0-15 0,14-3-19 16,-14 3-15-16,19-1-14 0,-2 1-14 0,-2-1-2 15,-1-1-22-15,3 1-14 0,2 0-17 0,-6 1-9 16,1-1-8-16,-4 2-8 0,-3-2-3 0,-7 1-4 16,12 0-5-16,-12 0 2 0,11 2-3 0,-11-2-3 15,0 0-2-15,0 0 2 0,0 0 1 0,0 0 1 16,0 0 3-16,0 0-2 0,0 0-3 0,0 0-6 15,0 0 1-15,-13 17 13 0,9-6 3 0,0 0 3 16,-2 4-1-16,3 1 5 0,-3 3 7 0,4-2-3 16,-2 2-3-16,1-2 2 0,-2 2-3 0,3 0-3 0,0 0 0 15,2-3 7-15,-3 0-21 0,1-1-5 16,4-1 3-16,-2-6 3 0,1 3-5 0,-2-3-1 16,2 0 8-16,-1-8-12 0,0 11-5 0,0-11-3 15,-1 9 8-15,1-9-4 0,-4 6-8 0,4-6-6 16,-4 4-9-16,4-4 1 0,0 0-1 0,-16-2 0 15,16 2 6-15,-11-5-7 0,11 5 1 0,-11-6-6 0,7 0 7 16,-2 1-2-16,6 5-2 0,-9-6 1 16,5 0 1-16,4 6 3 0,-6-3 1 0,6 3 6 0,0 0-2 15,0 0-4-15,-3-7 6 0,3 7-1 0,0 0 8 16,0 0 1-16,0 0 2 0,0 0-5 16,14 14 11-16,-8-11-8 0,3 0-1 0,2-1-3 0,2 2-4 15,4-1-15-15,0 1-20 0,3-2-28 0,1-2-30 16,2 1-37-16,3-1-41 0,3-1-33 15,-8-1-41-15,8-1 0 0,-8 0-9 0,0 0-157 0,0 0-447 16,1 1 198-16</inkml:trace>
  <inkml:trace contextRef="#ctx0" brushRef="#br0" timeOffset="148201.66">27516 10915 568 0,'6'-5'43'15,"2"0"22"-15,-3 1 34 0,-1-1 13 0,1-1 13 16,-5 6 16-16,2-9 4 0,-2 9 10 0,3-9 8 16,-3 9 5-16,0 0 3 0,0 0 4 0,-8-12 1 15,8 12-10-15,-6-3 1 0,6 3-5 0,-9-3-3 16,9 3 3-16,0 0 1 0,-19 8 2 0,11-1-9 15,-1 1-7-15,-2 0-2 0,2 2-8 0,0 2-9 16,-1-1-8-16,4 0-12 0,-1-1-9 0,3 0-11 16,1 1-9-16,1 0-4 0,0-3-9 0,2-8-6 15,3 15-12-15,-1-6-19 0,2-4-27 0,2 2-25 16,3-3-26-16,3 0-20 0,-3 0-29 0,4-2-16 16,1-1-13-16,-1 1-11 0,1-2-4 0,-1-2-7 15,1 1 5-15,-3 0 0 0,2 0 14 0,-1-4 11 16,-1 2 10-16,2-3 8 0,-4-2 15 0,0 4 8 15,0-3 12-15,-1 2 9 0,-2-1 11 0,0-2 16 16,1 4 17-16,-5-2 15 0,4 1 13 0,-3-1 12 16,-3 6 16-16,7-8 5 0,-7 8 7 0,6-5 5 15,-6 5 3-15,1-5 5 0,-1 5-1 0,0 0 8 16,4-5-6-16,-4 5 1 0,0 0 3 0,0 0 6 16,0 0-7-16,0 0 21 0,0 0-17 0,-7 20 4 15,7-20-2-15,-4 13-7 0,2-8-3 0,0 5 5 0,0-3 2 16,2 1-11-16,0-8-8 0,0 15-4 0,0-9 4 15,0-6-12-15,2 13-8 0,0-8 3 16,2 1-7-16,1-1-1 0,1-2-2 0,-6-3-3 16,12 7-4-16,-3-5 0 0,1-2-4 0,3 2-2 0,0-4 1 15,-2 0-3-15,1 1-2 0,1-5 3 0,-2 3 3 16,4-2-4-16,-8 1-4 0,3-2-2 16,-1-1-1-16,-5 0 0 0,2-1-2 0,-1 2 4 15,-4-5-3-15,1 0 0 0,-4 1 0 0,0 1 9 0,-4-1-8 16,2-1-1-16,-3 1-1 0,-1 3 1 0,-2-2-5 15,-1 3-5-15,2 0-14 0,-2 1-25 0,2 0-33 16,-2 4-45-16,-1 1-44 0,1 0-61 0,0 3-79 16,-1 0-101-16,1 2-261 0,-2-1-721 0,3-2 318 15</inkml:trace>
  <inkml:trace contextRef="#ctx0" brushRef="#br0" timeOffset="149865.1">26542 11014 23 0,'0'0'90'16,"0"0"-9"-16,0 0-28 0,4 5-19 0,-4-5-19 16,0 0-20-16,9 1-44 0,-9-1-53 0,0 0 25 0</inkml:trace>
  <inkml:trace contextRef="#ctx0" brushRef="#br0" timeOffset="150223.18">27675 10274 98 0,'0'0'109'0,"0"0"-17"0,8-3-12 16,-8 3-7-16,0 0-2 0,0 0-19 0,0 0-3 15,0 0-15-15,0 0-25 0,0 0-31 0,0 0-18 16,0 16-62-16,0-16-109 0,0 0 50 0</inkml:trace>
  <inkml:trace contextRef="#ctx0" brushRef="#br0" timeOffset="150891.43">26724 12035 23 0,'0'0'160'0,"0"0"-13"0,0 0-10 0,0 0-17 16,0 0-9-16,0 0-24 0,4-8-24 0,-4 8-26 15,0 0-37-15,0 0-34 0,0 0-49 0,0 0-45 16,0 0-139-16,-10-16 61 0</inkml:trace>
  <inkml:trace contextRef="#ctx0" brushRef="#br0" timeOffset="151501.76">27409 10967 94 0,'0'0'107'0,"0"0"-12"16,7-5-7-16,-7 5-5 0,0 0-21 0,0 0-21 16,0 0-16-16,0 0-18 0,0 0-29 0,15 5-32 0,-15-5-34 15,7 8-95-15,-5-6 42 0</inkml:trace>
  <inkml:trace contextRef="#ctx0" brushRef="#br0" timeOffset="151873.16">28438 11879 52 0,'0'0'43'0,"5"7"-18"0,-5-7-21 0,4 6-25 15,-4-6-23-15,5 8 10 0</inkml:trace>
  <inkml:trace contextRef="#ctx0" brushRef="#br0" timeOffset="152305.43">28820 12211 11 0,'0'0'87'0,"0"0"-2"15,0 0-14-15,0 14-20 0,0-14 10 16,0 0-4-16,0 0-14 0,0 0-2 0,0 0-9 15,0 0 7-15,0 0-12 0,0 0-9 0,0 0 9 0,0 0-7 16,0 0-3-16,0 0-6 0,0 0-1 0,2 5 4 16,-2-5-5-16,0 0-3 0,0 0 5 15,0 0 1-15,0 0-8 0,0 0-3 0,0 0 5 16,0 0-7-16,0 0 9 0,0 0-9 0,0 0 3 0,0 0 3 16,0 0-8-16,0 0 1 0,0 0 4 0,0 0-7 15,0 0-3-15,0 0-13 0,0 0 10 0,0 0-3 16,0 0-5-16,0 0-4 0,0 0 1 0,0 0-8 15,0 0 0-15,0 0 0 0,0 0-7 0,0 0-4 16,0 0-6-16,0 0-28 0,0 0-79 0,0 0 35 16</inkml:trace>
  <inkml:trace contextRef="#ctx0" brushRef="#br0" timeOffset="184800.2">22098 13101 39 0,'0'0'70'0,"0"0"-2"0,0 0-13 0,0 0 4 0,0 0-1 16,0 0-10-16,0 0-9 0,0 0 5 0,0 0-6 16,0 0-4-16,0 0 2 0,0 0-12 0,0 0 0 15,0 0-8-15,0 0 7 0,0 0-9 16,0 0 6-16,0 0-14 0,0 0 11 0,0 0-1 0,0 0 0 15,0 0-6-15,0 0 1 0,0 0-7 0,0 0-5 16,0 0 4-16,0 0 4 0,0 0 2 16,0 0 0-16,0 0-15 0,0 0 14 0,0 0-3 0,0 0-4 15,0 0 2-15,0 0 2 0,0 0-4 0,0 0 4 16,0 0 4-16,0 0-9 0,0 0 10 0,0 0-9 16,0 0-4-16,0 0-1 0,0 0 11 0,0 0-11 15,0 0 1-15,0 0-2 0,0 0 10 16,0 0-10-16,0 0-9 0,0 0 4 0,0 0-12 15,0 0-1-15,0 0 6 0,0 0-16 0,2 13-16 16,-2-13-64-16,0 0-123 0,0 0 54 0</inkml:trace>
  <inkml:trace contextRef="#ctx0" brushRef="#br0" timeOffset="185772.33">23084 13179 69 0,'0'0'59'0,"0"0"-1"0,1-7-6 16,-1 7-3-16,0 0-4 0,0 0-9 16,0 0 0-16,0 0-1 0,0 0-7 0,0 0 2 0,0 0-2 15,0 0-12-15,0 0-2 0,0 0 7 0,0 0-11 16,0 0 2-16,0 0 5 0,0 0-2 0,12 13-10 16,-12-13-1-16,5 6 4 0,-5-6-5 0,4 4-14 15,-4-4-11-15,3 9-13 0,-1-4-10 16,1 0-45-16,-1 3-97 0,-1 0 44 0</inkml:trace>
  <inkml:trace contextRef="#ctx0" brushRef="#br0" timeOffset="66152.78">17048 13600 79 0,'2'5'199'0,"-2"-5"0"0,0 0-4 0,0 0-13 0,3 7-4 16,-3-7-18-16,0 0-8 0,0 0-5 0,1 6-11 15,-1-6-1-15,0 0 1 0,0 0-5 0,0 0-6 16,0 0-7-16,0 0-1 0,0 0-2 0,0 0-5 15,0 0-7-15,0 0-6 0,0 0-6 0,0 0-6 16,0 0-1-16,0 0-3 0,0 0-10 0,0 0-5 16,0 0-2-16,0 0-5 0,0 0-6 0,0 0-6 15,0 0 1-15,0 0-11 0,0 0-2 0,0 0 2 16,0 0-7-16,0 0-5 0,0 0-2 0,0 0-8 16,0 0-4-16,0 0-5 0,0 0-14 0,0 0-10 15,0 0-14-15,0 0-28 0,0 0-40 0,0 0-77 16,3-20-88-16,-3 20-256 0,0 0-563 0,0 0 249 15</inkml:trace>
  <inkml:trace contextRef="#ctx0" brushRef="#br0" timeOffset="70787.83">12037 7203 23 0,'0'0'147'0,"0"0"-5"16,0 0-1-16,0 0 0 0,-8-1-1 0,8 1-2 15,0 0-3-15,0 0-2 0,0 0-6 0,0 0-9 16,0 0-9-16,0 0-10 0,0 0-9 16,0 0-13-16,0 0-3 0,0 0-10 0,0 0-6 0,0 0-4 15,0 0-7-15,0 0-3 0,0 0-8 0,0 0 0 16,0 0-5-16,0 0-3 0,0 0 1 0,0 0-5 15,0 0-1-15,0 0-1 0,0 0-1 16,0 0-4-16,0 0-1 0,0 0 1 0,0 0 5 16,0 0 0-16,0 0-7 0,0 0-2 0,0 0 3 0,0 0-6 15,0 0 1-15,0 0-4 0,0 0-2 0,0 0 5 16,0 0-3-16,0 0 2 0,0 0-3 0,0 0 2 16,0 0-3-16,0 0 1 0,0 0-3 0,0 0 2 15,0 0-7-15,0 0-16 0,0 0-63 16,0 0-84-16,0 0-66 0,-6 8-117 0,6-8-376 0,-17 9 167 15</inkml:trace>
  <inkml:trace contextRef="#ctx0" brushRef="#br0" timeOffset="75717">13974 8132 9 0,'0'0'28'16,"0"0"-1"-16,0 0-5 0,0 0 1 0,0 0-8 15,0 0 4-15,0 0 0 0,0 0 2 0,0 0-2 16,0 0 2-16,0 0-1 0,0 0 6 0,0 0-5 15,0 0-6-15,0 0 3 0,0 0-1 0,0 0-8 16,0 0 8-16,0 0 1 0,0 0-6 0,0 0 0 16,0 0 2-16,0 0-10 0,0 0 3 0,0 0 3 15,0 0-9-15,0 0 9 0,0 0-1 0,0 0 0 16,0 0-7-16,0 0 10 0,0 0-13 0,0 0 5 16,0 0 2-16,0 0-4 0,0 0 2 0,0 0-7 0,0 0 4 15,0 0 3-15,0 0-3 0,0 0 1 16,0 0-2-16,0 0 3 0,0 0-1 0,0 0-4 15,0 0 1-15,0 0 4 0,0 0-3 0,0 0-2 16,0 0 2-16,0 0-8 0,0 0-3 0,0 0-5 16,0 0-3-16,0 0-6 0,0 0-1 0,0 0 0 0,0 0-3 15,0 0 1-15,0 0-26 0,0 0-58 16,0 0 26-16</inkml:trace>
  <inkml:trace contextRef="#ctx0" brushRef="#br0" timeOffset="90688.48">25497 4145 44 0,'0'0'46'0,"0"0"-1"15,0 0-8-15,0 0-8 0,0 0-18 0,-3-8-11 16,3 8-17-16,0 0 2 0,0 0-15 16,0 0-33-16,0 0 14 0</inkml:trace>
  <inkml:trace contextRef="#ctx0" brushRef="#br0" timeOffset="91110.42">26718 4039 28 0,'0'0'69'0,"0"0"-3"0,0 0-1 16,0 0-11-16,0 0-4 0,0 0-2 0,0 0-6 16,0 0-6-16,0 0-2 0,0 0-3 0,0 0-6 15,0 0-3-15,0 0-17 0,0 0-12 0,0 0-21 16,-4-11-20-16,4 11-34 0,0 0-90 0,0 0 40 16</inkml:trace>
  <inkml:trace contextRef="#ctx0" brushRef="#br0" timeOffset="92337.47">27824 4198 56 0,'0'0'82'0,"0"0"-4"0,0 0 2 16,0 0-8-16,0 0-4 0,0 0 0 0,0 0 0 15,0 0-7-15,0 0-2 0,0 0-4 0,0 0 0 16,0 0-2-16,0 0-10 0,0 0-4 0,0 0-10 15,0 0 11-15,0 0-3 0,0 0-9 0,0 0 1 16,0 0 0-16,0 0 2 0,0 0 6 0,0 0-11 16,0 0-3-16,0 0 2 0,0 0-4 0,0 0 1 15,0 0-7-15,0 0-1 0,0 0 1 0,0 0-4 16,0 0 0-16,0 0 1 0,0 0 0 0,0 0 4 16,0 0-9-16,0 0 3 0,0 0-6 0,0 0-2 15,0 0 5-15,0 0-3 0,0 0-3 16,0 0 3-16,0 0-2 0,0 0-2 0,0 0 6 15,0 0-7-15,0 0 2 0,0 0-1 0,0 0-1 16,0 0 4-16,0 0-2 0,0 0-2 0,0 0 1 0,0 0-4 16,0 0 6-16,0 0-5 0,0 0 0 15,0 0-7-15,0 0 6 0,0 0 0 0,0 0 2 0,0 0 1 16,27-14-3-16,-11 12-10 0,2 1 19 16,11-2-1-16,0-1-6 0,5 1 3 0,0 1 2 15,0-1 1-15,1 0 0 0,4-3 0 0,12-1-2 16,-11 4 0-16,11-2 6 0,-1 3-1 0,-10-2 0 0,-3 1 1 15,-1-2-1-15,3 4 12 0,-5-5-1 0,-2 4-12 16,-1-2-1-16,-3 3 2 0,-9-2-2 0,-1 2 3 16,-4 0-2-16,-1-1 4 0,-2 1-7 15,0 1-4-15,-5-1 7 0,-6 1-10 0,14 0 11 16,-8-1-3-16,-6 1 8 0,0 0-13 0,13 0 1 16,-13 0 6-16,0 0-1 0,9-2 0 0,-9 2-7 0,0 0-1 15,0 0 1-15,0 0 2 0,8 2 0 0,-8-2 8 16,0 0-11-16,0 0 0 0,0 0 6 15,0 0 0-15,0 0-2 0,0 0 1 0,0 0-4 16,9-3 12-16,-9 3-10 0,0 0-7 0,0 0-6 16,0 0-3-16,0 0-23 0,0 0-39 0,0 0-60 0,0 0-85 15,-28 5-240-15,0-5 106 0</inkml:trace>
  <inkml:trace contextRef="#ctx0" brushRef="#br0" timeOffset="96657.33">12718 14766 39 0,'0'0'53'0,"0"0"-7"16,0 0-12-16,0 0-7 0,0 0-2 0,0 0-6 16,0 0-6-16,0 0 2 0,0 0-4 15,0 0-8-15,0 0-1 0,0 0 9 0,0 0-14 16,0 0-8-16,0 0-5 0,0 0-10 0,0 0-15 15,0 0-43-15,0 0 19 0</inkml:trace>
  <inkml:trace contextRef="#ctx0" brushRef="#br0" timeOffset="96891.66">12686 14744 4 0,'-4'-9'27'16,"4"9"-2"-16,0 0 3 0,0 0 0 0,0 0-6 15,-4-5 4-15,4 5-3 0,0 0-4 0,0 0 1 16,-3-5 0-16,3 5-3 0,0 0-1 0,0 0-4 16,0 0-1-16,-7-5-2 0,7 5 0 0,0 0-4 15,0 0 6-15,0 0-4 0,0 0-1 0,0 0 0 16,0 0-3-16,0 0 0 0,0 0-8 0,0 0 2 16,0 0-1-16,0 0-9 0,0 0-2 0,0 0-4 15,0 0 0-15,0 0-2 0,0 0-3 0,0 0-15 0,0 0-43 16,0 0 19-16</inkml:trace>
  <inkml:trace contextRef="#ctx0" brushRef="#br0" timeOffset="97706.63">12636 14745 7 0,'0'0'21'0,"0"0"4"0,0 0-5 0,0 0 5 15,0 0-4-15,0 0 2 0,0 0 1 0,0 0-2 16,0 0 8-16,0 0-8 0,0 0-2 0,0 0-2 16,0 0-5-16,0 0 5 0,8-5 0 0,-8 5-10 15,0 0-5-15,0 0 8 0,0 0 0 0,0 0-5 16,0 0-1-16,0 0-1 0,0 0-2 0,0 0-5 15,0 0 1-15,0 0 4 0,0 0-3 0,0 0-6 16,0 0 7-16,0 0-3 0,0 0-11 0,0 0 1 16,0 0-19-16,0 0-19 0,0 0-55 0,0 0 24 15</inkml:trace>
  <inkml:trace contextRef="#ctx0" brushRef="#br0" timeOffset="97995.39">12666 14711 65 0,'0'0'77'0,"0"0"-6"0,0 0-5 0,0 0-9 16,0 0-2-16,0 0-2 0,0 0-3 16,0 0-4-16,0 0 5 0,0 0-14 0,0 0-8 0,0 0-3 15,0 0-8-15,0 0-7 0,0 0-12 0,6-4-9 16,-6 4-7-16,0 0-7 0,0 0-8 0,0 0-15 16,0 0 2-16,0 0-45 0,0 0-97 0,0 0 43 15</inkml:trace>
  <inkml:trace contextRef="#ctx0" brushRef="#br0" timeOffset="98522.98">11621 14747 19 0,'0'0'15'0,"0"0"-3"0,0 0-1 16,0 0-2-16,0 0-2 0,0 0-1 0,0 0-4 15,0 0 2-15,0 0-1 0,0 0-7 0,0 0-3 16,0 0-7-16,0 0-13 0,0 0 7 0</inkml:trace>
  <inkml:trace contextRef="#ctx0" brushRef="#br0" timeOffset="99961.15">11880 14747 5 0,'0'0'75'0,"0"0"-3"0,0 0-3 0,0 0-13 16,0 0-4-16,0 0-13 0,0 0-3 0,0 0-4 15,0 0-6-15,-7-3-7 0,7 3-8 0,0 0 1 16,0 0-16-16,0 0-7 0,0 0-8 0,0 0-1 16,0 0-14-16,0 0-36 0,0 0-75 15,0 0 34-15</inkml:trace>
  <inkml:trace contextRef="#ctx0" brushRef="#br0" timeOffset="100712.82">11810 14750 5 0,'0'0'31'0,"0"0"-4"0,0 0-4 0,0 0-16 15,-7 3-2-15,7-3-22 0,0 0-17 0,0 0 7 16</inkml:trace>
  <inkml:trace contextRef="#ctx0" brushRef="#br0" timeOffset="103015.5">12733 14826 1 0,'0'0'21'0,"0"0"-4"16,0 0 1-16,0 0-6 0,0 0-4 16,0 0 0-16,0 0-6 0,0 0 5 0,0 0 4 15,0 0-4-15,0 0-1 0,0 0 3 0,0 0-3 16,0 0-4-16,0 0 4 0,0 0 0 0,0 0-3 16,0 0 1-16,0 0-1 0,0 0-4 0,0 0 5 15,0 0-2-15,0 0 2 0,0 0-7 0,0 0 8 16,0 0-3-16,0 0-3 0,0 0 0 0,0 0 1 15,0 0-2-15,0 0 2 0,0 0 0 0,0 0 4 16,0 0-6-16,0 0 5 0,0 0-1 0,0 0-5 16,0 0 4-16,0 0-4 0,0 0 1 0,0 0 3 15,0 0-1-15,0 0-1 0,0 0-2 0,0 0 1 16,0 0 1-16,0 0-5 0,0 0 4 0,0 0-2 16,0 0 2-16,0 0-7 0,0 0 0 0,0 0-4 15,0 0-7-15,0 0-21 0,0 0 10 0</inkml:trace>
  <inkml:trace contextRef="#ctx0" brushRef="#br0" timeOffset="104687.75">12726 14764 75 0,'0'0'81'0,"0"0"-4"15,0 0-4-15,0 0 6 0,0 0-18 16,0 0-5-16,0 0-2 0,0 0 1 0,0 0-9 16,0 0-5-16,0 0-3 0,0 0-3 0,0 0-5 15,0 0 3-15,0 0-9 0,0 0-1 0,0 0 8 16,0 0-11-16,0 0 3 0,0 0 1 0,0 0 0 16,0 0-10-16,0 0 1 0,0 0-2 0,0 0 6 0,0 0-8 15,0 0 3-15,0 0-3 0,0 0 3 16,0 0-2-16,0 0-4 0,0 0 1 0,19 11 2 15,-19-11 2-15,0 0-12 0,0 0 10 0,0 0 3 16,0 0-4-16,0 0 1 0,0 0 4 0,0 0 0 16,0 0-7-16,0 0 8 0,0 0-3 0,0 0-6 15,0 0 0-15,0 0-1 0,0 0 2 0,0 0 3 16,0 0 7-16,0 0-5 0,0 0-9 0,0 0 1 16,0 0-2-16,0 0 2 0,0 0 1 0,0 0 1 15,0 0-2-15,0 0 2 0,0 0-2 0,0 0-1 16,0 0 1-16,0 0-4 0,0 0 15 0,0 0-12 15,0 0-14-15,0 0 9 0,0 0 3 0,0 8-2 16,0-8 1-16,0 0 3 0,0 0-9 0,0 0 4 16,4 3 3-16,-4-3 11 0,0 0-1 0,0 0-18 15,0 0 9-15,0 0-2 0,0 0 0 0,0 0 2 16,0 0 2-16,0 0-1 0,0 0-3 0,0 0 8 16,0 0-1-16,0 0 4 0,0 0-3 0,0 0 2 15,0 0-8-15,0 0 2 0,0 0-5 0,0 0 7 16,0 0-5-16,0 0 5 0,0 0-3 0,0 0-3 15,-2-19-2-15,2 19 8 0,0 0-8 0,0 0 6 16,0 0-7-16,0 0 2 0,0 0-3 0,0 0 1 16,-9-5-1-16,9 5-1 0,0 0 4 0,0 0-1 15,0 0 7-15,0 0-11 0,0 0 9 0,0 0-4 16,0 0-2-16,0 0-3 0,0 0 0 0,0 0 1 16,0 0 2-16,0 0-4 0,0 0 4 0,0 0 2 15,0 0 0-15,0 0 13 0,0 0-15 0,0 0-3 16,0 0 6-16,0 0 2 0,0 0 3 0,0 0-7 15,0 0-11-15,0 0 2 0,0 0 7 0,0 0-1 16,0 0 8-16,0 0-3 0,0 0-1 0,0 0 5 16,0 0-13-16,0 0 6 0,0 0-7 0,0 0 0 15,0 0 8-15,-2-10 0 0,2 10 0 0,0 0-4 16,0 0 5-16,-7-4 3 0,7 4-8 0,0 0 8 16,-7-4-4-16,7 4 1 0,0 0 6 0,-6-3 1 15,6 3 0-15,0 0-7 0,0 0-3 0,0 0 6 16,0 0-2-16,0 0 1 0,-14 8-5 0,14-8 2 15,0 0-5-15,-3 3 1 0,3-3 8 0,0 0-9 16,0 0 15-16,2 11-15 0,-2-11 5 0,0 0-2 16,0 0 4-16,8 7-2 0,-8-7 3 0,0 0-5 15,0 0 3-15,4 5-1 0,-4-5-2 0,0 0-3 16,5 4 2-16,-5-4-1 0,0 0-1 0,0 0 3 16,0 0 3-16,0 0-3 0,0 0-2 0,0 0 8 15,0 0-10-15,0 0 11 0,0 0-2 0,0 0 4 16,0 0-6-16,0 0 4 0,0 0-2 0,0 0-2 15,0 0-4-15,0 0 2 0,0 0 0 0,0 0 10 16,0 0-6-16,0 0-7 0,0 0 16 0,0 0-11 16,0 0 0-16,0 0-6 0,-17-13-5 0,17 13 3 15,0 0 10-15,0 0-3 0,0 0 0 0,0 0-1 16,-6 13 1-16,6-13-10 0,0 0 5 0,0 7 0 16,0-7-5-16,0 0 16 0,0 0-4 0,0 0-2 15,4 10-5-15,-4-10 6 0,0 0 1 0,4 5 5 16,-4-5-1-16,0 0 5 0,0 0-3 0,10 1 6 15,-10-1-9-15,0 0 3 0,0 0-1 0,9 0-1 16,-9 0 1-16,0 0 4 0,0 0 1 0,0 0-8 16,0 0 3-16,9-7 0 0,-9 7 6 0,0 0-6 15,0 0-3-15,0 0 2 0,0 0-4 0,0 0 6 16,0 0-1-16,0 0-2 0,-9-16 1 0,9 16-1 16,0 0-2-16,0 0 6 0,-4-6-1 0,4 6-6 15,0 0-2-15,0 0 9 0,0 0-13 0,0 0 1 16,0 0 4-16,0 0-1 0,0 0-3 0,0 0 4 15,0 0 0-15,0 0-3 0,0 0 5 0,0 0 2 0,0 0-4 16,0 0 1-16,0 0-2 0,0 0-7 16,0 0 5-16,0 0 4 0,0 0-9 0,4 23 3 15,-4-23 3-15,0 0 1 0,0 0 0 0,0 0 5 16,0 0-6-16,0 0 4 0,0 0-3 0,0 0 1 16,0 0 8-16,0 0-10 0,0 0-5 0,0 0 11 15,0 0-14-15,0 0 7 0,0 0 0 0,0 0 4 16,0 0-12-16,0 0-4 0,0 0-18 0,0 0-9 15,0 0-17-15,0 0-25 0,0 0-25 0,0 0-88 16,0 0-213-16,-19 0 95 0</inkml:trace>
  <inkml:trace contextRef="#ctx0" brushRef="#br0" timeOffset="111271.63">19831 4748 5 0,'0'0'94'0,"0"0"-18"16,0 0-2-16,0 0-7 0,0 0 4 0,0 0-21 15,0 0 5-15,0 0 1 0,0 0 1 0,0 0-4 16,0 0-2-16,0 0 8 0,0 0-14 0,0 0-5 15,0 0-7-15,0 0 5 0,0 0-5 0,0 0 4 16,0 0-1-16,0 0-6 0,0 0 2 0,0 0-2 16,0 0-16-16,0 0 10 0,0 0-5 0,0 0-2 15,0 0-6-15,0 0 7 0,0 0-3 0,0 0 0 16,0 0-12-16,0 0 8 0,0 0 6 0,0 0-14 16,0 0 13-16,0 0-32 0,12-1-12 0,0-3-20 15,-1 1-16-15,2 0-28 0,4-1-85 0,1 0-190 16,-5 0 84-16</inkml:trace>
  <inkml:trace contextRef="#ctx0" brushRef="#br0" timeOffset="111823.61">20125 4486 47 0,'0'0'89'0,"0"0"-14"0,0 0 1 0,0 0-8 0,0 0 7 16,0 0-25-16,0 0-4 0,0 0-4 0,0 0 8 15,0 0-11-15,0 0-9 0,0 0-1 0,0 0 5 16,0 0-6-16,0 0-13 0,0 0 3 16,0 0-5-16,0 0 2 0,-18 12 0 0,18-12 1 0,0 0 0 15,-2 8-5-15,2-8-12 0,0 0 14 0,0 0-2 16,1 12-2-16,-1-12-6 0,1 9-3 0,-1-9 12 15,4 7-10-15,-1-3 9 0,-3-4-11 0,6 8 17 16,-3-3-10-16,3-1-9 0,-2 1 0 16,2-1 6-16,-2 0 6 0,3 0-4 0,-2-1-4 15,1 2 1-15,-1 0 3 0,2-2-9 0,-4 1-3 0,3 1 15 16,-3 0-12-16,-3-5 6 0,9 4-1 0,-9-4 3 16,5 8-2-16,-5-8-2 0,4 4-2 0,-4-4 0 15,3 6 0-15,-3-6 1 0,0 0 3 0,2 7 3 16,-2-7-1-16,0 0-2 0,0 0-5 15,0 0 5-15,-7 9-1 0,7-9-2 0,-7 6-20 16,7-6-15-16,-10 4-1 0,4-2-36 0,-2 1-74 16,-1-1-158-16,-2 1 70 0</inkml:trace>
  <inkml:trace contextRef="#ctx0" brushRef="#br0" timeOffset="112257.15">20414 4410 13 0,'4'8'54'0,"0"3"-13"0,1-2-2 0,-1 3 8 15,1-5-3-15,0 2-4 0,-3-2-9 0,2-1-5 16,0 0 2-16,-1-2-2 0,-3-4 1 0,5 9 0 16,-5-9 10-16,4 5 1 0,-4-5 26 0,3 5-16 15,-3-5 13-15,0 0-24 0,0 0-4 0,0 0-19 16,15-10-4-16,-8 0-15 0,3-4-6 0,1 1-16 16,-1-2-19-16,4-2-13 0,4-3-48 0,-3-2-115 15,1-1 52-15</inkml:trace>
  <inkml:trace contextRef="#ctx0" brushRef="#br0" timeOffset="114759.24">19156 4633 30 0,'0'0'73'0,"0"0"-2"16,0 0-9-16,0 0-3 0,0 0-6 0,0 0 9 15,0 0-19-15,0 0 6 0,0 0-4 0,0 0-5 16,0 0-5-16,0 0-10 0,0 0 1 0,0 0 0 16,0 0-2-16,0 0-10 0,0 0 3 0,0 0-1 15,-20-8-4-15,20 8 3 0,0 0 5 0,-11-1-18 16,11 1 7-16,-12 1-6 0,12-1 5 0,-11 3-6 15,11-3 4-15,-13 3 4 0,8-2-9 0,5-1-1 16,0 0 16-16,-14 1 0 0,14-1 9 0,-8 0-5 16,8 0 2-16,-8 1 3 0,8-1 7 15,0 0 2-15,-11 3-1 0,11-3-5 0,0 0 9 16,-9-2-4-16,9 2-3 0,0 0-10 0,0 0 9 16,0 0-9-16,-8 2 8 0,8-2-16 0,0 0-1 15,0 0 0-15,0 0-3 0,0 0-5 0,0 0 6 0,0 0-7 16,0 0 9-16,0 0-8 0,0 0 4 0,0 0 0 15,32 2-1-15,-19-3-3 0,6-3 0 0,-1 2 6 16,4 1 7-16,-2-3-2 0,-1-2 4 0,11 1 2 16,-9 2-4-16,0 0 3 0,-2-1 12 0,0 2-23 15,-1-1 13-15,-1 0-8 0,-3 0 3 0,-3 3-3 16,1-4 2-16,-5 2-3 0,1 0 0 16,-8 2 3-16,9-2-7 0,-9 2-1 0,9-2 5 15,-9 2 7-15,0 0 3 0,10 0 5 0,-10 0 8 16,0 0 1-16,0 0 6 0,0 0-6 0,0 0-5 15,0 0 5-15,0 0-10 0,0 0 0 0,0 0-1 0,0 0-6 16,0 0 2-16,-25-4-8 0,25 4 1 0,-21 0-2 16,12 0-2-16,-2 3-1 0,-3-2 0 0,2 1 3 15,-6 1-7-15,0 0 6 0,-1-1-8 0,0 1-3 16,1-1 3-16,-1 1 0 0,2-2-1 16,-1 2 2-16,6 0 0 0,-2 0-1 0,5 0-1 15,1-3-2-15,8 0 4 0,-13 1 1 0,8 0-3 0,5-1 0 16,0 0-4-16,-9 2 1 0,9-2 1 15,0 0 1-15,0 0-6 0,0 0 4 0,0 0-2 16,0 0 2-16,0 0-3 0,0 0 5 0,35-3-3 16,-22 1 2-16,4-3 0 0,1 1 0 0,1-1-1 15,2 2 2-15,-3-2 4 0,1 2-3 0,-4 0-1 0,-1 0-17 16,-1 0-19-16,0 2-35 0,-2 0-12 0,0-1-23 16,-1 1-15-16,-4 0-21 0,-6 1-20 0,13 2-88 15,-13-2-269-15,8 5 119 0</inkml:trace>
  <inkml:trace contextRef="#ctx0" brushRef="#br0" timeOffset="119642.86">19192 4983 8 0,'2'-8'28'0,"-2"8"9"15,0 0-2-15,0 0-12 0,-2-9 6 0,2 9-1 16,0 0-3-16,0 0 11 0,-4-9-5 0,4 9 6 16,0 0-8-16,-2-8 3 0,2 8 9 0,0 0-2 15,-4-7-5-15,4 7 0 0,0 0 2 0,-4-8 1 16,4 8-6-16,0 0 5 0,-4-4 0 0,4 4 3 15,0 0 8-15,-7-5-7 0,7 5 1 0,0 0-9 16,-5-4 1-16,5 4 1 0,-4-6-2 0,4 6-3 16,0 0-5-16,-8-6 3 0,8 6-10 0,0 0 12 15,-6-5 13-15,6 5-5 0,-5-5-6 0,5 5 2 16,0 0-1-16,-7-7 2 0,7 7-3 0,-4-5 2 16,4 5-1-16,0 0-10 0,0 0 9 0,-3-5-3 15,3 5-2-15,0 0 1 0,0 0 4 16,0 0-7-16,0 0-1 0,0 0-5 0,0 0 6 0,0 0-6 15,0 0 1-15,0 0-9 0,0 0 1 16,0 0-6-16,0 0-1 0,0 0 1 0,0 0-5 16,0 0 3-16,0 0-1 0,0 0 1 0,-6 17-4 0,6-17 8 15,3 14-4-15,-2-6 5 0,-1 3-4 0,0-1 2 16,2 0-2-16,-1 2 0 0,0-1-3 0,0 2 5 16,-1-1-7-16,2 3 9 0,-1 1-8 15,0 1 2-15,-1 0 6 0,2-3-4 0,-1 3 6 16,-1-2 0-16,0 3 6 0,0-1-1 0,-3 0 3 0,5 0-4 15,-4-1-1-15,1-1 5 0,0 1-5 0,1-1-1 16,-2-3-4-16,1 2 14 0,-1-4-10 0,0 0-2 16,2 0 4-16,0-10-3 0,-2 13 1 0,2-6 4 15,0-7 3-15,-2 9 4 0,2-9 5 0,-1 7 1 16,1-7 3-16,0 9 4 0,0-9 0 0,0 0 1 16,-4 7-3-16,4-7-4 0,0 0-2 15,-9 1-2-15,9-1-4 0,0 0-2 0,-14-1-1 0,14 1-1 16,-14-5-1-16,3 2-1 0,-2 1-3 0,-5-4-5 15,-4 3-2-15,-3 3-2 0,-5-7 2 16,0 4-7-16,-5 1-5 0,-2 1 1 0,-1 1-6 16,1-1-3-16,-16 1 2 0,1 2-3 0,12-3 5 15,2 2-4-15,-2-2 2 0,1 2-5 0,0-2 0 16,1 2 1-16,0-1-5 0,0-1 9 0,-1 0-8 0,1-2 3 16,-2-2-2-16,-10-2-7 0,13 5-3 15,-2-3 5-15,3 1-2 0,-1-4-2 0,1 4 0 0,1-1 1 16,2 0-5-16,0-1 2 0,1 0 3 15,3 3 2-15,7 0-3 0,0-2-2 0,4 1 5 16,-2 2-7-16,7 0 5 0,-1-2 2 0,1 2 1 16,1 1-7-16,1-1 5 0,2 2 5 0,9 0 2 0,-16-2-3 15,9 0 5-15,7 2 3 0,-11 0-8 0,11 0 6 16,-9-1-3-16,9 1-4 0,0 0-1 0,0 0-5 16,-10 0-5-16,10 0-21 0,0 0-28 15,0 0-12-15,0 0-17 0,0 0-1 0,0 0-66 16,0 0-194-16,0 0 87 0</inkml:trace>
  <inkml:trace contextRef="#ctx0" brushRef="#br0" timeOffset="120905.43">17346 4339 2 0,'0'0'9'0,"0"0"2"0,0 0-3 16,0 0-1-16,0 0 0 0,0 0-4 16,0 0 5-16,0 0-5 0,0 0-13 0,0 0 18 15,0 0-2-15,0 0-1 0,0 0-4 0,0 0-2 16,0 0-2-16,0 0 1 0,0 0 1 0,0 0-1 16,0 0 4-16,0 0-7 0,0 0 2 0,-4 18-7 15,4-18 9-15,1 11-6 0,-1-11 8 0,0 13-4 16,0-6 2-16,0 3 0 0,0 1 6 0,1-1-2 0,-2 2 4 15,0 3 11-15,-1 2-13 0,1 1 4 16,1-1-2-16,-2 8 6 0,-1-6 7 0,0 5-1 16,2-5 0-16,-1 6 5 0,-2-4 3 0,0 3 2 15,3-6-10-15,0 0 6 0,-1-2 3 0,0 4-5 16,0-4 1-16,1 1-2 0,1 1 1 0,-1-3-2 16,1 1 2-16,1 2 0 0,-1-2 3 15,0-2-1-15,1 2 1 0,1-1-2 0,-2 1 2 0,1 0 15 16,2-2-18-16,-2-2-4 0,0 3-6 0,0-3 9 15,2 0 1-15,-2 5 6 0,2-7-2 0,-2 2 0 16,0 0 2-16,0-1-1 0,2 1 5 0,-2-1-9 16,1 0-4-16,0-1 1 0,1 0-2 0,-2-2 6 15,2 0-3-15,-2 0-2 0,0-2-4 0,2 0 0 16,-3-6-1-16,1 10-10 0,0-4 5 0,2 1 1 16,-3-7-3-16,1 8 6 0,-1-8-2 0,0 9-3 15,0-9 0-15,1 6 0 0,-1-6 0 0,0 0-1 16,3 9-2-16,-3-9 5 0,0 0-7 0,1 7 4 15,-1-7-1-15,0 0-4 0,0 0-1 0,1 7 5 16,-1-7-4-16,0 0 1 0,0 0-7 0,3 8 14 16,-3-8-12-16,0 0 6 0,0 0-1 0,1 6-2 15,-1-6 1-15,0 0-1 0,0 0 2 0,0 0-4 16,0 0-1-16,0 0 3 0,2 8 0 0,-2-8 1 16,0 0 1-16,2 5 11 0,-2-5-8 0,4 5 0 15,-4-5-3-15,4 4 6 0,-4-4-7 0,2 7 6 16,-2-7-5-16,5 5 3 0,-5-5 0 0,4 7 0 15,-4-7 4-15,5 8-4 0,-5-8-2 0,6 7 6 16,-3-4-3-16,1 1 8 0,1 1-4 0,0 0 0 16,-5-5-2-16,11 7 2 0,-6-3 28 0,0-1-22 15,0 1-2-15,1-1 3 0,1 1 4 0,0-1-1 16,1 0 1-16,3 2-2 0,-1 0 2 0,1-2 1 16,2-2 5-16,0 3-2 0,-1-1 1 15,1-3-2-15,6 2 0 0,-1 1 2 0,1-5-2 16,-1 2 0-16,3 0-4 0,0 0 1 0,2 0-3 0,-2-1 5 15,7-1-1-15,-8-1-3 0,8 1-3 16,-7 0 1-16,1 0-2 0,6 0 0 0,-6 2 2 0,-4-2-4 16,3 4 2-16,0-4-1 0,-3 1 1 0,3 1 0 15,0 0 3-15,-3 0-2 0,2 0-3 16,2 0 0-16,-3-2-1 0,3 4 1 0,-1-4-5 16,1 0-3-16,-1 0-1 0,0 1-8 0,-3 0-11 15,3-1-7-15,-2 2-10 0,-3-3-25 0,-3 4-33 0,5-2-38 16,-3 2-21-16,-3 1-167 0,0-2-338 0,0 2 150 15</inkml:trace>
  <inkml:trace contextRef="#ctx0" brushRef="#br0" timeOffset="124771.77">15928 3951 51 0,'-11'-4'58'0,"4"3"1"0,0-2 1 0,-1-1-7 16,0 1-8-16,-1-1 6 0,-2-1-4 0,2 2-4 15,0-1-4-15,-2 1-11 0,0-1 1 0,2 0-5 16,-2 1-13-16,-1 0 7 0,2 0-5 0,-4-1 1 15,-1 3-10-15,-1-1 5 0,0 1-4 0,-3 1 1 0,3-1 4 16,0 1-5-16,0 0-2 0,-1 2-9 16,0 1-9-16,3-1 1 0,0 0 0 0,0-1 4 15,2 0 8-15,1 2-7 0,0-1 4 0,0 0 3 16,5 0-4-16,-3 1 9 0,1 0-9 0,-1 1 4 16,1 0 1-16,1-2-4 0,-2 3 5 0,-1 1-8 15,1-1 5-15,-1 2 0 0,2 0 2 0,-2 1-3 0,2 0 1 16,0 1 4-16,-1-2-6 0,1 2 8 0,-1 0-7 15,-3 4 2-15,4-3-3 0,0-1 7 16,2 1-15-16,-2 0 10 0,3 1 5 0,-2-2-1 16,3 3 3-16,-1-2-8 0,-2 3 7 0,2 1-9 15,1-4 10-15,-1 5-2 0,1 3-2 0,-1 0 12 16,1-2-5-16,-1 2-6 0,2 0 15 0,0 1 1 16,0 0-6-16,1 1 8 0,0-1-1 0,1 0 2 15,1 0 1-15,-1 0-4 0,1 6 0 0,0 0 6 16,0 2 6-16,0-1-4 0,1 2 6 0,-1 0-9 15,1-3 7-15,1 1-5 0,-1 3-6 0,-2-4 7 16,2 2 8-16,0 0 4 0,-3 1 6 0,0 1-17 16,2-4 9-16,-1 2-8 0,1-1 3 0,0-1 6 15,0 1 7-15,-1-3-18 0,1-4-2 0,-3 1 5 16,3 0 7-16,-2-2-5 0,-2 8-2 0,4-10-6 16,-3 3 9-16,0-4-2 0,-1 2-4 0,3-1-8 15,-4-4 3-15,5-1-2 0,0 2 2 0,-1 0 3 16,0-1 8-16,0-1-5 0,0-2-4 0,-1-1-3 15,2 0-1-15,2 0-3 0,-2-8-1 0,-2 12 7 16,2-12-15-16,2 10 9 0,-2-10-4 0,1 10-4 16,-1-10 4-16,3 9-2 0,-3-9 3 0,6 7-6 15,-6-7-1-15,4 8 2 0,0-6 0 0,2 1-7 16,-6-3 6-16,10 5 5 0,-3-3-8 0,4 1 0 16,-1 1 1-16,3-2-1 0,5 1-1 15,1-2 1-15,0 0 0 0,9-1 0 0,1 1-1 16,2-3-3-16,4-1-2 0,1 1-5 0,1 1-2 0,2-4-3 15,0 1-6-15,-1-2-1 0,2 3 3 0,-3-1 0 16,0-4-2-16,1 3-3 0,-3 0 7 0,0 0 4 16,-1 0-12-16,-3 0 8 0,-1 1 1 15,-1-1-13-15,-3 3 9 0,-6-1 7 0,-1 3-18 16,-2 0 6-16,-3 0-6 0,0-2-9 0,-1 2 8 0,-1 0-21 16,-2 2-3-16,1-2-18 0,-3 0-4 0,2 0-11 15,-1 2-14-15,-9-2-78 0,14 3-191 0,-9-2 84 16</inkml:trace>
  <inkml:trace contextRef="#ctx0" brushRef="#br0" timeOffset="125311.7">16181 4855 11 0,'-3'-8'146'0,"3"8"-1"16,-4-4-5-16,4 4-2 0,0 0-8 0,0 0-10 16,-4-6-7-16,4 6-11 0,0 0-13 0,0 0-2 15,0 0-16-15,0 0-4 0,0 0-10 0,-7-5-8 16,7 5-10-16,0 0 3 0,0 0-9 0,0 0-8 16,0 0 1-16,0 0-4 0,0 0-2 0,0 0-4 15,-4 23-1-15,2-12 1 0,-1 8 5 0,0 0 4 16,-2 9 1-16,1 0-6 0,-3 1 0 0,2 1 2 15,-1-1-2-15,-2 2 3 0,3 0 5 0,0-2-1 16,-2 0 4-16,4-2 1 0,-2-1-5 0,1 0 0 0,1 1 2 16,1-6-4-16,-1 2 1 0,4-5-1 15,-2-1-2-15,2 0-4 0,-1-5 0 0,0-1-4 16,0 2-2-16,0-2 0 0,3-3 1 0,-3 1-1 16,0-1 0-16,1 3-6 0,-1-11 3 0,0 11-2 15,2-5 0-15,-2-6-2 0,1 9-3 0,-1-9-15 16,0 0-12-16,1 7-16 0,-1-7-19 0,0 0-19 15,0 0-19-15,0 0-7 0,0 0-13 0,0 0-14 16,-1 16-10-16,1-16-13 0,0 0-80 0,0 0-253 16,0 0 112-16</inkml:trace>
  <inkml:trace contextRef="#ctx0" brushRef="#br0" timeOffset="125649.67">16368 5057 127 0,'0'0'140'0,"0"0"-12"16,0 0-3-16,0 0-10 0,4-7-21 0,-4 7-1 16,0 0-14-16,0 0-4 0,0 0-11 0,0 0-6 15,0 0-3-15,0 0-9 0,0 0 10 0,0 0 4 16,2 20 0-16,-2-7 12 0,0 3 4 0,0 0-7 15,0 3-2-15,0 0-8 0,-1 5 0 0,0-6-4 16,-1 0-2-16,2 0-4 0,-2 0-4 0,2-1-4 16,0 0-3-16,2-1-4 0,-2-3-2 0,0-1-4 15,0-2-1-15,-2-1-1 0,2-1-4 0,0 2-2 16,0-10-2-16,0 13-6 0,0-5-15 0,0-8-22 16,0 10-9-16,0-10-28 0,2 9-19 0,-2-9-16 15,0 0-22-15,2 9-2 0,-2-9-13 0,0 0-6 16,0 0-104-16,0 0-264 0,0 0 117 15</inkml:trace>
  <inkml:trace contextRef="#ctx0" brushRef="#br0" timeOffset="126232.79">16411 5221 23 0,'0'0'112'0,"0"0"-10"0,0 0-16 15,0 0 1-15,8-6-2 0,-8 6-15 16,17 0 0-16,-5-1-1 0,2 0-5 0,4-1-5 0,1 2-8 16,3 0-9-16,1 0 3 0,5-1-6 0,2 1 2 15,0-1-1-15,2 2 3 0,3-2-9 0,-1 1 8 16,1 0-10-16,2 0 4 0,-3-1-10 16,4 1-5-16,0 0 0 0,-1 0 7 0,1 2-4 15,-2-1 2-15,0 1-11 0,0-1-2 0,-3 0 2 16,-2 0 1-16,1 1-2 0,0 1 4 0,-3-3 1 0,-1 3 5 15,-6-3-13-15,-1 3 2 0,-1-2-1 0,-1 2 0 16,-3-2-1-16,2 0 0 0,-5 1-11 0,1 0 13 16,-2-1 0-16,-1-1-1 0,-1 2 0 15,1-4-4-15,-5 5 3 0,3-3-5 0,-9 0 0 16,11 2 0-16,-11-2-1 0,9 3-2 0,-9-3 0 16,9 1 0-16,-9-1 2 0,0 0 1 0,9 0-4 0,-9 0 0 15,0 0 0-15,0 0 0 0,8 2-2 0,-8-2 0 16,0 0 3-16,0 0 5 0,0 0-4 0,0 0-4 15,0 0 0-15,9 1-1 0,-9-1 0 16,0 0 2-16,0 0-1 0,7 3 1 0,-7-3 4 16,0 0 1-16,8 1 2 0,-8-1 1 0,0 0 4 15,5 3 7-15,-5-3-3 0,5 3 9 0,-5-3-8 0,0 0 2 16,0 0 1-16,9 1-2 0,-9-1-8 16,0 0 4-16,0 0-9 0,0 0 6 0,0 0 8 15,8 2 1-15,-8-2-1 0,0 0-1 0,0 0 6 16,0 0-1-16,0 0 4 0,0 0-2 0,0 0-2 15,0 0-3-15,0 0 5 0,0 0-2 0,0 0-5 0,0 0 1 16,0 0-3-16,0 0-2 0,0 0-1 0,0 0-2 16,0 0-1-16,0 0-8 0,0 0-19 15,0 0-20-15,0 0-18 0,0 0-22 0,0 0-31 16,0 0-36-16,0 0-47 0,0 0-102 0,0 0-316 16,0 0 140-16</inkml:trace>
  <inkml:trace contextRef="#ctx0" brushRef="#br0" timeOffset="127071.68">15890 4931 73 0,'0'0'103'15,"-12"-3"-4"-15,5-1 10 0,-1 3-9 0,0-1-7 0,8 2-3 16,-12-3 5-16,12 3-5 0,-12-2 5 0,12 2-6 16,-9-1-9-16,9 1-3 0,-6-2-9 15,6 2-6-15,0 0-6 0,0 0-10 0,0 0 3 16,-10-2-6-16,10 2-13 0,0 0-6 0,0 0-2 16,0 0-5-16,0 0-3 0,0 0 5 0,0 0-7 0,0 0 3 15,0 0-1-15,0 0-2 0,0 0 3 0,0 0-12 16,30 3 3-16,-22-2-25 0,1 0-26 0,1 1-34 15,0 0-20-15,2-1-23 0,-2 2-104 16,-3 1-246-16,0-2 109 0</inkml:trace>
  <inkml:trace contextRef="#ctx0" brushRef="#br0" timeOffset="127272.08">15841 4841 132 0,'0'0'138'0,"0"0"-11"16,-2-7-4-16,2 7-11 0,0 0-14 0,0 0-8 16,0 0-13-16,0 0-10 0,0 0-1 0,0 0-15 15,0 0 0-15,0 0-7 0,0 0 4 0,0 32-5 16,1-16 4-16,-1 1-13 0,0 0-1 0,0 4 0 16,1-2-26-16,1 0-21 0,-1 1-31 0,1 0-28 15,1-1-15-15,1 0-113 0,1 0-216 0,1-2 95 16</inkml:trace>
  <inkml:trace contextRef="#ctx0" brushRef="#br0" timeOffset="127497.31">16857 5015 215 0,'0'0'208'0,"0"0"-26"0,0 0-24 15,0 0-16-15,9-5-17 0,-9 5-21 0,0 0-24 16,13-1-21-16,-5 1-44 0,6 0-56 0,5-3-67 16,1 2-83-16,11-2-204 0,-3-4 90 0</inkml:trace>
  <inkml:trace contextRef="#ctx0" brushRef="#br0" timeOffset="133610">20080 4550 22 0,'0'0'54'0,"-9"6"0"0,4-3 2 15,-1 1-10-15,-2-1 1 0,2-1-2 0,-3 3-7 16,-1 1 3-16,1 0 0 0,-1 1 5 0,-3 0-11 15,3 0 0-15,-2 1 6 0,1-1-5 0,0 2-1 0,0-2 7 16,2-1-6-16,0 2-4 0,0-2 3 16,-1 1 1-16,2-1-8 0,2 1 0 0,1-2 0 15,-2 1-8-15,2 1-9 0,1 0 3 0,1 1 2 16,-1-3-6-16,1 1 1 0,-1 4 3 0,3-4-6 16,1-6 1-16,-3 13-6 0,3-13 5 0,0 13-1 15,0-6-8-15,0-7 13 0,3 13-5 0,-2-7-2 16,3 3 1-16,0-2-5 0,1 1 2 0,2-1 5 15,0 0 2-15,1 0 2 0,1-3 0 0,0 2-8 16,1-3 11-16,0 3-7 0,3-4 12 0,0 0-5 16,-2 0 0-16,3-1 9 0,-1-2 6 0,5-2-9 15,-5 0 3-15,5 0 5 0,-3-3 0 0,3 1-4 16,-3-2 4-16,-2 0-2 0,-2 1-2 0,2-3 0 16,-1 2 2-16,-2 0 0 0,-1-1 3 0,0-1-1 15,-1 2-4-15,-3-1-2 0,-1-3 1 0,3 0-2 16,-3 0-3-16,2-5-8 0,-4 5 3 0,0-1-2 15,-2-1 6-15,0-3-8 0,0 0-7 0,-2 1 7 16,-1 1-1-16,-1-2-2 0,0 2-4 0,-1-1 4 16,0 5-1-16,0-3-3 0,-1 4 0 0,-1 0-6 15,-2 1-11-15,-2 3-20 0,-7 1-22 0,-1 7-27 16,-12 7-19-16,-17 15-27 0,-32 33-110 0,-11 2-258 16,-9 6 115-16</inkml:trace>
  <inkml:trace contextRef="#ctx0" brushRef="#br0" timeOffset="140937.27">18535 3887 73 0,'0'0'91'0,"0"0"-11"0,0 0-6 0,0 0-2 16,0 0-6-16,0 0-2 0,0 0-8 15,0 0 2-15,0 0-6 0,0 0 5 0,0 0 4 16,-1-12-1-16,1 12-4 0,0 0 1 0,0 0-12 16,0 0 0-16,0 0-17 0,0 0-1 0,0 0 5 0,0 0-2 15,0 0-11-15,0 0 2 0,0 0-4 0,0 0-1 16,0 0-5-16,-22 9 3 0,22-9-9 16,-6 7 3-16,1-2-7 0,1 1 5 0,-4 1 5 15,5-1-2-15,-4 3 3 0,2-3-3 0,0 2-3 16,0 1 1-16,0-3 2 0,1 2-3 0,3-3-5 15,1-5 2-15,-2 13-13 0,5-7-6 0,1 0-9 0,3-1-29 16,4-2-30-16,9 0-114 0,1 0-214 16,14-7 95-16</inkml:trace>
  <inkml:trace contextRef="#ctx0" brushRef="#br0" timeOffset="146072.21">19012 3881 52 0,'0'0'67'0,"0"0"-2"0,0 0-2 0,0 0-8 16,0 0 0-16,0 0-7 0,0 0-3 15,0 0-9-15,0 0-7 0,0 0 4 0,-2-8-1 0,2 8-10 16,0 0-4-16,0 0 1 0,0 0-4 0,0 0-2 15,0 0-1-15,0 0 2 0,0 0-6 16,-11 25 4-16,9-15-6 0,-5 2 4 0,0 1-5 16,0 1 5-16,1 2 0 0,-2-1 0 0,-2 0-4 15,4-4 2-15,2 0 0 0,-3-2 1 0,2 2-3 16,-1-4-5-16,2 0 4 0,0 0 0 0,2-1 2 16,-1 0-4-16,3-6 0 0,-5 10-1 0,1-5 1 0,0 1-4 15,4-6 5-15,-5 9-6 0,4-3-10 16,-2 0-6-16,3-6-1 0,-1 7-2 0,1-7-3 15,4 12 0-15,1-7 3 0,3 3-6 0,2 0 1 16,1-2-4-16,6 1-5 0,3 1-15 0,6 0-38 16,-5-2-94-16,5-2 41 0</inkml:trace>
  <inkml:trace contextRef="#ctx0" brushRef="#br0" timeOffset="147411.63">19293 3721 70 0,'0'0'97'0,"0"0"-11"16,0 0-3-16,0 0-6 0,-1-8-12 0,1 8-5 0,0 0-7 16,0 0-9-16,0 0-2 0,8-8-7 15,-8 8-14-15,9-3 2 0,-9 3-10 0,10-3-11 16,-5 2-6-16,-5 1-9 0,11-2-9 0,-11 2 2 16,11-1-3-16,-11 1 1 0,7-3 2 0,-7 3-2 15,0 0 1-15,10 0 2 0,-10 0 2 0,0 0 3 16,0 0 3-16,0 0-3 0,0 0 2 0,9-1 4 15,-9 1 8-15,0 0 6 0,0 0 1 0,0 0 5 16,0 0-2-16,0 0 2 0,0 0 3 0,0 0-8 16,0 0 17-16,0 0-7 0,0 0-6 0,0 0 3 15,0 0-1-15,0 0 1 0,0 0 12 0,0 0-9 16,0 0-2-16,0 0 5 0,0 0-2 0,0 0 0 16,0 0-7-16,0 0 4 0,0 0-7 0,0 0 0 15,0 0-2-15,0 0 3 0,0 0-10 0,0 0-1 16,0 0 4-16,0 0-2 0,0 0 6 0,0 0-1 15,0 0 7-15,0 0-14 0,0 0 1 0,0 0 1 16,-6 23-2-16,6-23 4 0,4 10-3 0,-2-2 5 16,-2-8-1-16,3 11-1 0,-3-11 0 0,4 12-7 15,-4-12 6-15,4 8 2 0,-4-8-2 0,0 0 0 16,2 13 5-16,-2-13-3 0,0 0 1 16,4 9-8-16,-4-9 9 0,0 0-2 0,0 0-2 0,0 0-2 15,1 10 2-15,-1-10 1 0,0 0 2 0,0 0-1 16,0 0-4-16,0 0 10 0,-5 14-6 15,5-14 2-15,0 0-2 0,-2 8-4 0,2-8 1 0,0 0 6 16,0 0-4-16,0 0 3 0,-7 8 8 0,7-8-11 16,0 0-2-16,0 0 2 0,0 0-7 15,0 0 23-15,-7 5-25 0,7-5 10 0,0 0-8 16,0 0 3-16,0 0-5 0,0 0 8 0,0 0-4 16,0 0 7-16,0 0-7 0,0 0 2 0,0 0 0 15,0 0-4-15,0 0 6 0,0 0-1 0,0 0 2 16,0 0-3-16,-8 4 3 0,8-4 4 0,0 0-7 15,0 0-2-15,0 0 1 0,0 0-2 0,0 0 5 16,0 0-3-16,0 0 6 0,0 0 1 0,0 0-7 0,0 0 5 16,0 0-3-16,0 0-3 0,0 0-3 15,0 0 9-15,0 0-9 0,0 0 10 0,0 0-7 16,0 0 5-16,0 0-2 0,0 0 5 0,-8 8-9 16,8-8 10-16,0 0-10 0,0 0 0 0,-5 8 2 15,5-8 3-15,0 0-3 0,0 0 0 0,-6 6 3 16,6-6-1-16,0 0 1 0,0 0 2 0,-7 7-3 15,7-7 0-15,0 0-4 0,0 0 6 0,0 0-6 16,-6 6 3-16,6-6 4 0,0 0-5 0,0 0 4 16,-8 8-2-16,8-8 6 0,0 0 0 0,0 0-4 15,0 0-5-15,0 0 6 0,-7 4 0 0,7-4-8 16,0 0 1-16,0 0 3 0,0 0 2 0,0 0 4 16,0 0-6-16,0 0 3 0,0 0 0 0,0 0-5 15,0 0 9-15,0 0-6 0,0 0-1 0,0 0 2 16,0 0 2-16,0 0-4 0,0 0 0 0,0 0 0 15,0 0-2-15,0 0 29 0,-9 4-26 0,9-4-3 16,0 0-2-16,0 0-1 0,0 0 2 0,0 0 2 16,0 0 1-16,0 0 2 0,0 0 5 0,0 0-9 15,0 0 3-15,0 0 3 0,0 0-3 0,0 0-3 16,0 0 5-16,0 0-3 0,0 0-1 0,0 0 7 16,0 0-4-16,0 0-2 0,0 0 14 0,0 0-16 15,0 0 0-15,0 0 6 0,0 0 0 16,0 0-1-16,0 0-2 0,0 0 1 0,0 0 1 15,0 0-4-15,0 0-3 0,0 0 7 0,0 0-5 0,0 0 3 16,0 0-4-16,0 0 11 0,0 0 0 0,0 0-4 16,0 0-2-16,0 0 3 0,0 0-8 0,0 0-2 15,0 0 9-15,0 0-5 0,0 0 5 0,0 0-1 16,0 0-2-16,0 0 11 0,24 4-19 16,-24-4-1-16,0 0-7 0,17 0-7 0,-17 0-8 15,16 0-10-15,-16 0 1 0,13 0-4 0,-13 0-3 16,15 2-5-16,-15-2-4 0,12 1 1 0,-12-1-41 15,13 0-103-15,-13 0 47 0</inkml:trace>
  <inkml:trace contextRef="#ctx0" brushRef="#br0" timeOffset="147844.68">19555 3821 10 0,'0'0'90'0,"0"0"-5"0,0 0-15 0,0 0-5 0,0 0-1 16,0 0-12-16,-32 12 0 0,32-12-14 0,-9 7 1 15,9-7-10-15,-9 8 6 0,6-3-11 16,3-5 3-16,-8 12-6 0,5-6-7 0,3-6-14 16,0 0-6-16,2 16-8 0,-2-16-6 0,3 11-4 15,0-7-22-15,0 1-56 0,2-2-109 0,1 1 50 16</inkml:trace>
  <inkml:trace contextRef="#ctx0" brushRef="#br0" timeOffset="152375.15">12701 14802 47 0,'0'0'47'0,"0"0"5"0,0 0-12 15,0 0-4-15,0 0-2 0,0 0-9 0,0 0 4 16,0 0-9-16,0 0 0 0,0 0-3 0,0 0-4 15,0 0 3-15,0 0-9 0,0 0 5 0,0 0 0 16,0 0 0-16,0 0-1 0,0 0 0 0,0 0-4 16,0 0 6-16,0 0-2 0,0 0 1 0,0 0-15 15,0 0 7-15,0 0 1 0,0 0-7 0,0 0 0 16,0 0-1-16,0 0-8 0,0 0-4 0,0 0-13 16,0 0-5-16,0 0-4 0,0 0-27 0,0 0-68 15,0 0 30-15</inkml:trace>
  <inkml:trace contextRef="#ctx0" brushRef="#br0" timeOffset="152687.35">12751 14802 3 0,'0'0'14'0,"0"0"-15"0,0 0-2 0,0 0-3 0,0 0 1 16</inkml:trace>
  <inkml:trace contextRef="#ctx0" brushRef="#br0" timeOffset="153102.76">12720 14816 25 0,'0'0'28'0,"0"0"-18"0,0 0-9 16,0 0-12-16,0 0-12 0,0 0 6 0</inkml:trace>
  <inkml:trace contextRef="#ctx0" brushRef="#br0" timeOffset="153277.93">12718 14822 19 0,'0'0'23'0,"0"0"-9"16,0 0-14-16,0 0-10 0,0 0-10 0,0 0 5 15</inkml:trace>
  <inkml:trace contextRef="#ctx0" brushRef="#br0" timeOffset="156027.29">20296 4832 48 0,'0'0'65'16,"0"0"-1"-16,2-7-7 0,-2 7-3 0,0 0-8 16,0 0-6-16,0 0-4 0,0 0-5 0,0 0-6 15,0 0-2-15,0 0 3 0,0 0-2 0,0 0-6 16,0 0-14-16,0 0 4 0,0 0 5 0,0 0-5 15,0 0 2-15,0 0 4 0,0 0-3 0,0 0 3 16,0 0 1-16,0 0-5 0,0 0 1 0,0 0-4 16,0 0 2-16,0 0 16 0,0 0-21 0,0 0 8 15,0 0-7-15,0 0 5 0,0 0-9 0,0 0 4 16,0 0-4-16,0 0 0 0,0 0 0 0,0 0 2 16,0 0-3-16,0 0 6 0,0 0-6 0,0 0 8 15,0 0-10-15,0 0-2 0,0 0-6 0,0 0-10 16,0 0-8-16,0 0-6 0,0 0 1 0,0 0-2 15,0 0 1-15,0 0 2 0,0 0-9 0,0 0 2 16,0 0-1-16,0 0 0 0,0 0 5 0,0 0-23 16,0 0-62-16,0 0 27 0,0 0 238 0,0 0-163 15,0 0 6-15,0 0 5 0,0 0 4 0,0 0 4 16,0 0 7-16,0 0 8 0,0 0 6 0,0 0 6 16,0 0 4-16,0 0 11 0,0 0-2 0,0 0 10 15,0 0-9-15,0 0 5 0,0 0 5 0,0 0-1 16,0 0-4-16,0 0-6 0,0 0 9 0,0 0-12 15,0 0 13-15,0 0-6 0,0 0 4 0,0 0-7 16,0 0 5-16,0 0 3 0,0 0 2 0,0 0 2 16,0 0 3-16,0 0-2 0,0 0-2 0,0 0-8 15,0 0 1-15,0 0-8 0,0 0 2 0,0 0 3 16,0 0-7-16,0 0 2 0,0 0-1 0,0 0-9 16,0 0 1-16,0 0-9 0,0 0-5 15,0 0-26-15,0 0-17 0,0 0-29 0,0 0-19 0,0 0-30 16,0 0-16-16,0 0-105 0,0 0-246 0,0 0 110 15</inkml:trace>
  <inkml:trace contextRef="#ctx0" brushRef="#br0" timeOffset="156554.18">20488 4657 99 0,'0'0'118'0,"0"0"-5"16,0 0-1-16,0 0-11 0,0-8-6 15,0 8-11-15,0 0-4 0,0 0-5 0,0 0-3 16,0 0-4-16,0 0-2 0,0 0-5 0,0 0-9 0,0 0-1 16,0 0 5-16,0 0-14 0,0 0 3 0,0 0-1 15,0 0-4-15,0 0-8 0,0 0-5 0,0 0 4 16,0 0-10-16,0 0 6 0,0 0-6 0,0 0-2 16,0 0-2-16,0 0 0 0,0 0-4 0,-2 25-4 15,2-25 0-15,0 0 4 0,4 5-8 0,-4-5 1 16,2 6-2-16,-2-6 6 0,6 6-3 0,-6-6 0 15,8 7 0-15,-5-4 2 0,-3-3-3 0,7 8-3 16,-3-5 2-16,1-1-3 0,-5-2 2 0,7 7-5 16,-4-4 3-16,-3-3 0 0,7 7 9 15,-7-7-8-15,5 6-3 0,-2-2 1 0,-3-4-2 16,6 5 9-16,-1-1-9 0,-5-4 0 0,0 0 5 0,5 6-6 16,-5-6 2-16,0 0 2 0,3 5 3 0,-3-5-5 15,0 0 3-15,0 9-1 0,0-9 0 0,0 0 1 16,-6 9-12-16,1-5-14 0,-1 1-15 15,1-1-30-15,-5 2-11 0,-3-1-32 0,1 2-17 16,1 1-105-16,-8 1-250 0,0-4 111 0</inkml:trace>
  <inkml:trace contextRef="#ctx0" brushRef="#br0" timeOffset="156719.79">20528 4599 56 0,'14'-10'107'16,"0"0"-4"-16,1 0-15 0,-2 0-16 0,0 2-5 16,1 0 1-16,-3 1 2 0,5-2-49 0,-1 3-25 15,0-1-29-15,3 0-70 0,-4 0-111 16,4 2 49-16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04:14:26.7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3717 3435 127 0,'0'-10'160'0,"0"10"2"0,3-10 2 0,-3 10-4 16,-2-10-5-16,2 10-2 0,-1-10-12 0,1 10-7 15,-1-11-9-15,1 11-2 0,-3-9-2 0,3 9 1 16,-5-9-4-16,5 9-9 0,-2-7-6 0,2 7-9 16,-3-7-4-16,3 7-10 0,0 0-8 0,0 0-9 15,0 0-10-15,0 0 1 0,0 0-15 0,0 0-3 16,-13 11-1-16,6 0-7 0,-2 6-2 0,-4 6-1 15,-2 2-3-15,2-1-5 0,-2 1 6 0,0-1-8 16,3 2 0-16,-2-2 5 0,1-2-4 0,-2 0-6 16,6-5 0-16,0-1-4 0,0-2 4 15,2 2-3-15,1-1 0 0,1-3 0 0,1-6-1 0,1 1 1 16,-2-1-3-16,3 0 0 0,2-6 1 0,-4 9 3 16,4-9 1-16,-3 7 0 0,3-7-1 0,0 0 1 15,0 0 0-15,0 0 1 0,0 0-3 0,0 0 0 16,0 0-5-16,0 0 0 0,6-28 0 0,1 14-2 15,1-4 1-15,-1 0-1 0,6-8-1 0,0-1-6 16,2 0-2-16,2-4-4 0,-4 0 1 0,5-1-4 16,5-11 4-16,-3 2-3 0,-2 8-2 15,-3 1-4-15,4 1 7 0,-1-2-3 0,-1 3-2 0,0 5 12 16,-3 5-6-16,-5 5-1 0,-2 4 3 16,1 2 0-16,-2 2-1 0,0-2 0 0,-1 4 1 0,2 3-1 15,-7 2-2-15,12-4 1 0,-5 6 2 0,4 1 12 16,-4 4-3-16,6 5 8 0,-2 4 2 15,0 1 0-15,2 5 22 0,-5 6-7 0,0 3 0 16,0 1 0-16,-4-1 3 0,2-1-3 0,-3-1-2 16,0-3-6-16,0 2 5 0,1-3-5 0,-3-1 5 15,0-5-4-15,1 0 2 0,0-2-6 0,1 0 4 0,-1-2-6 16,0-2 3-16,0-1 1 0,1-2-4 16,-3 0 2-16,1-1-8 0,-1-2-17 0,4 2-21 15,-4-1-23-15,0-8-20 0,0 0-36 0,0 19-32 16,0-19-27-16,-3 9-44 0,-2-4-24 0,5-5-122 15,-9 6-392-15,9-6 173 0</inkml:trace>
  <inkml:trace contextRef="#ctx0" brushRef="#br0" timeOffset="164.36">3661 3549 8 0,'0'0'138'0,"0"0"-10"15,0 0-14-15,25-3-7 0,-12 2-10 0,4 1-10 16,3 0-12-16,9-2-12 0,0 1-20 0,2-2-42 16,1 1-56-16,1 1-80 0,-1-1-146 0,2-3 66 15</inkml:trace>
  <inkml:trace contextRef="#ctx0" brushRef="#br0" timeOffset="408.54">4435 3373 37 0,'-3'-4'235'0,"3"4"-16"0,-16-4-12 0,10 5-13 15,-6 1-15-15,-2 2-2 0,0 4-9 0,-10 4 0 16,1 3-9-16,0 2-13 0,0 4-9 16,0 2-11-16,0-4-12 0,5 4-10 0,2-2-12 15,4-5-6-15,4 0-10 0,-1 0-6 0,6-4-6 16,-1 4-9-16,4-4-4 0,0 1-4 0,2 1 2 15,3-1-18-15,4-3-18 0,0 0-18 0,2-2-35 16,5 1-27-16,1-1-40 0,1-2-42 0,1-1-54 16,0-2-203-16,-1-1-440 0,-1-2 196 0</inkml:trace>
  <inkml:trace contextRef="#ctx0" brushRef="#br0" timeOffset="665.3">4668 3253 200 0,'0'-11'247'0,"1"3"-10"0,-1 2-10 16,0 6-12-16,-1-11-17 0,1 11-21 0,0 0-20 15,1-8-16-15,-1 8-14 0,0 0-11 0,0 0-7 16,0 0 2-16,0 38 3 0,0-13-6 0,-2 3-8 16,-1 2-6-16,1 0-7 0,-1-1-8 0,-1-1-4 15,2 1-13-15,2-1-2 0,-2-4-6 16,2 2-6-16,-1-5-4 0,1-4-3 0,0-1-1 0,0-1-16 15,0-2-16-15,0-2-20 0,1 0-27 16,1-2-29-16,-2 0-27 0,0-2-38 0,0-7-38 16,0 0-24-16,1 15-21 0,-1-15-180 0,0 0-428 0,0 0 190 15</inkml:trace>
  <inkml:trace contextRef="#ctx0" brushRef="#br0" timeOffset="958.18">4455 3459 138 0,'0'0'161'16,"-2"-10"-23"-16,2 10-10 0,0 0-9 0,20-4-12 16,-5 4-8-16,3-3-7 0,5 1-6 0,7 1-10 15,2-3-5-15,0 2-7 0,2 1-1 0,-1-4-7 16,1 2-2-16,-2 0-2 0,-1 2-2 0,-4-2-5 16,-6 2-4-16,0 0-9 0,-6-1 2 0,-1 2-1 15,-1-2-7-15,-6 2 1 0,-7 0-3 0,12 0 1 16,-4 0 1-16,-8 0-4 0,10 2 5 0,-10-2 5 15,12 2 14-15,-9 2 9 0,-3-4 5 0,9 6-7 16,-5 1-6-16,0-2 13 0,1 0-11 0,0 5-2 16,0 1-1-16,-3-1-8 0,2-1-4 0,-3 1 1 15,4 2-6-15,-1-2 1 0,-2 3-10 0,1-4-24 16,3 2-30-16,-3-1-40 0,-1 3-41 0,1-2-61 16,-2 0-190-16,-1-1-396 0,0-10 175 0</inkml:trace>
  <inkml:trace contextRef="#ctx0" brushRef="#br0" timeOffset="1118.58">4995 3355 1742 0,'0'-17'22'0,"0"-1"-7"0,-1 5 13 15,2 2-37-15,-1 4-15 0,0 7-41 0,0-14-27 0,2 10-16 16,-2 4-14-16,5-6-110 0,-5 6-250 15,0 0 111-15</inkml:trace>
  <inkml:trace contextRef="#ctx0" brushRef="#br0" timeOffset="1433.77">5202 3440 52 0,'4'5'175'0,"4"5"11"0,-3 1-7 15,2 1-14-15,1 1-15 0,0 3-3 0,2 0-12 16,-2-1-12-16,-3 0-13 0,3 2-6 0,-2-2-11 16,2-4-9-16,-3 1-5 0,0-1-11 0,1-2-1 15,1 0-8-15,-1-2-3 0,-4-2-6 0,1-1 3 16,-3-4 13-16,5 7 9 0,-5-7 14 0,0 0 8 16,3 5 0-16,-3-5-10 0,0 0-11 0,0 0-3 15,13-19-13-15,-7 7-2 0,-1 3-5 0,0-2-7 16,2-1-5-16,-2 1-6 0,6-7-2 0,-3 1-4 15,0-1-4-15,4-3-8 0,0-1-15 16,-3 5-8-16,2-6-31 0,-1 7-16 0,0-2-27 0,1 7-22 16,-1-2-35-16,-2 7-36 0,-3 2-26 0,2 2-6 15,-7 2 3-15,12 6 7 0,-5 4-107 0,-2 2-325 16,0 5 145-16</inkml:trace>
  <inkml:trace contextRef="#ctx0" brushRef="#br0" timeOffset="1702.38">5583 3591 90 0,'0'0'141'0,"15"-3"-4"0,-6-2-13 0,2 0 4 16,-1-2-9-16,0 0-3 0,0-2-9 0,2 1 1 16,-6-1 7-16,3 0 2 0,1-1-7 0,-2 1-1 0,-2-1 4 15,2 1 1-15,-3-1 1 0,0 0-3 16,-1 1-7-16,-4-2-11 0,1 2-2 0,-1 9-4 16,0-12-1-16,-1 3-7 0,1 9-7 0,-5-10-5 15,-1 5-9-15,1 3-9 0,5 2-1 0,-15 0-7 16,3 2-4-16,0 3-4 0,-4 4-2 0,1 3 3 15,-1 2 0-15,3-1-2 0,0 3 0 16,2 0-2-16,-1-2-5 0,5 1 2 0,-2-1-6 0,5 1-1 16,3-2 1-16,1-2-2 0,2 1 1 0,2 1-6 15,6-1-5-15,3 1-23 0,4-2-27 0,-2-4-42 16,12 3-52-16,1-2-67 0,1-2-65 0,-2-3-165 16,2 2-466-16,1-3 206 0</inkml:trace>
  <inkml:trace contextRef="#ctx0" brushRef="#br0" timeOffset="2892.5">6143 3866 50 0,'26'-19'240'15,"-2"-3"-15"-15,3 1-19 0,-2-1-8 0,-1-1-15 16,-3-1 17-16,2 5-5 0,-4-2-2 0,-5 0-11 15,1 0-12-15,-6 2-19 0,-2 2 4 0,-2 2-14 16,-1-3-10-16,-2 1-8 0,-2 2-11 0,-2 2-4 16,0 3-3-16,-1 0-9 0,0 1-11 0,-1-1-5 15,-2 5-5-15,-3-2-11 0,3 4-7 16,-5-1-10-16,1 2-4 0,-1 2-7 0,-1 2-2 0,-2 0-3 16,2 0-3-16,3 2-1 0,1-1-9 0,1 0-8 15,7-3-5-15,-8 3-2 0,8-3 0 0,-3 7 1 16,3-7-3-16,1 9 1 0,-1-9-1 0,9 6 2 15,4-2 2-15,-2 1 1 0,2-4-3 16,6 2-1-16,3-2-4 0,-2 1 2 0,2-1-1 0,-2-1 1 16,-2-1 1-16,0 1 1 0,-6 0-4 0,2 1 2 15,-4 0-6-15,2 3 0 0,-4-3-1 0,1 3 0 16,-1 2 3-16,-3 0-1 0,4 2-8 16,-2 2 14-16,-4 1-2 0,1 2 3 0,0 3-4 15,-1-5 1-15,0 5 4 0,0-4 0 0,-2 0-1 16,2 2-2-16,-2-4 7 0,2 3-9 0,0-2-6 15,1 0-1-15,3-3 10 0,2-1 5 0,-2 3-4 0,6 1 0 16,5-4 3-16,0-1 4 0,2-3-8 16,10-4 6-16,-10-2-4 0,2 2 0 0,6-7-9 15,0 1-4-15,-6 1 0 0,-2-1 4 0,5-2 4 16,-6 0-1-16,-1-1-2 0,-2 1-2 0,1-1 5 16,-3-1 2-16,0 0-3 0,-4 0 3 0,-2 0-1 15,0 2 4-15,-2-3-4 0,-4 3 4 0,1-1-1 16,0 1-5-16,-3-1 1 0,-2 1-3 0,2 9 2 15,-2-14-2-15,-1 10 7 0,3 4-9 0,-7-12 1 16,2 8-2-16,5 4 2 0,-12-4-4 0,12 4 3 16,-15 3-3-16,4-2-2 0,2 6 3 0,-2-1-1 15,2 1 0-15,3 2 3 0,-3 0-1 0,1-2 2 16,2 3 3-16,3 1-1 0,0-2 1 0,3 2 0 16,0-11-2-16,4 18 5 0,0-9-6 0,3-1 5 15,3 0-3-15,-3-3 0 0,10 3-5 0,1-4-7 16,2-1-3-16,10-1 2 0,-1-4-8 0,3 4-4 15,-1-7-1-15,-1 3 0 0,1-2-2 0,-2 0 3 16,0 0 2-16,-4-2 7 0,-4 0-4 0,-1-1 6 16,-1 1 1-16,-1-3 6 0,-1 0 0 0,-3-1 3 15,0 1 4-15,-3 0-1 0,2-3-4 16,-5 3 16-16,-1 0-2 0,0-2 7 0,-5 2 3 0,2 0 13 16,-2 2 1-16,-2 0 4 0,0 7-7 0,-4-12-1 15,4 12-2-15,-7-10 6 0,3 6-9 16,4 4-1-16,-16 0-5 0,7 4 1 0,-4 0-5 0,2 2-2 15,-1-1 2-15,2 3-3 0,1-1-3 0,1 0 1 16,1 2 1-16,0-2-2 0,2-1-3 0,1 0-1 16,1 1 1-16,1-2 0 0,2-5-3 0,-2 10 0 15,2-10-2-15,1 8-2 0,-1-8-14 0,5 6 9 16,-5-6-3-16,7 5-3 0,-7-5-1 16,11 2 9-16,-11-2-2 0,9 0-1 0,-9 0 6 15,8 0 0-15,-8 0-3 0,0 0 4 0,7 0-4 16,-7 0-1-16,0 0-4 0,9 1-3 0,-9-1 5 15,7 8 0-15,-2-1 1 0,-5-7 1 0,9 23 8 0,-4-7-8 16,-2 1 4-16,3 11 1 0,-5 2 4 0,-1 1 0 16,3-2 0-16,-2 2 1 0,-1 2-1 15,0-6 1-15,2 3-1 0,-3-2 6 0,-3 1 3 16,0-4 3-16,-1 0 0 0,-4 0 7 0,-1 1-1 16,-5-3 0-16,-2-4 3 0,-2 0 0 0,0-2-1 15,0-4-1-15,-3 0-5 0,3-4 4 0,-2-1-2 0,1-2-3 16,2-4-17-16,-4 0-22 0,4-4-27 15,-1-2-36-15,-1-2-43 0,3-1-66 0,3-3-64 16,0-3-196-16,6-2-497 0,2-5 221 0</inkml:trace>
  <inkml:trace contextRef="#ctx0" brushRef="#br0" timeOffset="3108.21">7541 3592 2139 0,'9'-13'0'0,"-1"5"12"0,-1 0 0 15,-2 1 9-15,-1 3 21 0,0 0 11 0,0-1 7 16,-4 5-8-16,5-5-10 0,-5 5-5 0,0 0-7 16,9-1 6-16,-9 1 15 0,0 0 0 0,6 16 0 15,-3-9-2-15,1 10-3 0,-3-2-5 0,2 2-5 16,-1 1 1-16,1-1-2 0,-1 2-3 0,-2 0-1 16,4 0-1-16,-3-2-26 0,-2 0-24 0,2 0-30 15,-2 0-38-15,2-5-54 0,-1 2-68 0,-1-3-210 16,1-11-455-16,-6 15 201 0</inkml:trace>
  <inkml:trace contextRef="#ctx0" brushRef="#br0" timeOffset="3267.04">7639 3356 146 0,'0'0'130'0,"0"0"-32"15,0 0-34-15,0 0-48 0,0 0-51 0,7 29-36 16,-6-11-74-16,0 0 32 0</inkml:trace>
  <inkml:trace contextRef="#ctx0" brushRef="#br0" timeOffset="3823.4">7836 3617 11 0,'0'0'242'0,"0"0"-14"15,0 0-20-15,0 0-23 0,0 0-17 0,0 0-17 16,0 0-13-16,9 0-17 0,-9 0-11 16,0 0-10-16,-4 16-10 0,3-6-6 0,0 0-6 15,1 0-7-15,0 0-9 0,1 1-6 0,0-3-3 16,1 2-8-16,-1-1-1 0,3-2-5 0,0 3 0 16,1-5-4-16,1 1-3 0,-1 0 1 0,1-2-15 15,0-1-4-15,0 0 2 0,-6-3-4 0,15 0-4 16,-15 0 1-16,16-5-6 0,-7 1 3 0,-3 0-7 15,2-1 1-15,-4-2-5 0,2-2 1 0,-1 1-1 16,-1-1 1-16,1 0 3 0,-3-1 0 0,1 0-4 16,0 1 4-16,2 0 2 0,-3-2 1 0,0 1 2 15,0 4 9-15,-2 6 5 0,3-11-3 0,-2 6-1 16,-1 5-4-16,4-7 0 0,-4 7-6 0,6-5 0 16,-6 5-2-16,0 0-2 0,13 5 3 0,-8-1-3 15,2 4 5-15,0 0 3 0,0 1 1 0,0 1-1 16,0-3-1-16,-1 1 1 0,0 0 2 0,0 0-2 15,-1 0 1-15,-1-4 2 0,-1 0 1 0,-3-4 10 16,5 6 14-16,-5-6 13 0,4 3 15 0,-4-3 18 16,0 0 9-16,4 5 3 0,-4-5-5 0,0 0-15 15,0 0-4-15,0 0-6 0,8-15-8 0,-6 8-2 16,1-1-8-16,1-3-3 0,2 2-7 0,3-1-9 16,1-1 0-16,2-2-9 0,-1 0 1 0,3 3-6 15,3-1-5-15,-2 4-2 0,1-2-1 0,0 6-6 16,1-2 5-16,-4 5-4 0,-1 0-6 0,1 1 0 15,0 2 4-15,-3 0 2 0,1 2-3 0,-3 1 1 16,1 0-2-16,-1 3-2 0,-2 0 3 0,2 1-2 16,-2-2-3-16,-2 1-24 0,0 3 2 0,-1-2-18 15,-3 0-26-15,0 2-38 0,0-12-51 16,-3 17-59-16,3-17-71 0,-4 16-166 0,0-7-498 0,4-9 220 16</inkml:trace>
  <inkml:trace contextRef="#ctx0" brushRef="#br0" timeOffset="3995.7">8524 3548 80 0,'0'0'302'0,"0"0"-22"0,1-7-25 16,-1 7-27-16,0 0-26 0,0 0-24 0,0 0-23 16,0 0-17-16,0 0-15 0,0 0-26 0,0 0-46 15,0 0-55-15,0 0-56 0,1 29-65 0,1-17-55 16,-4 4-107-16,0-5-311 0,3 7 138 0</inkml:trace>
  <inkml:trace contextRef="#ctx0" brushRef="#br0" timeOffset="4112.02">8528 3828 200 0,'0'0'214'0,"0"0"-9"16,0 0-24-16,0 0-16 0,0 0-19 0,-2 8-27 0,2-8-32 15,0 0-47-15,0 0-54 0,0 0-65 0,0 0-132 16,25-15-228-16,-16 8 100 0</inkml:trace>
  <inkml:trace contextRef="#ctx0" brushRef="#br0" timeOffset="4253.6">8813 3666 2162 0,'0'0'109'0,"7"-3"-68"0,-7 3-22 0,9-3-13 16,-9 3 19-16,5-3 21 0,-5 3 3 0,0 0-15 15,7-4-8-15,-7 4-1 0,0 0-16 0,0 0-27 16,0 0-31-16,0 0-39 0,0 0-47 0,0 0-51 15,0 0-161-15,0 0-373 0,0 0 165 0</inkml:trace>
  <inkml:trace contextRef="#ctx0" brushRef="#br0" timeOffset="6005.94">3485 4446 2 0,'0'0'105'0,"0"0"3"16,0 0 10-16,0 0-19 0,0 0-4 16,6 2-8-16,-6-2 4 0,0 0-10 0,0 0 0 15,0 0-2-15,0 0-8 0,0 0-3 0,0 0-9 0,0 0-2 16,0 0 0-16,0 0-1 0,0 0-4 0,0 0-2 15,0 0 2-15,0 0-9 0,0 0 0 16,0 0-4-16,0 0-3 0,0 0-5 0,0 0 1 16,0 0 0-16,0 0 10 0,0 0-18 0,0 0-2 15,0 0 1-15,0 0-1 0,0 0-10 0,0 0 4 16,0 0-4-16,0 0-3 0,0 0 2 0,0 0-3 0,0 0 1 16,0 0-4-16,0 0 1 0,0 0 5 15,0 0-5-15,0 0 1 0,0 0-2 0,0 0-14 16,0 0 0-16,0 0-23 0,0 0-21 0,0 0-41 15,0 0-50-15,0 0-129 0,0 0-294 0,9-6 130 16</inkml:trace>
  <inkml:trace contextRef="#ctx0" brushRef="#br0" timeOffset="17267.79">3784 4887 90 0,'0'0'193'16,"0"0"-9"-16,0 0 4 0,0 0-10 0,1-8-5 15,-1 8-8-15,0 0-2 0,0 0-11 0,0 0-15 16,-7-10 0-16,7 10 4 0,-6-3 0 0,6 3-13 15,-5-5-9-15,5 5-17 0,0 0-7 0,-8-4-10 16,8 4-1-16,0 0-14 0,0 0-6 0,0 0-6 16,-6-4 0-16,6 4-17 0,0 0 0 0,0 0-10 15,0 0-3-15,0 0-5 0,0 0 2 0,0 0-2 16,0 0-2-16,18-7-4 0,0 5 2 0,1-1-5 16,1 0-1-16,7-1 0 0,0 0-3 0,-5 1-2 15,-2 0 2-15,8-1-3 0,-7 1-13 0,-1 0-11 16,0-1-16-16,-3 2-16 0,0 0-31 0,-3-1-16 15,-6 2-51-15,3 0-45 0,2 0-30 0,-13 1-16 16,12 0-124-16,-12 0-392 0,0 0 174 0</inkml:trace>
  <inkml:trace contextRef="#ctx0" brushRef="#br0" timeOffset="17760.71">3929 4809 47 0,'0'0'177'0,"-10"0"-17"16,10 0-15-16,0 0-13 0,0 0-19 0,0 0-8 16,0 0-19-16,0 0-4 0,-4 10-6 0,4-2 14 15,0 1-18-15,0 2-4 0,-1 5-7 0,1 3 5 16,-3 1-7-16,2 3-8 0,-1 4-3 0,0-8-3 16,1 1-4-16,1 6-2 0,-3-1 2 15,1-6-1-15,2 1-6 0,-3 5-3 0,1-6-3 16,1-1 1-16,-3 0-5 0,4 0 1 0,0-2-4 15,0-3 1-15,-1 2-7 0,-1-3-1 0,2 0 2 0,0 0-3 16,-1 0 0-16,1 2 0 0,0-14-4 16,-1 17 2-16,2-10-3 0,-1-7 0 0,-1 12 2 15,1-12-1-15,0 0 1 0,-2 13-2 0,2-13 1 16,0 0-1-16,0 0 1 0,-1 11 3 0,1-11-5 0,0 0-1 16,0 0 0-16,0 0-3 0,-10 2 5 0,10-2-2 15,0 0-3-15,0 0 4 0,-22-5-9 0,22 5 2 16,-11-5 3-16,11 5-1 0,-16-3 0 0,16 3 1 15,-15-2-2-15,4 1-6 0,11 1 10 0,-20 1-7 16,20-1 0-16,-15 0 1 0,15 0 3 16,-12 2-4-16,12-2 3 0,0 0-1 0,-15 0 1 15,15 0 0-15,0 0-3 0,0 0 1 0,0 0 2 0,0 0-4 16,-11-3 1-16,11 3 2 0,0 0 1 16,0 0 2-16,0 0 1 0,0 0-3 0,39 0 7 15,-25 0-4-15,4 0-6 0,3 0 2 0,0-4-13 16,9-2-20-16,-5 4-26 0,4-3-28 0,0 3-29 15,2 1-24-15,-3-3-19 0,1 2-127 0,-1-1-308 16,-6 1 136-16</inkml:trace>
  <inkml:trace contextRef="#ctx0" brushRef="#br0" timeOffset="18201.5">4394 5225 27 0,'6'-10'205'15,"-5"5"2"-15,-1 5-2 0,0-9-7 0,0 9-6 16,0 0-11-16,-5-12 0 0,5 12-4 0,-4-7 1 15,4 7-9-15,-8-3-18 0,8 3-10 0,-7-5-19 16,-1 4-14-16,8 1-14 0,-13 1-12 0,13-1-6 16,-22 9-8-16,9 1-6 0,2-1-7 0,-4 0-7 15,5 1-3-15,2-2-5 0,-1 1-9 0,1 3 4 16,3-5-12-16,0 2 5 0,3 0-11 0,-1 2 4 16,2 1-4-16,1-12-2 0,5 19-2 0,-3-12 2 15,4 1-4-15,-1-3-3 0,3 3 4 0,2-2-5 16,-1-1-6-16,-1-4 1 0,1 3-6 15,0 0 0-15,-9-4-1 0,13 4-3 0,-13-4 7 0,10 3-1 16,-10-3 4-16,9 2 1 0,-9-2 1 0,0 0-2 16,0 0-4-16,9 3 3 0,-9-3-2 0,0 0-2 15,0 0 0-15,0 0-4 0,0 0 3 0,0 0 1 16,0 0 0-16,-41 1 0 0,28 4-3 16,-2-2 5-16,0 0-2 0,-3 1 3 0,3 5 1 0,-5-3-1 15,9 1 3-15,-2-1 5 0,-1 2-3 16,-1 1 1-16,5-2-1 0,1 1 1 0,-2 0-4 0,4-1 4 15,3-1-5-15,4-6 5 0,-7 13 2 0,6-5-7 16,1-8 1-16,0 11 4 0,0-11 1 0,5 15 0 16,2-8-4-16,2-2 0 0,2 0-9 0,5-1-11 15,3 1-23-15,-1-2-26 0,2-3-37 16,0 0-47-16,2-1-60 0,-1-1-55 0,-4 0-143 16,2-2-442-16,0 1 196 0</inkml:trace>
  <inkml:trace contextRef="#ctx0" brushRef="#br0" timeOffset="18415.34">4759 5237 2608 0,'0'0'100'0,"4"-5"-28"0,-4 5-48 16,0 0-7-16,2-9-8 0,-2 9 0 0,0 0-2 15,4-7-4-15,-4 7 3 0,0 0-1 0,0 0-1 0,0 0-2 16,4-6-1-16,-4 6-2 0,0 0 2 0,11-4 0 15,-2 2-3-15,2 0-5 0,-1 2-20 16,4 0-24-16,0-3-27 0,0 3-32 0,5 0-40 16,-5 0-32-16,3 0-18 0,-3 2-144 0,-7-1-372 15,4 1 165-15</inkml:trace>
  <inkml:trace contextRef="#ctx0" brushRef="#br0" timeOffset="18612.68">4709 5314 135 0,'-9'0'210'16,"9"0"-11"-16,0 0-9 0,-8 1-7 0,8-1-19 15,0 0-14-15,0 0-14 0,0 0-17 0,0 0-7 16,0 0-13-16,0 0-9 0,0 0-8 0,23 6-7 16,-5-4-7-16,1-1-5 0,10-1-35 0,1-1-34 15,2 1-37-15,1-2-52 0,2-2-40 0,2-1-15 16,1 3-129-16,-2-4-303 0,4 1 134 0</inkml:trace>
  <inkml:trace contextRef="#ctx0" brushRef="#br0" timeOffset="19025.4">5701 5060 268 0,'4'-7'295'0,"-4"7"-18"0,3-5-1 0,-3 5-6 16,0 0-12-16,0 0-15 0,2-7-13 0,-2 7-9 15,0 0-20-15,0 0-21 0,0 0-18 0,0 0-22 16,-12-7-14-16,12 7 1 0,0 0-25 0,0 0-15 16,-18 11-5-16,12-6-16 0,-2 1-3 0,-1 2-7 15,0 1-12-15,-1 3 0 0,-2 3-1 0,1 0-7 16,2 1 0-16,-1-1-6 0,1 0-4 0,0 1-3 16,3-2 0-16,0 1-4 0,3-3-5 0,-2 3-2 15,2-3-1-15,1-1 3 0,0-1-6 0,2-1-2 16,3 1 2-16,-2-4 6 0,5 3-8 0,-2-3 5 15,4 0-5-15,1-1 0 0,1-1-2 0,2 0 8 16,0 0-3-16,2-2-2 0,-1-2 1 0,1 0 5 16,3-3 0-16,2 0-12 0,-6 2 7 0,6-4-3 15,-2 0 19-15,0-3-10 0,-1 0-3 0,-2-2-6 16,-1-1 1-16,2 0-1 0,-5-2 8 0,2 0-5 16,-5-2-1-16,-3 0 3 0,0 0-1 0,-3-2 1 15,-1 5 2-15,-2-5-4 0,-1 5-2 0,-5-1-15 16,0 2 19-16,-6-1-10 0,-3 2 4 0,-2 4-21 15,-2 4-25-15,-7 3-25 0,-5 3-49 0,-3 4-53 16,-15 6-69-16,1 4-98 0,2 1-234 0,-3 0-617 16,1-2 273-16</inkml:trace>
  <inkml:trace contextRef="#ctx0" brushRef="#br0" timeOffset="21038.19">6387 5424 57 0,'0'0'100'0,"1"17"-10"0,-1-17-8 16,-6 15-5-16,-1-5-10 0,0 3-17 0,-3 3-30 16,-6 4-36-16,0 3-73 0,-4-1-94 0,-1 1 42 15</inkml:trace>
  <inkml:trace contextRef="#ctx0" brushRef="#br0" timeOffset="28901.96">7613 4882 76 0,'0'0'88'0,"0"0"-6"0,0 0-10 16,0 0-4-16,0 0-4 0,0 0-6 0,0 0-5 15,0 0 1-15,0 0-16 0,0 0-2 0,0 0 7 16,0 0-10-16,0 0-2 0,0 0 3 0,0 0-3 15,0 0 6-15,0 0-2 0,0 0-8 0,0 0 8 0,0 0-4 16,0 0-1-16,0 0 3 0,0 0-7 16,0 0 7-16,0 0 1 0,0 0-11 0,0 0 5 15,0 0-10-15,0 0 0 0,-22 13-4 0,22-13-8 16,-12 2 17-16,6 0-12 0,6-2 5 0,-14 2-4 16,8-1 6-16,-1 1 3 0,7-2-4 0,-18 0 1 0,8 4-10 15,1-2 9-15,-4 1-1 0,4-1-17 16,-1-1 17-16,4 1 6 0,-6-2 4 0,2 0 2 15,10 0-9-15,-14 3 12 0,8-3-12 0,6 0 4 16,0 0-2-16,-12 0-2 0,12 0 2 0,0 0-4 16,-9 2-3-16,9-2-1 0,0 0 3 0,0 0-10 0,0 0 0 15,0 0 1-15,0 0-1 0,0 0 2 0,0 0-4 16,0 0 5-16,0 0-3 0,36-2 2 16,-18-1-8-16,10 1 3 0,-1-3 5 0,3 0-2 15,4 0-4-15,-2 0-2 0,1-2 4 0,-1 5-2 16,-1-3 2-16,-2 1-4 0,0 0 1 0,-7 3-18 15,0-3-20-15,-2 1-12 0,1 3-30 0,-1-3-17 16,-5 3-14-16,-1-2-26 0,-3 2-87 0,-5 0-241 16,-6 0 106-16</inkml:trace>
  <inkml:trace contextRef="#ctx0" brushRef="#br0" timeOffset="29513.77">7709 4902 143 0,'0'0'188'0,"0"0"-13"0,0 0-11 0,0 0-11 15,0 0-9-15,0 0-13 0,0 0-10 0,0 0-9 16,0 0-16-16,0 0-12 0,0 0-11 0,0 0-8 15,0 0-13-15,0 0-1 0,-10 3-7 0,10-3-5 16,-1 11-1-16,1 0-3 0,0 3-6 0,-1 2-2 16,1 2-1-16,-1 0-2 0,-1 3-6 15,2 2 3-15,0-4-5 0,-1 2 4 0,0 3-5 0,-1-6-2 16,1 1-2-16,1 7-2 0,0-8-1 0,0-1 0 16,-1-1-2-16,3-4 0 0,0 3 5 0,0 0-4 15,0-1 1-15,-1-3-2 0,0 0 2 16,0 0 3-16,3-1-3 0,-4-3-5 0,2 3 2 0,0-5 2 15,-2-5-1-15,2 12-2 0,-1-7 4 0,-1-5-5 16,1 7-2-16,-1-7 1 0,1 6 2 0,-1-6 2 16,0 0-1-16,0 0 3 0,0 0-2 0,0 10 4 15,0-10-3-15,0 0 7 0,0 0-4 0,0 0-1 16,-10 1-3-16,10-1 0 0,0 0-1 0,-14-7-5 16,5 2 1-16,0 1 1 0,3 0-5 0,-6 0 4 15,3 1-5-15,0 0 4 0,0 1-3 0,-2-1-1 16,1 2-3-16,2-2 5 0,8 3-2 0,-18-2-4 15,10 2 4-15,8 0 1 0,-12-2-5 0,12 2 6 16,-9 0-1-16,9 0 0 0,0 0 1 0,-11-2 1 16,11 2 0-16,0 0-3 0,0 0-1 0,0 0-1 15,0 0 6-15,0 0-4 0,0 0 3 0,0 0 0 16,-5 5-4-16,5-5 1 0,0 0 2 0,0 0 1 16,22 3 4-16,-11 0-1 0,0-3 0 0,0-1-2 15,2 4-1-15,2-1 4 0,5 1 2 0,-1-5-4 16,0 4-6-16,3-2-19 0,-2 0-26 0,1 0-26 15,0-2-33-15,2 1-27 0,4 0-21 0,-6 0-131 16,-2-1-312-16,0 0 138 0</inkml:trace>
  <inkml:trace contextRef="#ctx0" brushRef="#br0" timeOffset="29810.72">8206 5218 157 0,'-11'-5'180'0,"11"5"-8"0,-9-2-12 16,9 2-6-16,-15 3-6 0,6-2-16 0,0 2-2 15,-4 2-18-15,-1 4-2 0,-1 0-11 0,1 0-9 16,-1 1-9-16,1 6-7 0,2-1 1 0,-2 0-5 16,4 0-7-16,-3 2-5 0,4-2-5 15,1 1-5-15,-1-2-6 0,3 1-4 0,4-5 2 0,-1 0-8 16,0-1-4-16,3-2-1 0,0 2-6 15,2-1 6-15,0-2-8 0,3 3 6 0,3-2-2 16,-2-3-3-16,5 1-3 0,1-2-2 0,0-1 1 0,7 0-11 16,-2-2-22-16,3 0-28 0,-1 0-36 0,2-3-34 15,6-3-24-15,-1 3-38 0,4-5-155 0,-3 3-359 16,-3-3 160-16</inkml:trace>
  <inkml:trace contextRef="#ctx0" brushRef="#br0" timeOffset="30041.53">8685 5155 271 0,'0'0'258'0,"0"0"-12"16,0 0-9-16,-7-2-17 0,7 2-26 15,0 0-1-15,0 0-25 0,0 0-9 0,0 0-13 0,0 0-17 16,0 0-11-16,0 0-12 0,0 0-8 0,0 0-14 15,0 0-11-15,15-9-17 0,-5 7-19 0,2 1-30 16,1-2-37-16,1 4-43 0,0-2-43 0,0 1-58 16,1 0-42-16,-3 1-150 0,-5 1-395 0,0-2 175 15</inkml:trace>
  <inkml:trace contextRef="#ctx0" brushRef="#br0" timeOffset="30231.62">8612 5271 76 0,'0'0'235'0,"0"0"-5"0,-6 5-11 16,6-5-17-16,0 0-13 0,0 0-20 0,-5 3-11 15,5-3-20-15,0 0-4 0,0 0-10 0,0 0-8 16,0 0-12-16,22 3-5 0,-10-3-11 16,6 1-11-16,3 1-31 0,1-1-43 0,7-1-40 15,-3 1-57-15,2-2-50 0,-1 1-56 0,-6-1-122 16,-1-1-350-16,2 2 155 0</inkml:trace>
  <inkml:trace contextRef="#ctx0" brushRef="#br0" timeOffset="31650.92">9509 4863 64 0,'0'0'161'0,"0"0"-4"0,0 0-2 16,0 0-6-16,0 0-8 0,0 0-11 0,0 0-11 15,0 0-5-15,0 0-11 0,0 0-3 0,0 0-10 16,0 0-6-16,0 0-10 0,0 0-4 0,0 0-9 15,0 0-1-15,0 0-3 0,-1 3-1 0,1-3-2 16,0 0-6-16,0 0-1 0,0 0-2 0,0 0-5 16,0 0-3-16,-13 0 2 0,13 0 1 0,0 0-3 15,0 0 4-15,-10 0 1 0,10 0-8 0,0 0-7 16,0 0 0-16,0 0-5 0,0 0-2 16,0 0-3-16,0 0-3 0,0 0 2 0,0 0-3 0,0 0-1 15,0 0-2-15,41-3-2 0,-13-1-1 0,3 0-6 16,2 2 9-16,1-5-20 0,2 5-11 0,-2-1-19 15,0-2-20-15,-4 0-29 0,-3 1-33 0,-5 4-21 16,-3 1-26-16,0-1-165 0,-6 3-360 0,1-3 159 16</inkml:trace>
  <inkml:trace contextRef="#ctx0" brushRef="#br0" timeOffset="32196.16">9697 4836 21 0,'0'0'204'0,"0"0"-15"0,0 0-15 0,0 0-19 0,0 0-8 16,0 0-17-16,0 0-17 0,0 0-12 0,0 0-11 16,0 0-10-16,-9 7 1 0,8 0-6 0,1-7-2 15,1 25-4-15,-1-7 1 0,0 0-2 0,0 8-9 16,0 0 1-16,-1 0-1 0,2-1-7 0,-1-5-1 15,1 5-6-15,1-7-2 0,-4 7-7 0,2-6-2 16,2 1 0-16,-1-2-5 0,1 0 3 0,1 0-7 16,-2 1 0-16,1-8-7 0,-2 2 1 0,0-1-3 15,1-2 1-15,1-1 0 0,0 1-1 0,-1 3-6 16,2-3 2-16,-2-3 1 0,0-1-2 0,-1-6-1 16,0 12-1-16,0-12-3 0,1 9-1 0,-1-9-1 15,0 7 8-15,0-7-2 0,2 8-1 0,-2-8 2 16,0 0 0-16,0 0-1 0,-5 9 2 0,5-9-5 15,0 0 2-15,-12-1-3 0,12 1 2 0,0 0-1 16,-17-3-3-16,10 0 0 0,-4 1 1 16,3 1-1-16,-1-1 1 0,-2 2-3 0,-1-2-2 0,3-1 4 15,0 1-5-15,-3 2 4 0,12 0-2 0,-14-1-1 16,6-2 0-16,8 3 3 0,-12-3-5 0,12 3 2 16,-12 0-1-16,12 0-1 0,0 0-2 0,-10 0-2 15,10 0 2-15,0 0 0 0,0 0 1 16,0 0-4-16,0 0 6 0,0 0-2 0,0 0 4 15,0 0-4-15,0 0 3 0,0 0 1 0,23 8 3 16,-10-5-1-16,0-5 3 0,6 4-3 0,0-2 2 0,1-2-4 16,2 1 7-16,5-1-8 0,2-1-22 0,1 0-27 15,-5 1-29-15,3-1-33 0,-5 2-35 16,5-4-27-16,-6 1-19 0,-1 2-137 0,-1-1-357 16,2 1 157-16</inkml:trace>
  <inkml:trace contextRef="#ctx0" brushRef="#br0" timeOffset="32531.05">10246 5214 40 0,'0'0'259'0,"0"0"-1"0,2-6-16 0,-2 6-8 0,0 0-14 15,0 0-9-15,0 0-21 0,-9-9-20 0,9 9-15 16,-8-2-19-16,8 2-10 0,-14 0-12 0,4 4-14 15,1-3-10-15,-1 5-9 0,-3-1-1 16,3 2-12-16,-2 0-13 0,-2 3-3 0,4-4-7 16,-3 3-4-16,0 2-5 0,3-3-7 0,-1 7-1 0,3-6-2 15,0 5-4-15,3-4 1 0,-2 0-4 0,4-1 0 16,1 0-3-16,-1 0-1 0,0 0-2 16,2-2-5-16,1-7 6 0,3 14-5 0,-1-9-2 0,2 2 3 15,4 0 1-15,-2-2 1 0,3-1-2 16,4 0-8-16,2 1-17 0,-2-3-24 0,2 0-19 15,4-1-20-15,-1 0-28 0,1 2-20 0,-6-3-26 0,6 2-8 16,-3-4-29-16,3 1-18 0,-4-2-4 16,3 3-116-16,-5 0-352 0,5-3 156 0</inkml:trace>
  <inkml:trace contextRef="#ctx0" brushRef="#br0" timeOffset="32867.94">10522 5300 181 0,'0'0'221'0,"2"-8"-5"15,-2 8-7-15,0 0-1 0,0 0-11 16,-5-10-9-16,5 10-9 0,0 0-18 0,-8-3-13 16,8 3-19-16,0 0-10 0,0 0-12 0,-20 9-10 15,11-2-10-15,1 0-10 0,0 0-6 0,1 3-8 16,-3 0-9-16,4 2-1 0,1 0-9 0,0-1-1 16,0 3-5-16,1-3-4 0,2 0-3 0,2-2-2 15,-2 2 5-15,2-6-10 0,3 6-2 0,1-5-2 16,2 2 3-16,1-1-3 0,0-3-1 0,3 1 2 15,1-3 2-15,1 2-4 0,1-4 5 0,0 1 6 16,0 0-1-16,-2-1-1 0,-3-1 1 0,3 0 1 0,1-3-2 16,-2-1 7-16,0 1-12 0,1-2 8 15,-2-2 4-15,-3 0-8 0,3-4 3 0,-5 4-3 16,0-6-2-16,-2 3 6 0,-1 0-8 0,1 0-2 16,-2 1-6-16,0 0-3 0,-3 2-3 0,-1 0-4 15,-2 1-13-15,-3 1-30 0,-3 6-43 0,-5-2-51 16,-4 6-80-16,-7 5-97 0,-3 2-187 0,-3-1-538 15,-2 0 238-15</inkml:trace>
  <inkml:trace contextRef="#ctx0" brushRef="#br0" timeOffset="36187.25">11408 5299 186 0,'0'0'182'0,"7"-6"-11"0,-7 6-14 16,2-10-8-16,2 6-4 0,-4 4-12 0,5-11-11 0,-2 4 4 16,1 2-34-16,2-4-1 0,0 2-12 15,0-1 1-15,-1 1-12 0,0 0-10 0,1-2-3 16,2 1-4-16,-1-1-11 0,-2 0-1 0,1 1-6 15,-1-1 0-15,2 3 0 0,-2-4-9 0,1 3-3 16,-3-2 5-16,3 2-6 0,-2-2 0 0,2 0 0 0,-4 3 3 16,2 1 7-16,-2-4 0 0,1 4-1 0,-1-2-3 15,-2 7-5-15,2-12-5 0,-2 12 5 16,4-10-4-16,-4 10 3 0,0 0-4 0,0-9 2 16,0 9-11-16,0 0 7 0,0 0-5 0,0 0-7 15,0 0-5-15,0 0 1 0,0 0 5 0,0 0 1 0,0 0-3 16,0 0-5-16,0 0 1 0,-10 26-1 15,9-16 3-15,-1-3-1 0,0 0-2 0,2 3 7 16,2-3-7-16,-2 1 2 0,2 2 1 0,0-2 0 16,2 0-1-16,1-2-8 0,1 2-20 0,2-5-26 15,1 5-26-15,1-3-43 0,2 0-30 0,-1-1-30 16,1-1-130-16,1 1-341 0,-2-4 151 0</inkml:trace>
  <inkml:trace contextRef="#ctx0" brushRef="#br0" timeOffset="36355.06">11539 4808 24 0,'-3'-3'153'0,"3"3"-33"16,-5-7-43-16,5 7-21 0,0 0-16 0,0 0-23 15,0 0-23-15,0 0-17 0,0 0-54 0,18 23-82 16,-10-13 36-16</inkml:trace>
  <inkml:trace contextRef="#ctx0" brushRef="#br0" timeOffset="36660.51">11810 4828 33 0,'0'0'209'0,"-2"-13"-7"0,2 13-12 0,-1-10 0 16,1 10-3-16,-2-10-10 0,2 10-14 0,-2-7-18 15,2 7-20-15,0 0-15 0,0 0-13 0,0 0-11 16,0 0-7-16,0 0-11 0,0 0-8 0,-13 30-2 16,8-6-9-16,1 4-4 0,-1 4-2 0,-4 3-2 15,5 11-1-15,-3-10-4 0,3-2 0 0,-1 1 1 16,2 0-6-16,3 1-2 0,-2-4 1 0,3 1 1 16,0-3-6-16,-1-1 4 0,3 0-5 0,0-3-4 15,0-1 1-15,0-7-2 0,-1 1 0 0,1-2-1 16,1 0-5-16,-4-1 1 0,2-3-3 0,1-1-14 15,-2 0-18-15,2-2-25 0,-1-1-19 0,-2-9-24 16,0 13-29-16,0-13-28 0,0 10-24 0,0-10-22 16,0 0-140-16,0 0-360 0,-6 9 160 0</inkml:trace>
  <inkml:trace contextRef="#ctx0" brushRef="#br0" timeOffset="36817.21">11664 5256 137 0,'7'-4'169'0,"3"-1"-19"16,7 0-14-16,1 0-13 0,4-3-14 0,6 2-17 15,1-1-29-15,2 1-34 0,1-2-33 0,3 2-52 16,-1-1-102-16,-1 3-172 0,1-3 77 0</inkml:trace>
  <inkml:trace contextRef="#ctx0" brushRef="#br0" timeOffset="39386.11">12443 4859 7 0,'0'-9'201'0,"0"9"-9"15,-2-9-7-15,2 9-1 0,0-7 1 0,0 7-7 16,0 0-9-16,-4-9-15 0,4 9-3 0,0 0-18 16,0 0-17-16,0 0-12 0,0 0-12 0,0-8-10 15,0 8-11-15,0 0-11 0,0 0-7 0,0 0-6 16,0 0-4-16,0 0-9 0,0 0 0 0,0 0-8 16,17 20 1-16,-9-11-3 0,-1 5-1 15,3 0-5-15,-3 3 1 0,3 1-3 0,0 0 0 16,1 4-3-16,-1-5 1 0,1 5-1 0,-3-6-9 0,2-1 5 15,-1 0 5-15,-1 1-8 0,3-1 3 0,-3-2-4 16,-2-2 10-16,1 1-8 0,1-3 0 0,0 1-1 16,1 4 0-16,-3-5-1 0,-1-3 3 0,2 0-2 15,-3-1-1-15,1-2-3 0,-5-3 3 16,5 7 0-16,-5-7 2 0,6 7 0 0,-6-7 3 0,4 3 11 16,-4-3 23-16,0 0 5 0,0 0 9 0,0 0-10 15,0 0-6-15,0 0-3 0,12-14-2 16,-10 7-3-16,2-2-1 0,-1-3-3 0,1 1-6 0,1-7-1 15,0 2-4-15,1-2 0 0,-1-6-1 0,1 6-6 16,1-6 7-16,2 0-5 0,-4 7 1 16,1-2-7-16,1 2-3 0,-3 0-4 0,1 3 4 0,-2-4-1 15,3 3 2-15,-4 3-3 0,3 2 0 0,-1-2 0 16,-4 1-6-16,4-1 1 0,-1 3 4 0,0-1-4 16,1 4 4-16,-2 2-8 0,-2 4-4 0,2-10-14 15,-2 10-17-15,0 0-20 0,3-7-23 16,-3 7-26-16,0 0-23 0,0 0-4 0,0 0-9 0,0 0-31 15,0 0-25-15,0 0-25 0,-2 27-125 0,1-14-380 16,1 2 168-16</inkml:trace>
  <inkml:trace contextRef="#ctx0" brushRef="#br0" timeOffset="39656.21">13066 5023 25 0,'0'0'204'16,"4"-5"-11"-16,-4 5-11 0,0 0-7 0,0 0-11 16,0 0-9-16,0 0-14 0,0 0-11 0,0 0-9 15,0 0-10-15,-26 10-6 0,12-4-17 0,3 3-8 16,-5 4-7-16,3 0-13 0,-1 0 1 0,3-2-6 16,2 3-4-16,-1 2-6 0,4-5-3 0,1 0-8 15,-1 0 0-15,2-1-2 0,4 3-5 16,0-3-5-16,0 0-1 0,4 1 1 0,0-3 1 15,1 1-3-15,5-2-6 0,-2-1-19 0,3 1-25 16,-2-3-33-16,9 1-36 0,-1-1-49 0,-1-1-35 0,3 0-148 16,-6-3-358-16,0 2 159 0</inkml:trace>
  <inkml:trace contextRef="#ctx0" brushRef="#br0" timeOffset="39904.01">13279 5065 113 0,'0'-12'272'0,"0"12"-10"0,0-7-17 0,0 7-22 16,0 0-24-16,0 0-18 0,0 0-21 0,0 0-17 15,0 0-16-15,0 0-14 0,0 0-12 16,0 0-10-16,0 0-4 0,0 0-13 0,-6 31-5 16,3-16-4-16,1 1-8 0,0 1-4 0,0-1-6 0,2-4-7 15,-3 5 0-15,3-2-4 0,0 2-2 16,-2-1-6-16,2-1 0 0,0-3-16 0,2 0-21 15,-4 0-31-15,2 0-23 0,0 0-31 0,-3-3-27 16,3-9-31-16,0 15-45 0,0-5-21 0,-2-1-117 16,-2 1-362-16,4-10 160 0</inkml:trace>
  <inkml:trace contextRef="#ctx0" brushRef="#br0" timeOffset="40314.1">13248 5053 191 0,'6'-10'182'0,"2"1"-5"0,0 2-7 16,1-2-10-16,0 3-7 0,3 0-18 0,-2 2-8 0,2 1-14 15,-3 2-8-15,2 2-12 0,1 0-7 16,-1 3-13-16,-1 2-6 0,0 2-7 0,-1-1-4 16,2 2-4-16,0-1-5 0,-6 1-3 15,1 1-4-15,-3-1-5 0,-1 3-1 0,0-5-6 0,-2 4 1 16,-4-2-1-16,1 1-5 0,1-1-3 0,0-3-3 15,2-6-3-15,-6 11 5 0,5-5-5 0,-4-1-1 16,5-5 0-16,-4 7-1 0,4-7 1 0,-2 6-10 16,2-6 3-16,0 0 0 0,-2 8-4 0,2-8 1 15,0 0-1-15,6 9 2 0,1-6 0 0,-2 3-2 16,-1-2-1-16,5 2-1 0,-3 0-6 0,2 1 9 0,-2-2-4 16,1 5 1-16,0-3 0 0,0 3 3 15,0-3-5-15,-3 2 4 0,2 0 0 0,-1 1 0 16,-3 0-1-16,0-1 2 0,-2 1-2 0,0 0-1 15,0-10 2-15,-7 16 3 0,-1-9-3 0,-1 2 6 16,-5 1-2-16,1 0-1 0,-3 0-2 0,-1-4 1 16,3-2-18-16,1 0-3 0,1-1-15 0,1 0-21 0,0-2-15 15,11-1-32-15,-19 0-43 0,11-1-53 16,8 1-120-16,-12-7-343 0,12 7 152 0</inkml:trace>
  <inkml:trace contextRef="#ctx0" brushRef="#br0" timeOffset="40824.11">13753 4851 16 0,'-7'-5'195'15,"7"5"-8"-15,-7-9-4 0,1 4-1 0,6 5-9 16,-7-5-11-16,5 1-8 0,2 4-10 0,-9-4-9 16,9 4-19-16,0 0-7 0,0 0-16 0,0 0-8 15,-9-4-8-15,9 4-7 0,0 0-15 0,0 0-2 16,0 0-7-16,0 0-2 0,0 0-5 0,0 0-6 16,0 0-1-16,0 0 0 0,21 13-9 0,-9-9-1 15,2 1 2-15,2 1-3 0,4-2 2 0,7 4 2 16,-5-4-1-16,3 3 3 0,-2-5-6 0,-1 2 1 15,-4-1-8-15,2 1 5 0,-2-1-1 0,0 0-2 16,1 1 0-16,-6-1-2 0,-2 0-3 0,2 1 1 16,-4-4-3-16,2 5 1 0,-1-3-5 0,0 1 4 15,-3-1-3-15,1 0 0 0,-8-2-3 0,12 3 6 16,-7-1-1-16,-5-2-5 0,6 3-3 0,-6-3 4 16,6 3-4-16,-6-3-1 0,4 4 1 0,-4-4 0 15,7 4 0-15,-7-4 0 0,2 8-1 0,-2-8 7 16,-2 13 12-16,2-6 11 0,-4 4 6 0,-3 5 4 15,-3-1 4-15,1 4-4 0,-7 2-2 0,3 1 0 16,-3 0-6-16,1 1-2 0,-1-1-2 0,5-6-2 16,-3 5-2-16,3-4 2 0,-4 6-6 0,3-8-10 15,3 0-33-15,1-1-36 0,1 0-33 0,2-3-45 16,0-1-57-16,3-1-50 0,2 1-181 0,0-10-461 16,4 12 205-16</inkml:trace>
  <inkml:trace contextRef="#ctx0" brushRef="#br0" timeOffset="41218.25">14411 4927 2189 0,'7'-16'66'16,"-3"6"8"-16,-2 0-26 0,-1 2 19 0,1 2 17 15,-2 6 5-15,0-11-9 0,0 11-1 0,-2-10-16 16,2 10-7-16,0 0-6 0,0 0-7 0,2-10-5 15,-2 10-6-15,0 0-4 0,0 0-4 0,0 0-4 16,-14 17 2-16,10-6-1 0,-8 6-7 0,6 2 1 16,1-2 0-16,-3 8 0 0,1-1-8 0,1-5 6 15,4 0-6-15,-2-2 1 0,4-1-1 0,0-4 2 16,3 6 1-16,-2-6-3 0,2 0-2 0,4 0 1 16,-2-2-1-16,3-1 4 0,1 0 5 0,1-1-4 15,0-2 4-15,2 0-1 0,4-1 2 0,2-3 3 16,0-1 3-16,0-1 2 0,1-3 7 0,0 0-6 15,-1-1 8-15,1-2-2 0,-2-1-3 0,0-3 10 16,-1 1 4-16,-3-4 8 0,0 0 5 0,-3-3-5 16,-3-2-9-16,-1-1-3 0,0-5-5 15,-6-1-6-15,-1-1-5 0,-8-1 0 0,-2 2-21 16,-5 3-15-16,1 0-16 0,-2 4-30 0,-5 0-31 0,-4 4-43 16,0 5-45-16,-3 4-49 0,-6 3-47 0,-1 12-222 15,4 0-539-15,-5 2 239 0</inkml:trace>
  <inkml:trace contextRef="#ctx0" brushRef="#br0" timeOffset="48584.25">15450 4605 136 0,'-1'-10'143'0,"1"10"5"16,0 0-10-16,-5-10-3 0,5 10-5 0,0 0-3 16,-1-7-15-16,1 7-9 0,0 0-6 15,0 0-8-15,0 0-11 0,0 0-11 0,-3-6-7 0,3 6-7 16,0 0-4-16,0 0-8 0,0 0-5 16,0 0-6-16,0 0-5 0,0 0-1 0,0 0-5 15,0 0-1-15,-5 21-4 0,1-6 8 0,3-3-7 16,-2 7 2-16,-2-1-6 0,3 7-1 0,-2-1-3 15,1 1 4-15,2 4-5 0,0-1 3 0,1 1-4 0,-2-2-3 16,5 2 4-16,1 0 1 0,-3-3-3 16,0 3-1-16,1-1 3 0,1 1-2 0,-1-5 0 0,0 3 2 15,1-3-1-15,-2 1 3 0,3-5-3 0,-3-1 2 16,3 6-3-16,-3-7-3 0,1 1 3 16,-2-2 1-16,1 2-2 0,-1 0 1 0,0 0-1 15,0-1 3-15,0-1-3 0,0-1 1 0,0-3 3 16,0-1-3-16,0-4-3 0,4 3 2 0,-4-3-1 15,1-1-1-15,0 0-1 0,-1-7 4 0,1 12-3 0,-1-12 3 16,3 7 0-16,-2-1-1 0,-1-6 1 0,3 5 2 16,-3-5-1-16,9 3 2 0,-9-3 2 15,13 3-1-15,-13-3-3 0,16-4-4 0,-3 2-9 16,-1-2-26-16,0-1-16 0,2 2-29 0,3-4-35 16,0 0-33-16,-1-1-143 0,3 2-313 0,-2-2 138 0</inkml:trace>
  <inkml:trace contextRef="#ctx0" brushRef="#br0" timeOffset="49572.12">15816 4918 2 0,'0'0'104'0,"0"0"0"0,-4-8-9 0,4 8-9 16,0 0-2-16,0 0-16 0,0 0 0 0,0 0-15 15,0 0-3-15,0 0-7 0,0 0 8 0,0 0-5 0,-4-6-12 16,4 6 4-16,0 0 6 0,0 0 5 16,0 0-4-16,0 0 7 0,0 0 2 0,0 0 3 15,0 0-5-15,0 0 3 0,0 0 0 0,0 0 2 16,0 0-2-16,0 0-12 0,0 0 6 0,0 0-1 15,0 0-3-15,0 0-8 0,0 0 1 0,0 0-7 16,0 0-2-16,0 0 0 0,0 0-2 0,0 0-7 16,0 0 0-16,0 0 3 0,0 0-10 0,0 0 2 15,0 0-4-15,0 0 3 0,0 0-4 0,0 0-3 16,0 0 3-16,0 0-2 0,0 0 1 0,0 0-2 16,0 0 3-16,0 0-2 0,0 0 5 0,0 0 8 15,0 0 6-15,0 0 0 0,0 0 3 0,0 0 2 16,0 0 2-16,0 0 4 0,0 0-6 0,0 0 0 15,0 0-1-15,0 0 4 0,0 0-5 0,0 0 1 16,0 0 0-16,0 0-7 0,0 0 2 0,0 0-1 16,0 0 0-16,0 0-4 0,0 0-2 0,0 0-2 15,0 0 3-15,0 0-2 0,0 0 4 0,0 0-1 16,0 0-9-16,0 0 4 0,0 0-2 0,0 0-2 16,0 0-2-16,0 0-3 0,0 0 3 0,0 0 3 15,0 0-8-15,0 0 1 0,0 0 1 0,0 0-6 16,0 0 0-16,0 0 1 0,0 0 1 0,0 0-1 15,0 0-1-15,0 0-1 0,0 0-2 0,0 0-1 16,0 0-1-16,0 0-3 0,0 0 1 0,0 0-1 16,0 0 2-16,0 0 1 0,0 0 1 0,0 0 0 15,0 23-1-15,-1-16 1 0,1 2 0 0,0 0 3 16,-1 2-2-16,1-1-3 0,-2-1 2 0,1 1 2 16,1 0 1-16,0-1-5 0,-1 1 5 0,-1 0-2 15,1-3 3-15,1 3 0 0,0-10-4 0,0 13 4 16,0-13 0-16,-1 11-3 0,0-5 6 0,1-6-4 15,0 11-1-15,0-11-1 0,-2 9 6 0,2-9-4 16,0 8 3-16,0-8 0 0,-2 5-4 0,2-5 2 16,0 0-1-16,0 9 6 0,0-9-7 0,0 0 4 15,0 0 0-15,0 9-3 0,0-9 0 0,0 0 2 0,0 0-3 16,0 0 1-16,0 0-3 0,0 0 5 16,0 0-1-16,0 0 1 0,0 0 1 0,0 0-1 15,1 8 2-15,-1-8-2 0,0 0 2 0,0 0-2 16,0 0-1-16,0 0 0 0,0 0 3 0,0 0 0 15,0 0 0-15,0 0-6 0,0 0 7 0,0 0-4 16,0 0-1-16,0 0 4 0,0 0 1 0,0 0-1 16,0 0 4-16,0 0-2 0,0 0 0 0,0 0-3 15,0 0 11-15,0 0-7 0,0 0-2 0,0 0-1 16,0 0 0-16,0 0-2 0,0 0 2 0,0 0-3 16,0 0 1-16,0 0 0 0,0 0 0 0,0 0-1 15,0 0 1-15,0 0 1 0,0 0-2 0,0 0 0 16,0 0 2-16,0 0-2 0,0 0-1 0,0 0 9 15,0 0-7-15,0 0-3 0,0 0 4 0,0 0-2 16,0 0-1-16,0 0-2 0,0 0-2 0,0 0 4 16,0 0 0-16,0 0-5 0,0 0 0 0,-3-26-8 15,3 26-16-15,0 0-19 0,0 0-27 0,0 0-29 16,0 0-33-16,-1-10-50 0,1 10-206 0,-2-8-424 16,2 8 187-16</inkml:trace>
  <inkml:trace contextRef="#ctx0" brushRef="#br0" timeOffset="49833.83">15849 4643 159 0,'0'0'202'0,"-1"-11"-10"15,1 11-16-15,-2-9-10 0,2 9-9 0,-3-7-15 16,3 7-11-16,0 0-15 0,0 0-14 0,-2-8-11 16,2 8-9-16,0 0-14 0,0 0-20 0,0 0-22 15,0 0-22-15,0 0-4 0,0 0-21 0,0 0-17 16,0 0-35-16,0 0-18 0,9 22-29 0,-6-15-26 16,-2 3-84-16,0 0-247 0,1 3 110 0</inkml:trace>
  <inkml:trace contextRef="#ctx0" brushRef="#br0" timeOffset="50058.68">15933 5072 61 0,'0'0'181'15,"0"0"-15"-15,0 0-17 0,0 0-17 0,0 0-13 16,0 0-13-16,0 0-7 0,0 0-12 0,0 0-14 16,0 0-24-16,0 0-33 0,0 0-40 15,0 0-47-15,0 0-120 0,0 0-206 0,0 0 91 16</inkml:trace>
  <inkml:trace contextRef="#ctx0" brushRef="#br0" timeOffset="50419.24">16114 5048 109 0,'0'0'201'0,"0"0"-12"0,6-5-5 0,-6 5-9 16,4-5-6-16,-4 5-12 0,4-5-16 15,-4 5-16-15,5-8-10 0,-5 8-11 0,4-7-12 16,-4 7-7-16,5-8-8 0,-3 3-8 0,-2 5-6 15,0-10-9-15,0 10-4 0,5-10-1 0,-3 4-5 0,-2 6-5 16,1-8-12-16,-1 8 5 0,0-11-3 0,0 11-5 16,-3-8-3-16,3 8-2 0,-3-7-7 15,3 7-4-15,-7-6 2 0,7 6-3 0,-8-1-1 16,8 1-5-16,0 0 0 0,-14 1-2 0,14-1 0 16,-9 6 2-16,2 0-5 0,0 0 6 0,1 3-3 15,1-1 1-15,1 0-1 0,-1 1-2 0,1 0 4 0,3 1 0 16,-1-5-2-16,0 3 0 0,1 0 3 15,1 1-1-15,2-2 2 0,2 1 0 0,-3 0-8 0,7-1-26 16,0 1-30-16,2-2-39 0,-1-2-37 16,1-1-29-16,4 2-24 0,-4-1-111 0,1-1-324 15,1-1 144-15</inkml:trace>
  <inkml:trace contextRef="#ctx0" brushRef="#br0" timeOffset="50574.18">16308 5084 230 0,'0'0'241'0,"0"0"-21"0,0 0-21 16,0 0-22-16,0 0-19 0,0 0-15 0,0 0-18 15,0 0-26-15,0 0-36 0,0 0-50 0,0 0-54 16,0 0-36-16,0 0-62 0,0 0-97 0,1 12-255 16,-1-12 114-16</inkml:trace>
  <inkml:trace contextRef="#ctx0" brushRef="#br0" timeOffset="51213.55">16603 5127 33 0,'4'-6'279'15,"-4"6"-23"-15,5-11-25 0,-1 6-17 0,-2-1-22 16,1-1-13-16,1 1-11 0,-2 1-12 0,1-3-10 15,-2-1-14-15,-1 9-4 0,3-16-15 0,-2 6-7 16,-2 1-15-16,1-1-9 0,1 2-7 0,-2-1-3 16,1 9-5-16,-4-17-5 0,-1 9-6 0,2 1-6 15,-2 0-10-15,-1 0-3 0,1 2-6 0,-2 1-3 16,1 0-3-16,-1 1-3 0,-1 1-3 0,8 2-4 16,-16-3-3-16,6 3-1 0,10 0-1 0,-15 2 0 15,15-2-6-15,-11 0-2 0,11 0-2 0,-8-2 2 16,8 2-7-16,0 0 5 0,-8 4 1 0,8-4-3 15,0 0 0-15,0 0 2 0,0 0-2 0,21 10-2 16,-10-9 2-16,1 0 1 0,0 0 1 0,1-1-1 16,1 0-2-16,-1 1 1 0,-1-1-3 0,-1 1-2 15,-4-1 2-15,-7 0-3 0,13 0 1 0,-7 3 2 16,0-1-2-16,-1 2 2 0,-1 1 0 0,-1 0 0 16,-3-5 1-16,8 12 0 0,-7-4 1 0,2-2 2 15,-2 4-1-15,2-1 2 0,-1 0-1 0,1-2-3 16,1 2 3-16,-2-1 0 0,1 1 7 0,2-2-5 15,1 0-1-15,-1 1 2 0,3-2-1 0,1-1 5 16,1 0-8-16,-1-3 1 0,3 0-1 0,3-1-1 16,-3-1 0-16,1 0-3 0,0-1-3 0,1-2 2 15,-1 0 0-15,-1-1 1 0,0 1-3 0,-1-2 2 16,-2-2 4-16,1 0-6 0,-3 2 0 0,1-4-6 16,0 1-1-16,-4-2 1 0,-1 1-3 0,-1-2 1 15,-1 0 2-15,0 2-2 0,-5-2 4 0,3 1 2 16,-1 3 0-16,-2-2 5 0,4 9-3 0,-9-10 2 15,9 10-2-15,-9-6 0 0,9 6-1 0,-12 0 1 16,12 0 0-16,-17 8 3 0,7-2-4 0,-1 1 1 16,3 2 0-16,1-1 1 0,2 2 2 0,-2 2 4 15,5-2-4-15,2 2 7 0,0-12-23 0,1 20-18 16,3-11-23-16,0 1-28 0,-4-10-29 0,11 16-21 16,-2-9-25-16,4-1-17 0,-3-1-133 0,2-2-340 15,2-1 151-15</inkml:trace>
  <inkml:trace contextRef="#ctx0" brushRef="#br0" timeOffset="51511.3">17023 4964 90 0,'2'-7'195'0,"-2"7"-5"0,-2-7-15 16,2 7-17-16,0 0-20 0,2-9-12 0,-2 9-19 16,0 0-8-16,0 0-9 0,0 0-10 0,0 0-2 15,15 20-5-15,-11-10-10 0,0 1-2 0,-2 0-8 16,5 3-4-16,-6 3-5 0,4-7 1 0,-1 2-6 15,1-3-3-15,-1 2-1 0,0-3 1 0,1 2-1 16,0-3-5-16,-2 0 1 0,0-3 3 0,-3-4 2 16,7 9 10-16,-6-5 17 0,-1-4 10 0,5 6 19 15,-5-6 6-15,0 0-2 0,0 0 3 0,0 0-12 16,0 0-3-16,15-12-7 0,-11 4-7 16,2-1-8-16,-3 0-9 0,4-2-2 0,-1-5-6 0,2-2-11 15,4-5-26-15,1 1-16 0,-4 5-23 0,1-2-16 16,2 4-29-16,-2 1-27 0,3 0-29 0,-4 4-41 15,0 1-32-15,1 1-22 0,-4 4-167 0,0 3-426 16,-6 1 188-16</inkml:trace>
  <inkml:trace contextRef="#ctx0" brushRef="#br0" timeOffset="52489.59">17311 5042 38 0,'0'0'184'0,"0"0"-6"16,0 0-9-16,15-11-13 0,-11 7-6 15,1 0-1-15,-5 4-3 0,8-9-2 0,-4 1-13 16,0 2 0-16,1 1-10 0,-1-3-7 0,-1 2-9 16,1-1-4-16,-1 1-4 0,-1-1-2 0,1 0-9 0,0 2-8 15,-3 5-8-15,0-10-4 0,0 10 0 0,0 0-6 16,-2-11-4-16,2 11-5 0,0 0-9 16,-5-8-5-16,5 8-6 0,0 0-1 0,-11 1-9 15,11-1 0-15,-17 9-4 0,9-4-4 0,-2 2 1 16,1 2 0-16,0-1-3 0,-1 1 0 0,2-1-4 15,3 1 2-15,1 1-3 0,1-3-3 0,-1 3 3 0,2-3-3 16,2 1 1-16,2 1 1 0,2 0-1 0,-2-3 3 16,2 0-2-16,4 1 3 0,0-1-5 0,-1-2 5 15,3 1-1-15,2-2 0 0,-1 0-1 16,2-2 0-16,1 2 0 0,-1-3 3 0,5 0-4 16,-2-1 11-16,0-1-8 0,-3 0-3 0,0-1-3 15,-2-1 8-15,-1-3-6 0,1 2 2 0,0-3-4 0,-4 1-2 16,1-3 0-16,0 1 9 0,-3-3-6 15,1 2-4-15,-2-6-1 0,1 0 0 0,-4 3 9 16,-1 1-8-16,2 0-3 0,-2 2 3 0,-2-2 2 16,2 4 5-16,-1 0-6 0,1 8 5 0,1-11-5 15,-1 11 4-15,2-9-3 0,-2 9-4 0,0 0-2 16,-2-10 2-16,2 10-2 0,0 0-3 0,3-6 0 16,-3 6 1-16,0 0 4 0,10-3-2 0,-10 3-4 15,10 3 6-15,-10-3-2 0,14 3 0 0,-10 1-1 16,1 0 3-16,2 1 8 0,-3 1-10 0,1 2-1 15,2 1 3-15,-4 1-1 0,-2 0 2 0,6 2-3 16,-5-3 3-16,1 2 0 0,-3 0-2 0,1-2 2 16,3 1-2-16,-3-2 3 0,0-1-3 0,2-2 1 15,-1 2 1-15,0 0 4 0,-2-7-1 0,4 10-1 16,-2-7 5-16,-2-3-1 0,8 4 1 0,-8-4 2 16,9 5-1-16,-9-5-1 0,11 2 2 0,-11-2-2 15,16-5 3-15,-5 1 1 0,-6-1-4 0,-5 5 3 16,13-12-2-16,-7 5-1 0,2-3 0 0,-4 0-4 15,1-3 4-15,-1 4-4 0,-1-2 2 0,0 1 1 16,0-1 0-16,-2 1 4 0,0 0-9 0,-1 5-2 16,0 5 2-16,0-11-4 0,0 11-1 0,0 0 8 15,-1-10-12-15,1 10-4 0,0 0 4 0,0 0 0 16,0 0 1-16,0 0 2 0,-9 31 0 0,9-20-2 16,-1 1 4-16,2 3-3 0,-1 2 0 0,2 0 2 15,-1-1 3-15,0-4-1 0,3 5 2 0,-2-2 2 16,0-3 1-16,0-1-2 0,1-1 1 0,-3-10 2 15,2 14-2-15,-2-14 4 0,3 12-1 0,-3-12 0 16,1 7 5-16,-1-7-2 0,0 0 1 0,0 0 2 16,1 10 3-16,-1-10-2 0,0 0-2 0,0 0-5 15,0 0-2-15,0 0-4 0,21-14 1 0,-15 6-5 0,5 1 0 16,-1-3 1-16,4-1-3 0,5-6 4 16,-5 3 0-16,0 0-4 0,0-1 6 0,3-4 0 15,-6 5 1-15,1 0-3 0,-1-1 6 0,-1 1-1 16,-6 6 6-16,1-4-1 0,-1 2 7 0,0 1 1 15,-1 4 12-15,-2-1-1 0,-1 6-3 0,0-10 3 16,0 10-4-16,0 0 6 0,-5-7-14 0,5 7-2 0,0 0-3 16,0 0 1-16,-21 7-2 0,16 1 6 15,-1 1-12-15,0 0 2 0,0 0 3 0,4 2-2 16,-1-3 1-16,1 3 6 0,0 0-8 0,2 1 0 16,3-2-2-16,1 0-8 0,2-1-17 0,3 0-25 15,3 1-24-15,0 2-30 0,0-4-46 0,-2-1-48 16,0-2-56-16,0 6-160 0,-3-5-449 0,-4 2 198 15</inkml:trace>
  <inkml:trace contextRef="#ctx0" brushRef="#br0" timeOffset="52952.35">16477 5463 156 0,'-10'-6'291'0,"5"2"-20"0,0 0-23 0,5 4-26 15,-6-6-25-15,6 6-20 0,-5-4-24 0,5 4-13 16,0 0-17-16,0 0-15 0,0 0-9 0,0 0-8 16,13 27-9-16,-5-14-10 0,-1 5-8 0,-2 0-22 15,2 0-4-15,0 1-3 0,-2-1-1 0,2 7-3 16,-4-9-2-16,1 1-4 0,0-7-4 0,-1 0-2 15,-2-3 0-15,0-1 8 0,2 0 8 0,-3-6 11 16,1 10 15-16,-1-10 8 0,1 7 8 0,-1-7-3 16,0 0 2-16,3 5 3 0,-3-5-5 0,0 0 1 15,0 0-10-15,0 0-10 0,0 0-6 0,0 0-9 16,13-11-10-16,-6 6-7 0,2-1-4 0,2-1-10 16,1 0-6-16,1 4-1 0,1 0-2 0,0 1-4 15,-1 0-8-15,0 2 0 0,-4 2 0 0,1 1-4 16,-1 2 8-16,0 1-5 0,-3 2 6 0,-2-2-4 15,-3 3 5-15,1 0 9 0,-5 1-7 0,-2 0-1 0,-2 1-2 16,-5 1 3-16,-2 1-3 0,-4-1 3 16,1-1-10-16,-2-3-7 0,1 0-2 15,-2-3-9-15,1 1-23 0,6-4-16 0,-1 0-17 0,2-2-26 16,2 0-39-16,-1-2-52 0,11 2-42 0,-12-6-191 16,8 0-473-16,4 6 209 0</inkml:trace>
  <inkml:trace contextRef="#ctx0" brushRef="#br0" timeOffset="53128.47">16736 5579 165 0,'9'-3'284'0,"-9"3"-17"15,8 0-22-15,-8 0-29 0,0 0-22 0,0 0-23 16,0 0-18-16,0 0-15 0,6 9-12 0,-6-2-9 16,1 0-8-16,-1-7-16 0,0 20-1 0,-1-8-12 15,-2 0-3-15,3 0-12 0,-1 0-25 0,0 2-37 16,1-4-50-16,-1 2-47 0,-1-1-55 0,2-1-45 15,0 0-165-15,0-10-388 0,-1 10 172 0</inkml:trace>
  <inkml:trace contextRef="#ctx0" brushRef="#br0" timeOffset="53277.27">16751 5442 33 0,'0'0'68'0,"0"0"-50"0,0 0-39 0,0 0-21 16,22 14 11-16</inkml:trace>
  <inkml:trace contextRef="#ctx0" brushRef="#br0" timeOffset="54439.1">17049 5551 257 0,'0'0'238'0,"0"0"-15"0,0 0-18 0,-28 6-12 0,18-2-14 16,0 4-9-16,2 0-15 0,-4 2-8 0,5-1-12 16,-4 4-10-16,4-4-13 0,-2 1-10 0,4 0-12 15,2 2-8-15,-1-3-8 0,3 1-8 0,1-2-1 16,3 1-6-16,-1-2-7 0,2 1-2 0,2-3-7 16,5-1-4-16,-1-1-6 0,1-2-2 0,3 2-7 15,-1-3-3-15,1-2 2 0,-1-2 5 0,1 2-12 16,-2-2 1-16,-2-1 5 0,0-2-7 0,0 0-1 15,-3 0 3-15,0 1-2 0,0-3 1 0,-2 0 1 16,-1 0 0-16,-2 0 2 0,1 1 9 0,-1 0-7 16,0 1 9-16,-2 7 5 0,1-10-1 0,-1 10-1 15,1-6-8-15,-1 6-2 0,0 0-7 0,0 0-6 16,0 0 1-16,0 0-3 0,0 0 3 0,0 0 0 16,-9 21-1-16,7-11-5 0,-1-1 0 0,2 1 1 15,-2-1-2-15,2 1 3 0,1-1-5 0,0-9 0 16,1 13 0-16,2-10 14 0,1 3-6 0,1-3-6 15,1 1 0-15,3-3 2 0,4 1-8 0,1-3-1 16,4-4 4-16,0 1-9 0,-2-5 0 0,2 4-1 16,-4-3-1-16,3-1 1 0,-3-1-3 0,-3 3 3 15,0-1-4-15,2-5 0 0,-5 2 4 0,1-1-1 16,-1-3-4-16,-2 0-3 0,1 5 6 0,-5-4 1 16,1 2 2-16,-1 3 1 0,1-1-1 0,-2 3 0 15,1 1 1-15,-2 6-1 0,1-9-4 0,-1 9 0 16,0 0-2-16,0 0-1 0,0 0 2 0,0 0 3 15,0 0 1-15,0 0 1 0,-7 30 2 0,5-14-2 16,-1-4 4-16,1 6-1 0,-3-1 5 0,2 1-4 16,1-1 2-16,0-1 0 0,0 1 3 0,-1 0-2 15,2-2 4-15,-2-4-1 0,1 0-4 0,0-1 4 16,0-2-12-16,1-1-18 0,-1 0-1 0,2-7-5 16,-2 10-5-16,2-10 2 0,-4 7-7 0,4-7-6 15,0 0-2-15,0 0-2 0,0 0 0 0,14 1 3 16,-14-1 1-16,26-13 4 0,-10 4 2 0,3-1 6 15,6-4 4-15,-2-2 7 0,0 0 1 0,1 2 2 16,-9 1 3-16,3 1 8 0,-4-1 3 0,3 0 9 16,-3 1 17-16,-3-1 7 0,-3 4 12 0,0 0 2 15,-3 0 17-15,0 3 5 0,-3-4-2 0,0 4 0 16,-2 6-4-16,0-12 6 0,0 12-5 0,0 0-6 16,-5-11-3-16,0 8-6 0,5 3 4 0,-9-3-7 15,9 3-5-15,0 0-7 0,-16 7 4 0,10-1-14 16,0 1-3-16,0 2 2 0,0 1-2 0,0 1 1 15,2-1-3-15,-2 0-5 0,2 2-15 0,1-2-23 16,4-1-7-16,1 1-21 0,0-2-27 0,2 0-17 16,4-3-25-16,-1 0-22 0,5-1-16 0,6 0-3 15,-2-2-2-15,7 0 6 0,-2-4 17 0,2 1 2 16,4-4 22-16,-7 2 16 0,0 0 19 0,-1 0 20 16,-7-2 21-16,5 0 36 0,-5-1 24 0,-1 3 31 15,-3-3 24-15,-3 0 21 0,1 2 22 0,-2-1 8 16,-4 5 5-16,5-11-3 0,-5 11-3 0,-1-8-5 15,1 8 1-15,0 0-8 0,-9-9-6 0,9 9-15 16,-12-1-6-16,12 1-7 0,-22 8-7 0,10-2-4 16,0 1-9-16,-2 3-6 0,0 1 4 0,-1 0-12 15,3 0 0-15,2 1-9 0,1-2 3 0,4 0-1 16,1-1-7-16,2 1-2 0,-1-3 3 0,2 0-6 16,1-7 1-16,2 12-3 0,2-7-2 15,3-3-1-15,1 3-8 0,3-5-1 0,0 0 6 0,1 0-9 16,-2-3 2-16,2-1-4 0,0-1 11 0,-2-2-10 15,-1 1 7-15,3-3-8 0,-3 0 6 0,0 0-5 16,-2-1 3-16,2-1-1 0,-1-3 3 0,-3-2-3 16,0-1 2-16,2 1 1 0,-2-1 4 0,0-7 3 15,0 7 5-15,-1-2 12 0,-2 3 16 0,1 0 4 16,1 6 20-16,-3 0 7 0,0 4 7 0,1-2 11 16,-2 8 1-16,0-11 0 0,0 11-15 0,2-8-16 15,-2 8-10-15,0 0-8 0,0 0-6 0,0 0-3 16,0 0-4-16,-1 25 1 0,1-8-4 0,-3 0-1 0,2 2 0 15,-5 5 2-15,3-1-6 0,1-3-1 16,-4 8 3-16,5-9-6 0,0-1-5 0,1-1 7 16,-1-1-8-16,2 0-35 0,-2-4-36 0,1-1-37 15,2-2-46-15,-3 1-57 0,1-3-78 0,0-7-61 16,4 9-210-16,-4-9-592 0,0 0 262 0</inkml:trace>
  <inkml:trace contextRef="#ctx0" brushRef="#br0" timeOffset="55000.97">18144 4866 1783 0,'0'-19'-9'0,"-1"0"-3"15,1 5 17-15,1 2 2 0,-2-1 23 0,2 1 16 0,-2 2-7 16,1 0 9-16,-1 3-1 0,1 7 7 0,0-12 7 15,0 12 7-15,0-10-4 0,0 10-3 16,0 0-13-16,1-9-2 0,-1 9-3 0,0 0-7 16,0 0-8-16,4-5-1 0,-4 5-6 0,9-2 2 15,-9 2-2-15,11 0-1 0,-11 0-4 0,13 2-2 16,-4-2-3-16,1 1 2 0,-1-1-1 0,-1 3-3 0,1-2-3 16,-9-1 8-16,11 4-6 0,-5-3-2 15,1 3 4-15,-1-1 0 0,2 0 8 0,-1 0-3 16,-2 1-4-16,2 0-1 0,1 1 6 0,-2 2 5 15,1 2 0-15,2-1 3 0,-3 2 4 0,1 2 1 16,-1 3 4-16,0 5 7 0,1-1-2 0,-2 5-3 16,-1 4-4-16,-2 1 1 0,1-1-4 0,-1 1 1 0,0 4-5 15,-2-3 4-15,-2 4-3 0,2 1-1 16,-2-2-7-16,-2 3 2 0,1-1-3 0,-2 12 5 16,1-1-4-16,1-10 2 0,-4-1-4 0,2 1 2 15,-1-4-3-15,0 1 3 0,-1-3-3 0,1 3-2 16,0-4 1-16,3-1-7 0,-3-1 5 0,3 1-2 15,3-3-1-15,-2 3-3 0,0-4 4 0,-2-5-4 16,3-1 4-16,-1-1 2 0,0-1-2 0,-1 1-3 16,2 0-4-16,-4-3 7 0,2-2-5 0,2-2 5 15,-3 0-5-15,2-1 10 0,-2 2-12 0,-4-1 4 16,3-2 3-16,-3 0 2 0,2 0-4 0,-5-3-1 16,0 2 5-16,1 0-14 0,-1-2-10 0,0 0-8 15,0-1-14-15,-1-4-19 0,2 3-27 0,10-3-26 16,-24-2-59-16,24 2-56 0,-22-3-46 0,7-3-186 15,3 3-490-15,1-4 217 0</inkml:trace>
  <inkml:trace contextRef="#ctx0" brushRef="#br0" timeOffset="55142.32">17968 5986 2901 0,'0'0'66'0,"0"0"-12"0,-6 7-40 15,6-7-2-15,0 0-9 0,-12 6 2 0,12-6-2 16,-9 3-2-16,9-3-15 0,0 0-23 0,-19 0-25 15,19 0-38-15,-18 4-64 0,18-4-64 0,-24 0-181 16,24 0-444-16,-26 0 197 0</inkml:trace>
  <inkml:trace contextRef="#ctx0" brushRef="#br0" timeOffset="62412.56">1726 4849 43 0,'2'-12'139'0,"0"0"3"0,0 2-5 15,0 4-11-15,-1-1-10 0,-1 7-11 0,1-10-15 16,-1 10-10-16,0 0-6 0,0 0-6 0,0 0-8 15,0 0 1-15,5 32-2 0,-10-3 4 0,-3 3-7 16,-1 16-3-16,-2 1-8 0,1-4-3 0,2-11-1 16,-3 14-8-16,2-2-2 0,2-14 0 0,4 2-8 15,-1 11 5-15,0-15-3 0,1-5-4 0,3 2-3 16,-3-8-1-16,0 0-1 0,2-7 1 0,1 4 2 16,0-6-4-16,2 0-5 0,-2-10 7 0,-1 12-6 15,1-12 7-15,0 0 0 0,0 13 13 0,0-13 3 16,0 0-3-16,0 0 0 0,0 0-8 0,0 0-1 15,0 0-3-15,0 0-5 0,6-40 0 0,-3 24-5 16,2 1-2-16,1 4 0 0,0 0-7 0,1 0 5 16,3 2-7-16,-1 0 1 0,3 3 1 0,0 2-4 15,-1 0 3-15,3 0-2 0,-1 4 2 0,0-1-3 16,6 4-2-16,-1-1 2 0,0 3 0 0,1-2-1 16,2 2 2-16,-1-1 1 0,7 2-3 0,-5-2 5 15,6-1-3-15,1 1-3 0,-5-4 7 16,5 0-4-16,-8-2 2 0,8-3 0 0,-1 1 0 0,-9-1 0 15,-2-2-5-15,2 1 3 0,-2-3-1 0,-1 1 7 16,-4-1 1-16,2-1-1 0,-6 1-4 16,-3 1 6-16,3-1-2 0,-5-1-3 0,-1-1-2 15,1-1 5-15,-3 2 5 0,0 10-2 0,-5-22 4 0,2 12 5 16,-5 1-5-16,7 1 2 0,-7 0-6 0,-1 3 5 16,4 1-4-16,-2 0-3 0,7 4 0 0,-14 0 1 15,3 4-3-15,1 3-4 0,-4 3 1 0,2 5 2 16,0 1-4-16,-3 6 3 0,3 0-2 15,6-3 4-15,0 0-6 0,2-1-15 0,4 0-17 16,1 1-17-16,2-5-14 0,5 3-23 0,2-4-24 16,1-1-41-16,5-3-132 0,-6-2-310 0,9-2 138 15</inkml:trace>
  <inkml:trace contextRef="#ctx0" brushRef="#br0" timeOffset="62636.09">2471 5118 1390 0,'7'-33'19'0,"-4"-2"17"0,-1 3 28 0,-2 3-7 16,2 4 21-16,-1 6-4 0,-1 4 0 0,3 3 6 16,-3 5-12-16,0 0-9 0,0 7-8 0,0-9-7 15,0 9-2-15,0 0 5 0,0 0 5 0,0 0 7 16,-1 47 12-16,-2-19-9 0,1 6-5 0,0 0-4 16,-1 2-3-16,-4 11-5 0,5 0-3 0,-2 0-5 15,1-13 0-15,3 12-5 0,-1-14-3 0,-3-2-16 16,4-1-34-16,0-2-32 0,0-2-32 0,3-4-39 15,-3-2-45-15,1-2-45 0,-2 2-146 0,-3-8-389 16,-1-1 172-16</inkml:trace>
  <inkml:trace contextRef="#ctx0" brushRef="#br0" timeOffset="62786.99">2328 5291 1740 0,'8'-15'-36'0,"-4"5"46"0,-2 1-13 0,3 2 1 15,2 0-2-15,4 2 2 0,6-2-4 0,2 0-5 0,10 1-11 16,2 2-22-16,1-1-12 0,2 2-38 16,4 1-29-16,1 0-102 0,-2-1-243 0,1 3 107 0</inkml:trace>
  <inkml:trace contextRef="#ctx0" brushRef="#br0" timeOffset="63271.27">5504 5804 2550 0,'5'1'-5'0,"-5"-1"-43"15,8-1-5-15,-8 1-44 0,0 0-52 0,0 0-39 16,0 0-22-16,0 0-90 0,0 0-325 0,0 0 143 0</inkml:trace>
  <inkml:trace contextRef="#ctx0" brushRef="#br0" timeOffset="73029.7">3295 6508 144 0,'-1'-12'153'15,"1"12"-4"-15,0 0-7 0,0 0-10 0,-13-7-9 16,7 6-6-16,6 1-7 0,-17-5-12 0,7 4 5 16,-1 0 3-16,-1 1-7 0,1-2-3 0,0 2-8 15,2 0-3-15,9 0-9 0,-15 0-10 0,15 0-3 16,-10 0-13-16,10 0-6 0,0 0-3 0,-9 0-2 16,9 0-5-16,0 0-2 0,0 0-7 0,0 0-2 15,0 0 2-15,0 0-4 0,41-5-3 0,-10 1 2 16,3-2-2-16,2-1 0 0,15-4 0 15,-14 5-4-15,1 1 0 0,1-2-8 0,-4 3-19 0,-1 1-31 16,-5 0-23-16,0 3-48 0,-9-3-43 0,-2 4-178 16,-7-1-363-16,-2 2 160 0</inkml:trace>
  <inkml:trace contextRef="#ctx0" brushRef="#br0" timeOffset="73316.13">3331 6440 90 0,'0'0'174'0,"0"0"-17"15,0 0-2-15,-2 17-12 0,-1-7-15 16,2 6-6-16,0 3 5 0,-1 6 0 0,0-1-12 16,-1 2-8-16,1 0 5 0,2 3-6 0,-2-2 0 0,4-3-10 15,-2 2-8-15,0 0-7 0,1-7-4 0,-1 1-4 16,1-1-7-16,0 10-5 0,-1-13-4 0,0 3-5 15,0-3-6-15,0 0-4 0,2-2-4 16,-2 3-5-16,1-3 1 0,-1-4-15 0,0 2-19 0,1-3-21 16,-1 3-17-16,2-6-35 0,-2 3-14 15,0-9-19-15,1 14-27 0,-1-14-23 0,-1 8-15 0,1-8-3 16,1 7-106-16,-1-7-301 0,0 0 134 0</inkml:trace>
  <inkml:trace contextRef="#ctx0" brushRef="#br0" timeOffset="73948.75">3234 6838 34 0,'-5'-10'149'0,"5"10"-28"0,0 0-5 0,0 0-10 16,12-14-2-16,-2 9-5 0,3 1-12 0,7 0-3 15,8-2-8-15,-1 3-5 0,2-1-7 0,2 2-4 16,1 1-7-16,-1 1-3 0,-1 0-3 0,0-3-8 16,-1 3 0-16,-1 1-11 0,-6-1 7 15,0 0-5-15,-3-1-3 0,-1 0-4 0,-5-1-3 0,-2 2-6 16,-1 0 0-16,-2 2 9 0,-8-2-4 0,13-3 14 15,-13 3 12-15,9 1-1 0,-9-1 10 0,0 0 7 16,7 3-7-16,-7-3 0 0,0 0-4 0,0 0-5 16,0 0-1-16,0 0-6 0,-14 14-2 15,7-8-6-15,-1 3-2 0,0 2-5 0,2-2 0 16,-1 2-2-16,0 0-1 0,3 0-4 0,0 1-1 0,2-1-2 16,0-1 0-16,2 2-1 0,2-2 1 0,1 0-2 15,3-2-1-15,0-2 1 0,4 0 0 0,2 0 0 16,0-2-2-16,1-2 2 0,6 1 0 15,-1-6-4-15,0 3 4 0,0-1-6 0,0-3 4 16,-5 1 0-16,1-3-3 0,-3 1 2 0,2 0 1 0,-4-5-1 16,-1 1 0-16,-2 1-2 0,2-3 2 0,-2-1-3 15,-2-1 2-15,0 2-2 0,-3-2 2 0,-1 1-6 16,0 1 4-16,-1-1 8 0,-1 2 6 16,1 2 3-16,1 8-3 0,-1-11 1 0,1 11-2 0,-1-10-9 15,1 10 1-15,0 0-5 0,-2-11 6 16,2 11-13-16,0 0-3 0,0 0-4 0,0 0 3 15,0 0 1-15,0 0-1 0,0 0 3 0,18 18 1 16,-10-8-3-16,0-1 4 0,-1 3-2 0,2-1 3 0,3 4-1 16,-3 1-1-16,0-2 1 0,1 2 1 15,-4-6-1-15,3 4 2 0,0 0-4 0,-1-3 3 16,-3-2-1-16,0 0 4 0,0-1-4 0,-1-2 3 16,0-1-2-16,0 0-1 0,-4-5 6 0,5 6 10 15,-5-6 17-15,0 0 19 0,5 8 20 0,-5-8 14 16,0 0-1-16,0 0-5 0,0 0-12 0,0 0-7 15,0 0-4-15,13-27-6 0,-6 18-7 0,1-8-1 16,-2 6-11-16,7-4-1 0,-1-1-3 0,2-7-5 16,1 3-8-16,-2 5-14 0,6-4-17 0,-6 7-14 0,2 0-22 15,-5 4-30-15,6-1-37 0,-5 4-34 0,6-3-64 16,-4 2-52-16,-4 4-170 0,2 1-477 16,0-1 212-16</inkml:trace>
  <inkml:trace contextRef="#ctx0" brushRef="#br0" timeOffset="74431.88">4889 6776 64 0,'0'0'238'0,"3"-8"-22"0,-3 8-26 16,2-5-14-16,-2 5-19 0,0 0-11 0,0 0-10 15,0 0-7-15,-18 13 1 0,12-3-2 0,0 3-7 16,-5 3-12-16,3 4-14 0,1-4-2 0,2 3-13 15,1 0-4-15,3-2-9 0,3-1 11 0,2-4-5 16,3-2-6-16,2 2-9 0,3 1-4 0,4-4-4 16,2-2-4-16,1-1-2 0,0-1-5 0,4-2-2 15,-1-1-2-15,6-4-3 0,-9-1 0 0,3-2-2 16,-2 0 7-16,-2-2 8 0,0 1 0 0,-3-6 3 16,-3 6 8-16,-1-5 2 0,-2 1 8 0,0-5-4 15,-5-2-6-15,-2 2-3 0,-2-5-9 0,-2 3 2 16,-6-2-12-16,3 2-6 0,-8-6 0 0,2 6-3 15,-1 2-1-15,1 1-7 0,-4 1-4 0,3 2-11 16,-5 3-18-16,7 1-25 0,-1 3-20 0,-2 1-28 16,1 3-26-16,0 3-22 0,0 3-20 0,-1 2-24 15,2 1-32-15,1 4-42 0,2-1-170 0,2-3-461 16,4 2 205-16</inkml:trace>
  <inkml:trace contextRef="#ctx0" brushRef="#br0" timeOffset="74673.73">5337 6659 2326 0,'3'-24'22'0,"2"-2"79"0,-3 8-73 16,-1 1-2-16,-2 0 14 0,2 1 23 0,-2 4 16 15,-1 1 15-15,1 4-4 0,1 7-2 16,-2-12-10-16,2 12-16 0,-2-10-10 0,2 10-6 16,0 0-9-16,0 0-4 0,0 0-6 0,7 24-2 15,-5 1 2-15,-1 4 6 0,2 4-12 16,-2-1-1-16,-1 0-6 0,3 0 0 0,-3 0 3 0,0-3-1 15,1 0-1-15,-1 0-3 0,3-2 1 0,-2-2 1 16,0-1-10-16,3 3-23 0,-3-8-25 0,1-2-34 16,-2-1-36-16,0 2-40 0,0-7-54 0,0 0-52 15,-3 0-184-15,1 0-480 0,-4-5 213 0</inkml:trace>
  <inkml:trace contextRef="#ctx0" brushRef="#br0" timeOffset="75497.67">5391 6741 70 0,'16'-13'166'0,"-1"-1"-18"0,2 0-15 0,-1 3-11 0,2-1-18 15,-4-1-6-15,4 3-6 0,-4 1 8 16,3-2-11-16,-3 1-4 0,-6 0-6 0,3 2 5 16,-2-1 1-16,-3 1 9 0,2 2 7 0,-2-1-7 15,0 1-6-15,-3 0-9 0,1 1 3 0,-1-1-9 16,-3 6-4-16,4-7-12 0,-4 7-10 0,5-5-1 15,-5 5-14-15,0 0 1 0,0 0-12 0,5-5-5 16,-5 5 4-16,0 0-4 0,6 21 0 0,-6-5-2 16,1 2 2-16,1 1-5 0,-2 8 3 0,-3-1-5 15,2 0 4-15,-2 1-2 0,2-2-4 0,0-1 1 16,1-4 2-16,-3-3-1 0,1 3 0 0,2-5-3 16,-4-2 0-16,4 1 0 0,0-5-7 0,-1 1-2 15,1-10-7-15,-2 9 3 0,2-9 0 0,0 8 3 16,0-8 0-16,0 0 2 0,3 6 3 0,-3-6-7 15,0 0 0-15,0 0 3 0,18-17 3 0,-9 11 0 16,0-1-5-16,1 1 1 0,-1 0 2 0,0-1 2 0,-2 6-6 16,2-4-1-16,-9 5 1 0,21-1 5 15,-12 1-1-15,-9 0-1 0,24 4-2 0,-11-1 6 16,0 1 1-16,3-2 5 0,-3 0-1 0,1 0 0 16,3 1 1-16,-5-1 0 0,6-1 0 0,-1-1 4 15,1 0 0-15,0-3 2 0,2-2 0 0,-1-1 2 16,6-6-4-16,-7 5 4 0,-2-1-3 0,2-2 3 15,-5 1-3-15,2-2 4 0,-2 0-1 0,-2 1 2 16,-2 2 4-16,-1-1 5 0,3-4-3 0,-4 3-3 16,-2-2 3-16,-1 3 2 0,0-3-3 0,0 1 0 15,-3 0 0-15,1 4 7 0,-2 0 5 0,0 7 6 16,0-12-14-16,0 12 1 0,0-6-8 0,0 6-2 0,0 0-6 16,0 0-4-16,0 0 1 0,-23 9-2 15,11 5-5-15,0 0 6 0,-2 6-4 0,1 2 3 16,4-5-3-16,3-3 0 0,1-4-4 0,2 3 4 15,3 2-3-15,2-3 4 0,-1-1-2 0,5-1 2 16,1 0 0-16,0-4 7 0,7 6-1 0,-2-5 6 0,6-3 1 16,1 0 0-16,3-4-3 0,7 0 0 15,0 0 3-15,-1-4-3 0,2-2-2 0,-6 2 2 16,-2-1-1-16,0 0-4 0,-7-2 0 0,2 0 4 16,-5 2-2-16,2-6-3 0,-3 4 4 0,-4-1-6 15,2-2 5-15,-4 0-2 0,1-2-5 0,-3 3 0 0,-1-3 1 16,-1-3-4-16,0 3 1 0,2-1-4 0,-2-4 4 15,2 1-4-15,-2 7 2 0,1-2 0 16,1 3-1-16,1 0-4 0,-3 2-1 0,3 0 1 16,0 0-3-16,-4 6 3 0,11-5-3 0,-3 5-1 15,-8 0-1-15,15 3 0 0,-7 4-1 0,2 1 1 16,-3 0 5-16,-2 3-4 0,1 0 6 0,2 3-1 0,-3-1 3 16,0 1-4-16,-1 1 4 0,-3 2 1 15,0-1 3-15,2 1 0 0,-2-2-23 0,-2-2-36 16,1 3-51-16,-3 0-57 0,3-4-75 0,-2 5-221 15,-1-7-497-15,3-10 219 0</inkml:trace>
  <inkml:trace contextRef="#ctx0" brushRef="#br0" timeOffset="75945.11">7110 6792 71 0,'-2'-7'300'0,"2"7"-16"0,0 0-26 0,-3-9-25 0,3 9-24 16,0 0-21-16,0 0-25 0,0 0-19 0,0 0-18 15,0 0-13-15,0 0-12 0,0 0-10 0,12 17-8 16,-7-5-7-16,1 5-9 0,3-1-4 0,-2 2-6 16,0-4-5-16,0 4-5 0,0-3-3 0,1 2-4 15,-2 0-2-15,0-8-3 0,-1 2-1 0,1-3 0 16,-2 2-1-16,0-3 1 0,-3-3 10 16,1 1 11-16,-2-5 18 0,4 8 20 0,-4-8 20 0,3 6 21 15,-3-6 9-15,0 0-18 0,0 0-12 0,0 0-8 16,15-17-14-16,-8 7-10 0,0-4-3 15,1-3-8-15,1 1-8 0,1-9-3 0,-1 1-10 0,2-1-10 16,-2-1-1-16,0-4-21 0,4 2 11 0,-4 0-19 16,0 2-13-16,-1 6-18 0,-2 2-12 0,-2 2-26 15,0 6-32-15,-2 1-48 0,0 2-54 0,-2 7-68 16,2-7-58-16,-2 7-266 0,0 0-633 0,0 0 281 16</inkml:trace>
  <inkml:trace contextRef="#ctx0" brushRef="#br0" timeOffset="76340.16">7602 6754 98 0,'0'0'287'0,"-4"-16"-5"0,-1 7-9 0,2 2-12 16,-2 3-15-16,-2-4-2 0,-1 2-39 0,2 2-21 15,0 3-25-15,6 1-14 0,-17 1-14 0,4 4-13 16,-1 9-13-16,-5 4-9 0,1 2-9 0,0 1-12 15,0 3-5-15,2 3-11 0,3-2-3 0,2-1-8 16,5-5 4-16,2 0-13 0,3 2-3 0,1-5-4 16,1 0 0-16,3-4-3 0,2-1-5 0,1-2-1 15,1 0-8-15,-1-3-4 0,0 2-8 0,-1-7-3 16,2 2-6-16,2-3 0 0,0-3-2 0,0 2-2 16,-1-5 3-16,3 0 0 0,-1-3 0 0,1-3 1 15,-2 0-1-15,3-2 1 0,-3-1 4 0,-2-1-3 16,2 0 6-16,-3-1-3 0,-1 1-2 0,-2 3 3 15,0 1-1-15,-1 0-1 0,1 2 1 0,0 4-1 16,-3 1-2-16,-1 5 1 0,4-8-4 0,-4 8-2 16,0 0 3-16,0 0-5 0,0 0 8 0,0 0-2 15,12 18 0-15,-7-8 0 0,-1 6 2 0,-2-5 3 16,-1 7-2-16,2-1-7 0,0-1-30 0,0 0-39 16,0-4-36-16,1 4-36 0,0-4-56 0,1 2-252 15,-4-4-498-15,1-3 220 0</inkml:trace>
  <inkml:trace contextRef="#ctx0" brushRef="#br0" timeOffset="76567.87">7801 6583 250 0,'0'-16'326'15,"0"3"-4"-15,-2 4-1 0,2-1-6 0,0 10-46 16,0-12-34-16,0 12-24 0,2-8-36 0,-2 8-15 15,0 0-15-15,0 0-22 0,5 42-13 0,0-15-6 16,-3 6-11-16,1 2-3 0,-1-1-6 0,0 0-15 0,-2 2 0 16,1-1-10-16,-2 1-14 0,-1-3-47 0,1-2-37 15,-2 0-41-15,1-4-54 0,-1-1-55 16,3 0-65-16,-3-2-226 0,0-8-519 0,3-4 229 16</inkml:trace>
  <inkml:trace contextRef="#ctx0" brushRef="#br0" timeOffset="77320.07">7966 6819 266 0,'3'-8'282'0,"-3"8"-25"0,1-9-26 16,-1 9-26-16,3-5-19 0,-3 5-22 0,0 0-5 16,0 0-1-16,0 0-5 0,4 25-10 0,-3-12-16 15,-1 2-9-15,3 0-14 0,-3-3-8 0,2 6-9 16,1-7-5-16,2 5-10 0,2 0-6 0,-3-5-5 15,3 0-6-15,-2-1-6 0,1-1 4 0,2 0-7 16,1-4-3-16,0 1-5 0,2-3-1 0,-3 0 1 0,0-2-5 16,2-4-5-16,-1 1 18 0,0-3-24 15,-1-1 6-15,3-1-9 0,0-6-1 0,0-1-3 16,-1 1 1-16,-2-1-4 0,1-3 2 0,-2 1 0 16,3-2-4-16,-4 1-3 0,-1 1 3 0,-3 0 1 15,1 7 3-15,1-1 12 0,-2 2 2 0,2 2-4 0,-4 6-10 16,5-5-7-16,-5 5-5 0,0 0 4 15,0 0-5-15,0 0 1 0,0 0 1 0,0 26 2 16,-1-14-3-16,1 4 1 0,-2-1 1 0,4-3-3 16,0 1 0-16,1 2-2 0,1 0 4 0,1-5 1 15,5 3 1-15,-1-5 0 0,0 1 1 0,4-3 3 16,5 0 4-16,-1-3-2 0,3-1-2 0,0-4-2 16,-1 1 5-16,1-4-2 0,-1 1-3 0,1-5 1 15,-3 2 3-15,1 0 1 0,0-3 2 0,-5-1-3 16,2-2 1-16,-3-1-5 0,-4 4 3 0,1-5-4 0,-1 1-1 15,-1-1 7-15,-3-1-2 0,0-1 0 16,-3 3-3-16,-1 2-1 0,0 0-5 0,-1 0 3 0,1 2 2 16,-4 1-2-16,3 3-2 0,1 6-1 15,-5-8-4-15,5 8-3 0,-10-1 2 0,10 1-6 16,-20 10 1-16,6 1 7 0,1 1-8 0,-2 4-1 16,4-2 5-16,2 0-3 0,0 0 1 0,5 1 0 0,1-2 5 15,3 1-2-15,0 0 6 0,2-2-4 0,3-1 0 16,0-2 2-16,6 4 11 0,0-5-7 15,4-2 2-15,3-1 1 0,2 0 6 0,2-4-10 16,5-4 6-16,2 2 3 0,-7-3-8 0,0-1 1 0,-3-2 1 16,1 1-1-16,-4-1 4 0,-1 0-1 0,-1-3 7 15,-1-2-14-15,-4 3 3 0,0-1 1 16,-3 0-5-16,1-2 5 0,-4 2-6 0,1-2 4 16,-1 1 2-16,-1 0-1 0,1 2-3 0,-2 3 0 0,-1 6 2 15,4-10-4-15,-4 10 0 0,1-9-8 0,-1 9-3 16,1-6-1-16,-1 6 0 0,0 0 5 0,0 0 1 15,0 0 4-15,0 0-1 0,-2 29 7 0,-2-18 0 16,3 2 2-16,-2-1 17 0,1 3-22 0,-1 1-2 16,1 0 6-16,-1 1-1 0,3-2-22 0,-2-1-38 15,0-2-40-15,1 1-44 0,0 2-67 0,1-4-53 16,2 2-55-16,-2 0-175 0,4-3-531 0,1-1 236 16</inkml:trace>
  <inkml:trace contextRef="#ctx0" brushRef="#br0" timeOffset="77936.06">9343 6774 185 0,'5'-3'360'0,"-4"-1"-10"16,-1 4-21-16,5-6-19 0,-5 6-51 0,4-5-27 16,-4 5-22-16,0 0-22 0,0 0-11 15,0 0-15-15,0 0-17 0,-7 33-20 0,5-20-3 0,1 0-13 16,-1 3-5-16,5-1-20 0,-3-4-3 0,4 2-12 15,3 3 1-15,-4-5-10 0,4 2-2 0,2-4-1 16,2 3-8-16,-2-4-1 0,3-2-8 0,-2 0-2 16,2-1-1-16,1-1 2 0,-2-3 3 0,-1-1-14 15,-10 0 1-15,22-2 0 0,-16-1-1 0,3-4-4 16,-3 0-8-16,1-1-4 0,-7 8-3 16,4-18-13-16,-3 7-7 0,-2-2 3 0,-3-3-9 0,-1-1 6 15,-2 2-8-15,-2-4 3 0,0 4 5 16,0 0-3-16,-1 2 1 0,-1 1-3 0,3 3 6 0,-1 0-7 15,3 5 9-15,-1-3-10 0,3 3 3 0,4 4-2 16,-6-5 2-16,6 5 1 0,0 0 0 0,0 0 0 16,0 0 2-16,0 0-2 0,0 0 5 0,14 18-1 15,3-14 2-15,2 1-1 0,10-1-8 0,6 0-8 16,2-3-2-16,0-1-10 0,-3-4-4 0,-2 1-2 16,0-4 6-16,-6 1 4 0,-4 0 5 0,-4-3-1 15,-2 1 4-15,-6-1 8 0,-1 1 0 0,0-3 2 16,-1 0 0-16,-2-3 2 0,-2-2 6 0,1 1 0 15,-2-1 6-15,1 0 8 0,-3 2 9 16,-1 2 11-16,-1-1 9 0,1 6 4 0,0-3 12 0,0 10 12 16,0-12 7-16,0 12-6 0,1-7-13 0,-1 7-26 15,0 0 2-15,0 0 12 0,0 0-6 0,0 0-9 16,0 0 6-16,-10 29-1 0,5-3-5 0,-2 4 4 16,1 1 0-16,-2 4 1 0,1 17 6 15,-1-3-3-15,4 0-2 0,-4 1 1 0,-1 2 4 0,-1-1 0 16,5-1-5-16,-3-2-12 0,2-2 9 0,1-11-6 15,2 0-1-15,1-1 0 0,0-3-3 0,2 1 0 16,0-4-3-16,0-1-9 0,2-8-21 0,0-2-45 16,-2-5-37-16,-1-3-38 0,2 2-25 0,-1-11-43 15,-2 13-39-15,2-13-46 0,-5 10-60 0,-2-7-177 16,7-3-569-16,0 0 252 0</inkml:trace>
  <inkml:trace contextRef="#ctx0" brushRef="#br0" timeOffset="78088.07">9651 7131 140 0,'3'-8'352'16,"0"2"-36"-16,0 0-22 0,-1 1-26 0,-2 5-25 15,6-13-25-15,-3 9-28 0,1 1-18 0,4 0-23 16,1-1-26-16,2 2-30 0,7-2-38 0,2 1-53 16,1 1-69-16,10-1-88 0,1 2-245 0,0 2-431 15,4-2 191-15</inkml:trace>
  <inkml:trace contextRef="#ctx0" brushRef="#br0" timeOffset="78443.92">11062 6678 84 0,'-9'-4'239'0,"4"0"-8"0,5 4-17 0,-10-7-18 0,6 5-17 15,4 2-12-15,0 0-19 0,0 0-11 0,0 0-17 16,9-12 6-16,4 9-12 0,7-4-11 0,11 2-15 16,3 3-7-16,1-5-8 0,2 4-11 0,-1-1-26 15,-3 0-35-15,-3 1-46 0,-8 3-43 0,-3-2-39 16,-5 2-33-16,-3-1-171 0,-1 1-356 0,-4 0 158 16</inkml:trace>
  <inkml:trace contextRef="#ctx0" brushRef="#br0" timeOffset="78830.45">11269 6617 22 0,'-7'1'197'16,"7"-1"-8"-16,0 0-15 0,0 0-19 0,0 0-16 15,-7 4-13-15,7-4 3 0,-1 15 27 0,-1 2-9 16,2-1-2-16,-2 11-1 0,-1 1-8 0,1-2-10 16,-1 6-16-16,2 0-4 0,1-2-6 0,0 1-10 15,0-4-9-15,1 1-5 0,-1 0-10 0,2-9-6 16,-1 0-9-16,-1 0 1 0,1 0-5 0,2-4-8 15,-2-1-5-15,0-3 1 0,-1 0 2 0,3-1-12 16,1 0 2-16,-4-3-3 0,0-7-3 0,0 12 0 16,0-6-1-16,0-6 1 0,0 0-1 0,-6 12-6 15,6-12-1-15,-6 3-8 0,6-3-6 0,-12 1-3 16,0-2-1-16,1-2-1 0,0 1-3 0,-2-1-4 0,2 0 2 16,-2-1 2-16,1 0 1 0,3 2 0 15,2-1 1-15,-1 0-1 0,8 3 1 0,-13-2 0 16,13 2 2-16,-9-3-4 0,9 3 1 0,-9-2-2 15,9 2 0-15,0 0-1 0,0 0 2 0,0 0 1 16,0 0 0-16,0 0 3 0,0 0 2 0,0 0 3 0,0 0 4 16,16 16-1-16,-6-13 0 0,9-2 2 0,-3 2 1 15,10-2-2-15,4-1-10 0,1 2-25 16,2-2-34-16,2-3-43 0,6-1-64 0,-5 0-38 16,-1 2-194-16,-3-4-438 0,-2 1 193 0</inkml:trace>
  <inkml:trace contextRef="#ctx0" brushRef="#br0" timeOffset="79265.86">11813 6977 22 0,'0'0'274'0,"4"-8"-5"16,-4 8 0-16,0-10-3 0,0 10-8 0,-7-8-6 16,7 8 2-16,0 0-11 0,-15-9-12 15,15 9-17-15,-11-4-18 0,11 4-25 0,-19 1-13 16,7 4 3-16,-3 4-38 0,-2-1-7 0,2 5-21 15,0-1-11-15,-1 1-7 0,3 1-1 0,2 0-12 0,4-3-10 16,1 1-9-16,1 2 3 0,1 0-8 16,3-2-6-16,2 1 7 0,3-3-12 0,-1 2 0 15,3-2-2-15,6 1 6 0,3-3-9 0,0 1 9 16,-6-2-7-16,3-3-3 0,2 2-12 0,-1-3-3 0,-1 0 0 16,1-2 5-16,-3 1 3 0,-1-1-7 0,-2 1-2 15,0-1 3-15,-7-1 1 0,9 2-1 16,-9-2 2-16,8 4-4 0,-8-4-2 0,0 0 8 15,6 1-14-15,-6-1-5 0,0 0 17 0,0 0-17 16,-20 5-5-16,8-1 5 0,-4 5 3 0,-2-2 14 0,-1 2 2 16,-6 2 18-16,1 1-8 0,7-2 5 0,-1 2 4 15,2 0 0-15,1 0-3 0,3-2 15 0,-2 2-17 16,5 0-2-16,3-1-4 0,2-2 0 16,-1 2 3-16,5-2-24 0,2 3 21 0,3-4-3 0,4 1-1 15,2 0-1-15,5-1 2 0,11 1-12 16,1-4-24-16,7-1-31 0,-1-1-35 0,1-1-46 0,-1 0-46 15,-2-2-74-15,-1 1-59 0,-2-2-67 16,-8 1-223-16,0-1-646 0,-1-2 286 0</inkml:trace>
  <inkml:trace contextRef="#ctx0" brushRef="#br0" timeOffset="81495.19">12347 7435 92 0,'3'-3'215'0,"-3"3"-17"0,8-5-19 0,-8 5-20 0,2-5-12 16,-2 5-24-16,0 0-14 0,0 0-11 0,0 0-11 15,0 0-5-15,0 0-9 0,-2 20-19 0,-3-5-53 16,-9 7-50-16,-1 0-83 0,-4 1-108 0,-4 1-259 15,-2-5 115-15</inkml:trace>
  <inkml:trace contextRef="#ctx0" brushRef="#br0" timeOffset="85656.64">4724 8149 25 0,'-14'2'138'16,"6"-2"-3"-16,8 0 0 0,-15 0 3 0,15 0-5 16,-11 0 2-16,11 0-5 0,-12 0 2 0,12 0-10 15,-7 0-9-15,7 0-10 0,0 0-8 0,0 0-10 16,-9 0-9-16,9 0-10 0,0 0-4 0,0 0-10 16,0 0-1-16,0 0-8 0,32-5-2 0,-11 1-4 15,1 1-1-15,10-1-6 0,1 1-4 0,3-3-2 0,0 3-2 16,-3-1-5-16,-1 2-1 0,-4-1-10 0,-5 2-26 15,-4 1-25-15,2 1-28 0,-3-2-26 16,-1 2-19-16,-5-2-28 0,1 2-21 0,-6 0-93 16,0 0-280-16,-7-1 124 0</inkml:trace>
  <inkml:trace contextRef="#ctx0" brushRef="#br0" timeOffset="86216.17">4903 8119 127 0,'0'0'214'0,"-6"-3"-7"0,6 3-5 16,0 0-9-16,0 0-18 0,0 0-13 15,-7-3-19-15,7 3-15 0,0 0-13 0,0 0-15 16,0 0-12-16,0 0-8 0,0 0-10 0,0 0-7 16,-4 12-6-16,6-2-5 0,0 1-1 0,1 4 5 0,0 5-3 15,-1 4-2-15,1 0 0 0,1 1-4 0,-3 2-6 16,1-2-2-16,1-6-4 0,1 5-4 15,1 0-4-15,-3 2 1 0,2-7-6 0,-3 1 1 16,2-1-6-16,-3-2 5 0,4 2-5 0,-1-3 0 16,-2-6-3-16,1 3 2 0,2 1-4 0,-1-2-1 0,-2-3 1 15,0 2-1-15,2-2-3 0,-3-1 4 0,2 0-1 16,0-1-5-16,-2-7 4 0,1 12-3 16,0-7-3-16,-1-5 6 0,1 8-2 0,-1-8-2 15,2 7-1-15,-2-7 5 0,0 0-2 0,0 0 2 0,0 8-1 16,0-8-3-16,0 0-4 0,0 0 5 0,0 0-2 15,0 0-2-15,-11 4 1 0,11-4 0 0,-12-3 1 16,12 3-3-16,-11-1-1 0,11 1 2 16,-12-3 0-16,-1 3-1 0,13 0 1 0,-16-1-3 0,8 0 0 15,-3 1 1-15,1-3-1 0,-1 4-3 0,11-1 0 16,-16-1 5-16,5 1-2 0,11 0 1 0,-13 0-3 16,5 0 4-16,8 0-1 0,-11 0 0 15,11 0 1-15,0 0-3 0,-10 0 2 0,10 0 0 16,0 0-3-16,0 0 4 0,0 0-4 0,-11 0 2 15,11 0-5-15,0 0-1 0,0 0 0 0,0 0 2 0,0 0 0 16,0 0 2-16,0 0 2 0,0 0 1 0,0 0 2 16,31 5-2-16,-21-3 2 0,2-1 2 0,2 0-3 15,5-1-1-15,-5 3 1 0,4-3 2 0,0-2-19 16,1 2-22-16,-2 0-27 0,1-1-32 0,-2 0-39 16,3 0-42-16,-1-1-29 0,-5 2-181 0,-1 2-419 15,2-5 185-15</inkml:trace>
  <inkml:trace contextRef="#ctx0" brushRef="#br0" timeOffset="86511.13">5400 8493 149 0,'0'0'270'0,"0"0"-3"15,0 0-10-15,0 0-14 0,-6-11-16 0,6 11-19 16,0 0-18-16,-14 0-25 0,2 1-10 0,2 3-11 15,-1 2-11-15,-6 4-17 0,-1 1-3 0,3 1-8 16,-7 5-7-16,7-2-9 0,-3 2-11 0,5-2-5 16,0-1-8-16,3-3-4 0,2 5-8 15,2-5-4-15,-2 3 2 0,3-3-9 0,3 0 5 0,-1-2-10 16,2 3-3-16,1-2-8 0,1 0 0 0,-1 0-3 16,5-1 1-16,-2-4 1 0,6 4 2 0,-3-3-6 15,3 0 1-15,3-2-13 0,2 2-26 0,2-4-21 16,2 0-31-16,1 1-37 0,-1-3-36 15,1-2-39-15,9-1-49 0,-7 0-46 0,-1 1-169 0,1-4-480 16,-2 0 213-16</inkml:trace>
  <inkml:trace contextRef="#ctx0" brushRef="#br0" timeOffset="86698.73">5832 8504 147 0,'0'0'297'0,"0"0"-8"15,8-3-9-15,-8 3-15 0,0 0-17 0,0 0-29 16,5-4-20-16,-5 4-20 0,0 0-24 0,10-4-24 16,-4 4-33-16,-6 0-35 0,13-3-46 0,-6 0-57 15,-7 3-61-15,18-4-56 0,-11 4-42 0,-7 0-150 16,0 0-377-16,17 5 167 0</inkml:trace>
  <inkml:trace contextRef="#ctx0" brushRef="#br0" timeOffset="86855.97">5818 8639 193 0,'0'0'280'0,"-4"3"6"16,4-3 5-16,0 0-1 0,0 0-9 0,-1 7-19 15,1-7-25-15,0 0-18 0,0 0-22 0,0 0-22 16,0 0-6-16,18-3-27 0,-18 3-19 0,22-4-29 16,-12 3-32-16,5-1-42 0,-3-2-48 0,7 2-56 15,-6 0-67-15,5-2-82 0,-4 2-239 0,0-1-509 16,-1 3 226-16</inkml:trace>
  <inkml:trace contextRef="#ctx0" brushRef="#br0" timeOffset="95924.4">7347 8203 7 0,'1'-10'187'0,"0"2"1"0,0-1-8 0,-1 9-7 0,0-17-10 16,2 12 16-16,-2 5-4 0,0-16-8 0,0 16-7 15,1-9-23-15,-1 9-17 0,0-9-11 0,0 9-18 16,0 0-6-16,0 0-16 0,0 0-9 0,0 0-6 15,0 0-5-15,0 0-6 0,-6 29-2 0,-1-10-3 16,0 6-3-16,-2 4-2 0,-3 3-5 0,1 0-4 16,-1-1 1-16,0-1 0 0,-1 0-4 0,1-1-4 15,2-3-3-15,-2-1 1 0,0 0-2 0,1-10 2 16,0 7-2-16,1-5-3 0,-1-4 7 0,0 3-9 16,0-4 1-16,2-3-1 0,0 0-2 0,-3-4 1 15,2-1 2-15,0 0 0 0,0-3 0 0,-1 0-1 16,2-2 2-16,9 1-1 0,-16-6-4 15,8-2-1-15,0-3 1 0,-1-2-1 0,3-4 0 0,1-1-5 16,2-9 4-16,3 8 2 0,2-10-3 0,1 1-2 16,4 1 3-16,3 1-4 0,0 1-1 0,-1 8 0 15,3-1-2-15,0 2 1 0,1 3-1 0,1 0 0 16,0 2 0-16,4 0-4 0,-1 4 2 0,-1 2 1 16,2 3-2-16,2 2 3 0,0 5-4 0,-1 1 2 15,-1 4 0-15,6 5 2 0,-8 0 5 0,3 3-3 16,1 4-2-16,-6 1 2 0,2 0 0 0,-5 2 1 15,0 2 3-15,-1-3-1 0,0 0 2 0,-1 0-3 16,1-1 2-16,-6-3-5 0,1-1-18 0,0 5-33 16,-1-7-38-16,0 0-33 0,1 1-52 0,0-4-58 15,-5-1-119-15,5-2-382 0,-5-11 169 0</inkml:trace>
  <inkml:trace contextRef="#ctx0" brushRef="#br0" timeOffset="96161.15">7818 8213 2022 0,'0'-20'13'0,"-1"4"36"16,0 3-15-16,-2 3-8 0,1-1 3 0,2 3 3 16,-2-1-5-16,2 9 0 0,-3-10-8 0,3 10-3 15,-2-9-2-15,2 9-3 0,7-8-2 0,-2 5 1 16,8-2 2-16,4 1-1 0,4 0-6 0,12 1 0 15,2 0-17-15,-2 2-23 0,-1-1-20 0,-3 2-29 16,-1 0-26-16,-8 2-21 0,-3 1-23 0,-4-1-17 16,0 0-100-16,-5 1-291 0,-3 0 129 0</inkml:trace>
  <inkml:trace contextRef="#ctx0" brushRef="#br0" timeOffset="96526.76">8046 8090 136 0,'-7'-3'178'0,"7"3"-16"0,0 0-14 15,-7-1-20-15,7 1-16 0,0 0-16 0,0 0-8 16,-7 13-4-16,6-1 6 0,-3 5 14 0,1 9-3 16,0 1-2-16,-2 2-8 0,2 0-10 0,-1 2-5 15,2 0-8-15,2-1-4 0,-2 2-3 0,1-3-7 16,5-4-3-16,-4-6-9 0,0-1 0 0,1 2-5 16,-1-2-1-16,2-1-4 0,-1-7-4 0,-2 4-3 15,1-2-1-15,1-2-2 0,-2 0-1 0,2-4-3 16,-1-6-2-16,-1 12 1 0,1-12 0 0,-3 9-2 15,-1-6 0-15,4-3-2 0,-10 2-2 0,10-2 1 16,-14-1-2-16,14 1 1 0,-19-7-3 0,9 2 0 16,1-1-1-16,-3-1 1 0,4-1 1 0,1 1-3 15,-1 0-1-15,2 3 4 0,-1-2-6 0,7 6 2 16,-5-4-3-16,5 4 2 0,-5-6-6 0,5 6-3 16,0 0 2-16,0 0 0 0,0 0-1 0,0 0 3 15,0 0 0-15,0 0 1 0,35 4 0 0,-20-2 2 16,4-1-4-16,1 1 6 0,9 5-20 0,-9-7-27 15,8 2-35-15,-6-2-32 0,7 1-16 0,-1-2-30 16,2-1-13-16,-2 2-14 0,-2 0-103 0,-5-3-309 16,7 2 136-16</inkml:trace>
  <inkml:trace contextRef="#ctx0" brushRef="#br0" timeOffset="96893.45">8429 8481 29 0,'8'-10'61'16,"0"2"19"-16,-8 8 4 0,11-18 13 0,-7 8 3 15,-2 0 26-15,-2 10 20 0,2-11 11 0,-2 11 6 16,0-11 1-16,0 11-5 0,0 0-5 0,-4-13-15 0,4 13-13 15,0 0-12-15,0 0-12 0,-15-3-6 16,15 3-7-16,-20 10-9 0,9-4-11 0,-1 6-1 16,-2-2-11-16,7 0-3 0,-1 0-7 0,0 0-1 15,2 2-10-15,2-2-5 0,3-1 0 16,1-9-3-16,1 21-4 0,2-13 0 0,3 1-4 0,-1-4 1 0,4 3-2 16,-1-2-3-16,1-1-1 0,0-2 0 15,1 1-4-15,-10-4 4 0,15 5-3 0,-7-4 0 16,-3 1 0-16,-5-2 1 0,0 0-2 0,0 0 0 15,19 1 2-15,-19-1-4 0,0 0-3 0,0 0-1 16,0 0-1-16,0 0-3 0,0 0-2 0,0 0-1 0,0 0-1 16,0 0 2-16,0 0 4 0,-34 7-2 15,22-1 0-15,1 0 4 0,2 1 2 0,-5 2 4 16,2-2-2-16,1 1 2 0,-1 3-3 0,4-1 0 16,2-2-2-16,0 4 0 0,5-4-2 0,-3 2 1 15,2-1-2-15,2-9 2 0,6 19 1 0,2-11-2 0,3 1-3 16,4-2-15-16,5 0-33 0,2-3-28 0,9 2-44 15,1-3-37-15,4-2-38 0,-2 2-19 16,2-3-171-16,-4 2-415 0,4-2 183 0</inkml:trace>
  <inkml:trace contextRef="#ctx0" brushRef="#br0" timeOffset="97107.89">9068 8390 166 0,'0'-11'304'0,"0"11"-21"0,0-16-23 0,0 16-19 0,3-12-26 16,-3 12-16-16,4-13-21 0,-1 6-19 0,6 1-20 15,3 1-11-15,10-1-14 0,-3-1-11 0,8 3-10 16,1-3-13-16,-1 3-5 0,2 0-19 0,-1 3-31 16,2 0-28-16,-9 1-45 0,1 1-43 0,-2 2-34 15,0-1-33-15,-8 1-37 0,1-2-22 0,-3 3-114 16,-3-1-357-16,-7-3 158 0</inkml:trace>
  <inkml:trace contextRef="#ctx0" brushRef="#br0" timeOffset="97311.01">9266 8264 234 0,'-10'-7'261'0,"10"7"1"0,-9-7-2 16,9 7-9-16,0 0-10 0,-6-6-23 0,6 6-20 15,0 0-22-15,0 0-25 0,0 0-21 0,-8-5-15 16,8 5-8-16,0 0-12 0,0 0-11 0,-1 25-4 15,1-11-9-15,1 1-3 0,0 5 0 0,2-2-4 16,-3 9-4-16,-3-8-12 0,5 1-1 0,-1-1-1 16,3 5-10-16,-4-5-3 0,-2 5-36 0,1-4-41 15,1-4-55-15,-1 2-57 0,3-2-63 0,-2 1-262 16,2-5-521-16,-2-12 232 0</inkml:trace>
  <inkml:trace contextRef="#ctx0" brushRef="#br0" timeOffset="98374.2">9793 8141 2601 0,'5'-9'12'0,"-1"-1"20"0,0 2-9 16,1 1-10-16,-4 1 16 0,-1 6-8 0,6-8-4 15,-2 2 0-15,3 2-4 0,0-2-1 0,5 2-6 0,-1-2 0 16,3 2-3-16,3-1 3 0,3 1-4 0,1-2 2 15,7 0-2-15,-1 5 1 0,-5-2-1 0,-2 0-5 16,-2 3-8-16,0 0-12 0,-7-2-11 16,1 2-11-16,-2 0-2 0,-4-1-4 0,-6 1 1 0,12-1 4 15,-12 1 1-15,0 0 4 0,10 1 3 0,-10-1 6 16,0 0 4-16,0 0 3 0,0 0-2 0,0 0 8 16,0 0 10-16,0 0 3 0,0 0 12 0,0 0 3 15,-27 5 3-15,27-5-4 0,0 0 1 0,-7 2-3 16,7-2-3-16,-7 5 6 0,5 1 3 0,0 5 18 15,0 1 5-15,-3 5 8 0,1 3 9 0,-1 5-7 16,1 0-1-16,0 3 2 0,0-1-4 0,2 0 0 16,-2-2-6-16,4 0-2 0,0-4-3 15,-1 2 2-15,1 2-6 0,1 1-2 0,2-9-3 0,0 2-2 16,-3-2-6-16,4-2 4 0,-3-1 0 0,-1-2-3 16,2 0 3-16,-2-1-4 0,-2-1-1 0,2 0 0 15,0-1-4-15,-1-1 3 0,-3-1 1 0,2-1-2 16,-3-2-3-16,-3 3-5 0,0-4-17 0,-3-1-3 15,-2-1-4-15,-1-1 4 0,1 0-8 0,-6-4 2 16,4 2 3-16,-1-2 3 0,5-1 1 0,-2 2 6 16,2-2 3-16,-1 3 1 0,4-2 11 0,1 0 2 15,7 4 1-15,-11-3-2 0,11 3 3 0,-7-2-5 16,7 2-1-16,-7-4 3 0,7 4-4 0,0 0-2 16,0 0 1-16,0 0-1 0,0 0 2 0,0 0 4 15,32 0-1-15,-15 2-1 0,6-2-1 0,8 0 1 16,1-2 3-16,0 1-4 0,3 2-15 0,0-3-15 15,1 1-28-15,2 0-26 0,-2 0-26 0,-2-4-12 16,1 4-10-16,-1-2-15 0,0 1 7 0,-2-1 11 16,-3-4 8-16,-1 1 10 0,-8 2 13 0,-2-1 9 15,1 0 11-15,-6 0 12 0,3-2 30 0,-7 3 17 16,1-3 24-16,-4 1 19 0,1 2 20 0,-4-3 18 0,1 4 26 16,-4 3 17-16,5-9 11 0,-5 9 2 15,3-10-7-15,-3 10-1 0,-1-11 5 0,1 11 2 16,0 0-8-16,-3-10-4 0,3 10-15 0,0 0-8 15,-8-4-10-15,8 4-10 0,0 0-3 0,-20 8-6 16,6 4-4-16,1 3-3 0,-7 3-1 0,1 1-5 16,2 0-6-16,3-5-3 0,4 2-5 0,-1-1 0 15,2 0-6-15,3-1 1 0,3-2-6 0,1 1 3 16,2-3-2-16,4 0-4 0,0 2 1 0,3-3 1 16,6 3 1-16,1-2-2 0,7-3-4 0,-1 0 4 0,9-1-5 15,-3-4-3-15,5 0-7 0,-4-1-1 0,-6-1-4 16,2-3-1-16,5-1 3 0,-7-2-1 15,-1 1-2-15,1 0 5 0,-3-4-4 0,2 2-1 16,-3-3 3-16,-2 0 1 0,-2 1 3 0,1-4-4 0,-7 6 2 16,0-1-1-16,2 1 4 0,-6 3-4 15,1-2 4-15,-4 6 7 0,6-8-3 0,-6 8-5 16,2-5-4-16,-2 5 0 0,0 0-4 0,0 0 6 16,0 0-3-16,0 0 4 0,-19 23-4 0,14-13-3 0,0-1 8 15,1 1-5-15,1 0 2 0,2 2-1 0,1-3 1 16,1 1 5-16,4-1-4 0,-2-1 7 0,2-3 3 15,4 3 3-15,0-5 5 0,4 2 5 0,-1-4 1 16,1 1 1-16,1-3 1 0,4 1 6 16,-5-3 7-16,-1-1 11 0,-2-2 22 0,0-1-2 0,-1 2 12 15,-1-2-42-15,-2-1 0 0,0-2 18 0,-6-1-10 16,0-3-9-16,-1 3-3 0,-4-6-2 0,-3 2 9 16,0-1-27-16,-8 2-20 0,3 0-30 0,-10 2-19 15,-2 0-23-15,-2 1-23 0,6 9-24 0,0 2-33 16,-1 1-36-16,-4 6-55 0,6 0-53 0,-6 8-244 15,3-1-588-15,7-2 260 0</inkml:trace>
  <inkml:trace contextRef="#ctx0" brushRef="#br0" timeOffset="100332.47">7135 9004 81 0,'0'0'116'0,"0"0"-1"15,0 0-5-15,-8-3-6 0,8 3-13 0,0 0-7 16,0 0-6-16,0 0-7 0,0 0-10 0,0 0-7 15,0 0 0-15,0 0-12 0,0 0-3 0,0 0-7 16,0 0-2-16,0 0-4 0,0 0 0 0,36 5-4 16,-11-5-11-16,10 0 7 0,3 1-9 0,21-1-9 15,1 2 0-15,1-2-6 0,3 0-10 0,27-2-17 16,-27 4-7-16,26-4-21 0,-27 5-10 0,2-3-16 16,25 0-73-16,-29 3-174 0,0-2 77 0</inkml:trace>
  <inkml:trace contextRef="#ctx0" brushRef="#br0" timeOffset="101152.9">10437 8954 17 0,'0'0'76'0,"-10"-4"-3"0,3 1 4 0,7 3 3 15,-14-5 2-15,8 2-6 0,-2 0 8 0,1 0-5 16,0-1-3-16,-2 2-3 0,-1-2 4 0,2 3-8 16,1-2-3-16,0 0-9 0,7 3 7 0,-12-3-6 15,12 3-8-15,-9-3-1 0,9 3-5 0,0 0-10 16,0 0 2-16,0 0-9 0,0 0 2 0,0 0-1 0,43-2-3 15,-7 2-14-15,19-4-23 0,7 6-34 0,4-5-32 16,31 1-44-16,-35 0-89 0,31-4-226 16,-3-1 100-16</inkml:trace>
  <inkml:trace contextRef="#ctx0" brushRef="#br0" timeOffset="105260.58">5229 9839 135 0,'-11'-4'177'0,"11"4"-4"0,-8-2-8 0,8 2-9 15,-8-1-9-15,8 1-17 0,0 0-13 0,0 0-13 16,-8-4-9-16,8 4-13 0,0 0-7 0,0 0-6 16,0 0-7-16,0 0-2 0,38-6-8 0,-10 2-5 15,1 0-11-15,8 1 3 0,-1 1-4 0,0-1-9 16,0 0-23-16,-6-1-29 0,2 1-26 0,-2 1-39 15,-9 0-26-15,-4 1-35 0,-3 2-107 0,-1-1-278 16,-3 2 123-16</inkml:trace>
  <inkml:trace contextRef="#ctx0" brushRef="#br0" timeOffset="105692.84">5426 9827 66 0,'0'0'151'0,"0"0"-17"16,-9 0-11-16,9 0-16 0,0 0-5 16,-1 9-12-16,1-9 4 0,1 16 21 0,-4 0-8 15,2 3-8-15,1 7-9 0,-1 0-8 0,-1 2-5 0,2-1-5 16,0-1-9-16,0 0-2 0,2-7-11 0,-2 6 3 16,0-7 5-16,1-1-6 0,0 2-5 15,1-2-6-15,-2 0 0 0,1 1-4 0,0-1-2 16,1-2-4-16,-4-4-2 0,2 0-2 0,0-1-3 0,-1 1-4 15,0-5 4-15,1-6-6 0,0 13-2 0,0-13 1 16,-2 9-2-16,2-9 3 0,-4 8-6 0,1-5 5 16,3-3-2-16,-13 5-4 0,3-3 3 15,-2-1-1-15,-2 1-7 0,1-2 8 0,-5 0-6 16,1-2-1-16,3 2 1 0,2 0-3 0,-1-1 0 16,2-2 1-16,-1 2-1 0,5 1 2 0,7 0 4 15,-12-3 7-15,6 3-3 0,6 0-1 0,0 0-3 0,-12-1 0 16,12 1-4-16,0 0 1 0,0 0-7 15,0 0 5-15,0 0-1 0,0 0 0 0,0 0 0 0,0 0 0 16,0 0-2-16,45 1 4 0,-25-2-2 0,9-1 0 16,1 2 1-16,3 0 3 0,-3-2-5 0,1 4-22 15,1-2-40-15,-3 0-39 0,2 0-62 16,-2 0-53-16,-7 2-131 0,-2-1-371 0,-1-1 163 0</inkml:trace>
  <inkml:trace contextRef="#ctx0" brushRef="#br0" timeOffset="105972.48">5932 10245 198 0,'0'0'272'16,"-5"-13"-22"-16,5 13-10 0,-4-8-17 0,4 8-16 15,-8-5-15-15,8 5-10 0,-11-1-21 0,-1 2-11 16,2 2-19-16,-1 1-5 0,-5 6-14 0,1 0-11 15,0 2-9-15,-2-1-7 0,0 2-5 0,5 1-8 16,0 0-10-16,2 2-3 0,2-3-7 0,-3 1-3 16,6-2-9-16,2-2 0 0,3 2-8 0,-1 0 0 15,2-2-3-15,2 1-1 0,1 1 0 0,-1-2-5 16,6-1-4-16,0-2-19 0,4 4-31 0,-2-3-40 16,6 1-49-16,2-4-52 0,0 0-52 0,-1-1-48 15,0 1-142-15,3-3-447 0,0-2 199 16</inkml:trace>
  <inkml:trace contextRef="#ctx0" brushRef="#br0" timeOffset="106386.14">6569 10290 28 0,'0'0'279'0,"0"0"-23"16,0 0-8-16,0 0-15 0,0 0-15 0,0 0-13 15,-17-14-16-15,17 14-4 0,-10-5-4 0,7 2-2 16,3 3 0-16,-8-6-5 0,8 6-10 0,-6-5-13 16,6 5-11-16,-4-6-18 0,4 6-13 15,-5-10-10-15,5 10-10 0,-1-10-9 0,-2 3-10 0,3 7-9 16,-1-10-7-16,1 10-2 0,4-17-10 0,1 7 1 16,-3 1-6-16,4 0 1 0,0-1-16 0,-1 2-2 15,3 1-4-15,-1 0 1 0,-2 2-10 0,2 0 0 16,-2 1-2-16,4 3-1 0,1 1-5 15,2-2-1-15,-1 4 3 0,-2 1-7 0,3 3 3 16,2-1 2-16,-4 1 0 0,3 1 0 0,2 0 6 0,-5 0-4 16,4-2 4-16,0 2 13 0,-1-4-16 0,4 4 1 15,-1-5-3-15,-1-1 7 0,-2-2 1 0,0 1-6 16,-1-4 2-16,-1 2 2 0,0-2 9 0,1 0-12 16,-5 2 3-16,2-5-3 0,-3 2 2 0,-1 1-3 15,0-1-1-15,-5 5-10 0,4-10-3 0,-1 3-26 16,-3 7-39-16,-2-11-29 0,2 11-29 0,-6-9-57 15,0 4-54-15,-1 3-59 0,-3 0-190 0,10 2-535 16,-22 2 238-16</inkml:trace>
  <inkml:trace contextRef="#ctx0" brushRef="#br0" timeOffset="106698.47">6617 10445 173 0,'0'0'257'16,"0"0"2"-16,0 0-8 0,-6 5-9 0,6-5-9 16,0 0-14-16,-9 1-15 0,9-1-8 0,0 0-7 15,0 0-5-15,0 0-7 0,-12-1-2 0,12 1-6 16,0 0-14-16,0 0-13 0,0 0 5 0,0 0-11 16,0 0-13-16,-8-5-15 0,8 5 4 0,0 0-27 15,0 0-11-15,0 0-7 0,0 0-5 0,0 0-5 16,0 0 3-16,9-16-27 0,-9 16 3 0,0 0-8 15,6-3-7-15,-6 3-10 0,0 0 3 0,10-1 2 16,-10 1-10-16,0 0 1 0,20 5 1 0,-11 0 1 16,3-1-8-16,-2-1-34 0,1 1-39 0,1 1-35 15,3 2-41-15,4-4-44 0,3 3-59 0,9-5-57 16,-1 0-249-16,6-6-601 0,1-1 267 0</inkml:trace>
  <inkml:trace contextRef="#ctx0" brushRef="#br0" timeOffset="107281.53">7845 10046 194 0,'3'-5'206'0,"1"0"-27"16,-4 5-15-16,0 0-20 0,0 0-14 0,0 0-4 0,0 0 1 15,-11 29-4-15,-3-7-3 0,-1 5-13 16,-3 1-6-16,-1-2-12 0,0 2-4 0,-2-1-10 16,0-1-5-16,4-3-7 0,-2-2-9 0,1-2 4 15,-5 0-7-15,9-7-6 0,-2-1-1 0,2-1-4 16,0-1-3-16,3-1-1 0,-2-5 11 0,4 2 7 0,0-3 6 15,-2 1 4-15,3-5-5 0,8 2-4 16,-13-3-2-16,6-2-10 0,7 5-1 0,-8-13-9 16,4 3 1-16,3-2-8 0,2 0-3 0,2-6 2 15,1 2-4-15,3-1-5 0,-1 0 0 0,2 1-4 16,0 2-1-16,-2 3-4 0,2 2-3 0,-2 3-1 16,2-2-1-16,-2 4-2 0,2 3 0 0,-8 1 0 15,21 3-5-15,-10 1 3 0,-1 4 1 0,3 3 0 16,1 2 3-16,-2 1-4 0,5 7 2 0,-4-5-3 0,4 4 24 15,-6-4-2-15,7 3-13 0,-1 1-25 0,-3-4-34 16,1 3-52-16,2-5-74 0,5-1-69 0,-7-1-187 16,5-2-471-16,0-4 208 0</inkml:trace>
  <inkml:trace contextRef="#ctx0" brushRef="#br0" timeOffset="107540.35">8382 10041 115 0,'0'0'236'0,"4"-12"-12"0,-4 12-12 0,2-5-11 16,-2 5-10-16,0-7-14 0,0 7-18 0,0 0-14 15,7-7-18-15,-7 7-12 0,0 0-12 0,6-3-11 16,4 0-8-16,8 0-13 0,1 2-3 0,4-2-5 15,7 1-19-15,2 1-17 0,-3 0-24 0,-2 1-25 16,-7 0-26-16,-2 0-42 0,0-2-31 0,-6 2-30 16,-1 3-19-16,-3-2-140 0,-2 1-334 0,-6-2 148 15</inkml:trace>
  <inkml:trace contextRef="#ctx0" brushRef="#br0" timeOffset="107910.24">8554 9991 123 0,'-12'-1'189'0,"12"1"-8"15,-8-3-10-15,8 3-15 0,0 0-13 0,0 0-16 16,-13 6 8-16,11 1-2 0,-3 5 3 0,0 4-3 16,-2 9-8-16,-1-1-8 0,2 2-10 0,1-2-8 15,1 1-7-15,0-4-10 0,3 3-4 0,0-3-8 0,1-2-5 16,-2-2-5-16,2 0-7 0,2 0-5 16,-1-1-2-16,-1-5-4 0,1 0-5 0,-1-1-1 15,0 0-9-15,-1-1 1 0,4 0-4 0,-3-9 0 16,0 11-3-16,1-4-1 0,-1-7-2 0,0 0 7 0,-1 9-8 15,1-9 5-15,0 0-7 0,-2 8 1 16,2-8-1-16,0 0-1 0,-10 1-4 0,10-1 1 16,-14-3 0-16,14 3-1 0,-15-5 5 0,6 3-7 0,-1-2-3 15,3 2 8-15,1-1-10 0,6 3 0 0,-14-4-1 16,6 2 0-16,8 2-1 0,-9-3 1 0,9 3-2 16,-8-3-1-16,8 3-2 0,0 0 3 0,-7-2-3 15,7 2 0-15,0 0-1 0,0 0 3 0,0 0 0 16,0 0 0-16,0 0 5 0,0 0 0 0,28 5-1 15,-14-4 0-15,1 1-4 0,6-2-15 0,-1 2-30 16,8-4-36-16,2 2-41 0,0 0-65 0,2 0-35 16,-2 0-191-16,-3-2-449 0,1 1 198 0</inkml:trace>
  <inkml:trace contextRef="#ctx0" brushRef="#br0" timeOffset="108352.6">9109 10264 114 0,'0'0'275'16,"1"-10"0"-16,-1 10-7 0,-4-9-2 0,4 9-20 15,-6-9-21-15,1 5-18 0,-1 0-15 0,-1 0-17 16,7 4-14-16,-20-2-23 0,8 4-11 0,-2 0-14 16,-2 5-8-16,0 0-12 0,1 2-8 0,-2 1-10 15,3 2-5-15,4 0-11 0,-1 1-1 0,2 1-7 16,2-2 2-16,3-1-13 0,1 2 1 0,3-1-11 15,1-1 3-15,4 1-2 0,0-2-4 0,3 2-3 16,3-2 1-16,2 0-4 0,1-1 1 0,4-2 0 16,4 0-5-16,-4-4-1 0,1 0-5 0,-6 0 3 15,1-3 0-15,-4 3 1 0,0-3-3 0,-1 1-1 16,-3-1 4-16,-6 0-2 0,11 0-4 0,-11 0 0 16,7 2-3-16,-7-2 1 0,0 0 3 0,0 0-4 15,0 0 2-15,0 0-4 0,0 0-6 0,0 0 2 16,0 0 0-16,0 0 1 0,-39 8-3 0,22 0 5 15,-2-2-2-15,1 2 4 0,0 2-1 0,0-1 7 16,1 3-6-16,2-2-2 0,2-1 2 0,3 1 1 0,3-1-1 16,1 0-1-16,3-1-2 0,-1 2 4 0,2-1-2 15,5 0-3-15,1-4 8 0,2 4-4 16,5-2-1-16,5-2-13 0,2-1-10 0,9 0-30 16,-5 0-28-16,6-4-34 0,-7 2-31 0,7-2-43 15,-8 0-35-15,0 0-51 0,-1 0-220 0,-5-2-531 0,-3 2 236 16</inkml:trace>
  <inkml:trace contextRef="#ctx0" brushRef="#br0" timeOffset="108990.69">4301 9777 25 0,'3'-12'222'0,"-2"5"-15"16,-1 2-20-16,0 5-23 0,3-8-19 0,-3 8-17 16,0 0-11-16,0 0-6 0,0 0-7 0,9 24 6 15,-7 6 10-15,2 13 2 0,-3 12 1 16,-3 25-2-16,-1 3-4 0,1-25-10 0,-2 23-8 15,-1-25 2-15,1 1-5 0,-5-2 5 0,8-1-6 16,-1-2-1-16,2-2-8 0,-1-2-7 0,2-15-4 0,2 0 5 16,1 3-19-16,-1-4-1 0,1 2-3 0,1-2-6 15,-1-6-5-15,0 1-1 0,1-2-5 0,2-7-4 16,-4-2 3-16,-1-4-15 0,0 1 4 16,1-2-1-16,-1-1-17 0,0-4-32 0,-1 0-21 0,-1-6-22 15,1 9-19-15,-1-9-25 0,0 8-45 0,0-8-77 16,0 0-261-16,0 0-533 0,0 0 235 15</inkml:trace>
  <inkml:trace contextRef="#ctx0" brushRef="#br0" timeOffset="110186.95">4310 9652 156 0,'0'-10'189'16,"-1"3"-18"-16,1 7-20 0,5-11-17 0,2 3-13 16,4-1-9-16,6 1-15 0,8-1-4 0,8 0-14 15,18-3-3-15,4 2-9 0,4 2-3 0,6-1-6 16,24-2-5-16,1-1-5 0,0 0-6 0,-1-1 1 16,7 2-4-16,1 0-5 0,4 2-2 0,3-3-6 15,-3 3 1-15,-4-1-6 0,9 2 1 0,-1 4-1 16,2-3-4-16,0 4-1 0,6 0-1 0,-1 3-4 15,-6 0 3-15,7-2-5 0,-6 0 2 0,6 6 10 16,-5-2-11-16,6 3-6 0,0 0 2 0,-6 2-2 16,5-1 2-16,-6 1-7 0,4-1 4 0,0 3-1 15,3-2 0-15,7-1-3 0,-3 1 0 0,0 0 0 16,1-4-1-16,-1 2-1 0,3-1 3 0,-2 0-4 16,3-4 0-16,-2 3 0 0,-2 0 3 0,-3-3-3 15,-4 0 3-15,2 4-2 0,-5-3-5 0,-4 1 7 16,1 1-4-16,-2-1-2 0,-6 0 1 0,-2 1 6 15,-3-4-3-15,-27 4 1 0,31-2 0 16,-32 3 0-16,28-3-2 0,-30 3 3 0,6 3-3 0,-3-5 7 16,-1 2 0-16,-3 1-4 0,-7 0 2 0,-1-1-2 15,-20 1-1-15,1 0 4 0,-3 1-2 0,-3 0-2 16,-6-1 5-16,-3 2 2 0,-5-3-6 0,-5 2-2 16,2-2 5-16,-3 0-2 0,-3 1-2 0,-1 1 0 15,-1-2 0-15,-3-4 2 0,4 9 2 0,-2-5 6 16,-2-4-6-16,-2 11 0 0,2-11-2 0,-4 10 3 15,1-3-1-15,1-2 4 0,-2 5-1 0,0-2-1 16,1 2 1-16,2 0 0 0,-2 0 2 0,2 1 1 16,-3 4 3-16,-2 1-4 0,4 0 3 0,-1 0 2 0,-1 9 2 15,-1 0-3-15,4-1 5 0,-3 2-1 16,1-1 3-16,1 7 2 0,-3-2-2 0,3 1 2 16,0 3 2-16,-1-1 0 0,2 13 15 0,1-10-10 15,-1 0 3-15,-2 8 2 0,2-10 1 0,1 0-1 16,0-1-2-16,0 3-3 0,1-1 2 0,2-2 1 15,1-1-1-15,3 14 2 0,-4-11-6 0,-1-3-2 16,1 4 6-16,2-4-2 0,1 3-1 0,0-1 0 16,0 0-7-16,-1-2 3 0,0-3-7 0,1 1 0 15,-3 0-2-15,2 0 1 0,-2 0-3 0,3-2 0 0,-2 1-1 16,0-4-2-16,-3-5 0 0,-1 6 1 16,3-10 1-16,-2 0-3 0,0-1-2 0,-1 0 3 15,0-2-2-15,1-2-2 0,-2 0 2 0,0-2 0 16,1 0-2-16,-1-2 2 0,1-7 0 0,-6 12 1 15,1-7 0-15,2 2 4 0,-2-4 2 0,-1 3 3 0,-3-3-3 16,0 0 0-16,-2 1-2 0,-2-1 0 16,-1-1-1-16,-5 0 1 0,-2 1-3 0,1-1-1 15,-1-1 0-15,-7 1-1 0,-1 1-2 0,-2 1-2 16,-3-2 0-16,-7 0-1 0,-10 1 1 0,-5 0-2 0,-4 2 3 16,1 1-2-16,-1-3 1 0,-4 2-1 0,1 0-3 15,-28 0 6-15,29-1-2 0,-2-1 3 16,-27 1-4-16,26 1-2 0,-31 0 2 0,5 0 0 15,-2-2 0-15,-8 1-3 0,5-1 1 0,-5-1 3 16,-1-1-2-16,-6 6 1 0,-4-7-5 0,1 3 6 0,1 0-1 16,0-2-4-16,-2-1 3 0,8 3 1 0,-7-5-2 15,0 1-2-15,5 1 3 0,4-1 3 16,-4-1-1-16,9 2-2 0,-5 3 0 0,-1-6 2 16,0 2-2-16,0-1 1 0,2 0-3 0,-9-1 3 0,5 0 2 15,1-1-1-15,0 2 0 0,1 0 0 0,-5 1 3 16,3-6-3-16,0 2 2 0,2 5 2 15,0-4 2-15,2 6 6 0,0-2-3 0,4-3 11 16,2 4-2-16,29-1 13 0,-28 0-2 0,28 2 6 16,0-4 6-16,3 4 11 0,4-4-10 0,5 1 0 0,14 0-2 15,5 0 1-15,-1 1-12 0,2-1-1 0,4-2 1 16,2 0-1-16,9 5-4 0,0-4-4 0,1 2 1 16,5-1-2-16,-1-2-5 0,3 2-2 0,-1-1-2 15,2-1 4-15,0-1-3 0,-1 2-4 0,1-1 9 16,2 0-13-16,1 2-4 0,7 1 3 0,-12-3 2 15,5 1-25-15,-1 0-11 0,8 2-8 0,-15-6-15 16,7 3-11-16,8 3-5 0,-12-2-1 0,6 1-3 16,6 1-7-16,-10-5-18 0,10 5-16 0,-10-4-19 15,10 4-31-15,-7-4-43 0,7 4-44 0,-6-7-182 16,6 7-468-16,-1-12 208 0</inkml:trace>
  <inkml:trace contextRef="#ctx0" brushRef="#br0" timeOffset="111070.46">4364 10739 19 0,'0'0'40'0,"0"0"3"0,-9-3 8 0,9 3 8 15,0 0 2-15,0 0-2 0,0 0 0 0,-4-8-2 16,4 8-7-16,0 0 3 0,0 0 1 0,0 0 5 16,0 0-1-16,0-9-1 0,0 9 0 0,0 0-4 15,1-12 1-15,-1 12-9 0,0 0 2 0,2-10 6 16,-2 10-8-16,0 0 2 0,0-10-6 0,0 10 2 16,0 0 0-16,0 0 1 0,0-9-4 0,0 9-1 15,0 0-5-15,0 0-3 0,0 0-1 0,0 0-4 16,0 0-4-16,0 0-9 0,0 0 3 0,0 0-6 15,0 0-2-15,0 0-2 0,0 0-1 0,0 0 2 16,0 0-3-16,-3 32 6 0,3-16-2 0,-1 0 0 16,1 4-2-16,-1 0-3 0,-1-1 5 0,0 10 2 15,0 0-2-15,0-1 5 0,-1-3-3 0,2 2 9 16,1-2-1-16,-1-2-1 0,1-2 2 0,0-3 1 16,0 7 0-16,-2-7 5 0,2 0 0 0,-1 0 6 15,2 0-2-15,-2-1 1 0,2 0-2 0,1-2-2 16,-4-4-4-16,4 1 1 0,-4 0-1 0,2-4-3 15,0 3 0-15,2-2 4 0,-2-1 1 0,0-8-4 16,1 13-2-16,-1-7-1 0,0-6-3 0,0 11 0 16,0-11-3-16,0 9 2 0,0-9-2 0,1 8-1 15,-1-8-3-15,2 7 1 0,-2-7-1 0,1 7 3 16,-1-7-4-16,0 0 1 0,0 0 0 0,2 7 0 16,-2-7-1-16,0 0 0 0,0 0 1 15,4 6 1-15,-4-6 1 0,7 2 2 0,-7-2 2 0,9 2-2 16,-9-2 1-16,14 1 3 0,-7 0-1 0,5 1-4 15,1-1-1-15,4 1 0 0,0 0-1 0,5 0 0 16,7-1-2-16,-2 1 2 0,5-1-1 0,3 0-3 16,-2 2 2-16,5 1-18 0,2-2-13 0,11 3-24 15,-14 0-25-15,17 0-13 0,3-2-40 0,-2 5-26 16,1-2-24-16,-1-3-133 0,-1 6-334 0,0-4 148 16</inkml:trace>
  <inkml:trace contextRef="#ctx0" brushRef="#br0" timeOffset="115583.51">5671 10603 37 0,'0'0'36'0,"0"0"-5"0,0 0 4 0,0 0-7 16,0 0-4-16,0 0 0 0,0 0-6 0,0 0-1 16,0 0-5-16,0 0-10 0,0 0 5 0,0 0-3 15,0 0-1-15,0 0 3 0,0 0-3 0,0 0 2 16,0 0-5-16,0 0 0 0,0 0 3 0,0 0-4 16,0 19-1-16,0-19-1 0,0 0 4 0,0 0 0 15,0 0-4-15,0 0 1 0,0 0 1 0,0 0 5 16,0 0-3-16,0 0 0 0,0 0 2 0,0 0-6 15,0 0 4-15,0 0 4 0,0 0-1 0,0 0-3 16,0 0 5-16,0 0-3 0,0 0 3 0,0 0-2 16,0 0-5-16,0 0 2 0,0 0 10 0,0 0-16 15,0 0 10-15,0 0-2 0,0 0 2 0,0 0 1 16,0 0-1-16,0 0 5 0,0 0 1 0,0 0 1 16,0 0-3-16,0 0 1 0,0 0-3 0,0 0 0 15,0 0-3-15,0 0 3 0,0 0 5 0,0 0-9 16,0 0 1-16,0 0 0 0,0 0 0 0,0 0 0 15,0 0 1-15,0 0-4 0,0 0-2 0,0 0 1 16,0 0 6-16,0 0-6 0,0 0-8 0,0 0 2 16,0 0 3-16,0 0-8 0,0 0 2 0,0 0 3 15,-13-4-2-15,13 4-3 0,0 0 0 0,0 0-3 16,0 0-3-16,0 0 1 0,0 0-5 0,0 0-6 16,0 0-1-16,-2 8-18 0,2-8-49 0,0 0 21 0</inkml:trace>
  <inkml:trace contextRef="#ctx0" brushRef="#br0" timeOffset="140665.69">7285 11628 64 0,'0'0'161'0,"-3"-7"-3"0,3 7-23 16,0 0-7-16,-4-8-9 0,4 8-11 0,0 0-16 15,0 0-7-15,0 0-14 0,-10 17 13 0,3-2 4 16,-4 9-1-16,0 4-7 0,-3 1-12 0,0 3 3 15,-4 11 5-15,3-11-6 0,0 0-6 0,-2 1-1 16,2-4-8-16,-4 1-4 0,2-4-4 0,2 0-3 16,-1-2 7-16,2-2 1 0,3-6-6 0,-3-1-1 15,3-1 1-15,-3 0-2 0,3-2 4 0,-3-2 0 16,4-3 4-16,2-2 0 0,1 0 12 0,-1-3-7 16,0-1-2-16,8-1-8 0,-12-2 0 0,5-2-7 15,0-2-1-15,0-2-10 0,2-2 1 0,-1-5-7 16,0-2-2-16,4-2 0 0,2-9-1 0,3 2-7 15,1-1-1-15,-1-2 0 0,3 3-1 0,2-2-4 16,3 4 1-16,-3 8-4 0,0-1 0 0,-1 2 1 16,2 2-5-16,-1 2 4 0,-2 3-5 0,1 2-1 15,0 1 0-15,1 3 1 0,1 2-2 0,0 2 0 16,4 3 1-16,-2 4-4 0,3 2 1 0,-2 3 2 16,-1 1 2-16,5 8-3 0,-5 0-1 0,3 1 4 15,-2 0-3-15,-1-2 1 0,2 2 1 0,-5-6 1 16,1 0 0-16,-1 1-1 0,3 5 4 0,-1 0-2 0,-2-6-2 15,2-3-11-15,-2 2-13 0,-2-1-19 16,2 0-26-16,1 0-26 0,-4-4-29 0,4 2-35 16,-3-4-32-16,3-1-28 0,-1-1-133 0,1-3-383 15,2-1 170-15</inkml:trace>
  <inkml:trace contextRef="#ctx0" brushRef="#br0" timeOffset="140866.24">7637 12001 108 0,'0'0'204'0,"0"0"-9"0,0 0-9 16,0 0-13-16,0 0-17 0,0 0-18 0,0 0-10 16,5-7-16-16,-5 7-11 0,9 0-7 0,0 0-13 15,0 0-19-15,1 0-43 0,3 1-56 0,0 1-36 0,-1-2-47 16,0 1-135-16,-2 1-275 0,1-1 121 0</inkml:trace>
  <inkml:trace contextRef="#ctx0" brushRef="#br0" timeOffset="141038.25">7601 12201 18 0,'0'0'228'16,"-8"3"-12"-16,8-3-14 0,-7 1-14 0,7-1-17 15,0 0-17-15,0 0-13 0,0 0-17 0,0 0-12 16,0 0-20-16,0 0-36 0,34-1-49 0,-12-2-65 0,5 0-70 16,-6-3-127-16,10 1-274 0,0 0 121 0</inkml:trace>
  <inkml:trace contextRef="#ctx0" brushRef="#br0" timeOffset="141551.47">8455 11768 191 0,'2'-9'209'0,"-2"9"-23"0,0 0-16 0,0 0-12 15,0 0-3-15,0 0-2 0,-25 17-9 0,12-3-2 16,-8 8-6-16,6-1-10 0,-4 4-6 0,2 1-6 16,3 1-14-16,-2-2-11 0,3-2-9 0,0 3-6 15,4-3-8-15,1-4-7 0,1-3-3 0,4 3-5 0,2-5-8 16,1 1 2-16,1-1-5 0,2-4-8 15,3 1-1-15,1-1-3 0,0-3-2 0,2-1-1 16,4-1-4-16,0-1 9 0,1-2-6 0,6-2-2 16,1-1 3-16,0-5 2 0,0-1 0 0,1 2 2 15,2-6 0-15,-6 2-4 0,-1-2 3 0,-1-1 4 0,-2 0 6 16,-1-3-2-16,-2-1-4 0,-3 4 3 16,-1-4-2-16,-4 0-2 0,-1-1-2 0,-4-1-4 15,1-1-4-15,-4 2-2 0,-3 0-1 0,-1 2-2 16,-5 1-1-16,3 2-3 0,-6 3 1 0,0-1-1 0,0 3-6 15,-1 4 2-15,-3 3-8 0,1 0 4 0,-1 1-2 16,1 3-19-16,-7 3-23 0,8 3-20 0,0-1-34 16,0 1-41-16,4 1-44 0,3 1-44 15,3-3-49-15,1 1-154 0,4-1-461 0,3-3 205 16</inkml:trace>
  <inkml:trace contextRef="#ctx0" brushRef="#br0" timeOffset="141736.41">8830 11963 32 0,'11'-1'253'0,"-11"1"-1"0,7-1 7 0,-7 1-6 15,0 0 11-15,11 0-15 0,-11 0-21 0,0 0-22 16,0 0-21-16,0 0-25 0,10-2-12 16,-10 2-34-16,0 0-41 0,0 0-43 0,0 0-36 0,0 0-38 15,0 0-42-15,0 10-49 0,0-10-52 0,0 0-188 16,-5 14-406-16,5-14 180 0</inkml:trace>
  <inkml:trace contextRef="#ctx0" brushRef="#br0" timeOffset="142240.31">9335 11810 25 0,'-2'-12'273'0,"-1"3"-10"0,1-3-10 16,-2 3-9-16,-5 0-17 0,1 1-20 0,-1 0-20 16,-2 2-8-16,-3 2-24 0,-5 1-14 0,1 3-14 15,-1 3-13-15,-1 4-13 0,0 2-10 0,3 1-11 16,-5 7-11-16,3 1-1 0,-1 2-14 0,5 1-4 16,-1-1 1-16,11-3-7 0,-1 0-6 0,-1-1-3 15,5 1-4-15,2-2-5 0,1 2-3 0,3-3-1 16,1-4 1-16,1 2-6 0,2-3 3 0,1-1-6 15,3-2 4-15,-1-2-5 0,0-2 4 16,2 0 1-16,1-4-6 0,0 0 0 0,0-1-1 0,4-2 3 16,-5-1-3-16,-1-2 1 0,-2 0-1 0,0-1-4 15,-1-1 1-15,0-5 3 0,0-1-1 0,-3 0-5 16,-1-2-1-16,-1 1 4 0,-2 0-5 0,0-1-2 16,-2 2 6-16,1-1 1 0,1 6 10 0,-1-1 13 15,-1 3 5-15,0 1 4 0,1 1-5 0,-1 7 0 16,0 0-7-16,-1-13-2 0,1 13-10 0,0 0-4 15,0 0 2-15,0 0-5 0,0 0-1 0,0 0-1 16,7 36 1-16,-4-11 0 0,-2-1-2 0,-1 2-2 16,-2 2 2-16,2-2 0 0,0 0-2 0,0 0-4 15,0-1 5-15,0-4 0 0,0 3 0 0,0-5-1 16,1 0 2-16,-2-1 0 0,1 3-4 0,0-4 1 16,0-2-6-16,1-2-19 0,-1-1-20 0,1 4-28 15,-2-2-27-15,1-2-34 0,0-1-48 0,0 0-41 16,1-3-36-16,-2 2-219 0,0-5-514 0,1-5 228 15</inkml:trace>
  <inkml:trace contextRef="#ctx0" brushRef="#br0" timeOffset="143769.2">9673 11803 117 0,'0'0'154'0,"-2"-7"-14"15,2 7 3-15,0 0-11 0,0 0-15 0,-3-7-4 16,3 7-20-16,0 0-4 0,0 0-11 0,0 0-7 16,-3-6-1-16,3 6-5 0,0 0-6 0,0 0-5 15,0 0-8-15,0 0 1 0,0 0-12 0,0 0 3 16,0 0-3-16,0 0-6 0,0 0-6 0,0 0 2 16,0 0 3-16,0 0-3 0,0 0 7 0,0 0 1 15,0 0 0-15,0 0-4 0,-15 8 3 0,10-2-1 16,5-6 0-16,-9 10 0 0,3-3-3 0,-1 2 0 15,1-1 3-15,-1 2-2 0,-1-1-1 0,2 1-5 0,-2 2-2 16,2 2-1-16,-2 0 0 0,4-3-4 0,-2 4 0 16,1-2-1-16,0 2-2 0,2-4-1 0,2 2-4 15,1-1 2-15,0-1-2 0,-1 2-2 16,5-4 2-16,-2 1 0 0,3 0 2 0,4-3-1 0,-1 1-2 16,1-2 2-16,2-1-1 0,2-3 2 0,2 0 2 15,3-2 3-15,1-1-5 0,2-2 2 0,-1-2 3 16,1 0-2-16,-2-1 0 0,-1-2 3 15,1-1-3-15,-2-1 4 0,-2-2 0 0,-2 2 6 16,-2-3-1-16,1 0 3 0,-3-2-5 0,-3-1 4 0,4-1 2 16,-7 1 2-16,-1-2-2 0,-2-1 0 0,0-2-4 15,-3 4 0-15,-2-1-5 0,-2 0 3 0,2 1-2 16,-4 0-2-16,1 0 1 0,-4 4-1 16,-1-2-6-16,-1 5-1 0,1-1 1 0,-2 2-4 0,-1 5 2 15,-1 0-1-15,0 4-5 0,-1 2-1 0,1 4-4 16,-3 1-12-16,2 5-25 0,-3 2-10 0,5-1-29 15,-1 6-35-15,3-3-36 0,8 0-34 16,1 0-38-16,1 3-144 0,5-4-397 0,3-3 175 16</inkml:trace>
  <inkml:trace contextRef="#ctx0" brushRef="#br0" timeOffset="144214.14">10565 11640 218 0,'0'0'222'0,"4"-8"-9"0,-4 8-15 0,1-7-17 0,-1 7-21 16,0 0-14-16,0 0-20 0,0 0-8 0,0 0-12 15,0 0 1-15,10 19 1 0,-7-2 0 0,-2 8 1 16,-1 2-15-16,0 1-1 0,0 0-13 0,1 3-2 15,-3-2-8-15,0 0-4 0,1-1-7 16,-1 0-2-16,4-1-5 0,-4-7-6 0,2 5-1 0,2-7-10 16,-2-1-1-16,0 1-5 0,0 0-3 0,-2-3 0 15,2 1-1-15,2-4-7 0,-2-1-14 0,-2 1-19 16,2-3-28-16,-3-1-31 0,3-2-34 16,0-6-51-16,-1 13-21 0,0-7-26 0,1-6-173 0,0 0-410 15,-12 7 181-15</inkml:trace>
  <inkml:trace contextRef="#ctx0" brushRef="#br0" timeOffset="144625.79">10402 11898 110 0,'-1'-12'177'0,"1"12"-11"0,5-8-11 0,-1 2-5 15,4-1-5-15,2 1-12 0,0 0-14 0,6-1-5 16,1 2-12-16,1 0-9 0,-1 1-10 0,2 1-7 15,-1 0-8-15,0 3-8 0,-5 0-5 0,2 0-5 16,-2 1-6-16,0 1-4 0,-2 1-2 0,-2 2-6 16,4 1-2-16,-6-1-1 0,1 2 3 0,1 0-6 15,0 2-2-15,-3-1 3 0,1 2-1 0,-1-1-4 16,2 1 3-16,-3 1-4 0,1 0-4 0,-2-1 4 16,3 1 1-16,-1-1-6 0,-1-3-2 0,0 1 4 15,2-1-6-15,0 1 1 0,0-5 0 0,-2 2 1 16,1-1 7-16,1-2 1 0,0 1 4 0,5-3 12 15,-2 0-1-15,0-3-3 0,4-1 1 0,-2-2-1 16,4-1 0-16,-5 0 6 0,4-3 5 0,-6 1 2 16,0 0 0-16,-3-3-3 0,3 3-1 0,-4-3-5 15,-2 0-3-15,-2-5-2 0,-1 1-6 0,-4 0-2 16,-2 0-3-16,-3 2-3 0,3 3 1 0,-2-2-2 16,-1 3-5-16,-2-2 0 0,1 5-3 0,4 0-5 15,-10 0-13-15,5 3-16 0,3 1-26 0,-5 3-30 16,1 3-34-16,2 1-45 0,-2 1-40 0,6 1-62 15,-2 2-133-15,2-1-426 0,6-7 188 0</inkml:trace>
  <inkml:trace contextRef="#ctx0" brushRef="#br0" timeOffset="145511.41">12023 11615 98 0,'0'0'143'15,"0"-7"0"-15,0 7-7 0,0 0-3 0,-2-11 0 16,2 11-5-16,0 0-3 0,0-10-11 0,0 10 2 16,0 0-4-16,-2-8-5 0,2 8-8 0,0 0-3 15,-6-6-6-15,6 6-12 0,0 0-4 0,0 0-7 16,-7-5-8-16,7 5-8 0,0 0-2 0,-9 0-7 16,9 0-2-16,0 0-5 0,-19 7-4 0,11-3-5 15,0 2 2-15,0 1-7 0,-1 2 2 0,0 1-3 16,-4 4 0-16,3 0-5 0,2 0 1 0,-2 1-1 15,1 2-1-15,1-2-5 0,0 2 0 0,4-1 2 16,-1 2-2-16,2-1 1 0,1-2-1 0,3 0-3 0,0 1 1 16,2-3 0-16,2 3 1 0,2-3-3 15,2-2 2-15,0-1 0 0,0-2 4 0,3-1-5 16,-1 1 5-16,5-1-2 0,-4-3-1 0,7-1-1 16,-2-3 2-16,-3 1-2 0,4-2 1 0,0 0 1 15,0-3 2-15,0 0-2 0,-2-4 6 0,-2 2 0 16,1-3 2-16,1 2-2 0,-7-3 5 0,2 0 6 15,-4 1 4-15,-1-2-9 0,1 0 2 0,0-5-4 16,-3-2-2-16,-3 0 0 0,-1 1 2 0,-1-1-8 16,-1 0-1-16,-3-2 1 0,1 2-7 0,-5 1 5 0,0-1-3 15,-1 2 7-15,-2 3-8 0,-1-3-1 0,-1 4 2 16,5 4-3-16,-5-4-2 0,3 7 2 16,0-1 1-16,-1 1-5 0,2 2 4 0,-2 1-5 15,-1 0 3-15,4 1-6 0,0 2-10 0,-2 3-10 16,3-1-12-16,0 2-23 0,0 1-20 0,2 3-24 0,-2 2-38 15,5-3-31-15,3 3-51 0,-4 1-141 0,4 0-394 16,4 0 174-16</inkml:trace>
  <inkml:trace contextRef="#ctx0" brushRef="#br0" timeOffset="145791.87">12404 11823 68 0,'4'-8'233'0,"-4"8"-11"15,2-8-12-15,-2 8-6 0,0-10-18 0,0 10-6 16,2-9-16-16,-2 9-9 0,2-7-10 0,-2 7-6 16,0 0-15-16,0-9-8 0,0 9-10 0,0 0-5 15,0 0-13-15,0 0-8 0,0 0-7 0,0 0-8 16,0 0-9-16,0 0-7 0,0 0-6 0,0 0-2 15,0 0-4-15,0 0-9 0,0 0-7 0,0 0-13 16,0 0-25-16,-17 18-22 0,14-13-38 0,3-5-27 16,-3 12-50-16,2-7-39 0,1-5-200 0,-1 12-426 15,1-12 188-15</inkml:trace>
  <inkml:trace contextRef="#ctx0" brushRef="#br0" timeOffset="148601.76">12789 11490 92 0,'0'0'192'0,"0"0"-20"0,-6-13-7 0,1 8-8 0,-3 1-4 16,2 1-13-16,-4-3-12 0,3 6-10 0,-4 0-9 15,-1 0-12-15,1 1-7 0,-3 1-13 16,3 3-5-16,-7 0-8 0,5 5-8 0,0-3-5 0,3 0-2 16,-3 7-4-16,4-5-8 0,0 2-4 0,3-1 1 15,1 1-6-15,1 0-1 0,1 0-3 16,2 1-7-16,1-3 0 0,0 2-2 0,2 1-2 0,4-4-2 15,0-1 0-15,1 1-3 0,1-1 4 0,0 0-3 16,1-3 2-16,-1 0-2 0,0-3-1 0,-1 1-3 16,1-2 4-16,-8 0 2 0,16-1-4 15,-16 1-2-15,13-3 3 0,-8-2-2 0,5 0 4 0,-4 0 1 16,-1-1 14-16,1-2-1 0,-2-1 2 0,1 1 4 16,0-2-3-16,-1-1 11 0,-2 3 9 0,1 1 1 15,-3 7 9-15,2-10-7 0,-2 10-1 0,2-9-6 16,-2 9-7-16,0 0-8 0,2-6-6 0,-2 6-2 15,0 0 1-15,0 0-6 0,0 0 1 0,2 24-1 16,-4-8-1-16,0-1-2 0,-2 3-1 0,4 2-1 16,-4 5-3-16,3 0-2 0,-1 0 2 0,0 0-2 0,-3-5 3 15,5-2-1-15,-2 2 0 0,0-3-3 16,1 0 1-16,-1-1 0 0,0 1-15 0,0-3-20 16,0 1-20-16,2-3-30 0,-4 0-37 0,3-1-41 15,-1-2-30-15,0 1-45 0,-2-2-151 0,0-2-415 16,2 0 183-16</inkml:trace>
  <inkml:trace contextRef="#ctx0" brushRef="#br0" timeOffset="149045.1">12969 11665 138 0,'7'2'185'0,"-7"-2"-7"0,0 0-9 15,16 8-9-15,-10-3-15 0,1 2-8 0,5 1-11 0,-4 1-4 16,1 1-13-16,1-1-5 0,-1 3-15 0,-1-1-3 16,-1 0-13-16,2-1-3 0,-4 0-9 15,1 1-6-15,-1-1-5 0,-3 2 0 0,-2-3-5 16,0 2-1-16,-2 0-10 0,-3-3-9 0,-1 1-8 0,-1-2-4 16,-2 1-8-16,0-2-3 0,0 0-5 0,-1-2 0 15,-3-2 0-15,3-1-3 0,2 1 3 16,-1-2-2-16,9 0 2 0,-13-5-7 0,6 1-2 0,3 0 3 15,1-5-2-15,1-1-4 0,4-2 2 0,1 1 5 16,6-6 1-16,4-7 0 0,0 2 1 0,1-1 3 16,2 3-5-16,2-2 4 0,-3-1 6 15,3 2 6-15,-1-1 1 0,-2-2 4 0,3 1 1 0,-3 3 0 16,-1-2 4-16,-5 7 4 0,-2-2 5 0,-1 1 2 16,-1 4 0-16,-5 1-1 0,3 1 4 0,-6-3-1 15,2 4 3-15,-5 1-5 0,0 3-3 0,1 1-3 16,-4 3-2-16,-5-1-4 0,4 4 0 0,-9 4-3 15,-2 2-3-15,-2 5-1 0,-2 4-3 0,4 2-3 16,4 2-15-16,1 1-24 0,7-5-32 0,0 0-41 16,4 0-33-16,5 0-22 0,3 2-44 0,-3-3-112 15,7-2-345-15,-1 1 153 0</inkml:trace>
  <inkml:trace contextRef="#ctx0" brushRef="#br0" timeOffset="149674.26">8759 12230 83 0,'0'0'97'0,"18"11"-12"16,-9-7-7-16,3 0 1 0,4 1-7 0,4-1 0 0,7 2-5 16,5-1-5-16,1 1-15 0,20 0 2 15,3-4 4-15,9 1-8 0,30-2 3 0,4 3-6 16,10-8-4-16,5-1 1 0,10 4 0 0,6-4-6 16,11 2-8-16,4 3 0 0,12-1 1 0,7-5-4 0,4-2 2 15,2 4 4-15,3-4-10 0,3 3-4 0,-3 1-4 16,-4 0 15-16,3 1-15 0,1 3 5 15,-4-2-11-15,1 0-1 0,-4 1 4 0,-8-2-6 16,3 2 15-16,-6 3-13 0,-7 0 0 0,-2-4-5 0,-7 5-18 16,-4-4-19-16,-4 1-21 0,-12 0-41 0,-4-2-97 15,-6-2-214-15,-7 2 95 0</inkml:trace>
  <inkml:trace contextRef="#ctx0" brushRef="#br0" timeOffset="154676.41">13407 11630 92 0,'4'-7'178'0,"-4"7"-9"0,3-5-11 16,-3 5 2-16,0 0 3 0,3-10-5 0,-3 10-4 0,0 0-4 16,4-8-6-16,-4 8-9 0,0 0-4 0,0 0-7 15,0-10-11-15,0 10-6 0,0 0-10 0,0 0-7 16,0 0-9-16,0 0-10 0,0 0-4 0,0 0-7 16,0 0-12-16,0 0-4 0,0 0-5 0,0 0-4 15,0 0-1-15,0 0-5 0,0 0-5 0,0 0-10 16,0 0-4-16,-4 27 2 0,4-27-3 0,2 16 2 15,-2-6 0-15,2 0-4 0,-2-1-1 0,4-2 0 16,-2 2-2-16,1 1-3 0,1 1 4 0,0 1 0 16,2-4-2-16,0 3 0 0,3 2 2 0,0 1 1 15,-2-4-2-15,-1-2 0 0,-1 2-2 0,3-2-2 16,-3 2 8-16,-1-2-8 0,2 0 2 0,-2-3-4 16,-2 2 3-16,-2-7-6 0,4 10 8 0,-4-5 0 15,0-5-1-15,0 13 1 0,0-13 3 0,-4 10-6 16,-3-2 3-16,-2-3 0 0,-4-1 2 0,2 0-2 0,-3 0-13 15,1-2-5-15,-5-1-9 0,5 2-16 0,-4-2-20 16,-3-1-20-16,2-1-24 0,0-2-9 16,-1 2-19-16,2-1-16 0,0-3-12 0,5 1-10 15,-1 0-7-15,1-4-121 0,3 2-323 0,1-2 144 0</inkml:trace>
  <inkml:trace contextRef="#ctx0" brushRef="#br0" timeOffset="154807.91">13337 11662 33 0,'9'-8'144'0,"3"0"-7"15,-1 1-7-15,0 3 3 0,3-4-3 0,3 1-6 0,-1 0-14 16,1-2-7-16,2 2-17 0,-1-1 1 0,2 0-12 16,7 0-7-16,2-3-9 0,1 4-28 15,1-2-27-15,1-5-54 0,-1 3-47 0,0-3-122 16,1 0-235-16,-3 2 104 0</inkml:trace>
  <inkml:trace contextRef="#ctx0" brushRef="#br0" timeOffset="154943.81">14056 11390 70 0,'0'0'115'0,"0"0"-16"0,0 0-30 0,0 0-29 16,0 0-36-16,-18 9-71 0,18-9-71 16,-13-2 32-16</inkml:trace>
  <inkml:trace contextRef="#ctx0" brushRef="#br0" timeOffset="198873.42">3918 13766 15 0,'0'0'87'0,"0"0"-4"0,0 0-6 0,0 0-13 15,0 0-6-15,11 0-7 0,-11 0-11 0,0 0-14 16,0 0-22-16,0 0-30 0,0 0-55 15,0 0-86-15,0 0 39 0</inkml:trace>
  <inkml:trace contextRef="#ctx0" brushRef="#br0" timeOffset="211122.51">9393 10620 57 0,'0'0'61'0,"0"0"-5"0,0 0-1 0,0 0-3 16,0 0-7-16,0 0-3 0,0 0-4 0,0 0-7 15,0 0-1-15,0 0-1 0,0 0 1 0,0 0-5 16,0 0-2-16,0 0-1 0,0 0 4 0,0 0-2 16,0 0-9-16,0 0 0 0,0 0 4 0,0 0 1 15,0 0-3-15,0 0 2 0,0 0 1 0,0 0-7 16,0 0 2-16,0 0-11 0,0 0 7 0,-22 6 2 0,22-6-1 16,-6 3 3-16,6-3-8 0,-7 3-2 0,7-3-1 15,0 0 5-15,-9 5-13 0,6-1 10 0,3-4-3 16,0 0-3-16,-5 5 0 0,5-5-3 0,0 0 3 15,0 0 4-15,0 0 1 0,0 0-1 16,-6 3-3-16,6-3 2 0,0 0-8 0,0 0 9 0,0 0-3 16,0 0-10-16,0 0 9 0,-4 6 5 0,4-6-2 15,0 0-5-15,0 0 2 0,0 0 9 16,0 0-14-16,0 0 6 0,0 0 0 0,0 0-1 16,0 0-9-16,0 0 14 0,0 0-1 0,0 0 0 0,0 0-6 15,-3 5 2-15,3-5-3 0,0 0 3 0,0 0-8 16,0 0 8-16,0 0 0 0,0 0 6 0,0 0-10 15,0 0 0-15,0 0-1 0,0 0 9 16,0 0-4-16,0 0 5 0,0 0-4 0,0 0-1 0,0 0 7 16,0 0-7-16,0 0-3 0,0 0 7 0,0 0-2 15,0 0 8-15,0 0-12 0,0 0 1 0,0 0-4 16,0 0-3-16,0 0-7 0,0 0 1 0,0 0 0 16,0 0 0-16,0 0-12 0,0 0 10 0,0 0-7 15,0 0 3-15,0 0-1 0,0 0-10 0,0 0-7 16,0 0-8-16,0 0-14 0,0 0-34 0,0 0-102 15,0 0 46-15</inkml:trace>
  <inkml:trace contextRef="#ctx0" brushRef="#br0" timeOffset="212822.6">8658 10955 21 0,'0'0'66'0,"0"0"-8"0,0 0 2 16,0 0-8-16,0 0-8 0,0 0-1 0,3-9-11 15,-3 9 3-15,0 0-2 0,0 0-4 16,0 0-5-16,0 0-2 0,0 0-1 0,0 0-4 16,0 0-4-16,0 0-3 0,0 0 4 0,0 0 1 0,0 0-4 15,0 0 2-15,0 0 1 0,-9-13-3 0,9 13-16 16,0 0 18-16,-7-2-1 0,7 2-3 16,-9-5 5-16,9 5-4 0,-7 0 1 0,7 0 1 15,-9-4 0-15,9 4-17 0,-9-2 11 0,9 2 0 0,-16-1-8 16,16 1 11-16,-11 0-3 0,11 0 6 0,-13-1-5 15,13 1 0-15,-10-1-3 0,10 1 3 0,-10 1-11 16,10-1 11-16,0 0-4 0,-11-1 10 16,11 1-9-16,0 0 6 0,0 0-6 0,0 0 4 0,-10-2 11 15,10 2-4-15,0 0 4 0,0 0 5 0,0 0-1 16,0 0-10-16,0 0-4 0,0 0 9 0,0 0-7 16,0 0-2-16,0 0 3 0,0 0-6 0,-9 2 3 15,9-2-2-15,0 0-5 0,0 0 5 0,0 0 6 16,0 0-7-16,21 6 8 0,-11-3-1 0,1-3 3 15,8 1 2-15,2 1-3 0,7 1 5 0,2-2 1 16,0-1-10-16,2 0-2 0,1 0-4 0,2-2-4 16,2 2-3-16,-1-2 1 0,1 2 2 0,0 0-2 15,-1-2-4-15,-1 1 8 0,0-2 0 0,-2 2-4 16,2 1 4-16,-5-2 4 0,-2 1-8 0,0 0 3 16,-1 0-4-16,-7 1-3 0,-1 0 10 0,-6 0-4 15,-1 0-3-15,-3 1 7 0,-1-1-2 0,-8 0-16 16,13-1 14-16,-13 1 4 0,10 0 9 0,-10 0-9 15,0 0-4-15,9 0 10 0,-9 0-11 0,0 0-6 16,0 0 12-16,0 0-12 0,0 0 15 0,0 0-7 16,0 0 1-16,0 0-2 0,0 0-3 0,0 0-5 15,0 0-16-15,0 0-3 0,0 0-12 0,0 0-19 0,0 0-9 16,-28-4-28-16,28 4-64 0,-12 2-171 16,12-2 75-16</inkml:trace>
  <inkml:trace contextRef="#ctx0" brushRef="#br0" timeOffset="214159.29">5462 10691 7 0,'0'0'61'0,"0"0"-7"0,0 0-5 0,0 0-9 0,0 0 4 15,0 0-4-15,0 0-10 0,0 0-9 0,0 0 6 16,0 0 1-16,0 0-12 0,0 0 5 0,0 0-3 15,0 0 4-15,0 0-5 0,0 0-1 0,0 0-7 16,0 0 3-16,0 0-4 0,-32 0-3 0,32 0 0 16,0 0 3-16,-8 1-1 0,8-1-4 0,0 0-2 15,-8 2-2-15,8-2 5 0,0 0 0 0,0 0-6 16,-10 0 7-16,10 0-1 0,0 0-3 0,-6 5 2 16,6-5 1-16,0 0-2 0,0 0 3 0,0 0 7 15,-10 1 9-15,10-1-1 0,0 0 1 0,0 0-6 16,0 0 0-16,0 0 5 0,0 0-2 0,0 0-11 15,0 0 6-15,0 0-2 0,-11-1-15 0,11 1 15 16,0 0-3-16,0 0 0 0,-10 2-9 0,10-2 10 0,-6 0-3 16,6 0 5-16,-7 3-4 0,7-3-2 15,0 0 2-15,-6 4 8 0,6-4-1 0,0 0-2 16,0 0 1-16,0 0 4 0,-10 0 4 0,10 0 5 16,0 0 3-16,0 0-3 0,0 0 10 0,0 0-20 15,0 0 7-15,0 0-6 0,0 0 0 0,0 0 0 16,0 0 0-16,0 0-2 0,0 0 9 0,0 0-21 15,21 6 23-15,-5-5-18 0,2 2-7 0,3-1 3 0,10 3 8 16,0-3-25-16,3 0-8 0,5-2-19 0,-2 0-31 16,2 4-113-16,0-2-199 0,17-2 88 0</inkml:trace>
  <inkml:trace contextRef="#ctx0" brushRef="#br0" timeOffset="-186870.19">5492 13075 2 0,'0'0'197'16,"0"0"-25"-16,0 0-5 0,3-6-5 0,-3 6-7 16,0 0-9-16,0-7-4 0,0 7-10 0,0 0-15 15,0 0-9-15,0 0-5 0,0 0-9 0,-9-12-9 16,9 12-4-16,-4-4-4 0,4 4-11 0,0 0-3 16,-8-5-9-16,8 5-4 0,-6-5-5 0,6 5-3 15,0 0-8-15,-7-4 1 0,7 4-5 0,0 0-5 16,0 0-2-16,0 0-2 0,-8-2 0 0,8 2-4 15,0 0-3-15,0 0-1 0,0 0-1 0,0 0-1 16,0 0-4-16,0 0-2 0,-8-3-1 0,8 3-1 16,0 0 1-16,0 0-3 0,0 0-2 0,0 0 6 15,0 0-3-15,0 0 0 0,31 3 1 0,-13-4 1 16,3 1-1-16,10-5-2 0,1 2-1 0,4-4-2 16,3 5-4-16,-3-2-14 0,1 0-8 0,-1 1-15 15,-4 0-15-15,-1 0-13 0,-2-1-16 0,-1 2-11 16,-6-1-21-16,-2 2-16 0,1-1-23 0,-2 1-131 15,-2-2-314-15,-5 1 139 0</inkml:trace>
  <inkml:trace contextRef="#ctx0" brushRef="#br0" timeOffset="-186291.48">5739 13037 92 0,'-4'-4'155'0,"4"4"-9"0,0 0-14 0,0 0-3 16,0 0-11-16,0 0-7 0,-6-3-12 0,6 3-7 15,0 0-13-15,0 0-8 0,0 0-8 0,0 0-5 16,0 0-4-16,0 0-7 0,0 0-6 0,0 0-6 16,0 0 0-16,0 0-7 0,0 0-3 0,0 0-2 15,0 0-1-15,0 0-6 0,0 0 2 0,0 0-4 16,0 0-4-16,9 18 7 0,-9-18-6 0,2 10 0 16,-2-10-2-16,7 8 3 0,-5-3 3 0,-2-5-5 15,3 8-2-15,-2-3 4 0,-1-5-6 0,3 8 0 16,-2-2-1-16,-1-6 2 0,2 10-2 0,-2-10 2 15,4 10 1-15,-2-6-1 0,-2-4 1 0,2 8-6 16,-2-8-1-16,3 7 2 0,-3-7 3 0,0 0-4 16,0 0 1-16,0 0 3 0,0 9-3 0,0-9-3 15,0 0-2-15,0 0 5 0,0 0-2 0,0 0 3 16,0 0-2-16,0 0 0 0,0 0 0 0,0 0 8 16,0 0-7-16,0 0 1 0,1 9 1 0,-1-9 6 15,0 0 0-15,0 0 2 0,0 0 5 0,0 0 5 16,0 0-2-16,0 0 4 0,0 0-1 0,0 0 3 15,0 0 1-15,0 0-7 0,0 0-1 0,0 0 1 16,0 0-2-16,0 0-1 0,0 0 0 0,0 0-4 16,0 0-5-16,0 0-2 0,0 0-21 0,0 0-23 15,0 0-23-15,0 0-13 0,0 0-17 0,0 0-10 16,-13 0-15-16,13 0-8 0,-6 2-11 0,6-2-13 0,0 0-85 16,0 0-252-16,-12 4 112 0</inkml:trace>
  <inkml:trace contextRef="#ctx0" brushRef="#br0" timeOffset="-185705.75">5716 13089 37 0,'0'0'137'0,"1"-8"-5"0,-1 8-2 15,0 0-12-15,0 0-13 0,0 0-8 0,0 0-5 16,0 0-13-16,0 0-11 0,0 0-15 0,0 0 4 15,0 0-8-15,0 0-4 0,-6 20-1 0,6-3 4 16,0 1-5-16,-1 7-3 0,1 1-1 0,-2 1 2 16,0 2 0-16,1 0-5 0,-1-3-6 0,4 3-4 15,-2-2-3-15,0-2 3 0,1-1-4 0,-1 0 0 16,-1-4-2-16,2-3 2 0,-2 0-7 0,1-1 3 16,0 1-3-16,0-5-3 0,0 3 5 0,1-4-6 15,-1-4 0-15,1 0 0 0,-1 0-3 0,0-7-3 16,-1 10 2-16,1-10 0 0,1 8 2 0,-1-8 1 15,0 0-3-15,-4 9 3 0,4-9-2 0,-5 4-3 16,5-4 2-16,0 0-4 0,0 0 3 0,-18-6 1 16,18 6-4-16,-11-4 3 0,4 0-1 0,7 4-2 15,-12-4 0-15,5 0 0 0,-2-1-1 0,4 1-1 0,0 0 4 16,5 4 11-16,-11-3 8 0,11 3-19 16,-8-3 6-16,8 3-7 0,0 0-4 0,-8-4 2 15,8 4-2-15,0 0 2 0,0 0-1 0,0 0 1 16,0 0-2-16,0 0 2 0,0 0-1 0,0 0 1 15,31 5-1-15,-18-3 3 0,6-2 1 0,0 0-1 16,12-2-5-16,-3 2-11 0,1 2-25 0,1-4-37 0,0 0-42 16,-3 2-32-16,-4 0-129 0,-4-2-300 15,3 1 133-15</inkml:trace>
  <inkml:trace contextRef="#ctx0" brushRef="#br0" timeOffset="-185459.6">6170 13441 132 0,'-7'-1'178'0,"7"1"-7"0,-18 4-11 16,7-1-10-16,1 0-9 0,1 3-12 0,-4 1-10 16,5 2-5-16,-6 2-3 0,4 3-16 0,-2 0-1 15,4-4-15-15,3 0-4 0,-1 3-10 0,4-2-4 16,1 0-5-16,1 5-10 0,1-5 2 0,4-3-8 15,0 3-3-15,4-2-2 0,5 1-14 0,-4-2-31 16,9-1-28-16,-1-2-40 0,8 2-32 0,2-3-23 0,0-3-24 16,2-1-116-16,-9 0-294 0,7-1 131 0</inkml:trace>
  <inkml:trace contextRef="#ctx0" brushRef="#br0" timeOffset="-185302.53">6598 13475 73 0,'0'0'178'0,"4"-6"-15"0,-4 6-16 0,0 0-17 16,10-3-17-16,-10 3-10 0,8-3-33 0,-8 3-28 15,11 0-42-15,-11 0-21 0,11 1-22 0,-11-1-19 16,7 7-11-16,-3-3-64 0,-4-4-149 0,4 8 67 16</inkml:trace>
  <inkml:trace contextRef="#ctx0" brushRef="#br0" timeOffset="-185180.32">6639 13563 50 0,'0'0'53'0,"-5"9"-6"0,3-4-3 0,2-5 3 16,-2 9 8-16,2-9-5 0,0 0 5 0,0 0-6 16,4 15 1-16,-4-15-14 0,8 4 1 0,-1-1 1 0,3 0-13 15,4-3-37-15,5-3-41 0,8 0-43 16,5-1-103-16,4-4 47 0</inkml:trace>
  <inkml:trace contextRef="#ctx0" brushRef="#br0" timeOffset="-184845.39">7277 13144 120 0,'-3'-7'206'0,"2"-3"-10"0,-2 5-9 16,3 5-7-16,-2-11-14 0,2 11-15 0,-2-10-18 15,2 10-16-15,0 0-13 0,-4-5-11 0,4 5-12 16,0 0-4-16,0 0-8 0,0 0 3 0,4 26-3 16,-2-11 0-16,-2 3-6 0,1 0-3 0,1 1-7 15,0 5 1-15,-1-4-11 0,0-2 4 0,1 1-6 16,-2-1-2-16,1 2-4 0,0-2-1 0,-1-1-6 15,1 0-4-15,1 2-28 0,-2-3-43 0,0 4-38 16,1-4-62-16,1 1-53 0,-7 1-155 0,0-1-384 16,1-1 169-16</inkml:trace>
  <inkml:trace contextRef="#ctx0" brushRef="#br0" timeOffset="-184303.33">7652 13355 122 0,'6'-2'197'0,"-6"2"-17"0,0 0-9 0,0 0-8 16,0 0-12-16,0 0-10 0,3 13-13 0,-3-13-7 16,0 0-14-16,-4 15-7 0,4-15-6 0,-2 9-11 15,2-9 2-15,-3 8-11 0,3-8-2 0,-2 7-1 16,2-7-2-16,-3 6 0 0,3-6-3 0,0 0-2 15,-4 7-1-15,4-7 1 0,-4 7 5 16,4-7-1-16,0 0 3 0,0 0-1 0,0 0 1 0,-7 1-1 16,7-1-1-16,0 0-4 0,0 0-10 0,-9-12-3 15,9 12-9-15,-3-13 0 0,6 6-4 0,-3-5-9 16,0 1-1-16,4-1-5 0,1-4-2 0,4 0-4 16,0 3 1-16,2-1-6 0,2 3 0 0,-2 4-6 15,5 0-2-15,-6 3-2 0,3-1 3 0,-2 5-3 16,2 0 1-16,0 0-1 0,-3 3-4 0,1 3 3 15,1-2-1-15,-2 4 0 0,2-1 0 0,-3 2-4 16,-2-4 3-16,1 1 4 0,0 2-2 0,-4-3-1 16,-1 1 0-16,3 1-1 0,-4-3 1 0,-2-4-2 15,4 7-2-15,-4-7 2 0,4 8 2 0,-4-8-2 16,0 0 3-16,0 0-2 0,0 0-2 0,0 0 1 16,0 0-1-16,0 0 1 0,0 0-4 0,0 0 2 15,9-18-3-15,-4 9 6 0,-1 1-7 0,2-2 1 16,0 1-2-16,2 2 1 0,-2-1 2 0,2 3-4 15,1-1 1-15,-3 2-1 0,1 1-2 0,-1 0 3 16,-6 3 1-16,17 3-3 0,-8 0 3 0,-1 3-6 16,2 1-5-16,-4 0-3 0,-1 3-13 0,-1 3-11 15,0 1-30-15,-3-2-33 0,1 4-42 0,-1-4-52 16,-1 1-48-16,-1 0-152 0,-1-3-435 0,4-1 193 16</inkml:trace>
  <inkml:trace contextRef="#ctx0" brushRef="#br0" timeOffset="-183900.62">8243 13341 50 0,'1'-8'212'0,"-1"8"-19"0,0 0-18 16,4-4-17-16,-4 4-14 0,0 0-5 0,0 0-8 16,0 0-7-16,1 20-9 0,-1-12-14 0,0-8-2 15,-3 18-14-15,2-11-4 0,0 2-5 0,1-9-3 16,-3 13-6-16,2-6-8 0,1-7 2 0,-1 7-3 15,1-7 4-15,-3 7 10 0,3-7 8 0,0 0 3 16,0 0 3-16,0 0-2 0,0 0-2 0,0 0-11 16,0 0-8-16,0 0-5 0,0 0-3 0,0 0-7 15,0 0-5-15,4-26-5 0,-3 17-2 0,2-2-5 16,2-5 4-16,-1 1-9 0,4-1-6 0,-1-3 0 16,2 1-3-16,5-5-2 0,-2 8-3 0,0-1-1 15,1 3 1-15,3-1-9 0,-9 7 4 0,1-2-2 16,2 5-3-16,-3 0-2 0,0 1-2 0,1 3-1 15,-8 0 0-15,19 7-2 0,-11-1 4 0,-1 5 0 16,0-3 10-16,-1 6-9 0,-1 0-2 0,0 1 5 16,-1-4-4-16,1 5-1 0,-3 0 1 0,0 1 2 15,1-3-1-15,-1-2 0 0,1 0 3 0,-1-1-3 16,0 0 0-16,0-2-3 0,0 1-12 16,-2 0-36-16,0-1-50 0,0-2-53 0,0-7-54 0,0 12-73 15,-3-6-146-15,3-6-462 0,-6 11 204 0</inkml:trace>
  <inkml:trace contextRef="#ctx0" brushRef="#br0" timeOffset="-183746.4">8350 13391 166 0,'0'0'256'0,"0"0"-6"16,-3-9-9-16,3 9-11 0,0 0-25 0,-2-6-22 15,2 6-17-15,0 0-23 0,13-8-31 0,-3 5-38 16,3-3-40-16,4 1-66 0,3-2-91 0,0 3-195 15,1-2-344-15,-10 2 153 0</inkml:trace>
  <inkml:trace contextRef="#ctx0" brushRef="#br0" timeOffset="-180430.51">5670 14347 113 0,'0'0'168'0,"0"-8"-19"0,0 8 3 0,1-9-1 0,-1 9-5 15,2-8-12-15,-2 8-16 0,0-9-6 0,0 9-8 16,0 0-2-16,0-12-7 0,0 12-6 15,0-7-11-15,0 7-6 0,0 0-10 0,0 0-5 0,0 0-9 16,0 0-10-16,0 0-2 0,0 0-4 0,0 0-3 16,0 0-3-16,0 0-5 0,0 0 0 15,7 27-4-15,-4-14-2 0,1 6 1 0,-3-3-3 16,0 4 0-16,0 5-1 0,2 0-1 0,-3-6 0 0,1-1-5 16,-2 1 8-16,2-2-6 0,1 1 3 0,-4 2-5 15,5-2-1-15,-3-2 2 0,0-4-3 16,0 1 1-16,1-1 2 0,0 0-5 0,-1-1 1 0,2 1-3 15,0 0 3-15,0-1 4 0,-1-1-3 0,-1-1-1 16,1-2-3-16,-1 3 6 0,0-10-4 16,1 12-3-16,-1-12-16 0,-1 12-19 0,0-4-11 15,1-8-29-15,-1 7-20 0,1-7-18 0,-3 10-29 0,0-5-29 16,3-5-105-16,-7 7-301 0,7-7 133 0</inkml:trace>
  <inkml:trace contextRef="#ctx0" brushRef="#br0" timeOffset="-179627.32">5676 14375 2 0,'0'0'112'16,"0"0"-10"-16,0 0-6 0,0 0 6 0,0 0-7 15,0 0-2-15,0 0 0 0,0 0-3 0,0 0-2 16,0 0-1-16,-2-6-11 0,2 6 3 0,0 0-5 0,0 0-6 15,0 0 0-15,0 0-4 0,0 0-4 16,0 0-10-16,0 0-4 0,0 0-3 0,0 0-4 16,0 0-4-16,4-15-5 0,-4 15-2 0,5-5-6 15,-5 5 4-15,0 0-5 0,0 0-1 0,4-6 0 16,-4 6-3-16,0 0 0 0,0 0 4 0,0 0 0 16,1-7 2-16,-1 7 2 0,0 0-2 0,0 0 0 15,0 0 1-15,4-6-5 0,-4 6 2 0,0 0-1 16,0 0-6-16,2-7 0 0,-2 7-1 0,0 0 0 15,5-5-4-15,-5 5-2 0,6-2 0 0,-6 2 1 16,7-4-2-16,-7 4-1 0,13-4 1 0,-5 1 0 16,-8 3-3-16,17-2 0 0,-6 1-1 0,0 0-1 0,2 1-1 15,-4 1 4-15,5 0-2 0,-4 3-1 16,1-2-1-16,-1 2 0 0,0 0-3 0,-2 1 0 16,-1 1 5-16,2 2-2 0,-2 1-2 0,-1 0 1 15,-1 1 1-15,0-1 0 0,-1 2-1 0,-3-1 5 16,-2 1-6-16,0 1 4 0,-2 5 1 0,-1-6-5 15,-1-2 5-15,-1 3-3 0,-1-2 2 0,-3 0-1 16,-3 1 1-16,-1 1 1 0,-3 0 0 0,1-3-2 16,-2 1-6-16,1-2 1 0,1-3 4 0,1 2 5 15,3-2-8-15,1-2 4 0,-1 1 2 0,6-3 2 16,-1 2 1-16,7-3-3 0,-12 3 0 0,12-3-4 16,-12-2 1-16,12 2 3 0,0 0-3 0,-10-2 0 15,10 2-2-15,0 0 3 0,-8-4-4 0,8 4 4 16,0 0-3-16,0 0-2 0,0 0 2 0,0 0-3 15,0 0 7-15,0 0-2 0,21-9-8 0,-21 9 2 16,11 0 1-16,-11 0 2 0,13 4 3 0,-4-1-4 16,-1 0 0-16,-1 0-1 0,0-1 3 0,2 3-2 0,3-1-1 15,-1 4 5-15,-2-2-4 0,1-1 7 16,1 3-3-16,-2-3 5 0,0 3-4 0,3-1 1 16,-3-1-2-16,0 2 1 0,-1-1 5 0,1 1-2 15,-1 0-21-15,1-1-26 0,-3-1-21 0,2 3-38 16,0-1-36-16,-2-1-28 0,2 3-112 0,-4-4-300 15,1 1 133-15</inkml:trace>
  <inkml:trace contextRef="#ctx0" brushRef="#br0" timeOffset="-179317.14">6122 14726 136 0,'0'0'159'0,"0"0"-10"0,0 0-19 15,0-6-1-15,0 6-19 0,11-2-11 0,-11 2-5 16,19-1-11-16,-12-1-7 0,0 1-19 0,1-1-29 16,-8 2-30-16,17 0-30 0,-10 0-44 15,-7 0-31-15,11 3-66 0,-11-3-186 0,8 3 83 16</inkml:trace>
  <inkml:trace contextRef="#ctx0" brushRef="#br0" timeOffset="-179147.58">6107 14814 63 0,'0'0'149'0,"0"0"-4"15,0 0-9-15,0 0-11 0,0 0-14 0,0 0-4 16,23 1-13-16,-13-4-25 0,3 5-9 0,-1-4-58 16,5 1-50-16,1 1-122 0,-4 0-182 15,6 0 81-15</inkml:trace>
  <inkml:trace contextRef="#ctx0" brushRef="#br0" timeOffset="-178796.58">6873 14500 28 0,'0'0'215'0,"0"-14"-5"0,0 14 2 16,1-10 3-16,-1 3-9 0,0 7-13 0,0-7-22 16,0 7-18-16,0 0-16 0,1-8-19 0,-1 8-17 15,0 0-5-15,0 0-14 0,0 0-6 0,0 0-9 0,9 25-2 16,-8-13-7-16,-1 6-4 0,2 3-3 0,-1-3-4 15,1 7-3-15,-3-7-6 0,2 2 2 16,-1-3 0-16,0 0-13 0,0-1 0 0,2 0 1 16,-2 1-4-16,0-3 0 0,0 3-4 0,-2-5-1 15,4 3 0-15,-2-3-19 0,-2 0-28 0,1 1-39 0,0-1-54 16,-2-2-54-16,2 1-47 0,-1 0-160 16,-1-1-415-16,-1-2 184 0</inkml:trace>
  <inkml:trace contextRef="#ctx0" brushRef="#br0" timeOffset="-178249.38">7110 14650 164 0,'0'0'185'0,"0"0"-19"0,0 0-11 15,0 0-11-15,0 0-18 0,0 0 0 0,0 0-12 16,-9 23-5-16,6-14-16 0,0 3-8 0,-1-2-12 15,2 6-6-15,0-5-4 0,2 5-9 0,-1-4-2 16,2 1-6-16,-1-2 0 0,4 1-5 0,-1-2-7 16,1 1 4-16,1-2-9 0,0 0-2 0,0-2-1 15,3 0-1-15,-3-2-1 0,1-1-1 0,0 1-4 16,1-3 1-16,-2 0 7 0,-5-2 9 0,14 1 2 16,-14-1-1-16,13-3 3 0,-7 1-2 15,1-6 1-15,1 2-1 0,-2 1-1 0,0-4 1 0,2 0-3 16,1 0 1-16,-3-2-5 0,3-1 1 0,0-2-5 15,2-1-1-15,-3 1-3 0,2 1 1 0,-2 3-7 16,1 1 1-16,-3 2-2 0,-1 1-4 0,3-1-3 16,-2 0 0-16,-6 7-2 0,9-4-5 0,-2 4 1 15,-7 0 0-15,0 0 5 0,16 5-5 0,-10 1-2 16,0-2 2-16,2 5-4 0,-1-2 3 0,3 2 1 16,-4 1 6-16,1-2-7 0,1-1-1 0,0 0-1 15,1 1 3-15,-4-3 0 0,1 0 1 0,-1-1-1 16,2 0 1-16,-2-3 1 0,-5-1 0 0,10 4 0 15,-3-3 0-15,-7-1 1 0,13-1 18 0,-13 1-1 16,9-7 4-16,-5 1-1 0,-4 6 4 0,8-11 7 16,-6 3 3-16,-2 8 4 0,3-17-12 0,-3 7-2 15,0 10-1-15,-5-20-3 0,5 9-3 0,-5 3-1 16,2-4-8-16,-2 4 3 0,-1-2-6 0,6 10-8 16,-6-12-15-16,6 12-24 0,-9-6-22 0,9 6-16 15,-12-3-25-15,12 3-31 0,-13 11-40 0,6-5-34 16,0 4-41-16,1 4-151 0,2-1-429 0,0-1 189 15</inkml:trace>
  <inkml:trace contextRef="#ctx0" brushRef="#br0" timeOffset="-177885.92">7642 14894 191 0,'13'-3'215'0,"-13"3"2"0,9-3-7 0,-9 3-9 16,7-5-9-16,-1 2-19 0,-1 0-13 0,-5 3-10 15,15-8-9-15,-10 5-7 0,4-5-12 0,1 1-4 16,0 1-12-16,-1 1-8 0,0-1-4 0,-1-2-6 16,-2 3-7-16,0-1 4 0,-3-1-7 0,2 1-14 15,-1 0-5-15,-1-1-7 0,-2-1-2 16,2-1-10-16,-3 0 0 0,0-1-6 0,1 4-3 16,-1 6-7-16,1-14-1 0,0 7-1 0,-1 7-4 0,2-11-5 15,-2 11-1-15,5-8-2 0,-1 3 0 0,0 1-4 16,3 0 2-16,1 1 6 0,-8 3-10 0,20-2-4 15,-9 3 3-15,-2-1-4 0,-2 2-3 0,2 1 2 16,0 0 1-16,0 1 1 0,-1 1-2 0,-1 0 2 16,-2 1-2-16,1-1 2 0,-3 2 0 15,1-3-1-15,4 3 4 0,-4 0-7 0,0-3 6 0,-2 2-3 16,2-1 4-16,0 1-6 0,0 0 4 0,1-2 1 16,-5-4-13-16,9 10-22 0,0-6-22 0,0 1-36 15,2-1-35-15,3-2-55 0,7-4-43 0,1 2-220 16,7-3-480-16,3-2 213 0</inkml:trace>
  <inkml:trace contextRef="#ctx0" brushRef="#br0" timeOffset="-173332.46">7901 14712 84 0,'-3'-10'166'16,"3"10"-3"-16,0 0-22 0,-3-10-6 0,3 10-9 15,-5-9-9-15,5 9-2 0,-5-6-3 0,5 6-4 16,-5-8-1-16,5 8 6 0,-4-4-12 0,4 4-4 15,-5-4-5-15,5 4-7 0,-8-7-1 0,8 7-12 16,0 0-8-16,-8-7-7 0,8 7-3 0,-5 0-7 16,5 0-1-16,0 0-9 0,-14-2-6 0,14 2 1 15,-10 2-5-15,2 1-5 0,8-3-2 0,-14 4-1 16,5 0-3-16,2 3-3 0,1-3-3 0,-1 3 3 16,1-1-5-16,-2 2 3 0,3-2-2 15,-1 2 1-15,0 0-4 0,2 2 0 0,-1-1-4 0,4 1-1 16,-3-1-3-16,3 3 7 0,-2-2 3 0,3-1-5 15,0 0 0-15,3 0 2 0,-1 0-1 0,1 0-2 16,0 0-2-16,3 0 3 0,0 0-1 0,-1-3-1 16,3 3 1-16,2-4 1 0,2 0 3 0,-2 1-2 15,0-4 2-15,3 4-4 0,-1-4 3 0,2-1 0 16,-2-1 0-16,4 0 3 0,-3 0-4 0,-1-1 0 16,4-2 1-16,-5 0 4 0,3 1-3 0,-4-3 1 15,2 2 3-15,-1 0 8 0,-2 0 1 0,0-3 0 16,1-2-3-16,-1 0 2 0,-2 1 0 0,-2-3-1 15,1 1-1-15,-2-2-1 0,-1 0-1 0,-2 1 0 16,0-4 7-16,1 2-5 0,-2 0-4 16,-3-3 1-16,-1-1-3 0,0 1 0 0,-1 1 1 0,2 2 2 15,-3 2 0-15,1 0 2 0,0-2-2 0,-1 5 3 16,-2-1-6-16,2 0 1 0,-1 2-6 0,-1 2 5 16,1 0-8-16,-2 2 1 0,0 0-2 0,-4 4 2 15,2-2-5-15,-1 3 8 0,-3 5-5 16,-2 0-1-16,1 1-1 0,2 1 2 0,-2 0-3 0,2 1-1 15,4-2-5-15,1 1-12 0,3 0-19 0,-2-1-15 16,0 1-19-16,3 1-31 0,0-3-41 0,3 1-39 16,0 1-27-16,2-2-166 0,0-8-407 0,0 14 180 15</inkml:trace>
  <inkml:trace contextRef="#ctx0" brushRef="#br0" timeOffset="-172575.26">8226 14907 79 0,'0'0'110'0,"0"0"-9"0,0 0 4 0,0 0-4 15,0 0 4-15,10 15-6 0,-10-15-2 0,13 3-5 16,-13-3-4-16,9 2-2 0,-1-3-7 15,-8 1 1-15,16 0-2 0,-4 0 0 0,-1-3-12 16,1 1-4-16,-4 2-2 0,2-3-2 0,0 2-6 16,0-1-2-16,-1 0-3 0,1 0 0 0,-2-1-2 0,-2 0-1 15,-6 3-4-15,13-4 4 0,-7 1 1 16,0-1-3-16,-6 4-2 0,7-8-2 0,0 1-1 0,-4 4 7 16,0-5-2-16,-2 1-5 0,2-4 1 15,-2 2-1-15,0-2-1 0,1-1 0 0,-2 1-4 16,0-1 9-16,-2 0-9 0,2-4 2 0,-1 1-8 0,0 0-2 15,0 3-6-15,1 1 3 0,0-3-2 16,0 4-1-16,2-1-6 0,2 0 7 0,1 2-7 16,3 2 4-16,1-4-9 0,4 4 1 0,3-2-4 0,1-1 3 15,2 7-4-15,1-1-1 0,1 1 1 16,1 5-2-16,-3 0-1 0,-3 4 1 0,1 1-2 16,-6-1 0-16,1 3-2 0,1 1 1 0,-6 1-2 0,0 0 5 15,2 3-2-15,-4 3 2 0,0 0-4 0,-3-6 5 16,0 1-1-16,-2 0-4 0,0 0 6 15,1 0-1-15,0 2-3 0,-1-2 9 0,2-2-10 16,-1 0-7-16,3 1-24 0,2-1-27 0,0-4-22 16,2 0-34-16,1 0-25 0,5-3-30 0,-1-1-23 15,6-2-142-15,-6 0-364 0,5-2 161 0</inkml:trace>
  <inkml:trace contextRef="#ctx0" brushRef="#br0" timeOffset="-165050.09">10445 14334 95 0,'1'-12'173'0,"0"7"3"0,-1 5 0 16,4-12-8-16,-3 6-12 0,-1 6-8 0,0-9-10 15,0 9-9-15,2-8-7 0,-2 8-11 0,3-6-7 16,-3 6-11-16,0 0-4 0,3-8-11 0,-3 8-8 15,0 0-5-15,0 0-8 0,0 0-11 0,0 0 2 0,2-6-9 16,-2 6-6-16,0 0-5 0,0 0 0 0,0 0-4 16,0 0-3-16,8 17-2 0,-7-10 1 15,1-1-5-15,0 4 5 0,2 3-2 0,-1 3-4 16,-1 0-3-16,1-1 4 0,-1 0-4 0,0 3 1 16,1 0 0-16,-1-1-2 0,-1 0-1 0,-1-1 3 15,1 0-4-15,-1 3 1 0,3-2-4 0,-1 0 1 0,1 1 1 16,-2-2-2-16,2 0-1 0,-2-4-2 0,2-2 2 15,-1 3 0-15,1 3 1 0,-2-6 2 16,0 1-4-16,0-2 1 0,2 0-2 0,0-2-2 16,-1-1-11-16,-2-6-9 0,2 13-6 0,-1-6-15 15,-1-7-20-15,0 10-27 0,0-10-30 0,1 8-13 16,-1-8-23-16,0 0-20 0,1 7-137 0,-1-7-337 16,0 0 150-16</inkml:trace>
  <inkml:trace contextRef="#ctx0" brushRef="#br0" timeOffset="-164617.22">10452 14316 39 0,'7'-9'151'0,"0"0"-4"0,2 0-5 0,4 2-11 16,-3 1-7-16,2-1-12 0,0 4-7 0,-1-2-9 15,-1 4-11-15,1 2-4 0,1 4-8 0,-2-1-11 16,0 5 0-16,-2-2-7 0,1 3-8 0,-4 2 2 16,2 3-3-16,-4 1-1 0,0-1-4 0,-4 1-4 15,1 2-3-15,-3-6 1 0,-1 5-4 16,-2-2-2-16,0 0-4 0,-2-4 2 0,0 2-6 0,-4 1-1 16,1-4-1-16,-2 0-1 0,2-4-6 0,-1 6-2 15,1-5 0-15,2-5 4 0,1 0 0 0,2 1 3 16,6-3 8-16,-15 3 3 0,9-3-7 0,6 0 7 15,-12-4-9-15,12 4 4 0,-12-2-4 0,12 2 1 16,-6-4 0-16,6 4 1 0,-8-4 0 0,8 4-3 16,0 0-2-16,0 0-8 0,0 0 4 0,0 0-4 15,0 0-3-15,0 0 1 0,0 0 0 0,0 0 0 16,24 8-2-16,-13-2 3 0,-2-1-1 0,1 4-6 16,-1-2 5-16,0 0-1 0,0 1-1 0,1-2 1 15,1 3 4-15,-2 0-2 0,5 2-8 0,-5-4 5 16,2 0-14-16,0 2-34 0,-1-3-38 0,6 4-57 15,-5-6-49-15,1 4-141 0,0-3-357 16,1-3 158-16</inkml:trace>
  <inkml:trace contextRef="#ctx0" brushRef="#br0" timeOffset="-164429.12">10959 14523 66 0,'10'-4'115'16,"-10"4"2"-16,21-2-26 0,-10 2-23 0,0-2-26 15,-11 2-25-15,15 0-27 0,-8 3-15 0,-7-3-15 16,11 4-34-16,-7 0-80 0,-4-4 36 0</inkml:trace>
  <inkml:trace contextRef="#ctx0" brushRef="#br0" timeOffset="-164285.18">11026 14586 35 0,'-6'8'74'0,"6"-8"-15"15,-7 8 9-15,7-8-5 0,-9 7-8 0,9-7 4 16,-7 6 8-16,7-6 18 0,-7 8-13 0,7-8-4 16,0 0-8-16,-6 7 5 0,6-7-3 0,0 4-3 15,0-4 5-15,0 0-7 0,0 0-2 0,8 7-5 16,-8-7-13-16,14 3-18 0,-14-3-31 0,32-3-39 16,-13 2-52-16,1 1-76 0,8-4-191 0,-8-1 84 15</inkml:trace>
  <inkml:trace contextRef="#ctx0" brushRef="#br0" timeOffset="-163918.84">11935 14272 111 0,'0'0'230'0,"-2"-11"-4"0,2 11-11 16,0-8-14-16,0 8-18 0,0 0-19 0,0 0-18 16,0-10-15-16,0 10-12 0,0 0-14 0,0 0-6 15,0 0-9-15,-2 29-3 0,2-13-5 0,0 4-5 16,-2 4-6-16,0-3-4 0,1-2-2 0,0 4-5 15,-2 3-7-15,2-7 6 0,0 7-17 0,1-7 3 16,0 0-9-16,0-2 0 0,0 1-5 16,0 2 0-16,0-7-5 0,0-1-1 0,0 2-3 15,0 0-15-15,0-2-24 0,-2-2-32 0,2 0-36 0,0 0-34 16,0-3-38-16,-2 0-27 0,2-7-33 0,-2 11-136 16,2-11-381-16,0 0 168 0</inkml:trace>
  <inkml:trace contextRef="#ctx0" brushRef="#br0" timeOffset="-163615.34">12154 14472 125 0,'0'0'180'0,"4"-5"-12"0,-4 5-14 16,0 0-4-16,0 0-7 0,0 0-4 0,0 0-11 16,0 0-14-16,0 0-10 0,0 19-10 0,0-19-10 15,3 13-9-15,-1-5-10 0,0-3-3 16,0 2-3-16,2 2-9 0,1-1-2 0,4-1-4 0,0 0 0 15,0 0-4-15,5-3 1 0,-3 1-4 0,2-2-1 16,3 0-5-16,-5-2 6 0,3-1-4 0,-3 0 2 16,1-2-6-16,-4-2 12 0,3 2-4 0,-7-3 3 15,4 2-1-15,-3-4-2 0,-5 7-3 16,8-9-1-16,-8 2-5 0,0 7 0 0,-4-16-5 16,-1 9-4-16,1 0-1 0,-5 0-4 0,0 0-1 0,0 2 2 15,-2-1-15-15,-2 3-15 0,0 0-27 0,0 3-20 16,1 0-25-16,-2 2-26 0,3-2-35 15,1 1-39-15,1 0-166 0,9-1-381 0,-13 4 168 0</inkml:trace>
  <inkml:trace contextRef="#ctx0" brushRef="#br0" timeOffset="-163382.98">12473 14340 51 0,'6'-4'197'0,"-3"-1"6"15,-3 5-4-15,7-9-15 0,-7 9-5 0,4-4-22 16,-4 4-18-16,0 0-16 0,0 0-13 0,0 0 3 16,0 0-6-16,9 21-3 0,-9-11-9 0,0 2-7 15,2 4-6-15,0 1-6 0,-2 2-8 0,0-2-9 0,1 3 0 16,-1 3-8-16,-1-5-2 0,1-4-7 16,0-2-3-16,0 3-4 0,0-3-9 0,-4 2-26 15,4-3-30-15,-2 2-47 0,0-1-47 0,0-2-36 16,0-2-35-16,-1-2-147 0,3-6-370 0,-5 12 164 15</inkml:trace>
  <inkml:trace contextRef="#ctx0" brushRef="#br0" timeOffset="-163157.66">12672 14382 42 0,'0'0'217'0,"0"0"-10"0,-2-10-16 16,2 10-15-16,0 0-13 0,-7-6-11 0,7 6 4 15,0 0-16-15,-19 16-8 0,11-7-12 0,2 0-6 16,-3 6-5-16,1-2-18 0,2 2-7 0,2 1-7 16,-1-2-11-16,3 3-6 0,0-5-2 0,4 1-8 15,-1 0-11-15,1-1-21 0,6 4-36 0,-3-5-36 16,4 1-21-16,2 0-29 0,3-3-27 0,-3-2-9 16,4 1-21-16,3-2-15 0,1-1-92 0,-4 0-289 15,2 0 128-15</inkml:trace>
  <inkml:trace contextRef="#ctx0" brushRef="#br0" timeOffset="-162851.41">12944 14608 98 0,'0'0'163'0,"4"-6"11"0,-4 6-13 0,4-7-6 16,0 2 0-16,-4 5-3 0,4-9-1 0,-2 1-12 16,3 1-11-16,-1-2-14 0,1 0-3 0,2 0 1 15,0 0-4-15,-3-3-9 0,2 2-5 0,-3-1-14 16,1 0-6-16,0 0-5 0,4-4-7 0,-2 5-9 15,-4-3-3-15,5 4-6 0,-2-2-6 0,2 3-1 16,-3-2-8-16,3 2-6 0,-1 1 1 0,-1 0-4 16,5 2-3-16,-2 2-2 0,1 0-5 0,3 0 3 15,-1 4-6-15,-1 4-2 0,0-1-2 0,-1 3-1 16,-1 1 3-16,1-1-4 0,1 9 5 0,-6-5-1 16,0 1-3-16,-1 4-2 0,-1 0 0 0,-2 2 4 15,0-2 3-15,0-1-4 0,2 2 4 0,-2-6-9 16,2 0 4-16,0 2 3 0,1-1 0 0,6-1 0 15,-2 3-9-15,1-3-29 0,6-1-40 0,0-1-54 16,4-6-54-16,4 3-224 0,-2-2-438 0,10-1 194 16</inkml:trace>
  <inkml:trace contextRef="#ctx0" brushRef="#br0" timeOffset="-52875.75">16235 12704 118 0,'0'0'165'15,"0"0"0"-15,0 0-9 0,0-11 4 0,0 11-4 16,0 0 3-16,-3-10-10 0,3 10-4 0,0 0-12 15,-1-14-6-15,1 14-12 0,-4-7-7 0,2 2-2 16,2 5-5-16,-2-10-8 0,2 10-8 0,-3-10-9 16,3 10-6-16,-4-7 14 0,-1 1-11 0,0 1-8 15,5 5-8-15,-12-6-6 0,6 2-2 0,-2 0-3 16,8 4-9-16,-14-6-3 0,6 6-2 0,-3-1-2 16,-2 2-7-16,-5 1-1 0,0 4-5 0,-1 0 1 15,4-1-5-15,-4 5 0 0,-1 1-4 0,4 0-1 16,-2 1-2-16,2 2 1 0,1 0-3 0,1 0 1 15,1 0 1-15,2 1 0 0,2 0-6 0,0-1 3 16,5 0-4-16,0-4 2 0,2 2 1 0,-1 1-1 16,3-2 1-16,1 1-4 0,2-1 2 0,1 1 3 15,2-1-1-15,3-1 0 0,0-2 0 0,3 3 2 16,4-3 3-16,-2 1 0 0,4-2 0 0,1-1-6 16,1-3 1-16,-1 0-4 0,0-1-7 0,-1 0-5 15,1-2-3-15,-2 0-6 0,2-2-2 0,-6 0-5 16,0-1 8-16,3-4-4 0,0 1 0 0,-4 1 0 15,3-4 4-15,-1 0 2 0,-1-2 1 0,0 0 4 16,0-3-2-16,-2 2 5 0,-2-2 2 0,0 0 2 16,-1-3 0-16,-3 3 3 0,0-1 0 0,-1 5 8 15,-3-3 10-15,2 4 7 0,-1 0 3 0,1 0 0 16,-1 2 5-16,-2 7-1 0,3-10 3 0,-3 10-11 16,1-7-2-16,-1 7-9 0,0 0 3 0,0 0-3 15,0 0-3-15,0 0 0 0,0 0 0 0,-4 28-2 16,-1-11 2-16,1-2-1 0,-1 4-2 0,3-1 1 15,-2 0 0-15,0-1 0 0,3 0-1 0,-2-1 2 16,3 0 3-16,0-1-5 0,4-2-1 0,-1-2 1 16,0-1 3-16,3 2-1 0,-1-2 0 0,2-2 3 15,2 0-2-15,2-3-2 0,0-1-1 0,6-2 3 0,-1 2 1 16,3-6-1-16,1 2 4 0,-4-7-3 16,2 1-2-16,0-2 2 0,1 0-1 0,-1-5-1 15,-3 2 3-15,2-3-4 0,-4 1 7 0,0-1-6 16,-2-3 0-16,-1 0 4 0,-2 0-6 0,6-6-1 15,-9 8 2-15,-2 1-2 0,-1 3 4 0,1 0 0 0,-2 4 0 16,-1-3 2-16,1 4 1 0,-1 6-1 0,0-10 0 16,0 10-3-16,2-6-7 0,-2 6 0 15,0 0 0-15,0 0 0 0,0 0 2 0,0 0-5 16,-7 22 6-16,6-12-4 0,-3 2 5 0,0 4-1 16,2-1-2-16,0 0 0 0,1-1 0 0,2-2 3 15,-1 4-3-15,3-6 2 0,0 2 0 0,2-4 3 16,-1 1 0-16,3-2 0 0,1 2 2 0,1-5 6 15,1 1-5-15,4-1 1 0,-1-3-2 0,1-1 0 16,4-3 1-16,-5 1 0 0,5-3 2 0,-1 2-5 0,1-5 2 16,-1 2-2-16,-3-3 2 0,1-2-1 0,-1-2 0 15,0 0 0-15,-3-3 0 0,1 1 2 0,-4-3-2 16,2-6 0-16,-4 6 0 0,1-9-3 16,-1 1-1-16,1 0 1 0,-5-1 3 0,2 8-3 15,-4 0 1-15,0 0 0 0,0 3-3 0,0 3 3 0,0 3 0 16,-1 0 4-16,1 3 2 0,0 7-2 0,0-11-5 15,0 11-2-15,0 0-1 0,1-7-3 0,-1 7 1 16,0 0 2-16,0 0-2 0,2 38 2 16,0-12 1-16,-1 0-4 0,1 2 5 0,-1-1-3 0,0 1-2 15,4-1 7-15,-3 0-2 0,-2 1 0 0,2-3 0 16,-2-5-2-16,1 4 3 0,-1-5 0 0,-2 0-1 16,6 1 3-16,-6-2-2 0,2 1-1 0,2 0-20 15,-1-2-29-15,0-2-37 0,1-2-33 16,-4-2-53-16,4-1-41 0,-4-3-37 0,2-7-155 0,-5 11-439 15,5-11 194-15</inkml:trace>
  <inkml:trace contextRef="#ctx0" brushRef="#br0" timeOffset="-52120.82">16809 12718 2 0,'0'0'170'0,"0"0"-22"16,4-11-4-16,-4 11-12 0,13-3-10 0,2 0-9 15,4 3-7-15,10-1-14 0,2 1-8 0,0 1-11 16,6 1-3-16,-3-1-17 0,2 2-17 0,0-1-24 16,-2 2-18-16,2 0-19 0,-1 0-3 0,-5-1-14 15,2-1-3-15,-5 2 12 0,-4-2-4 0,-4-1-2 16,-2 0 4-16,-3-1 7 0,-3 0 16 16,0 0 7-16,-4-1 19 0,-7 1 5 0,11-1 1 0,-11 1 4 15,7-3 4-15,-7 3 5 0,0 0 10 0,0 0 5 16,0 0 11-16,0 0-1 0,0 0 2 0,0 0-2 15,0 0-5-15,0 0 1 0,0 0 2 0,0 0 9 16,-24 7 0-16,19 0 3 0,-2 1-4 16,1 0-7-16,0 2 2 0,-2 0-11 0,4 0-3 15,0 1-3-15,2 0-6 0,0 0-3 0,1 0-3 0,2-1-3 16,1 0-1-16,0-1-1 0,2 0 5 0,4 0-7 16,-1-2-5-16,1 1 0 0,1 0-1 0,1 0 1 15,2-5-3-15,-1 1-1 0,-1-1 1 0,3-2 0 16,-1-2 0-16,1-1-2 0,-3 0 0 0,1-1-3 15,-2 0 2-15,-1-4 1 0,-3 0-4 0,0-1-1 16,-2-1 0-16,-1 0 0 0,-3-4 2 0,-3 2-8 16,-3-6 1-16,-1 1 1 0,-3 0-2 0,-1 0 1 15,0-1 1-15,1 2 0 0,-1 2-1 0,5 3 3 16,-1 4-3-16,0 0 0 0,5 0-2 0,-1 2-3 16,4 4-1-16,-8-7 0 0,8 7-3 0,-4-5 5 15,4 5 2-15,0 0-4 0,0 0 5 0,0 0-4 16,0 0 7-16,26 5-6 0,-7-3 4 0,8-1-1 15,2-2 0-15,0-1 2 0,3-2-4 0,2-2 4 16,-4 0-3-16,-2-1 2 0,-1-2 1 0,-1 0 1 16,-9 1 8-16,2-2-3 0,-4-2 5 0,2-2-2 15,-5 0 1-15,1-2 10 0,-1 2 0 0,-6 0 3 16,4-1-3-16,-3 1 7 0,-2 3 2 0,-3 3-1 16,1-1 1-16,-2 1 7 0,-1 8-4 0,2-11-4 15,-2 11-6-15,2-6-6 0,-2 6-4 0,0 0 0 16,0 0-7-16,0 0-1 0,0 0 1 0,-5 35-1 15,-2-7 2-15,1 2-1 0,2 3-1 0,0 3 0 16,-2 10 2-16,-2-13-2 0,2-1 1 0,-1 1 2 16,0-1-3-16,4 2 1 0,1-4-1 0,-2 0 2 0,3 2-3 15,1-3 2-15,-3-2-2 0,1-1 1 16,3-1-2-16,1-6 3 0,0 0-2 0,-2 0-2 16,-2-3-2-16,2-3 4 0,2-2-20 0,-2 1-21 15,0-3-22-15,0-2-18 0,0-7-31 0,0 0-29 16,-3 17-28-16,3-17-14 0,0 0-30 0,0 0-24 15,0 0-136-15,-10 1-396 0,10-1 176 0</inkml:trace>
  <inkml:trace contextRef="#ctx0" brushRef="#br0" timeOffset="-51972.18">17682 12971 57 0,'0'-14'156'16,"0"14"-12"-16,2-11-9 0,-2 11-8 0,5-11-11 0,3 6-5 15,1-3-16-15,1 0-9 0,8 1-7 16,8-5-5-16,0 4-7 0,1 0-12 0,3 1-3 15,2-3-27-15,0 1-31 0,2-3-33 0,-2 1-24 16,0 2-26-16,-4-3-12 0,-2 1-80 0,-1-3-194 16,-2 1 86-16</inkml:trace>
  <inkml:trace contextRef="#ctx0" brushRef="#br0" timeOffset="-51734.36">18169 12714 408 0,'12'-14'-4'0,"-3"0"11"0,-2-1 21 16,-3 2 21-16,-2 2 3 0,-1 1 4 0,-2 0 13 16,-1 0 4-16,0 4-1 0,-2-2 3 0,4 8 10 15,-6-12 1-15,1 7 9 0,1 0 5 0,4 5-2 16,-5-6-1-16,5 6-6 0,-4-7-11 0,4 7-2 15,0 0 0-15,0 0 5 0,-15 14 1 0,9-2 1 16,-4 5-4-16,0 7 5 0,-1 1-3 0,-1 4-2 16,1 1-8-16,-1 1 1 0,2 1-8 0,0-1-4 15,-2 0-7-15,5 0-4 0,-4-5-4 0,3 3-2 16,2 0-7-16,1-3-3 0,-1 0-3 0,1-1-2 16,1-6-1-16,3-1-3 0,-1-1-4 0,0-2 0 15,-1 1-3-15,2-4 0 0,0 1-3 0,1-3-11 0,-2 0-26 16,1-3-28-16,1-7-32 0,-1 12-49 15,1-12-48-15,0 9-36 0,0-9-30 0,0 0-124 16,0 0-398-16,-9 5 176 0</inkml:trace>
  <inkml:trace contextRef="#ctx0" brushRef="#br0" timeOffset="-51569.46">17932 12941 1734 0,'-4'-8'64'0,"4"8"-32"0,-4-11-14 16,4 11-16-16,0 0 0 0,-3-11 0 0,3 11-1 15,0 0 0-15,0 0 2 0,7-10-1 0,-7 10 1 16,13-2-1-16,-3 1 1 0,3 0-19 0,8 1-33 16,0 0-49-16,7 0-34 0,2 0-131 0,-2 0-284 15,6-2 126-15</inkml:trace>
  <inkml:trace contextRef="#ctx0" brushRef="#br0" timeOffset="-51350.49">18520 12866 70 0,'0'0'209'0,"0"0"-5"16,0 0-7-16,14-3-5 0,-14 3-6 0,12 0-9 15,-12 0-5-15,20 0-8 0,-8 0-9 0,2 1-13 16,-3-1-11-16,2 0-9 0,1 2-8 0,-1 0-12 16,5 1-7-16,-4-1-12 0,0-2-6 0,2 2-6 15,-2-1-6-15,-2 1-11 0,-2 0-4 0,0-1-3 16,1 0-4-16,-4 2-3 0,-7-3-19 0,13 1-27 15,-8 2-35-15,-5-3-43 0,0 0-59 0,12 3-49 16,-12-3-50-16,0 0-138 0,0 0-411 0,0 0 183 16</inkml:trace>
  <inkml:trace contextRef="#ctx0" brushRef="#br0" timeOffset="-50894.63">16418 13395 2044 0,'-36'3'118'0,"3"-3"15"0,3 1-60 0,9 1-28 15,1-2-21-15,6 2 1 0,3-2-17 16,2 2-3-16,3 0 0 0,6-2 9 0,-3 6 12 16,3-6 11-16,20 13 15 0,11-7 2 0,6 1 5 15,27 1-2-15,36-2 0 0,7-1-4 0,9-5-2 16,3 1-2-16,10-1-3 0,-6-2-7 0,6 0 1 16,-4 0-4-16,-7-1 1 0,-3 4-1 0,-6-5 2 15,-8 2 6-15,-7 0 0 0,-29 0 0 0,2 0 6 16,-6 0 2-16,-10 1 11 0,-14-1 16 0,-2 1 0 0,-10-2 8 15,-6 1 11-15,-6 2 4 0,-1-1 9 0,-5 0-2 16,-7 1-1-16,16-1-9 0,-16 1-5 16,11 0-2-16,-11 0-9 0,7 0-7 0,-7 0-8 15,0 0-10-15,7-2-1 0,-7 2-12 0,0 0-3 0,0 0-12 16,0 0-23-16,0 0-25 0,10-1-43 0,-10 1-37 16,0 0-49-16,0 0-44 0,0 0-55 0,0 0-52 15,0 0-57-15,0 0-257 0,0 0-662 0,0 0 293 16</inkml:trace>
  <inkml:trace contextRef="#ctx0" brushRef="#br0" timeOffset="113703.36">19433 12616 54 0,'0'0'128'0,"0"0"-12"0,0 0-1 15,0-8-10-15,0 8-4 0,0 0-20 0,0 0-2 16,6-4-8-16,-6 4 0 0,0 0-7 0,0 0-10 15,0 0 3-15,0 0-9 0,4-5 0 0,-4 5-5 16,0 0 0-16,0 0 4 0,0 0-1 0,2-5 6 0,-2 5 0 16,0 0-1-16,0 0 7 0,0 0-1 15,0 0 2-15,0 0-2 0,0 0-2 0,-1-12-3 16,1 12-6-16,0 0-8 0,0 0 1 0,0 0-2 0,-5-7-6 16,5 7 0-16,0 0-9 0,-8-7 3 0,8 7-6 15,-7-3-3-15,7 3-2 0,-16-1-1 16,6 1-1-16,0 0-4 0,-2 0-5 0,12 0 6 0,-19 2-2 15,6 3-3-15,4-3-1 0,-2 3 1 16,1 0-5-16,1 2 6 0,-3 0-5 0,5 1 2 0,-1 1-1 16,-1-1-1-16,1 3 1 0,3-1-2 0,1 1 4 15,1 1-7-15,0-1 2 0,4 2 2 0,1-2 6 16,0 1-7-16,2-1 3 0,0 1-3 0,5-2 5 16,1 2-2-16,0-3-2 0,2 0 5 0,-2-3 0 15,0-1-2-15,3 0-2 0,-3 1 5 0,-1-3-1 16,1-1-1-16,-1 0 0 0,-2 0 4 0,4 0 1 15,-6 0 12-15,-5-2-2 0,0 0 8 0,10 0-6 16,-10 0 1-16,0 0-4 0,0 0-1 0,9-4 1 16,-9 4-3-16,0 0-5 0,0 0 1 0,3-6-2 15,-3 6-3-15,0 0 0 0,0 0-2 16,0 0 0-16,-17-9-1 0,17 9-3 0,-15 0 3 16,6 2-1-16,-1 0-7 0,-2 0 3 0,2 0 1 0,-3 1 1 15,2 2 0-15,-1-2-3 0,3 4 2 0,-3-2 1 16,0 2 4-16,3 0-4 0,0-1 4 0,2 2 0 15,-1-1-1-15,3 1 3 0,0 1 0 0,1-2-1 16,1 1 3-16,3 0-3 0,0 2-2 0,3-2 2 16,-1 2 0-16,6-3-2 0,0 3 5 0,1-3-1 15,5 2-1-15,-2-2-13 0,5 0-30 0,-2-1-34 16,2 1-50-16,-2-3-43 0,3 1-54 0,-5 0-116 16,5-5-360-16,-7 0 159 0</inkml:trace>
  <inkml:trace contextRef="#ctx0" brushRef="#br0" timeOffset="114003.18">19810 12711 4 0,'2'-8'246'0,"1"1"-7"0,2 1 5 0,-3 1-13 16,-2 5-11-16,3-12-10 0,-1 8-19 0,-2 4-17 15,4-5-22-15,-4 5-15 0,0 0-14 16,4-5-17-16,-4 5-9 0,0 0-16 0,0 0-5 16,0 0-10-16,1 20-5 0,-3-10-3 0,1 2-9 15,-3 4-6-15,-1-1-5 0,-3 3-3 0,3 1-4 0,-2-1 2 16,2-1-9-16,0 0 4 0,0-1-6 0,1 1-1 16,3 0-4-16,-3 1-2 0,3-4-4 15,-2-3-20-15,2 1-16 0,0-2-28 0,1-3-32 16,-2 3-36-16,2-10-34 0,-1 11-23 0,1-11-27 0,0 7-171 15,0-7-406-15,0 0 179 0</inkml:trace>
  <inkml:trace contextRef="#ctx0" brushRef="#br0" timeOffset="114368.53">19821 12660 15 0,'3'-11'181'15,"0"-1"-4"-15,3 2-12 0,0 1-5 0,0 2-9 16,4 0-4-16,0 1 1 0,1 3-3 0,2 2-3 15,0 1-6-15,4 3-3 0,1-1-10 0,-1 3-9 16,-2 4-8-16,2-3-8 0,-5 5-6 0,0 2-5 16,-2-1-8-16,-2 2-6 0,-3-1-10 0,0 1-1 15,-5 2-7-15,-1-1-5 0,-7 1-3 0,2-1-3 16,0 0-2-16,-3-1-6 0,-1 0-6 0,3-6 0 16,-1 1-4-16,2 1-4 0,-3-4-2 15,4 1-2-15,1-1-4 0,2 0-4 0,2-6-7 0,-3 10-1 16,3-10 0-16,4 12 2 0,0-8-4 0,0 0 1 15,3 2 1-15,2-1-1 0,1-1 3 0,-1 2-6 16,3-2 8-16,-3 0-7 0,0 0-1 0,1 1 1 16,-4-3-2-16,-1 1 2 0,1-1 0 0,-6-2-3 15,7 3 0-15,-7-3 2 0,4 6 1 0,-4-6 2 16,0 0 1-16,-10 10 2 0,1-7-3 0,-4 1-4 16,-4 1-8-16,-2 0-5 0,0 0-9 0,-4-2-14 15,-4 2-21-15,7-1-28 0,-8 2-31 16,6-4-40-16,3 2-40 0,2-3-191 0,3 1-421 0,1 0 188 15</inkml:trace>
  <inkml:trace contextRef="#ctx0" brushRef="#br0" timeOffset="114759.4">20644 12756 1758 0,'32'-20'10'0,"-2"2"38"16,-6 1 4-16,-6 6 22 0,-4 2 9 0,-2 0-3 15,-3 3 1-15,-2 0 4 0,-2 1-6 0,0 2-4 16,-5 3-9-16,10-3-9 0,-10 3-11 0,0 0-2 16,0 0-4-16,0 0-1 0,0 0 5 0,-19 33-7 15,2-12 0-15,0 2-4 0,-1 2-2 0,0 0-3 16,-1-1-2-16,4-2-3 0,0 2 1 0,0-2-3 16,2-5-4-16,4 1 0 0,1-2 1 0,2 2-6 15,1 2 0-15,3-2-1 0,2-2-1 0,0-3 2 16,1 0-4-16,1-3 1 0,6 0-1 0,-4-1 2 15,2-1 4-15,2 0-3 0,-3-4 6 0,6-2 2 16,-4-1 5-16,1 1 5 0,-8-2 9 0,17-6 1 16,-9-1-3-16,0-3-3 0,-1-1-1 0,0-3-1 15,-3-4-6-15,-3 2-1 0,-2-4-1 0,-2 1-4 16,-5-7-1-16,-2 1 0 0,-3 1-1 0,-2 4-8 16,-4-1-1-16,-5 2-5 0,2 4 3 0,-5-1-1 15,-1 8-1-15,0-2-5 0,-3 3-16 0,0 4-22 16,5 2-24-16,4 2-32 0,0 2-43 0,3 0-53 15,5 2-60-15,-3 1-228 0,5 0-519 0,5-3 230 16</inkml:trace>
  <inkml:trace contextRef="#ctx0" brushRef="#br0" timeOffset="115151.57">21528 12707 175 0,'0'0'223'0,"0"0"-15"15,-6-9-15-15,0 6-4 0,6 3-11 0,-16 1-13 16,3 3-8-16,-6 3-8 0,0 0-11 0,-6 5-4 16,-2 5-16-16,3 0-6 0,2 0-1 0,-1 1-8 15,9-2-12-15,1-2-7 0,-2 1-11 0,6 2-3 16,2 1-7-16,1-4-8 0,3 2-1 0,5 1-7 16,3-2-4-16,2 1 2 0,5-1-5 15,3-2-2-15,7 1 0 0,2 0-3 0,3-1-5 0,4-3-5 16,-1-2-1-16,1-2-5 0,0-1-22 0,-3 2-34 15,-6-5-48-15,-3 0-61 0,1-5-65 0,1 1-57 16,-9-2-146-16,8 0-447 0,-4-1 199 0</inkml:trace>
  <inkml:trace contextRef="#ctx0" brushRef="#br0" timeOffset="115517.73">22110 12750 256 0,'4'-6'249'0,"-4"6"-12"0,6-8-6 0,-1 3-16 16,-5 5-13-16,5-6-18 0,-5 6 1 16,3-4-20-16,-3 4-11 0,0 0-28 0,0 0-13 15,0 0-12-15,0 0-10 0,5 18-8 0,-4-8-6 16,-1 7-4-16,-1-1-7 0,0 3-6 0,-2 0-3 16,1 0-6-16,-1 0-6 0,1-1-6 0,-2 0 0 15,0 0-5-15,1 0-3 0,0 2-3 0,0-1 0 16,0-2-8-16,2-2-19 0,0-3-29 0,-3 1-34 15,3-3-54-15,-3 0-61 0,1-3-50 0,0 0-212 16,-1-2-475-16,-1-2 210 0</inkml:trace>
  <inkml:trace contextRef="#ctx0" brushRef="#br0" timeOffset="115877.08">22154 12740 24 0,'10'-10'219'0,"1"-1"-6"15,-2 4-2-15,4 0-22 0,-4 0-15 0,1 3-13 16,1 3-8-16,1-1-4 0,1 4-3 0,-2 1-8 16,6 4-11-16,-4-1-13 0,2 3-11 0,-1 2-9 0,-2 1-13 15,0 0-4-15,-3 1-6 0,-2-2-7 0,-2-1-5 16,-1 3-5-16,-3-2-6 0,-2 0-2 16,-2 0-8-16,1-1-1 0,-4 0-4 0,1-2-1 15,-1 2-4-15,-2-2-6 0,5-2 1 0,-3-1-7 16,2-1-7-16,1 2-3 0,3-6-6 0,-6 11 4 0,6-11-11 15,0 7 2-15,0-7-1 0,4 8 0 0,0-4 1 16,-4-4 4-16,11 7-1 0,-1-1-4 0,-3 0 1 16,0-2 0-16,0 1 1 0,2 3-2 0,-2-5 2 15,-3 3 0-15,-2-2-1 0,1 3 6 0,-3-7 6 16,2 10 3-16,-2-10 4 0,-5 9 6 0,1-3 2 16,-3 0-1-16,-6 1-1 0,-3-1-4 0,0 0-2 15,-3-1-10-15,-3-3-16 0,-4 3-20 16,5-2-28-16,0 0-36 0,0 1-56 0,3-5-45 15,0 2-219-15,0-1-449 0,18 0 198 0</inkml:trace>
  <inkml:trace contextRef="#ctx0" brushRef="#br0" timeOffset="116325.4">23293 12846 166 0,'0'0'211'0,"-3"-6"-7"16,3 6-7-16,0 0-18 0,0 0-17 16,0 0-19-16,12-12-9 0,0 9 3 0,6-1-4 15,1-2-5-15,3 2-6 0,4-4-2 0,1 1-8 16,0 0 1-16,-8 2-3 0,-1 0-1 0,1-3 1 15,-1 3 3-15,-6 1 0 0,0 0 2 0,-4 2-1 16,-1-1-4-16,-1 0-8 0,-6 3-10 0,11-4-15 16,-11 4 2-16,7-2-17 0,-7 2-1 0,0 0-16 15,0 0-6-15,10 2-8 0,-10-2 3 0,0 9-11 16,-1 1 12-16,-2 2-13 0,1 3-4 0,-1 1-6 16,-1 3 0-16,-1-2 1 0,-1 7-3 0,0-5 0 15,-1 5 0-15,-1-2-2 0,3 5 3 0,-1 0-4 16,1-9-5-16,2 1 4 0,-1 0-2 0,1 0 0 15,-3-2 2-15,4-2-3 0,-1 4 3 0,2-2-2 16,-3-6 7-16,2 5-2 0,-1-4-9 0,1-1-4 0,-2 0 7 16,2-2-10-16,0 0-19 0,1-2-14 0,1-7-22 15,-4 10-18-15,0-6-23 0,4-4-48 16,-10 5-59-16,3-4-47 0,7-1-258 0,-16-5-557 0,3 2 246 16</inkml:trace>
  <inkml:trace contextRef="#ctx0" brushRef="#br0" timeOffset="116477.18">23369 12530 70 0,'0'-5'194'0,"0"5"-33"0,1-11-40 16,2 6-51-16,-3 5-41 0,7-6-47 15,0 4-34-15,-7 2-45 0,19 0-103 0,-8 0 46 0</inkml:trace>
  <inkml:trace contextRef="#ctx0" brushRef="#br0" timeOffset="116736.83">23716 12676 156 0,'0'0'212'0,"0"0"-1"0,0 0-3 0,11-8 4 16,-6 2-12-16,-4-1-17 0,-1 7-3 0,2-15 3 15,-2 5-11-15,3-1-16 0,-2 0-10 0,1-5-12 16,0 4-15-16,1-5-9 0,-1 0-12 0,4 1-3 15,1-1-12-15,-3 2-7 0,2-1-9 0,1 1-5 16,-1 4-6-16,2 1-11 0,-1 3-2 0,-1 1-7 16,0 4-8-16,2-2 0 0,-8 4-7 0,16 2-1 15,-5 1-2-15,0 4-1 0,2 2-5 0,-2 5-3 16,2-1 2-16,-1 3-3 0,2 6-8 0,-3 2-16 16,-1-2-23-16,-2 2-37 0,1 4-30 0,-4-4-48 15,0 0-35-15,-1 0-28 0,-1-6-24 0,2 0-156 16,-2-3-428-16,0-3 189 0</inkml:trace>
  <inkml:trace contextRef="#ctx0" brushRef="#br0" timeOffset="117096.57">24036 12890 229 0,'0'0'224'15,"0"0"-11"-15,0 0-11 0,0 0-12 0,0 0-12 16,0 0-12-16,20-17-9 0,-12 10-6 0,2-1 3 15,4-1-11-15,0-1-12 0,0-2-10 0,-1-1-10 16,3 0-9-16,-4-1-10 0,2 2-1 0,-2-1-4 16,-6 5 2-16,3-2-5 0,-4 2-9 0,-1 3-6 15,0-2-11-15,0 2-5 0,-4 5-8 0,4-10-2 16,-4 10-11-16,2-4-6 0,-2 4-3 0,0 0-1 16,0 0-3-16,0 0-8 0,0 0-4 0,0 0-4 15,-18 18-8-15,14-9 3 0,2 3-5 0,-1-1-5 16,2 2-1-16,1 3 2 0,1 0 1 0,2-1-2 15,-1 0 0-15,2 2 5 0,0-2-3 0,0 2 2 16,2-2 0-16,-3-2 1 0,2-3-1 0,-2 1 2 16,-1 1 0-16,1-2 1 0,-3 0 1 0,0-2 0 15,-2 1 1-15,0 1-1 0,-2-2-11 0,-1-2-6 16,-1 4-12-16,-3-4-10 0,0 1-30 0,-3 0-29 16,1-1-48-16,-1 0-37 0,-2-1-45 0,-1 2-166 15,2-4-429-15,3 1 191 0</inkml:trace>
  <inkml:trace contextRef="#ctx0" brushRef="#br0" timeOffset="117947.64">24882 12841 1794 0,'25'-18'51'0,"-10"6"63"0,0-1 41 0,-7 4-15 15,-1 1-21-15,-3-1-12 0,0 3-6 0,0 0-18 16,-4 6-7-16,-4-11-3 0,4 11-9 0,-6-6-3 15,6 6-1-15,-18 1-6 0,4 3 6 0,-1 4-2 0,-5 2-5 16,3 1-9-16,0-1-4 0,0 1-2 0,3 2-2 16,2-1-5-16,3 2-3 0,2-2-6 15,3-3 2-15,1 4 0 0,3-3-4 0,0 1 0 16,3 0 2-16,2-2-7 0,3 0 2 0,-1-2 4 16,2-2-3-16,2 1-4 0,1-2 2 0,-3-4 2 0,2 0-8 15,2 0-3-15,-2-3 2 0,0-2 7 0,2-2-6 16,2-2 2-16,-1-1 3 0,1-2-10 15,-3 1 2-15,0-2 0 0,-3-1 7 0,3 1-13 16,-6 3 4-16,1 0-1 0,-3-1 3 0,1 3-3 0,0 1-8 16,-3 2 0-16,0-1 2 0,-2 6-8 0,5-7 0 15,-5 7-3-15,0 0 2 0,0 0 2 0,0 0 4 16,0 0-3-16,-6 25 2 0,1-14 1 16,-1-2-4-16,2 1 3 0,-3 4 1 0,3-2-1 0,2 0 2 15,0-1 5-15,2 1 0 0,0 1 1 0,2-2 0 16,0-2 1-16,2 3 6 0,3-3 2 0,3-2 1 15,-3 0 6-15,1-4 1 0,4 3 0 16,-1-4 6-16,2 0-4 0,-1-2-2 0,1 0 2 0,0-3-4 16,-1-1-2-16,-1 1 3 0,3-3 3 0,1-4-7 15,-1 0-5-15,-3-3-1 0,-1 0 4 0,0-1-3 16,-1 0-1-16,-5-3-1 0,0-1 3 0,-3 1-6 16,1 2 10-16,-4 4-16 0,0 0 3 15,0 0-4-15,-1 1 2 0,1 3 1 0,-2 1 0 0,4 6-4 16,-5-11 1-16,2 7-5 0,3 4 0 0,-4-5-7 15,4 5 5-15,0 0 5 0,0 0-2 0,0 0-1 16,0 0 13-16,0 0-5 0,0 0-4 0,33 9 1 16,-14-5 0-16,0-1-1 0,2 2 3 0,-2-3 1 15,3 1-1-15,-2 1 5 0,0-3-2 0,-5 3-1 16,-3-3-4-16,-1 1-3 0,-5-1 4 0,3 3-8 16,-3-1 11-16,1 1 3 0,1 1-11 0,-3 2 1 15,0 2 0-15,-3-3 5 0,2 3-4 0,-4 2-3 16,2-3 5-16,-4 2 0 0,4-3-2 0,-2 3 5 15,1-2 2-15,0 0-1 0,1 1-1 0,1-1 5 16,2-1 0-16,4 1 2 0,-5-4-7 0,5 5 8 16,0-5 1-16,1 2-6 0,0-2 3 0,1 0 1 15,1-3-2-15,1 3 5 0,5-4-1 0,-7 0 0 16,3-3 2-16,0-1-5 0,-2-1 3 0,2 1-5 16,-5-5 7-16,5-1-2 0,-5 0-4 0,0-2-1 15,2-2 6-15,-2-1-6 0,0 1 0 0,-5 3 8 16,0-1-11-16,2 1-5 0,-6 1 5 0,2 3-5 15,0 0-3-15,-2 7-3 0,-2-9 4 0,2 9 1 16,-12-3-5-16,12 3 5 0,-22 6-3 0,11 0 9 16,-1 1-10-16,-2 2-9 0,3 3-24 0,3-3-24 15,-2 5-28-15,2 0-38 0,3 2-55 0,1-4-49 16,11 3-18-16,9 6-246 0,10-2-542 0,21 6 239 16</inkml:trace>
  <inkml:trace contextRef="#ctx0" brushRef="#br0" timeOffset="118608.7">26410 13133 102 0,'7'-6'259'0,"-1"4"-11"15,0-2-5-15,1 1-9 0,0 0-7 0,4-3-19 16,-2 1-15-16,5-4-13 0,-1-2-11 16,3-2-5-16,-1 0-4 0,0-1-11 0,4-4-12 0,-5 4-10 15,-3 0-6-15,0-3-12 0,-1 0-12 0,0-1-8 16,-3 2 0-16,1-3-6 0,-4 2-6 0,0-1-6 16,0 1-12-16,-4 5 0 0,0-1-11 15,-2 4-1-15,0-1-9 0,-2 0-2 0,2 5-7 16,2 5 10-16,-3-11-21 0,3 11-3 0,-7-7-2 15,7 7-6-15,-7-1-2 0,7 1 7 0,0 0-15 0,0 0 13 16,-12 10-3-16,12-10-3 0,0 12 0 16,0-12 1-16,12 15 0 0,-3-8 8 0,5 4-7 15,2-2 0-15,4-1-4 0,-2 1 12 0,2 1-20 0,-2-6 11 16,-2 3-5-16,-3-3-2 0,-4 1 1 0,0 0 16 16,1-2-20-16,-4 4-4 0,1-3 2 0,-3 4 3 15,0-1 1-15,-1-2-7 0,0 3 6 0,-3 2 2 16,4 0-2-16,-4 0 0 0,0 0 2 0,-2 1-2 15,0 4 2-15,2-6 1 0,0 2-4 16,0 0 18-16,0-3-11 0,0 1 2 0,2-3-2 0,2-2 0 16,1 1 3-16,1 0 0 0,0-1 1 0,7 0 0 15,-3-4-3-15,3-2 2 0,6 2-3 0,1-3 1 16,-4-2 16-16,4 0-8 0,-5-3-15 0,2-4 2 16,-4 2-5-16,1-2 7 0,-1-4-6 0,1 2-2 15,-1-1 0-15,-3-1-7 0,7-7 6 0,-4 1-6 16,-3 3 1-16,-2 3 7 0,-3 2-4 0,-1 2 3 15,-2 0 1-15,0 4-3 0,-2 1 0 0,0 7-4 16,-2-12-1-16,2 12-1 0,-8-4 1 0,8 4 7 16,-23 7-1-16,9 0-3 0,-1 2 6 0,1 4-4 15,0-2 2-15,3 3 1 0,1 2-4 0,5-2 5 16,-4 3 4-16,8 0-4 0,1-1-11 0,1 4-25 16,1-4-32-16,5 1-36 0,0-1-42 0,1-3-42 15,-1-2-38-15,3-4-50 0,1 1-165 0,0-3-484 16,0-1 216-16</inkml:trace>
  <inkml:trace contextRef="#ctx0" brushRef="#br0" timeOffset="118903.87">27236 12875 242 0,'5'-6'217'0,"-5"6"-21"15,0 0-21-15,0 0-14 0,0 0 8 0,0 0 8 16,11 22-9-16,-9-10-13 0,2 2-5 0,-1 2-11 15,1 3-7-15,0 0-8 0,2 5-9 0,-2-7-5 16,0 0-6-16,1 0-9 0,3-3-7 0,-4-2-3 16,2-2 0-16,-2 0 5 0,1-1 10 0,1-1 8 15,-2-4 15-15,3 0 1 0,0-4-2 0,-7 0 8 16,0 0-14-16,20-8-8 0,-10 3-3 0,-1-1-8 16,-3-5-9-16,6-1-11 0,-1-1 1 0,-1-3-16 15,0 1-3-15,-1-3-7 0,2-4-28 0,-1 6-10 0,1-7-20 16,0-1-39-16,-2 1-50 0,-2 5-32 15,1 2-7-15,-2-1-20 0,-3 4-37 0,4 2-38 16,-4 2-30-16,1 3-33 0,0 2-214 0,-4 4-547 16,0 0 242-16</inkml:trace>
  <inkml:trace contextRef="#ctx0" brushRef="#br0" timeOffset="119968.66">27696 13025 156 0,'0'0'241'15,"18"-3"-2"-15,-13 0-4 0,5-3-14 0,0 0-18 0,-3 2-20 16,3-4-14-16,1 0-10 0,-3 0-9 0,1 0-4 16,0 0-4-16,0-1-11 0,2-4-12 0,-2 0-9 15,0-1-13-15,-2 1-5 0,0 6-3 0,-1-4-4 16,-4 3-7-16,3 2-1 0,-2 0-8 0,-3 6-8 16,2-9-11-16,-2 9-4 0,0 0-2 0,0 0-8 15,-12-10-10-15,12 10 1 0,-17 6-3 16,5-1-4-16,-2 2-2 0,-1 2 0 0,2 2-4 15,2-2 4-15,-1 1-2 0,1 5 9 0,5-4-4 0,-2 5 9 16,4-4 1-16,1 4 3 0,1-4 5 0,2 5 1 16,4-2-3-16,1 0 6 0,5-1 10 0,-2-3-5 15,-1-3 7-15,7 5-4 0,1-4 3 0,2 1-9 16,-1-4-6-16,-1 2-4 0,4-2-14 0,2-1 6 16,6-3 0-16,-5 1-2 0,-2-2-1 0,1-2 1 15,3-1-6-15,-6-1 1 0,3-3 2 0,-3-1-10 16,0-2 5-16,-2 1-11 0,-3-3 4 0,3-5-10 15,-1 3-1-15,-3-3-4 0,-1 1-3 16,-4-1-6-16,-1-1-1 0,1-3 1 0,-6 3 4 0,-1-2-2 16,-6 1-2-16,4 3 6 0,-2-2-1 0,-3 5 0 15,-2 0 10-15,-2-1-15 0,2 3 5 0,2 4 0 16,0-3 2-16,0 6-1 0,3-1-4 16,4 4 6-16,-9-7-3 0,9 7 1 0,-5-4 3 15,5 4-2-15,0 0 2 0,0 0 5 0,0 0-1 0,0 0 5 16,16-6-2-16,-2 7 18 0,3 0-21 0,2 1 5 15,-2-2 3-15,4 0-4 0,-3 2-1 0,-1-1 3 16,-3-1-12-16,-7 0 7 0,4 0 2 0,0 0-2 16,-6 2-3-16,-5-2-1 0,11 2-2 0,-11-2-6 15,11 4 7-15,-10 1 0 0,-1-5-5 0,4 9 4 16,-3-2 1-16,-1-7 5 0,-5 16-1 0,5-6 3 16,-4 0-6-16,2-1 6 0,-1-1-2 0,-2 3-5 15,5-1 7-15,-1-2-3 0,1 1 5 0,1 0-1 16,-1 1-1-16,4-3 0 0,-1 3 1 0,3-1-1 15,1-2 0-15,0 2 1 0,3-3 5 0,0 0-2 16,1-2 6-16,0 3-12 0,-1-7 8 0,2 2-5 16,-2-4 8-16,3 1-5 0,-2-3 1 0,1-1 3 15,2-3 11-15,-4 0-11 0,5-3-8 0,-2-3 4 16,-1 1-9-16,2-2 10 0,0 0-12 0,-5-2 8 16,2 3-16-16,1 0-2 0,-5-1-1 0,-1 4 10 15,-3 1-8-15,1 2 7 0,-1 3-3 0,-2-1-7 16,-1 6 5-16,5-10-4 0,-5 10 1 0,0 0 1 15,0 0 1-15,0 0 2 0,0 0-5 0,-23 10 4 16,15-1-1-16,1-1-4 0,0 1 4 0,1 3 7 16,1 2 1-16,4 2-2 0,-2-3 0 0,4 3 13 15,-1-3-12-15,3 2 3 0,-1 3-4 0,1-1 0 16,0-1 4-16,-1 1-3 0,-1 0 0 0,1-1-3 16,-2-4 7-16,0-1-3 0,-2 1-14 0,0-2-4 15,-2 2-1-15,-1-2-11 0,-4-3-5 0,1 0-3 16,2-3-7-16,-1 0 3 0,-2 0 4 0,5-2 7 15,4-2 1-15,-12 2 6 0,12-2 0 0,0 0 4 16,0 0-1-16,0 0 3 0,0 0 4 0,0 0 1 16,19-21 0-16,-4 13 0 0,6 1 6 0,6-5 0 15,-1-1 1-15,4 0 8 0,2-1-5 0,-1-2 1 16,2-1-1-16,-3 0 4 0,-1 0 1 0,-2 0 3 16,-2-2 2-16,-1 2-2 0,-8 5 10 0,0-2 6 0,-3 1 2 15,-2 1 2-15,-4 1 2 0,2 2 9 16,-5 0 8-16,5 0 1 0,-9 2 0 0,2 2-8 15,-2 5 0-15,1-8-12 0,-1 8-2 0,0 0-2 16,0 0 1-16,-16-3-2 0,6 6-2 0,-2 0-2 16,3 3-5-16,-1 1 2 0,0 0-1 0,0 2 0 0,-1 3 0 15,2-2-6-15,-1 2 4 0,5-1-6 16,2 2-16-16,1-3-26 0,4 3-26 0,-2-13-36 16,3 20-42-16,4-8-53 0,6-2-44 0,2 3-269 15,-1-4-555-15,5 0 245 0</inkml:trace>
  <inkml:trace contextRef="#ctx0" brushRef="#br0" timeOffset="120392.88">29367 12718 1700 0,'12'-22'-3'0,"-3"5"116"0,-4 6-4 16,4-4 10-16,-4 7 3 0,-1 0-7 0,-2 2-27 15,1 2-25-15,-3 4-15 0,0 0-5 0,0 0 5 16,0 0 9-16,8 16 7 0,-8 3 23 15,0 1-7-15,0 5-8 0,-3 0 4 0,1 2 2 16,-2-2 1-16,1-6 3 0,2 6-6 0,0-7-3 0,-2 2-8 16,2-4 3-16,1-3-2 0,-2 0-3 0,1-7-14 15,0 2 10-15,1-8 17 0,0 11 5 16,0-11 22-16,-1 7 3 0,1-7-6 0,0 0-12 16,0 0-17-16,0 0-1 0,0 0-8 0,0 0-4 0,0 0-6 15,6-26 0-15,-1 19-11 0,2-2-6 0,0 1-1 16,5-1-4-16,1-1-11 0,2 1-8 0,2 4 0 15,0-1-12-15,-4 2 4 0,0 2-6 0,5 1-2 16,0 3-2-16,-5 1 5 0,-2 2-11 0,1-1 5 16,-2 4 4-16,0-1-3 0,-2 0 1 0,-2 4-1 15,-1-2-2-15,-1 2 5 0,0-1-4 0,-4-10 1 16,-7 20 10-16,5-11 1 0,-3 0-7 0,-3-2 1 16,-5 0 4-16,3-1 0 0,-2-2-1 0,-3 0 3 15,2-2 2-15,-4-1-7 0,2 0-35 0,-2-1-40 16,0-2-41-16,-1 0-44 0,4 0-45 0,1-1-46 15,4 0-41-15,2 0-43 0,-2-2-216 0,9 5-598 16,-8-5 265-16</inkml:trace>
  <inkml:trace contextRef="#ctx0" brushRef="#br0" timeOffset="120570.52">29665 12833 27 0,'5'-6'220'15,"3"0"-5"-15,-3 3 8 0,2 2-18 0,-7 1-17 16,9-4-16-16,-9 4-13 0,11 1-13 0,-11-1 2 15,8 8-1-15,-5 0-6 0,1-1-10 0,0 2-7 16,-2 2-17-16,0 0-11 0,-1 1-3 0,3-1-12 16,-1 1-10-16,-2-3-21 0,0 3-35 0,-3 0-35 15,2-12-54-15,0 21-65 0,0-14-54 0,0-7-197 16,-2 11-421-16,2-11 188 0</inkml:trace>
  <inkml:trace contextRef="#ctx0" brushRef="#br0" timeOffset="120723.06">29904 12637 181 0,'2'-4'187'16,"-2"4"-32"-16,0-10-48 0,0 10-28 0,0 0-31 16,0 0-28-16,0 0-40 0,0 0-36 0,19 20-62 15,-13-10-126-15,4 3 56 0</inkml:trace>
  <inkml:trace contextRef="#ctx0" brushRef="#br0" timeOffset="121909.95">30162 12809 38 0,'0'0'218'0,"0"0"-4"0,0 0-8 15,0 0-12-15,7-8-6 0,-7 8-12 0,0 0-12 16,0 0-10-16,0 0-8 0,-23-6-10 0,15 6 0 16,8 0-6-16,-26 5 0 0,9 0-7 0,0 1-7 15,-1 0-6-15,5 0-11 0,-1 1-10 0,3 2-4 16,2-3-7-16,-1 3-7 0,2-1-7 0,3-1-9 15,1 3 2-15,0-6-6 0,4-4-6 0,-4 11-4 16,4-11 3-16,0 6-7 0,0-6 0 0,7 7-2 16,0-6-2-16,-7-1-4 0,21-1 1 0,-11-2-3 15,3-1-5-15,1-1 0 0,-3 2 1 0,7-4-10 16,-2-2 5-16,0-1 0 0,-2 0-6 0,2-1 2 16,-4-1-5-16,2 2 4 0,-1-4-3 0,0 3-1 15,-4-1-1-15,-1 3 5 0,-2 1-4 0,-1 2 0 16,-1 2-5-16,2-1 2 0,-6 5-3 0,7-6-6 15,-7 6-2-15,4-4 4 0,-4 4 1 0,0 0-6 16,0 0 4-16,-11 18 1 0,3-12-1 0,2 5 0 16,0-4-2-16,-1 3 7 0,2-1-6 0,-2 3 3 15,2-4 3-15,3 1 0 0,2-2 0 0,0-7 1 16,2 14 3-16,2-7 1 0,-1-3 0 0,7 2-2 16,2-2 6-16,6 0-1 0,-1-2-3 0,3-1 0 15,-3 1 7-15,1-4-6 0,-1-1 10 0,0-2-16 16,2 1 0-16,-1-3 0 0,0-1 3 0,-4-1-1 15,5-1-3-15,-2 1 1 0,-3-4 2 0,-1 1-3 16,-2 0 0-16,1 2-1 0,-5-2 3 0,1 2-1 16,-3 1-2-16,-1 2-3 0,1 0 1 0,-2 2 1 15,-3 5-9-15,5-7-2 0,-5 7 4 0,5-6 5 16,-5 6-8-16,0 0 5 0,0 0-4 0,0 0 3 16,-9 23-6-16,4-13 9 0,0 1-3 0,-1 2 4 15,0 2-4-15,0-1 0 0,-1 4 1 0,1-3 2 16,1 2-5-16,-2-5 3 0,-1 1 5 0,2-1 0 15,0-2 2-15,1 0-2 0,0-2-3 0,0 1 3 16,0-4 3-16,1 1-8 0,4-6 5 0,-4 8-1 16,1-5 1-16,3-3 2 0,0 0-9 0,0 0 4 15,0 0-2-15,0 0-4 0,16 2 3 0,-16-2-1 16,21-6 3-16,-9 1-5 0,1 0 6 0,3-1-5 16,2-2 2-16,1 0 2 0,-2-1 0 0,1 1-2 15,-1-2 0-15,0-1 0 0,-2 1 0 0,0 0-1 16,-1-2 1-16,-1 0 2 0,-1 0 3 0,-4 3-3 15,3-1 2-15,-4 4 8 0,-2-3 7 0,0 5-1 16,-1-1 1-16,-4 5-5 0,5-9-2 0,-5 9 1 16,0 0-10-16,0 0 6 0,0 0-5 0,0 0 6 15,0 0-6-15,0 0 3 0,-31 11-1 0,23-4 2 16,-1-1 2-16,0 2 2 0,-1-1-4 0,2 3 0 0,1-2-3 16,2-1 5-16,1 1 1 0,-1 1-7 15,3-3-22-15,3 3-13 0,3 0-21 0,2-1-24 16,2 1-31-16,2-2-29 0,7 3-25 0,3-5-23 15,1 1-14-15,5 2 13 0,-4-4 8 0,5-1 16 16,-8 0 15-16,3-2 15 0,-4 3 18 0,-2-4 15 0,2-2 13 16,-4-1 10-16,-1-2 19 0,0 1 21 15,-3-4 6-15,3 1 18 0,0-1 10 0,-4-2 18 16,3-1 19-16,-3 3 15 0,-1-1 9 0,-2-1 8 16,-2 0 8-16,-1 4 3 0,-3-4-4 0,0 10 5 15,-3-12-2-15,-1 5-4 0,-2 1-2 0,0 2 0 0,-5 3 5 16,-1-1-5-16,-1 2-1 0,0 0-3 15,0 3-2-15,-1 0 3 0,2 2 0 0,-1 1 6 0,2 1-10 16,-1-1 3-16,1 2-3 0,4 0-13 16,-1-1-2-16,2 3-3 0,2-5-2 0,1 5-4 15,3-3-3-15,0-7-2 0,6 12-2 0,-3-4-1 16,4-3 0-16,4 1-6 0,-1-3-1 0,4-1 1 0,-2 0-8 16,5-4 4-16,-5 0-3 0,3-1 4 15,-2 0-6-15,0-1 12 0,3-6-14 0,-1 0 1 16,-2-1-2-16,0-2-1 0,-3-3-2 0,1 1 0 15,-1-3-2-15,0 2 2 0,3-6-2 0,-1-4 1 0,1 2 1 16,-3 1-3-16,0-3 0 0,0 2 2 0,-2 1-1 16,-2 6 20-16,0 4 9 0,-2 3 1 0,-1-1 3 15,2 4-5-15,-2 0-6 0,-1 3 4 0,-2 4-12 16,0 0-4-16,0 0 1 0,0 0 0 16,0 0 2-16,-10 31 2 0,4-12 0 0,-3 5 2 0,2 0 0 15,-3 3 1-15,1-1-3 0,2-4-3 16,-1 3 2-16,-1-2-7 0,0 0 2 0,5-6-28 0,-1 1-39 15,-1 0-37-15,0-1-38 0,0-3-32 16,2-3-27-16,3 0-30 0,1-4-32 0,3 1-17 16,-1-1-160-16,5 1-464 0,2-2 206 0</inkml:trace>
  <inkml:trace contextRef="#ctx0" brushRef="#br0" timeOffset="122045.24">31178 12979 41 0,'14'0'143'0,"-14"0"17"0,8-6 15 15,-1 4 16-15,-7 2 10 0,8-5-6 16,-4 2-9-16,-4 3-6 0,7-9-9 0,-3 5-15 0,-4 4-15 15,7-7-14-15,-2 5-16 0,-5 2-8 0,7-5-26 16,-7 5-34-16,0 0-45 0,5-3-60 0,-5 3-75 16,0 0-73-16,4-5-122 0,-4 5-360 0,0 0 160 15</inkml:trace>
  <inkml:trace contextRef="#ctx0" brushRef="#br0" timeOffset="124779.75">18466 13619 64 0,'0'0'231'0,"-1"-18"-6"0,1 18-11 0,0 0 0 0,0 0-19 16,0 0-18-16,0 0-14 0,0 0-19 0,0 0-14 15,9-3-8-15,-9 3-21 0,19 0-6 16,3 2-11-16,5-2-8 0,5 0-6 0,0 1-7 15,0-1-8-15,1 0-8 0,-4 3-22 0,-2-2-22 0,-7-1-20 16,-7 0-24-16,0 0-24 0,-3 0-22 0,-3 0-12 16,-7 0-10-16,10-1-12 0,-10 1-1 0,6-4 7 15,-6 4 5-15,0 0 15 0,0 0 5 0,0 0 12 16,0 0 4-16,-16-14 14 0,9 10 3 0,1 1 14 16,-2 0 10-16,-1 0 12 0,-1-1 10 0,-1 3 5 15,0-1 12-15,1 0 6 0,4 0 11 0,-6-1 5 16,12 3 7-16,-13-1 23 0,13 1-6 0,-13 1-1 15,6 0 3-15,1 3 8 0,6-4 5 0,-11 9 7 16,5 0 9-16,0 3 2 0,-1 3 2 0,-1 2-3 16,1 7-1-16,1 2-5 0,0-1-3 0,1 5-2 15,3-3-10-15,-2 0-6 0,0 1-3 0,0-2-6 16,3 1-4-16,0-3-4 0,-2-5 1 0,2-1-10 16,-2-1-2-16,2-3-4 0,0-3-1 0,-1 2-1 15,1-5-2-15,0 1-4 0,-2-3-17 0,-2 0-4 16,1 1-3-16,-2-4-13 0,0 0-8 0,6-3 1 15,-13 1 0-15,13-1 1 0,-17-7 4 0,7 4-4 16,4-1 3-16,-3-3 5 0,1-2 4 0,0 1 2 16,2 0-1-16,-2 0 5 0,3 0 8 0,1 3 10 15,0 0 4-15,4 5 7 0,-6-9 2 0,6 9 4 16,-3-5-3-16,3 5-1 0,0 0 0 0,-2-8-6 16,2 8 1-16,0 0-1 0,0 0 1 0,0 0 2 15,0 0 0-15,31 8 1 0,-20-6-1 0,3 0-1 16,7 5-3-16,7 0-2 0,0 1 0 0,-1-2-2 15,3 2 0-15,2-2-33 0,-4 1-32 0,3 0-46 16,0-1-62-16,-2 0-52 0,-1-2-173 0,-7-2-417 16,0-1 184-16</inkml:trace>
  <inkml:trace contextRef="#ctx0" brushRef="#br0" timeOffset="125200.81">19190 13858 74 0,'0'0'221'0,"-4"-6"-4"0,4 6-11 0,-8-3-13 16,8 3-9-16,-16 3-14 0,5 2-8 0,-1 1-12 15,-2 3-13-15,-3 1-9 0,4 1-11 0,0 0-10 16,3-1-12-16,1-1-7 0,3 0-8 0,-1 2-8 16,4-1-7-16,1 0-10 0,1-2 0 0,1-8-5 15,5 14-4-15,-2-7-4 0,2 0 2 0,2 1-8 16,0-4-5-16,6 0 2 0,-4-1-3 0,2 0-4 15,1-2-1-15,-2 1 6 0,-1-2-1 0,-9 0-1 16,12 0 8-16,-12 0-3 0,12-4 5 0,-8 2-5 16,-4 2-2-16,5-7-4 0,-5 7-5 0,4-7-4 15,-4 7 2-15,0 0-5 0,0 0-3 0,-9-13 0 16,2 11-4-16,-2-1 2 0,-2 2-2 0,1 0-1 16,0 2-2-16,-4 0-2 0,1 2-2 0,-1 2 1 15,2-1 3-15,1 2-2 0,-2-1 0 0,1 3 0 16,5 0 1-16,-3 1 1 0,3-2 0 0,2 0-2 15,1 1 0-15,2-2 2 0,0 1-2 0,2 1 2 16,0-8 3-16,5 14 0 0,3-7 1 0,2-1-2 16,3-1-2-16,-1 1 2 0,5-1-4 0,4-3-7 15,-1 3-26-15,1-2-27 0,-1-2-39 0,-1 2-49 16,3-2-72-16,-4-1-72 0,-5 1-158 0,4-2-482 16,2 0 213-16</inkml:trace>
  <inkml:trace contextRef="#ctx0" brushRef="#br0" timeOffset="125843.83">19887 13708 141 0,'0'0'203'0,"7"-4"-16"16,-7 4-9-16,0 0-2 0,0 0-8 0,0 0-12 15,0 0-8-15,-18 27-10 0,4-14-9 0,-4 0-12 16,-1 2-9-16,-5-1-11 0,1-1-9 0,7-1-10 16,-2-1-7-16,-1 0-5 0,5 0-5 0,4-5-10 15,0 2-3-15,-1 0-7 0,5-5-3 0,0 1-4 16,1 0 0-16,5-4-2 0,-8 6 1 0,8-6 2 15,-4 5-5-15,4-5 1 0,0 0 2 0,0 0 5 16,23 6 5-16,-10-5-6 0,5 0 0 0,2 1-2 0,2 1-2 16,6-2 2-16,-1 2-7 0,2 1 2 15,-2 1-7-15,0 0-1 0,0 1-1 0,-2 1-5 16,-4-2 0-16,-1 2-3 0,-2 1-36 0,-1 0-43 16,-3 1-56-16,-3-1-77 0,-2-1-55 0,-4 1-166 15,-1 1-453-15,-1-3 202 0</inkml:trace>
  <inkml:trace contextRef="#ctx0" brushRef="#br0" timeOffset="126091.27">19760 14120 176 0,'0'0'243'0,"-9"0"-11"0,9 0-10 16,0 0-22-16,0 0-21 0,0 0-17 0,0 0-17 15,-9-2-4-15,9 2-19 0,0 0-12 0,0 0-7 16,0 0-4-16,0 0-7 0,13 15-7 0,-6-12-11 0,1 4-4 16,4-3-8-16,-1-1-3 0,4 4-8 15,2-4-3-15,0 3-20 0,3-2-17 0,0 1-23 16,0-1-31-16,0-1-39 0,0 0-37 0,0-2-33 16,0 1-31-16,-1-1-26 0,-5 2-110 0,7-3-347 15,-5-2 154-15</inkml:trace>
  <inkml:trace contextRef="#ctx0" brushRef="#br0" timeOffset="126572.59">20648 13811 19 0,'0'0'240'15,"-3"-10"-15"-15,3 10-14 0,-2-7-14 0,2 7-20 16,-8-2-14-16,8 2-11 0,-15 6-5 0,6 1-3 0,-4 2-4 15,-2 4-7-15,2 1-5 0,-1 0-9 16,2 2-5-16,3-1-10 0,3 0-13 0,0-1-7 16,2 1-8-16,3-2-1 0,1 3-9 0,3-4-2 15,5 3-5-15,-2-3-8 0,6-1-2 0,1 1-3 16,3-2-1-16,3-1 3 0,8-1-6 0,-1-1 1 0,1-4-2 16,0-2-6-16,2-2 2 0,-6 0 3 15,-1-3 3-15,-3-2 5 0,1-2 0 0,5-4-8 16,-10 2 5-16,1-2-6 0,-3-1 3 0,-2-3-1 15,-3-2-9-15,-4 0 0 0,-1 0-7 0,-6 0 2 16,-1 4-5-16,-4 0-4 0,-5 0 0 0,-1 1-4 16,-11 0-3-16,-1 7-11 0,-4-1-25 0,-3 6-28 15,-2 2-32-15,1 3-47 0,1 2-48 0,2-2-70 16,4 6-288-16,8 0-583 0,2-1 259 0</inkml:trace>
  <inkml:trace contextRef="#ctx0" brushRef="#br0" timeOffset="128178.83">22205 14015 122 0,'-4'-6'180'0,"-2"1"-12"0,6 5-15 16,-12-6-10-16,3 2-6 0,-1 4-10 16,-4 0-14-16,-3 2 2 0,-1 3-5 0,-1 3-7 15,2 1-7-15,1 1-11 0,-1 3 3 0,1 1-12 0,3 0-6 16,4 2-8-16,-1-1-4 0,3 1-5 16,2-1-6-16,2-2-2 0,3-2-6 0,0 0-3 15,3 0-3-15,0 1-4 0,2-3 0 0,0 0-2 16,4-1-1-16,-3-2 0 0,2-2-6 0,2 0 4 15,1-2-6-15,1-2-1 0,1-2-13 0,0-1 2 0,-1 0 2 16,1-3 3-16,3-3 0 0,-4 2 2 16,1-4 6-16,0 0 4 0,-4 4 0 0,0-5 4 0,1 1-6 15,0-4 6-15,-2 2-9 0,-3 1-1 16,-2 2 10-16,0 1 10 0,1 0 5 0,-1 3 4 0,-3 6-7 16,3-11-5-16,-1 6-2 0,-2 5-6 0,4-5-3 15,-4 5-6-15,0 0-2 0,0 0-1 0,0 0 3 16,0 0-6-16,0 0-3 0,-8 23-1 15,5-13 0-15,2 1-3 0,-3 0 3 0,4 2 0 16,0-1-5-16,0 1 2 0,4 2-16 0,-1-2-17 0,0-2-35 16,0 1-27-16,1 1-45 0,1-3-43 0,0-1-45 15,-2 0-175-15,2-3-433 0,-3-1 191 0</inkml:trace>
  <inkml:trace contextRef="#ctx0" brushRef="#br0" timeOffset="128526.55">22409 14058 46 0,'6'-2'162'0,"-6"2"0"0,0 0-7 0,0 0 3 16,8 17-8-16,-5-9-10 0,-1 2-13 0,1 0-3 0,-1 3-7 16,2-1-13-16,-1-2-9 0,-1 3-7 0,1-4-8 15,-2 3-8-15,0-5-3 0,-1-1-9 0,0-6 0 16,3 11-11-16,-3-11 8 0,0 8 10 15,0-8-4-15,0 0-4 0,0 0-4 0,0 0-6 16,0 0-4-16,0 0-4 0,0 0-5 0,12-20-3 0,-5 10 0 16,2 1-8-16,3-4-3 0,-1-1 0 0,2 1-6 15,2 1-2-15,-1-1 3 0,4 2-4 16,-4 1-1-16,-1-1-1 0,4 2-1 0,-5 3 0 0,1 2-7 16,-5 1 6-16,3 0-6 0,1 3-3 15,-5 0-1-15,-7 0 4 0,13 6-7 0,-3 0 8 0,-2-1-4 16,-1 5-5-16,-1-1 4 0,0 1 2 15,-2-2-13-15,-1 5-25 0,-1-3-26 0,-2 2-33 16,2-2-43-16,-1 0-44 0,-2 0-186 0,-3-1-399 16,2-2 177-16</inkml:trace>
  <inkml:trace contextRef="#ctx0" brushRef="#br0" timeOffset="128944.64">23016 14053 47 0,'-5'-5'212'0,"5"5"-13"0,-15-7-15 0,6 6-12 16,9 1-10-16,-20 1-12 0,9 2-7 0,1 2-8 15,-2 0-18-15,0 2-3 0,3 1-7 0,-3 4-10 16,2-2-10-16,3 0-11 0,2 3-4 0,1-1-7 16,2-2-8-16,3 2-4 0,0-2 1 15,2-1-11-15,1 1-2 0,1-2-4 0,1-1-4 16,3-1-1-16,3-2-6 0,-1-1 0 0,5-3 0 0,-5 2-1 15,2-4-5-15,0 2-2 0,-2-4 2 16,1-3-3-16,-1-4-1 0,1 3-5 0,-2-4 0 0,0-2 2 16,-1-1 3-16,-1 1 0 0,-3-4-1 15,-1 2 4-15,0-2-5 0,0-7 2 0,-3 6 2 0,0-1 2 16,3-5 2-16,-7 6-5 0,3 2 5 0,0-1 4 16,-1 2-1-16,0 1-1 0,1 3 9 0,-1 2-5 15,1 10 5-15,0-15-10 0,1 11 3 16,-1 4-9-16,0 0-6 0,0-8-3 0,0 8-3 15,0 0-1-15,0 0 5 0,0 0-5 0,0 34 1 0,0-17 0 16,0 0-1-16,1 1-2 0,-1 3 2 16,-2-2 2-16,3 0-1 0,-1 2-2 0,2-2-19 0,3 6-24 15,-3-7-33-15,-1 1-50 0,3 0-63 16,-2-8-46-16,1 4-194 0,-2-3-461 0,2-3 205 16</inkml:trace>
  <inkml:trace contextRef="#ctx0" brushRef="#br0" timeOffset="129529.65">23633 13794 259 0,'2'-3'245'0,"-2"3"-26"0,3-9-23 0,-3 9-25 15,0 0-13-15,0 0 0 0,0 0-8 16,-3 29 0-16,1-10-12 0,-1-2-11 0,-1 8-9 0,2-6-13 15,-1 7-5-15,0-7-6 0,2 2-10 0,-1-2-10 16,1-1 1-16,0-1 3 0,1 3-12 0,-1-8-7 16,2 0-5-16,-1-3-3 0,0-1-4 0,1-3-5 15,-1-5 2-15,0 10 4 0,0-10 9 16,0 0 6-16,-1 8 6 0,1-8-15 0,0 0-1 16,0 0-8-16,0 0-2 0,0 0-12 0,0 0-1 0,14-26-3 15,-8 16 0-15,7-2-5 0,-3-1-2 0,11-6-5 16,-8 5-2-16,8-5-3 0,0 2 3 0,-5 5-5 15,3 2 0-15,1 1-7 0,-1 1 2 16,1 5-6-16,-3 1 3 0,-3 0-1 0,-1 5-4 0,-3 0 5 16,0 2-2-16,0 2-4 0,-1 3 4 0,4 2 1 15,-1 0 1-15,-3 1 0 0,3-1-3 0,-4-1 3 16,2 2-1-16,2 1 2 0,1-4 4 16,-2-3-3-16,-1 0 6 0,7 1-1 0,-3-5-3 15,3 3 4-15,2-6 2 0,-1 0-5 0,0-2 5 0,-1-2 0 16,0-1 0-16,2-2 4 0,0 0-5 0,-2-2-1 15,-2-1-1-15,-3 3 4 0,1-6 1 0,-1 1-7 16,1-1 0-16,-1-1 6 0,-2 0-5 0,-5-3 0 16,1 0 0-16,1 2 1 0,-5 2-7 0,0 0 3 15,-4 2 3-15,1 2-7 0,0-1 2 16,-3 1-1-16,0 2-3 0,4 7 3 0,-14-6-4 0,1 9 3 16,1-1-3-16,-6 5-1 0,1 2 3 0,0 1-2 15,3 3-3-15,-1-2 3 0,3 5 1 0,5-1-4 16,-1-1 4-16,2 1 3 0,3 2-6 0,3-1-16 15,2-1-22-15,-1-4-34 0,6 5-41 16,-1-4-41-16,2-1-56 0,2-1-40 0,1-3-235 0,-1 0-533 16,0-2 236-16</inkml:trace>
  <inkml:trace contextRef="#ctx0" brushRef="#br0" timeOffset="129854.7">24428 14031 137 0,'0'0'199'0,"0"0"-10"0,0 0-10 16,0 0-5-16,0 0-5 0,0 0-11 0,0 0 0 15,7-4 8-15,-7 4-4 0,0 0-8 0,0 0-7 16,0 0-11-16,0 0-3 0,0 0 1 0,0 0-12 16,-2-12-12-16,2 12-10 0,0-10-7 0,0 10-11 15,3-13-7-15,-2 7-8 0,3-4-5 0,1 0-8 16,0-1-2-16,2-4-12 0,-1 5-4 0,3-1 0 15,1 3-4-15,-1-2 1 0,1 3-7 0,-1-1-3 16,2 3-7-16,-1 0 2 0,-5 2-6 16,3 3-2-16,-8 0-4 0,12 4 2 0,-5 1-3 0,-1 2-1 15,-2 2 5-15,-1 1-7 0,3 1 5 0,-5 0-3 16,2 2 0-16,-2-2-2 0,2 0-22 0,-1 1-25 16,0-2-12-16,0 1-30 0,-2 0-47 15,-4-2-56-15,6 1-48 0,-2-2-225 0,0-1-501 0,0-7 222 16</inkml:trace>
  <inkml:trace contextRef="#ctx0" brushRef="#br0" timeOffset="130249.11">24818 13898 25 0,'3'-12'242'0,"-3"12"-14"0,1-7-25 16,-1 7-19-16,0 0-19 0,0 0-10 0,0 0-8 15,-17 2-4-15,17-2-2 0,-13 17-8 0,4-6-12 16,3-2-8-16,-4 3-6 0,2-2 2 16,1 2-11-16,0-1-8 0,2 1-9 0,4-2-6 0,0 3-8 15,-1-2-5-15,6 1-4 0,-1 0-1 0,4-4-9 16,1 0-4-16,4-2 0 0,3 1-3 0,3-1 1 16,1-1-7-16,1-2 0 0,0-2-1 0,0-1-1 15,0-2-6-15,1-1-5 0,1-3 3 0,-2 2-7 16,1-2 1-16,-1-1-1 0,3-6-2 15,-4 1 0-15,-2-1-3 0,3-3 0 0,-5 0 0 16,-4 0-5-16,1 3 7 0,-4-1-4 0,-1 0 4 0,-2 4 1 16,0 2-3-16,-4 0 9 0,-1 2-8 15,0 6-5-15,0 0 1 0,-18-7 0 0,5 9 1 0,-5 2-6 16,-1 5 2-16,3 1 11 0,-1 0-10 16,0 2-1-16,5 1-5 0,0 1 1 0,4 0 0 0,0 1-1 15,5-2-10-15,3 3-28 0,5-4-41 16,4 4-51-16,4-2-64 0,2 0-66 0,1 0-221 0,-3-1-518 15,-1 0 229-15</inkml:trace>
  <inkml:trace contextRef="#ctx0" brushRef="#br0" timeOffset="130927.67">19164 14440 8 0,'-9'-4'236'0,"9"4"-2"0,-6-2-5 0,6 2-32 16,0 0-12-16,0 0-21 0,-9-4-13 0,9 4-16 15,0 0-13-15,0 0-11 0,0 0-8 0,0 0-11 0,36-2-7 16,-18 1-13-16,10 2-3 0,2-2-6 15,1 2-4-15,4-1-9 0,-3 2-7 0,1-2-18 16,-1 0-23-16,-4-2-29 0,-7 8-34 0,0-6-35 16,-8 0-28-16,1 0-20 0,-4 0-9 0,-2 0-8 15,-8 0-118-15,10-4-301 0,-10 4 134 0</inkml:trace>
  <inkml:trace contextRef="#ctx0" brushRef="#br0" timeOffset="131423.29">19459 14397 28 0,'-5'-2'123'15,"-2"0"0"-15,7 2 6 0,-14-1 5 0,7 0-2 0,7 1-7 16,0 0-7-16,-15 4 1 0,11 0-4 0,0 1 6 16,2 5-10-16,-2 1-1 0,1 0-4 15,-1 5-2-15,2 9 1 0,2-5-8 0,-4 5-4 16,4-6-8-16,1 6-9 0,3-5 0 0,0-1-4 16,-4 0-12-16,2 1-4 0,1-1-6 0,1-1-6 0,-2-1-2 15,1 0-4-15,0-2-1 0,-1-4-11 0,-2-2 2 16,1 2-5-16,1-2 1 0,-1-2-4 0,-1-7 0 15,-1 13-5-15,1-13-4 0,2 9 5 16,-2-3-1-16,0-6-2 0,-1 10 1 0,1-10-2 16,-3 8 0-16,3-8 0 0,-3 6-1 0,3-6-1 0,-6 6-2 15,6-6 2-15,0 0-4 0,-7 4 1 0,7-4 4 16,-12 0-2-16,12 0-2 0,-13-3-1 16,13 3-1-16,-14-2-3 0,6-1 5 0,8 3-3 15,-17-1-1-15,5-2 1 0,3 2-2 0,-1 0 1 16,0 1-3-16,-2-1 1 0,2 0-1 0,-2 1-1 15,1 0 1-15,2 0-1 0,9 0 1 0,-18 0 2 16,18 0 0-16,-11 1-3 0,3-1-2 0,8 0 1 0,-9 2 0 16,9-2-1-16,0 0 1 0,-10-1-1 0,10 1-1 15,0 0 3-15,0 0-2 0,-5 4 4 16,5-4 9-16,0 0 10 0,0 0 6 0,19 4 4 16,-19-4 4-16,19 1 5 0,-2 0-3 0,-2 0 5 0,3 2-4 15,0-2-1-15,2 2 0 0,0-2-4 0,0 0-7 16,0 1 3-16,0-2 1 0,0 2-2 15,-1-2-5-15,-2 2-3 0,1 0-3 0,-5-2-19 16,4 1-11-16,-4-1-27 0,0 0-26 0,-1 0-39 16,-2 0-50-16,2 0-53 0,-1-1-51 0,-3 1-186 15,0-2-482-15,-8 2 213 0</inkml:trace>
  <inkml:trace contextRef="#ctx0" brushRef="#br0" timeOffset="131820.96">20054 14753 274 0,'0'0'268'0,"0"0"-7"15,4-4-24-15,-4 4-14 0,0 0-22 0,0 0-14 16,0 0-11-16,-7-14-15 0,7 14-7 0,-11-2-13 16,11 2-9-16,-18 2-9 0,7 0-1 15,0 1-15-15,-2 1-11 0,2 1-5 0,-2 0-11 16,-3 4-9-16,3 1 2 0,0 3-2 0,-1-3-7 16,3 2-10-16,2-2 0 0,3 1-4 0,-1 0-5 15,0 0 0-15,3 2-2 0,0-1 0 0,0 2-5 16,2-1-2-16,3-1-4 0,-1-2 1 0,1-3 0 15,2 2-6-15,1 0-5 0,0 1 8 0,4-4 6 16,-1 1-9-16,2 2-7 0,1-2-1 0,2-3-4 16,-1 1 3-16,1-1-17 0,0-1-20 0,1 1-38 0,1-2-38 15,-2 0-38-15,-2-2-43 0,2 0-51 16,-1-1-45-16,1 1-238 0,0-1-551 0,0-2 244 16</inkml:trace>
  <inkml:trace contextRef="#ctx0" brushRef="#br0" timeOffset="132305.12">20483 14849 46 0,'0'0'221'0,"0"0"7"16,0 0 3-16,0 0-6 0,0 0-8 0,0 0-13 16,0 0-3-16,0 0-10 0,0 0-5 0,0 0-12 15,0 0-9-15,-15-13-9 0,15 13 4 0,-8-5 11 16,8 5-7-16,-6-5-4 0,6 5-10 0,-5-8-10 16,5 8-11-16,-3-7-15 0,3 7-16 0,-3-10 0 15,3 10-15-15,0-10-11 0,0 10-5 0,4-12-6 16,-4 12-7-16,4-9-8 0,-1 5-4 0,-3 4-5 15,6-9-6-15,-3 5-3 0,-3 4-7 0,10-5-3 16,-10 5-1-16,8-4 13 0,-8 4-16 0,11-3-3 16,-11 3-10-16,10 2 2 0,-3 0 0 0,-7-2 1 15,11 4 5-15,-3-1-5 0,-2 0-5 0,1 1 2 16,0 0 2-16,0 0-1 0,1-2 7 0,-1 1-8 16,2 0 7-16,-1-1-6 0,0 0 4 0,1-4 9 15,2 4-8-15,-11-2 0 0,16-4 6 0,-9 1 4 16,0 0-10-16,3 0 3 0,-3-1-5 0,-1-1 5 15,1-2-21-15,0 1-20 0,0-3-2 0,-3 4-17 16,-1-2-7-16,3-1-21 0,-4 2-9 0,3-4-28 16,-1 6-24-16,-4 4-35 0,3-10-40 0,-3 10-48 15,1-6-37-15,-1 6-211 0,0 0-552 0,0 0 245 0</inkml:trace>
  <inkml:trace contextRef="#ctx0" brushRef="#br0" timeOffset="132684.69">20458 14936 41 0,'0'0'245'0,"-9"4"-6"16,3-1-1-16,6-3-12 0,-5 5-8 0,5-5-11 16,0 0-9-16,-6 5-3 0,6-5-5 0,0 0 5 15,0 0-10-15,0 0-5 0,0 0 3 0,-8 1 5 16,8-1-19-16,0 0-2 0,0 0-22 0,0 0-2 15,0 0-26-15,0 0-8 0,0 0-8 0,-1-16-17 16,1 16-4-16,0 0-7 0,8-12-2 0,-2 7-7 16,-6 5-6-16,8-8 8 0,-3 6-15 0,1-2-3 15,-6 4-2-15,13-5-3 0,-8 2-8 0,-5 3-5 16,14-1-4-16,-7 1 1 0,-7 0-2 0,14 1-3 16,-8 2-6-16,2-2 1 0,1 1-3 0,0 2-3 15,-2 0 4-15,3 0 0 0,-2-1 3 0,1-2-6 16,1 1 9-16,0 1-5 0,1 0-1 0,-3-2-4 15,-1 1 4-15,-7-2 1 0,10 3-1 0,-10-3-7 16,9 1-6-16,-9-1-23 0,0 0-7 0,9 0-27 16,-9 0-19-16,0 0-42 0,0 0-45 0,0 0-44 15,0 0-60-15,12-6-59 0,-12 6-296 0,0 0-670 16,0 0 296-16</inkml:trace>
  <inkml:trace contextRef="#ctx0" brushRef="#br0" timeOffset="133165.71">21252 14709 191 0,'3'-10'222'0,"-3"10"-15"0,0 0-19 0,1-8-20 15,-1 8-9-15,0 0-11 0,-6-11-7 0,6 11-9 16,-7-5-7-16,7 5-7 0,-10-6-3 0,7 3-5 16,3 3-2-16,0 0-5 0,-7-7-3 0,7 7-11 15,0 0 2-15,-5-5-14 0,5 5-9 0,0 0-5 16,0 0-5-16,0 0-7 0,0 0-6 0,0 0-3 16,0 0-6-16,0 0 2 0,19-2-8 0,-2 2 2 15,3 1-7-15,8-2-4 0,0 3-2 0,-1 0 0 16,1 0-2-16,1-2-15 0,-10 0-23 0,-3-1-21 15,-2 1-24-15,-3 0-29 0,-3 1-21 0,-8-1-18 16,13 0-11-16,-6 0-22 0,-7 0-7 0,7 0-12 16,-7 0-10-16,0 0-107 0,0 0-328 0,0 0 145 15</inkml:trace>
  <inkml:trace contextRef="#ctx0" brushRef="#br0" timeOffset="133674.78">21407 14669 114 0,'0'0'158'15,"0"0"8"-15,0 0-1 0,0 0 2 0,0 0-8 16,0 0-11-16,0 0-12 0,0 0-13 0,-10 0-15 16,10 0-6-16,0 0-1 0,-2 8 4 0,2-8 1 15,0 13-3-15,2-4-6 0,-2 3-2 0,0-1-5 16,0 4-8-16,1 1 0 0,-1 0 2 0,0 0-13 16,0 1 2-16,0 1-8 0,0-2-3 0,1 3-2 15,-1-5-5-15,0 5-2 0,2-8-3 0,-1 3-2 16,0-2-7-16,-2 3-5 0,2-1-5 0,1-2 1 15,-1 1-3-15,3 2-2 0,-2 2-4 0,1-7-3 16,-2 1 1-16,4 1 7 0,-2-3-15 0,-2-3 0 16,0 1-2-16,0-1-1 0,-1-6 3 0,3 11-5 15,-3-6 2-15,0-5-4 0,3 9 7 0,-3-9-3 16,0 0-1-16,1 7-1 0,-1-7 4 0,0 0-1 16,0 0-5-16,0 0 0 0,0 0 2 0,-9 4-3 15,9-4 1-15,0 0 1 0,-15-3-7 0,15 3 4 16,-13-4-4-16,6 1 11 0,7 3-8 0,-15-7 3 15,9 4-4-15,-2 1-2 0,0 0 0 0,1 0 3 16,7 2-4-16,-12-5 0 0,12 5 6 0,-10-2-7 16,10 2 3-16,-10-2-5 0,10 2 3 0,0 0-7 0,-8-3 5 15,8 3-2-15,0 0 1 0,0 0-1 16,0 0 0-16,0 0 2 0,0 0 2 0,0 0 2 16,0 0 9-16,0 0 8 0,0 0-1 0,0 0 4 15,24 13 3-15,-12-13-4 0,-1 2 1 0,2 2-3 16,0-3 1-16,1 3-3 0,0-3 0 0,3 2-5 15,-1-3-8-15,0 0-21 0,-1 1-20 0,0-1-27 16,-2 0-24-16,5-1-33 0,-5 1-25 0,1 0-35 16,-1-1-22-16,-1 1-29 0,1-2-21 0,-1 1-139 15,-1-2-426-15,1 2 189 0</inkml:trace>
  <inkml:trace contextRef="#ctx0" brushRef="#br0" timeOffset="134299.23">21866 15011 64 0,'0'0'247'16,"2"-9"-3"-16,-2 9-8 0,3-9-8 0,-3 9-3 16,0-8-10-16,0 8-11 0,0 0-12 0,-6-12-9 15,6 12-6-15,-9-4-13 0,2 1-12 0,7 3-7 16,-14 0 0-16,6 0-12 0,-3 3-8 0,2 0-14 16,-1 2 1-16,-2 1-2 0,2 0-6 0,0 2-2 15,-3-1-14-15,3 2-2 0,0 1-9 0,0 1-16 16,1-4 8-16,1 3 1 0,1-2-3 0,0 2-6 15,3 0-5-15,-1-3-1 0,1 2-13 0,0 0 21 16,4-2-13-16,-1 0-11 0,0 4 6 0,1-11-14 16,1 12-4-16,1-5 6 0,2-1-7 0,0-1-2 15,3-1-2-15,3 3 3 0,1-4-13 0,0 1-23 16,-1 1-27-16,-1-3-20 0,1 0-33 0,1-2-27 16,-2 2-16-16,3-1-19 0,0-1-16 0,-1 0-12 15,-11 0-19-15,24-3 0 0,-11 2-19 0,1-2 0 16,4 1 4-16,1-2 2 0,-2 0 12 0,3-2 22 15,-1 1 12-15,-2 0 21 0,2-1 16 0,-7 1 24 16,-1 0 30-16,1-1 29 0,-7 1 35 0,-5 5 29 16,12-8 23-16,-8 4 4 0,-1-1 12 0,-3 5 5 15,5-7 8-15,-5 7 11 0,0-7 7 0,0 7 2 16,0 0 7-16,0 0-2 0,0 0 2 0,0 0-5 16,0 0 1-16,-23 7 0 0,17-3 1 0,2 2-2 15,4-6-2-15,-11 14 4 0,6-6-2 16,5-8-4-16,-5 13-3 0,3-6 2 0,0 2-4 0,2-9 3 15,0 16 12-15,0-16 11 0,7 16 18 0,2-11-1 16,-3 0 0-16,2 2 8 0,2-1-10 0,8 0-4 16,0-2-5-16,-2-1-2 0,3 0-9 0,-2-3-5 15,1 3-5-15,-1-6-9 0,1 3 0 0,-6 0-3 16,2-3-5-16,2-3-7 0,-2 3-7 0,-4-3 2 16,3 0-10-16,-2 0-1 0,-2-2-3 0,-1-1-4 15,0-1-3-15,-5-3-3 0,0 3-5 0,0-2-5 16,-5-4-3-16,1 4-5 0,-4 2-3 0,-4-3-7 15,-1 3 2-15,-1 1-7 0,-4 0-22 0,-3 2-32 16,-3 2-39-16,0 4-36 0,-8-1-54 0,1 2-44 16,-1 3-57-16,1 0-63 0,7 2-60 0,-9-1-303 15,10 2-761-15,2-2 337 0</inkml:trace>
  <inkml:trace contextRef="#ctx0" brushRef="#br0" timeOffset="134987.46">18768 14386 262 0,'1'-10'275'0,"2"4"-28"0,-3 6-18 0,2-7-17 16,-2 7-24-16,2-7-22 0,-2 7-17 0,0 0-14 16,0 0-14-16,0 0-10 0,7 17 0 0,-4 0-6 15,-1 10-3-15,1 6-4 0,2 14-4 0,-2-13-1 0,-1 14-8 16,-2-2-8-16,3 2-1 0,-2-1-6 15,-2-12 18-15,2 0-4 0,2-3-17 0,-2 0-5 16,1-1-9-16,-2 0 0 0,3-3-6 0,1-3 4 16,-3 0-6-16,2-6-5 0,-1-1-8 0,1-2-8 15,-2 3 3-15,0-8 0 0,1 0 6 0,-1 0-9 0,-1-1-5 16,2 0-8-16,-2-2-26 0,2-3-25 16,-2-5-27-16,2 11-17 0,-2-11-29 0,0 7-40 15,0-7-43-15,0 0-38 0,0 0-50 0,0 0-151 16,0 0-470-16,-21-16 207 0</inkml:trace>
  <inkml:trace contextRef="#ctx0" brushRef="#br0" timeOffset="136403.56">18843 14427 1 0,'0'0'134'16,"-2"-11"-10"-16,2 11 2 0,-3-8-2 0,3 8-7 16,1-10-22-16,-1 10 0 0,6-7-4 0,-1 4-7 15,4-1-10-15,3 0 3 0,6 0 4 0,9-2-1 16,7 2-9-16,0 2 1 0,5 0-6 0,12 0-6 16,6-2-3-16,2 2 0 0,0-1-7 0,3 3-2 15,3-2-1-15,25-3-2 0,-30 5-5 0,2 0 3 16,4 0-9-16,-1 0-3 0,-2 0 1 0,0-1 1 15,-1 1 0-15,-2 1 0 0,-1 0 0 0,1-2 0 16,1 2-5-16,-4 1-1 0,1 0 0 0,-2 2-3 16,3-3-3-16,-4 2-2 0,4 2-6 0,-2-1 4 15,1 0-3-15,-3 2 0 0,-2 0-1 0,-14 0-3 16,-1-1 1-16,-1 0-2 0,1 2-6 0,-1 1 6 16,1-2 1-16,0 2-3 0,-3-1 2 0,-1-1 2 15,2-1-2-15,-4-2-1 0,-2 3 1 0,1-2-3 16,-2-3 0-16,3 0 1 0,-1-2-2 0,1 1 4 15,1 1-1-15,2-1 7 0,2 0 1 0,1-2 1 16,15 2 0-16,0 0 1 0,-3 0-2 0,-9 0-2 16,10 1 0-16,3-1 2 0,-1 1-4 0,-3-2-2 15,-10 1 1-15,-3 0 0 0,0 3-1 0,-4-3 1 16,2-2 0-16,-6 2 6 0,2-1-7 0,-9 2 4 0,-2-1 2 16,-1 2 1-16,3-4 1 0,1 1 3 15,-4 0-3-15,1 0 2 0,1 0-1 0,-3-1 3 16,0 2 0-16,0-2 2 0,-4 2 0 0,-1 0 2 15,0-2 1-15,-1 2 5 0,2-2-1 0,-2 1 1 16,-2 1 1-16,1-2-1 0,1 1-2 0,-2 0-1 16,3-2-3-16,0 2-1 0,-1-1 2 0,2 0-3 15,4 1-3-15,0-1 2 0,0 0-3 0,1 2 2 16,2-2-5-16,-2 2 5 0,0-1-1 0,9 2 0 16,-7-2 5-16,0 2-4 0,-1 1-1 0,-1-2-2 15,2 2 2-15,1 0 4 0,0 0-4 0,-2-2 1 16,1 3-2-16,-1-1 3 0,1 2 1 0,-3-4-3 15,-4 2 2-15,-3-2-1 0,2 0-1 0,1 1 0 16,-4 1 6-16,4-2 2 0,-2 2-2 0,2 0-1 16,-5-2 3-16,1 0-6 0,-2 2 1 0,3-2 2 15,-4 2-8-15,0-1 7 0,2 2-4 0,-1 0 2 16,-3-1-4-16,3 0-4 0,-2 2-1 0,0 0-3 0,1-2-4 16,-2 5-2-16,0-3 13 0,0 4 3 0,-1-2-6 15,2 1 2-15,-2 3-6 0,1 1 6 16,-2 1 2-16,1 0-2 0,-2 3-8 0,1 1 3 15,-1 1-2-15,0 1-2 0,-4 0 2 0,4 0-1 16,-2 7 6-16,-2-6-1 0,2 7 3 0,-1 0-3 16,-1-1-2-16,-1 1-1 0,0-6-2 0,2 4 2 15,-3-4 14-15,2 5-4 0,-2-1 4 0,0-2-3 16,-1 1 4-16,2-3-8 0,1-1 5 0,1-3-8 16,-2 3 15-16,2 0 1 0,-1-3-8 0,-1 0 3 15,0 3 2-15,0-4-1 0,2 1-1 0,-1 0-3 16,-1-3 2-16,-1 0-3 0,4 2 5 0,-3 2-3 0,1-2 0 15,1 2-3-15,0-4-2 0,-1 3-2 16,1-4 0-16,0 3-4 0,-2 0-3 0,2-5 3 16,0 2-3-16,-1 3 9 0,0 1-8 0,2-4-3 15,0 3-1-15,-2-1 4 0,1-2-8 0,0-2 1 16,0 3 0-16,-1-3 5 0,2 2-9 0,-1-1 3 0,1 2-4 16,0-4 2-16,-2 3 6 0,0-1-5 0,1 2 3 15,1-4-3-15,-2 4 4 0,0-1-3 16,2-2 3-16,-2 1-1 0,-1-2-3 0,-1 0-1 15,3-2 3-15,-3 1-1 0,-2-1-2 0,-3-1 5 16,1 1 8-16,-3-1-14 0,-2-1 5 0,-4 0-3 16,-2 0 2-16,-3 1-1 0,-7-3 4 0,3 1-3 15,5 0 1-15,-7 0-1 0,-1-3 5 0,0 1-5 16,-2-2-3-16,-1 0 1 0,-2-2 2 0,-2 1 26 16,-1 0-5-16,-1-3-9 0,-2-3 6 0,-11 4-2 15,1-5-4-15,0 0 1 0,13 3-7 0,-14-3 3 16,0 1-3-16,0 2 1 0,-7-1-4 0,1-1 2 15,-2 2-5-15,-2-3 3 0,-4 1 0 0,-29-4-3 16,2 2 0-16,26 0 3 0,-28 0-6 0,0-2 3 16,29 4 0-16,-31-6-4 0,6 4 2 0,25 2-2 15,-24-2 1-15,25 1 4 0,-27 0-5 0,28-1 1 16,-2 5-3-16,0-2 2 0,-24 1-2 0,21 2-1 0,-27-4 3 16,33 6-2-16,-29-6 4 0,26 6-5 15,-25-3 4-15,28 0 0 0,-5 3-3 0,2-3 2 16,-26 4-5-16,31-1 7 0,3 0-6 0,1 2 3 15,3-1-1-15,1 1 1 0,-2 2 2 0,14-1 4 16,2 0 0-16,-14 0-1 0,13 2 1 0,-12-3-4 16,13-1 3-16,1 1-3 0,0 2 1 0,2-2 5 0,1-1-1 15,2 0-2-15,1 0 0 0,1-2-3 16,-1-1 3-16,10 3-5 0,-6-4-1 0,8 1-9 16,5 0-3-16,-4-2-7 0,8 0-5 0,-4 1-7 15,5-1-11-15,-2 1-11 0,1 1-19 0,10 3-3 16,-13-6-16-16,6 5-18 0,0-5-29 15,0 3-35-15,1 0-30 0,6 3-22 0,-10-6-18 0,10 6-37 16,-18-4-28-16,10-2-32 0,8 6-201 0,-19-1-588 16,19 1 260-16</inkml:trace>
  <inkml:trace contextRef="#ctx0" brushRef="#br0" timeOffset="137159.4">18797 14857 76 0,'0'0'98'0,"0"0"-8"0,0 0-11 16,0 0-9-16,0 0-24 0,18-6-14 0,-18 6-8 16,0 0-4-16,0 0-9 0,0 0-3 15,12 15-8-15,-12-15 4 0,0 0-3 0,5 9 2 0,-5-9-8 16,2 7 4-16,-2-7-6 0,3 6 4 16,-3-6 1-16,2 6-5 0,-2-6 0 0,0 0 5 15,0 0 3-15,0 0 10 0,0 0 3 0,4 9 14 16,-4-9 4-16,0 0 4 0,0 0 0 0,0 0 9 15,0 0 1-15,0 0 5 0,0 0 5 0,0 0 6 16,5 6 2-16,-5-6 4 0,0 0 0 0,0 0-1 16,0 0 0-16,0 7 1 0,0-7 1 0,0 0 14 15,0 0-1-15,4 9 2 0,-4-9 0 0,2 11-9 16,-2-4-8-16,1 4 0 0,-1 1 0 0,-1 1-5 16,1 1-4-16,-3 5-8 0,2 0 0 0,-3 0-4 15,1 6 1-15,-1-6-2 0,3 0-2 0,1 0-2 16,-2 8-3-16,2-1-8 0,1-2 4 0,-1-7-4 15,0 1-3-15,2 0 0 0,0 0 2 0,-2 0-1 16,1-7-2-16,0 5-2 0,-1 0 0 0,2-4-4 16,-1 1 4-16,-1-3-4 0,0 1 5 0,0-2-3 15,0 4-3-15,0-4-4 0,-1-1 3 0,1-8-7 16,0 15 2-16,1-8-1 0,-1-7 1 0,1 14-3 16,0-10-1-16,-1-4 1 0,2 11 2 0,-2-11-7 15,4 9 3-15,-2-5 1 0,-2-4 1 0,9 8-5 16,-1-4 3-16,-1-1 1 0,4 0-6 0,3 0-12 15,2-3-19-15,4 2-18 0,1-6-39 0,6 6-27 16,5-2-47-16,0-4-40 0,0 2-43 0,-1-1-128 16,6 0-399-16,-2-3 177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09:50:10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3354 4060 15 0,'0'0'30'0,"0"0"6"16,0 0-4-16,0 0-5 0,0 0 5 0,0 0 4 16,0 0 5-16,0 0-3 0,0 0 4 0,0 0-6 15,0 0 0-15,0 0-1 0,0 0-10 0,0 0 7 16,0 0-5-16,0 0-1 0,0 0 1 0,0 0-1 16,0 0-4-16,0 0-5 0,0 0-2 15,0 0 7-15,0 0-8 0,0 0 8 0,0 0-10 16,0 0 4-16,0 0-7 0,0 0 1 0,0 0-3 15,0 0 4-15,0 0-5 0,0 0-4 0,0 0-1 16,0 0 5-16,0 0 1 0,0 0 0 0,0 0-4 0,0 0 2 16,0 0 2-16,0 0-5 0,0 0 3 15,0 0-1-15,0 0-3 0,0 0-2 0,0 0-3 16,0 0 7-16,0 0-6 0,0 0 6 0,0 0-6 16,0 0 11-16,0 0-3 0,0 0 9 0,0 0-4 15,0 0 2-15,0 0-2 0,0 0 10 0,0 0-11 16,0 0 8-16,0 0-2 0,0 0 9 0,0 0 14 15,0 0-22-15,0 0 4 0,0 0-4 0,0 0-7 16,0 0 2-16,0 0 1 0,0 0-3 0,0 0-6 16,0 0 8-16,0 0 1 0,0 0-3 0,0 0-6 15,0 0 4-15,0 0-11 0,0 0 2 0,0 0 8 16,0 0-1-16,0 0-2 0,0 0 6 0,0 0-5 16,0 0-1-16,0 0-3 0,0 0 6 0,0 0-6 15,0 0 6-15,0 0-1 0,0 0-3 0,0 0 1 16,0 0-4-16,0 0 1 0,0 0 1 0,0 0 2 15,0 0-3-15,0 0-3 0,0 0-8 0,0 0 5 16,0 0 4-16,0 0-7 0,0 0 5 0,0 0 0 16,0 0 6-16,0 0-13 0,0 0 2 0,0 0 1 15,0 0 8-15,0 0-6 0,0 0 9 0,0 0-6 16,0 0 0-16,0 0-2 0,0 0 11 0,0 0-7 16,0 0 2-16,0 0-6 0,0 0 4 0,0 0 12 15,0 0-16-15,0 0 8 0,0 0-7 0,0 0-6 16,0 0-9-16,0 0 1 0,0 0-7 0,0 0-7 15,0 0-1-15,0 0-1 0,0 0 12 16,0 0-1-16,0 0-4 0,0 0 8 0,0 0 0 0,0 0 8 16,16-22-9-16,-16 22 9 0,0 0-3 0,0 0 0 15,0 0 3-15,0 0 8 0,0 0 0 0,0 0 4 16,0 0 4-16,0 0 4 0,0 0 9 0,0 0-3 16,0 0 5-16,0 0-4 0,0 0 7 15,0 0-7-15,0 0 5 0,0 0-16 0,0 0 15 16,0 0-2-16,0 0-2 0,0 0 15 0,0 0-17 15,0 0-3-15,0 0 4 0,0 0-4 0,0 0-6 16,0 0 2-16,0 0 0 0,0 0 0 0,0 0 1 16,0 0 0-16,0 0-4 0,0 0-3 0,0 0 3 15,0 0-8-15,0 0 4 0,0 0 3 0,0 0-6 0,0 0-3 16,0 0 7-16,0 0-4 0,0 0 0 16,12-3 2-16,-12 3-3 0,0 0 1 0,0 0 2 15,18 3-4-15,-18-3 2 0,14 1 3 0,-14-1-5 16,14 0 7-16,-14 0-4 0,21 0-1 0,-10 0 6 15,3 1 0-15,2-2-1 0,3 1-4 0,0 0 0 16,0 0 5-16,0 0-5 0,1 0-2 0,-1 0 5 16,0 0-4-16,0 0-3 0,2 1 4 0,-2-2 8 15,1 0-6-15,1 1 2 0,0 0-3 0,0 0 3 16,1 1-4-16,-1-2 17 0,0 0-22 0,11 1 5 16,-11 0-2-16,2 1 0 0,7-1 5 0,-11 1 2 15,9-1-10-15,0 1 8 0,-7 1-6 0,-1 1 2 16,-1-2-5-16,2 0 0 0,0 1-10 0,-1 0 1 15,0 0-9-15,-5 0-4 0,5 0-18 0,-8 1-10 16,2-1-12-16,-2 0-56 0,-2 0-136 0,-2 0 61 16</inkml:trace>
  <inkml:trace contextRef="#ctx0" brushRef="#br0" timeOffset="480.57">4065 4030 2 0,'0'0'28'0,"0"0"-5"0,0 0-3 0,0 0-1 0,0 0-5 15,0 0 1-15,0 0 1 0,0 0 1 16,38 9-2-16,-26-7 2 0,0 0 3 0,1 1-4 0,1 0 15 16,7-1-13-16,-3 0 2 0,2 2-5 0,1-2 2 15,0 2 0-15,7-1-5 0,0 0 0 0,1-1-2 16,4 1 1-16,0-3-5 0,0 1 8 16,3-1-6-16,2-1-3 0,-1 1-2 0,1-1 0 15,-3-1-5-15,0 2-4 0,2-2-7 0,1 1-8 16,-2-1-2-16,4 2-2 0,11-4-6 0,-13 1-20 15,2 3-54-15,-1-6 23 0</inkml:trace>
  <inkml:trace contextRef="#ctx0" brushRef="#br0" timeOffset="1054.44">4961 4013 4 0,'36'8'36'0,"-25"-6"9"16,-1-1-7-16,4-1 4 0,4 4-4 0,3-4-4 15,-1 2-2-15,1-2-1 0,1 0-2 0,8 2-1 16,-3-1-2-16,0 0-4 0,2 0-2 0,2 2-6 15,-1-2-1-15,6 0 1 0,-1 1 1 16,3 1-1-16,-4 1-1 0,5-2-6 0,0 2 4 0,-2-2-3 16,3 0-2-16,-1 1-10 0,13-2-2 0,-14 2 2 15,16-3-5-15,-18 0 1 0,3 0-5 0,1 2 3 16,-2-4-12-16,-1 2-12 0,3-2-8 0,1 0-23 16,-3-1-71-16,-1 1 32 0</inkml:trace>
  <inkml:trace contextRef="#ctx0" brushRef="#br0" timeOffset="1448.16">6067 4007 3 0,'0'0'33'0,"0"0"12"0,0 0-10 0,41 6-5 0,-27-6 4 15,1 0-3-15,4 1 3 0,1-1-3 0,1 1-1 16,0-2-4-16,7 0-1 0,-1 1 2 0,1-2 4 15,2 2-12-15,-3 0 0 0,3 0-8 0,0-1 5 16,2 0-1-16,-2-2-5 0,1 2 0 0,1 1 1 16,-3 1-3-16,2-2 4 0,0 0-4 0,2 1 6 15,0 1-10-15,-1 0 1 0,0 0 3 0,1 1-1 16,-1-2-4-16,-1 2 2 0,2 0-2 16,-2-1 2-16,1 1-11 0,-3 0-11 0,0 1-14 15,-1 1-18-15,-8 1-36 0,0-5-90 0,-1 4 40 0</inkml:trace>
  <inkml:trace contextRef="#ctx0" brushRef="#br0" timeOffset="1931.51">6873 4057 24 0,'0'0'37'0,"0"0"0"0,30-8-6 16,-17 6-2-16,1 2-4 0,5-1 3 0,1 1-3 15,6 0-2-15,4-1-1 0,-1 1 0 0,3 0-6 16,1-2 2-16,2 1 2 0,4 1-5 0,-2-2-5 16,1 1 1-16,-1-3 4 0,15-1-1 0,0 3-9 15,-13-1 3-15,-1-1-2 0,16-1 1 0,-4 3 0 16,-11 1 5-16,11-5-5 0,-10 3-3 0,11 1 4 15,-13 1-3-15,2-3 0 0,-3 4 5 16,-1-2-7-16,-2 0-2 0,1 1 4 0,-3 0-3 16,-2-2-2-16,0 3 1 0,-9-3 1 0,1 3-1 15,-3 0-3-15,2 0 1 0,-2 0-5 0,-6 0-2 16,-1 0-6-16,-1 0-12 0,-11 0 0 0,12 2-17 16,-12-2-24-16,11 2-70 0,-11-2 31 0</inkml:trace>
  <inkml:trace contextRef="#ctx0" brushRef="#br0" timeOffset="2183.65">8119 3968 1 0,'0'0'58'0,"0"0"-1"16,0 0-7-16,0 0-4 0,0 0-6 0,0 0-4 15,38 2 2-15,-25-2-4 0,-13 0-3 0,31 2-2 16,-12-2 1-16,-3 1-11 0,5 0-1 0,-1-3-1 16,1 2-3-16,-2-2 3 0,9 1-3 0,-8 1 0 15,0-3-5-15,1 3 0 0,0-1-2 0,-2 1-7 16,1-2-11-16,-3 2-11 0,2 0-10 0,-5-2-16 16,-2 1-32-16,-1 0-86 0,-11 1 39 15</inkml:trace>
  <inkml:trace contextRef="#ctx0" brushRef="#br0" timeOffset="3209.49">8549 3578 22 0,'0'0'42'0,"0"0"0"0,0 0-3 16,0 0-7-16,0 0 2 0,0 0-6 0,0 0 0 16,0 0-6-16,0 0-3 0,0 0 0 0,0 0-4 15,0 0-2-15,0 0 0 0,0 0 0 16,0 0-6-16,0 0-1 0,0 0-1 0,0 0 3 16,0 0-2-16,0 0 4 0,0 0-3 0,0 0 2 15,0 0-2-15,0 0-1 0,0 0 11 0,0 0 1 0,0 0 4 16,0 0 2-16,0 0 8 0,0 0-1 15,0 0 0-15,0 0-10 0,0 0 0 0,0 0 1 16,0 0-4-16,0 0-1 0,0 0 0 0,0 0-6 16,0 0 2-16,-1-11 1 0,1 11 3 0,0 0-10 15,0 0 1-15,0 0-5 0,0 0 3 0,0 0-3 16,0 0-3-16,0 0-3 0,0 0-5 0,0 0-8 16,0 0 2-16,0 0-12 0,0 0-6 0,0 0-16 0,-20 8-11 15,20-8-45-15,-7 10-112 0,3-4 50 16</inkml:trace>
  <inkml:trace contextRef="#ctx0" brushRef="#br0" timeOffset="3444.62">8579 3829 75 0,'0'0'71'0,"0"0"-11"0,0 0-16 0,0 0-10 16,0 0-24-16,0 0-20 0,0 0-38 0,0 0-51 15,0 0 23-15</inkml:trace>
  <inkml:trace contextRef="#ctx0" brushRef="#br0" timeOffset="55867.92">19690 3025 98 0,'0'-10'110'0,"0"10"7"0,0-8 0 0,0 8-10 0,0-9 5 16,0 9-1-16,1-7 1 0,-1 7 0 0,0 0-4 15,0 0-10-15,0-9 3 0,0 9-3 0,0 0-2 16,0 0 6-16,0-10-15 0,0 10-8 0,0 0-3 16,0 0-6-16,0 0-6 0,0 0-5 0,-3-10-4 15,3 10-5-15,0 0 3 0,-5-9-8 0,5 9 1 16,-5-4-1-16,5 4-1 0,-4-4-7 0,4 4-1 16,-8-7-8-16,8 7-1 0,-14-2-1 15,8 0 0-15,-6-1-7 0,1 2 0 0,-3 1-8 0,0 1 1 16,-5-2 2-16,0 4-6 0,-2-2 1 0,2 2 0 15,-2 2-2-15,1 2 2 0,-1 0-6 0,-3 4 4 16,4-1-2-16,2 0-2 0,-1 1 0 16,-3 5 1-16,8-3-1 0,-1-2 2 0,4-3-3 0,1 5 0 15,4-4-3-15,-2 1 1 0,3 6 1 0,2-8-1 16,2 1 1-16,1 1-1 0,3-1 0 16,1 2 1-16,2-3 1 0,3 2-1 0,5 1 2 15,1 0-1-15,2-3 2 0,3 3-3 0,7 0 1 0,4-1 9 16,-1 2-10-16,2-2 4 0,-3 0-3 0,-1 2 1 15,-1-2-6-15,-2 3 5 0,-6-5-4 16,0 1 5-16,-3 1-3 0,0 2 3 0,-4-2-3 16,-4 0-3-16,3 4 0 0,-7-3 0 0,0-1-2 0,-4 0-1 15,-3 1 3-15,-1-1 0 0,-3-2 1 16,-5 4-1-16,-4-2 2 0,-8 2 0 0,-4-1 0 16,0-3 6-16,-4-1-2 0,-1-1 2 0,-1-2 4 0,-1 0-4 15,2-2-4-15,1-1 2 0,1 1 1 0,6-4-3 16,4 1 1-16,3-1-12 0,6 2-12 0,0 0-12 15,2-3-31-15,10 3-72 0,-14 0-58 16,14 0-187-16,0 0-414 0,-14-1 184 0</inkml:trace>
  <inkml:trace contextRef="#ctx0" brushRef="#br0" timeOffset="56362.91">19973 3223 199 0,'-6'-8'200'0,"1"-1"-19"0,0 1-13 16,-5 1-12-16,-1-1-13 0,0 3-9 0,-1 1-12 15,-6 1-11-15,-1 1-14 0,1 6-8 0,-1 1-9 16,2 2-4-16,-3 3-6 0,-3 2-10 0,9 0-5 15,-5 6-1-15,5-2-5 0,-3 6-10 0,5-5 0 16,5 1-1-16,1-1-6 0,2-2-2 0,5 0-3 16,0 1-4-16,-1-4 1 0,5 1-2 0,2-4-2 15,0 3-2-15,1-4 4 0,2 0-5 16,3-2-1-16,1 2 0 0,1-5-3 0,2-2 4 0,1-1-1 16,1-2 0-16,-2 0-5 0,-5-2 3 0,0-2 2 15,0 0-7-15,0-2 2 0,1-3-3 0,-3-1 1 16,2-2 0-16,-3 1 5 0,-2-1-2 0,0 2 4 15,-4-1-2-15,1 0 2 0,-1 0 0 0,0 1-4 16,-3 3 8-16,1-1 2 0,-1 3 5 16,0 7 4-16,-1-12-3 0,1 12-7 0,1-7 0 15,-1 7-6-15,0 0 1 0,0 0-9 0,0 0 3 16,0 0-1-16,0 0-1 0,-8 25-2 0,5-9 1 0,0 0 0 16,1 1 1-16,0-1-5 0,2 1 3 0,2 0-2 15,1 0-14-15,2 0-10 0,0 0-20 0,0-2-29 16,3 1-34-16,1-4-37 0,-1-1-44 0,2 2-47 15,-1-4-129-15,0-2-389 0,0-1 173 16</inkml:trace>
  <inkml:trace contextRef="#ctx0" brushRef="#br0" timeOffset="56600.56">20198 3025 52 0,'-1'-17'254'0,"-1"5"-9"15,1 3-9-15,0-1-15 0,0 3-27 0,1 7-18 16,-3-8-23-16,3 8-16 0,0 0-18 0,0 0-4 16,0 0-4-16,6 25-3 0,0-2 1 0,-3 6-8 15,4-2-6-15,-3 5-12 0,-2-2-7 0,3 4-4 16,-2-1-10-16,-1-4-2 0,0 0-7 0,2 2-5 16,-3-4-6-16,3 3-3 0,-3-3-13 0,2-3-13 15,0-3-20-15,0 4-22 0,1-10-25 0,-2 2-24 16,-2-2-42-16,0-3-44 0,1-2-37 0,-1-10-191 15,-3 17-424-15,-1-11 188 0</inkml:trace>
  <inkml:trace contextRef="#ctx0" brushRef="#br0" timeOffset="57390.49">20066 3202 113 0,'-1'-4'195'0,"1"4"-18"16,-2-9-28-16,2 9-9 0,0 0-10 0,8-10-15 15,-1 9-14-15,7-1-8 0,5-3-7 0,3 3-8 16,0 1-6-16,8-1-10 0,-3 1-3 0,1 1-3 16,-1 0-9-16,-5 1-6 0,-3-1-2 0,0 2-7 15,-6-2-1-15,0 1-3 0,-4 1-6 16,-2 0-5-16,0 1 3 0,-1 0-6 0,-1 1 3 0,-1 1-3 16,0 2 1-16,-1-1 3 0,-2 4 12 0,1 2-2 15,1-1 5-15,-1 2-10 0,2 2 7 0,-3 1-6 16,1 0 2-16,-1 0-5 0,2-1 1 0,-1 1-3 15,1-5-1-15,-1 0 0 0,3 0-6 16,-1 0 2-16,3-2 1 0,-1-2-4 0,-1-3-1 16,2 1-8-16,-1-2 13 0,1-1-3 0,1 0-1 15,0-2 4-15,-8 0-9 0,19-3 6 0,-7-2 0 16,-2 0-3-16,0-3 3 0,0-1 1 0,-2 0-7 0,2-4-1 16,-2-1 0-16,0-1 3 0,-3-1-1 0,1 1 2 15,-4-1 0-15,2 0 12 0,-2 5 0 16,0-2 7-16,1 2-1 0,-1 2 0 0,0 1-3 15,0 1 1-15,-2 7-5 0,3-9-5 0,-3 9 1 16,1-8-7-16,-1 8-6 0,4-5 3 0,-4 5-6 16,0 0 3-16,0 0-2 0,0 0 11 0,9 18-5 15,-7-11 2-15,1 4 1 0,1-1 3 0,0 2-2 16,1 0 2-16,0-3-5 0,0 2 3 0,0 1 2 16,1-1-1-16,5 1-3 0,-4-2 2 0,1-1-2 15,0-2-4-15,2-1 4 0,-3 0 0 0,1 0-3 16,1-1 5-16,1-5-4 0,-1 4 2 0,2-4 0 15,-1 0-2-15,0-1-3 0,2 0 7 0,-1-2-5 16,-1-2 0-16,2-3-4 0,3-1 1 0,-3-2-2 16,1-2 0-16,-3-1-3 0,-3 0-5 15,5-2 3-15,-7-3-3 0,1-4-2 0,-3 4 1 0,-3 0-2 16,-3-5 7-16,-1 6 4 0,2 6 1 0,-5-5 5 16,-1 4-2-16,-3-1 0 0,1 2 5 0,0 5-5 15,0-1 0-15,2 3-3 0,-1 0-2 0,1 2 4 16,1 1-1-16,7 2-2 0,-11-2-6 0,11 2-3 15,0 0 4-15,-11 4-1 0,11-4 1 0,0 0 0 16,0 0-3-16,5 16 3 0,-5-16 2 0,15 9-1 16,-4-4 5-16,6-1 0 0,1 0-2 0,4 0 4 15,0-1-6-15,-2 0 0 0,1 2 2 0,-2 1-2 16,-2-2-1-16,0 0 0 0,-5 0 1 0,-1 2 0 16,0-1 3-16,-4 2-1 0,1 2 1 0,1 0 2 15,0 5 2-15,-7-3 2 0,5 4-2 0,0 0 0 16,-4 0 2-16,2 1-4 0,-4 1 5 15,1-1-3-15,-2 1 0 0,1-4-13 0,-1-2-15 16,0 4-16-16,1-5-29 0,-1 4-33 0,0-3-40 16,4 0-48-16,-1-1-31 0,-2-1-150 0,-1-9-399 0,5 11 177 15</inkml:trace>
  <inkml:trace contextRef="#ctx0" brushRef="#br0" timeOffset="57763.64">21297 3162 78 0,'0'0'192'0,"-4"-7"-19"0,4 7-20 0,0 0-14 15,-9-2-10-15,9 2 0 0,-11 9-7 0,4 0-8 16,-4 5-4-16,3-4-13 0,-2 5-7 0,0 0-10 0,2 1-7 16,0-1-6-16,3 1-5 0,2 0-3 15,0-3-9-15,4-3-5 0,1 2-17 0,0-2 0 16,-1-1-10-16,2-2-4 0,-1-3-3 0,2 2-3 15,1-2 3-15,2-1-5 0,-7-3 4 0,14 0-4 16,-14 0 3-16,13-3-6 0,-8-3 0 0,4 0-3 16,-3-1 3-16,1-3-1 0,-1 0 1 0,0-1 4 15,-1 0-3-15,2 0 1 0,-1-6-2 0,-2 8-2 16,0-3 10-16,0 7 3 0,1-1 7 0,-3 1-2 16,-2 5 1-16,3-8-7 0,-3 8-2 0,2-6-6 15,-2 6 4-15,0 0 14 0,0 0-2 0,8 13-2 16,-7-6 1-16,2 3-3 0,-2 2 2 0,2 0-1 15,-2-1-5-15,4 6 4 0,-1-5-3 0,0 1-17 16,0-1-14-16,1 3-31 0,-1-3-38 0,0-1-39 16,-1-2-38-16,4 1-172 0,-5 0-362 0,-2-10 160 15</inkml:trace>
  <inkml:trace contextRef="#ctx0" brushRef="#br0" timeOffset="58023.71">21564 2982 124 0,'2'-12'255'0,"-1"2"-4"0,0 0-20 0,-1 6-21 15,0 4-20-15,0-10-27 0,0 10-18 0,0 0-14 16,0 0 6-16,0 0 12 0,6 26-6 0,-4 0-6 16,0 3-14-16,1 3-4 0,-2 1-20 0,0-1-1 15,-1-4-12-15,2 4-7 0,0-5-5 0,2 1-5 16,-4 0-7-16,3-2-19 0,-2-7 9 0,2 6-21 15,-1-6-9-15,-1-8-19 0,1 5-27 0,1-5-17 16,-1 0-18-16,-2-2-24 0,1-2-25 0,-1-7-25 16,0 0-21-16,2 16-12 0,-2-13-34 15,0-3-177-15,0 0-407 0,0 0 180 0</inkml:trace>
  <inkml:trace contextRef="#ctx0" brushRef="#br0" timeOffset="58284.84">21421 3179 48 0,'-7'-5'148'15,"1"-1"-12"-15,3 2-7 0,3 4-17 0,-6-5-10 16,6 5-6-16,0 0-8 0,0 0-5 0,26-6-6 16,-8 4-6-16,4 0 4 0,11-1-7 0,1-1-1 15,2 2 0-15,-3-3-4 0,2 4 2 0,-3-3-3 16,-5 1-4-16,2 3-9 0,-9-2 5 0,1 2 3 16,-4-1-8-16,-6 1-5 0,-1 1-2 15,-2-2-5-15,-8 1-7 0,11 4 5 0,-6-2 5 0,1 2 14 16,0 4 5-16,-1 1-4 0,-2 0-1 0,2 1-2 15,-3 1-3-15,1 3-6 0,1 0-4 0,-3 1-2 16,0 2-4-16,1-1-3 0,-2 0-1 0,2 2-11 16,-1-6-16-16,-1 4-32 0,0-5-44 15,2 5-25-15,0-3-41 0,-2-3-50 0,0 3-156 16,0-3-375-16,0-10 167 0</inkml:trace>
  <inkml:trace contextRef="#ctx0" brushRef="#br0" timeOffset="58459.03">21854 2982 53 0,'0'0'84'15,"0"0"-30"-15,0 0-27 0,0 0-34 0,9 37-29 16,-4-23-38-16,-1-1 18 0</inkml:trace>
  <inkml:trace contextRef="#ctx0" brushRef="#br0" timeOffset="58981.91">22082 3145 53 0,'0'0'172'0,"0"0"-3"0,0 0-7 15,0 0-10-15,0 0-7 0,-22 15 7 0,16-5-7 16,-2-1-9-16,2 3-15 0,-2 2-11 15,4-4-12-15,0 2-6 0,2-1-12 0,-1 1-6 0,2 2-6 16,2-3-7-16,3-1-3 0,-1 1-9 0,1-2-1 16,2-1-4-16,0-2-9 0,1 0 4 0,-1-1-3 15,3-1-4-15,1-1-4 0,-1-1 0 16,3 0 0-16,-1-2-5 0,-1-3 0 0,1 1-3 0,-3-4-1 16,0 3 1-16,0-5-4 0,-2-1-3 15,-1 1 1-15,-1-2-4 0,-1 0-1 0,-1-2-1 16,2-3-1-16,-1-2 0 0,-1 4-4 0,0 2 2 0,-1-1-3 15,0 3 1-15,0-2-2 0,1 4-1 0,1 1-2 16,-3 6-1-16,4-10-3 0,-4 10-4 0,3-3 3 16,-3 3 1-16,0 0 3 0,0 0-2 15,14 17 7-15,-9-9 7 0,1 2-3 0,-1-1 0 0,1 3-1 16,-1 0 2-16,-1-2-4 0,-2 2 4 16,3-3 2-16,-1-2-2 0,-3 1 2 0,2-1-2 15,-3-7 0-15,2 8 8 0,-2-8 7 0,3 9 9 0,-3-9 3 16,0 0 0-16,0 0-3 0,0 0-6 0,0 0-3 15,0 0 1-15,0 0-6 0,5-22 1 16,-4 15 0-16,3-3-4 0,0 0 0 0,5-1-5 16,0-4 2-16,3 2-5 0,0-1 1 0,4 0-3 15,-1 4-1-15,-1 1-3 0,3 1-2 0,-2 2 4 16,-1 1-4-16,-1 3 1 0,0 2-3 0,1 2 0 16,-3 3 1-16,2-1 2 0,-3 4 0 15,0 5 3-15,3-1 1 0,-5 4-1 0,0 0-4 0,-1-2-5 16,-3 4-14-16,0-2-31 0,0 1-32 0,-1-1-55 15,0-1-71-15,-2 2-206 0,1-5-451 0,-1 0 200 16</inkml:trace>
  <inkml:trace contextRef="#ctx0" brushRef="#br0" timeOffset="59254.68">22920 3013 1693 0,'4'-29'114'0,"-1"1"20"0,0 10-14 0,0 0-34 16,-3 7 19-16,2 0 1 0,-2 4-21 0,2-1-19 16,-2 8-16-16,-2-9-8 0,2 9-8 0,0 0 3 15,0 0 8-15,0 0 11 0,4 38-6 0,-1-5 15 16,-2 3-4-16,-3 10-6 0,-2 2-3 16,-3-3-3-16,1 1-9 0,4-12 2 0,-1-3-4 15,3 2 1-15,-1-2-6 0,-2-1-8 0,2-3 2 0,-2 1-9 16,3-3-17-16,2-7-10 0,-2 0-20 0,0 0-21 15,1-7-22-15,-1-2-31 0,0 3-26 0,0-12-60 16,-1 14-26-16,-1-10-35 0,2-4-137 0,0 0-420 16,-10 5 186-16</inkml:trace>
  <inkml:trace contextRef="#ctx0" brushRef="#br0" timeOffset="59576.68">22937 2900 58 0,'9'-5'172'0,"2"1"-20"0,3 1 17 0,-1 2-17 16,6 1-3-16,-6 4-5 0,0 0-11 0,1 5-9 15,1 1-11-15,-3 1-5 0,-3-2-14 0,2 5-4 16,-2 2-9-16,-6 2-7 0,-2 1-7 0,-1 0-3 16,-1-1-6-16,-7 0-4 0,-1-1-5 0,-6 4-9 15,1-6-5-15,0-4-8 0,-1 1 1 0,-1-4 2 16,6-2-11-16,-4-1 0 0,2 0-5 0,3-4 2 15,-1 1-4-15,2-2 5 0,8 0-8 0,-9 3 1 16,9-3-2-16,-11 2-1 0,11-2-2 0,-6 1-4 16,6-1 0-16,-3 6 0 0,3-6-1 0,0 0 1 15,8 11-2-15,-2-6 4 0,2 3 1 0,-1-1 4 16,2 3-5-16,7 2 1 0,-2 0 1 0,9 4-2 16,1-2-23-16,-7-2-31 0,8 2-43 0,-1 0-42 15,-6-5-52-15,0 3-137 0,-3-5-350 0,1 0 155 16</inkml:trace>
  <inkml:trace contextRef="#ctx0" brushRef="#br0" timeOffset="60232.01">23245 3366 108 0,'0'0'230'0,"5"-9"-19"16,-1 3-16-16,0 1-5 0,6-4-4 0,-3 0-20 16,1 1-5-16,2 1-16 0,2-3 5 0,-1 1-16 15,3-2-10-15,1-1-9 0,-3 0-12 16,4 0-9-16,-3-1-9 0,-1 2-7 0,-2-2-12 0,1 0-2 15,-1-2-13-15,-5 6 1 0,-1-2-6 0,1 1-5 16,-2 0 2-16,-1 3 6 0,-1 0-1 0,-1 7 4 16,0-11-12-16,0 11-4 0,-3-10-10 0,3 10-3 15,-9-2-5-15,9 2 1 0,-21 6-5 0,6 7 0 16,-4-2-5-16,-2 6 0 0,-1 1-3 0,2 0 6 16,3 0-4-16,5-4-1 0,1 0-3 0,2 0-1 15,7 2 4-15,-2-5-4 0,4 1 3 0,5-1-4 16,0-1 6-16,3-1-4 0,6 1 2 15,3-3-3-15,0 1 0 0,3-4 3 0,3-3 2 0,6 1-2 16,0-4-1-16,1 1-4 0,-2-1 1 16,-8-3-1-16,7-2 1 0,0 0-7 0,-1-1 6 0,-1-4 0 15,3-1 3-15,-12 3-11 0,1-3 7 0,1 1 0 16,-1-2 0-16,-4 0-1 0,1-1 1 0,-4-1-3 16,4 1 3-16,-5-3-3 0,-6 6 5 15,0-3 1-15,0 7 6 0,-2-1 5 0,1 3 2 16,-2 6-2-16,1-10-3 0,-1 10 0 0,-8-6-6 15,8 6-1-15,0 0 3 0,-27 11-3 0,12-1-1 16,-3 2 5-16,-1-3-6 0,5 3 0 0,1 0 0 0,0-1-5 16,4-2 5-16,2-1-5 0,0 0 2 15,5 0-5-15,-1-3-1 0,3-5-4 0,-2 11-1 16,0-5-4-16,2-6 10 0,2 10-4 0,-2-10 4 16,9 7 3-16,-3-6 0 0,2 0-8 0,-8-1 3 15,16 2-2-15,-3-1-1 0,-4-2 0 0,-9 1-3 16,13-2 4-16,-13 2-2 0,10-1 2 0,-10 1-2 0,6 1-2 15,-6-1 3-15,8 5 2 0,1 2 0 16,-5 2 2-16,0 4 0 0,1 1 0 0,-3 3 4 16,0 2-3-16,-1 0 3 0,-1 1 2 0,0-1 4 15,-1 8 4-15,-1-8 4 0,0 0 6 0,-2 3 6 16,0-1-5-16,0-4 3 0,0 3 1 0,1-2-10 16,-5 0 8-16,0 0 1 0,-3-3-9 0,1 0 3 15,-2-2-3-15,-1 2-10 0,1-4-15 0,-5-1-18 16,2 2-33-16,-1-5-37 0,2 1-48 0,3-3-65 15,1-5-60-15,-2 0-145 0,12 0-453 0,-18-7 201 16</inkml:trace>
  <inkml:trace contextRef="#ctx0" brushRef="#br0" timeOffset="60449.62">24047 3162 2004 0,'17'-20'45'0,"-7"6"-15"16,-2 1-7-16,-2 3 27 0,0 3 16 0,-3 3 8 15,2-2-4-15,-5 6-11 0,5-6-8 0,-5 6-11 16,0 0 1-16,0 0-3 0,0 0 14 0,0 0 14 16,6 22 2-16,-8-9-2 0,0 3-6 0,-2 3-6 15,1-1-7-15,1 1-2 0,-2-1-6 0,2 2-3 16,0 3-8-16,1-6-13 0,1 0-23 0,-3 1-31 16,3-3-39-16,-4-2-47 0,4 0-61 15,-1-3-56-15,-1 3-174 0,-1-2-448 0,3-11 198 16</inkml:trace>
  <inkml:trace contextRef="#ctx0" brushRef="#br0" timeOffset="60611.58">24101 2939 70 0,'0'0'100'0,"0"0"-30"0,0 0-38 0,0 0-19 15,10 17-30-15,-5-7-28 0,-2-1-49 16,5 3 22-16</inkml:trace>
  <inkml:trace contextRef="#ctx0" brushRef="#br0" timeOffset="61132.34">24370 3132 166 0,'0'0'176'0,"-19"10"11"0,12-3-4 0,-3 0-6 0,-3 3-7 15,3 0-13-15,-1 5-14 0,4-6-14 0,-1 1-13 16,1 0-10-16,0 1-6 0,3 0-13 0,0 0-3 16,4-2-13-16,0 1-3 0,3 0-8 0,0-1-2 15,2 0-9-15,0-1-3 0,4-1 0 0,-2 1-8 16,2-4-3-16,3 1 2 0,-5-1-9 0,0-3 2 16,-1-1-3-16,-6 0 2 0,15-1-5 0,-9-3-5 15,1-1-14-15,0-2-4 0,0 0 2 0,-2-1 2 16,-2-2-7-16,2-1 2 0,-1 1-3 0,-1-2-1 15,1 2 2-15,-1-6-1 0,2 4 0 0,0 2 6 16,-2-2-8-16,1 5-1 0,0 1 0 0,-4 6-2 16,5-7-3-16,-5 7 2 0,10-4 1 15,-10 4 2-15,10 7-2 0,-5-1 2 0,1 1 5 0,-2 1 2 16,3 3 10-16,-3 0-3 0,2 0 3 0,-2 2 0 16,0-1 0-16,0-1-1 0,-2 2-2 0,2-3 4 15,0-1-3-15,-4-2 2 0,0-7 2 0,1 9-2 16,-1-9 1-16,-1 7 11 0,1-7 3 0,0 0 2 15,0 8 1-15,0-8-5 0,0 0 0 0,0 0-6 16,0 0-1-16,0 0-4 0,10-19-2 0,-5 10-2 16,0 0-3-16,3 2 3 0,0-4-2 15,5-1-4-15,3-2-3 0,-3 3-2 0,1 2 1 0,3 2 2 16,-5 0-1-16,1 3 0 0,0 0-5 0,0 3 3 16,-3 1-4-16,-2 1 4 0,3 1-2 0,-5 4 3 15,2 1 1-15,0 0-1 0,-4 2 0 0,1-2 0 16,-3 4 1-16,0 0 2 0,-4 1-3 0,2 1 2 15,-4-3 1-15,2 3-3 0,-2-3-16 16,3 0-27-16,-4 2-44 0,-2-2-59 0,3-2-66 0,-5 1-192 16,1-4-438-16,8-5 193 0</inkml:trace>
  <inkml:trace contextRef="#ctx0" brushRef="#br0" timeOffset="61302.93">24815 3103 9 0,'0'0'244'0,"2"-8"-24"0,-2 8-23 16,2-7-24-16,-2 7-18 0,0 0-18 0,0 0-7 15,0 0-17-15,0 0-30 0,0 0-38 16,16 19-58-16,-11-10-49 0,1 2-54 0,-1 1-104 16,-1 0-237-16,3-1 105 0</inkml:trace>
  <inkml:trace contextRef="#ctx0" brushRef="#br0" timeOffset="61446.81">24905 3366 2244 0,'-1'8'180'0,"1"-8"-90"0,0 8-45 16,0-8-20-16,-2 9 7 0,2-9 12 0,0 0 7 15,0 0-9-15,0 10-2 0,0-10-6 0,0 0-1 16,0 0-6-16,0 0-14 0,5 5-21 0,-5-5-31 16,0 0-50-16,0 0-62 0,0 0-87 0,11-3-159 15,-11 3-428-15,18-14 190 0</inkml:trace>
  <inkml:trace contextRef="#ctx0" brushRef="#br0" timeOffset="61587.58">25190 3256 150 0,'0'0'299'0,"6"-3"-8"0,-6 3-11 16,0 0-24-16,7-4-24 0,-7 4-26 0,0 0-22 16,0 0-25-16,6-3-31 0,-6 3-46 0,0 0-58 15,0 0-58-15,0 0-64 0,0 0-43 0,0 0-196 16,0 0-364-16,0 0 162 0</inkml:trace>
  <inkml:trace contextRef="#ctx0" brushRef="#br0" timeOffset="62430.95">19283 4013 36 0,'-17'0'170'0,"3"0"-13"16,3-2 6-16,4 2-9 0,7 0-5 0,-16-1-5 16,16 1-17-16,-12 0-8 0,12 0-23 0,-10-3-2 0,10 3-13 15,0 0-10-15,0 0-5 0,0 0 0 0,0 0 2 16,0 0 11-16,32 10-6 0,-1-10 2 0,1 0 2 15,8 0-6-15,14-2 2 0,6 0-2 0,4-4-6 16,27 5-4-16,-25-1 1 0,29-1 1 16,-3-2-6-16,0 0-6 0,1-3-4 0,-2 4-6 15,-26 0-1-15,30-6-3 0,3 6-6 0,-8-4 2 0,3 6-7 16,-4 1-2-16,7-2-2 0,-31 2 0 16,26-2-5-16,5 2-1 0,-3-5 1 0,-1 2 1 15,4 4-2-15,-1-5-3 0,4 5 1 0,4-4 5 16,-2 5 4-16,-2-2 1 0,3-5-6 0,-2 3-2 15,0 4 1-15,6-2 0 0,-2 2 0 0,2-1 2 16,0-2 4-16,-3 3 6 0,4 2-5 0,-4-3-4 16,-1-3 0-16,4 6-1 0,-1-5 0 0,-2 0 3 0,-4 0-4 15,-5 0-6-15,5 1 1 0,-7 0 5 16,-3-3-1-16,2 2-5 0,-26 3 0 0,32-5 0 16,-5 4-4-16,-29 0 1 0,28 0-3 0,-26 0 2 15,-4-3-4-15,1-3 0 0,-1 6 1 0,-5-4-1 16,-1 2 0-16,-4-3 2 0,-12 4-1 0,-4 1 0 0,0-4-5 15,-4 3 3-15,-2-1-1 0,-11-1 1 16,-2 2-1-16,-3 1-1 0,0-2 1 0,0 2 0 16,-4-1-2-16,-1-2-10 0,-2 2-4 0,-6 1-5 15,15 0-12-15,-5 0-16 0,-3-2-19 0,-7 2-24 16,18 0-47-16,-18 0-40 0,24-1-44 0,-10 1-46 16,-14 0-157-16,13 1-457 0,-13-1 203 0</inkml:trace>
  <inkml:trace contextRef="#ctx0" brushRef="#br0" timeOffset="62577.41">25242 3821 2062 0,'0'0'3'0,"0"0"11"0,0 0-40 0,8 0-43 16,-8 0-6-16,0 0-31 0,0 0-56 0,0 0-112 15,0 0-297-15,0 0 133 0</inkml:trace>
  <inkml:trace contextRef="#ctx0" brushRef="#br0" timeOffset="71494.57">14487 14034 18 0,'0'0'49'0,"0"0"-6"0,0 0-4 15,0 0 1-15,0 0-10 0,0 0 5 0,0 0-5 16,0 0 6-16,0 0 1 0,0 0 8 0,0 0 3 15,0 0-6-15,0 0 8 0,0 0 8 0,0 0-7 16,0 0 10-16,-22 25 20 0,22-25-16 0,0 0-3 16,0 0 8-16,-4 20-2 0,4-20-1 0,-3 13-1 0,1-3-2 15,2-10 3-15,-4 24 0 0,-1-13-4 16,3 2-5-16,-1 3-4 0,0-3-4 0,0 2-9 16,1 0 0-16,2-1-3 0,0 2-4 0,0 0 3 15,2-1-1-15,3 4 1 0,-3 0-3 0,2-2 2 16,1 1-2-16,-1 0 0 0,1-2-1 0,4 4-2 15,-3-2-3-15,1-3-3 0,3 3 5 0,0 5-1 16,1 3 3-16,-1-1 17 0,0 3-4 0,-1-2-5 16,-4 2-1-16,0-5-3 0,2 6-3 0,-1 0-4 15,-1 0 1-15,-1 0-3 0,0-2-1 0,-2-2 0 16,1 2-3-16,-2-4-1 0,3 4-5 0,1-1 2 16,-4-7-4-16,2 0-1 0,-1-1-3 0,4-3 2 15,-5-1-4-15,1-3 1 0,1 0-2 0,-3 1-11 16,4-2-8-16,-2-1-15 0,-2-9-15 0,0 15-27 15,0-15-24-15,0 12-27 0,0-12-40 0,4 10-44 16,-4-10-138-16,0 0-369 0,0 0 164 0</inkml:trace>
  <inkml:trace contextRef="#ctx0" brushRef="#br0" timeOffset="74286.56">15564 11623 48 0,'0'0'48'0,"19"-6"-2"16,-11 4-9-16,5-2-3 0,3-2 2 0,3 4-18 16,1-3 0-16,8-1 7 0,2 0 3 0,2-1-5 15,0-3-6-15,7 3-5 0,9-2 5 0,-11 2-1 16,17-6-6-16,2 3 3 0,0-1 3 0,2-1-6 15,1 2 5-15,-3 2-3 0,5 1-2 0,4 0 4 16,-3-1-6-16,-1 2 1 0,0 1-2 0,-3-3 3 16,3 2-4-16,6-1 4 0,-5 1-8 0,1 2-1 15,0 0 8-15,-2 1 2 0,3-1-5 0,1 0 2 16,26-4-5-16,-27 4 1 0,-2-1-2 0,5 1 1 16,-2-2 2-16,30-2 1 0,-31 2-4 0,26-2 2 15,-27 3-2-15,28-2 2 0,-25 1 2 0,27-2 2 0,-3 0 1 16,-28 3 0-16,28-2-1 0,-30 0 2 0,31 3-7 15,-25-2 4-15,26-3-3 0,-2 2 12 16,-25 3-5-16,36-5-4 0,-4 3-2 0,3-2-5 16,-2-4 5-16,-1 2-7 0,8-1 6 0,0-1 1 15,4-3-1-15,5 2 3 0,0-2-4 0,-2 1 2 0,0-2 4 16,3 3-13-16,-2-3 10 0,-1 3-14 16,4 0 17-16,-2-1 1 0,1 3-3 0,-5-2-5 0,1-1 1 15,4 2 1-15,0 2 4 0,-1-2-9 16,4-2 5-16,0 4 1 0,-5 1 0 0,0 2-2 0,1-1 3 15,1-1-2-15,0 3 4 0,3 4-4 0,-1-3-1 16,-3 3-5-16,-2-2 8 0,1 1 5 16,-4 1-6-16,3-1 1 0,2 2 12 0,-3 0-8 0,3-2-9 15,-2 3 4-15,-5 0 8 0,1-1-13 16,-2-1 10-16,-1-1-3 0,3 2 1 0,1-2-1 0,-2 1 1 16,4-1-5-16,-2-3 3 0,-2 2 13 0,6 0-5 15,-2-2-11-15,0-2 13 0,4 5-1 0,-1-2-10 16,0-1-1-16,-5 0 10 0,-1 2-13 0,-2 1 15 15,4-4-10-15,-1 2 9 0,-1-2-2 0,0 3-4 16,-4 1-3-16,-1-1 1 0,-2 0-4 0,0 2 5 16,-2-5 6-16,0 0-5 0,1 4-6 0,1-3 8 15,-1 3-3-15,-4 0-4 0,1-3 1 0,-1 2-8 16,-3 4 16-16,-2 0 2 0,-3-5-1 0,2 4 0 16,-25-2-2-16,31-1 1 0,-31 4 3 0,0-3 0 15,28-3 1-15,-30 3 14 0,29 1-6 0,-31 3-7 16,-1-4 3-16,3 4-9 0,2-1 0 0,-5 1 0 15,5 0 0-15,2 2-1 0,-3-2 0 0,-3 3 0 16,-2-2-2-16,1 1-3 0,1-1 5 0,-3 3-5 16,-1-4 2-16,2-2 5 0,-4 2-3 0,4-1 0 15,-2 1-6-15,1 1 4 0,-4-2-5 0,3 2 8 16,-1-1-8-16,2 1 0 0,-3-1 5 0,2-2-14 16,-3 1 6-16,2 1 15 0,-1 2-12 0,2-1 3 15,-3-2-7-15,0 0 2 0,0 3 4 0,-1-1 0 16,-3 0-3-16,1 0 1 0,0 2-1 0,1-3 1 15,0-1 3-15,-1 0 1 0,-13 2-1 0,1 1-5 16,12 1 1-16,0-1 3 0,-13-1 1 0,2 0-3 16,11 0-3-16,0-1 5 0,-15 1 1 0,-2-1-8 15,5 0 7-15,-4 3-8 0,1-2 6 0,0 1-3 16,1-2-3-16,-2 2 7 0,-2 1-2 0,-3-1 0 16,2-1-1-16,-2 1-1 0,-1-1 0 0,-1 0-1 0,-7 1 0 15,6-1 3-15,-1 2-1 0,-4-2-2 16,-1-1 7-16,7 2-10 0,-7-2 10 0,8 2-5 15,-8-1-6-15,6-1 3 0,-6 0-3 0,0 0 5 16,1 2 4-16,-1-2-7 0,0 1 9 0,1 0-7 0,-3 0 0 16,0 1 1-16,2-1 0 0,-7 0-3 15,-1-2 3-15,2 3 5 0,-3-1-4 0,0-1 2 16,-5 0-3-16,3-1-6 0,-3 1 9 0,-7-1 18 0,12 2-13 16,-12-2 3-16,9 1-3 0,-9-1 1 0,14 1-3 15,-6-1 2-15,1 0-4 0,2 3 1 16,1-2-5-16,-2 0 2 0,4 1 0 0,-3-2-3 15,2 3 1-15,0-2 4 0,0 2 0 0,1 0-3 0,3 1-3 16,-2-1 8-16,1 0-9 0,-3 1-7 0,0-1-5 16,1-1-6-16,-4 1-6 0,3-1-1 0,0 0-6 15,-3 1 6-15,1 0-10 0,1-3 2 0,-2 3-13 16,3-1-3-16,-1 0-1 0,-1 0-2 0,7 0 3 16,1 0-7-16,-1-1 5 0,1 2-10 0,-1-1 4 15,2 2 4-15,3-1 8 0,-2 1 0 0,1-1 10 16,-1 1 6-16,2-1 1 0,-3-2 1 0,3 3-2 15,-6-2 7-15,3 1 4 0,-1-2 10 0,0 2 0 16,-1-3 17-16,-3 1-12 0,-2 1 0 0,0-1 3 16,-1 0-2-16,-3 2 4 0,-1-3 1 0,0 2-6 15,-2-1-12-15,-6-1-14 0,12 2-26 0,-8 0-39 16,-4-2-103-16,0 0 46 0</inkml:trace>
  <inkml:trace contextRef="#ctx0" brushRef="#br0" timeOffset="96891.11">20505 4502 106 0,'4'-11'165'0,"1"-1"-9"16,-1 0-9-16,1 1 13 0,0 1-13 0,-3-2-3 15,2 3-6-15,-1-2-6 0,-2 2-3 0,0 0-2 16,1 2-6-16,-2 7-11 0,-2-13-15 15,2 13-2-15,-4-12-9 0,2 7-8 0,2 5-7 0,-5-7-6 16,5 7-4-16,-9-5-10 0,2 3-6 0,7 2-1 16,-19 4-9-16,1 3-4 0,-7 3-2 0,1 3-1 15,2 4-3-15,0 1 4 0,-3 2-12 0,3 2 0 16,0 1 1-16,3 1-2 0,1 1 0 0,3-2-5 16,4-6 3-16,-3 8-4 0,7-7-2 15,0-1 1-15,0 0-1 0,5-1 0 0,1 1-3 16,5 0 2-16,2-3-2 0,2-2-2 0,1 3 11 0,5-3-13 15,3-4-8-15,8 6-5 0,1-6-20 16,1-2-22-16,4-1-15 0,0-2-28 0,4-2-33 0,1-3-31 16,-3 2-28-16,0-2-143 0,-2-1-361 0,-3-2 159 15</inkml:trace>
  <inkml:trace contextRef="#ctx0" brushRef="#br0" timeOffset="97066.08">20806 4635 66 0,'0'0'170'0,"0"0"-10"0,0 0-7 0,0 0-9 16,-3-8-26-16,3 8-3 0,0 0-11 0,0 0-10 15,0 0-14-15,0 0-6 0,0 0-20 16,0 0-13-16,0 0-11 0,0 0-28 0,0 0-29 16,0 0-31-16,0 0-43 0,0 0-103 0,0 0-220 15,8 29 98-15</inkml:trace>
  <inkml:trace contextRef="#ctx0" brushRef="#br0" timeOffset="97290.84">21048 4424 176 0,'0'0'195'0,"0"-10"-15"15,0 10-16-15,0 0-21 0,0-8-16 0,0 8-8 16,0 0-21-16,0 0-5 0,0 0-8 0,-5 28-11 15,2-12 0-15,2 1-8 0,-2 8-4 0,0 4-7 16,-1-3-1-16,0 1-8 0,3-2-2 0,-1 0-13 16,2 1-2-16,-2-1-23 0,-1-2-10 0,2-2-22 15,0-2-30-15,0-2-42 0,1 0-25 0,-3-1-37 16,0-1-83-16,1-3-263 0,-1-6 118 0</inkml:trace>
  <inkml:trace contextRef="#ctx0" brushRef="#br0" timeOffset="97676.59">21034 4417 151 0,'8'-7'161'0,"-1"-1"-5"0,3 4-11 16,2-1 5-16,4 3-12 0,-3-2-8 0,5 2-7 16,-6 2-14-16,7 2-8 0,-6 0-9 0,6 4-20 15,-4-1 7-15,-2 0-9 0,-2 2-9 16,0 2-1-16,-4-1-7 0,1 1-7 0,-4 3-4 0,-2-1-5 15,0 0 3-15,-4 1-7 0,0 0-2 0,-2-1-10 16,-1-1 3-16,0 0-7 0,-1 0 0 0,0-4-3 16,6-6-8-16,-5 13-15 0,3-6-8 0,2-7-6 15,-2 11 6-15,2-11-2 0,0 0 0 0,5 17 5 16,2-12 1-16,3 3 2 0,-1-1-2 0,1 0 1 16,7 0 3-16,-2 3 7 0,2 0-8 0,0-2 3 15,2 0 5-15,-4 1-1 0,0-1 2 0,-4 1 4 16,0-1 6-16,-2-2-3 0,-1 2 2 0,-2-3 6 15,-2 2-2-15,-2 3 7 0,-3-4 1 0,-4 4 5 16,-1-1 4-16,-5 1-4 0,-3 2-3 0,-1-4-2 16,-4 2-5-16,1 0 0 0,-8 1-2 15,1-3-2-15,-3 1-8 0,10-5-8 0,-1 2-20 0,5-3-35 16,2-1-57-16,6 0-59 0,6-2-135 16,0 0-337-16,0 0 150 0</inkml:trace>
  <inkml:trace contextRef="#ctx0" brushRef="#br0" timeOffset="98029.65">21852 4550 50 0,'5'-4'259'0,"-5"4"-17"0,5-10-20 16,-1 6-11-16,0-1-16 0,-4 5-20 0,10-8-17 15,-3 0-18-15,0 3-14 0,3-3-10 0,0 1-13 16,2 1-8-16,1-5-10 0,3 4-10 0,-4 1-5 15,1 0-5-15,-3-1-5 0,0 2-5 16,0 0-7-16,-3 3 1 0,-2-1 0 0,0 1-5 0,-5 2 12 16,6-4-4-16,-6 4-14 0,0 0-6 0,8-4-6 15,-8 4-3-15,0 0-10 0,0 0 1 16,0 0-4-16,0 0 6 0,9 13-2 0,-8-2-2 16,3 3-2-16,-1 3 0 0,-1 3 1 0,1 5 0 15,2 2-1-15,-3 1 3 0,0 2 0 0,-1-3-3 0,0-1-1 16,0 0-2-16,-6-1-1 0,5 0 5 15,2 1-5-15,-2-7 4 0,1-1-3 0,-2 0 1 0,2-2-5 16,-2 1 5-16,1 1-7 0,1-2-16 0,-2-2-17 16,-1-3-12-16,-3 4-32 0,0-2-40 0,-1 2-54 15,1-5-37-15,-4 0-210 0,-5 0-452 0,3-4 200 16</inkml:trace>
  <inkml:trace contextRef="#ctx0" brushRef="#br0" timeOffset="98191.51">21803 4373 1129 0,'7'-34'18'0,"0"0"-21"15,-2 6 17-15,-2 4-1 0,1 7-4 0,0 1-3 16,1 5-9-16,1 2-20 0,2-2-6 0,-1 6-34 16,1 0-8-16,0 4-18 0,3 1-63 15,0 4-163-15,6 2 72 0</inkml:trace>
  <inkml:trace contextRef="#ctx0" brushRef="#br0" timeOffset="98418.25">22169 4409 152 0,'4'-14'187'0,"-3"8"-15"16,0-5-6-16,2 2-18 0,-2-1-12 0,0-3-4 0,3-3-13 15,2 0-5-15,-2-1-10 0,4 2-11 0,0-1-6 16,1 3-14-16,3 1-5 0,-3 5-12 0,5 0-10 15,-2 4 0-15,3 0-7 0,-1 5 0 16,2 2-7-16,0 6-3 0,-2 2 0 0,-1 4-4 16,-3 1-1-16,3 5-3 0,-3 4-7 0,-2-1-9 0,-3 1-14 15,-2 0-24-15,0 5-19 0,0-5-48 0,-3 3-42 16,0-1-162-16,-6 2-328 0,4-12 145 0</inkml:trace>
  <inkml:trace contextRef="#ctx0" brushRef="#br0" timeOffset="98633.92">22855 4674 211 0,'0'0'191'0,"0"0"-20"0,0 0-19 0,0 0-14 0,0 0-15 15,0 0-9-15,13-6-22 0,-13 6-36 16,15 0-43-16,-3-2-55 0,-3 2-65 0,-9 0-79 0,14 0-201 16,-8 0 89-16</inkml:trace>
  <inkml:trace contextRef="#ctx0" brushRef="#br0" timeOffset="98789.32">22801 4770 73 0,'-6'2'247'0,"6"-2"-10"0,0 0-24 16,0 0-17-16,-6 2-14 0,6-2-21 0,0 0-19 16,0 0-14-16,0 0-14 0,0 0-15 15,0 0-33-15,0 0-49 0,33 0-66 0,-12-2-72 16,6 0-164-16,7-5-307 0,-1-1 136 0</inkml:trace>
  <inkml:trace contextRef="#ctx0" brushRef="#br0" timeOffset="99410.73">23902 4525 129 0,'0'0'186'16,"-7"-5"-7"-16,7 5-15 0,0 0-9 0,-4-5-13 15,4 5-15-15,0 0-11 0,0 0-13 16,0 0-10-16,20-10-26 0,-2 5-3 0,10-2-4 0,4-1-12 16,2 5-19-16,-1-4-15 0,-1 4-25 0,-4 0-47 15,1-1-34-15,-10 4-35 0,-8-1-105 0,0 0-250 16,-3-1 110-16</inkml:trace>
  <inkml:trace contextRef="#ctx0" brushRef="#br0" timeOffset="99804.99">24087 4470 109 0,'-5'4'124'0,"5"-4"-3"0,0 11 20 0,0-1-14 16,0 2 5-16,0 6 6 0,-1 7-8 0,-2-5-6 16,3 7-13-16,-1 1-4 0,-1 4 6 0,4-4-9 0,-4 2-3 15,2 0-14-15,2-2-5 0,-1-1-10 0,0 0-5 16,2-3-8-16,-2-6-5 0,2 1-6 0,-2-2-2 15,2 1-4-15,-1-2-5 0,0-4-4 0,-1-3-3 16,1 2 0-16,2 0-4 0,-4-4-4 16,1-1 2-16,-1-6-3 0,0 10-5 0,0-10 3 0,0 7-4 15,0-7 4-15,0 0-7 0,-11 3-3 0,11-3-2 16,-16-1-1-16,4-1-5 0,-6-3-2 16,-1 2-3-16,1-2-6 0,-3 1 3 0,-7-2 1 15,7 2 2-15,1 1-3 0,1 0 5 0,-1 1-4 16,2 0 2-16,6 1-2 0,2 0 1 0,5-1-1 15,5 2-3-15,0 0 0 0,-15 3 1 0,15-3 2 0,-5 2 6 16,5-2 4-16,0 0 2 0,0 0 1 0,19 12 6 16,-8-9-1-16,10 1 3 0,7-1 0 15,2 1-2-15,5-4-5 0,2 0-4 0,0 3-33 16,1-3-26-16,-1 0-42 0,-3 0-55 0,-2-1-42 16,-4 2-146-16,-9-1-367 0,0-1 162 0</inkml:trace>
  <inkml:trace contextRef="#ctx0" brushRef="#br0" timeOffset="100047.69">24533 4834 47 0,'0'0'223'0,"0"0"-23"0,0 0-17 16,0 0-8-16,0 0-5 0,0 0-12 0,-22-2-4 15,12 7-8-15,-5 5-9 0,-1 3 1 16,1 0-13-16,-5 3-8 0,2 4-7 0,2-6-15 15,4 0-7-15,0-1-6 0,1 1-9 0,3-3-11 16,3-1-2-16,2 0-10 0,-3 0-2 0,5-1-3 16,1-2-3-16,3 3-6 0,1-5-6 0,3 2-1 15,2 0-9-15,7-2-28 0,1 1-22 0,3-2-50 16,2-3-58-16,7 0-68 0,-3-1-192 0,6-4-429 16,-4 0 191-16</inkml:trace>
  <inkml:trace contextRef="#ctx0" brushRef="#br0" timeOffset="100221.82">24887 4805 22 0,'0'0'239'16,"0"0"-16"-16,6-6-21 0,-6 6-27 0,8-4-14 16,0 1-17-16,3 0-12 0,3 2-13 0,2-1-16 15,4 2-27-15,-3 0-39 0,-3 3-31 0,-3-1-49 16,3-1-44-16,-3 5-34 0,0-3-111 0,-7 3-250 15,0-3 110-15</inkml:trace>
  <inkml:trace contextRef="#ctx0" brushRef="#br0" timeOffset="100366.9">24890 4925 168 0,'-5'6'226'16,"5"-6"-18"-16,0 0-3 0,-7 2-18 0,7-2-17 15,0 0-18-15,0 0-15 0,0 0-11 0,0 0-11 16,0 0-12-16,23 1-11 0,-11-1-19 0,4-1-34 15,3 0-47-15,3 0-75 0,5-3-68 0,-6 2-143 16,7-3-317-16,-9 0 140 0</inkml:trace>
  <inkml:trace contextRef="#ctx0" brushRef="#br0" timeOffset="101383.93">25605 4563 129 0,'-11'-2'158'0,"0"2"-9"0,0-2-3 16,11 2-3-16,-13 0-3 0,13 0-5 0,-11-2-5 16,11 2-21-16,0 0-11 0,-8-2-11 0,8 2-6 15,0 0-7-15,0 0-8 0,0 0-8 0,43-8-2 16,-11 5-4-16,6 1-10 0,13-3-3 0,-14 2-22 15,14-1-12-15,-13 2-13 0,-2-1-15 0,-7 3-36 16,1-1-39-16,-9 1-22 0,0 0-25 0,-7 0-99 16,-6 3-264-16,1-3 117 0</inkml:trace>
  <inkml:trace contextRef="#ctx0" brushRef="#br0" timeOffset="101792.29">25812 4536 77 0,'0'0'131'0,"0"0"-16"0,-3 7 18 16,3-7-3-16,-2 12 13 0,1-1-6 15,2 3 0-15,-2 7-7 0,4 3-10 0,0 6-7 0,-3-2-5 16,4 3-3-16,-2 1-11 0,-1-4-2 0,1 3-10 16,3-4-8-16,-3-2-10 0,0 0-5 15,2-5-2-15,-3-1-7 0,3-1-5 0,0 0 2 0,-2-1-10 16,-1-6-1-16,1 0-1 0,2 0-4 0,-4-1-6 15,3-3 3-15,-3 0-4 0,0-7 4 16,2 12-12-16,-2-12 5 0,-2 7-6 0,2-7 2 0,0 0-3 16,-3 7-2-16,3-7-4 0,0 0 3 0,0 0-8 15,-17-4 2-15,17 4-2 0,-14-6-1 0,5 0-1 16,0 2 3-16,-2-2-3 0,2 2-6 0,0-2 7 16,0 2-4-16,-1 1 0 0,2 0 1 15,-1-1-1-15,9 4 1 0,-11-2-2 0,11 2-1 16,-7-1-3-16,7 1 2 0,0 0 1 0,0 0-1 15,-13 3 5-15,13-3-2 0,0 0 3 0,-1 8-4 0,1-8 3 16,0 0 2-16,16 10-2 0,-4-6 3 0,3 1-2 16,6-2-5-16,8 1-19 0,-2-3-19 15,4 3-31-15,-4-3-40 0,1 0-23 0,-5-3-35 0,0 2-19 16,-5-1-116-16,2-1-330 0,-2 0 146 0</inkml:trace>
  <inkml:trace contextRef="#ctx0" brushRef="#br0" timeOffset="102017.11">26199 4953 101 0,'0'0'191'0,"0"0"1"0,0 0-6 0,-2-8-7 0,2 8-8 15,0 0-12-15,0 0-12 0,0 0-15 0,0 0-16 16,0 0-7-16,-23 7-5 0,14 1 5 0,-3 1-9 16,3 0-9-16,-3 4-10 0,2 0-2 15,-1-2-12-15,5 1-6 0,-2-1-8 0,6 1-5 16,-3-2-4-16,3 2-3 0,0-1-2 0,2-1-12 0,2 2-16 15,2-4-12-15,3 0-18 0,0 0-27 0,2 0-44 16,0-1-30-16,5-1-21 0,-1-3-22 16,5 1-2-16,-3-1-14 0,4 0-107 0,-1-3-309 15,2 0 136-15</inkml:trace>
  <inkml:trace contextRef="#ctx0" brushRef="#br0" timeOffset="102298.45">26436 5047 22 0,'5'-7'152'0,"-3"1"2"0,-2 6 8 16,3-7-8-16,-3 7-7 0,0 0-6 0,0 0-12 15,0 0-2-15,0 0-1 0,0 0 7 0,0 0 1 16,-30 14-4-16,24-7-8 0,-2 2-7 16,2 1-14-16,1 0-2 0,1-1-3 0,4-2-13 15,-2 5-1-15,4-3-1 0,2 0 5 0,1-1-4 16,4-2-4-16,3 1 4 0,0-2-4 0,2-3-3 0,2 0 0 16,4-2-4-16,0 0-5 0,0-2-8 15,1 0 6-15,-4-3 0 0,2-1-11 0,-4 0-7 16,-3 1 2-16,1-3-2 0,-3 0-6 0,-2 0-1 15,-1 0-1-15,-3-3-4 0,-2-1-1 0,0 0-9 0,-4 0 3 16,-2 0-9-16,2 0-3 0,-5 2-7 0,-1 0-4 16,0 1-8-16,-1 1-19 0,-1 3-19 15,-2 1-21-15,-1 4-26 0,-6 3-32 0,-3 1-40 16,2 2-65-16,-1 1-58 0,4 0-188 0,1 2-511 16,7-2 226-16</inkml:trace>
  <inkml:trace contextRef="#ctx0" brushRef="#br0" timeOffset="104801.95">27218 4381 12 0,'0'0'173'0,"0"-7"-10"0,0 7-7 16,0 0-8-16,0 0-17 0,-4-11-11 0,4 11-17 16,0 0-13-16,0 0-7 0,0 0 1 0,0 0-7 15,-14 25 4-15,-1-3 1 0,-1 2 3 0,5 8-5 16,-12 10 5-16,6 3-5 0,-2 6-7 0,3-3 0 16,5 4 2-16,0-6-9 0,1 3-1 0,4-1-3 15,4-2-1-15,0-11-5 0,1 1-2 0,2 0 0 16,3-2-6-16,-2-1-4 0,4 0-1 15,2-1-5-15,-2-4-3 0,3 1-7 0,3-2 1 0,3-2-3 16,-4-2-2-16,5 0-1 0,-2-1-1 0,4-2 7 16,-5-3-12-16,5 1 2 0,1 0-11 0,-6-4-10 15,0-1-6-15,3 1-24 0,-3-1-19 0,-1 1-34 16,-3-4-46-16,3 2-45 0,-2-2-48 0,-3 3-142 16,0-6-397-16,-3 0 175 0</inkml:trace>
  <inkml:trace contextRef="#ctx0" brushRef="#br0" timeOffset="105351.5">27620 4779 45 0,'0'0'189'0,"0"0"-4"15,-6-4 4-15,6 4-4 0,0 0-3 0,0 0-10 16,0 0-7-16,0 0-11 0,0 0-7 0,0 0-5 16,0 0-8-16,0 0-3 0,0 0-11 0,0 0-10 15,0 0-14-15,10-14-4 0,-5 12-10 0,1-4-9 16,-1 0-6-16,6 0-2 0,-2-1-10 0,0 0-1 15,1-2-5-15,2 1 0 0,-3-1-5 0,-1 0-4 16,1-1-4-16,-1 3-5 0,-3 2 0 16,0-1-1-16,-1 1 7 0,0-1-1 0,-1 0-4 0,-3 6 4 15,5-9-1-15,-5 2-1 0,0 7-10 0,-1-10 1 16,1 10-5-16,-8-5 1 0,8 5-7 0,-19 0 0 16,6 4-4-16,-5 6 1 0,-7 3 1 0,-2 7 0 15,1 2 2-15,-2 0-6 0,2 2 3 0,1 1-1 16,0 4 4-16,3 0 4 0,2 0-5 0,3-2-1 15,4-2 3-15,4 0-3 0,0-6 10 0,9-1-8 16,0 0 0-16,4 2 5 0,6-4 7 0,1 0 2 16,5-2 9-16,8 2 2 0,1-3-1 0,4-2 4 15,0-4-1-15,3 0-1 0,4-2-7 0,-5-2 4 16,2 0-5-16,2-3-3 0,-4 0-6 0,-3 1-13 16,-7-2-21-16,0 1-15 0,-3-1-34 0,-4-1-26 15,-1-1-25-15,1 2-23 0,-2-3-32 0,0-2-38 16,-1 1-42-16,0-1-32 0,-2-2-197 0,-1-1-514 15,-2 1 228-15</inkml:trace>
  <inkml:trace contextRef="#ctx0" brushRef="#br0" timeOffset="107056.87">27819 3659 84 0,'0'0'171'0,"-3"-12"-3"0,3 12-5 16,-1-9-9-16,-3 4-8 0,4 5 23 0,-2-9 0 16,2 9 4-16,-3-10-4 0,3 10-1 0,-2-6-8 15,2 6-13-15,-4-6-6 0,4 6-10 0,0 0-15 16,0 0-9-16,0 0-13 0,0 0-8 0,-2-9-9 15,2 9-12-15,0 0-10 0,0 0-4 0,0 0-14 16,0 0-2-16,0 0-8 0,0 0-3 0,0 0 0 16,0 0 3-16,0 0-8 0,13 20-1 15,-7-12-2-15,1 1 0 0,0 2-1 0,0 1-5 0,2 1 1 16,-2 0 1-16,2 3-4 0,-1-6 4 0,2 2-7 16,-1-1 4-16,-1-1-1 0,3 2 1 0,-4 0 0 15,5 1 1-15,-6-3-3 0,-1-2 3 0,2 0-4 16,0 2-1-16,-5-4 2 0,-2-6-2 0,9 11-3 15,-5-6 1-15,-4-5 2 0,0 0 4 16,5 8-2-16,-5-8 1 0,7 5 5 0,-7-5 9 0,0 0 2 16,0 0 26-16,0 0-6 0,0 0-10 0,0 0 8 15,15-18-6-15,-9 7-6 0,-3-1-17 0,6-4 14 16,-4 0-2-16,3-1-5 0,-3 0-15 0,2-1 17 16,0 2-5-16,-5-1-3 0,6-1 0 0,-3 4 1 15,-1-1-5-15,-1 2 1 0,-1 2-2 16,3 2-3-16,-5-1-2 0,3 1 9 0,-3 2-5 15,1-1 1-15,-1 8-8 0,1-11 0 0,-1 11 4 0,0-8 4 16,0 8-8-16,0 0 3 0,0-9 0 0,0 9-13 16,0 0-13-16,0 0-12 0,0 0-18 0,1-8-25 15,-1 8-25-15,0 0-26 0,0 0-33 16,0 0-30-16,0 0-30 0,0 0-22 0,0 0-17 16,0 0-151-16,0 0-444 0,0 0 197 0</inkml:trace>
  <inkml:trace contextRef="#ctx0" brushRef="#br0" timeOffset="107939.51">28302 3739 157 0,'0'0'214'0,"3"-6"-5"0,-3 6-11 0,0 0-14 16,0 0-14-16,0 0-9 0,0 0-15 0,0 0-10 16,0 0-13-16,0 0-7 0,0 0-13 0,0 0-11 15,0 0-7-15,0 0-6 0,0 0-17 0,0 0-3 16,0 0-5-16,-22 12-3 0,12-6-7 0,2 2-3 16,0 2-8-16,-2-1-1 0,-1 2-3 0,2 0-5 15,-3 0 2-15,5-2-2 0,1 2-2 16,-3-1-5-16,4-1 1 0,-2 3-6 0,5-3 3 0,-2 1-4 15,2 0 1-15,1 0-1 0,1-3 0 0,3 0 1 16,0 2-1-16,0-1 3 0,2-1 15 0,3 0 2 16,5-2 1-16,0-1 1 0,5 1 5 0,3-4-12 15,-2 1 5-15,3-2-8 0,-1 0-1 0,-3 0-15 16,-2 0-24-16,-4 0-28 0,-4 0-30 0,-1-2-33 16,-7 2-54-16,13-2-73 0,-13 2-173 0,5-6-442 15,-5 6 195-15</inkml:trace>
  <inkml:trace contextRef="#ctx0" brushRef="#br0" timeOffset="108943.55">28537 3779 59 0,'0'0'245'0,"5"-5"2"0,-5 5-13 0,0 0-9 16,0 0-19-16,0 0-13 0,0 0-17 15,0 0-16-15,0 0-16 0,2-6-15 0,-2 6-12 16,0 0-16-16,0 0-11 0,0 0-12 0,0 0-11 16,0 0-10-16,0 0-5 0,0 0-8 0,0 0-3 15,0 0-4-15,4 17-4 0,-2-7 2 0,-2 0-6 0,0-1 1 16,2 4 1-16,-1-4 0 0,1 5-6 15,-4-4-2-15,5 2 0 0,0 0-1 0,-5 0-1 16,5-2-2-16,-2-1 1 0,-1 3-1 0,5-5-1 16,-5 3-5-16,1-4-2 0,-1-6 3 0,3 13-1 15,-2-7-3-15,0 0-9 0,-1-6-13 0,5 10-16 16,-5-10-11-16,2 8-16 0,-2-8-24 0,0 9-24 16,0-9-32-16,0 0-35 0,1 7-40 0,-1-7-176 15,0 0-417-15,0 0 184 0</inkml:trace>
  <inkml:trace contextRef="#ctx0" brushRef="#br0" timeOffset="109391.98">28590 3812 162 0,'0'0'212'0,"3"-6"-6"0,-3 6-7 0,4-8-14 15,-4 8-20-15,5-7-16 0,-5 7-16 0,8-8-10 16,-3 3-8-16,1 2-13 0,2 2-9 0,-1-3-9 15,1 2-11-15,0 0-4 0,-8 2-2 0,18-2-11 16,-12 4-5-16,2-2-7 0,-8 0 2 0,14 5-7 16,-9-3-2-16,0 1-4 0,0 0-2 0,-1 3-4 15,-4-6 0-15,5 8 2 0,-2-3-8 0,-2 3 0 16,-1-8-2-16,1 15 0 0,-2-9 0 0,1-6 0 16,-7 11-2-16,4-4 0 0,-1-2-3 0,0-2-1 15,0 4-3-15,4-7 1 0,-5 7-1 0,5-7-3 16,-5 5 0-16,5-5-1 0,0 0 0 0,-4 6-5 15,4-6 1-15,0 0-2 0,0 0 0 0,-1 7-8 16,1-7 6-16,0 0-1 0,0 0 1 0,0 0 0 16,7 7 5-16,-7-7-4 0,11 6-1 0,-7-3-2 15,-4-3 3-15,11 5 0 0,-3 0-1 0,-3-1-1 16,3 1 5-16,-3-1-2 0,2-1-3 16,-3 0 2-16,0 3 1 0,-4-6-1 0,5 7 1 0,-3-3-2 15,-2-4 2-15,5 8 1 0,-5-8-2 0,0 8 5 16,0-8-2-16,-2 10-1 0,2-10 0 0,-7 9-2 15,3-6-2-15,-3 1-11 0,2 3-11 0,-4-5-17 16,0 2-16-16,0 0-28 0,-1 0-36 0,0-4-35 16,-1 5-58-16,-1-2-127 0,-1 0-370 15,-1 0 164-15</inkml:trace>
  <inkml:trace contextRef="#ctx0" brushRef="#br0" timeOffset="109838.59">27816 4250 37 0,'0'0'208'0,"0"0"-25"15,0 0-16-15,0 0-11 0,0 0-21 0,22-11-4 16,11 3 0-16,19-6-6 0,7 2-5 0,4-4-3 16,34-2-2-16,-4 0 2 0,-3-1-7 0,-2 2 3 0,-24 9-14 15,0-3-6-15,-4 0-4 0,2 2-7 16,-2-3-4-16,-1 5-4 0,-9-1-4 0,-15 4-6 15,-2-1-6-15,2 1-2 0,-8-1-5 0,-6 2-4 16,-2 1-3-16,-1-2 5 0,-7 3-2 0,0-1-6 16,-5 2 0-16,1 0 2 0,-7 0 0 0,12-1 0 15,-12 1 1-15,0 0-2 0,8-3 0 0,-8 3-1 0,0 0-7 16,8-2-5-16,-8 2 3 0,0 0-12 16,0 0-15-16,0 0-33 0,0 0-35 0,0 0-21 15,0 0-24-15,0 0-38 0,0 0-52 0,-32-2-48 16,23 5-187-16,9-3-467 0,-29 4 207 0</inkml:trace>
  <inkml:trace contextRef="#ctx0" brushRef="#br0" timeOffset="110576.74">28132 4291 12 0,'0'0'230'0,"0"0"-5"16,-4-9-7-16,4 9-18 0,0 0-13 0,-1-8-17 16,1 8-19-16,0 0-18 0,0 0-18 0,0 0-14 15,0 0-8-15,0 0-6 0,0 0-5 0,0 0 0 16,0 0-6-16,15 17-2 0,-11-7 2 0,2 0-1 16,-2 0-4-16,1 1-6 0,0-1-8 0,-1 3 0 15,-1-4-9-15,2 2-1 0,-2-1-3 0,0 0-8 16,-1 0 3-16,0-1-4 0,1-2-2 0,-1 0-2 15,2-2-2-15,-4-5-7 0,1 9 3 0,-1-9 3 16,2 8 8-16,-2-8 10 0,0 0 11 0,2 7 10 0,-2-7 12 16,0 0 4-16,0 0-6 0,0 0-2 15,0 0-4-15,0 0-10 0,0 0-14 0,0 0-6 16,0 0 8-16,-4-26-10 0,4 26-6 0,2-19-5 16,0 9-1-16,3 0-5 0,-1-4-1 0,4 4 0 15,-3 1-7-15,4-3-1 0,-4 3-2 0,2 1-6 16,-1-1 1-16,0 5-4 0,-1-2 5 0,0 2-7 15,0 2-4-15,-5 2-14 0,11-1 15 0,-11 1-4 16,13 3 4-16,-6 1 5 0,1 2-19 0,0 0 16 16,-1 2-12-16,1 0 14 0,-1 0 6 0,-2 1-17 15,2 1 16-15,-1 0-4 0,1 5 6 0,-3-5-11 16,3 1-22-16,0-2-25 0,-3 4-23 0,1-2-26 16,-3-1-41-16,0 1-35 0,1 0-29 15,-2-2-38-15,-1-9-39 0,0 21-178 0,0-21-497 0,0 12 221 16</inkml:trace>
  <inkml:trace contextRef="#ctx0" brushRef="#br0" timeOffset="110906.54">28474 4361 116 0,'0'0'249'0,"0"-9"-7"16,0 9-16-16,3-6-26 0,-3 6-20 0,0 0-25 15,0 0-11-15,0 0-2 0,0 0-8 0,0 0 1 16,10 15-9-16,-5-5-11 0,0 1-13 0,-1 0-5 15,1 1-5-15,-1-2-8 0,4 6-6 0,-5-5-12 16,5 3-2-16,-4-5-7 0,2 1-5 16,-1-2-5-16,-1-2-5 0,0 1 2 0,-1-3 2 15,-3-4 0-15,6 6 13 0,-6-6 16 0,0 0 7 0,9 7 11 16,-9-7-6-16,0 0-16 0,10-10-1 0,-6 2-6 16,2-2-7-16,2 0-7 0,-2-4-10 0,5-1 0 15,-4-2-6-15,6-8-3 0,0-1-5 16,0 3-5-16,0 0 0 0,-2-3-15 0,0 8 18 0,-2-4-7 15,-1 5-3-15,1 0-14 0,-1 0-9 16,-4 7-20-16,-2 0 2 0,1 0-41 0,-2 4-42 0,-1 6-50 16,0 0-60-16,0 0-7 0,3-9-7 0,-3 9-16 15,0 0-23-15,0 0-137 0,-7 31-443 0,1-18 196 16</inkml:trace>
  <inkml:trace contextRef="#ctx0" brushRef="#br0" timeOffset="111255.93">28769 4375 249 0,'9'-1'243'0,"-9"1"-10"0,9-5-15 0,-9 5-8 16,10-5-20-16,-4 1-16 0,-1 1-21 15,6-2-12-15,-1 0-14 0,4 1-15 0,-2 0-8 16,6 0-10-16,-4-1-20 0,-1 0-27 0,-1 4-19 16,-3-3-23-16,-1 2-20 0,1 0-24 0,-3 1-21 15,-6 1-19-15,0 0-19 0,15-4 0 16,-15 4-1-16,0 0-15 0,7-4 8 0,-7 4 12 0,0 0 8 0,0 0 10 15,0 0 6-15,6-6 10 0,-6 6 11 0,0 0 26 16,0 0 21-16,0 0 23 0,-2-9 13 16,2 9 19-16,0 0 3 0,0 0 0 0,0 0-3 15,0 0 8-15,0 0-6 0,0 0-5 0,0 0-5 16,0 0 21-16,0 0 16 0,0 0 8 0,0 0 15 16,0 0-8-16,-6 35-6 0,6-24 4 0,-2 2-4 0,2 4-7 15,-1 0-1-15,0 0-4 0,0 0-7 16,-2 2-5-16,3-1-4 0,-1 1-9 0,1-1-2 15,0 2-20-15,1-2-17 0,-1-2-28 0,0 3-35 16,4-3-47-16,-3 0-71 0,4-6-61 0,-2 3-188 16,-3-13-449-16,5 19 199 0</inkml:trace>
  <inkml:trace contextRef="#ctx0" brushRef="#br0" timeOffset="111538.08">29470 4689 83 0,'-14'-2'281'0,"14"2"-15"0,0 0-15 0,0 0-10 15,0 0-22-15,0 0-14 0,0 0-21 0,0 0-23 16,0 0-18-16,0 0-12 0,0 0-16 0,0 0-5 15,0 0-12-15,0 0-9 0,34-2-3 0,-21 0-15 16,-1 2-7-16,1-1-6 0,0 0-6 0,1 1-18 16,-2 1-21-16,-2-4-29 0,3 3-34 0,-5-2-36 15,-8 2-37-15,19 0-51 0,-9-1-32 0,-2 2-178 16,-8-1-415-16,0 0 184 0</inkml:trace>
  <inkml:trace contextRef="#ctx0" brushRef="#br0" timeOffset="111820.42">29958 4407 90 0,'1'-11'320'0,"0"2"-10"0,1 0-7 16,-2 9-16-16,0-12-9 0,1 6-8 0,-1 6-9 16,0-9-27-16,0 9-22 0,0 0-15 0,0-9-30 15,0 9-14-15,0 0-23 0,0 0-16 0,0 0-17 16,0 0 1-16,0 0-10 0,4 24-4 0,-3-13-10 15,0 7-3-15,2 1-2 0,-3 0-11 16,3 5-6-16,-1 2 4 0,-2-2-13 0,0-4 9 16,1-3-17-16,1 3-1 0,-2-1-7 0,3 0 0 0,0 0-3 15,-1-1 8-15,0 0-12 0,0-1-16 0,2-2-23 16,-1-4-8-16,-2 3-37 0,0-3-43 0,1 1-38 16,-2 1-50-16,-2-2-70 0,1 1-58 0,-1 0-215 15,-4-1-582-15,6-11 257 0</inkml:trace>
  <inkml:trace contextRef="#ctx0" brushRef="#br0" timeOffset="112115.53">30601 4323 175 0,'1'-8'267'0,"1"-2"-22"0,-2 4 14 0,4 0-17 16,-1-2-25-16,-3 8-20 0,9-6-17 0,0 6-9 15,5 3-13-15,4 3 0 0,-2 4 2 0,9 8-1 16,-2 5-16-16,0 4-12 0,-2 2-3 0,1 13-4 16,-8 6-8-16,-1 4-3 0,-8 0-1 0,-9 2-14 15,0-1-12-15,-8 4 3 0,-5-1-15 0,-5-2-22 16,-3-2-14-16,-3-1-38 0,-8-2-38 15,-5-4-52-15,1-4-37 0,-3 1-55 0,-1-3-65 0,-2-3-288 16,-1-7-579-16,-4 0 255 0</inkml:trace>
  <inkml:trace contextRef="#ctx0" brushRef="#br0" timeOffset="128678.33">20298 5772 115 0,'0'0'184'0,"0"0"-21"0,-11-2-6 15,11 2-8-15,0 0-14 0,0 0-16 0,0 0-8 16,0 0-9-16,0 0-5 0,0 0 2 0,0 0-2 15,26-6-1-15,-7 5-12 0,2-2-1 0,0-1-5 16,9 1-10-16,-3-3-6 0,-7 3-8 16,2 1-9-16,-5-1-14 0,-2 2-18 0,-2-1-19 0,-1 0-18 15,-1 2-30-15,-4 0-28 0,-7 0-11 0,15 0-20 16,-15 0-4-16,8-2-9 0,-8 2-14 0,0 0-92 16,0 0-250-16,0 0 111 0</inkml:trace>
  <inkml:trace contextRef="#ctx0" brushRef="#br0" timeOffset="128881.66">20431 5750 25 0,'0'0'93'0,"-18"0"3"0,6 0 5 16,5 0 3-16,7 0-3 0,-15 1-1 0,10 1-7 16,5-2-2-16,-14 4-8 0,8 0 9 0,-3 2 6 15,1 5-3-15,2 0 11 0,-2 2 11 0,2 4-12 16,1 1-4-16,-1 1-7 0,2-1-5 0,4 0-9 16,-4 0-7-16,2 3-9 0,0-2-3 0,2 0-6 15,0 0-7-15,-1-2-5 0,-1 9-2 0,2-10-1 16,0 3-7-16,-1-3-2 0,-2-1-10 0,2-2-10 15,0-2-18-15,1 3-20 0,-1-4-21 0,-4 2-24 16,3-2-42-16,2-10-31 0,-2 15-42 0,-3-9-111 16,5-6-323-16,-8 9 144 0</inkml:trace>
  <inkml:trace contextRef="#ctx0" brushRef="#br0" timeOffset="129396.58">20204 6057 39 0,'12'-3'138'16,"7"-2"-14"-16,3 0-2 0,8-1-3 0,1 2-8 16,0-3-7-16,-2 1-11 0,-2 3-11 0,1-2-12 15,-1 0-7-15,-8 2-7 0,0-1-2 0,-2 3-7 16,0 0-2-16,-5-1-3 0,-1-2-3 0,-4 3-5 16,1 1-8-16,-8 0 6 0,12-3-5 0,-12 3 4 15,8 0 1-15,-8 0 2 0,0 0 0 0,0 0 6 16,0 0-3-16,0 0-3 0,0 0-7 0,0 0-4 15,0 0 3-15,0 0-1 0,-16 14 3 0,8-7-6 16,0 1 5-16,0 1-3 0,1 2-4 0,1 0 0 16,2-1-2-16,-1 1-9 0,1-1 4 0,3 1 0 15,-1-2-4-15,2 0 6 0,3-2-6 0,1 0-1 16,-2-2-1-16,3 1 1 0,2-2 3 0,1-1-4 16,2 3 6-16,0-2-7 0,2-5 1 0,1 1 6 15,0-1-2-15,3-1-1 0,-4-1 0 0,1 0 4 16,0 0 0-16,-1-2-3 0,-2 1 6 0,-4 3 5 15,-1-6-9-15,0 2 3 0,-1-1 0 0,-1 0-1 16,-3 6 0-16,5-12 8 0,-5 5-2 0,-3-3-7 16,3 10-1-16,-3-12 0 0,0 4 9 0,-4 0-10 15,5 4 4-15,2 4 0 0,-9-9 1 0,5 6-4 16,4 3-3-16,-11-6 2 0,11 6 3 0,-9-4-4 16,9 4 1-16,-13-1-5 0,13 1-5 0,-10-2 0 15,10 2 3-15,-9 0-2 0,9 0 2 0,0 0-5 16,-12 1 2-16,12-1 1 0,0 0 2 0,0 0-1 15,0 0-4-15,-10-2 0 0,10 2-3 0,0 0-4 16,0 0-9-16,0 0-21 0,0 0-20 0,0 0-35 16,0 0-42-16,0 0-47 0,0 0-24 0,0 0-104 15,0 0-333-15,0 0 149 0</inkml:trace>
  <inkml:trace contextRef="#ctx0" brushRef="#br0" timeOffset="129702.51">20837 6014 118 0,'0'0'149'0,"10"5"-9"16,-5-3 7-16,1 2-9 0,-1-1 0 0,1 6-3 16,-1-3-8-16,0 0-3 0,0 0-11 0,1 2-11 15,-1-1-10-15,1 1-6 0,-2-1-7 0,0-1-10 16,1 0-8-16,-3-3-1 0,-2-3-8 0,6 9-8 15,-6-9 0-15,3 6-1 0,-3-6 16 0,5 4 15 16,-5-4 15-16,0 0 1 0,0 0 1 0,0 0-8 16,0 0-3-16,0 0-4 0,0 0-9 0,0 0-2 15,3-20-10-15,-4 12-3 0,1 8-9 0,1-19-7 16,1 7-14-16,1-1-13 0,2 0-20 0,2-2-9 16,1 1-28-16,1 0-37 0,6 2-41 0,-2 2-38 15,7 0-47-15,0 1-188 0,-2 2-430 0,1 2 190 16</inkml:trace>
  <inkml:trace contextRef="#ctx0" brushRef="#br0" timeOffset="130110.65">21355 6257 2047 0,'0'0'140'0,"0"0"14"0,0 0-40 15,0 0-10-15,0 0-20 0,0 0-19 0,0 0 0 16,9-26-16-16,-6 17-9 0,5-2 3 0,1-5 15 15,5 0-12-15,5-6 4 0,0-1-8 0,4 0 4 16,0 1-6-16,-2-3 1 0,3 4-7 0,-1-4 0 16,-2-1-10-16,3 3-2 0,-4-4-2 0,1 3-3 15,-6 1 1-15,-2 2-2 0,-4 6 1 0,-5 5-3 16,1-1-5-16,-3 5-2 0,0-1 0 0,-2 7 0 16,-3-9-5-16,3 9-4 0,-9-3 2 0,-2 4-2 15,-1 3 0-15,1 3 4 0,-10 3 4 0,-2 4-9 16,1 1-7-16,6-3-8 0,-1 3-7 0,6-2-2 15,0 0-12-15,3 2-1 0,3 0-2 0,2-5 12 16,4 2-5-16,2 0 2 0,1 0-1 0,2 0 4 16,5 0 1-16,-3-4 5 0,2 1 3 0,-1 0 0 15,0 1 3-15,-2-2 2 0,3 1 1 0,-2-2 3 16,-5-2-2-16,3 0 0 0,-1 4 4 0,1-5 3 16,-4 2 1-16,1 1 1 0,-3-7 0 0,3 10-2 15,-3-4-4-15,0-6 1 0,-6 13-22 0,3-5-20 16,-4-2-14-16,2-2-33 0,-1 2-23 0,2-2-29 15,4-4-29-15,-8 6-19 0,8-6-129 0,-7 5-355 16,7-5 157-16</inkml:trace>
  <inkml:trace contextRef="#ctx0" brushRef="#br0" timeOffset="130616.3">21715 6047 36 0,'0'0'158'0,"0"0"-1"0,14 4-7 0,-14-4 7 15,9 5 5-15,-4 0-5 0,-1 0-16 0,2 2-2 16,1-1-4-16,-2-2-5 0,0 2-14 0,1 2-6 16,-3-3-5-16,1 1-16 0,-4-6-9 0,5 8-3 15,0-6-8-15,-5-2 0 0,4 6 5 0,-2-1 11 16,-2-5 5-16,0 0-3 0,0 0-2 0,0 0-3 16,0 0-12-16,0 0-6 0,0 0-6 0,0 0-3 15,-5-27-7-15,5 20-2 0,-1-5-2 0,0 1-10 16,3-1-4-16,1-2-7 0,2-1 2 0,0 1-5 15,0-3-3-15,5 1-5 0,-1 2-1 0,2 1-5 16,-1 4 0-16,0 1 1 0,-1 2-9 0,2 1 4 16,0 4-2-16,-1 0 9 0,-2 2-9 0,4 5 1 15,-1-2 0-15,-1 3-5 0,-3 2 7 0,1 1-1 16,-1 0-4-16,0 4 2 0,1-3-1 0,-4-2 12 0,-2 1-11 16,0-1 3-16,-1 0 0 0,1-3 2 15,-2-6-2-15,2 12 1 0,-2-12 2 0,0 9 1 16,0-9 2-16,0 0 2 0,0 0-3 0,1 5 1 15,-1-5-4-15,0 0 4 0,0 0-4 0,0 0-5 16,0 0 3-16,0 0-3 0,-4-29-5 0,8 19-1 0,-1-1-3 16,3-4 4-16,3 0-7 0,0-1-4 15,5 1 2-15,-1 1 3 0,1 2-4 0,1 2 1 16,-2 0-3-16,-2 4 2 0,0 1-2 0,-2 2 7 16,-2 1-2-16,3 3-1 0,1 2 1 0,-1 0 4 15,-3 2-1-15,1 3 3 0,-3 1 0 0,0 1-16 0,0-1-16 16,-1 2-12-16,-1 2-16 0,-3 2-32 15,0 2-32-15,-2-6-54 0,2 4-35 0,-2 2-180 16,-1-5-430-16,1-2 190 0</inkml:trace>
  <inkml:trace contextRef="#ctx0" brushRef="#br0" timeOffset="131404.16">22462 5907 150 0,'0'0'227'15,"-6"-12"-18"-15,1 9-12 0,5 3-20 0,-11-5-14 0,1 6-6 16,-2 3-11-16,-6 1-9 0,3 4-3 0,-2 0-7 16,-5 7-13-16,6-5-11 0,2 1-7 0,0 1-12 15,6-3-5-15,2 1-11 0,-1-2-6 16,3 0-6-16,2 2-6 0,2-3-4 0,0-8-1 16,5 14-3-16,0-9-7 0,0 1-3 0,2-2 1 0,3-3-2 15,2 0-1-15,0-2-5 0,1 1 0 0,-2-2-3 16,1-1 1-16,-2-1-4 0,0 1 5 15,-2-2-5-15,1-1-1 0,0-1 0 0,-3 2-2 16,-1-4 2-16,3 0-4 0,-2-1-4 0,-1 0 1 16,-2 1-1-16,0 0 1 0,-1 2-2 0,-1 1 2 0,-1 6 1 15,3-9 0-15,-3 9-2 0,4-5-2 0,-4 5-6 16,0 0-3-16,0 0 0 0,0 0-2 0,0 0 3 16,0 0 3-16,0 0 0 0,-9 27 4 15,6-17-2-15,-1 7 0 0,2-5-1 0,1 4 4 0,-1-6 6 16,5 6-8-16,-1 0-1 0,2-5 0 0,0-1-2 15,3 1 3-15,3-2 10 0,0-1-8 0,4-2-2 16,3-1 7-16,-1-2-3 0,3-3 6 0,2-3-11 16,-3-2 4-16,0 0-1 0,-3-4 2 0,3 2-4 15,-5-5 2-15,1 1 2 0,-1-1 0 0,-3-3 1 16,-1-1 4-16,-2 1-4 0,-1-4 0 0,-1-6-3 16,-2 2 0-16,-3-5-7 0,2 2 2 0,-4 1 2 15,0-1-2-15,-2 0 2 0,-2 1 0 0,4 6-4 16,0 3 5-16,-1 5 8 0,-1 0 7 15,2 2-2-15,1 4-5 0,1 5-5 0,-7-9-2 16,7 9-4-16,0 0 0 0,0 0-3 0,0 0 4 0,-6 36 2 16,2-10 0-16,-1 2-5 0,1-1 4 0,1-2-2 15,1 3 4-15,2-2-2 0,0-5-2 0,4 2 2 16,0-4 1-16,2-1 0 0,2 0 3 16,2-3 2-16,0-2-1 0,5-1-1 0,-2 1 5 0,3-2-4 15,1-2 0-15,0-2-1 0,-3-4 1 0,4-1 0 16,0-4 2-16,-2 2 5 0,4-6-2 0,-2 2-7 15,-3-3 6-15,-1-2-11 0,0-4 7 16,-1 1-3-16,-2-2 1 0,-2-1-3 0,-1-1 0 16,-2-3-6-16,-1 2-3 0,-1-9 0 0,-4 1 6 0,3 1-8 15,-3-2 0-15,-1 7 3 0,1 0-1 0,-2 0 1 16,1 3 3-16,0 6 11 0,1 0-10 0,-2 3 0 16,2 7 2-16,-1-9-8 0,1 9-2 15,0 0-3-15,0 0 5 0,0 0 5 0,0 0 7 0,-5 25-4 16,2-8 6-16,0 2-1 0,0-2-5 0,-1 9 5 15,3-6-3-15,0 4 2 0,-3 2 3 16,5-6-7-16,3 4-3 0,1-6-13 0,-2 1-16 0,-2-1-33 16,4 1-43-16,-2 1-58 0,3-6-77 0,0 2-74 15,1-3-174-15,-1-2-527 0,-1-3 233 16</inkml:trace>
  <inkml:trace contextRef="#ctx0" brushRef="#br0" timeOffset="131829.14">23692 5911 117 0,'-9'-4'214'0,"0"1"-9"0,-2 1-9 16,-1 2 6-16,-1 0-10 0,1 5-23 0,-4 1-16 15,1 4-10-15,1 1-9 0,0 3-15 0,1-1-12 16,2 2-11-16,4 0-8 0,2 2-3 16,3-1-3-16,-1 1-6 0,0-2-6 0,5 2-6 15,4-1-7-15,-1-3-8 0,5 3 0 0,1-2-5 0,2-4-13 16,4 2-16-16,0-3-22 0,1-2-21 0,2-2-20 16,8-2-39-16,-8 1-31 0,0-3-41 0,0-2-28 15,-3 0-25-15,-3-3-107 0,1-3-345 0,-4 1 153 16</inkml:trace>
  <inkml:trace contextRef="#ctx0" brushRef="#br0" timeOffset="132186.07">23857 5775 22 0,'0'-9'224'0,"0"2"-14"0,0 7-23 16,0-12-5-16,0 12-36 0,1-5-17 0,-1 5-6 15,0 0 2-15,0 0 5 0,10 22-4 0,-7-4 0 16,0 2-4-16,1 6 2 0,-2-1-14 15,2 3-8-15,-2-3-10 0,1-4-5 0,2 2-5 0,-4-3-6 16,2-4-9-16,-2 3-1 0,0-7-10 0,1 0-5 16,-1-2 4-16,0-3-12 0,2 1-6 0,-2-1 2 15,-1-7-3-15,0 12-1 0,0-12 4 0,0 7 6 16,0-7 2-16,0 0-4 0,0 0 2 0,0 0-6 16,0 0-7-16,0 0-3 0,0 0-5 0,8-24-3 15,-6 15 0-15,1-1-3 0,3 0-5 0,-1-2-4 16,4-3-6-16,0 1-1 0,2 0 2 0,-4 5-2 15,3-1-5-15,2 4 5 0,-4 0-7 0,2 1 0 16,-3 3-1-16,1 2 3 0,-8 0-1 0,19 7-1 16,-8-3 0-16,-2 2 2 0,2 3 2 0,-2 0-14 15,-1-1-10-15,-1 1-7 0,2 2-37 0,-2-2-24 16,-1 3-21-16,0-2-43 0,3-1-26 0,-1 0-34 16,0 0-28-16,-1-3-132 0,4-4-407 0,-1 1 180 15</inkml:trace>
  <inkml:trace contextRef="#ctx0" brushRef="#br0" timeOffset="132492.41">24361 5911 115 0,'-6'-9'207'15,"1"2"-8"-15,-2 3-12 0,0-2-12 0,1 2-15 16,6 4-6-16,-17 1-7 0,8 4-2 0,-1 1-10 16,-4 3-11-16,3 4-8 0,-4 1-7 0,5-1-9 15,0-1-13-15,2 3-2 0,1-5-8 0,3 0-6 16,3 2-9-16,-1-3-6 0,4 2-5 0,-1-1-3 15,3 0-3-15,-2-4-6 0,3 0-5 0,0-2 1 16,1-1-4-16,0 0-1 0,2-3-2 0,-8 0-5 16,16 0 1-16,-5-3-4 0,-1-2-3 0,-3 0 1 15,2-1-4-15,-1-2 0 0,3 0-2 0,-5 0 0 16,3-1-3-16,-3 1 6 0,1-2-7 0,1 5 0 16,-3-1-7-16,-1 1 0 0,-4 5-1 0,9-7-2 15,-9 7-3-15,11 0 2 0,-11 0 0 0,10 3-14 16,-5 2-11-16,4 3-24 0,-4 1-34 0,0 1-25 15,3-2-38-15,-1 3-28 0,5 2-28 0,-5 1-164 16,-1-2-399-16,-1-2 177 0</inkml:trace>
  <inkml:trace contextRef="#ctx0" brushRef="#br0" timeOffset="132700.81">24546 6038 4 0,'0'-13'187'0,"4"-2"-11"0,0 0-7 16,-2-1-5-16,1 4-3 0,4-4-12 0,2 1-3 0,-1 4-6 15,-3 1-3-15,2 2-11 0,-3 1-14 16,0 2-15-16,-4 5-8 0,8-6-11 0,-3 4-4 16,-5 2-7-16,13 5-7 0,-5-1 0 0,1 4-1 15,-3 0-5-15,2 1-4 0,-3 1-6 0,-1 0 1 16,0 2-5-16,-1 4-3 0,0-4-28 0,1-2-20 0,0 2-29 16,-3 0-44-16,1 0-35 0,2-2-40 15,0 0-36-15,-2-1-126 0,-2-9-348 0,11 8 154 16</inkml:trace>
  <inkml:trace contextRef="#ctx0" brushRef="#br0" timeOffset="133309.69">24932 5913 108 0,'0'-9'229'0,"0"0"14"0,0 1-12 0,0 8-6 16,-3-12-12-16,3 12-20 0,-6-7-16 0,6 7-18 15,-13 0-15-15,13 0-10 0,-17 6-5 0,7 1-16 0,0 1-8 16,0 0-16-16,-3 4-2 0,3 0-14 15,1-4-7-15,2 0-5 0,1 1-8 0,1-1-4 16,1-2-9-16,3 1-8 0,1-7-5 0,0 10-1 16,0-10-8-16,7 7-2 0,-3-5-4 0,-4-2-4 15,11 3 1-15,-5-3 1 0,-6 0-3 0,15-1-2 0,-6-3-2 16,-1 1 0-16,1-1 2 0,-3 1-5 0,-1-2 0 16,2 0 3-16,0 1-3 0,-7 4 0 15,11-7 0-15,-8 5 0 0,-3 2-4 0,8-3-4 16,-8 3 0-16,0 0 1 0,13 7 12 0,-5 2 6 0,-1 5-1 15,1 3 5-15,2 9 6 0,3 8 3 16,-2-2 2-16,-2 2-1 0,6 13 1 0,-4-2-3 0,-1-1 2 16,-5-10-3-16,2-1 0 0,-1-1 3 0,-1-3-7 15,-1-1-2-15,-3-3-1 0,-1 3 3 16,-2-11-3-16,1 0 2 0,-4-3 0 0,-1-1-6 0,-1-4-3 16,0 0-7-16,-11-2-10 0,3-2-8 0,-3-3 0 15,0-2-3-15,-1-5-3 0,2 1 5 0,-3-4-1 16,5-3 1-16,2-2 5 0,2 0-2 15,0-5 2-15,2-5 1 0,4-3 0 0,5 2-1 16,5-3 0-16,6-1-1 0,3-2-2 0,5 2 7 0,2-1-4 16,14-11 3-16,-1 4-1 0,1 1 0 0,-9 9 2 15,1 1-1-15,2 0-1 0,0 0 2 0,-3 1 1 16,-1 1-1-16,-1-1 4 0,-1 5-3 16,-3-1 2-16,-2 1 7 0,-7 1-6 0,-3 4 4 0,-1 1 5 15,-2 2-1-15,0 2 5 0,-5-3 1 0,2 7 8 16,0-3 0-16,-2 8-2 0,-4-12 1 0,-2 8-8 15,6 4 3-15,-14-4-4 0,4 7 2 16,-4 1-3-16,2 3 3 0,-4 3-5 0,0 1 4 0,2 0-2 16,3 1-5-16,-2 2 5 0,4 0 2 0,4 0-7 15,1 2 3-15,4-3-22 0,0 0-13 0,4-2-32 16,0 1-40-16,6 3-49 0,4-3-42 0,4-1-63 16,-7-6-153-16,11 2-444 0,5 0 197 0</inkml:trace>
  <inkml:trace contextRef="#ctx0" brushRef="#br0" timeOffset="133515.51">25648 5896 142 0,'2'-4'299'16,"-2"4"-11"-16,1-10-15 0,-1 10-17 0,3-6-22 16,-3 6-24-16,0 0-29 0,0 0-20 0,0 0-17 15,0 0-12-15,0 0-11 0,0 0-14 0,5 21-9 16,-5-9-5-16,0 0-14 0,2 4-3 0,-2-3-11 15,0 0-17-15,-2 2-16 0,2 0-23 16,0-2-25-16,0 3-52 0,-2-4-42 0,2 1-50 0,2-3-36 16,-4 0-221-16,2-10-451 0,-6 13 200 0</inkml:trace>
  <inkml:trace contextRef="#ctx0" brushRef="#br0" timeOffset="133683.5">25586 5624 114 0,'0'0'161'15,"0"-9"-32"-15,0 9-15 0,0 0-27 0,0 0-17 16,0 0-22-16,24 26-29 0,-10-3-41 0,2 2-39 16,-3 7-50-16,2 0-118 0,-1 0 52 0</inkml:trace>
  <inkml:trace contextRef="#ctx0" brushRef="#br0" timeOffset="133895.87">25879 6050 135 0,'0'0'252'0,"0"0"-7"0,0 0-9 0,0 0-13 15,2-13-11-15,-2 13-18 0,0-10-5 0,0 10-11 16,-2-14-7-16,2 4-7 0,0 2-26 0,0-1-12 16,2-1-14-16,0 3-7 0,1-2-12 0,2 0-13 15,-1 4-11-15,3-3-1 0,-3 4-8 0,2 1-15 16,0-1-4-16,-6 4-8 0,13-2-1 0,-13 2-3 15,18 6-1-15,-11-1-3 0,0 1-3 0,1 2-2 16,2-1 2-16,-4 5-5 0,1 2-12 0,-1-2-24 16,-1 2-66-16,0-3-59 0,-1 1-72 0,1 2-269 15,-5-3-524-15,0-1 232 0</inkml:trace>
  <inkml:trace contextRef="#ctx0" brushRef="#br0" timeOffset="134396.24">26598 5829 17 0,'0'0'257'0,"0"-13"-5"0,0 7-7 15,0 6-9-15,0-9-16 0,0 9-37 0,0 0-17 16,1-9-23-16,-1 9-15 0,0 0-15 0,0 0 3 16,0 0-17-16,17 17 9 0,-11-8-15 0,6 7-3 15,-3 0-3-15,0 2-5 0,5 3-6 0,-4 2-3 16,-3-4-7-16,3-3-5 0,0 0-7 0,-3-1 0 15,1 0-9-15,-2-2-4 0,-2-2-1 0,3-3-3 16,-3 3 0-16,1-6-6 0,0 0-2 0,-1 0-4 16,-4-5-1-16,5 8 7 0,-5-8 11 0,4 5 8 15,-4-5 15-15,0 0 6 0,0 0-8 0,0 0-4 16,0 0-5-16,13-13-12 0,-7 5-2 0,0-3-6 16,1-3-5-16,-1-4 1 0,6-6-1 0,-3-1-3 15,1 2-10-15,2-3 3 0,-1 1-4 0,-2-1-7 16,1 0 7-16,-2 9-6 0,-1-2-11 0,2 2-6 15,-4 0 2-15,1 6-9 0,-1 1-13 0,-3 1-21 16,2 4-36-16,-2-1-36 0,-2 6-40 0,3-6-20 16,-3 6-20-16,0 0-41 0,0 0-30 0,9 17-179 15,-9-17-488-15,-3 19 215 0</inkml:trace>
  <inkml:trace contextRef="#ctx0" brushRef="#br0" timeOffset="135385.65">26938 5743 21 0,'0'0'195'0,"0"0"0"0,0-6-10 16,0 6-11-16,0 0-15 0,0 0-14 0,0 0-19 16,0 0-14-16,0 0-14 0,0 0-9 0,0 0 11 15,0 0 4-15,-8 30 5 0,2-15-7 0,-3 4-6 16,-2 4-10-16,-1 2 7 0,-1-1-12 0,1 0-6 16,-3 0-2-16,4-7-8 0,-3 5-11 0,3-5 2 15,-1-2-7-15,2 1 2 0,-1-4-2 0,-1 0 0 16,3-1-3-16,3-1-3 0,-1-2-4 0,-3 1 1 15,6-1 5-15,-2-4 0 0,1 3-2 0,1-4-3 16,-1 4-7-16,5-7 12 0,-5 3-6 0,5-3-8 16,-6 6-10-16,6-6 4 0,0 0-4 0,-3 5 8 15,3-5-12-15,0 0 2 0,0 0-5 0,0 0 0 16,-4 5 0-16,4-5-2 0,0 0-3 0,0 0 2 16,0 0-6-16,0 0 1 0,0 0 0 0,25-10-3 15,-19 6-1-15,1 0 0 0,4 1 1 0,-1-2 3 16,2 0-1-16,1 1-4 0,0 1 2 0,7 0-5 15,-1-2 6-15,2 0-3 0,4-1-2 0,-2 4 3 16,-2-1-3-16,0 1 0 0,0 1 2 0,-2-2-2 16,0 0 2-16,2 1-4 0,-2 1 3 0,-1 0 5 15,-7 1-11-15,2 0 2 0,-5-1-1 0,-8 1 0 16,15 0 5-16,-9 0-3 0,-6 0-2 0,10-3 6 16,-10 3 0-16,0 0 0 0,11 0-4 0,-11 0 6 15,0 0-2-15,0 0 2 0,0 0 1 0,8-2-1 0,-8 2 0 16,0 0 2-16,0 0 3 0,0 0 2 15,0 0-6-15,-10-18 3 0,7 13-1 0,-3 0 5 16,1 1-5-16,-2-1 0 0,1-4 7 0,-1 1-2 16,-2 1 3-16,-1-2-5 0,-2-1-3 0,-3-1 2 15,2-1 0-15,-3-1-1 0,3 2-2 0,0-3 0 16,-5 1 0-16,3 1-2 0,1-2 2 0,1 3-4 16,-1 2-1-16,1 0 6 0,1-1-1 0,1 3-2 15,4 1 2-15,-1 0-1 0,-2 0-1 0,3 2-2 0,1 1 0 16,6 3-4-16,-9-4-11 0,4 0-16 0,5 4-20 15,-5-4-30-15,5 4-33 0,0 0-24 16,0 0-22-16,0 0-29 0,0 0-37 0,0 0-42 16,0 0-142-16,0 0-441 0,0 0 196 0</inkml:trace>
  <inkml:trace contextRef="#ctx0" brushRef="#br0" timeOffset="135790.31">27210 5763 115 0,'0'0'262'0,"0"0"-10"0,-4-12-20 15,4 12-26-15,0 0-23 0,0 0-16 0,0 0-13 16,0 0-18-16,0 0-16 0,0 0-5 0,14 23-8 16,-9-11-5-16,1 1-2 0,-1 2-9 0,4 0-5 15,0 2 0-15,-2-2-16 0,1 1-5 0,0 0-2 0,-2-2-6 16,-1-3-4-16,1 2-4 0,1-4-8 0,-2 1-5 15,1-1 1-15,-1-1-4 0,1 2-5 16,-2-5-1-16,-1 1 8 0,-1-1-7 0,4-1 8 16,-6-4-1-16,8 6-16 0,-8-6 5 0,5 5 3 15,-5-5 2-15,4 2 15 0,-4-2 15 0,0 0 7 0,6 1-5 16,-6-1-7-16,8-10-4 0,-4 1-10 16,2 1-1-16,-1-3-2 0,1-3-4 0,2 0-1 15,-3-2-6-15,3-2 0 0,-1 0-8 0,-3-7-1 16,-2 6-3-16,4-1-2 0,-2 2 3 0,4-8-8 15,-5 8 0-15,-1 1-3 0,2 5 4 0,-4 1-6 0,3 5-8 16,-3-1-9-16,0 7-21 0,3-12-25 0,-3 12-31 16,0-10-36-16,0 10-17 0,0 0-23 0,0 0-33 15,0 0-21-15,0 0-18 0,8 21-16 16,-5-9-146-16,-1-1-434 0,4 3 192 0</inkml:trace>
  <inkml:trace contextRef="#ctx0" brushRef="#br0" timeOffset="136014.72">27743 5882 228 0,'7'-4'222'0,"-7"4"-10"0,0 0-10 0,0 0-10 15,0 0-9-15,-23-2-8 0,23 2-8 0,-23 6-3 0,7-1-8 16,-3 3-10-16,1-1-15 0,-2 4-15 0,3-3-5 16,2 3-4-16,1 2-14 0,0-3-7 0,5-1-11 15,2-1-8-15,1 2-6 0,6-1-7 16,-4 2-1-16,5-2-3 0,2 0-4 0,7-1-1 15,-1 2-16-15,9-2-20 0,0 1-27 0,11-3-30 0,-1 1-40 16,-1-1-43-16,2-3-58 0,2-2-31 0,-8 0-195 16,-6 0-449-16,3-3 199 0</inkml:trace>
  <inkml:trace contextRef="#ctx0" brushRef="#br0" timeOffset="136204.78">27971 5925 57 0,'1'-4'216'0,"-1"4"0"0,3-10 1 15,-3 10-8-15,0 0-11 0,0-7-14 0,0 7-19 16,0 0-17-16,0 0-16 0,0 0-2 0,0 0-7 16,0 0-10-16,7 20-7 0,-9-13-12 0,-1 4-7 15,3-11-10-15,-1 23-4 0,0-11-5 0,1 0-7 16,-3 4-11-16,3-4-19 0,3 3-10 16,-1-2-17-16,-2-1-36 0,5 1-36 0,-1-1-14 0,-2-1-50 15,-2-11-27-15,7 16-31 0,-5-9-164 0,-2-7-382 16,0 0 170-16</inkml:trace>
  <inkml:trace contextRef="#ctx0" brushRef="#br0" timeOffset="136566.81">27976 5917 131 0,'4'-10'206'16,"-2"3"-1"-16,2 0-12 0,-2 1-12 0,-2 6-20 15,3-11-21-15,1 8-8 0,-4 3 14 0,11-3-7 0,-11 3-17 16,21 4-11-16,-11-1-7 0,3 2-9 0,-3 0-13 15,-1 1-4-15,3 0-10 0,-2 0-3 16,-1 0-8-16,1 0-1 0,-4 1-7 0,-2 0-2 16,3-1-2-16,-5 0-6 0,1 1-2 0,-3-2-2 15,0-5-6-15,0 12 1 0,0-12-6 0,-3 11-4 0,1-5-4 16,-2-1-18-16,0-1-10 0,4-4-12 16,-7 12-10-16,5-9-3 0,2-3-8 0,0 0-1 15,-2 11-1-15,2-11 8 0,4 8-1 0,2-1 9 16,-1-3 0-16,1 1 2 0,5-1 4 0,-1 2 2 15,-1-4 1-15,4 9 6 0,-4-4-4 0,2-2 8 0,-5-1-3 16,0 0 5-16,1 3-6 0,-3-1 12 0,0 1 6 16,-2-3-2-16,-2-4 7 0,0 11 5 15,0-11 3-15,-10 11 0 0,3-5-2 0,0 2 0 16,-6-3-2-16,4 1-1 0,-3-2-14 0,-1 3-14 16,0-2-42-16,1-2-45 0,-1 0-62 0,1 0-168 15,12-3-362-15,-22 3 160 0</inkml:trace>
  <inkml:trace contextRef="#ctx0" brushRef="#br0" timeOffset="136737.81">28477 6086 219 0,'0'0'236'0,"7"3"-18"16,-7-3-10-16,5 8-1 0,-3-3-7 15,-2-5-7-15,-2 14-28 0,0-5-12 0,-2 1-13 16,-2 2-14-16,-2-2-25 0,-1 5-32 0,-1-1-38 15,-5-1-53-15,2-2-94 0,-1 0-83 0,-3-1-123 16,-2-3-349-16,2 0 156 0</inkml:trace>
  <inkml:trace contextRef="#ctx0" brushRef="#br0" timeOffset="139031.79">28959 5767 150 0,'-2'-11'228'0,"2"11"-7"0,0-10-9 0,0 10-15 15,0 0-22-15,0-9-15 0,0 9-23 0,0 0-10 0,0 0-19 16,0 0-10-16,0 0-4 0,0 0-5 0,0 0 1 16,13 31 1-16,-8-16 1 0,-4 4-3 15,2 4-3-15,0 2-7 0,0 1-4 0,0 0-2 16,0-7-7-16,-1 0-4 0,2-2-6 0,-3 0-5 15,-1 1-6-15,0 0 0 0,3-1-5 0,-2-1 1 0,1 0-8 16,0-5-4-16,-1 5-4 0,2-5-11 0,-2 0-22 16,-1-1-20-16,1 0-36 0,-1-10-49 0,-1 17-45 15,-2-8-54-15,-1 0-221 0,-3-2-469 16,-5-1 209-16</inkml:trace>
  <inkml:trace contextRef="#ctx0" brushRef="#br0" timeOffset="140046.29">28947 5925 87 0,'12'-6'143'0,"0"0"3"0,2-2-7 0,4 0-5 16,-6 3-9-16,3-4-3 0,-5 1 1 0,4-1-3 15,-2 0-6-15,-2 2 5 0,-1-2 6 0,0 2-23 16,-4-2-9-16,0 0 2 0,-1-1-14 0,0 0-7 15,-1-1-8-15,-1 1 3 0,-1 1-3 0,2-1 0 0,-3 1 1 16,0 9-6-16,6-9-4 0,-5 5-8 16,-1 4-6-16,0 0-7 0,0 0-7 0,0 0-2 15,0 0-5-15,0 0 3 0,0 0 1 0,4 27 0 16,-6-10-2-16,3 4-3 0,-2-4-3 0,-2 8 2 16,-1-6-1-16,2 0-2 0,-1 1-1 0,2-1-1 0,5-1-3 15,-7 0 3-15,3-2-3 0,0-3-4 0,-1-3 3 16,0 0 0-16,0 0-2 0,1-1 1 15,0-9-5-15,0 12 2 0,0-12-2 0,1 9-2 16,-1-9-2-16,1 4 0 0,-1-4 1 0,0 0 1 16,0 0-1-16,0 0 4 0,4 7-6 0,-4-7 2 0,0 0-4 15,0 0 5-15,11-3-6 0,-11 3 1 0,12-2-2 16,-12 2 1-16,18-2-2 0,-8 2 1 0,1 0 2 16,0 2 0-16,2-1-1 0,-2 0 3 0,3 1-4 15,0-2 4-15,3 0-2 0,2 1 4 16,-2-1-2-16,0-1 4 0,0 1-4 0,1-4 4 0,-7 0 2 15,3 3-3-15,-1-4 1 0,4 0-2 0,-4-2-1 16,-2 1 5-16,-2 2-3 0,-1-3 3 0,1 2-5 16,-2-4 6-16,-2 2-5 0,1 0 2 0,-1-2-1 15,-3 0 3-15,2-1-2 0,-3 3 1 16,2-3 1-16,-2 1-1 0,-1 2-4 0,0 7 12 0,1-14-1 16,-1 14 5-16,-5-12-4 0,4 8-2 0,1 4 0 15,-5-10-2-15,5 10-4 0,-8-3 0 0,8 3-5 16,0 0 3-16,-18 9-2 0,12-3 3 0,0 3-3 15,-2 0 1-15,0 1 1 0,3 1 2 16,-3 4 0-16,5-5-4 0,-3 2 1 0,4 0 5 16,2 0 2-16,0 3 1 0,0-6-6 0,2-1 3 0,1 1 2 15,3 0 0-15,1-1-1 0,3 2-3 0,-1-3 3 16,0-2-3-16,9 2 8 0,-5-4-3 0,-1-1-1 16,5 2 3-16,-3-4-7 0,-1 2 2 15,5-2 0-15,-8-2 6 0,2 0-12 0,-1-2 12 16,-2 1-7-16,1-2 0 0,0 0 9 0,1-1-9 0,-8 1-3 15,3-3-1-15,-3-1-5 0,0 1 3 0,2-4-4 16,-5 1 4-16,0 1-1 0,3-2-2 0,-5 2 0 16,4 1 3-16,0 2 0 0,1-3 0 15,-3 2-5-15,0 8-1 0,2-14 0 0,3 11 0 16,-2-4-5-16,2 4 3 0,-5 3 1 0,10-5 0 0,-2 4 0 16,-8 1 0-16,18 1 1 0,-12-1-1 0,1 4-3 15,2 0 2-15,1-1 1 0,-5 2 3 0,3 2 0 16,-2 2 2-16,-2-3 0 0,1 3 0 0,0 0 7 15,0-1-1-15,2-1-6 0,-2 1-1 16,-1 0 3-16,2-3 0 0,-2 0-1 0,1 0-1 0,0 0 4 16,1-3-1-16,3 1 1 0,1 1 2 0,2-2-1 15,1-2 2-15,0-3-2 0,-2 0 2 0,2 0-2 16,-2 0 3-16,3-2-3 0,-2 0 7 16,-2-2-9-16,0 0 3 0,1-2-2 0,-2 0 0 15,-2-1-2-15,1-2 0 0,-2-2 2 0,-2 4-1 16,0-2 3-16,-3 3-4 0,1-2 1 0,-4 1 3 0,2 3 1 15,0 7-1-15,-1-11-4 0,1 11-4 16,-5-7 4-16,5 7-3 0,-11 2 0 0,11-2 3 16,-21 9-5-16,9-2 4 0,-2 4-11 0,1 2-7 0,0 0-19 15,1 2-28-15,2-4-39 0,-2 4-54 16,6-1-46-16,2-4-52 0,0-2-144 0,4-8-433 0,3 14 192 16</inkml:trace>
  <inkml:trace contextRef="#ctx0" brushRef="#br0" timeOffset="140532.29">30202 5829 44 0,'1'-6'267'0,"-1"6"-10"16,3-9-22-16,-3 9-22 0,1-8-24 0,-1 8-23 16,0 0-18-16,0 0-15 0,0 0-7 15,0 0-10-15,0 0-9 0,4 21-11 0,-3-13-8 16,2 3-8-16,-1-1-9 0,1 0-7 0,1-1-6 0,2-1-5 15,-1 1-2-15,3-2-3 0,0-1-3 16,3 0-7-16,-5-3 0 0,3 0-5 0,-1-1 0 16,2 0-3-16,1-2 6 0,-4 0-12 0,5-3-3 15,-6 0-4-15,3-1 10 0,0-1-12 0,1 1-1 16,-3-3 6-16,-4 1-7 0,3 3-3 0,-1-6 1 0,1 2 6 16,-1 0-12-16,-2 0 3 0,-1 2-2 0,-2 5 0 15,2-10-2-15,-2 10-3 0,1-8 0 0,-1 8-4 16,0 0 0-16,4-6-4 0,-4 6 2 0,0 0 3 15,0 0-4-15,0 0 1 0,0 0 0 16,10 11 1-16,-10-11 2 0,5 9-4 0,-1-4 6 0,5 0 1 16,0 2 6-16,2-2-7 0,6 0 0 0,-3-2 1 15,3-1 4-15,3-2-2 0,0-1 0 0,-3-1-4 16,-2 1 2-16,-2-3 2 0,1 1 5 0,-1-2-5 16,-3 1 11-16,-2 1-3 0,1-4 1 15,-4-2 2-15,0 1 4 0,-1-1 9 0,-1 0-3 0,-1-1-3 16,-3-1-5-16,0 1 4 0,-3-1-5 0,-2-1-3 15,0 1-2-15,0 0-7 0,-3 1-4 0,2 1-15 16,2 3-4-16,-3 2-22 0,0 1-26 0,-1 2-11 16,-2 1-36-16,0 0-42 0,3 2-33 15,-2 0-37-15,2 0-169 0,1 2-428 0,3 1 190 16</inkml:trace>
  <inkml:trace contextRef="#ctx0" brushRef="#br0" timeOffset="140717.91">30754 5707 23 0,'0'0'265'0,"6"-6"-6"16,-2 1 7-16,-4 5-15 0,0 0-12 0,7-5-19 16,-7 5-23-16,0 0-28 0,0 0-20 0,0 0-14 15,0 0-17-15,0 0-10 0,9 11-12 0,-8-3-4 16,3 2-10-16,-2 1-7 0,1 2-7 0,-2-1-7 16,2 0-9-16,-2 2-21 0,4 0-25 15,-2-2-34-15,-2-1-36 0,3 2-39 0,-2-3-39 16,2 0-40-16,-1-3-40 0,-3 1-149 0,0-8-401 0,3 9 178 15</inkml:trace>
  <inkml:trace contextRef="#ctx0" brushRef="#br0" timeOffset="140873.9">30683 5495 66 0,'-4'-4'105'0,"4"4"-26"0,0 0-34 16,0 0-42-16,15 14-53 0,-6-8-54 0,3 1 24 16</inkml:trace>
  <inkml:trace contextRef="#ctx0" brushRef="#br0" timeOffset="141080.43">30992 5518 132 0,'0'0'237'0,"0"0"1"15,0 0-18-15,1-9-15 0,-1 9-27 0,0 0-13 16,0 0-21-16,0 0-13 0,0 0-5 0,10 19-8 16,-7-7-11-16,1 4-7 0,0 2-13 0,-1 0-2 0,1 0-8 15,1-1-7-15,0 2-7 0,2 4-5 16,-3-4-4-16,2-2-6 0,-3-2-14 0,2 2-12 16,-3-1-14-16,3-5-26 0,-1-1-39 0,-1 2-45 15,1-5-57-15,-2-1-42 0,-1 0-161 0,-1-6-392 16,0 0 173-16</inkml:trace>
  <inkml:trace contextRef="#ctx0" brushRef="#br0" timeOffset="141289.28">31185 5538 123 0,'1'-5'216'0,"-1"5"-15"0,4-9-16 15,-4 9-21-15,0 0-9 0,0 0-2 0,0 0 2 16,0 0-7-16,5 26-6 0,-4-9-7 0,-2 3-9 15,4-1-12-15,-3 6-7 0,1-5-11 0,1 5-6 16,0-8-10-16,-4 3-7 0,5-2-5 0,-2 0-14 16,2-1-32-16,-2-3-28 0,0-3-33 0,1 0-57 15,1-2-75-15,0 1-58 0,1-2-116 0,-4-8-373 16,9 9 165-16</inkml:trace>
  <inkml:trace contextRef="#ctx0" brushRef="#br0" timeOffset="141942.73">31736 5399 99 0,'3'-6'267'0,"0"-1"-25"16,-3 7-25-16,0 0-27 0,4-3-17 0,-4 3 1 16,0 0 13-16,6 24-19 0,-2-7-7 0,-1 10 12 15,-1 1-21-15,1 2-13 0,3-1-14 0,-5-4-12 16,2 1-8-16,-1-8-6 0,1 2-9 0,-2-4-11 15,2 2-5-15,-3-6-4 0,1-1-11 0,2 0-6 16,-2-4-2-16,0 0-6 0,-1 1-1 0,0-8-1 16,2 8 5-16,-2-8-8 0,0 0-4 0,0 11 0 15,0-11 4-15,0 0 0 0,0 0 3 0,0 0-5 16,0 0-5-16,0 0 1 0,0 0-8 0,0 0 3 16,0 0-7-16,0 0-7 0,0 0 2 0,0 0-8 15,8-22 0-15,-4 13-3 0,4-1-8 16,1 1 7-16,5-1-5 0,-4 1-2 0,4 1-2 0,-1 2-1 15,-1 3 3-15,-1-1-6 0,-1 3 4 0,-2 1-3 16,3 0 0-16,-4 2-2 0,2 1-2 0,-3 3 5 16,-1-1 1-16,2 1-2 0,-5-1-7 15,1 2 18-15,-3 0-4 0,2 3-5 0,-6-1-7 16,-1-3 6-16,-2 3-13 0,-1-1-1 0,-1-2 0 16,-2 2-2-16,2-4-1 0,0 0 12 0,2-1 0 0,7-3-4 15,-10 4 6-15,10-4-4 0,-6 4 5 0,6-4-2 16,0 0 2-16,0 0 0 0,0 0-3 0,0 0 1 15,0 0 3-15,0 0 1 0,0 0-2 0,15-19 1 16,-3 13 2-16,4-1-2 0,1 0 1 16,2 0 6-16,-2 0-3 0,3 2-1 0,-3-2-1 15,1 0-2-15,1 0 6 0,-9 1 0 0,5-3-1 16,-5 1 2-16,3-1-3 0,-1-4 6 0,-3 5-1 0,-3-2-4 16,3 1-2-16,-1-2 14 0,-3 3-3 0,-3-5 1 15,2 4 6-15,-1 3-4 0,-3-4 7 16,0 2 5-16,0 8-2 0,-3-12 8 0,3 12-7 15,-2-6-5-15,2 6-18 0,0 0 15 0,0 0-3 16,0 0 11-16,-25 11-1 0,15-2-5 0,-3 3-15 16,2 2 15-16,2-1-3 0,5-3-1 0,-2 3-2 0,2-1 2 15,4 3 1-15,1-3-9 0,3 0 5 0,4-2-20 16,2 6-15-16,4-6-25 0,9 3-47 16,-4-4-47-16,7 1-66 0,-7-4-75 0,0 1-216 15,-6-4-542-15,-1 0 239 0</inkml:trace>
  <inkml:trace contextRef="#ctx0" brushRef="#br0" timeOffset="144161.94">20240 7370 92 0,'0'0'203'0,"0"-12"-28"0,0 12-13 16,7-15-15-16,0 0-5 0,2 1-15 0,0-4 1 15,6-4-1-15,1-2-13 0,-2-2-12 0,-1 1-7 16,3 0-4-16,-3 2-9 0,1 1-1 0,-4 4-9 15,-1-5-5-15,-2 5-2 0,0 1-11 0,0-2-4 16,-2 1-8-16,1-5-1 0,-3-1 3 0,2 5-5 16,-5 0 1-16,0-2-4 0,0 3-2 0,1-1 0 15,-3 3-6-15,2-1 0 0,-3 1 2 0,2 1-2 16,0 2 1-16,-2 3-3 0,2 1 1 0,-3 2-5 16,4 7 4-16,-3-11-6 0,1 6 4 0,2 5-10 15,-4-7 1-15,4 7-7 0,0 0 5 0,-3-8-10 16,3 8-2-16,0 0-4 0,0 0 6 0,-5 18-2 15,4-1 3-15,-1 4-4 0,-2 8 5 0,-2 0-4 16,0 3 6-16,0 1-2 0,1-5-1 0,2 0-2 16,2-3 1-16,0-6 0 0,2 1 2 0,-1-2-4 15,2-1 2-15,5-1-2 0,2-2 0 0,0 0 2 16,3-2 3-16,-1-5-2 0,0 0-13 0,7 0-5 16,-1-4-16-16,3 1-10 0,2-5-3 0,-3-2-6 15,4 0-9-15,-1-5-10 0,2-2 6 0,-6 3 3 16,-2-4-4-16,2 2 2 0,-2-6 2 0,-2 2 11 15,-2 0-1-15,0-5 6 0,-3 4 4 0,1-2 2 16,-3 1 2-16,-2-3 3 0,-3 7 2 0,0-1 7 0,-2-4 0 16,1 3 10-16,-2 4 14 0,1-3 6 15,0 12 0-15,-3-10 3 0,0 6-7 0,3 4 0 16,-7-8-3-16,7 8 0 0,-8-2-1 0,8 2 1 16,0 0 1-16,-18 11 6 0,10-1 3 0,-3 5 7 0,2 1 4 15,1 0-1-15,1-1 1 0,-1-1 2 16,4 2 2-16,0-5-12 0,3-2-1 0,1 4-1 0,0-4 0 15,3 1 1-15,-1-1 3 0,2-4-7 16,0 4 3-16,2-5-1 0,-1 2-3 0,2-3 4 16,-2 2-2-16,3-4 3 0,-8-1-5 0,14 3 7 0,-14-3 3 15,14-3-7-15,-8 0 3 0,0-1-7 0,-2-3 3 16,4 2 0-16,-3-2-1 0,0 0-1 0,0 1 2 16,-1-2-1-16,-3 2-3 0,1 0 1 15,-2 6 0-15,0-13 4 0,0 13 2 0,0-11 2 0,0 11 6 16,0-8-6-16,0 8 0 0,0 0-5 0,0-9-1 15,0 9-6-15,0 0 2 0,0 0-3 0,0 0 1 16,0 0-1-16,0 0 3 0,2 29 1 0,0-19 3 16,-1 0-5-16,0 2 0 0,3-2 2 0,0 1 0 15,1 0 2-15,1-1 5 0,1 0 17 0,0-4-4 16,1 1 0-16,3-1-2 0,-2-4-1 0,3 2-4 16,2-4 0-16,-1 1-1 0,2-2 1 0,1-3-3 15,3 0 0-15,-9-2-1 0,3 0 0 0,-2 1-2 16,-1-1 4-16,-1-1-4 0,-1 0-1 0,0-2-1 15,-3-1 0-15,1 0-1 0,-2 2 0 0,-3-3 4 16,0 1-5-16,-2 0-1 0,0 1-5 16,-2-3-1-16,0 1 0 0,-1 2 3 0,0 2-2 0,0 0 1 15,0 3-3-15,0-4-1 0,4 8 1 0,-5-7 1 16,5 7-2-16,-4-7-1 0,4 7-1 0,0 0-4 16,-6-5-3-16,6 5 0 0,0 0-2 0,0 0 1 15,0 0-2-15,0 0 2 0,0 0 2 0,18-1 2 16,-18 1 1-16,13 0 4 0,-2 0-7 0,-1 0 2 15,3 3 3-15,-1 0 5 0,-2-2-8 0,-2 2 2 16,-1-1 3-16,2 1-3 0,0 5 0 0,-1-3 2 16,-1-1 4-16,1 3-1 0,-1 0 0 0,-1 1-1 15,0-2 2-15,-1 0 1 0,2 2-1 0,-3 0 1 16,1-3-1-16,1 1 0 0,-1 1 3 0,2-3-1 16,-2-1-2-16,1 1 1 0,2-1-1 0,1 1 5 15,0-3 0-15,1 2-2 0,3-2 0 0,-3-2-1 16,3-1 1-16,-3 0 1 0,0-2-1 0,2 0 5 15,-3-2-5-15,1 2 4 0,0-5-4 0,-4 1 1 16,2 0-3-16,-1-1 2 0,-2 1 5 0,0 0-4 16,-4-3-5-16,0 1 7 0,1 0-2 0,-2 10 2 15,-2-13 0-15,0 1-1 0,2 12 2 0,-6-9 1 16,0 5-5-16,6 4 3 0,-9-5-4 0,9 5-1 0,-12 2 0 16,3 3-5-16,0 1 2 0,0 1 6 0,1 3-6 15,2-2-1-15,-2 2 4 0,2 5-4 16,2-6-1-16,-2 3 0 0,2-2-6 0,0-1-1 15,4-3-2-15,0-6-7 0,0 12-3 0,2-6-2 16,-2-6 1-16,0 0 0 0,3 10 3 0,0-7 5 0,-3-3-2 16,0 0 4-16,10 4 0 0,-10-4 2 0,5 3 3 15,-5-3 0-15,0 0 0 0,13-3 2 16,-13 3-3-16,0 0 3 0,11-1-2 0,-11 1 3 16,0 0-7-16,10 4 3 0,-5 1-1 0,2 4 4 0,2 5 3 15,-2 1 1-15,-2 2 7 0,5 9 2 16,-7-2-3-16,5 2 4 0,0-1 1 0,-3-5 0 15,0 3-2-15,0-4 0 0,1-3 2 0,-3 4 0 16,-1-5-1-16,0 3-1 0,0-7 2 0,-2 2 3 16,2-5-2-16,-4 0-2 0,2-1 6 0,-1 4-4 0,-3-2-3 15,0-3 1-15,-1-1 4 0,-2 2-6 0,1-1 0 16,0-2-1-16,0-3 0 0,-2 3-4 16,8-4-4-16,-13 1-4 0,7-1 0 0,6 0-2 15,-12-3-7-15,12 3-3 0,-9-7-1 0,6-1-4 0,3-1 1 16,0-2 3-16,1-2-1 0,3-3-1 15,2-1 1-15,5-5 7 0,1-2-2 0,2 0-2 0,0-1-2 16,0 3 2-16,2-5 2 0,-5 3 2 0,4-1 1 16,-3 1 0-16,2 0 3 0,-1 1-4 0,1-1 11 15,-7 6-7-15,-1-1 5 0,0 3 1 0,0 0-2 16,-1 6 0-16,-2-3 10 0,-1 0 5 0,0 6 5 16,-1 0 2-16,0 0 1 0,-1 7 0 0,-1-10-1 15,1 10-2-15,0 0 1 0,-10-8-1 0,10 8-3 16,0 0 0-16,-17 10 2 0,10-2-3 0,-2 0-5 15,-3 5 2-15,3 3-2 0,3-5 0 0,-2 5 0 16,4-2-3-16,2 1 0 0,2-1 5 0,1-2-13 16,2-1-13-16,3 2-12 0,4-3-26 0,6-1-19 15,3-2-30-15,7 0-38 0,4-4-30 0,3-2-156 16,-2 1-357-16,1-5 158 0</inkml:trace>
  <inkml:trace contextRef="#ctx0" brushRef="#br0" timeOffset="144383.57">22055 6832 48 0,'-1'-7'204'15,"1"7"-11"-15,-5-10-6 0,2 5-14 0,-2 1-20 16,5 4-12-16,-13-2-7 0,13 2-10 0,-14 10-9 16,6-2-8-16,-2 5-6 0,4 2-5 0,-1 0-9 15,4 1-8-15,0-1-6 0,-1 1-10 0,3 1-7 16,5-2-3-16,3 1-5 0,0-2-6 0,-2-3-19 15,6 1-18-15,-3-3-19 0,6 1-28 0,3-1-20 16,-1-3-31-16,4-3-35 0,1-2-24 0,-3-1-24 16,3 0-97-16,-2-3-296 0,-3-1 131 0</inkml:trace>
  <inkml:trace contextRef="#ctx0" brushRef="#br0" timeOffset="145051.87">22294 6676 147 0,'0'-13'214'0,"0"4"-4"0,0 2-7 16,0 7-13-16,-1-10-21 0,1 10-24 0,0 0-14 16,0 0-11-16,0 0 0 0,0 0 10 0,1 26-3 0,0-3-6 15,1 5-6-15,-4 0-6 0,4 4-4 16,-2 0-13-16,1 0-10 0,-4-3-6 0,2 1-9 16,1-3-6-16,0-4-5 0,0-3-4 0,1-4-6 15,-1-3-3-15,0-3-4 0,0-2 1 0,0-3-5 16,0-5-1-16,2 12-6 0,-2-12 3 0,0 6 4 0,0-6-6 15,0 0-2-15,0 0-2 0,0 0-2 16,0 0-11-16,0 0 2 0,7-19-2 0,-3 11 1 16,4-3-4-16,-1-6-5 0,2 2-1 0,7-7-5 15,-7 6 2-15,2 1-5 0,2 2 0 0,-3 0 1 0,-1 4-1 16,1 0-5-16,-2 4 0 0,-3 1 0 0,2 0 2 16,1 4 0-16,-8 0 1 0,14 6 2 0,-4-2-2 15,-2 2 3-15,0 0 2 0,0 1 1 16,-1 2-1-16,2-2-1 0,-1 1 3 0,0 0-2 15,1-2 4-15,2 1-1 0,-1-1-2 0,2-4 5 16,-1 1 1-16,0-2-4 0,6-1 3 0,-4-1 2 0,5-2-1 16,-5 2-2-16,1-5 3 0,-3 1-3 0,6-3 5 15,-4-1-5-15,-2-4 5 0,-1 8 1 16,0-4-6-16,-4 0 2 0,2 2 3 0,-5 0 1 0,1 1 1 16,-1-3 3-16,-2 1-2 0,-1-2-2 15,0 10 11-15,-1-12 7 0,-3 7 1 0,4 5-5 16,-4-8-1-16,4 8-2 0,-10-3-7 0,10 3 2 15,-16 3-4-15,6 4 1 0,-4 1 1 0,-2 3-3 0,5-2 1 16,-1 1 0-16,3 0-4 0,1 3 2 0,0-5-6 16,3 0 3-16,1 1 1 0,-1-3-2 0,3 0-5 15,2-6 6-15,-3 12 2 0,3-12-3 0,4 8 3 16,-4-8-4-16,8 10 1 0,-5-9 4 0,-3-1-4 16,8 4 4-16,0-3-2 0,-8-1 3 0,15 0 0 15,-15 0-1-15,13-5-3 0,-5 2 0 0,1-3-2 16,1 1 0-16,-1-1 2 0,1 2-4 0,-4 0 4 15,1 0-2-15,-2 1-7 0,-5 3-4 0,13-2 5 16,-13 2-1-16,10 0-4 0,-10 0 5 0,9 4 0 16,-5 1-10-16,2-1-13 0,-2 1-22 0,2 3-19 15,-2 2-27-15,0-3-31 0,-3 4-37 0,2-2-46 16,4 1-25-16,-4-2-33 0,2 1-157 16,-5-9-456-16,5 14 202 0</inkml:trace>
  <inkml:trace contextRef="#ctx0" brushRef="#br0" timeOffset="145259.97">22905 6938 171 0,'0'-13'211'0,"0"2"-16"0,1-6-2 0,2 6-15 15,-2-2-8-15,2 1-17 0,0 2-3 0,0 2-7 16,0 2-14-16,2-3-14 0,1 3-12 0,0-2-10 16,1 5-5-16,-1 1-4 0,3-1-8 0,0 3-7 15,-9 0-3-15,18 5 8 0,-7-1-1 0,-5 3-7 16,1 2-7-16,0-2-3 0,0 2-4 0,-2 1-5 15,-1 0-17-15,-1 0-21 0,-1 0-27 0,0 2-33 16,0-1-31-16,-2-1-43 0,3 1-33 0,-2-1-47 16,2 0-164-16,-3-2-400 0,2-3 177 0</inkml:trace>
  <inkml:trace contextRef="#ctx0" brushRef="#br0" timeOffset="145895.17">23265 6810 171 0,'3'-9'228'0,"-3"-1"-8"16,0 10 2-16,-5-13-5 0,4 9-13 0,1 4-9 16,-4-9-17-16,4 9-21 0,-8-2-15 0,8 2-16 15,0 0-11-15,-20 10-4 0,12-4-10 0,-1 4-8 16,-1-2-8-16,1 2-13 0,1 0-5 0,0-2-11 16,3 2 2-16,0 0-7 0,3-1-8 0,-1 0-2 15,3-2-12-15,0-7-8 0,-1 11-9 0,1-11-9 16,0 8-8-16,0-8-2 0,4 8-4 0,-4-8-5 15,6 3 4-15,-6-3 0 0,11-3-1 0,-11 3-1 16,12-5 0-16,-7 2 2 0,-5 3 4 0,10-7 0 0,-5 2 0 16,1 0 0-16,-1-2 1 0,-3 2 2 15,3 2-1-15,-5 3 0 0,8-10 1 0,-6 7-3 16,-2 3-2-16,0 0 0 0,6-4 0 0,-6 4 14 16,0 0 11-16,5 13 10 0,-3-2 2 0,1 6 13 15,-2 8 3-15,1 3 7 0,1 5-8 0,0 2-3 0,-2-2 2 16,-1 2-8-16,1 13 0 0,-1-13 0 0,2-2-4 15,-1 2 3-15,0-4-5 0,-1-3-4 0,0-2 2 16,-2-7 0-16,-1 1-5 0,-2-4 3 16,3-3-5-16,-4 2-5 0,0-4-2 0,-1-4-5 0,-1 1-10 15,-1-3-4-15,-2-3-4 0,0 0-1 0,-1-4-2 16,1-1-6-16,0-2-3 0,-1-2 2 16,2-5 3-16,-3-1-4 0,5-4 3 0,6-1-5 15,-1-10 5-15,6 2 2 0,3-3-3 0,2-3 7 0,7 3 0 16,1 0-2-16,3 0 1 0,10-10 5 0,-6 10 1 15,-1-1 5-15,2 4-1 0,0-2-1 0,-1 5 3 16,0-2 4-16,-1 2-2 0,-2 2-2 0,-2 3 6 16,-5 3 0-16,-3 1 4 0,-3 4 6 15,0 1 1-15,0-3-2 0,-2 4 7 0,-1-2 9 0,-2 4 6 16,0-2 7-16,-2 8-3 0,0-13-7 0,0 13-3 16,1-8 1-16,-1 8-2 0,0 0-2 15,-3-7-7-15,3 7-1 0,0 0-1 0,-18 5 3 16,8 1-11-16,-3 3 4 0,-3 3-6 0,3 2-1 0,-1-1 1 15,4-3-13-15,1 5-19 0,4-3-16 0,-3 1-17 16,4 0-37-16,3-2-31 0,1 2-39 0,3-3-19 16,4 2-25-16,1-5-40 0,1 2-152 0,2-3-434 15,6 1 192-15</inkml:trace>
  <inkml:trace contextRef="#ctx0" brushRef="#br0" timeOffset="146096.07">23710 6850 210 0,'1'-10'248'16,"2"2"6"-16,-3 1-5 0,0 7 0 0,2-11 1 16,0 6-20-16,-2 5-20 0,1-7-18 0,-1 7-29 15,0 0-22-15,0 0-9 0,0 0-9 0,0 0-10 16,0 0-9-16,9 25-9 0,-7-15-8 0,0 6-10 16,-2 1-6-16,2 1-7 0,3-1-24 0,-1 0-27 15,0-1-23-15,0 0-38 0,-3 0-38 0,3 0-53 16,1-5-57-16,-4-2-46 0,2 3-191 0,-3-12-468 15,1 13 208-15</inkml:trace>
  <inkml:trace contextRef="#ctx0" brushRef="#br0" timeOffset="146267.71">23700 6567 121 0,'0'0'139'0,"0"0"-10"16,0 0-17-16,0 0-27 0,13 19-32 0,-7-3-31 16,5 7-32-16,0 4-34 0,2-2-58 0,-2 2-109 15,2 4 48-15</inkml:trace>
  <inkml:trace contextRef="#ctx0" brushRef="#br0" timeOffset="146474.25">23909 6935 95 0,'7'3'241'16,"-7"-3"-3"-16,0 0-10 0,0 0-17 0,0 0-19 15,6-13-9-15,-6 13-4 0,3-7-9 0,-3-1-8 16,0 8-17-16,2-15-13 0,1 8-8 0,-1-3-18 16,1 2-1-16,0 1-14 0,2-2-13 0,0 5-8 15,0-3-6-15,0 1-12 0,1 1-4 0,1 4-9 16,-7 1 1-16,14-3-9 0,-5 6-3 0,-2 1 0 16,2-1 2-16,0 4-5 0,-1 2 0 15,0 1-2-15,2 4-4 0,-2 0-11 0,-3-4-15 0,0 3-32 16,-3-3-56-16,2 3-60 0,0 0-71 0,-3-1-222 15,0-1-486-15,2 0 215 0</inkml:trace>
  <inkml:trace contextRef="#ctx0" brushRef="#br0" timeOffset="147254.37">24786 6742 213 0,'-5'-10'287'0,"5"10"-17"0,0 0-18 0,0 0-21 0,0 0-9 16,0 0-17-16,0 0-13 0,0 0-8 0,0 0-15 16,0 0-13-16,0 0-21 0,-1-7-14 0,1 7-13 15,0 0-7-15,0 0-12 0,0 0-14 0,0 0-3 16,0 0-5-16,0 0-8 0,0 0 2 0,0 0-11 15,0 0 4-15,0 0-9 0,0 0-8 16,0 0 2-16,0 0-8 0,0 0 6 0,0 0-15 0,0 0 0 16,0 0-2-16,0 0-1 0,-14 17 2 0,6-9-1 15,-2-1 1-15,-6 9 1 0,0-4 2 0,0 0-2 16,-4 6-5-16,6-6 6 0,-1 1-9 0,1-3-1 16,-2 1-1-16,7-2 4 0,2 0-8 0,-1 0 0 15,0-2 2-15,2-2-1 0,0 1-3 0,0-2-1 16,2 2 13-16,-1 2-8 0,0-1-8 0,2-1 5 15,0 0-5-15,-1 0 1 0,0-2-3 0,4-4 0 16,-9 8-1-16,7-5 2 0,2-3-1 0,-4 6 0 16,4-6-2-16,0 0 4 0,-6 5-5 0,6-5 1 15,0 0-4-15,0 0 0 0,0 0 1 0,0 0 2 16,0 0-3-16,0 0 1 0,0 0 5 0,0 0-1 16,0 0 0-16,0 0-8 0,16 3 8 0,-16-3-4 15,24-8 0-15,-7 1 1 0,2 3 1 0,0 1 3 16,1 0-4-16,-1-1-5 0,0 1 3 0,0 2 0 15,0 0 1-15,0 0-11 0,-1 0 6 0,2 0-3 16,0 1-2-16,-1 0-5 0,0 1 1 0,-1 1-3 16,-1 0-1-16,-2-1 4 0,-2 1-5 0,0-1-1 0,-1 0 0 15,-1 1 7-15,0-1-1 0,-2-1 8 16,-9 0 2-16,13-1-5 0,-13 1 1 0,10-2 10 16,-10 2-5-16,8-2 5 0,-8 2-1 0,5-5 2 15,-5 5-3-15,2-6 14 0,-2 6 8 0,0 0 4 0,-2-14-6 16,2 14-1-16,-6-15 8 0,3 8-7 15,-1 0-4-15,-2 0 8 0,-3-3-5 0,2 2 4 16,1-2 0-16,-2 0 1 0,-3-2-4 0,-2 3-2 16,0-5 2-16,6 6-1 0,-1 0 4 0,-2 0-4 0,2-1-5 15,-1 1 7-15,4 4 1 0,0-2-1 0,0 3 3 16,5 3 1-16,-9-7 0 0,9 7-4 16,-5-4-6-16,5 4 3 0,0 0-4 0,-7-5-1 15,7 5-3-15,0 0-12 0,0 0-4 0,-4-4-10 16,4 4-5-16,0 0-7 0,0 0-12 0,0 0-8 15,0 0-16-15,0 0-22 0,0 0-38 0,0 0-41 16,0 0-36-16,0 0-30 0,0 0-40 0,9 16-163 16,-9-16-474-16,0 0 210 0</inkml:trace>
  <inkml:trace contextRef="#ctx0" brushRef="#br0" timeOffset="148638.7">25194 6748 124 0,'0'0'132'0,"-4"-6"4"0,4 6 0 15,0 0-14-15,-5-5-4 0,5 5-3 0,0 0-4 16,0 0-3-16,-9-4-3 0,9 4-9 0,0 0-2 15,0 0-4-15,-5-5-3 0,5 5-6 0,0 0-11 16,0 0-4-16,0 0 0 0,0 0-13 0,-6-6-1 16,6 6 4-16,0 0-5 0,0 0-2 0,0 0-5 15,0 0 0-15,0 0-6 0,0 0-2 0,0 0-7 16,0 0-2-16,0 0-4 0,0 0 0 0,0 0-5 16,0 0 4-16,0 0-3 0,21-2-2 0,-9 0-3 15,2 2 1-15,4-2 3 0,2 1-9 0,-2-1-9 16,1 0-10-16,-5 0-17 0,0 1-6 0,5-1-22 15,-6 1-20-15,-2 0-15 0,1 1-14 0,-3-2-4 16,-1 2-15-16,-8 0 7 0,12-2-3 0,-12 2 3 0,0 0 7 16,8 0 6-16,-8 0 8 0,0 0 14 0,0 0 1 15,0 0 17-15,0 0 14 0,0 0 3 16,0 0 20-16,0 0 19 0,-25-7 6 0,25 7 11 16,-10-1 25-16,10 1 7 0,0 0 8 0,-12-3 7 15,12 3 5-15,-6 0 6 0,6 0 1 0,0 0-3 0,0 0-7 16,0 0 0-16,0 0-8 0,-12 6 11 0,11 1 14 15,-1 1 12-15,-1 9-2 0,1-2-1 0,0 0-2 16,-1 5 0-16,1-2 2 0,1 9-7 16,-1-4-9-16,2-3-2 0,0-2-8 0,0 1-5 0,0-1-5 15,-2 0-7-15,4-7-4 0,-2 4-2 0,0-1-4 16,2-2 0-16,-2 0-8 0,1-2 4 16,-1-1-8-16,0-2 1 0,1 0-3 0,-1-7 0 15,0 11-2-15,0-4-1 0,0-7-4 0,4 11-3 0,-4-11 3 16,0 0-2-16,-3 7-1 0,3-7-2 0,0 0-1 15,0 0-1-15,0 0 0 0,-5 6-3 0,5-6-5 16,0 0-1-16,-11 1-3 0,11-1-4 0,-12 0 5 16,12 0-1-16,-14-1-2 0,6 1 3 0,0 0 0 15,8 0 4-15,-12-2-3 0,12 2 1 0,-9-1 0 16,9 1-2-16,-8-3 3 0,8 3 0 0,0 0-2 16,0 0 1-16,0 0-1 0,0 0 0 0,0 0-2 15,0 0 5-15,0 0-6 0,0 0 6 0,0 0-2 16,0 0 4-16,0 0-1 0,26 4 3 0,-12-4-2 15,5-1 1-15,2 1-9 0,8-4-14 0,-2-1-24 16,2 4-21-16,1-4-42 0,-1 2-35 0,0-3-28 16,-2 2-32-16,-5 0-129 0,-3-1-362 0,1-1 161 15</inkml:trace>
  <inkml:trace contextRef="#ctx0" brushRef="#br0" timeOffset="148827.06">25765 6946 64 0,'0'0'181'0,"0"0"-4"0,0 0 5 0,0 0-9 15,-14-7-3-15,14 7 0 0,-17 3-5 0,7 0 3 16,-3 1-5-16,-3 6-5 0,3 1-4 0,-1-2-16 16,-1 3-8-16,3 0-10 0,-1 0-6 0,8-2-16 15,-1 0-10-15,-1 1-6 0,4-1-9 0,1 1-6 16,2 0-5-16,2-1-10 0,3-1-22 0,2 0-23 16,4-3-39-16,5 3-36 0,3-5-65 0,13-1-47 15,-2-2-46-15,-1-1-166 0,4-2-424 0,2-2 188 16</inkml:trace>
  <inkml:trace contextRef="#ctx0" brushRef="#br0" timeOffset="167588.66">26396 7861 31 0,'-5'-7'85'15,"5"7"-16"-15,-4-4-4 0,4 4-8 0,0 0-6 16,-6-7-2-16,6 7 0 0,-10-3-5 0,10 3-13 15,-7-4 3-15,7 4-11 0,-8-4 5 0,8 4-3 16,-7-1 2-16,7 1-6 0,-12-3-11 0,12 3 4 16,-11-1-4-16,11 1 0 0,-18 1-5 0,7-1-6 15,2 0 7-15,-2 0-9 0,0 0 9 0,2 3-15 16,-5-2 11-16,3-1 0 0,-3 1 0 16,3 1 3-16,-2-2-5 0,-1 0 3 0,3 1 2 0,-2-1-12 15,2 0 9-15,0 0 1 0,-1 0 0 0,1 1 0 16,-1-1 5-16,1 0-5 0,0 0-12 0,-1 0 13 15,2-1-4-15,10 1 5 0,-15 0 7 0,5-1 0 16,10 1 3-16,-15 0-5 0,10-2 2 0,5 2 6 16,-14 0 7-16,14 0-2 0,-13 0 10 0,13 0-9 15,-12 2 2-15,12-2 6 0,-13 0-4 0,13 0 5 16,-9 0 5-16,9 0 7 0,-9 0 3 0,9 0-2 16,0 0-4-16,0 0 0 0,0 0-12 0,-9-2 18 15,9 2-14-15,0 0 0 0,0 0-1 0,0 0-3 0,0 0-2 16,0 0-10-16,0 0 2 0,0 0 1 15,0 0-5-15,0 0 3 0,0 0 15 0,0 0-3 16,31 2 4-16,-18-1-5 0,6-1 7 0,1 0 0 16,2-1-7-16,7 1 5 0,3-2 0 0,1 1 3 0,6 1-8 15,-1 0 1-15,16-4 4 0,-3 1-2 0,1 3-6 16,0 0-3-16,3-2 1 0,-2 0-4 16,3-1-3-16,-2 3-1 0,5-2 0 0,-6-1-9 0,1 0 4 15,0-1-1-15,-16 3 2 0,16-1-5 0,-16 1 1 16,14-2-4-16,-16 0 6 0,2 2-3 0,-4-4-2 15,-3 5-1-15,-2-3-1 0,-6 3 0 0,-5 1-1 16,2-1 2-16,-2-1-2 0,-5 0 3 0,1-2 1 16,-3 4 0-16,0-2-1 0,1 2 0 0,-1-2 2 15,1 0-1-15,-1 2 0 0,-1-1-2 0,-2-1 3 16,-8 1-7-16,15-1 3 0,-9 1 1 0,-6 0-6 16,13 0-15-16,-13 0-15 0,8 1-6 0,-8-1-29 15,6 1-22-15,-6-1-19 0,7 3-29 0,-7-3-29 16,0 0-141-16,0 0-330 0,-4 11 146 0</inkml:trace>
  <inkml:trace contextRef="#ctx0" brushRef="#br0" timeOffset="168072.58">27301 7258 136 0,'-5'-11'163'0,"1"0"7"0,0 2 0 0,3 4-2 16,-3 0-12-16,4 5-13 0,-4-11-12 0,4 11-17 16,0 0-17-16,-2-7-11 0,2 7-11 0,0 0-8 15,0 0-7-15,0 0-3 0,0 0-6 0,11 24 5 16,-3-6-2-16,2 8-6 0,-4 0-3 0,1 8-1 16,2 0-1-16,1 11 4 0,-2 1 2 0,-2 3-4 15,-1 0-1-15,-1-2 2 0,4 1 4 0,-4 0-6 16,2-1 8-16,-1 1-7 0,-1-13-6 0,1-2-2 15,0 3 2-15,0-1-7 0,1-2-3 16,2-1-3-16,-1-1 0 0,3-2-3 0,-2-1-2 0,-1-1 0 16,3-1-2-16,-6-7-3 0,5 5 4 0,-5-5-5 15,3-1-7-15,0 0-9 0,-2-2-6 0,-1 0-18 16,0-5-22-16,-2 1-9 0,1-2-22 0,-1 0-20 16,0-1-32-16,2-2-24 0,-1-4-26 0,-3-3-32 15,2 6-112-15,-2-6-350 0,0 0 156 0</inkml:trace>
  <inkml:trace contextRef="#ctx0" brushRef="#br0" timeOffset="169699.07">27418 7182 67 0,'-3'-3'118'0,"3"3"-15"0,-6-5-6 0,6 5-20 15,0 0-3-15,0 0-8 0,0 0 7 16,0 0-2-16,27 3 5 0,-6-2-3 0,12 1 3 0,8-3-6 15,15 1-2-15,11-2-11 0,22-6 4 16,0-1-2-16,1 0-2 0,-1-1-4 0,5 1-6 16,-1-1-6-16,-1 2 1 0,4 0-6 0,-2-2 1 0,1-2-9 15,10 3-1-15,-1-3-5 0,8-1-1 0,3 1-3 16,1-1-2-16,-2 2-3 0,2-4-1 16,-1 8-1-16,-4-2-1 0,-10 4 0 0,6 0 2 15,-7-4-9-15,-3 5 8 0,-6-3-3 0,-1 0 4 0,-26 3-2 16,-1 3-5-16,3-2 10 0,0 2 0 0,-2-2-4 15,-6 0 3-15,0-1-3 0,0 2 4 0,-2-1 0 16,-6 1 2-16,1 0-6 0,-13 2 16 0,1-2-4 16,0 0 4-16,11 2-7 0,-13-2-3 0,2-1 0 15,0 3 0-15,15-2-3 0,-18 1 0 0,0-2-7 16,-3 2 3-16,0-1 1 0,-2 2-5 0,-1 1 0 16,-8-2 11-16,0 1-7 0,-3 0 1 15,0-1-7-15,-1-1 1 0,-4 2 2 0,-1 0-1 0,6-1-3 16,-7 1 1-16,3 0-1 0,-2 1 0 0,4-2-1 15,2 0 3-15,-2-2-1 0,-4 2-3 0,1 2 3 16,-1-2 0-16,2 2 2 0,-3-4 1 0,2 3-1 16,-3 0-3-16,0 0-3 0,0 0 3 0,-1 0-1 15,-2 2 3-15,-8-2-4 0,15 0 0 0,-7-2 0 16,-8 2-2-16,12 0 2 0,-12 0 1 0,13 0-3 16,-5 0 4-16,-8 0-5 0,13 0 2 0,-5 2-1 15,-8-2 1-15,12 1-2 0,-4-1 7 0,-8 0-5 16,10 0 4-16,-10 0-2 0,11 3 0 0,-11-3 3 15,0 0 0-15,9 0-1 0,-9 0 2 0,0 0-1 16,0 0 1-16,10-4-3 0,-10 4 0 0,0 0-2 0,0 0 2 16,0 0-1-16,7 1-15 0,-7-1 0 15,0 0 1-15,0 0-1 0,0 0 4 0,0 0 0 16,5 5 1-16,-5-5-2 0,4 4-3 0,-4-4 11 16,3 6 2-16,-3-6-1 0,3 8 0 0,-3-8 3 0,2 10 8 15,3-3-2-15,-4 2-2 0,2 0 6 0,1 2-6 16,-2 2 3-16,2-2-3 0,-1 3 3 0,-1 0 12 15,2 4 5-15,-1-4-3 0,3 1 2 16,-6 3-1-16,5 0 0 0,-1-1-5 0,-3 1 9 16,3 0-3-16,-1 0 1 0,-2 1 2 0,3 1 0 0,-2-2-1 15,1 8 3-15,-2-9-3 0,-1 2-3 0,3 5 2 16,-2 2 1-16,0-7-1 0,2 7 0 0,-5-5-4 16,5 4 8-16,-2-2-9 0,1 4-4 15,-2-1 2-15,1-2 2 0,0-4-9 0,3 3 3 0,-3 4-3 16,2 1 0-16,1-2 3 0,-2 1-4 0,2-6-3 15,0 4 3-15,-3-7-2 0,0 0-1 0,2 2 0 16,0-1-1-16,-3 0-5 0,1-1 7 0,0 0-5 16,-1 1 1-16,-1 1 0 0,0-2-4 0,-1-2 5 15,1 4 1-15,1-3-4 0,-1 0 8 0,1 1-11 16,-3-2 0-16,3 0 3 0,0-1 3 16,0-3-3-16,-1 4 0 0,1-5-1 0,-1 1 11 0,1 0-11 15,1-2 2-15,-1 0-3 0,-1-1 1 16,2 1 1-16,-1 0 0 0,-1-1-3 0,2-2 0 0,-1-7 0 15,0 13 3-15,0-7-7 0,1 1 2 0,-1-7 11 16,-1 12-8-16,1-12 3 0,1 12-1 0,-1-7-1 16,0-5 1-16,-1 9 0 0,1-9-4 0,0 0 2 15,0 9 4-15,0-9-1 0,-3 7 0 0,3-7 0 16,-5 4-6-16,5-4 4 0,0 0 3 0,-5 5-3 16,5-5 8-16,-9 4-9 0,-1-3 3 0,-1 1 0 15,-1 0 0-15,-8-1-3 0,-1-1-1 0,-7 2 2 16,-4 0-1-16,-6-1-2 0,-14-1-2 0,12 3-4 15,-13 0-2-15,-3-1 3 0,1-1-3 0,-1 3 4 16,3-3-2-16,0 3 1 0,13-1 1 0,-11-2 8 16,13 3-6-16,-13 2-6 0,15-3 7 0,-1 1-4 15,0 2 5-15,1-2-4 0,-2-2 4 0,-2 4-4 16,-14-3 2-16,-2 1 1 0,2 0 3 0,-2 1-6 16,-3 2 5-16,-1-1-1 0,-1-2 1 0,-3-1 1 15,-1 1 0-15,-3-2-3 0,-21-1 0 0,24-1-1 16,2 0-1-16,-1 2-1 0,0-1 6 0,1 1-4 15,3 0-2-15,3-1 4 0,3-1 2 0,2 1-4 16,-1-2 3-16,0 1-4 0,16 1 5 0,-15 0-4 16,13-2 12-16,-1 0-9 0,-12 0 0 0,14 4-5 15,-17-3 5-15,5 2 0 0,11-2-2 0,-13-2 1 16,17 4-2-16,-5-2 3 0,-12 0 0 0,14 0 0 16,2-2 4-16,-1 1-8 0,3 0 3 0,-2 3 0 15,3-5 5-15,1 1-5 0,-4 2 4 0,4 3-7 16,3-6 5-16,-3 3-1 0,1 2 0 0,0-2-1 15,1 1-1-15,-1 1 1 0,0-2 1 0,1 2 0 16,0 1-1-16,0 0 1 0,1-2 1 0,0 2-1 16,1 0-1-16,-1 0 8 0,2 1 1 0,-1 2-8 15,6 0-1-15,-6-4-4 0,8 2 5 0,0-1 2 16,-1-2-3-16,2 2-2 0,0-2 5 0,-1-2-4 16,7 1 2-16,-8 0 2 0,5 0 0 0,-2-2-4 15,0 0 5-15,4-1 3 0,-2-1 5 0,2 1-13 16,-4 0 4-16,0 1-5 0,-1 1 6 0,6 0 2 15,-5 0-5-15,18 1 1 0,-24-3 1 0,24 3 1 16,-23 3-3-16,14-3 0 0,9 0 1 0,-18 1 1 16,18-1-1-16,-13-4 1 0,13 4 2 0,0 0 3 15,0 0-6-15,-17-6 0 0,17 6-1 0,0 0-10 16,0 0-12-16,0 0-17 0,0 0-23 0,-12-4-25 16,12 4-47-16,0 0-35 0,0 0-32 0,-2-15-38 15,2 15-135-15,0 0-403 0,0 0 179 0</inkml:trace>
  <inkml:trace contextRef="#ctx0" brushRef="#br0" timeOffset="170812.68">27710 7715 169 0,'0'-8'184'16,"0"8"-6"-16,-2-12 8 0,2 12 0 0,-2-9-7 0,2 9-17 15,0 0-17-15,0-11-16 0,0 11-12 0,0 0-17 16,0 0-11-16,0 0-11 0,0 0 1 0,0 0-4 16,0 0-1-16,4 38-11 0,-2-22-1 15,1 5 5-15,-3-2 2 0,2 0-7 0,0 6-3 16,-2-6-6-16,4 5-3 0,-2-4 1 0,2-3-3 0,-1 3-3 15,-3-4-1-15,0 1 0 0,3-5-5 0,-1 4-7 16,-2 0 0-16,2 0-7 0,-2-4 5 0,1-3-6 16,2 2-4-16,-2-1-1 0,-1 0 2 0,2-1-13 15,-2 3-12-15,0-5-10 0,0 2-12 0,0-1-26 16,0-8-20-16,-3 12-33 0,2-7-23 0,1-5-34 16,-2 9-37-16,2-9-191 0,-8 6-421 0,8-6 186 15</inkml:trace>
  <inkml:trace contextRef="#ctx0" brushRef="#br0" timeOffset="171060.55">27710 7802 100 0,'0'0'156'0,"5"-9"-14"0,-1 6-11 0,5 3-5 16,3-2 0-16,1 2-2 0,3 0-4 0,-1 2-3 15,3 1-12-15,-1 3-8 0,-5-2-4 0,-1 3-9 16,1 1-1-16,-3-1-7 0,-1 3-1 0,-3 1-5 15,-3-3-2-15,1 3-6 0,-3 0-4 0,-3-1-2 16,-1 1-5-16,-5 3-1 0,-2-3-4 0,0 0-5 16,-2 1-5-16,0-5-4 0,-1 4-1 15,3-6-4-15,-1 1-3 0,1 0-2 0,-1 0-16 0,1-2-15 16,2-2-30-16,-1-1-40 0,2 1-22 0,8-2-40 16,-9 1-43-16,9-1-130 0,0 0-340 0,0 0 150 15</inkml:trace>
  <inkml:trace contextRef="#ctx0" brushRef="#br0" timeOffset="171585.96">28939 7727 6 0,'0'0'207'15,"0"-11"1"-15,0 11 2 0,2-10-2 0,-2 10-11 16,-2-7-6-16,2 7-18 0,0 0-18 0,3-12-16 16,-3 12-22-16,0 0-11 0,0 0-13 0,0 0-7 15,0 0-12-15,0 0-2 0,19 18-8 0,-11-11 9 16,-3 3-10-16,0 1-7 0,1 1-3 0,1 2-1 15,0-2-6-15,0 3 0 0,-2 1 6 0,1 0-5 16,-1-6-3-16,0 2-4 0,-2-5-3 16,0 2-3-16,-2-2-2 0,0-1-4 0,-1-6 5 0,1 9 13 15,-1-9 16-15,2 6 7 0,-2-6 10 0,0 0-8 16,0 0-6-16,0 0-7 0,0 0-3 0,0 0-4 16,0 0-4-16,0 0-12 0,-13-24 3 0,13 11-8 15,2 2 11-15,1-1-20 0,5-6 0 0,-1-1-3 16,6-5-3-16,3-1-10 0,-1 3 3 0,1 1 4 15,2 1-4-15,-4 4 0 0,0 4-5 0,-1 1-1 16,-1 6 0-16,-2-2-3 0,3 1-8 0,-3 4 1 16,1 0 4-16,0 2 1 0,-2 1-3 0,2 4 2 15,1 3-5-15,-5-1 6 0,3 0-3 0,-2 4 1 16,1 3-1-16,0 1 7 0,-1-1-18 0,-1 1-10 16,-1-2-21-16,-3 1-15 0,2-2-23 0,-1-1-16 15,-2 6-36-15,0-2-37 0,-1-3-39 0,-1 1-41 0,-1-3-199 16,1 2-493-16,1-1 218 0</inkml:trace>
  <inkml:trace contextRef="#ctx0" brushRef="#br0" timeOffset="172310.29">30665 7513 113 0,'0'-13'253'0,"1"2"-14"16,0 1-7-16,0 4-5 0,1 0-16 0,-2 6-19 16,1-10-19-16,-1 10-25 0,0 0-14 0,0 0-7 15,0 0 0-15,0 0-3 0,6 29-3 0,-4-10-2 0,-2 11 1 16,1-1-4-16,-6 3-12 0,4 0-5 15,-2-1-10-15,3 0-8 0,-4-3-7 0,0-1-3 16,3-2-8-16,1 1-11 0,-5 0-1 0,5-2-8 16,0-3 0-16,-1-5-5 0,3 1-21 0,-2 2-17 15,0-3-17-15,-1-4-8 0,0-1-31 0,0 2-37 16,-1-3-27-16,4 1-39 0,-2-11-32 0,-2 12-34 16,2-12-25-16,0 10-162 0,0-10-444 0,0 0 197 15</inkml:trace>
  <inkml:trace contextRef="#ctx0" brushRef="#br0" timeOffset="172501.13">30699 7565 20 0,'9'-5'183'0,"1"0"-2"16,4 3 3-16,7-1 7 0,1 1-2 0,4 3-14 16,-5 1-3-16,2 2-20 0,-5 2-7 0,1 0-9 15,0 0-12-15,-8 3-9 0,0-3-11 0,-3 2-8 16,-2 1-7-16,-2 1-8 0,-6 0-6 0,-6 5-10 15,-5-1-13-15,-10 4-27 0,-4-2-43 0,-4-1-38 16,-2 0-53-16,-2-4-45 0,0 4-216 0,-3-3-401 0,-10 2 179 16</inkml:trace>
  <inkml:trace contextRef="#ctx0" brushRef="#br0" timeOffset="177112.56">28689 7077 56 0,'0'0'91'0,"0"0"-3"0,0 0-6 0,-4-9-2 15,4 9-14-15,0 0 10 0,0 0-14 0,-5-8-5 16,5 8-2-16,0 0-2 0,0 0 3 0,-1-6 5 16,1 6-6-16,0 0 1 0,0 0-6 0,-3-8 0 15,3 8 8-15,0 0 0 0,0 0-7 0,-2-8-3 16,2 8-3-16,0 0 1 0,0 0-8 0,0 0-5 16,-3-7-5-16,3 7-1 0,0 0 8 0,0 0 0 15,0 0-4-15,-1-9 2 0,1 9-3 0,0 0-5 16,0 0 2-16,0 0-2 0,0 0-1 0,0 0 0 15,-3-9-1-15,3 9 0 0,0 0-4 0,0 0 5 0,0 0-6 16,0 0-9-16,0 0 3 0,0 0-7 16,0 0-4-16,0 0 8 0,0 0-6 0,0 0 1 15,0 0-1-15,0 0-3 0,0 0 1 0,0 0-1 16,0 0 0-16,0 0 2 0,0 0-8 0,0 0 1 16,0 0 1-16,0 0 3 0,0 0-9 0,0 0 8 15,0 0-2-15,0 0-1 0,0 0-1 0,0 0 8 16,0 0-1-16,0 0 2 0,0 0-7 0,0 0 1 15,0 0 4-15,0 0 1 0,9 22-7 0,-9-22 3 0,1 6-2 16,-1-6 2-16,2 13 2 0,-2-8 0 16,1 5 1-16,2-1-2 0,-1 0 1 0,2 0 2 0,-4 1-7 15,3-1 8-15,-1 3 3 0,2-1-1 0,-2 0 3 16,1 0-4-16,1 6-7 0,-2-5 8 0,1 1 2 16,1 0 1-16,-1-1-3 0,1-1 0 0,0 2 4 15,0-3-3-15,0 3 8 0,-2-1-4 0,2 1 0 16,0-2 0-16,-1 0 0 0,4 5 3 0,-3-1-1 15,1-6 0-15,-1 7-2 0,-2-3-1 0,3-1 1 16,1 3-3-16,-1 0 6 0,0-3-4 0,0 1 4 16,-1 0-3-16,-1-1 0 0,-1-1-6 0,3 1 2 15,-1-1 2-15,-1 0 1 0,2 0-2 0,-3 0-7 16,2 1 5-16,0 4 2 0,-1-3-1 0,2-2-1 16,-2 1 1-16,0 0-1 0,0-2 3 0,-1 1 1 15,1 0-3-15,-2 1 8 0,3 1-2 0,-2-5-6 16,-1 5 4-16,1-3-1 0,-2 2 2 0,1-2-1 15,2 1 0-15,-2 0-1 0,-1 0 1 0,4 0 1 16,-3 0 4-16,-1 2-2 0,3-4-4 0,-1 2-1 16,-3-1 6-16,2 2-5 0,2-2-1 0,-2 2-4 15,0-3 7-15,-1 2-6 0,3 1 4 0,-3 0 0 16,2-4-3-16,2 4-2 0,-2 0 2 0,0 1 0 16,0-1 0-16,-1-1 2 0,-1 1 0 0,2 0 1 15,1 0-4-15,-2 0 1 0,-1 0 2 0,1-1-3 16,1 0 4-16,-1-1 2 0,-1 2 4 0,1 0-2 15,-1-3-3-15,1 2 1 0,1-1 0 0,0 0-2 0,0-2-1 16,-2 3 2-16,1-4-1 0,0 5 0 16,-1-4-2-16,0 1 3 0,1 1-3 0,-1 0-5 15,-1 0 2-15,1-1 3 0,-1 3-5 0,2-3 6 16,-1 0-4-16,0 3-1 0,3-1-2 0,-2 0 4 16,2 0 8-16,-1-1 0 0,1-1-4 0,-2 3 1 0,1-2-2 15,0 0 0-15,-1-2-4 0,2 4 2 16,-2-1 4-16,1 0 1 0,0-1-3 0,-1 0-2 15,0-2-2-15,1 2 3 0,0 0-1 0,1-3-1 0,-2 2-3 16,0-2 2-16,-1-1-1 0,4 1-2 0,-4-7 4 16,1 12 3-16,1-8-7 0,0 3 1 0,-2-7 2 15,4 8-1-15,-3-1-4 0,-1-7 4 0,1 10 1 16,-2-2-1-16,1-8 2 0,-1 11 2 16,1-11-4-16,-4 10 0 0,4-10 0 0,-2 9-6 0,2-9-5 15,-2 8-7-15,2-8-10 0,-1 7-15 0,1-7-11 16,-2 7-21-16,2-7-21 0,0 0-31 0,-4 7-20 15,4-7-14-15,0 0-20 0,-5 4-160 0,5-4-365 16,0 0 162-16</inkml:trace>
  <inkml:trace contextRef="#ctx0" brushRef="#br0" timeOffset="180776.51">29757 7040 2 0,'10'-5'29'0,"1"4"-11"16,-5-2 5-16,4 3-3 0,2-4-3 0,-2 2-6 16,-2 2-4-16,1-1-1 0,-2-1 8 0,-7 2-11 15,12-3 3-15,-12 3-5 0,10 0 8 0,-10 0-5 16,0 0 0-16,8-1 6 0,-8 1 3 0,0 0 1 15,0 0 0-15,7-2 0 0,-7 2 1 0,0 0 1 16,0 0 3-16,0 0 7 0,0 0-11 0,8-1 7 16,-8 1-3-16,0 0 1 0,0 0 4 0,0 0-4 15,0 0 4-15,0 0-3 0,5-5 2 0,-5 5-1 16,0 0 5-16,3-7 6 0,-3 7 13 0,0 0-9 16,0 0 13-16,-2-10-8 0,2 10 5 0,0 0-1 15,0 0 2-15,0-8-5 0,0 8 9 0,0 0 3 16,0 0-9-16,0 0 8 0,0 0-4 0,0 0-1 15,-1-11 1-15,1 11-2 0,0 0 0 0,0 0 6 16,-4-7-4-16,4 7 7 0,0 0 2 0,0 0 6 16,0 0-6-16,0 0 6 0,0 0-6 0,0 0 5 15,0 0 1-15,0 0 2 0,-1-10-6 0,1 10-3 16,0 0 0-16,0 0-4 0,0 0-8 0,0 0-1 16,0 0-3-16,0 0-6 0,0 0-11 0,0 0 2 15,0 0-5-15,0 0-3 0,0 0-6 0,0 0-2 16,0 0-4-16,0 0-4 0,0 0 3 0,0 0-2 15,0 0 0-15,0 0 3 0,0 0-2 0,-9 20 0 16,8-11-1-16,-2 0-2 0,-1 2 4 0,3 1 12 16,-1 1 1-16,-1 0-5 0,2 3 0 0,-1 2-4 0,0-3 5 15,-1 3-4-15,2-2-3 0,-3 0 1 16,2 4 3-16,2-2-2 0,-2 0-5 0,0 1 2 0,3 0 3 16,0 5-2-16,-1-5 1 0,2 7-2 0,-1-1-2 15,-1 2 1-15,1-2 2 0,2 1-7 0,-2 2 11 16,0 2-8-16,2-2 1 0,-1 2-2 15,2 0 2-15,0 2 1 0,-1-1 2 0,1 1-4 0,-2 2 1 16,2-5-1-16,2 4 3 0,-1-2-3 0,0-2 2 16,-1 3-4-16,0 1 7 0,-1-4-6 0,1 2 0 15,-3-4 1-15,0 2 1 0,3-1-3 0,-3-1 0 16,3-1 3-16,0 1-1 0,0 0-2 0,0-2 1 16,-1-1 0-16,1-5 0 0,-1 5 1 0,-2-6-2 15,2 0-1-15,4 6 2 0,-4-6-1 0,1 1-2 16,1 5 2-16,-4-6-3 0,2 0-4 0,-1-2-2 15,0 0-6-15,0-3 1 0,-2 3-9 16,3-5-1-16,0 1-12 0,-1 1-27 0,-2-3-25 0,0 0-27 16,0-1-29-16,0 1-19 0,0-10-17 0,-2 12-22 15,-1-4-120-15,3-8-346 0,-8 12 153 0</inkml:trace>
  <inkml:trace contextRef="#ctx0" brushRef="#br0" timeOffset="183228.01">27384 7797 48 0,'-5'-5'47'0,"5"5"-5"0,-4-6-4 0,4 6-4 15,-6-4-4-15,6 4-2 0,-4-5 0 0,4 5 3 0,0 0 3 16,-4-9-2-16,4 9-4 0,0 0-4 15,-4-11 0-15,4 11-4 0,0-8 0 0,0 8 2 16,0-11-6-16,0 11 3 0,-2-10-10 0,2 10 0 16,0-10 11-16,0 2-4 0,0-1-8 0,0 9 6 0,0-14 14 15,0 8-15-15,0-6 9 0,0 3-2 16,0 0-5-16,0-2-4 0,0 2 4 0,0-2 3 16,-2 2 3-16,2-1 4 0,-1 0 4 0,0 0-10 15,-2-1 6-15,3 2-11 0,-2-3-1 0,2 1 1 0,-2 0 0 16,2-1-2-16,-2 2 4 0,0 0-4 15,2-2-6-15,-1 1 2 0,2 2 23 0,-1 0-9 0,0-1-2 16,-2 1 1-16,1-3-4 0,1 3-2 16,0 0-4-16,0-1 6 0,0 10 0 0,-2-17 3 0,2 9-2 15,-3-1-6-15,3 9 13 0,0-13-1 0,-2 6-1 16,2 7 7-16,-2-14-2 0,1 8-11 0,1 6 3 16,0-13 5-16,-2 7 1 0,2 6 0 0,0-13 2 15,0 13-4-15,-1-9 2 0,1 9-7 0,-1-9 0 16,1 9 10-16,-2-10 6 0,2 10-5 0,0 0-3 15,0 0 0-15,-2-7 1 0,2 7-11 0,0 0 1 16,0 0-5-16,0 0-4 0,0 0 1 0,0 0-1 16,0 0-2-16,0 0-2 0,0 0-1 0,0 0 2 15,0 0-8-15,0 0 2 0,0 33 2 0,0-23 0 16,0 2 0-16,0 4 0 0,0 0 6 0,0 1 1 16,0 1 1-16,-2 1 4 0,0 1-4 0,2 0 4 15,-3-1-3-15,1 5 0 0,4 4-5 0,-2-1 7 16,-2 0-1-16,4 1-1 0,-2-1-2 0,0 3-4 15,2 0 9-15,-1-2-3 0,3-2-1 0,-2 2 1 16,1-1-1-16,1 0-1 0,-2-2-6 0,0 2 6 16,3 0-2-16,-2-3 0 0,-3 1 3 0,2 1 4 15,2-1-6-15,-4 0 2 0,0-5-5 0,2 5 5 16,-2-6-7-16,4 5 6 0,-1-7-6 0,-1 1 4 16,0-1 0-16,0 2-4 0,3-3 1 0,-2 1 1 15,-1-2 2-15,2-2-3 0,-1 0-1 0,-2 2 3 0,0-3 3 16,3-1-8-16,-4 0 0 0,4-1 3 15,-3 0-3-15,0 0 0 0,0-2 4 0,1-1-5 16,-2 1 2-16,3 0-4 0,-3-8 4 0,2 10-1 16,-2-3 0-16,0-7-1 0,2 12 5 0,0-9 2 0,-2-3-9 15,0 9 1-15,0-9 3 0,1 7 3 16,-1-7-5-16,0 0 5 0,2 9-3 0,-2-9-2 16,0 0-1-16,0 0 4 0,2 8-1 0,-2-8-2 0,0 0 4 15,0 0-7-15,0 0 5 0,0 0 2 0,0 0 1 16,2 5-1-16,-2-5 0 0,0 0 2 15,0 0-2-15,0 0 0 0,0 0 3 0,0 0 1 16,0 0-3-16,0 0 2 0,0 0 1 0,11 0-3 16,-11 0 2-16,0 0 0 0,0 0-1 0,14-7-3 0,-6 4 2 15,-3 1-2-15,5 0-1 0,-4-2 0 0,7 0-1 16,-1 1-3-16,7 0 3 0,-5 2-1 0,4-1 2 16,1-2-1-16,0 1 0 0,1 1 1 0,1-1-4 15,9-1 2-15,1 2 4 0,0 0-6 0,-1-2 6 16,1 4-1-16,0-2-3 0,1 0 3 0,1 4-2 15,-1-5 6-15,-1 2-10 0,2-3 5 0,-11 1-2 16,-3 2 1-16,3 1 2 0,-3-1-3 0,-1 1-3 16,-3 1 7-16,-2 0-2 0,1-2-3 0,-3 1 1 15,0 0 0-15,-1-1 3 0,-1 1-3 0,2 0 3 16,-11 0-5-16,16 0 2 0,-9 0 3 0,-7 0-2 16,14-2-1-16,-6 2 1 0,-8 0-4 0,9-3-5 15,-9 3-12-15,9 2-19 0,-9-2-26 0,9 1-22 16,-9-1-38-16,0 0-16 0,0 0-5 0,9 2-12 15,-9-2-114-15,0 0-295 0,0 0 130 0</inkml:trace>
  <inkml:trace contextRef="#ctx0" brushRef="#br0" timeOffset="183365.48">28224 8380 70 0,'0'0'85'0,"0"0"-13"15,0 0-29-15,0 0-50 0,0 0-38 16,0 0-47-16,0 0 22 0</inkml:trace>
  <inkml:trace contextRef="#ctx0" brushRef="#br0" timeOffset="184628.2">32055 7501 35 0,'0'0'94'0,"-4"-6"-10"0,4 6-5 0,0 0-7 16,0 0 1-16,-5-5-6 0,5 5 5 0,0 0-12 16,0 0 10-16,-6-4-1 0,6 4-4 0,0 0-2 15,0 0-6-15,0 0 5 0,0 0-3 0,0 0-5 16,0 0-6-16,-3-8-3 0,3 8-3 0,0 0 4 16,0 0-15-16,15-1 10 0,-4-3-20 0,9 1-2 15,10 0 4-15,5-3-6 0,1 0 2 0,16 3-13 16,-1-2-6-16,-11 3 12 0,-1-1-7 0,13 2 2 15,-14-2 2-15,1 2-1 0,-2-3-4 0,1 0-2 16,-38 4 6-16,70-4 8 0,-39 2-7 0,1 1-6 16,-32 1-3-16,51-7 0 0,-51 7-1 0,42-4 4 15,-42 4-2-15,30-4-1 0,-30 4 6 0,0 0-8 16,0 0-7-16,41-2 13 0,-41 2 0 0,0 0 2 16,0 0-2-16,0 0-1 0,0 0-4 0,0 0 4 15,33-5 0-15,-33 5-1 0,0 0-5 0,0 0 2 16,0 0 3-16,0 0-2 0,0 0 10 0,0 0 13 15,0 0-4-15,0 0 7 0,0 0-3 0,0 0-1 16,0 0 1-16,0 0 1 0,0 0 3 0,0 0 0 16,0 0 7-16,0 0-2 0,0 0 7 15,0 0 0-15,0 0-13 0,0 0 7 0,0 0-4 0,0 0-2 16,0 0-2-16,0 0-4 0,0 0 1 0,0 0-5 16,0 0-1-16,0 0-2 0,0 0-2 0,0 0 2 15,0 0-5-15,0 0 0 0,0 0 4 16,0 0-6-16,0 0 0 0,0 0-2 0,0 0-3 0,0 0-1 15,0 0 0-15,0 0-2 0,0 0-3 0,0 0 3 16,0 0 0-16,0 0-1 0,0 0 2 0,0 0 0 16,0 0-3-16,0 0-2 0,0 0 5 0,24 24 0 15,-24-24 1-15,0 0 3 0,0 0 1 0,0 43 1 16,0-43-3-16,1 32 4 0,-1-32 1 0,2 36 3 16,-2-36-2-16,2 50 0 0,-2-50-1 15,-1 50 0-15,0-20 1 0,1-30 1 0,-2 64-7 16,5-28 7-16,-3 1 0 0,3 7-1 0,0-7 2 0,2 7-3 15,-2-7 11-15,0-1-10 0,2-1-15 0,-5 11-24 16,2-12-58-16,-2-3-83 0,0-31-187 0,-13 64-386 16,-3-36 171-16</inkml:trace>
  <inkml:trace contextRef="#ctx0" brushRef="#br0" timeOffset="185976.14">25910 7865 83 0,'0'0'114'0,"0"0"-1"0,-4-8-4 0,4 8-17 16,0 0-8-16,-4-3-4 0,4 3-12 0,0 0-3 0,-7-4 3 15,7 4 4-15,0 0-9 0,0 0-5 16,0 0-8-16,0 0-7 0,0 0-6 0,-4-5-5 16,4 5 0-16,0 0-9 0,0 0-1 0,0 0-7 15,0 0 14-15,0 0-10 0,0 0-5 0,-10 13 6 0,8-7-2 16,-2 3-7-16,0 1-1 0,1 2-2 0,-3 5 6 16,2-2 1-16,3 5 7 0,-1 0 11 15,-1-1-10-15,1 5 3 0,2 1 4 0,0 1-1 16,2-1-10-16,-2 0 4 0,0 0-1 0,3 0-9 0,-1 1 4 15,-1 0 0-15,2-7 1 0,-2 7-1 0,3-1-3 16,-4 1 5-16,4 0-4 0,-3-1-1 0,3 5 3 16,-2-1 1-16,0 2 2 0,0-3-2 15,1 3 1-15,2-2 1 0,-3 1-6 0,0 1-3 0,0-1 5 16,0-1 0-16,-1-2-1 0,0-1-7 0,2 2 0 16,-1-3-8-16,2 1 11 0,-2 1-2 0,3-1-1 15,0-1 4-15,-3-6-1 0,1 0-3 0,-1 1 0 16,2-1-3-16,-2 0 1 0,0 5 3 0,-1-7 0 15,3-1-3-15,-4 2 0 0,4-3-4 0,-4-2 2 16,0-2 1-16,2 1 2 0,1-1-3 0,-3-2-4 16,0 3 0-16,0-3 3 0,1 1 0 0,1-1 2 15,-2 2-1-15,2-1-1 0,-2-3-4 0,2 2 8 16,0-3-3-16,-2 2-6 0,2-1 8 0,-2-7-6 16,2 12 1-16,-1-5 2 0,3 1-1 0,-2-2-4 15,0 0 9-15,-2 2-6 0,0-8 4 0,4 12-3 16,0-5 0-16,-2-1 5 0,-2 1-8 0,4-1 3 15,-2 0-1-15,1 1 2 0,1-2-3 0,-4-5 5 16,6 10-5-16,-3-5 3 0,-1 0-3 0,-2-5 4 16,9 7-5-16,-2-5 4 0,-1 1 2 0,1 0-5 0,5 0 4 15,1-2 2-15,1 0-3 0,-1-1-3 16,6-1 4-16,0-2-1 0,1 2 0 0,1-2-2 16,8 1-1-16,3 1 3 0,3-1 0 0,-1-1-1 15,4-1-1-15,16-3-3 0,0 2 5 0,2-1 3 0,9-1-6 16,1 2 2-16,24-4 4 0,-31 4-4 15,7-2-2-15,-3 2 0 0,4 3 1 0,-2 0 0 16,27-8 0-16,-33 9 3 0,0-1-3 0,3-1 0 16,-1-3-1-16,0 2 0 0,2 1 4 0,-5 3-5 0,-3-1 1 15,-2-1 1-15,0 0 4 0,-19 2-2 0,-1 2-1 16,-3-2 2-16,1 0-5 0,-10 0 1 16,-4-2 2-16,-5 2 0 0,-1-1-2 0,-3 1 3 15,-8 0-1-15,12 0 0 0,-12 0-7 0,9-1-8 0,-9 1-24 16,0 0-51-16,0 0-34 0,7-10-41 0,-7 10-159 15,0 0-347-15,0 0 154 0</inkml:trace>
  <inkml:trace contextRef="#ctx0" brushRef="#br0" timeOffset="186691.96">27784 8869 60 0,'0'-8'111'0,"0"8"5"0,0-15-6 0,0 8 11 16,0 7-3-16,0-14 6 0,2 7-10 16,-2 7-6-16,2-12-10 0,-2 12-5 0,-2-15 6 0,4 10 3 15,-2 5-1-15,0-10-5 0,0 10-4 0,0-8-4 16,0 8-7-16,0 0-13 0,0-10-6 15,0 10-7-15,0 0-9 0,0 0-9 0,0 0-1 0,0 0-9 16,0 0-4-16,0 0-2 0,0 0 1 0,0 0-2 16,0 0-5-16,6 21 1 0,-4-10-2 0,-2 2 0 15,0 3-2-15,2 4-2 0,-2 4-2 0,0-1-3 16,0-3 3-16,0 6 0 0,-4 2 5 0,3-1 2 16,-1 4-3-16,-3-2-4 0,3 2 0 0,2 0 4 15,0-1 2-15,0 0-4 0,2 4-1 0,0-5 0 16,2 2-1-16,-3 0-3 0,4-1 2 0,-3 1 1 15,2-2-1-15,0 0-1 0,-1-3 1 0,1-1 5 16,-3-6-7-16,3 5-1 0,-2-5-2 0,3-1 5 16,-3-1-2-16,1 0-4 0,-1-5 5 0,-2 1-2 15,6 1 4-15,-3-3-3 0,-1 0-14 0,0-1-9 16,0-1-20-16,0-2-13 0,-2 0-15 0,0 3-36 0,2-4-12 16,-2-6-23-16,5 11-24 0,-4-5-153 15,-1-6-339-15,0 0 150 0</inkml:trace>
  <inkml:trace contextRef="#ctx0" brushRef="#br0" timeOffset="187153.01">28058 9109 8 0,'0'-12'156'0,"0"12"4"0,-2-9 1 15,2 9-15-15,-1-9 0 0,1 9-1 0,0 0-8 0,0-10-1 16,0 10-8-16,0 0-6 0,-3-6-12 0,3 6-14 15,0 0-8-15,0 0-11 0,0 0-10 0,0 0-8 16,-2-8-13-16,2 8-2 0,0 0-7 0,0 0-3 16,0 0 0-16,0 0-1 0,5 32 6 0,-4-22-4 15,-1 5-6-15,2 2 2 0,3 4-3 0,-3 7 2 16,0-3 3-16,-2 1-1 0,7 3-3 0,-7-2 2 16,4-2-6-16,-4-4-1 0,1-2-4 0,0 0 0 15,0 2-6-15,1-4 3 0,0 2-3 0,1-2-2 16,-2-2 0-16,1-1 2 0,-1-2-3 0,-1 0 2 15,1-1-4-15,2-3 4 0,-1 0-13 0,-2 0-11 16,0-8-16-16,2 11-16 0,-2-11-17 0,0 9-24 0,0-9-15 16,0 0-27-16,0 0-26 0,-4 8-44 15,4-8-123-15,0 0-343 0,0 0 152 0</inkml:trace>
  <inkml:trace contextRef="#ctx0" brushRef="#br0" timeOffset="187925.54">28213 9292 8 0,'0'0'110'0,"0"0"11"0,-11-2-11 0,11 2-1 15,0 0-3-15,-8 0-13 0,8 0-4 16,0 0-13-16,0 0 0 0,0 0-11 0,0 0-4 0,0 0-1 16,-8-3-11-16,8 3-3 0,0 0-3 0,0 0-7 15,0 0-2-15,0 0 0 0,0 0 2 0,0 0-1 16,35 1 1-16,-16-2-6 0,2 0 3 0,4 1 1 16,5-1 1-16,0-1-1 0,0 0 0 15,-3-1-4-15,3 2-6 0,0-1 1 0,-4 1-1 0,5 0-3 16,-1-1 1-16,-1 2 1 0,2-3-1 0,1 0 1 15,0 1-7-15,-1 0 2 0,4 1 0 0,1-1 2 16,-2 4-6-16,-4-2 4 0,-1-2-7 16,-9 2 0-16,2 0-7 0,-3 0 8 0,-1 0-1 0,-2 2 7 15,-2-2-3-15,-3 1-1 0,1-2 4 0,-5 2 1 16,-7-1-2-16,13-1-1 0,-5 2 1 0,-8-1-2 16,9 2 3-16,-9-2 5 0,10 0 0 0,-10 0-4 15,11 0 4-15,-11 0-10 0,9 1 11 0,-9-1-5 16,9 1 3-16,-9-1-3 0,8 0-2 0,-8 0-1 15,0 0 0-15,9 2-2 0,-9-2 0 0,0 0-1 16,8 1-3-16,-8-1 2 0,0 0-1 0,0 0-1 16,0 0-1-16,11 0 0 0,-11 0-3 0,0 0 5 15,10-1-1-15,-10 1-1 0,8-3-4 0,-8 3-2 16,0 0 1-16,10 0-1 0,-10 0 4 0,0 0-4 16,12 0-1-16,-12 0-1 0,9-1 3 0,-9 1-1 15,11 1 2-15,-3-1-4 0,-8 0 7 0,14 0-6 16,-6 0 1-16,-8 0 0 0,15 0-3 0,-9 0-2 15,-6 0 2-15,14-1 4 0,-6-1-4 0,-8 2 2 16,13 0 4-16,-7-1-6 0,-6 1-2 0,14-2 5 0,-7 4-3 16,3-4-2-16,0 2 0 0,0-2 7 0,1 2-4 15,1-1-3-15,0-3 2 0,1 3 1 16,-1-2-1-16,1 2-2 0,0-1 3 0,-3 0-3 16,-1 1 3-16,0-1-2 0,-9 2 4 0,13 0-4 0,-8-2 4 15,-5 2-6-15,11-1 5 0,-11 1-1 0,8-1 1 16,-8 1-1-16,0 0 3 0,0 0-1 15,9-2-3-15,-9 2-4 0,0 0 9 0,0 0-4 0,0 0-2 16,0 0 11-16,0 0-7 0,0 0-6 0,7-2 4 16,-7 2-1-16,0 0-8 0,0 0-8 0,0 0-12 15,0 0-18-15,0 0-16 0,0 0-28 0,0 0-26 16,0 0-36-16,0 0-45 0,0 0-123 16,0 0-346-16,-29 4 153 0</inkml:trace>
  <inkml:trace contextRef="#ctx0" brushRef="#br0" timeOffset="188716.67">29407 8800 122 0,'0'0'144'0,"3"-12"2"0,-3 5-6 0,0 7-11 15,2-10 2-15,-1 4 5 0,-1 6 5 0,2-7-9 16,-2 7-12-16,4-7-4 0,-4 7-10 0,0 0-10 16,0 0-13-16,0-9-9 0,0 9-3 0,0 0-14 15,0 0-9-15,0 0-2 0,0 0-6 0,0 0-9 16,0 0-4-16,0 0-1 0,0 0-9 0,0 0 2 16,0 0 1-16,1 22 5 0,2-12-3 0,-1 6-2 15,3 1 4-15,-1 1-4 0,-2 7 1 0,0-1 4 16,2 5 9-16,1-3 2 0,-1 3-5 0,-1 0 0 15,0 0 4-15,-1 2-4 0,2 1 5 0,-3 2 4 16,2 1-3-16,1-1-7 0,-1 1 1 0,-1-3 1 0,-1 1-4 16,2 0-3-16,-2-2-1 0,1 0-2 15,-2-1-3-15,1-2 2 0,-1 0-7 0,0-2 3 16,0-1-2-16,0 0 1 0,0-6-1 0,-1-2-7 16,1 1-10-16,-2-1-9 0,2-1-20 0,-1 0-18 15,0-4-32-15,-1 1-25 0,1-3-30 0,2 1-27 16,-1-4-38-16,0 2-170 0,0-9-401 0,0 9 178 15</inkml:trace>
  <inkml:trace contextRef="#ctx0" brushRef="#br0" timeOffset="191361.42">29408 8432 92 0,'2'-8'96'15,"-2"8"-13"-15,1-8 6 0,-1 8-15 0,0-13 4 16,0 13-9-16,0-11-4 0,0 5 1 0,0 6-1 16,0-11 7-16,0 11 2 0,0-12-4 0,0 12-9 15,-1-8-3-15,1 8 3 0,-2-8 3 0,2 8 2 16,0 0-6-16,0 0-8 0,-1-9-4 0,1 9-5 16,0 0-9-16,0 0 3 0,0 0-8 0,0 0-5 15,0 0-1-15,-3-9-7 0,3 9 1 16,0 0-3-16,0 0-3 0,0 0-5 0,0 0 3 0,0 0-4 15,0 0 3-15,0 0-6 0,0 0 5 0,6 22-6 16,-5-12-1-16,3 0 1 0,-3 6 0 0,2 0 2 16,1 3 3-16,-2 0-4 0,3 9-3 0,-4-1 2 15,1 4 5-15,0 0-1 0,-1 2 0 0,-2 1 3 16,1 2-3-16,0-2-6 0,-1 3 3 0,0 8-3 16,1-12 5-16,2 4 2 0,-2-5-2 0,1 2 1 15,-1-2 1-15,2 1-8 0,-1-1-2 0,-1-3-13 16,1 1-8-16,1-2-14 0,1 1-25 0,-1 0-29 0,0-2-18 15,3-1-21-15,-6-1-90 0,2-7-240 16,-1 0 107-16</inkml:trace>
  <inkml:trace contextRef="#ctx0" brushRef="#br0" timeOffset="192132.52">29587 9281 45 0,'0'0'84'0,"0"0"9"0,0 0-13 15,0 0-5-15,0 0-8 0,0 0-5 0,0 0-8 16,0 0-6-16,0 0 2 0,0 0-10 0,0 0 2 0,-25-4-2 16,25 4-10-16,-11 0-1 0,11 0 3 0,-14-2-10 15,5 1 5-15,9 1 4 0,-16-1-12 16,9-1 4-16,7 2 20 0,-11 2 7 0,11-2 7 15,-11-2 2-15,11 2 0 0,-8-2-5 0,8 2-2 16,0 0-5-16,-9-1-3 0,9 1-10 0,0 0-2 16,0 0-2-16,0 0-6 0,0 0-1 0,0 0-5 15,0 0 0-15,0 0-1 0,0 0-3 0,37 3-2 0,-8-3 0 16,3-2-2-16,21-2 6 0,0-3-8 0,2 4 3 16,3 0-8-16,-2 0 0 0,3-2-4 0,-4 3 9 15,-4-1-7-15,-13 1 2 0,3 0 6 0,-4 3-7 16,-1-2 4-16,-3-1-3 0,-2 2-3 0,1 0-4 15,-4 0-11-15,-8 2-26 0,1-5-14 0,-2 3-16 16,-1-1-20-16,0-1-21 0,0 0-22 0,-7 0-75 16,3-1-226-16,-1-1 100 0</inkml:trace>
  <inkml:trace contextRef="#ctx0" brushRef="#br0" timeOffset="193253.87">30364 8913 5 0,'-1'-7'162'0,"1"7"-13"16,-1-15-13-16,-1 8-7 0,2 7-5 0,-1-13 2 16,0 7-8-16,1 6-9 0,-1-14-4 0,-1 9 2 0,2 5 0 15,-1-11-7-15,1 11-7 0,-1-10-12 0,1 10-7 16,1-7-6-16,-1 7-3 0,0 0-6 0,-1-11-3 15,1 11-2-15,0 0-6 0,0 0-5 16,1-7-7-16,-1 7-5 0,0 0-1 0,0 0-7 0,0 0-3 16,0 0-6-16,0 0-1 0,0 0-6 0,0 0 6 15,0 0-4-15,0 0 2 0,0 0-4 0,0 0-1 16,4 22 1-16,-2-15 1 0,1 3-5 0,-2-2 0 16,3 0 0-16,-1 4 1 0,-2-4-3 0,2 3-2 15,-3 3 8-15,2-5-6 0,-2 4 1 0,0-4 1 16,0 2-2-16,1 2-2 0,-1-3 5 0,0 0 0 15,0 0-2-15,-1 2-1 0,1-3 2 0,0-1-4 16,0 0 2-16,1-1-2 0,-1-7 5 0,2 11-1 16,-2-11-1-16,0 11 0 0,0-11 3 0,-2 7-1 15,2-7-1-15,0 0-2 0,0 10 2 0,0-10-1 16,0 0 1-16,0 0-1 0,0 0 3 0,0 0 5 16,0 8-3-16,0-8 8 0,0 0 2 0,0 0 3 15,0 0 4-15,0 0 0 0,0 0-3 0,0 0 1 16,0 0-3-16,0 0 4 0,0 0-6 0,0 0 2 15,0 0-5-15,0 0 6 0,0 0-5 0,0 0-1 16,0 0-1-16,0 0-2 0,0 0 0 0,0 0 0 16,0 0-5-16,0 0 5 0,0 0-3 0,0 0 3 15,0 0-7-15,0 0 0 0,0 0 0 0,0 0 0 16,0 0-1-16,0 0-1 0,0 0 1 0,0 0 2 16,0 0-4-16,-1-26 7 0,1 26-5 0,0 0-1 15,0 0-2-15,0-10-2 0,0 10 2 0,1-8-1 16,-1 8 3-16,0 0-1 0,2-13 0 0,-2 13 2 15,2-8-3-15,-2 8 2 0,1-11-1 0,-1 11-2 16,0-10 2-16,0 10 3 0,0-10-3 0,0 10-1 16,0-12 1-16,0 12 1 0,-3-10-3 0,3 10 2 0,0-11-1 15,0 11 16-15,0-8 0 0,0 8 0 16,0 0-2-16,-2-10 0 0,2 10-1 0,0 0-3 16,0 0 0-16,0-9-2 0,0 9-1 0,0 0-3 15,0 0-2-15,0 0-3 0,0 0-1 0,0 0-3 0,0 0-3 16,0 0 0-16,0 0 0 0,0 0 3 15,0 0 1-15,0 0 0 0,2 30-1 0,0-19 2 16,-2 6-1-16,1 2 3 0,1-2-2 0,-1 4 1 16,3 2 0-16,-2-4 2 0,0 7 0 0,-1-1 2 15,0 0-2-15,2 3 2 0,-3-3-1 0,2 0-1 0,1 0 0 16,-2-4 6-16,-1 2-5 0,0 3 3 16,0-6-2-16,0-2 1 0,0 0 0 0,2 0 0 15,-2-1 0-15,1-5 1 0,-1 5 0 0,0-5-2 16,0-2-3-16,0-3-7 0,0 1-7 0,1-1-14 0,-1-7-7 15,1 13-33-15,2-8-28 0,-3-5-30 0,0 11-19 16,0-11-28-16,2 4-27 0,-2-4-145 0,0 0-374 16,0 0 165-16</inkml:trace>
  <inkml:trace contextRef="#ctx0" brushRef="#br0" timeOffset="193776.63">30644 8806 29 0,'0'0'166'0,"0"-7"-5"0,0 7-6 0,0 0-5 15,-1-12-6-15,1 12-12 0,0 0-5 0,0 0-15 0,-3-8-15 16,3 8-6-16,0 0-14 0,0 0-10 0,0 0-7 15,0 0-10-15,0 0-8 0,0 0 0 16,0 0-7-16,0 0-1 0,0 0 0 0,0 0-6 16,-4 31-2-16,4-19-4 0,-2 5 8 0,2-1-4 0,-1 4-4 15,2 5 5-15,-4-2-2 0,2 3 1 0,-4 0 3 16,5 2-3-16,-4-3 1 0,2 5-4 0,0-1 4 16,0-1-4-16,1 0-2 0,-1 3-3 15,0-2-3-15,2-5-3 0,1 4 4 0,2-5-4 0,-2 3 2 16,0-1-1-16,4 0-1 0,-2-5-1 0,3 5-1 15,-1-7-3-15,0-2-1 0,-1 4 3 0,-1-4 6 16,2 0-15-16,-1 0-18 0,-3-4-18 0,3-2-18 16,-4 0-25-16,2 1-38 0,0-3-25 0,-1-1-12 15,1 1-144-15,-2-8-321 0,0 10 142 0</inkml:trace>
  <inkml:trace contextRef="#ctx0" brushRef="#br0" timeOffset="194388.31">30709 9141 53 0,'-9'-4'137'0,"9"4"-15"0,-7-2-15 16,7 2-6-16,0 0-13 0,-10-3-3 0,10 3-7 15,0 0-1-15,0 0-2 0,0 0-2 0,0 0-12 16,0 0-1-16,0 0-13 0,0 0-6 0,0 0-2 15,0 0-1-15,0 0-6 0,0 0 9 0,35-3-6 16,-13 3-5-16,9-1-1 0,3-4 0 0,7 2-1 16,-3 1-1-16,20-4-4 0,-6 3 0 0,5-5 0 15,5 0 2-15,0 3-5 0,27-1 4 0,0-2-5 16,-27 3-4-16,3-3 1 0,31 1 4 16,-31 4-10-16,27-2 1 0,-29 0-2 0,4 2 4 0,0 0-7 15,-2-1 3-15,24-1-2 0,-27 1 2 0,0 0-4 16,2 0 5-16,-1 0-16 0,-2 1-1 0,-2 0 0 15,1-1 2-15,-2 1-2 0,-7 0 0 0,0 1 5 16,-13-2-4-16,3 2 1 0,-4 2-2 0,-1-4 7 16,-36 4-6-16,64-1 2 0,-35-2 2 0,-29 3-2 15,44 0 0-15,-44 0-5 0,0 0 8 0,47 0 0 16,-47 0-2-16,0 0 6 0,0 0 0 0,38 0 13 16,-38 0-1-16,0 0 6 0,0 0 12 0,0 0-6 15,0 0 6-15,0 0-5 0,0 0 1 0,0 0-6 16,0 0-2-16,0 0 3 0,0 0-5 0,0 0 4 15,0 0-12-15,0 0-9 0,0 0-14 0,0 0-25 16,0 0-12-16,0 0-40 0,0 0-12 0,0 0-22 16,0 0-17-16,0 0-114 0,0 0-273 0,0 0 122 15</inkml:trace>
  <inkml:trace contextRef="#ctx0" brushRef="#br0" timeOffset="194928.99">33056 7900 56 0,'0'0'102'0,"0"0"-7"16,0 0 6-16,0 0 1 0,0 0-4 0,0 0 0 16,0 0 2-16,0 0-8 0,0 0-5 0,0 0-3 15,0 0-10-15,0 0 1 0,0 0-12 0,0 0-3 16,0 0-4-16,0 0-8 0,0 0-6 0,0 0-7 15,0 0-1-15,0 0-10 0,0 0-6 0,0 0-17 16,0 0-5-16,0 0-12 0,0 0-3 0,0 0-7 16,0 0-19-16,-28-40-12 0,28 40 5 0,0 0-8 15,0 0 2-15,0 0 2 0,0 0-8 0,0 0-11 16,0 0-5-16,0 0 4 0,0 0-10 0,0 0-43 16,0 0-139-16,0 0 61 0</inkml:trace>
  <inkml:trace contextRef="#ctx0" brushRef="#br0" timeOffset="195622.74">32941 7878 73 0,'0'0'12'0,"0"0"-7"0,0 0 13 15,0 0 0-15,0 0 12 0,0 0 7 0,0 0 8 16,0 0 11-16,0 0 4 0,0 0 2 0,0 0 2 16,0 0 10-16,0 0-6 0,0 0-4 0,0 0-7 15,0 0 2-15,0 0-8 0,0 0-8 0,0 0-3 16,0 0-8-16,0 0 1 0,0 0-2 0,0 0-10 16,0 0 0-16,0 0-3 0,0 0-3 0,0 0-3 15,0 0 12-15,0 0 4 0,0 0 11 0,0 0-8 16,-31 36-5-16,31-36-6 0,0 0 17 0,0 47-14 15,0-47 2-15,-4 34-7 0,4-34 8 0,-1 37-3 16,1-37 8-16,-2 38-1 0,2-38-3 0,0 45 1 16,0-45 13-16,0 45-6 0,0-45 5 0,-3 54-7 15,0-26-1-15,3-28-2 0,-1 51-3 0,0-22 7 16,1-29-4-16,-5 52 2 0,2-27-2 0,3-25 3 16,-3 51-9-16,3-51-1 0,0 45-4 0,-2-21-1 15,2-24-2-15,-3 39-2 0,3-39 3 0,-2 50-4 16,2-50 2-16,-4 44-2 0,4-44-6 0,4 38 3 15,-4-38-2-15,0 36-1 0,0-36 2 0,0 39-1 16,0-39-5-16,4 40 2 0,-4-40 0 0,3 36 2 16,-3-36-3-16,3 36 0 0,-3-36 5 0,4 29-4 15,-4-29 0-15,0 0-3 0,4 35 5 0,-4-35-2 16,0 0-4-16,4 30 6 0,-4-30-5 0,0 0 3 16,0 0-3-16,0 0-2 0,6 36 2 0,-6-36 0 15,0 0-2-15,0 0 3 0,0 0 1 0,0 0-2 16,0 0-1-16,6 32 0 0,-6-32 1 0,0 0-5 15,0 0 1-15,0 0 3 0,0 0 0 0,0 0 3 16,0 0-2-16,0 0-1 0,7 32 0 0,-7-32 0 16,0 0-2-16,0 0-1 0,0 0 7 0,0 0-9 15,0 0 4-15,0 0 3 0,0 0 0 0,0 0-6 16,0 0 4-16,0 0-3 0,0 0 4 0,0 0-4 0,0 0 0 16,0 0 0-16,5 28-1 0,-5-28 5 15,0 0-2-15,0 0-6 0,0 0 6 0,0 0 0 16,0 0-3-16,0 0 0 0,0 0 1 0,0 0-2 15,0 0 2-15,0 0-1 0,0 0-4 0,0 0 1 16,14 24-2-16,-14-24 4 0,0 0-4 0,0 0 1 0,0 0 0 16,0 0-3-16,0 0 6 0,0 0-2 15,0 0 0-15,0 0 4 0,0 0 0 0,0 0-3 16,0 0 6-16,0 0-5 0,0 0 2 0,0 0-3 16,0 0 2-16,0 0 0 0,0 0 4 0,0 0-5 15,0 0 0-15,0 0-6 0,0 0-1 0,0 0-2 0,0 0-8 16,0 0-8-16,0 0-13 0,0 0-8 0,0 0-23 15,0 0-20-15,0 0-22 0,0 0-8 16,0 0-17-16,0 0-98 0,0 0-256 0,0 0 114 16</inkml:trace>
  <inkml:trace contextRef="#ctx0" brushRef="#br0" timeOffset="197702.58">30236 9764 25 0,'-1'-9'178'16,"1"9"-10"-16,0 0 0 0,0 0-9 0,0 0-10 16,0 0-15-16,0 0-12 0,0 0-15 0,0 0-8 15,0 0-18-15,0 0-1 0,0 0-5 0,0 0 1 16,0 0 10-16,16 16 3 0,-13-6-11 0,0-1-7 15,3 2-4-15,-2-2-9 0,0 3 0 0,0 5-8 16,0-6-3-16,-2 0-4 0,1-1-4 0,1 6-2 0,2 0-6 16,-2-4 4-16,1-1-4 0,-1-2-1 15,1-2-4-15,0 3-4 0,0-4 2 0,-1 0-2 16,1 1-7-16,-2-4 1 0,0 2-1 0,3 1 3 16,-6-6-4-16,5 5 3 0,-5-5 6 0,6 5 7 0,-6-5 5 15,4 4 7-15,-4-4-4 0,0 0-2 0,0 0-2 16,11-9-5-16,-11 9-2 0,7-11-4 0,-5 0 0 15,5-2 0-15,-4-1-3 0,4-1-6 16,-2 0 1-16,0-2-4 0,0 1-1 0,2-3 1 0,-4 2-2 16,4 0-3-16,-5 1 2 0,2 6-1 0,-1-2-4 15,0 4-1-15,-2-2 3 0,1 5-4 0,-2 5-12 16,5-10-9-16,-5 10-21 0,2-6-20 0,-2 6-22 16,0 0-14-16,0 0-14 0,0 0-34 0,0 0-21 15,0 0-23-15,6 17-182 0,-5-7-401 0,1-1 178 16</inkml:trace>
  <inkml:trace contextRef="#ctx0" brushRef="#br0" timeOffset="197954.01">30696 9907 114 0,'0'0'188'0,"0"0"6"0,0 0-12 16,-11-10-16-16,11 10-11 0,0 0 0 0,-15 2-13 15,15-2-6-15,-19 6-7 0,8 0-10 0,2 1-11 16,-1 1-4-16,3 2-9 0,-3-1-10 0,-3 1-9 16,5 0-8-16,3 1-5 0,-2-1-7 0,1-1-6 15,3 0-4-15,1 0-5 0,1 1-3 0,-2-2-3 16,3-8-1-16,4 15-13 0,-4-10-25 0,4 0-24 16,5 1-22-16,-3-3-33 0,3 1-32 0,4-1-25 15,-2-1-32-15,1-2-23 0,-1 1-108 0,2 1-327 16,1-6 146-16</inkml:trace>
  <inkml:trace contextRef="#ctx0" brushRef="#br0" timeOffset="198163.56">30859 9928 107 0,'2'-5'197'0,"-2"5"5"0,3-7-3 0,-3 7-6 16,0 0-14-16,1-9-18 0,-1 9-16 0,0 0-17 15,0 0-13-15,0 0-1 0,0 0 4 0,0 0-8 16,0 0 0-16,-1 26-11 0,0-17-10 0,-1 2-10 0,1 1-7 15,-1-1-6-15,0 0-6 0,1 1 10 16,-2-2-4-16,1 0-8 0,1 0-10 0,-1 0-21 16,1 0-21-16,1-3-25 0,0 2-39 0,-4-1-38 15,4-8-43-15,-2 11-32 0,1-5-32 0,1-6-153 16,-3 9-384-16,3-9 170 0</inkml:trace>
  <inkml:trace contextRef="#ctx0" brushRef="#br0" timeOffset="198521.6">30891 9907 37 0,'5'-4'185'0,"-1"-3"-5"0,0 3-11 15,-4 4-5-15,8-6-13 0,-8 6 5 0,11-3-2 16,-11 3-10-16,9 2-11 0,-9-2-17 16,10 6-5-16,-10-6-10 0,6 8-10 0,-2-3-5 0,-1-2-9 15,-1 5-6-15,-2-8-4 0,-1 11-5 0,1-11-9 16,-3 13 1-16,1-5-7 0,-3-1-4 0,0-1-1 15,-2 3-7-15,1-1-2 0,0-3-5 16,0-1 0-16,2 1-4 0,-1 0-14 0,0 0-6 0,5-5-1 16,-3 8-10-16,3-8 1 0,-2 6 1 0,2-6 2 15,0 11-3-15,0-11 2 0,7 9 1 16,-1-5-1-16,-2 3 1 0,1-3 0 0,1 1 1 16,0 1 0-16,0-2 4 0,-1 0-5 0,1 1 0 0,-2-1 1 15,-4-4-2-15,7 8 7 0,-5-3-6 0,-2-5 4 16,4 8 1-16,-4-8 1 0,0 0-1 0,0 0 0 15,-6 9 3-15,6-9-2 0,-8 6 2 0,-1-5-16 16,4 2-11-16,-4-1-23 0,1 0-32 0,-2-2-44 16,0 1-29-16,1-1-63 0,-3-1-119 0,0-1-357 15,0 1 158-15</inkml:trace>
  <inkml:trace contextRef="#ctx0" brushRef="#br0" timeOffset="199392.5">27459 9784 43 0,'0'0'205'0,"-2"-7"-6"0,2 7-12 0,0 0-8 15,-3-8-13-15,3 8-16 0,0 0-18 16,0 0-16-16,0 0-13 0,0 0-13 0,0 0-11 16,0 0-5-16,0 0-6 0,0 0-4 0,0 0-7 0,22 20 2 15,-17-9-9-15,4-3-4 0,-2 6 0 0,-1-3-5 16,1 0-2-16,2 4-2 0,-2 1-4 16,2-1-2-16,-3-4-3 0,2 4 2 0,-4-3 0 15,3 2-9-15,-1 1 0 0,0-4-1 0,-1-3-6 0,0 3-3 16,0-4 2-16,-1 0 2 0,0-3-3 0,-2 1 1 15,-2-5-1-15,5 7 2 0,-5-7-4 16,4 5 8-16,-4-5 14 0,5 4 8 0,-5-4 9 16,0 0 9-16,0 0-4 0,0 0-7 0,0 0-6 0,9-12 0 15,-3 3-6-15,-3-1-1 0,-1-2-4 0,2 0-4 16,1-2-3-16,0-3 0 0,2 0-1 0,-1-2-4 16,0 2 0-16,-1 1-7 0,1-1 2 0,-2 2 1 15,0-1-3-15,1 6-6 0,-2 0 3 0,-2 3-2 16,3 0 0-16,-2 1-3 0,-2 6-4 0,3-11-4 15,-3 11-10-15,3-7-15 0,-3 7-24 0,4-4-14 16,-4 4-16-16,0 0-20 0,0 0-27 0,0 0-21 16,9 14-14-16,-7-6-34 0,2 1-173 0,-2-1-403 15,1 0 179-15</inkml:trace>
  <inkml:trace contextRef="#ctx0" brushRef="#br0" timeOffset="199856.47">27847 9922 183 0,'0'-9'180'0,"0"9"-11"0,0-9-9 0,0 9-10 0,0-8 1 16,0 8-8-16,0 0-7 0,0-13-6 0,0 13-7 15,0 0-7-15,0-9-2 0,0 9-5 16,2-6-11-16,-2 6 2 0,0 0-11 0,0 0-6 16,0 0-11-16,0 0-6 0,0 0-8 0,-2-10-2 0,2 10-11 15,0 0-6-15,0 0-8 0,0 0 0 0,0 0-5 16,0 0-4-16,0 0-4 0,0 0 0 16,0 0-1-16,0 0-5 0,0 0 0 0,0 0 4 0,2 29-6 15,-4-20 1-15,2 0 5 0,0 2-4 0,0 1 1 16,0-1 8-16,0 0-6 0,-3-1 0 0,3 2-6 15,-1 1 7-15,1-3-5 0,0 0-5 16,-1 0 4-16,1 1-3 0,0-5-1 0,0-6 5 0,1 14-4 16,-1-14 3-16,-1 12-3 0,1-5-1 0,0-7-2 15,0 10 2-15,1-2 0 0,-1-8 1 0,-1 11-4 16,1-11-1-16,1 9 1 0,-1-9-1 0,-1 8 2 16,1-8-8-16,0 0-7 0,0 11-11 0,0-11-8 15,0 0-18-15,0 10-27 0,0-10-16 0,-2 7-14 16,2-7-16-16,-4 5-13 0,4-5-13 0,0 0-17 15,0 0-18-15,0 0-135 0,0 0-341 0,0 0 152 16</inkml:trace>
  <inkml:trace contextRef="#ctx0" brushRef="#br0" timeOffset="200577.98">27838 9873 49 0,'0'0'156'0,"0"0"-2"0,0 0-4 16,0-8-8-16,0 8-9 0,0 0-17 15,5-7-11-15,-5 7-11 0,6-4-7 0,2 1-6 16,-2 2-3-16,4 0-4 0,1-2-9 0,1 3-4 16,-1 1 5-16,1 2-6 0,-1 1-7 0,2-3-5 15,-3 2-4-15,-1 3-1 0,-3-1 1 0,2 1-1 0,-2 2 0 16,-2-1-2-16,-2 0-4 0,-2 1 2 0,-1 4-3 15,-1-1-2-15,-1-2-4 0,-3 0 1 16,-2 0-2-16,2 0-2 0,2-4-5 0,-3 2 3 0,2-2-2 16,2 0-1-16,3-5-3 0,-8 7 2 0,3-4-5 15,5-3 1-15,-5 7-5 0,5-7 3 0,-6 2-1 16,6-2-2-16,0 0 2 0,0 0-1 0,0 0-1 16,0 0-3-16,0 0-1 0,0 0 1 0,0 0-1 15,0 0-2-15,0 0 4 0,0 0-5 0,0 0 0 16,-5-15-2-16,5 15-1 0,0 0-1 0,0 0 2 15,8-11-2-15,-8 11 3 0,3-7-4 0,-3 7 4 16,0 0-3-16,0 0 2 0,1-7-1 0,-1 7-2 16,4-5-3-16,-4 5 1 0,0 0 1 0,5-7 0 15,-5 7-2-15,2-6-1 0,-2 6-6 0,0 0 4 16,2-6-3-16,-2 6 4 0,0 0-6 0,0 0 4 16,4-5 2-16,-4 5 1 0,0 0-3 0,0 0 2 15,0 0 0-15,3-10-4 0,-3 10 3 0,0 0 1 16,0 0-1-16,2-5-2 0,-2 5 5 0,0 0-1 15,0 0-1-15,0 0 1 0,0 0-5 0,0 0-6 16,0 0-2-16,5-8-9 0,-5 8-4 0,0 0-4 16,0 0-4-16,0 0-6 0,0 0 2 0,0 0 1 15,0 0-3-15,0-8 2 0,0 8 5 0,0 0-1 16,0 0 0-16,0 0 9 0,0 0 0 0,0 0-3 0,0 0 0 16,0 0-12-16,7-1 2 0,-7 1-11 15,0 0-10-15,0 0-3 0,0 0 6 0,0 0-3 16,0 0-3-16,0 0 15 0,11 0 0 0,-11 0 7 15,0 0 1-15,0 0 3 0,0 0 7 0,0 0 1 0,0 0 0 16,0 0 8-16,0 0 1 0,0 0 1 16,0 0 4-16,0 0 1 0,0 0 1 0,6 5 11 15,-6-5-2-15,0 0-6 0,0 0 5 0,0 0 2 16,0 0-5-16,0 0-8 0,0 0-6 0,0 0-4 0,0 0-5 16,0 0-6-16,0 0-8 0,0 0 3 0,0 0-4 15,0 0-6-15,0 0-42 0,0 0-106 0,0 0 47 16</inkml:trace>
  <inkml:trace contextRef="#ctx0" brushRef="#br0" timeOffset="201402.3">27987 9911 39 0,'0'0'59'0,"0"0"-9"0,0 0-11 0,0 0-5 16,0 0 3-16,0 0-13 0,0 0-3 0,0 0-5 15,0 0 5-15,0 0-3 0,0 0-4 0,0 0 0 16,0 0-3-16,0 0 5 0,0 0 9 0,0 0-2 15,0 0-2-15,0 0 3 0,-11-14 9 0,11 14-12 16,0 0 21-16,0 0-2 0,0 0-4 0,0 0 1 0,0 0 1 16,0 0 3-16,0 0 5 0,0 0 6 15,0 0-3-15,0 0-2 0,0 0-2 0,0 0 3 0,0 0-12 16,-4-6 2-16,4 6-13 0,0 0 11 16,-8-3-8-16,8 3-5 0,0 0 4 0,-6-2 5 0,6 2 0 15,0 0 6-15,-10-3-4 0,10 3 2 0,0 0-2 16,-9-1-8-16,9 1-1 0,0 0-4 0,-13 1 0 15,13-1-1-15,0 0 3 0,-10 3-5 16,10-3-5-16,0 0-2 0,-8 2 2 0,8-2 1 0,0 0 6 16,-7 9 3-16,5-6 0 0,2-3-3 0,0 0-4 15,-7 9-4-15,5-4 1 0,2-5 4 0,-5 5 9 16,5-5-3-16,-1 12 0 0,1-12-3 0,-3 11-1 16,2-4 3-16,1-7-3 0,0 12 4 0,-2-2-1 15,2-3-2-15,-2 1 6 0,2-8 5 0,0 15 2 16,0-6-2-16,0 3 0 0,0-3-1 0,0-1-1 15,0 1 4-15,0 1-5 0,0-3 2 0,0 2-2 16,0 0 6-16,2-1 4 0,0 1-5 0,-2-2 0 16,0 1-5-16,0-8 2 0,3 13-3 0,-1-5 0 15,-2-2 0-15,3-1 0 0,-3-5-2 0,2 11 1 16,2-8-4-16,-4-3 3 0,2 10 1 0,-2-10-4 16,3 4 3-16,-3-4-5 0,4 6 1 0,-4-6-3 15,4 4 0-15,-4-4 1 0,0 0-3 0,5 5 1 16,-5-5-2-16,0 0 2 0,11 1-3 0,-11-1-2 15,0 0-1-15,16-3-6 0,-9 2 0 0,2-3-8 16,2 2-21-16,-1-2-11 0,1 0-26 0,-3-1-16 16,3 0-29-16,1 0-25 0,3-3-34 0,-3 0-18 15,-1 2-21-15,-2-2-145 0,1 0-377 0,0 1 167 16</inkml:trace>
  <inkml:trace contextRef="#ctx0" brushRef="#br0" timeOffset="201590.75">27925 10062 81 0,'0'0'113'16,"0"0"4"-16,0 0 1 0,0 0-15 0,0 0 0 0,0 0-11 16,30-2-17-16,-17 2-4 0,7-2-6 0,-2 2-7 15,3-2-27-15,-3 0-34 0,1-2-25 0,0 0-37 16,0 4-91-16,-5-4-168 0,-1 1 75 0</inkml:trace>
  <inkml:trace contextRef="#ctx0" brushRef="#br0" timeOffset="201857.01">28251 10029 193 0,'0'0'202'0,"0"0"-11"0,0 0-19 0,0 0-19 15,0 0-9-15,0 0-11 0,0 0 5 0,0 0-1 16,-7 16-5-16,5-7 0 0,0 4-5 0,0-2-8 16,-1 2-10-16,-2 2-13 0,-1 1-9 0,4-1-10 15,1 0-2-15,-1 1-9 0,-2-4-2 0,2 0-11 16,0-1-4-16,2 0-6 0,0-3-2 0,-1 2-7 16,1-2-3-16,0 2-13 0,-2-3-12 0,2-7-15 15,2 12-18-15,-2-12-20 0,-2 9-23 0,2-9-22 16,0 9-20-16,0-9-16 0,0 0-28 0,0 8-1 15,0-8-23-15,0 0-128 0,0 0-332 0,0 0 147 0</inkml:trace>
  <inkml:trace contextRef="#ctx0" brushRef="#br0" timeOffset="202202.36">28211 10103 39 0,'6'-9'123'0,"-1"0"13"15,2-1-2-15,-3 4-2 0,1-1-14 0,1 3 0 16,1 1-6-16,-7 3-10 0,12-2 0 0,-5 0-2 15,-7 2-3-15,11 5 5 0,-3-3-1 0,-8-2-10 16,9 7-3-16,-4-3 2 0,-1 2 3 0,0 1-9 0,-1 1-4 16,-1-1-11-16,-2 0 0 0,0-7-3 15,-3 16-5-15,1-9-4 0,-2 2-4 0,0 0-4 16,-3 1-8-16,3-4-2 0,2 1-3 0,-2 0-8 16,4-7-5-16,-3 8-2 0,0-1-10 0,3-7-7 0,-2 10 1 15,2-10-5-15,0 0-1 0,2 10-1 0,-2-10-2 16,4 6-2-16,-4-6 7 0,6 5-5 0,0-2 2 15,1-1 1-15,-7-2 0 0,10 2-3 16,-4 2 2-16,0-1 0 0,-6-3-2 0,7 6-3 0,-3-4 10 16,-4-2-6-16,4 7 5 0,-4-7-1 0,0 0 3 15,-1 11-1-15,1-11-1 0,-7 10 0 0,1-7 1 16,-1 1-1-16,-1 1-1 0,-1-1-21 16,-1-1-19-16,1 2-36 0,-2-3-28 0,0 1-13 0,1-3-36 15,-1 1-36-15,1 1-139 0,-5-2-355 0,6-2 157 16</inkml:trace>
  <inkml:trace contextRef="#ctx0" brushRef="#br0" timeOffset="202625.11">27759 9880 33 0,'0'0'150'0,"0"0"-10"0,0 0-13 15,16-17-15-15,-5 13-16 0,7-3 1 0,0-1-5 16,7 0-3-16,2-1-6 0,2-1-2 0,-2 3-7 16,-2 0-3-16,-3 3-4 0,-2-1 2 0,-2 0-6 15,-2 0-1-15,-2 2-8 0,-3 0-2 0,0-1-1 16,0 3-1-16,-1 0-1 0,0-2-6 0,-3 2 1 16,-7 1-6-16,14-1-3 0,-10-1-6 0,-4 2-3 15,9 0-2-15,-9 0-1 0,12-1-3 0,-12 1-2 0,12 0 1 16,-7-2-6-16,-5 2-5 0,14-1-7 15,-14 1-26-15,10 3-28 0,-10-3-18 0,8 0-44 16,-8 0-4-16,9 1-21 0,-9-1-124 0,0 0-285 0,6 4 126 16</inkml:trace>
  <inkml:trace contextRef="#ctx0" brushRef="#br0" timeOffset="203499.91">28018 9820 55 0,'0'0'91'0,"0"0"2"0,0 0 6 16,0 0 0-16,0 0-7 0,0 0-5 0,0 0-2 15,0 0-7-15,0 0-13 0,0 0 0 0,0 0-9 0,-25 2 1 16,25-2-7-16,-11 3-4 0,2 0 3 0,0-2-11 16,4 5-5-16,-3-4-4 0,-2 1-3 0,3 1-1 15,-1-3 2-15,3 4-1 0,5-5-5 16,-14 5-14-16,8-2 14 0,1 0-15 0,5-3 12 0,-11 8 4 15,6-3-6-15,1-1 7 0,-1-1-7 0,5-3 0 16,-8 9 3-16,6-3-1 0,-2-2 2 0,0 3-4 16,2 1 4-16,-2 3 5 0,4-1 8 15,-2 0-3-15,1 1-1 0,0 1-3 0,1 0 3 0,0-2-4 16,-1 3 3-16,1 1-5 0,0-3-4 0,0-1-1 16,-2 2-2-16,4 1 4 0,-2-4 11 0,0 2 5 15,0 1-4-15,0 0 1 0,1-2 1 16,-1-1-3-16,0 3-1 0,0-1 5 0,0-2-4 0,0 1 0 15,0-1 1-15,0-9-8 0,-1 14-1 0,1-9 0 16,0-5-7-16,1 12 2 0,-1-12 0 0,1 10 1 16,-1-10-4-16,0 7 2 0,0-7 1 0,0 0 4 15,3 7-6-15,-3-7 4 0,0 0 0 0,0 7 0 16,0-7-3-16,0 0 1 0,0 0-2 0,0 0 3 16,0 0-6-16,0 0 2 0,16-4-2 0,-16 4-2 15,13-8 3-15,-5 4-4 0,3-2 1 0,-1 1-3 16,-1-1-4-16,3-1-9 0,3 1-15 0,2-2-23 15,-3 2-24-15,-4 1-29 0,3-2-24 0,0 0-28 16,1-3-16-16,-3 4-24 0,1 1-131 0,-3-2-347 16,1 1 154-16</inkml:trace>
  <inkml:trace contextRef="#ctx0" brushRef="#br0" timeOffset="203690.52">27977 10046 3 0,'-9'-1'154'16,"9"1"-7"-16,0 0-18 0,0 0-13 0,0 0-9 0,0 0-9 15,0 0-10-15,0 0-8 0,25-6-6 0,-12 2-17 16,5 1-26-16,1-1-17 0,-2-1-43 16,3-1-32-16,0-1-40 0,-2 4-51 0,1-4-164 15,-1 1 73-15</inkml:trace>
  <inkml:trace contextRef="#ctx0" brushRef="#br0" timeOffset="203866.3">28060 9800 87 0,'0'0'157'0,"-6"-3"-9"0,6 3-14 0,0 0-19 0,0 0-5 16,0 0-12-16,0 0-9 0,27-7-22 0,-8 3-25 15,2 2-33-15,11-4-41 0,3 1-35 0,-1 0-93 16,2-1-173-16,-4 2 77 0</inkml:trace>
  <inkml:trace contextRef="#ctx0" brushRef="#br0" timeOffset="207100.65">32182 7797 67 0,'0'0'67'16,"0"0"-19"-16,0 0-19 0,0 0-29 0,0 0-36 15,0 0-38-15,0 0 18 0</inkml:trace>
  <inkml:trace contextRef="#ctx0" brushRef="#br0" timeOffset="207753.67">30786 8850 199 0,'0'0'205'0,"0"0"-4"0,0 0-13 0,0 0-5 16,0 0-11-16,0 0-18 0,-5-7-12 0,5 7-14 15,0 0-11-15,0 0-15 0,0 0-11 0,15-4-6 16,-8 1-8-16,0 0-10 0,3 1-4 0,2-1-7 16,1 0-7-16,-2 0-4 0,0 1-4 0,1 0 2 0,-1-2-9 15,-1 3-8-15,1 0-7 0,0-1-18 16,-2-1-24-16,2 1-13 0,-2 0-20 0,-1 0-17 15,-2 0-27-15,-6 2-7 0,14-6-15 0,-6 3-2 16,-3-1-3-16,-1 0-8 0,-4 4-7 0,7-8-99 16,-7 8-261-16,4-7 117 0</inkml:trace>
  <inkml:trace contextRef="#ctx0" brushRef="#br0" timeOffset="207930.26">30956 8711 53 0,'-13'-5'90'0,"13"5"3"15,-14-2-1-15,8 1 1 0,6 1 1 0,-13 0 2 0,13 0-5 16,-10 4 1-16,10-4 3 0,-7 4 6 15,4 0-9-15,3-4-1 0,-6 8-5 0,6-8 7 0,-3 12-2 16,1-4-1-16,1 1-10 0,1 0-4 0,-1 1-6 16,2 1-5-16,-1 0-5 0,0-1-8 15,0 0-5-15,1-1 0 0,-1 1-8 0,2-1-20 0,1 0-16 16,0-1-36-16,-3-8-45 0,6 16-44 0,-3-8-188 16,-3-8-335-16,1 11 147 0</inkml:trace>
  <inkml:trace contextRef="#ctx0" brushRef="#br0" timeOffset="208667.71">32136 7660 39 0,'0'0'153'0,"0"0"-2"0,0 0-9 16,0 0-3-16,0 0-4 0,0 0-16 0,0 0-7 15,0 0-16-15,0 0-11 0,0 0-6 0,0 0-10 16,0 0-6-16,0 0 2 0,15-6-18 0,-15 6-7 16,13-1-17-16,-13 1-14 0,14-2-22 0,-7 2-27 15,3-2-18-15,-3 0-32 0,1 1-1 0,-1 0-15 16,-7 1-89-16,13-3-211 0,-8 1 93 0</inkml:trace>
  <inkml:trace contextRef="#ctx0" brushRef="#br0" timeOffset="208834.16">32192 7573 52 0,'-7'-3'135'0,"7"3"-10"15,0 0-16-15,0 0-6 0,0 0-11 0,0 0-7 16,0 0-2-16,0 0-14 0,0 0 0 0,-2 13-12 16,2-13-4-16,2 18-7 0,-2-6 3 0,0 0-29 15,-2-1-36-15,2 8-36 0,-4-1-35 0,-2 9-79 16,-6-3-179-16,-1 1 80 0</inkml:trace>
  <inkml:trace contextRef="#ctx0" brushRef="#br0" timeOffset="211600.93">30056 9024 88 0,'0'0'179'0,"0"0"-1"16,0 0-7-16,0 0-5 0,0 0-11 0,0 0-8 16,0 0-16-16,0 0-3 0,0 0-13 0,0 0-3 15,0 0-12-15,0 0 1 0,0 0-4 0,0 0-8 16,0 0-4-16,0 0-1 0,0 0-11 0,0 0-7 16,0 0-3-16,0 0-4 0,4-7-9 0,-4 7-4 15,15-3-4-15,-2-1-16 0,8 0-27 0,8-1-35 16,6-2-49-16,-1 0-60 0,3 1-63 0,0-1-138 15,-3 0-376-15,-1 0 167 0</inkml:trace>
  <inkml:trace contextRef="#ctx0" brushRef="#br0" timeOffset="212526.48">27296 9071 173 0,'0'0'179'0,"-8"-3"-10"16,8 3 0-16,-9-5-1 0,9 5-6 0,-2-4-12 15,2 4-13-15,0 0-14 0,0 0-11 0,0 0-14 16,0 0-9-16,0 0-11 0,0 0-13 0,15-7-3 15,-15 7-7-15,18-2-7 0,-7 1-13 0,0 1-22 16,3 0-22-16,-5 0-29 0,3 1-25 0,0 1-29 16,-2 0-20-16,1-2-17 0,-4 0-25 0,-7 0-94 15,13 3-269-15,-9-2 118 0</inkml:trace>
  <inkml:trace contextRef="#ctx0" brushRef="#br0" timeOffset="212702.66">27424 8983 103 0,'5'-6'156'16,"-5"6"-16"-16,0 0-18 0,0 0-11 0,0 0 0 15,0 0-18-15,0 0-3 0,0 0 0 0,0 0-6 0,-7 26-13 16,5-16-10-16,-2 5 5 0,1 0-6 0,-1 2-19 16,0-5-25-16,1 3-20 0,-1 1-39 0,2 3-33 15,2-4-34-15,-3 2-87 0,1-2-214 0,4-3 94 16</inkml:trace>
  <inkml:trace contextRef="#ctx0" brushRef="#br0" timeOffset="213007.58">28625 9067 112 0,'0'0'169'0,"0"0"-10"16,8-6-22-16,-8 6-10 0,3-3-12 0,-3 3-12 15,0 0-10-15,12 0-11 0,-12 0-30 0,15 0-10 16,-7 0-34-16,4-1-39 0,1 1-47 0,-1-2-104 16,2 1-197-16,-1-1 87 0</inkml:trace>
  <inkml:trace contextRef="#ctx0" brushRef="#br0" timeOffset="-213383.79">32417 7241 25 0,'-2'-7'166'0,"2"7"-26"0,0 0 2 0,0-13-16 16,0 13-3-16,-2-9-5 0,2 9-1 0,0 0-3 15,0-9-9-15,0 9 0 0,0 0-5 0,0 0-1 16,-1-10-14-16,1 10-2 0,0 0-11 0,0 0-7 16,0 0-13-16,0 0-6 0,0 0-8 0,0 0-5 15,0 0 0-15,0 0-4 0,0 0 1 0,-16 20-3 16,11-10-3-16,0 2 3 0,-5 0-2 0,-2 2 0 16,3 1-7-16,-2 0-2 0,2-3 3 0,-3 3-5 15,4-6 0-15,0 1 2 0,-1 0-1 0,-1-2 2 16,3 2-8-16,0-2 1 0,-1 0 2 0,-1 0 2 15,4-4-5-15,0 3 1 0,1-3-4 0,-1-1-4 16,5-3 3-16,-10 8 4 0,10-8-2 0,-5 7 1 16,-1-4-2-16,6-3-1 0,-3 6-2 0,3-6-3 15,-6 4 1-15,6-4 1 0,0 0-2 0,-3 7 3 16,3-7-5-16,0 0 3 0,0 8 0 0,0-8 0 16,2 10 1-16,-2-10 3 0,7 8-3 0,-1-3 2 15,2 0-1-15,8 3 4 0,1-3-3 0,-1 3-6 16,10 0-19-16,0 1-26 0,0-3-22 0,1 1-44 15,1 0-43-15,2-1-38 0,-8-1-115 0,4-2-334 16,-4 0 148-16</inkml:trace>
  <inkml:trace contextRef="#ctx0" brushRef="#br0" timeOffset="-212631.01">32700 6768 49 0,'-2'-5'195'0,"2"5"-9"0,-8-9 20 16,8 9-18-16,0 0-10 0,-2-4-20 0,2 4-18 16,0 0-16-16,0 0-10 0,0 0-7 0,0 0-13 15,0 0-17-15,0 0-1 0,0 0-12 0,66-22-9 16,-66 22-11-16,0 0-17 0,38-7-21 0,-38 7-20 15,0 0-15-15,0 0-12 0,38-1-18 0,-38 1-4 16,0 0-19-16,0 0-12 0,0 0 6 0,0 0 4 16,0 0 8-16,0 0 8 0,0 0 8 0,0 0 5 15,0 0 10-15,0 0 7 0,0 0 9 0,0 0 8 16,0 0 17-16,0 0 6 0,0 0 12 0,0 0-10 16,0 0 20-16,0 0-1 0,0 0 5 0,0 0-14 15,0 0 3-15,0 0-5 0,0 0-1 0,0 0 11 16,0 0 3-16,0 0 12 0,0 0 1 0,0 0 4 15,0 0 2-15,1 50 2 0,-1-50 9 16,-5 37 4-16,5-37-3 0,-7 43-10 0,7-43-1 0,-5 38 4 16,5-38 4-16,-5 36-3 0,5-36-5 0,-5 37-3 15,5-37-5-15,-3 31-7 0,3-31-2 0,0 0-2 16,-5 40-2-16,5-40 1 0,0 0-4 16,-2 28-4-16,2-28 2 0,0 0-3 0,0 0 0 15,0 0 2-15,-9 32 0 0,9-32 1 0,0 0-5 16,0 0 2-16,0 0 1 0,0 0-1 0,0 0-5 15,-27 14 1-15,27-14-1 0,-14-1 3 0,8-2-5 0,-1 0-4 16,7 3 5-16,-15-6-4 0,15 6 0 0,-10-3-3 16,3 1-1-16,7 2-1 0,-10-2 4 15,10 2-3-15,-8-4-1 0,8 4 0 0,0 0-2 16,-7-4 1-16,7 4-2 0,0 0-1 0,0 0 3 16,0 0-3-16,0 0 2 0,0 0-3 0,0 0 4 15,0 0-2-15,0 0 3 0,0 0-5 0,0 0-5 16,0 0-8-16,93 6-23 0,-93-6-23 0,60-5-34 15,-28 4-29-15,2 1-27 0,-34 0-33 0,68-3-116 16,-37-2-326-16,2 2 145 0</inkml:trace>
  <inkml:trace contextRef="#ctx0" brushRef="#br0" timeOffset="-212426.01">33296 6961 17 0,'0'0'182'16,"0"0"-4"-16,0 0-2 0,0 0-8 0,0 0-11 15,0 0-5-15,0 0-10 0,0 0-11 0,-64-10-2 16,64 10-7-16,0 0-9 0,0 0-8 0,-50 28-5 16,50-28-13-16,-19 17-5 0,19-17-5 0,0 0-8 15,-18 29-3-15,18-29-5 0,0 0 0 0,0 0-1 16,10 44-11-16,-10-44-2 0,26 27-12 0,-3-14-25 16,4 0-41-16,1-1-55 0,3-4-72 0,1 1-226 15,-32-9-415-15,48 12 183 0</inkml:trace>
  <inkml:trace contextRef="#ctx0" brushRef="#br0" timeOffset="-211254.04">26616 7703 13 0,'0'0'161'0,"0"0"-15"0,0 0-5 0,0 0-3 16,0 0-7-16,0 0-8 0,0 0-16 0,0 0-4 0,0 0-13 15,0 0-2-15,0 0-11 0,-4-7-9 16,4 7-5-16,0 0-9 0,0 0-1 0,0 0 4 15,0 0-3-15,0 0 2 0,0 0-8 0,0 0 4 16,0 0-1-16,0 0-1 0,0 0 1 0,0 0-2 0,0 0 3 16,0 0-3-16,0 0 0 0,0 0-4 0,0 0-4 15,0 0 2-15,0 0-5 0,0 0-1 0,0 0 1 16,0 0-1-16,0 0-1 0,0 0 2 0,0 0-1 16,0 0-1-16,0 0-4 0,0 0 4 0,0 0 0 15,0 0-1-15,0 0-1 0,0 0 0 0,0 0 0 16,0 0-1-16,0 0 2 0,0 0-3 15,-13 1-4-15,13-1-1 0,0 0-5 0,-12 2 3 0,12-2-3 16,-13 0 0-16,13 0 2 0,-19 1-6 0,8 0 1 16,3-1 5-16,-4 0 1 0,3 0 1 0,0 2-7 15,9-2 1-15,-20 0-2 0,13 0-1 0,7 0 0 16,-12-2-2-16,12 2 4 0,-8 2-1 0,8-2 1 16,0 0 0-16,-13-2 0 0,13 2 1 0,0 0-7 15,0 0 1-15,-8-2-1 0,8 2-2 0,0 0 0 16,0 0-4-16,0 0-1 0,0 0 4 0,0 0-8 0,0 0 4 15,0 0-3-15,0 0-1 0,0 0-4 16,0 0 4-16,0 0 2 0,29 0 1 0,-17 2-5 16,6-2 0-16,0 2 3 0,1 0-6 0,0-1 3 15,-1 2 1-15,0-3 0 0,0 1 0 0,-5 2 0 0,1 0-7 16,-1-3 4-16,-3 6-2 0,1-3 2 16,0 3-2-16,-5 1-2 0,4 0-2 0,-4 1-4 15,-1 0 2-15,-1 4 8 0,-2 1-11 0,-2 4-7 16,0 2-2-16,-8 6-6 0,-1 4-27 0,-5-2-22 0,-4 3-42 15,-2 1-47-15,-3-2-43 0,-10 11-66 0,1-5-144 16,10-12-455-16,-2 2 202 0</inkml:trace>
  <inkml:trace contextRef="#ctx0" brushRef="#br0" timeOffset="-209838.72">26915 7281 43 0,'0'0'243'0,"0"0"-16"0,0 0-20 0,0 0-18 15,0 0-20-15,0 0-15 0,0 0-17 0,0 0-17 16,0 0-21-16,0 0-18 0,0 0-29 0,0 0-37 16,0 0-29-16,0 0-36 0,0 0-16 0,0 0-21 15,0 0-42-15,0 0-103 0,0 0-251 0,0 0 111 16</inkml:trace>
  <inkml:trace contextRef="#ctx0" brushRef="#br0" timeOffset="-205917.32">26373 8096 21 0,'-9'-3'158'0,"9"3"-8"16,0 0-2-16,0 0 2 0,0 0-4 0,0 0-4 15,0 0-13-15,0 0-6 0,0 0-8 0,0 0-15 16,0 0-2-16,0 0-7 0,0 0-12 0,0 0-8 0,0 0-6 16,0 0-10-16,0 0-4 0,11-14-9 15,-11 14-1-15,14-3-3 0,-3 1-4 0,1-1-1 16,-1 0-4-16,2 0-9 0,1 1-14 0,-1 0-21 16,-1 2-25-16,-3-1-20 0,2 1-32 0,-2 0-12 0,-9 0-16 15,15 0-20-15,-15 0-121 0,9 0-283 0,-9 0 125 16</inkml:trace>
  <inkml:trace contextRef="#ctx0" brushRef="#br0" timeOffset="-205500.8">26465 8068 61 0,'-2'9'116'0,"2"-9"-1"0,-2 9-4 15,2-9 1-15,-2 14-1 0,2-5-8 0,0 0-10 16,2 2-3-16,0-1-7 0,-2 2-6 0,0-2-9 15,2 2 0-15,-2-3 2 0,2 0-14 0,-1 0 0 16,-1 0-16-16,3 0 3 0,-1-1-2 0,-2-1-3 16,0-7-5-16,0 14-7 0,2-10-6 0,0 3 2 15,-2-7-2-15,0 13 1 0,0-13-4 0,0 11 3 16,0-11-3-16,0 10-5 0,0-10-1 0,0 9-3 16,0-9 4-16,0 0-2 0,-4 12-3 0,4-12 6 15,0 7-7-15,0-7 0 0,-5 5-1 0,5-5 1 16,-5 4-1-16,5-4-2 0,-7 4-4 0,7-4 5 15,-6 2-1-15,6-2 2 0,-12 3 1 0,12-3 0 16,-11 3-6-16,11-3-5 0,-10 0 2 0,10 0 5 16,-10 0-1-16,10 0 1 0,-9 0-1 0,9 0 1 15,-7 1-2-15,7-1-8 0,0 0 10 0,0 0 1 16,0 0-3-16,0 0-3 0,-10 2-3 0,10-2 2 16,0 0 3-16,0 0 0 0,0 0-1 0,0 0 5 0,0 0 0 15,0 0-2-15,0 0 0 0,0 0 0 16,29 2 2-16,-20-2-4 0,4-1-6 0,1-2-10 15,-1 3-15-15,5-1-33 0,-1-2-32 0,0 3-18 16,0-3-34-16,-3 3-82 0,-1-2-250 0,6-2 111 16</inkml:trace>
  <inkml:trace contextRef="#ctx0" brushRef="#br0" timeOffset="-205060.95">26769 8259 146 0,'0'0'160'0,"0"0"-10"0,0 0-4 0,0 0-5 0,-11-10-8 16,11 10-14-16,0 0-10 0,-14 0-7 0,14 0-11 15,0 0-2-15,-13 2-9 0,6 1-7 0,1 0-3 16,-4 3 1-16,1-1-7 0,3 0-6 0,-2 0-8 16,4 1 0-16,-1 0-10 0,-1-1-6 15,2 1 2-15,1-1-3 0,1 2-3 0,2-7-2 0,-4 12-3 16,4-12 1-16,2 10-2 0,-2-10-1 15,4 9 0-15,-1-4-6 0,1-1 3 0,0 1-4 0,1-3-5 16,1 1 3-16,-6-3 1 0,14 2 2 0,-9-2-3 16,-5 0-1-16,14 2-3 0,-8-1-3 0,-6-1 2 15,9 0-9-15,-9 0 13 0,8 1 0 0,-8-1-5 16,0 0 0-16,0 0-5 0,0 0 1 0,0 0 1 16,0 0-2-16,0 0-1 0,0 0 1 0,0 0 0 15,0 0-4-15,0 0 2 0,0 0-2 0,-23 10 1 16,15-6 5-16,-1 1 3 0,1 3 1 0,0-1-1 15,2 0 1-15,-3-1-1 0,2 2 2 0,3 0-2 16,-1 1 0-16,3-4-3 0,-1 3 2 0,1-1 1 16,2-7 2-16,2 13-4 0,-1-6 2 0,1-1 0 15,7 2 0-15,-2-2-2 0,4-1-2 0,3-1-14 16,3 0-18-16,4-1-28 0,-1-2-37 0,10-2-40 16,-5-1-39-16,-4 2-179 0,8-1-380 0,-8-1 170 15</inkml:trace>
  <inkml:trace contextRef="#ctx0" brushRef="#br0" timeOffset="92346.96">19687 7822 103 0,'-7'-4'129'0,"1"-3"-6"0,-2 1-17 0,0 0 14 16,-1-3-10-16,-1 1-5 0,0 0 7 0,-1 1-5 16,1 0-10-16,-1-2 6 0,1 2-9 0,1 1-5 15,0-1-14-15,0 1-3 0,0 3-10 0,3-3 0 16,0 3-8-16,6 3-9 0,-9-6-4 0,5 4-3 16,4 2-9-16,-8-5 2 0,8 5-6 0,0 0-5 15,-9-4-3-15,9 4-4 0,0 0 2 0,-5-4-5 16,5 4-4-16,0 0 4 0,0 0-1 0,0 0-1 15</inkml:trace>
  <inkml:trace contextRef="#ctx0" brushRef="#br0">21390 7622 1453 0,'116'-9'75'0,"4"-1"-192"0,9-1 96 0,2 2 83 0,4 4-62 0,8-8-33 0,0 3 317 0,-3 4-279 16,5-2-10-16,-6 2 32 0,-1-2-24 0,1 0-28 15,-1 3 51-15,-11-2-31 0,-2 0-10 0,-7 3-7 16,-8 1 73-16,-4-2-80 0,-9 2 59 0,-4-1-55 16,-28 4 34-16,26-5-4 0,-30 5-63 0,2-3 90 15,0 0-55-15,-5 3 65 0,-1-3-77 0,-5 3 13 16,0-3 58-16,-14 3-77 0,0-1 69 0,-1 17-56 16,189-38 1027-1,-69 26-1051 16,-123 2 40-15,-15-12-357-16,-1-1 472 0,10-5-226 16</inkml:trace>
  <inkml:trace contextRef="#ctx0" brushRef="#br0" timeOffset="99171.9">16493 3527 45 0,'-10'1'58'0,"10"-1"-5"0,0 0-1 0,-10 1-11 0,10-1-3 16,0 0-1-16,0 0-4 0,0 0 6 0,0 0-5 15,39 7 3-15,-11-6 0 0,2 3-2 0,7-3 11 16,20 2-2-16,6-1-4 0,0-3 8 0,29 1-13 16,-3 3 10-16,-25-3-13 0,25 4-3 0,-25-2-1 15,2 0-6-15,-2 3 9 0,25 2-11 0,-30-2-1 16,-1 0-6-16,1 3-2 0,-1-2 6 16,-7 1-2-16,4 1-2 0,0 1-1 0,-3 1 4 15,1 0-6-15,-2 2 11 0,-2-4-15 0,3 1 4 16,-2 3-8-16,-15-3 1 0,1 0 4 0,2 1-1 15,-2 1-5-15,0-1 8 0,-3 2-1 0,-1 0-5 0,-4-4 4 16,0 6-2-16,-2-2-2 0,-11-1 10 0,2-1-11 16,-4 1 3-16,-2 0-5 0,-1-2-3 0,1 0-3 15,-2 0 25-15,-2 2-22 0,0-3 6 16,0 3 4-16,1 0-7 0,-2-1 3 0,1 1 2 16,-3 0 4-16,-1 2-6 0,0-1 3 0,0 3-7 15,-1 2 10-15,-3 0-5 0,2 1 0 0,-2 1 3 16,-2 1 1-16,2-1 1 0,0 7-2 0,-3-1-4 15,6-1 2-15,-3 4 2 0,2-3-2 0,3-6 2 16,0 5 7-16,4 2-7 0,-4 3 1 0,-1-5 3 16,0 0-4-16,0 1-5 0,0 2 1 0,0 0 8 15,-2-2-8-15,3 2 6 0,0 0 1 0,0 2 4 16,-1-2 3-16,3 3 1 0,-4-3 1 0,1 1-2 16,1 0 0-16,-3 3-3 0,0-1 3 0,1 0 6 15,-1 1-12-15,0 2 0 0,0-3-1 0,1 2 3 16,-2 0-6-16,-2-1 3 0,1-1-1 0,0 2-1 15,1-3 0-15,-1 3-2 0,2-1 3 0,0 0-1 16,-2 0 0-16,0 4-2 0,1 11-1 0,-3-11 1 16,3-1-3-16,-1 14 8 0,-4-13-8 0,2 10 5 15,3 1 1-15,-4 1-1 0,1-1-2 0,3-10 2 16,0-1-1-16,0 10-5 0,-7-9 1 0,4 12 4 16,1-13-4-16,-3 13 4 0,-2-12 0 0,-3 10-3 15,-5-1 1-15,2-1 3 0,3-8-3 0,-1-3 5 16,-5 11-6-16,4-10 2 0,-4 9-1 0,0 2 2 15,2-2-6-15,2-10 6 0,-1 1-1 0,-4 12-3 16,0-4-2-16,4-9 3 0,-4 10-4 0,3-11 4 16,-5 13 0-16,5-14 0 0,-3 14-2 0,3-12 2 15,1 0-4-15,-2-2 5 0,3 2-2 0,-2 1 3 16,0 0-5-16,1-2 3 0,-3 0-3 16,-1-3 1-16,1 3 5 0,-5-3 0 0,4 0-3 0,-4-1 0 15,-2 0 0-15,2-2-2 0,-2 2 4 0,-3-4-2 16,-3-1 1-16,1-2 3 0,-2-1-3 0,-4 1 1 15,-9 3-3-15,-3-2 5 0,0-5-5 16,-1 4 7-16,-3-6-3 0,-1 2-1 0,-2 1 7 0,-3-8 2 16,1 3-1-16,-5 1-3 0,0 0 0 15,-1-1 1-15,-5-1-2 0,8-1-4 0,-5-1 2 0,2-1-3 16,3 0 5-16,-1-2-3 0,7-1 0 0,-2 5 0 16,4-2-1-16,11-6 4 0,-14 4-4 0,0 0-1 15,-1 0-4-15,0 3 6 0,1 1 0 0,-5 0 1 16,3 0-4-16,0-1-1 0,0 1-1 15,-1 3 6-15,-3-1-6 0,4 0 4 0,-2-2-6 16,2 4 4-16,-4-1-5 0,0-1 2 0,-2 0-2 0,3 2 4 16,1-4-3-16,1 1 4 0,1-1-3 15,6 2 2-15,11-5-5 0,2 1 3 0,0-1 0 16,2 1 3-16,-1 1-4 0,7-1 4 0,-4 0-10 16,2 2 5-16,1-1 3 0,3 3 1 0,0 0-2 15,8-4-1-15,-6 4-1 0,6-3 1 0,2 3 0 16,-1 0 0-16,-1 3-1 0,3-1-1 0,-1-1 2 15,-2 5 2-15,-1-1-4 0,3 3 2 0,-2-2 3 16,0 1-3-16,0 3-2 0,5-8 0 0,-3 5-3 16,3 2 3-16,2-3 1 0,-3 2 3 0,4 4-3 15,-1 0-2-15,2-6 5 0,5 5-2 0,-1 3-1 16,-1-1 2-16,4 3 1 0,-2-2-2 0,2 2-2 16,-2 0 4-16,4 0-2 0,-2-1-4 0,4 2 5 15,-2 3 0-15,0-1-3 0,3-1 3 0,-2 3-2 16,-1 0 2-16,1-1 0 0,0 1 1 0,-1-1-2 15,0 1 1-15,3-2 0 0,-2 2 1 0,-1-1-2 16,2 2 4-16,0-1-3 0,2 0-3 0,0 2 4 16,-3-2-2-16,5 13 3 0,-2-12-5 0,-1-2 1 15,3 1 5-15,-2 1-3 0,0 11 0 0,-2-13-1 16,1 2 3-16,-1 0-3 0,0-2-3 0,-2-1 5 16,1 1 1-16,-1-1 0 0,0 3 1 0,3-3-2 15,-3 2 1-15,0 1-1 0,0-3-1 0,0 3 1 16,0-1 5-16,0 0-4 0,-2 0-1 0,0 1 1 15,2-1-3-15,0 2 3 0,0-1 2 0,-2 0-2 16,2 1 10-16,-1-3-7 0,0 0 1 0,-2 2 1 16,1 0 0-16,0-3 1 0,0 4-5 0,-6 9 3 15,4-11 4-15,1-2-5 0,-1 4 8 0,0-1-3 16,-1-2-2-16,3 12 6 0,0-11-2 0,2 1-3 16,0 0 4-16,0-2-4 0,0-1 0 0,4 1-2 15,-4-2 2-15,1-2-3 0,3 0 0 0,-4-5-5 16,4 1 2-16,-2-6 1 0,1 1 2 15,-3-2-1-15,2 0 0 0,0 0-7 0,-2-3-6 16,0 3-3-16,0-1-6 0,0 1-9 0,-4 1-14 16,-1 1-5-16,1-2-16 0,-3 4-28 0,1 4-13 15,-1-2-22-15,0 0-8 0,3 1-11 0,-3 0-8 0,4 0-9 16,2-6-80-16,-1 5-258 0,2-3 114 16</inkml:trace>
  <inkml:trace contextRef="#ctx0" brushRef="#br0" timeOffset="99310.09">14809 11609 111 0,'0'0'139'0,"0"0"-7"16,0 0 0-16,-2 23-7 0,2-23-14 0,-12 15-8 16,12-15-8-16,-14 20-7 0,6-11-4 0,3 2-14 15,5-11-13-15,-13 18-1 0,9-7-23 0,4-11-12 16,-8 19-26-16,6-8-38 0,2-11-28 0,0 0-30 16,-9 23-89-16,4-14-206 0,5-9 92 0</inkml:trace>
  <inkml:trace contextRef="#ctx0" brushRef="#br0" timeOffset="99525.98">14800 11450 13 0,'0'0'132'15,"0"0"-10"-15,5 31-8 0,-3-14 0 0,0 9 1 16,3 0-14-16,-1 5 2 0,0 1-11 0,-2 4-2 15,2 10-11-15,1 5-10 0,-5-2-6 0,1-1-1 16,1 1-11-16,0 0-11 0,-2-2-16 0,4-11-23 16,-3-1-27-16,2 0-41 0,0 0-20 0,2-4-115 15,-4 1-217-15,1-5 97 0</inkml:trace>
  <inkml:trace contextRef="#ctx0" brushRef="#br0" timeOffset="101069.87">19023 7729 38 0,'11'-1'63'0,"-2"-2"-5"0,2 3-10 0,-2-3-3 0,0 0-3 16,3 2-5-16,-2-1-6 0,0-1-2 0,2 2-4 16,-2 0-3-16,3-1 0 0,-2-1 0 0,1 0 0 15,-1 1-2-15,-2-2-5 0,-1 2-1 0,-1 0-7 16,1-1 9-16,-8 3-6 0,13-2 12 0,-8 0-5 16,-5 2 0-16,9 0 7 0,-9 0-6 15,9-2 0-15,-9 2 11 0,6-2-3 0,-6 2-13 0,0 0-1 16,11-4 3-16,-11 4 8 0,13 0-9 0,0 0 7 15,1 0 2-15,4-1 3 0,3-1-4 0,11 0-5 16,3 1 9-16,19 1-4 0,2 1 1 0,4-6 3 16,2 2-2-16,3 2 21 0,29-6-23 0,-3 7 1 15,-26 0 1-15,27-2 1 0,-25 2-4 0,29-1-1 16,-31-3-3-16,28 3-4 0,-2 3 2 0,-27-4 5 16,25-9-9-16,-23 11 6 0,-1-3-3 0,1-1-2 15,26-2 1-15,-34 5 7 0,2-3-1 0,5 2 4 16,1-4-8-16,-4 3 4 0,1-3-8 0,-1-4 1 15,-1 9-4-15,2-1 6 0,-3-3-4 0,-3-1-2 16,1 5-3-16,-4-5 0 0,-1 1 1 0,-17 3-1 0,0 1-9 16,-3 0 6-16,2 1-12 0,-5 0-4 0,0 0-7 15,-10 0-8-15,1 1-12 0,-9-1-17 16,-1 3-11-16,0-2-2 0,-6 1-2 0,2 1 5 16,-7-3-5-16,4 8-11 0,-4-8 4 0,0 0-65 0,-7 14-155 15,2-10 69-15</inkml:trace>
  <inkml:trace contextRef="#ctx0" brushRef="#br0" timeOffset="103356.93">15550 8020 164 0,'0'0'188'0,"1"-7"-19"0,-1 7-11 0,0 0-23 16,-3-9-15-16,3 9-20 0,0 0-10 0,0 0-7 15,0 0-9-15,0 0-4 0,0 0-5 0,-1 34-4 16,1-18-2-16,0 0-3 0,0 3-7 0,0-1-6 16,0 3-1-16,1-3-3 0,2 0-3 0,0 0-4 15,2-1-5-15,0-3 0 0,1 1-1 0,2-5 1 16,0-1 1-16,0-1-3 0,2 0-5 0,-3-3 5 16,2 1-1-16,0-3 4 0,2 1 2 0,0-4 4 15,0 1 6-15,-2-2 0 0,2-3-7 0,-1-1 2 16,-1-2 5-16,-2 3-5 0,1-3 1 0,1-3-9 15,-1 1 2-15,-2-2-3 0,3-3 1 0,-5 3 0 16,3 0-4-16,-1 0 0 0,-2-2-3 0,-2 3 0 16,2 2 0-16,-1 1-8 0,-2 1 4 0,-1 6-8 15,6-9-1-15,-6 9-5 0,1-7-2 0,-1 7 2 16,0 0-2-16,0 0-1 0,0 0 2 0,12 12-2 16,-10-6 0-16,6 4 0 0,-3-1 3 0,3 0 0 15,0 2 0-15,2 2-4 0,-1-4 4 0,3 4 0 16,1-4 0-16,3 1 1 0,-5-5 1 0,6 3 0 15,1-5-2-15,2 0 5 0,-1-2-4 0,-2-1 3 16,2-2 3-16,-2-2 0 0,1 1 14 0,-7 0 6 16,3-2 4-16,-4-2-1 0,-1 0-2 0,-1-3-3 15,-2 0 2-15,1-2 5 0,-1-2-3 0,-1 0-6 16,-2 2-4-16,-2-5-3 0,-5 2-1 0,2-1 1 16,-3 2-3-16,-1-2-4 0,1 7-12 0,0-3-15 0,0 4-7 15,-1-1-19-15,3 4-29 0,-2 1-37 16,5 4-40-16,-9-5-25 0,9 5-22 0,0 0-25 15,-16 8-139-15,9 0-389 0,3-2 173 0</inkml:trace>
  <inkml:trace contextRef="#ctx0" brushRef="#br0" timeOffset="104008.63">16222 7987 195 0,'3'-6'213'0,"-1"-1"-16"0,-2 7-14 0,3-7-22 0,-3 7-16 16,4-7-26-16,-4 7-9 0,0 0-14 0,0 0-4 15,0 0-8-15,9 17-6 0,-4-5-9 0,-2 7-7 16,3 5-1-16,-2 1-9 0,-1-1 0 16,3 2-7-16,-3-1 1 0,1-5-9 0,0-1-3 0,0 0 0 15,0-3-6-15,-1-4-3 0,1-1 2 0,-1-2-6 16,1 0 1-16,-2-2-3 0,2-4 0 0,-1 3 0 16,-3-6 4-16,3 7 4 0,-3-7 6 0,0 0 1 15,6 2 1-15,-6-2-7 0,0 0-3 0,11-9-2 16,-2 0-3-16,0-1-3 0,3-2-3 0,1-2 0 15,0-1-3-15,1-1-4 0,-1 2 3 0,0-1-3 16,2 2 0-16,-2 3-1 0,-3 1-6 0,-1 2 0 16,2 3-1-16,-6 2 0 0,3 2-5 0,-8 0 2 15,15 1 4-15,-8 2-5 0,6 2 5 0,-4 1 1 16,2 1-4-16,-2 1 3 0,2 1 0 0,3 0 0 16,-4 0 1-16,4-1 3 0,-3-1-2 0,1-2 1 15,-3 0-1-15,1 0 2 0,-2-2 2 0,-2-1-1 16,2-2-1-16,-8 0 1 0,17-2 6 0,-12-1-3 15,5-2-4-15,-5 1 1 0,1-2-2 0,-1-1 4 16,2 0-3-16,-2-3-1 0,-1 3-3 0,-2-1 3 16,1 1-4-16,-3 7 8 0,2-10 1 0,1 4 0 15,-3 6-5-15,3-6-4 0,-3 6-1 0,0 0 2 16,0 0-4-16,0 0 0 0,6-2 3 0,-6 2 0 16,0 0 0-16,8 9 3 0,-2-4-1 0,-1 1-2 15,-1-3 0-15,4 2 5 0,3 0 1 0,-6-2-2 16,5-2 2-16,1 1-3 0,0-2 1 0,1-2 2 0,2-2 1 15,-1-1 1-15,-2 0 0 0,0-1-2 16,0-1 0-16,-1 0 1 0,1 0-4 0,-3-1 6 16,0 1-4-16,-2 0 3 0,-1 1 2 0,-1 2 0 15,-4 4 2-15,4-11-3 0,-1 8-4 0,-3 3-3 16,0 0-2-16,5-4-3 0,-5 4-3 0,0 0 3 16,0 0 1-16,4 21 5 0,-3-8 2 0,-1 5-2 15,0 1-1-15,-3 7 8 0,1-1-6 0,-1 5 2 16,-1-2 1-16,0 1 3 0,1 0-6 0,0 1 2 0,-2-1-18 15,4-1-17-15,-2 0-25 0,-1-4-31 0,2 5-45 16,0-10-54-16,1-1-49 0,0 0-131 0,0 1-394 16,-2-4 175-16</inkml:trace>
  <inkml:trace contextRef="#ctx0" brushRef="#br0" timeOffset="104496.02">17351 8270 119 0,'20'-19'175'16,"-1"0"-6"-16,-2 0-3 0,-4 3-11 0,-3 0-8 16,0-2-9-16,2 2-3 0,-6 1 9 0,-1 5 5 15,0-1-12-15,-2 1-12 0,-1 4-10 0,0 0-13 16,-2 6-6-16,3-9-12 0,-3 9-8 0,3-9-14 15,-3 9-5-15,0 0-11 0,0 0-5 0,0 0-7 16,0 0-2-16,0 0-2 0,0 0 3 0,-6 26-9 16,3-14 0-16,-1 3-4 0,2-3 2 0,0 0-7 15,4 0 1-15,-1-1-1 0,-1 0-4 0,4-3 0 16,0 2 0-16,3-3 1 0,1-1-1 0,0 1 0 16,4-3 2-16,0-3-5 0,2 0 2 0,4-1-1 15,2-2-2-15,-3-2-2 0,3-1 2 0,-4 0-4 16,2-2 5-16,-4-1-6 0,1 0 1 0,-1-1-2 15,-5 1 1-15,0-2 3 0,-3 1 2 0,2-4-6 16,-2 4 2-16,-3-1 1 0,1 0-4 0,-3 0 0 0,-1 0 2 16,0 10-1-16,-1-10 3 0,1 10-3 15,1-11-2-15,-1 11-2 0,0 0-3 0,0 0-5 16,0 0 7-16,0 0-4 0,0 0 4 0,0 0 1 16,-8 29 5-16,3-10 0 0,0 0 5 0,1 0-6 15,1-2 3-15,-4 7-4 0,2-6 5 0,0 1-1 16,0 5 4-16,2-7-5 0,1 0-3 0,-2-1-29 15,1 0-36-15,1-3-43 0,-1-1-38 0,2-1-47 16,-4 0-196-16,-3-2-421 0,2-1 187 0</inkml:trace>
  <inkml:trace contextRef="#ctx0" brushRef="#br0" timeOffset="104934.84">17960 8264 76 0,'12'-5'290'16,"-8"1"-26"-16,1-1-19 0,-1-1-20 0,2-2 1 16,0 1-5-16,2-3-13 0,-2 1-7 0,0-1-22 15,0 0-15-15,2-4-19 0,3-1-16 0,-2 3-11 16,1-1-16-16,2 0-4 0,-1 1-19 0,-1-3 3 16,-2 6-15-16,0-1-8 0,-3 3-15 0,-1 0-5 15,0 2-10-15,-1-1-11 0,-3 6-8 0,5-7-2 16,-5 7-9-16,0 0-2 0,0 0-3 0,0 0 5 15,0 0-4-15,0 0-2 0,-17 16 5 0,10-6-2 16,-2 2 7-16,-1 1-7 0,2 2-2 0,2-4 6 16,1 2-2-16,2-2-1 0,2 0-5 0,1 0 1 15,1-1-18-15,3 2-16 0,1-5-22 0,2 2-27 16,0-2-44-16,6-1-30 0,3-1-35 0,-3-3-37 16,0 0-151-16,5-4-419 0,-5 0 187 0</inkml:trace>
  <inkml:trace contextRef="#ctx0" brushRef="#br0" timeOffset="105085.17">18192 7909 1594 0,'-12'-23'-46'15,"4"4"97"-15,-1 6-18 0,2-3-8 0,-1 5 0 16,3 5 4-16,1-1-6 0,2 1-9 0,2 6-5 16,-4-6-21-16,4 6-17 0,0 0-14 0,0 0-21 15,0 0-30-15,0 0-45 0,0 0-91 0,0 0-248 16,27 10 110-16</inkml:trace>
  <inkml:trace contextRef="#ctx0" brushRef="#br0" timeOffset="105276.21">18356 7790 51 0,'-1'-12'229'16,"1"12"-7"-16,0 0-8 0,-1-11-21 0,1 11-19 16,0 0-22-16,0 0-16 0,0 0-16 0,0 0-11 15,0 0 10-15,0 0-1 0,4 39-1 0,-2-13-13 16,1 5-3-16,0 1-11 0,-1 2-3 0,2 4-10 15,-3-5-1-15,4 2-13 0,-1-3-4 0,-1-3-7 16,-1 0-15-16,1-2-15 0,-2-8-21 0,0 1-38 16,-1-1-51-16,0-3-47 0,2 0-36 0,-4-4-211 15,-2-2-415-15,-2-1 184 0</inkml:trace>
  <inkml:trace contextRef="#ctx0" brushRef="#br0" timeOffset="105424.31">18249 8087 160 0,'4'-4'152'16,"-4"4"-17"-16,9-3-14 0,1 0-24 0,3 0-24 15,1 3-21-15,6-1-34 0,10 1-34 0,0 0-21 16,5 0-29-16,3 1-50 0,15 1-123 0,0-4 54 16</inkml:trace>
  <inkml:trace contextRef="#ctx0" brushRef="#br0" timeOffset="106878.04">19010 8013 106 0,'0'-11'184'0,"0"11"-6"16,-6-10-12-16,1 7-9 0,-1 0-3 0,6 3-3 0,-19-4-12 15,8 8-14-15,-1 0-10 0,-2 5-7 16,-3 2 1-16,-2 8-8 0,0 4-9 0,1-1-11 16,2 4-4-16,2-1-11 0,3 1-1 0,5-3-9 15,6-2-7-15,0-3-20 0,1-2-10 0,3 3-24 16,2-3-23-16,7-2-20 0,-2-1-24 0,6 0-26 0,1-4-19 15,9 0-4-15,1-3-8 0,0-3 9 16,0-1 20-16,-5-4-4 0,-4-1 11 0,3-2 8 16,0-1 14-16,-7-2 18 0,2 0 24 0,-2-2 13 15,-2 0 3-15,-1-3 16 0,0 0 1 0,-3-1 21 16,-3-2 3-16,1 1 14 0,-2-3 8 0,-4 2 6 0,0 1 11 16,1 2 4-16,-4 1 19 0,0 2 10 0,-1 3 3 15,-1 2-9-15,1 0-5 0,-4 1-5 16,7 4-7-16,-20 1 0 0,4 4-2 0,-3 3 0 15,-4 6-3-15,0 0-4 0,3 0-11 0,-1 4-6 0,7-5-1 16,3 1-7-16,3 0-4 0,3-3-3 0,1 0 0 16,2-2-6-16,0 3-5 0,5-3 3 15,2-3-8-15,0 3-7 0,3-4-5 0,3 0-5 16,1-2-4-16,-1-2-10 0,8 1 2 0,-7-4-3 0,2 0-2 16,-2-2 1-16,0-1 4 0,0 1-2 0,-3-4 2 15,1 1 1-15,-4-1 2 0,-1-1-2 0,1 1 3 16,-1 0 1-16,0-1-3 0,-3 2 2 15,1 3 5-15,-1-2 1 0,-2 6 1 0,3-7 0 16,-3 7-6-16,0 0-2 0,0 0-2 0,0 0 4 0,0 0 2 16,0 0 1-16,0 0 4 0,3 20-1 0,-3-10 1 15,0-10-3-15,0 16 4 0,1-6-4 0,0 1 6 16,3-2-2-16,0-2 2 0,0 2-2 0,3-3 3 16,1-2-1-16,4 0 3 0,-1-1-3 0,1-1-3 15,-1-3 2-15,3 1 1 0,3-4-3 0,2-1-2 16,-8 0 1-16,3 0 0 0,-1-5 0 0,0-2 2 15,0 1-4-15,-5-4 1 0,2-1 0 0,0-1 6 16,-4-1-6-16,-3-6-1 0,3-2 1 0,1-1-1 16,-2-3 2-16,0 1-1 0,0-1 0 0,1-1 1 15,-2 2 1-15,-1 0-1 0,-2 4 7 0,0 8 10 16,0 7 5-16,2 0 1 0,-2 1-3 0,1 3-4 16,-2 6-3-16,0 0-1 0,0 0-7 0,0 0 4 15,0 0-1-15,-12 37-4 0,3-8 1 0,2 5 0 16,-5 1-2-16,-1 10 3 0,3-10-1 0,0-2-2 15,2-3 2-15,4 0 2 0,2-2-3 0,3-4 1 16,2-5-2-16,1-2 2 0,-1 0-2 0,4-7 2 16,-2 1-3-16,4-3 3 0,2-1 1 0,7 1 2 15,0-5-4-15,1-1 1 0,3-4 2 0,0 0-2 16,-3 1 4-16,0-7-7 0,0-2 1 0,-1-2 1 16,-3-2-1-16,3-3 1 0,-3 3-6 0,2-8-1 15,0 0 6-15,-6-2-8 0,3-1-1 0,-5-4-1 16,0 0-1-16,-1 0 2 0,1 1-1 0,-1 2 3 15,-5 2 0-15,0 6 1 0,1 3-2 0,-4 5 4 16,1-1-2-16,-1 3 2 0,0 8-4 0,1-8-1 16,-1 8-3-16,0 0 0 0,0 0 3 0,0 0 3 15,-2 38 2-15,-3-18 5 0,0 6-1 0,-1 2 2 16,3-2-1-16,1-1-2 0,4-6 1 0,-1-1 0 16,1 1-2-16,2-2 2 0,3 1 1 0,-1-4 2 15,4 0-4-15,-2-5 8 0,5 3-4 0,-1-5 1 16,-1-1-3-16,7-2 9 0,-6-1-6 0,6 1-4 15,-1-3 0-15,1-4 2 0,-5 1-9 0,6-2 4 16,-4-5-2-16,3 2-1 0,-3-1-1 0,-1-3-3 16,-2-2-4-16,-1-1-1 0,0-2-3 0,-4 2 0 15,0-4 0-15,0 0 3 0,-3 1-3 0,-1 0 3 16,-3 5 1-16,-2 2 7 0,0 1-4 0,-2 3 3 0,4 6-5 16,-8-8 1-16,8 8 0 0,-9 1 8 15,9-1-7-15,-16 12 6 0,7-2-1 0,-1 3 4 16,3 2-3-16,0-1 3 0,2 4-5 0,2-6 11 15,3 4-10-15,3 0-5 0,0-4-20 0,5 1-18 16,2 1-29-16,4-1-33 0,4-4-15 0,9 1-5 0,1-3-10 16,7-2-11-16,0-4 8 0,3-1 1 15,-4-1 14-15,-2-4 15 0,2 2 0 0,-7-2 6 16,-6-1 24-16,-2-1 12 0,-8 2 27 0,2-2 13 16,-5 0 33-16,-2-1 9 0,-2-2 14 0,-1 0 7 0,-3-1 12 15,1 0 15-15,-2 0 0 0,-1 1 8 0,-2 2 19 16,-1 1-5-16,0 1 1 0,0 2-2 15,5 4-4-15,-15-5-5 0,5 5-7 0,-2 2-2 16,1 4-6-16,-1 0 4 0,1 2-8 0,-5 1-1 16,5 0-11-16,4 2-2 0,1-3-5 0,1 1-1 0,1 2 3 15,3-3-10-15,2 2-2 0,0-1 1 0,3 0-2 16,1-4-3-16,4 0-3 0,3 0-1 0,0-2-10 16,8-2-7-16,-4-4-9 0,3 1 1 15,-2-3-6-15,2-1-5 0,-1-1 3 0,-4 0-3 0,-4-2 1 16,3-3 2-16,-4-3-1 0,-1 0-1 0,-3-1 1 15,-1-3 4-15,-1-3-1 0,-1-4 3 0,-1-1 0 16,-2-1 0-16,-1-2 1 0,-3 4 0 0,0-3 4 16,2 1 3-16,-3 9 5 0,5 1 15 15,-3 3 11-15,3 3 11 0,0 4 2 0,-2 1-4 0,3 7 3 16,-1-12-17-16,1 12-4 0,0 0 0 0,0 0 3 16,-5 25-3-16,1-5 2 0,0 9 2 0,-1 2-2 15,0 3 1-15,0 1-3 0,-2-2-2 0,5 1 0 16,-3-1-2-16,4-2-12 0,-2 0-17 0,3-2-36 15,1-3-28-15,1-1-42 0,0-5-43 0,4-4-34 16,-1-3-41-16,-1-1-163 0,4-5-432 0,-3-2 193 16</inkml:trace>
  <inkml:trace contextRef="#ctx0" brushRef="#br0" timeOffset="107095.01">20905 7825 224 0,'2'-2'241'16,"-2"2"-23"-16,7-5-26 0,-7 5-13 0,0 0 3 16,0 0-10-16,9 14-12 0,-7-8-14 0,3 3-14 15,-5 2-12-15,2 5-9 0,-1-3-8 0,1 5-13 16,0-1-9-16,-1 2-9 0,-1-3-4 0,1 4-15 16,1-4-18-16,-4 1-35 0,4 0-33 0,-4 0-32 15,2-5-25-15,-1-1-26 0,0 1-20 0,-2-2-32 16,1 0-13-16,-2-3-118 0,-2 1-323 0,6-8 143 15</inkml:trace>
  <inkml:trace contextRef="#ctx0" brushRef="#br0" timeOffset="107231.48">20859 8209 120 0,'0'0'155'0,"-3"8"-15"0,1-3 1 16,2-5-5-16,-5 7-3 0,2-1-15 0,3-6-11 16,-3 11-13-16,3-11-7 0,-1 10-8 0,1-10-5 15,3 11-9-15,-2-4-7 0,3 0-11 0,-4-7-30 16,13 11-12-16,-3-4-31 0,0-2-43 0,2 1-27 15,3 1-136-15,-6-4-249 0,2 2 111 0</inkml:trace>
  <inkml:trace contextRef="#ctx0" brushRef="#br0" timeOffset="109107.55">15138 8932 54 0,'-6'10'144'0,"-2"0"-7"0,1 3-4 0,-2 2-10 16,-1-1-13-16,1 1-6 0,0-2-10 0,1-2-5 15,3-3-4-15,1 2-4 0,-1-2-11 0,1-2-3 16,3 0-2-16,1-6 3 0,-4 6 9 0,4-6 4 16,-7 6 7-16,7-6 5 0,0 0-1 0,0 0-9 15,0 0-7-15,0 0-7 0,0 0-13 0,14-31-5 16,-4 17-7-16,-3-2-1 0,5-9-6 0,-3 3-2 16,-2-3-4-16,5 0-3 0,-4 1-5 0,3-2-2 15,2 0-5-15,-2 2 3 0,-3 0 0 0,1 5 2 16,-3 2-5-16,1 2 6 0,-2 4 4 0,-1 4-5 15,-2-1-6-15,1 2-2 0,-3 6-7 0,7-4 1 16,-7 4-2-16,0 0 3 0,11 12 6 0,-5 3 1 0,0 3 1 16,2 7 3-16,-1 4 4 0,-4-1 0 0,3 2-1 15,-3 0 0-15,2 0-1 0,2-5 1 16,-2 1-2-16,0-1-2 0,-1-6-1 0,1 1-1 16,0-1-2-16,1-2-2 0,0 1-1 0,-3-1 0 0,1-5-13 15,-2 0-18-15,0 0-33 0,1-1-28 0,-2-2-29 16,0 0-22-16,-1-4-20 0,0-5-23 0,-1 12-30 15,-5-8-137-15,6-4-371 0,-13 0 164 0</inkml:trace>
  <inkml:trace contextRef="#ctx0" brushRef="#br0" timeOffset="109673.9">15094 9041 14 0,'-3'-3'172'0,"3"3"-12"0,-6-7-19 15,6 7-23-15,-4-5-5 0,4 5-12 0,0 0-6 16,0 0-10-16,11-5 2 0,-11 5-12 0,20-3-1 15,-2 2-5-15,3 1-8 0,0-1 2 0,-1 1-2 16,1 0-10-16,0 1-3 0,-1 1-6 0,-1 1 2 16,0 1-3-16,-1 1-2 0,0-1-3 0,-3 3 1 15,1 2 0-15,-5-3-4 0,0 0 1 0,1 2-7 16,-5-1 0-16,-1 1-2 0,0 1-3 0,2-1 0 16,-5-1-2-16,1-2 0 0,0 4 1 0,0-4-2 15,-4-5 3-15,3 8 4 0,-3-8 5 0,1 6 5 16,-1-6-1-16,0 0-5 0,0 0 1 0,0 0 0 15,-6 8-6-15,6-8-8 0,0 0 9 0,0 0-2 16,0 0-9-16,0 0 0 0,-10-15 1 0,10 15-5 16,-3-8-1-16,3 8-1 0,0-11-9 0,5 4 0 15,-1-3-13-15,0 0 7 0,7-4-2 0,-4 3-3 16,3 0-1-16,-1 0 1 0,3 0-3 0,-4 3 0 0,-2 3 4 16,1 2-4-16,0 1 3 0,-7 2-4 15,12 1 5-15,-12-1 2 0,14 4 8 0,-4 3 6 16,-1 0-1-16,-1 1-4 0,2 1 4 0,-1 0 0 15,3 3 0-15,-2-4 0 0,-1 0 3 0,0-2 0 0,1 0-5 16,-2-2 8-16,-1-1 1 0,1 0-3 0,1-2 3 16,-9-1-5-16,14-4 1 0,-5-1-2 15,0-3 3-15,-2 3-7 0,1-4 3 0,-2 1-1 16,-2 0 4-16,1-1-3 0,-2-2-2 0,-2 3-1 0,2-3 2 16,-2 2-2-16,-1 1 1 0,0 8-3 0,1-11 3 15,-1 11-4-15,0-9-2 0,0 9-4 0,0 0 2 16,0 0-3-16,0 0 6 0,0 0-4 0,0 0-1 15,0 0 1-15,4 22 2 0,-4-7 3 0,-1 1-2 16,1-1 4-16,-1 4-4 0,1-3 4 0,0-1 1 16,1-3-1-16,-1 3-3 0,0-4 0 0,0 1-15 15,1-2-31-15,0-3-31 0,-1 3-37 0,3-3-32 16,-3-7-43-16,3 11-126 0,-3-11-343 0,5 6 152 16</inkml:trace>
  <inkml:trace contextRef="#ctx0" brushRef="#br0" timeOffset="109815.31">15882 8996 43 0,'3'-6'196'0,"-3"6"-31"15,4-8-11-15,-4 8-16 0,0 0-16 0,5-5-19 16,-5 5-13-16,0 0-26 0,0 0-39 0,0 0-43 16,9 15-48-16,-9-7-104 0,0 3-183 0,-1 0 81 15</inkml:trace>
  <inkml:trace contextRef="#ctx0" brushRef="#br0" timeOffset="109943">15899 9252 115 0,'0'0'167'16,"0"0"-18"-16,14 0-19 0,-14 0-13 0,0 0-33 16,17-8-63-16,-12 6-99 0,-5 2-40 0,16-13-128 0,-16 13 58 15</inkml:trace>
  <inkml:trace contextRef="#ctx0" brushRef="#br0" timeOffset="110080.15">15984 9114 71 0,'0'0'208'0,"0"0"-23"0,0 0-18 0,0 0-19 16,0 0-26-16,0 0-46 0,13-1-40 0,-13 1-56 15,17 10-78-15,-7-5-52 0,0-2-161 0,-10-3 71 0</inkml:trace>
  <inkml:trace contextRef="#ctx0" brushRef="#br0" timeOffset="110651.98">16919 8776 191 0,'-18'2'187'0,"-1"2"-22"0,2 4-10 0,0 3-4 15,1 1-15-15,0 1-5 0,1 7-13 0,4-3-14 16,3-2-6-16,3 1-8 0,2 3-9 0,2-4-8 16,2 3-8-16,6 0-1 0,3-1-11 0,3-2-4 15,6 2 0-15,6-6-5 0,0 0-7 0,3-1-4 16,-3-1-6-16,-4-5-8 0,-3-3-5 0,-2 0-9 15,-2 0 2-15,-2-1-2 0,-2 0-2 0,-4-2 4 16,-6 2 0-16,11-2-5 0,-11 2 4 0,4-6-3 16,-4 6-3-16,0 0 1 0,0 0 1 0,-17-11 0 0,6 9 2 15,-1 2-2-15,-2 1 7 0,-7 0 2 16,0 0 3-16,-6 4 6 0,0 0 3 0,9 1 4 16,-4 2-1-16,3 1 4 0,-4 3-1 0,5-3 2 15,3 3-2-15,0 1 4 0,2-1-2 0,1 2-3 0,5 0 0 16,0 0-1-16,3-2-4 0,3-1-1 15,0 0-3-15,2 0 3 0,3-2-6 0,2-1-1 16,5 0-2-16,5 0-1 0,1 0-23 0,5-4-33 16,8 0-38-16,1-3-46 0,2-1-34 0,1-2-41 0,-1 0-147 15,-3-2-379-15,1-2 167 0</inkml:trace>
  <inkml:trace contextRef="#ctx0" brushRef="#br0" timeOffset="110991.43">17241 8946 156 0,'0'-7'227'0,"0"7"-9"0,-3-12-20 0,2 7-15 0,1 5-25 16,0 0-18-16,0 0-18 0,0 0-5 0,0 0-1 15,0 0 10-15,0 0-5 0,0 33-4 0,0-15-15 16,-1 6-2-16,1 2-13 0,1-7-12 0,-1 6-3 16,1-6-6-16,0-2-7 0,1 0-2 0,-1 0-8 15,2-5-4-15,-1 0-1 0,-1-2-7 0,1-4-6 16,-1 0 3-16,-1-6 12 0,1 8 4 0,-1-8 10 15,0 0 1-15,0 0-5 0,0 0-8 0,0 0-2 16,0 0 6-16,0 0-19 0,-4-36 2 0,2 20-7 0,1-3-2 16,-1 0-3-16,0-1-5 0,0-7-3 15,1-1 3-15,2 1-6 0,-1 2 3 0,0-2-8 16,4 0 15-16,-1-1-16 0,1-1-4 0,1 5-2 16,0 5 0-16,3 2 0 0,-2 2-2 0,-1 5-4 0,0 0-4 15,3 1-15-15,-1 1-11 0,0 4-8 16,3 0-17-16,2 3-20 0,-2 1-23 0,0 4-33 15,3 2-23-15,-2 0-27 0,3 4-50 0,-5 4-171 16,2-1-442-16,-2 2 196 0</inkml:trace>
  <inkml:trace contextRef="#ctx0" brushRef="#br0" timeOffset="111392.01">17255 9028 35 0,'0'0'175'0,"0"0"-17"0,0 0-10 15,0 0-11-15,0 0-7 0,0 0-10 0,22 1-10 16,-11-1-9-16,2-3-10 0,4 3-10 0,2-3-1 16,0 1-8-16,0 2-10 0,0-3-5 0,-1 2-2 0,-4 1-15 15,-1 0 10-15,-2 1-9 0,-2 0-3 0,2 1-1 16,-5 0 2-16,1 3 1 0,1 0 5 0,-3 3 0 16,1 1 6-16,-3-1 0 0,2 3-6 0,-2-2-4 15,2 6-3-15,-2-2-1 0,-1 1-1 0,-1-2-5 16,2 1-1-16,-2-3-4 0,1-2-5 0,-1-2 0 15,0 0 1-15,-1-6 2 0,2 10 15 0,-2-10 14 16,2 5 12-16,-2-5 3 0,0 0-9 0,0 0-3 16,0 0-11-16,0 0-3 0,0 0-1 0,-4-34-4 15,2 23-4-15,-2-6-4 0,2 1-5 0,1-1 0 16,-1 1-5-16,3-2-1 0,-2 0 0 0,1-2-2 16,1 1-4-16,-1-5 10 0,1 5-12 0,2 0-5 15,2 0 3-15,-2 2 3 0,3 2-5 0,0 1 5 16,-1 4-11-16,0-2 2 0,-1 5-19 0,3 1-2 15,3 0-18-15,-4 3-19 0,1 1-17 0,-7 2-20 16,19 1-22-16,-13 2-23 0,3 1-21 0,1 4-25 16,-2 0-22-16,-3 2-151 0,2-1-385 0,-2 2 170 15</inkml:trace>
  <inkml:trace contextRef="#ctx0" brushRef="#br0" timeOffset="111658.83">17568 9039 61 0,'0'0'178'0,"-6"3"-12"15,6-3-11-15,0 0-14 0,-6 5-11 0,6-5-2 16,0 0-9-16,0 0 0 0,0 0-7 0,11 8-11 16,-11-8-6-16,18 3-10 0,-7-3-7 0,3 0-9 0,-1-1-6 15,5 1-8-15,0-3-1 0,1 1-9 0,-1 1-3 16,-5 0-3-16,4-3-4 0,-1 0-5 16,-6 1-3-16,1 0 0 0,-3 2-6 0,0-1-1 15,-8 2-2-15,14-1-1 0,-9 0-5 0,-5 1-1 0,0 0 0 16,12 1-3-16,-12-1 4 0,5 7-2 0,-5-7 8 15,6 11 7-15,-2-3 0 0,0 5-6 16,-2-3 2-16,-1 0-3 0,2 8-3 0,-3-1 1 16,1-2-9-16,-2 2-19 0,1-1-32 0,0 1-34 0,1-5-43 15,1-1-36-15,-2 0-184 0,2 0-370 0,0-2 163 16</inkml:trace>
  <inkml:trace contextRef="#ctx0" brushRef="#br0" timeOffset="111820.4">17915 8813 49 0,'0'0'153'16,"-1"-7"-17"-16,1 7-27 0,0 0-22 0,0 0-19 16,0 0-47-16,0 0-36 0,13 23-87 0,-8-11-110 15,3-3 49-15</inkml:trace>
  <inkml:trace contextRef="#ctx0" brushRef="#br0" timeOffset="112036">18097 8937 134 0,'-13'0'214'16,"2"2"-18"-16,-1 1-12 0,2-1-6 0,0 8-11 15,-2-4-4-15,5 3-10 0,-1 0-5 0,-1 5-2 16,0 0-7-16,4 2-13 0,1-2-10 0,3 4-12 15,1-3-3-15,4 2-13 0,0 0-8 0,4-3-6 16,3-2-10-16,-1 1-15 0,3-2-19 0,1 1-31 16,4-2-37-16,-2-1-42 0,2-2-19 0,1-1-35 15,-1-2-19-15,1-2-35 0,-6-2-140 0,0 0-353 16,5-4 157-16</inkml:trace>
  <inkml:trace contextRef="#ctx0" brushRef="#br0" timeOffset="112217.43">18321 9005 32 0,'1'-9'162'0,"2"-1"1"0,-3 4 8 16,0 6 1-16,1-12-9 0,-1 12-14 0,1-7-11 16,-1 7-11-16,0 0-3 0,0 0 13 0,0 0-4 15,0 0 3-15,3 24-6 0,-3-8-7 0,-3 1-10 0,2 3-10 16,1-3-10-16,-1 2-8 0,-1 0-8 16,2-2-7-16,0 2-5 0,0-2-14 0,-1 0-40 15,0-1-32-15,3-3-44 0,-2 1-36 0,2-3-39 16,-1-3-48-16,1 0-182 0,0-2-399 0,-2-6 177 15</inkml:trace>
  <inkml:trace contextRef="#ctx0" brushRef="#br0" timeOffset="112364.04">18319 8829 41 0,'0'0'58'0,"0"0"-35"0,0 0-44 0,0 0-22 0,13 25 10 16</inkml:trace>
  <inkml:trace contextRef="#ctx0" brushRef="#br0" timeOffset="112634.27">18565 9131 126 0,'0'0'190'16,"13"-5"-13"-16,-7 2 0 0,2 0-6 0,-2-2-9 15,2 0 0-15,-1-2-10 0,1-3-16 0,0 4-2 16,-2-2-10-16,-1 0-8 0,0-2-17 0,3-5-12 16,-4 4-3-16,-2-1-7 0,0 3-2 15,-4-2-4-15,0-2-8 0,-1 4 0 0,-4 2-9 0,0-2-4 16,2 5-4-16,-5-2-4 0,-2 3-2 0,1 1 0 16,-2 1-8-16,0 4 2 0,0 3-4 0,-4 4 2 15,1 0-4-15,1 2 0 0,3 2-6 0,1-1-3 16,5 5 1-16,2-6-1 0,1 2-1 0,3-1-11 15,4 3-27-15,0-5-18 0,7 2-38 0,0 2-36 16,3-1-32-16,5-6-30 0,5 6-36 0,-5-6-163 16,0-2-402-16,10-1 178 0</inkml:trace>
  <inkml:trace contextRef="#ctx0" brushRef="#br0" timeOffset="112839.58">18843 9141 30 0,'0'0'231'0,"3"-12"-17"0,-1 6-19 0,1-4 0 15,-2 2 3-15,1 2-16 0,2-3-11 0,-2-2-13 16,3 1-12-16,-1 1-12 0,2 0-15 0,1 1-8 0,-1 3-14 16,3 0-11-16,-1 0-11 0,-2 1-7 0,-6 4-8 15,13 0-2-15,-13 0-8 0,15 5-6 16,-7 2-3-16,0 0-1 0,2 7-5 0,-5-3-5 16,-1 0 0-16,0 7 0 0,-2-2-26 0,1 0-26 15,-2 2-36-15,-1-5-44 0,1-2-54 0,2 1-66 0,-3-2-157 16,1 0-410-16,0-4 181 0</inkml:trace>
  <inkml:trace contextRef="#ctx0" brushRef="#br0" timeOffset="113349.19">19183 9004 103 0,'-4'-7'264'0,"4"7"-12"0,-1-7-23 16,1 7-22-16,0 0-16 0,0 0 2 0,0 0-11 15,0 0-9-15,-19 16-14 0,15-7-14 0,2-1-11 16,0 2-13-16,1-1-9 0,0 1-9 0,2-1-12 16,2 2-8-16,2-2-7 0,1 0-8 0,4-3-4 15,2 1-7-15,3-3-6 0,3 2-5 0,1-4-1 16,1-2-10-16,-1 2-8 0,-3-5-3 16,2 1-7-16,-1-3-1 0,-4 1-9 0,-2 0 7 15,0-2-4-15,1-1 0 0,-2-2-11 0,-1 3 2 0,-2-4-1 16,-1-1 4-16,-1 0-5 0,-1 0 2 0,-3 0 0 15,3 0-1-15,-3 1-6 0,-1 1 7 0,2 2-5 16,-2 7 5-16,1-9-2 0,-1 9-2 0,0 0-2 16,-3-10 7-16,3 10 7 0,0 0 1 0,0 0 2 15,0 0 3-15,0 0-4 0,3 25 6 0,-3-15-5 16,2-3-1-16,0-1 0 0,3 2 0 0,0-2-2 16,1 2 0-16,3-1 1 0,1-3 6 0,1 1-9 15,3-3 7-15,-1-2-2 0,4-2-1 0,1 0-1 16,2-2-2-16,-9 1 4 0,3 0-5 0,-2-1-4 15,0-1 6-15,0 0-5 0,-3 0 2 0,1 0 1 16,-5 3-2-16,-5 2-6 0,10-4 1 0,-10 4-1 0,9-2-1 16,-9 2-5-16,0 0 3 0,12 2-2 15,-12-2 5-15,7 10 2 0,-3-2 8 0,-2 5-4 16,0 0 5-16,0 5-4 0,-2 5 1 0,1 4 0 16,-1 1-3-16,1-2 2 0,3 0-7 0,-2 2-13 0,1-2-26 15,-1 1-36-15,1-1-41 0,0-6-56 0,2-3-52 16,-1 1-62-16,-1-3-160 0,0-3-483 15,2-3 215-15</inkml:trace>
  <inkml:trace contextRef="#ctx0" brushRef="#br0" timeOffset="117798.54">20106 8927 155 0,'5'-5'211'0,"-5"5"-14"0,0 0-14 0,4-6-12 16,-4 6-16-16,0 0-20 0,0 0-16 0,0 0-10 0,0 0-11 15,0 0-8-15,0 0-4 0,0 0-1 0,4 20 4 16,-3-11-7-16,-1 4-3 0,0-4-14 0,0 2-4 15,0 1-4-15,-1 1-4 0,0 0-7 0,1-1 0 16,-2 0-5-16,2 0-8 0,0-1 4 0,-1 0-6 16,1-1-7-16,-1-1-11 0,1 1-16 0,-2 2-27 15,1-3-31-15,1 0-29 0,-1 0-31 0,1-9-34 16,-1 12-36-16,-2-6-126 0,3-6-344 0,-6 8 153 16</inkml:trace>
  <inkml:trace contextRef="#ctx0" brushRef="#br0" timeOffset="117971.75">20073 8764 112 0,'0'0'110'0,"0"0"-17"0,0 0-14 0,0 0-31 0,0 0-26 15,0 0-33-15,0 0-34 0,14 13-23 16,-5-6-74-16,0-1 32 0</inkml:trace>
  <inkml:trace contextRef="#ctx0" brushRef="#br0" timeOffset="118271.27">20446 8865 87 0,'0'0'183'0,"0"0"-8"15,0 0-12-15,0 0-12 0,-20-5-9 0,20 5-10 16,-13 7-6-16,6-3-13 0,-1 2-12 0,-2 1-8 15,5-4-7-15,-2 4-8 0,-1 2-9 16,6-3-9-16,0 0-3 0,0 1-9 0,0 0-3 0,4 3-4 16,0-2-7-16,2 3 3 0,4-2-6 0,1-2-2 15,5 4-2-15,1-4-2 0,2 2-7 0,-1-3 1 16,1 3 1-16,0-2-3 0,-1-1-2 0,-1 0 1 16,-3-1-4-16,-1-2-2 0,-4 0 1 0,1 0-3 15,-5 0-6-15,-3-3 3 0,9 5 1 0,-9-5 3 16,4 4-2-16,-4-4 5 0,0 0-5 0,-11 13-1 15,0-10 1-15,0 2-1 0,-2-1-3 0,0 0-14 16,-1 1-6-16,2-3-24 0,0 2-25 0,-1 0-27 16,3-2-40-16,1 1-31 0,-4-1-140 0,4-2-330 15,3 1 146-15</inkml:trace>
  <inkml:trace contextRef="#ctx0" brushRef="#br0" timeOffset="118600.62">21007 8800 83 0,'3'-7'189'15,"-3"7"-17"-15,0-7-8 0,0 7-6 0,0 0-10 16,-13-7-12-16,13 7-8 0,-18 3-7 0,5 3-8 0,-2 2-10 16,-1 1-8-16,3 0-9 0,-2 2-11 0,3 1-9 15,4-2-7-15,2-2-4 0,2 4-7 16,1-1-3-16,2-2-2 0,2 3-5 0,2-2-4 15,2 0-3-15,3 0 2 0,4 2-7 0,1-2 3 0,2 0-7 16,-1 0-2-16,2-3-1 0,-1 1-5 0,-6-2 2 16,2 1-3-16,0-2-2 0,-3 1-5 15,-1-2 4-15,-2 0-2 0,0-1-4 0,-5-3 4 16,5 7 4-16,-5-7-5 0,0 7 8 0,0-7 0 0,-9 8 1 16,-1-1-2-16,-1 0-5 0,-5 1-9 0,-1-1-11 15,0 0-22-15,0 1-27 0,2-2-31 0,3-4-37 16,2 2-27-16,3-3-26 0,2 2-129 15,5-3-335-15,0 0 147 0</inkml:trace>
  <inkml:trace contextRef="#ctx0" brushRef="#br0" timeOffset="118965.9">21288 8848 190 0,'2'-5'216'0,"-2"5"-13"0,0 0-16 16,0 0-18-16,0 0-11 0,-8-8-3 0,8 8-12 15,0 0-10-15,-22 14-9 0,14-5-12 0,-3 1-10 16,0 4-9-16,1-2-7 0,4 0-11 0,1 0-5 16,-4 2-11-16,4-2 2 0,2-1-7 0,0 1-6 15,3-5-6-15,1 2-3 0,3 1-9 0,-2-4-7 16,2 0-5-16,2-1-6 0,-1-1-9 0,-5-4 2 16,13 2-1-16,-6-1-3 0,4-2-3 0,-1-1-1 15,-1-2 0-15,-1 0 0 0,1-3 3 0,0-2-2 16,-4 1 1-16,3 0 1 0,-2-1-3 0,-1 2 9 15,-1-4 1-15,-1 3 6 0,-2 2 2 0,-1 6 7 16,3-11 2-16,-3 11 1 0,2-8-1 0,-2 8-10 16,0 0 0-16,4-6-1 0,-4 6-1 0,0 0 0 15,0 0-1-15,0 0 3 0,0 0-10 0,0 0 5 16,4 23-2-16,-4-15 1 0,2-2 0 0,-1 4 1 0,1-1-5 16,-1 1-8-16,2 2-24 0,-3-2-34 15,1-3-39-15,1 1-41 0,2-2-31 0,-1 0-59 16,-3-6-124-16,5 9-385 0,-5-9 171 0</inkml:trace>
  <inkml:trace contextRef="#ctx0" brushRef="#br0" timeOffset="119185.9">21502 8661 216 0,'0'-7'254'0,"-3"-1"-29"0,3 8-18 0,-2-7-26 16,2 7-11-16,0 0-5 0,0 0 13 15,0 0-10-15,-2 34 2 0,2-8-12 0,-1 0-15 16,0 3-6-16,-2-1-15 0,2 2-12 0,-1-1-7 0,0-2-14 16,2-1-7-16,-1 2-9 0,-1-4-2 0,4 1-16 15,-4-8-22-15,2 0-34 0,-2 0-34 0,1-4-44 16,-1-2-43-16,2 0-34 0,0 0-36 16,-1-3-37-16,0-2-154 0,1-6-415 0,0 0 184 0</inkml:trace>
  <inkml:trace contextRef="#ctx0" brushRef="#br0" timeOffset="119846.48">21401 8884 140 0,'0'0'156'0,"1"-11"-23"0,4 5-4 0,-1 0-10 16,2 3-3-16,6-2-6 0,-2 0-3 0,4 3-8 16,1-2-1-16,4 3-4 0,-6 1-5 0,4 0-10 15,-4 0-7-15,-2 5 0 0,3-1 1 0,-3 1-2 16,-1 3-12-16,-3 0-3 0,1 2 12 0,-1 1 0 15,0 0-4-15,-3 1-6 0,-2 0 0 0,2 0-4 16,0 3-4-16,-1-5-3 0,-1 0-3 0,1-1-3 16,0-2-2-16,0 2-7 0,2-3 1 0,-1-1-2 15,0 1-2-15,1-3-4 0,0 0 0 0,3-1-1 16,-8-2 3-16,14 0-11 0,-14 0 2 0,15-5 0 16,-5 2-3-16,0 0-1 0,-3-5-3 0,2 0-2 15,-1 1 2-15,-1-1-6 0,1 0 4 0,1-3 0 16,-4 2-2-16,0-3-1 0,0 2-2 0,-1-2 5 15,0 1-2-15,0 1 3 0,-2 1 13 0,0 2-8 0,-1 1 2 16,-1 6-4-16,2-10 2 0,-2 10-5 0,2-6 3 16,-2 6-9-16,0 0 3 0,0 0-6 15,0 0 2-15,0 0 2 0,0 0 7 0,1 23-5 16,-1-15 4-16,1 4 5 0,-2-1-8 0,1 0 2 0,3 5 0 16,-2-6-2-16,2-1 0 0,0 1 0 0,0-1-1 15,2-1 0-15,0-2 1 0,1 0-1 0,0 0 2 16,-1-1-1-16,1 2 1 0,4-2-2 15,-3-4 2-15,3 1-1 0,1-2-2 0,-2 0 2 16,2-2 0-16,0 0-2 0,1-3 1 0,-3 1 2 0,-2-4-5 16,2 2-1-16,-1-3 4 0,-3 0-4 0,0 1 0 15,-1-4-5-15,-3 1 0 0,2 0-2 0,-2-6 1 16,-1 5-5-16,-4-5 11 0,2 3-8 0,0 2 1 16,0 0-2-16,-1 3 1 0,3 0 1 0,-2 0-1 15,-1 3 6-15,3 6-4 0,-1-10-6 0,1 10 3 16,0 0 0-16,0 0-1 0,4-9 2 0,-4 9-1 15,10-2 0-15,-10 2 0 0,13 2 2 0,-13-2-1 16,18 7-2-16,-8-3 4 0,-1 2-1 0,0 2-1 16,-2-3 2-16,0 3 0 0,-1 1-1 0,2 1 4 15,-3-1 0-15,3 5 2 0,-3-5-4 0,-3 2 4 16,1-1-5-16,1-1 5 0,0 2-1 0,-1 0 1 16,0-1-2-16,-1-3-6 0,1 1-26 0,-2 1-25 15,2 0-25-15,-1-3-25 0,2 0-39 0,-1 0-34 16,6-1-26-16,2-2-175 0,-1-3-413 0,3 0 182 15</inkml:trace>
  <inkml:trace contextRef="#ctx0" brushRef="#br0" timeOffset="120189.69">22369 8833 129 0,'-7'-8'206'16,"-1"0"-9"-16,0 1-2 0,-3 4-15 0,1 1-10 15,-1 0-11-15,-1 2-10 0,0 2-8 0,1 2-12 16,0 2-6-16,2 3-6 0,-2 3-9 0,3-2-12 15,2-1-11-15,1 1-8 0,-2 0-7 0,4 1-2 16,0 0-8-16,2 0-4 0,1-3-6 0,1 1-2 16,2-3-8-16,0 0-1 0,2-1-1 0,1-2-6 0,0 1-2 15,2-3-6-15,-8-1-5 0,15 1 0 16,-6-2-1-16,-9 1-6 0,15-5 2 0,-8 2-1 16,0-3-2-16,0 1-2 0,0-3-3 0,-3 3 7 15,1-4-3-15,2 3-6 0,-3-5 2 0,0 2 0 0,-1 3-1 16,2-3 0-16,-1 4-1 0,-4 5-4 0,5-9 0 15,-5 9-1-15,3-6-1 0,-3 6-1 16,0 0-2-16,0 0 1 0,0 0 0 0,0 0 3 0,10 12-3 16,-9-5 3-16,2-1 2 0,-2 2 1 0,2-2-1 15,-2 4 0-15,2 1-2 0,0 0-16 0,0-3-29 16,1 2-22-16,0-1-42 0,0 1-53 0,-1-2-35 16,2 1-27-16,-1-2-132 0,3-1-387 0,2-2 171 15</inkml:trace>
  <inkml:trace contextRef="#ctx0" brushRef="#br0" timeOffset="120420.02">22667 8622 176 0,'0'-16'237'16,"1"6"0"-16,-2 0-5 0,2 3-10 0,-1 7-26 15,0-9-15-15,0 9-27 0,0 0-12 0,0 0-14 16,0 0-2-16,0 0 18 0,2 36-22 0,-4-9-11 15,1 3-7-15,-1 2-9 0,-1-1-9 0,2 1-11 16,-2-2-7-16,1-1-6 0,0 0-5 0,2-2-6 16,0-1-5-16,0-7-15 0,0-1-22 0,2 0-32 15,-2-3-44-15,0 1-46 0,0-7-56 0,1 1-46 16,-1-4-203-16,0-6-453 0,1 8 202 0</inkml:trace>
  <inkml:trace contextRef="#ctx0" brushRef="#br0" timeOffset="120570.92">22583 8750 3 0,'0'0'143'16,"10"-5"-16"-16,-2 3-13 0,-2 1-9 0,3 1-14 16,2 1-33-16,1 1-38 0,2 2-56 0,-4 1-69 15,-1-1-112-15,-1 3 49 0</inkml:trace>
  <inkml:trace contextRef="#ctx0" brushRef="#br0" timeOffset="120853.18">22699 8977 73 0,'0'0'191'0,"15"-6"-10"0,-6 3-11 0,0-1-10 0,4 0-11 16,-1-2-6-16,-1-1-11 0,4-1-9 15,0 1-10-15,0-2-13 0,0 2 1 0,-1-3-12 0,-4 3-4 16,0-2-6-16,1-4-5 0,-1-1 8 0,-6 5 0 15,2 0-4-15,1-1-1 0,-3 0-8 0,-3 0-2 16,-1 4-10-16,0 6 4 0,-3-13-1 0,-2 7-8 16,0 2-3-16,-1 0 2 0,6 4-7 0,-12-4-7 15,12 4 1-15,-16 4-5 0,8 1-3 0,-1 1-1 16,0 4-9-16,0-1 3 0,3 1 0 0,2-1-8 16,0 1 0-16,-1 0 0 0,7 4-12 0,-4 0-23 15,4-4-29-15,1 0-20 0,2-1-31 0,2 1-40 16,3-5-29-16,1 3-32 0,5-3-25 0,1 0-125 15,3-4-378-15,0-1 167 0</inkml:trace>
  <inkml:trace contextRef="#ctx0" brushRef="#br0" timeOffset="121229.83">23145 8883 90 0,'6'-9'172'16,"1"2"9"-16,-3-2-1 0,-3 0-7 0,2 2-1 16,-2 1-3-16,-1 6-6 0,-3-12-2 0,1 5-3 15,2 7-3-15,-7-10-11 0,2 6-15 0,5 4-14 16,-11 0-11-16,11 0-1 0,-17 4-16 0,6 3-8 15,2 1-10-15,0 1 2 0,0-1 1 0,-4 3-16 16,5-1-10-16,2 1-1 0,2-3-3 0,-1 2-3 16,5-3-7-16,-1 3-1 0,1-10-5 0,1 14-1 15,2-7-9-15,2-2-2 0,1 0 1 0,0 0-7 16,5-2-17-16,0-2-8 0,-1-1-3 0,2-2-3 16,1 0-3-16,-2-3 7 0,2-1-6 0,0-3 1 15,-3 0-2-15,1-3 6 0,-2-2 2 0,2 0 2 0,-1-1-2 16,-4 0 5-16,-1-4 2 0,1-5 1 0,-4-2 2 15,1 2 2-15,0-1 1 0,-1-1 4 0,-1 0 3 16,0 7 10-16,0 0 5 0,1 2 19 16,-2-1 7-16,0 5 11 0,0 3 7 0,1 3-2 0,-1 7-2 15,0-12-9-15,0 12-6 0,0 0-6 0,0 0-8 16,0 0 5-16,0 0 3 0,-3 28-4 16,-2-3-5-16,2 1 3 0,-1 2-5 0,-1 2 0 0,1 0-4 15,1-3-2-15,2 2-19 0,-2-1-27 0,5-1-45 16,-2-2-51-16,0 0-71 0,2-8-58 0,-2 0-232 15,2-5-524-15,1 0 232 0</inkml:trace>
  <inkml:trace contextRef="#ctx0" brushRef="#br0" timeOffset="121374.61">23512 8939 123 0,'0'0'313'0,"8"-3"-21"0,-8 3-32 16,0 0-21-16,7-3-30 0,-7 3-29 0,0 0-35 15,0 0-45-15,0 0-52 0,0 0-60 0,0 0-81 16,0 0-208-16,0 0-326 0,0 0 145 0</inkml:trace>
  <inkml:trace contextRef="#ctx0" brushRef="#br0" timeOffset="137109.17">15241 9794 19 0,'0'-9'176'0,"0"9"-7"16,1-16 0-16,-2 9 1 0,-2 0-6 0,3-2-3 16,0 9-4-16,-1-17-11 0,1 11-12 0,-2-2 0 15,2 8-5-15,-1-11 0 0,1 11-7 0,0-9-7 16,0 9-13-16,0 0-12 0,0-11-5 0,0 11-15 15,0 0-8-15,0 0-9 0,-1-7-10 0,1 7-7 16,0 0-1-16,0 0-1 0,0 0-7 0,0 0-1 0,4 30-3 16,-3-18-3-16,2 5-5 0,-1-2 5 0,0 3-6 15,1 2-1-15,-2 5-1 0,1-6 5 16,1 6-6-16,-2-10 2 0,1 9-7 0,-3-4 4 16,1 4-5-16,-1-6-2 0,1-1-16 0,0 1-8 0,1-5-15 15,-2 3-10-15,1 0-16 0,-4-6-15 0,2 1-25 16,0-3-20-16,1-1-21 0,-2 1-30 0,-2-2-33 15,1 2-117-15,0-2-351 0,-4-3 156 0</inkml:trace>
  <inkml:trace contextRef="#ctx0" brushRef="#br0" timeOffset="137685.14">15213 9658 61 0,'20'-11'122'0,"-2"4"-3"0,9-2-2 16,0 4-13-16,-6 3 6 0,-1 4-2 0,0 4-10 16,-1-1-16-16,-4 5-5 0,1 0-2 0,-5 2 0 15,-2 3-13-15,-1 0 0 0,-3 1-12 0,-5 2 2 16,0 0 3-16,-5 0-9 0,-1 0 1 0,-1 1-7 16,1-3 0-16,-6-1-4 0,3-1-5 0,-2-2-7 15,-3-1 3-15,3 0-2 0,0-4-12 0,-2 1 11 16,-1-1-4-16,0-4 1 0,3 1-3 0,0-1 4 15,1-3 1-15,2 1 14 0,-1-1-1 0,9 0-4 16,-16-1 2-16,11-1 0 0,5 2 4 0,-11-4-4 16,6 2-10-16,5 2-3 0,-7-6 0 0,7 6-1 15,0 0-7-15,0 0 0 0,0 0-6 0,0 0 1 16,0 0 0-16,0 0-4 0,0 0 2 0,0 0-3 0,26 6 1 16,-16-2-1-16,1 0-2 0,-1 2 1 15,3-1 6-15,2 2-2 0,2-1-3 0,-2 0 2 16,3 1 2-16,2-1-3 0,-1 1 0 0,1-2-2 15,-2-3 4-15,1 2-3 0,0-1 0 0,2 1 2 16,-2-3-2-16,1-1 1 0,1 0-3 0,-1 0 4 0,-3-1-3 16,2 1 0-16,-3-4-2 0,-2 1 5 0,1 2-4 15,0-7 4-15,-3 3 1 0,-2 0 0 16,1-1-1-16,-3 0 5 0,1 0 1 0,-1-2 1 0,-3 1 0 16,1-4 1-16,-2 3 7 0,-1-5-5 0,-1 1 5 15,-2 1 3-15,1 1 1 0,-2 0-1 16,1 1 4-16,0 9-1 0,-2-13 0 0,-1 9 0 0,3 4-3 15,-3-10-8-15,3 10-2 0,-3-7-3 0,3 7 0 16,0 0-3-16,0 0 2 0,0 0-4 0,-17 9 3 16,12-1-7-16,0 2 3 0,1 0-2 15,0 3 3-15,0-2-14 0,2 5-21 0,-2-4-20 16,4 6-23-16,0-1-24 0,2-2-36 0,2 0-35 0,0 0-38 16,-1-2-132-16,2-2-365 0,0-2 161 0</inkml:trace>
  <inkml:trace contextRef="#ctx0" brushRef="#br0" timeOffset="137995.77">15849 9868 57 0,'0'0'196'0,"0"-9"-19"0,0 9-22 16,0 0-14-16,0 0-25 0,0 0 12 0,0 0-6 15,0 0-9-15,14 16-8 0,-10-5-2 0,1 0-8 16,5 5-7-16,-2-1-7 0,0 2-7 0,-1-2 1 15,2 3-14-15,-1-2-3 0,0-1-4 0,-1-2-5 16,1-4-3-16,-2-1-4 0,-1-2-3 0,2-1-4 16,-1-1 7-16,-1 0 3 0,-1-1 9 0,-4-3 7 15,0 0-3-15,12-1-4 0,-12 1 2 0,11-7-11 0,-6-1-7 16,4-1 2-16,0-4 1 0,0 3-1 0,-3-4-9 16,1-3-5-16,2 2 2 0,-2-2-3 15,-2 0-2-15,2-1-5 0,-1 0-3 0,2 2 2 16,0-1-12-16,1 3-13 0,-3 3-18 0,2 0-34 0,-2 3-37 15,0 1-34-15,3 1-39 0,-1 5-32 16,3-2-178-16,-11 3-412 0,13 3 183 0</inkml:trace>
  <inkml:trace contextRef="#ctx0" brushRef="#br0" timeOffset="138943.99">16263 9965 39 0,'5'-5'171'15,"-5"5"-16"-15,5-5 2 0,-5 5-15 0,7-8-4 16,-4 3 0-16,-3 5-17 0,7-10-6 0,-3 4-11 16,0-1-10-16,2 1 1 0,-1-3 4 0,-2 2-10 15,0-3-4-15,0 1-3 0,0 0 5 0,-1 1-1 16,-1 2-3-16,1-2-9 0,-2 8-4 0,-2-12-3 16,2 12-7-16,-5-13-10 0,3 10-4 0,-2-3-2 15,4 6-7-15,-11-4-6 0,4 3-6 0,7 1-1 16,-17 5 0-16,5 0-7 0,3 0-5 0,-3 4 0 15,3 1-1-15,2-2-2 0,-2 5 3 0,1-1-1 16,2 4-2-16,0 0 1 0,4-2 0 0,1-2-1 16,1 1-1-16,1-1-2 0,1-2 3 0,1 0-4 15,1 2 0-15,2-6 4 0,3 5 0 0,-1-5-2 16,3 1 1-16,1-1-1 0,1-3 1 0,3 1 2 16,-3 0-5-16,5-5 2 0,-1 0 2 0,0-1-3 15,-2 1 1-15,-2-2-3 0,3-4 1 0,-3 0 1 0,-2 2 0 16,-1-2 0-16,3-6 1 0,-5 4-4 15,-3-1 0-15,0 0 1 0,-1-1 0 0,-2-3-4 16,0 4 1-16,-4-1-1 0,0-1-2 0,-1 1 4 16,1 0-2-16,-1 1 1 0,2 4-1 0,1 6 3 0,-3-13-2 15,3 13-2-15,-1-7-1 0,1 7 0 0,-1-6-1 16,1 6-2-16,0 0 2 0,0 0-4 16,6-10 5-16,-6 10 0 0,12 0 1 0,-12 0-2 15,16 6 0-15,-5-2-2 0,-1 1 4 0,0 0-6 0,-2 1 2 16,2 0 0-16,-2 2 3 0,-2 0-4 0,0 0 2 15,1 3 0-15,-4 0 1 0,3-3-2 0,-2 0-1 16,-1 1 8-16,0 1-3 0,0-1-3 0,-1-2 4 16,-1 0-3-16,3 0 3 0,-1-2 1 0,0 1 0 15,0 1-2-15,1-3 4 0,-4-4-1 0,9 9 2 16,-4-7-6-16,3 0 6 0,-1 0 1 0,1-1 1 16,5-2-2-16,-3-3 3 0,0 0-4 0,3 0 1 15,-3-2-2-15,1 0 1 0,4-5 0 0,-6-1 2 16,-2 4 0-16,2-4 1 0,-4 3-1 0,-1-2 0 15,1-1-5-15,1-2 0 0,-5 1 2 0,1 1 1 16,0 2 2-16,-2-2-5 0,0 3-3 0,0 9 3 16,0-9-3-16,1 3 1 0,-1 6-4 0,0 0-2 15,0 0 0-15,0 0 1 0,0 0-3 0,0 0 5 16,9 17-3-16,-7-5 3 0,2 3 0 0,-1-4 6 16,-1 6-6-16,1 1 3 0,0 0-1 0,0 2 1 15,-1-2-1-15,0 1 3 0,-1-2-1 0,2 2-1 16,-3-4 0-16,1-2 3 0,-2-3-3 0,2-1 2 15,0-1 0-15,1-2 0 0,-2-6 2 0,0 12 5 16,0-12-2-16,0 0 4 0,0 8-1 0,0-8 3 16,0 0-7-16,0 0 3 0,17-13-1 0,-7 6 1 15,1-6-5-15,2 3 3 0,1-1 1 0,-1-3-3 16,2-1-4-16,7-2 4 0,-6-3-2 0,0 5-2 16,-1-6 1-16,-2 5-2 0,-2 0 3 0,-2 7 0 0,-1-7-3 15,1 0-2-15,-4 5 5 0,-1 0-2 0,0 1-1 16,-2 3 3-16,1-1-3 0,-3 2-2 0,0 6-3 15,-4-10 0-15,4 10 1 0,-9-4 2 16,9 4-3-16,-19 4 4 0,3 4-3 0,-1 0 4 0,1 0-2 16,-3 2 2-16,6 0-1 0,-2 0 1 0,6-1-1 15,1 0-1-15,0 7 1 0,6-6 3 0,1 0-1 16,0 0 0-16,6 0-17 0,2 2-32 16,2-3-45-16,8 1-52 0,10-1-39 0,4-1-206 0,1-2-422 15,6-2 186-15</inkml:trace>
  <inkml:trace contextRef="#ctx0" brushRef="#br0" timeOffset="139371.94">17431 9647 209 0,'-1'-6'217'0,"1"6"-23"0,0 0-21 0,-3-8-17 0,3 8-16 16,0 0 0-16,0 0-16 0,3 31-8 0,-3-14-7 15,1 2-7-15,0 5-6 0,-1-3-8 0,2 3-12 16,-2 1-3-16,0-6-6 0,0 0-2 0,-2-2-11 16,2-1-6-16,0-3-2 0,0-1-3 0,0-3-3 15,-1-1-3-15,1-8 5 0,0 11 13 0,0-11-3 16,0 8 18-16,0-8-1 0,-1 7-5 0,1-7-7 16,0 0 4-16,0 0-8 0,0 0 1 0,0 0-1 15,0 0-13-15,0 0 1 0,0 0-1 0,0 0-6 16,0 0-3-16,0 0-5 0,10-16-5 0,-6 10-1 15,4-2 1-15,1 2-5 0,1 0-5 0,6-2 1 16,-3 5-2-16,5 1-4 0,0-2 1 0,-5 4-2 16,0 1 1-16,4 2-6 0,-6 1 1 0,-1 2-3 0,0 0 0 15,-2 1-2-15,0-1 11 0,-6 2-8 16,2 1 1-16,-2-1-5 0,0-1 6 0,-2 1-1 16,0-8-1-16,-9 15 6 0,2-6-4 0,-2-4-1 15,-2 0 7-15,2 1-17 0,-1-3-12 0,1 2-12 16,-1-1-20-16,-1-3-24 0,4 2-33 0,-1-2-24 0,8-1-35 15,-12-1-22-15,12 1-22 0,0 0-15 16,-9-3-129-16,9 3-389 0,0 0 172 0</inkml:trace>
  <inkml:trace contextRef="#ctx0" brushRef="#br0" timeOffset="139537.24">17740 9842 41 0,'7'-9'209'0,"-1"2"2"0,-1 1-2 15,-2 1-11-15,-3 5-13 0,6-8-15 0,-3 4-17 0,-3 4-11 16,0 0-20-16,6-4-14 0,-6 4-12 0,0 0-6 15,0 0-6-15,7 11-4 0,-4-3-10 0,0 0-3 16,-2 2-10-16,-1 0 2 0,1 5-16 0,-1 2-18 16,-1-3-18-16,0 3-33 0,1-3-38 0,0 3-47 15,0-6-33-15,0-1-26 0,-1 3-149 0,-1-1-345 16,2-4 153-16</inkml:trace>
  <inkml:trace contextRef="#ctx0" brushRef="#br0" timeOffset="139701.47">17758 9677 30 0,'-5'-6'167'0,"3"0"-26"0,-2 1-34 0,4 5-17 0,-8-2-9 16,8 2-25-16,0 0-25 0,0 0-33 0,1 20-34 15,2-8-76-15,2-3-119 0,-1 2 53 0</inkml:trace>
  <inkml:trace contextRef="#ctx0" brushRef="#br0" timeOffset="140273.81">18029 9815 109 0,'0'0'207'0,"0"0"-12"0,0 0-10 0,0 0-7 16,-12-14-9-16,12 14-7 0,-11-4-7 16,4 4-12-16,7 0-9 0,-13 3-12 0,5 0-10 15,-1 3-8-15,-1 2-5 0,0 0-8 0,-2 6-4 16,2-2-9-16,2 2-5 0,1 1-5 0,2-3-6 15,0 0-10-15,-1 0 0 0,6 0-8 16,0 0 0-16,2-2-6 0,2 0-5 0,-1 1-3 0,4-8 1 16,2 4-4-16,0-3 0 0,2-4-2 0,1-2-4 15,0 1 0-15,5-4-5 0,-3-1 0 0,3-4 1 0,-7 4-3 16,1-2 1-16,0-4-5 0,-2 3 4 0,-3-1-9 16,2-1 7-16,-3 0-7 0,0 0 4 15,-1-1-4-15,-3 2 1 0,2-1-4 0,-3 3 4 16,1-2-4-16,-1 4 1 0,0 6 0 0,0-9-3 0,0 9 0 15,0 0-5-15,0 0 0 0,0 0 2 0,0 0-4 16,0 0 3-16,0 0 0 0,0 0 3 16,-12 27-2-16,7-19 5 0,3 4-5 0,2-1 3 0,0 0 0 15,-2-3 0-15,2 1 3 0,3-2-1 0,-1 2 0 16,1-2 0-16,2-1 4 0,0-3 7 0,3 1-13 16,1-4 5-16,2 0 1 0,3-2 3 0,3-2-5 15,0-3 2-15,-5 3-2 0,4-4-3 0,-5 1 4 16,1 0-2-16,-1 1-3 0,-2-3 0 0,0 1 0 15,-1-2 1-15,-2 1-1 0,-2 2 1 0,1 0-3 16,0-1 0-16,-1-2 2 0,-1 4 0 0,-2 0-1 16,-1 6 1-16,1-10-3 0,-1 10 0 0,4-5-5 15,-4 5 2-15,0 0-3 0,0 0 1 0,0 0 0 16,0 0 2-16,0 0 2 0,0 0 5 0,-4 32 1 16,0-23-2-16,3 7 2 0,-1-3 0 0,-4 1 2 15,3 2 0-15,1-2 5 0,0-4 3 0,-1 2 1 16,3 0-4-16,-2 0 3 0,2 0-3 0,-2-4 1 15,2 3 7-15,-1-2-10 0,1-1 0 0,-1-1-3 16,1-7-9-16,-4 15-28 0,3-7-32 0,0-2-34 16,-2 0-41-16,3-6-56 0,-3 11-64 0,2-6-148 0,-2 3-441 15,0-3 195-15</inkml:trace>
  <inkml:trace contextRef="#ctx0" brushRef="#br0" timeOffset="140781.91">18702 10039 239 0,'5'-3'274'0,"1"-2"-9"0,-1 0-8 0,-1-1-15 0,1-1-25 16,0-1-20-16,0 0-16 0,3-1-4 16,-3-1-18-16,0 1-12 0,0 0-17 0,-1 0-14 0,4-1-10 15,-4 0-13-15,2 0-16 0,-1-1-12 0,0 0-4 16,-1 0-6-16,1 1-3 0,0 1-9 0,-1-2-3 15,-1 3-4-15,-1-2-2 0,-2 5-9 16,0 5 1-16,3-10-4 0,-3 10-3 0,0 0-4 0,1-7-3 16,-1 7-5-16,0 0-4 0,0 0 0 0,0 0 0 15,0 0 0-15,0 0 4 0,-6 21-6 0,3-13 6 16,1 3-6-16,0-2 3 0,0 1-4 0,2-2 4 16,0 1-1-16,1-2 1 0,2-1 2 0,2 3-5 15,-1-2 5-15,-1-1 15 0,4-2-16 0,2 0 4 16,1-2-4-16,2-2 3 0,3 1-3 0,0-5 4 15,0 1-5-15,1-2 4 0,2 0-6 0,-3-3-1 16,-4 2 7-16,0-2 0 0,-2 1-5 0,1-1 3 16,-4-3-3-16,1 3 4 0,-3-1-3 0,1 0 2 15,0-1 0-15,-3 0 4 0,-1 0-1 0,2 1-4 16,-2 2-1-16,-1 7 1 0,0-11-5 0,0 11-2 16,0-8-3-16,0 8-1 0,0 0 0 0,0 0 1 15,0 0-1-15,0 0-1 0,0 0 3 0,-7 24 3 16,2-13 10-16,1 1-7 0,-1 3 0 0,-2 4-1 15,2-1-1-15,0 0-3 0,-1-1 5 0,1 1-2 0,-1-1 1 16,1-1-4-16,1-3-20 0,1-2-21 0,-2 3-33 16,2-6-39-16,2 3-49 0,-2-6-49 0,3-5-58 15,-5 12-172-15,0-7-481 0,0-3 212 16</inkml:trace>
  <inkml:trace contextRef="#ctx0" brushRef="#br0" timeOffset="140953.31">18717 9676 2027 0,'-17'-21'48'0,"2"2"16"0,2 7-28 0,4 2 19 15,1 3-7-15,0 0-11 0,3 1-11 0,1 2-6 16,0 0-16-16,4 4-18 0,-7-5-16 0,7 5-21 16,0 0-23-16,0 0-36 0,-6 12-34 0,6-12-44 15,8 14-105-15,-3-4-316 0,5-1 140 0</inkml:trace>
  <inkml:trace contextRef="#ctx0" brushRef="#br0" timeOffset="141463.87">19464 9800 158 0,'11'0'202'0,"-11"0"-8"15,14 4 2-15,-7 1-14 0,1 1-15 0,1 1-8 16,-1-1-9-16,-1 5-11 0,1-3-11 0,-2 3-12 15,1-1-8-15,-1 0-8 0,-2 0-9 0,0-1-9 16,0-3-6-16,-2 0-3 0,2-1 5 0,-4-5 6 16,3 7 15-16,-3-7 10 0,2 5 10 0,-2-5-4 15,0 0-2-15,0 0-6 0,0 0-9 0,0 0-10 16,0 0-6-16,0 0-10 0,-11-21-8 0,7 13-1 16,1 1-8-16,1-3-3 0,1 1-6 0,-1-3-4 15,2 3-10-15,2-2-17 0,-1 0 2 0,3-4-4 0,1-1-1 16,2 1-1-16,2 0-6 0,2 3-4 0,-1 3 5 15,4-1-6-15,2 2 0 0,-3 3 4 16,5 0-4-16,0 5-1 0,0 1-2 0,0 4 3 16,-2 0-4-16,1 3 3 0,-2 3-3 0,-2-1 1 0,0 1-1 15,-2 4-6-15,0 0 8 0,-2-3 2 0,-2 3-8 16,-3-4 8-16,0-1-5 0,0 2-4 0,0 0-16 16,-3-3-19-16,1 2-25 0,-2-2-31 0,0-2-36 15,-2 4-38-15,-1 0-43 0,2-4-35 0,0-1-224 16,-2 1-514-16,3-7 227 0</inkml:trace>
  <inkml:trace contextRef="#ctx0" brushRef="#br0" timeOffset="141735.99">19967 9854 31 0,'4'-4'206'0,"-4"4"-24"0,0 0-14 16,5-6-18-16,-5 6-3 0,0 0 0 0,0 0-12 15,0 0-7-15,0 0-3 0,3 17-5 0,-3-17-4 16,6 10-2-16,-4-4-1 0,2-2-16 0,1 3-4 15,0-1-10-15,2-3-6 0,3 0-6 0,-4 0-6 16,7-1-6-16,-3-2-2 0,3-1-6 0,-2 0-2 0,2-3 0 16,0 1 2-16,-4-2 4 0,0-1 3 15,-1-1 8-15,-1 0-2 0,-3-5-8 0,0 4-4 16,-1-1-4-16,-5-2 4 0,2 2-7 0,-2-3-4 16,-3 3-5-16,-3-1-5 0,0 1-7 0,1 2-5 15,-2 1-8-15,-3 2-11 0,1 3-20 0,0 1-21 16,-3 0-29-16,3 1-30 0,-3 5-40 0,4 0-41 15,-2 0-49-15,1 2-197 0,2 1-462 0,1-1 204 16</inkml:trace>
  <inkml:trace contextRef="#ctx0" brushRef="#br0" timeOffset="141959.07">20235 9678 214 0,'1'-11'249'0,"2"-2"-14"0,0 2 5 0,-1 3-4 15,-3-1-3-15,2 2-15 0,-1 7-24 0,1-8-20 16,-1 8-19-16,0 0-22 0,0 0-7 0,0 0-2 16,17 24-3-16,-11-7-9 0,-2 2-10 0,1 6-9 15,3 1-8-15,-6 0-12 0,1 1-3 0,0-1-8 16,-1 0 0-16,1-1-12 0,-3-4-11 0,1 5-18 16,-1-7-37-16,1-1-31 0,1 1-41 0,-1-3-68 15,-1-4-44-15,0-1-54 0,0 0-190 0,0-11-480 16,-5 15 213-16</inkml:trace>
  <inkml:trace contextRef="#ctx0" brushRef="#br0" timeOffset="142104.81">20199 9774 57 0,'0'0'192'0,"2"-9"-25"15,-2 9-15-15,5-10-10 0,0 6-21 0,4 2-27 16,4 1-51-16,4-2-40 0,0 0-69 0,3 3-86 15,1-1-162-15,-1-1 71 0</inkml:trace>
  <inkml:trace contextRef="#ctx0" brushRef="#br0" timeOffset="142506">20555 9996 115 0,'5'-6'269'16,"0"-2"-22"-16,1-2-3 0,-1 0-12 0,6-2-19 16,-1-2-33-16,1-1-11 0,6-6-12 15,1 2-12-15,0-1-7 0,-2-2-15 0,2 1-13 16,0 0-9-16,-1 1-13 0,-7 3-10 0,1 0-6 0,1 3-6 16,-4-1-1-16,-3 6-5 0,0-1-3 15,-3 5-1-15,1-2 5 0,0 2-16 0,-3 5-11 0,0 0-5 16,1-7-5-16,-1 7 1 0,0 0 4 0,0 0-12 15,-23 10-2-15,11-1-1 0,-3 4-6 0,2-3-3 16,2 3-11-16,2-3-6 0,2 0-1 0,2 0 2 16,1 2-4-16,3 1 7 0,2-3-6 0,1 2 2 15,1-5 5-15,4 5-5 0,2-3 1 0,-2-1 7 16,6 4-3-16,-4-2 0 0,3-2 0 0,-5 0 2 16,2 0-4-16,0-1 4 0,-2 0 1 0,-2-1 2 15,-1-1-2-15,0 0-2 0,-1-1 1 16,-3-4 0-16,5 9-6 0,-5-9-4 0,0 8-16 0,0-8-16 15,-6 9-18-15,6-9-27 0,-8 6-39 0,3-2-26 16,5-4-26-16,-9 4-43 0,9-4-131 0,-11 3-387 16,11-3 171-16</inkml:trace>
  <inkml:trace contextRef="#ctx0" brushRef="#br0" timeOffset="142837.84">20983 9773 209 0,'2'-8'242'0,"3"5"-21"15,-5 3-18-15,4-7-21 0,-4 7-15 0,0 0-17 16,0 0-12-16,0 0 2 0,0 0-5 0,0 0-5 16,8 18-11-16,-8-12-13 0,0 2-7 0,1 2-1 15,2 0-10-15,-2-3-7 0,0 1-9 0,5-1 4 16,0 3-13-16,-1-2-6 0,0-3-4 0,4 2-5 0,0-2-5 16,1-1 1-16,2-1-5 0,0-3-4 15,3 0-7-15,-4-2 2 0,2 0-4 0,-3-4-1 16,0 0-2-16,3-2-5 0,-4 1-2 0,0 0 2 0,0 0-3 15,-3-2 0-15,-1-4-1 0,1 3-4 0,-4 1 1 16,1-1-4-16,-1 4-1 0,-1-1 0 0,-1 7-1 16,3-8-2-16,-3 8-1 0,2-8 2 15,-2 8-6-15,0 0 1 0,0 0-1 0,0 0-1 0,0 0 3 16,0 0 0-16,0 0-1 0,7 23 9 0,-6-13-6 16,0 0-4-16,1 1-2 0,0-1-17 0,1 2-31 15,0 1-42-15,-1-3-63 0,6 0-47 0,-3 2-261 16,0-2-503-16,0-2 222 0</inkml:trace>
  <inkml:trace contextRef="#ctx0" brushRef="#br0" timeOffset="143236">21431 9500 123 0,'-2'-11'285'0,"-1"1"-15"0,1 2-18 0,-1 2-20 16,3 6-26-16,-4-10-25 0,4 10-12 15,0 0-19-15,0 0-13 0,0 0-6 0,-12 34-6 0,4-5-10 16,-1 2-5-16,4 3-10 0,-3 1-8 0,0 0-1 16,3 0-14-16,0 0-4 0,1-4-6 0,3 0-8 15,0 1-3-15,1-4-7 0,1 0-4 0,0-9-2 16,2 6-7-16,1-5-3 0,-3-2 5 0,-1-1-13 16,3 1 0-16,-3-3-3 0,1-5-13 0,0 1-15 15,0-2-27-15,1-2-18 0,-2 0-23 0,0-7-16 16,1 9-19-16,-1-9-32 0,0 0-43 0,-4 7-25 15,4-7-23-15,0 0-152 0,0 0-414 0,-16-12 184 16</inkml:trace>
  <inkml:trace contextRef="#ctx0" brushRef="#br0" timeOffset="143590.28">21329 9814 73 0,'17'-7'129'16,"4"0"-8"-16,6-1-18 0,4-1-20 0,0 0-24 15,-1 0-13-15,-2 2-19 0,-2 2-15 0,-6-2-9 16,1 2-6-16,-6-1-9 0,2 0 10 0,-3-3-5 16,-3 2 5-16,-2-2 1 0,-1 0 11 0,-3-2 9 15,0 1 5-15,-1-3 5 0,-1-2 4 0,-3-2 14 16,-2 1 19-16,0-1-7 0,-1 1 15 0,1 0 19 16,-1 6 6-16,2 0 20 0,0 1 1 0,-2 2 0 15,3 7-6-15,-4-11-7 0,4 11-17 0,-1-6-8 16,1 6-9-16,0 0-8 0,0 0 19 0,0 0 7 15,-4 26 13-15,4-8 3 0,-4 1-3 0,4 6 3 0,0 2-3 16,-2 0-11-16,0-2 7 0,0 2-17 0,2-1-1 16,-3 3-9-16,3-4-8 0,3 0-4 0,-7-6-3 15,5 1-6-15,-2 0-8 0,0-2 0 0,1 2-5 16,0-1-1-16,0-2-3 0,0-5-21 0,0 2-22 16,-1-4-25-16,1 1-35 0,-2-2-41 0,2 1-50 15,0-10-41-15,0 10-39 0,0-10-29 16,-2 9-161-16,2-9-464 0,0 0 206 0</inkml:trace>
  <inkml:trace contextRef="#ctx0" brushRef="#br0" timeOffset="143870.91">21511 9822 22 0,'7'-7'172'0,"3"2"-26"0,1 1-17 15,7-1-10-15,2 0-9 0,6 0-16 0,1 0-8 16,1 2-4-16,-2-3-5 0,3 2-14 0,-3 0-7 15,-4 0 4-15,-3 1-2 0,2-1-7 0,-3 0 6 16,-1 0 10-16,-4 0 7 0,-1 1 16 0,-2 1 11 16,-5 0 6-16,4-1-1 0,-4 0-6 0,-5 3-6 15,7-5-6-15,-7 5-5 0,0 0 1 0,5-5-6 16,-5 5 0-16,4-5-9 0,-4 5-8 0,0 0-7 16,0 0-5-16,0 0-7 0,0 0-4 0,0 0-7 15,5 15-4-15,-5-7-2 0,0 1 0 0,0 2-5 16,-2 0 3-16,2 2-12 0,-2 2-23 0,-1 0-24 15,1 1-32-15,-2-1-44 0,1-3-51 0,1-1-44 16,-2 0-195-16,-1-1-435 0,-2-1 193 0</inkml:trace>
  <inkml:trace contextRef="#ctx0" brushRef="#br0" timeOffset="144042.94">21899 9607 29 0,'0'0'181'0,"-2"-11"-28"16,2 11-25-16,0 0-26 0,0 0-22 0,0 0-30 15,0 0-32-15,0 0-35 0,0 0-41 0,19 22-53 16,-13-14-121-16,2 1 53 0</inkml:trace>
  <inkml:trace contextRef="#ctx0" brushRef="#br0" timeOffset="144259.81">22193 9682 57 0,'0'-8'196'16,"0"8"-2"-16,0 0-7 0,0 0 2 0,-8-12 0 16,8 12-10-16,-3-5-5 0,3 5-17 0,0 0-12 15,0 0-12-15,0 0-7 0,0 0-4 0,-25 14 9 16,18-7-8-16,-1 5-10 0,0-2-8 0,-1 3-6 16,2-2-10-16,3 4-7 0,1-4-6 0,-2 4-9 15,2-3-3-15,2-3-5 0,4 4-7 0,-2-3-5 16,3 3-1-16,2-6-17 0,2 3-21 0,1-3-20 15,2 1-38-15,2-4-31 0,5 1-42 0,1 0-40 16,1-5-32-16,0-1-12 0,-1-1-9 0,-1-2-150 16,0 1-395-16,-7-4 175 0</inkml:trace>
  <inkml:trace contextRef="#ctx0" brushRef="#br0" timeOffset="144433.31">22368 9792 233 0,'5'-9'23'0,"0"-2"21"0,-1-1 8 16,-1 0 8-16,-2-4 23 0,0 4 18 0,1 2 21 15,-1 1 8-15,0 2 0 0,-1 7 8 0,1-11 4 0,-1 5-7 16,0 6-9-16,3-6-11 0,-3 6-3 0,0 0 5 15,0 0-6-15,0 0-4 0,0 0 4 16,8 19-5-16,-7-10-10 0,1 2-10 0,-4 1-4 16,2 1-11-16,0 1-2 0,-1 2-7 0,1 1-8 0,0-2-6 15,-2 1-5-15,2-3-25 0,0-2-31 0,0-1-45 16,-1 1-45-16,0 2-41 0,1-4-53 16,-1-1-205-16,-1 0-436 0,2-8 193 0</inkml:trace>
  <inkml:trace contextRef="#ctx0" brushRef="#br0" timeOffset="144587.53">22371 9494 158 0,'0'0'146'0,"-2"-9"-25"16,2 9-22-16,0 0-7 0,0 0-21 0,0 0-36 15,0 0-24-15,4 35-24 0,1-16-35 0,-2 7-64 16,1 1-122-16,-2 0 54 0</inkml:trace>
  <inkml:trace contextRef="#ctx0" brushRef="#br0" timeOffset="144838.94">22503 9839 133 0,'7'0'197'16,"-7"0"-1"-16,14-2-4 0,-4-2-8 0,0-1-7 16,1 2-6-16,1-5-14 0,0 1-7 0,3 0-11 15,-3 1-9-15,1-4-5 0,-1 5-6 0,1-6-10 16,-1 1-9-16,-3 2-5 0,1-4-8 0,0 2-5 15,-2 2-4-15,-1-1 4 0,-4 2-1 0,1-1-6 16,-2 0 2-16,-2 8 1 0,0-10-18 0,0 10-3 16,-6-10-4-16,-2 7-6 0,1 0-8 0,7 3-9 15,-30 6 2-15,12 0-5 0,2 1 3 0,-1 4-10 16,2-2 2-16,1 2-1 0,6 0-8 0,-2 2-16 16,2-3-15-16,3 1-34 0,2 2-39 0,1-1-32 15,3 0-34-15,0-1-29 0,6-1-20 0,2-2-30 16,0 1-164-16,1-4-431 0,5 2 191 0</inkml:trace>
  <inkml:trace contextRef="#ctx0" brushRef="#br0" timeOffset="145053.68">22743 9851 181 0,'5'-5'214'0,"-2"-4"-7"16,3 0-7-16,-3 0-5 0,1-1 14 16,3 1-9-16,-2-2-12 0,0 1-10 0,1-1-15 15,-1 1-6-15,3-5-12 0,0 4-14 0,-1 2-12 16,0-1-14-16,2 2-3 0,-5 2-20 0,4 0-7 0,-2 1-12 15,1 3 4-15,0 0-19 0,-7 2-6 0,14 2-3 16,-8 2-4-16,2 0-4 0,1 6-3 16,-3-2-3-16,-2 3-2 0,1-1 0 0,-2 3 4 0,-1 2-18 15,-2-3-20-15,3 4-21 0,-3-2-33 0,0-3-41 16,1 0-49-16,-1-1-60 0,1 0-240 0,-1-10-492 16,0 13 218-16</inkml:trace>
  <inkml:trace contextRef="#ctx0" brushRef="#br0" timeOffset="145293">23135 9529 18 0,'-1'-16'280'0,"1"-1"-11"0,-2 5-3 0,2 2 1 16,-1 1-11-16,1 9-24 0,-1-11-22 0,1 11-19 15,0-7-29-15,0 7-14 0,0 0-14 0,0 0-2 16,6 30-7-16,-4-13-12 0,0 9-5 0,3-1-5 15,-4 3-12-15,2-2-9 0,-2-1-7 0,0-6-9 16,-1 2-9-16,0-2 0 0,3-1-5 0,-3 1-16 16,3-2-20-16,-2-1-26 0,-1-4-36 0,2 2-29 15,0-3-36-15,-4-1-61 0,4-3-49 0,-2 0-32 16,0-7-190-16,-3 9-481 0,3-9 213 0</inkml:trace>
  <inkml:trace contextRef="#ctx0" brushRef="#br0" timeOffset="145441.76">23053 9647 180 0,'0'0'201'0,"0"0"-17"0,-2-8-20 15,2 8-14-15,0 0-15 0,10-4-15 0,-10 4-17 16,18-3-6-16,-6 2-10 0,9 1-31 0,7 0-38 0,3-2-54 16,2-1-53-16,-1 3-140 0,2-5-247 15,1 1 110-15</inkml:trace>
  <inkml:trace contextRef="#ctx0" brushRef="#br0" timeOffset="145693.44">23752 9361 70 0,'0'0'255'0,"2"-7"-10"0,-2 7-24 16,0 0-16-16,0 0-22 0,2-7-14 0,-2 7 10 15,0 0-10-15,0 0-6 0,0 0-4 0,-4 30-11 16,3-17-6-16,1 4 0 0,-3 8-12 0,1-1-7 15,1-3-12-15,1-2-8 0,-2 5-5 0,0 0-11 16,0-5-8-16,1-2-9 0,0 0-7 0,-1 1-4 16,2-2-5-16,0 0-4 0,2-4-13 0,-2 0-8 15,0-1-23-15,0-2-23 0,1 1-28 0,-1-1-18 16,0-9-28-16,1 13-37 0,-1-8-22 0,0-5-36 16,2 9-25-16,-2-9-8 0,0 0-188 0,0 0-440 15,0 0 195-15</inkml:trace>
  <inkml:trace contextRef="#ctx0" brushRef="#br0" timeOffset="146057.51">23670 9578 213 0,'0'0'215'0,"0"0"-16"0,-3-7-14 16,3 7-20-16,0 0-13 0,0 0-10 0,10-12-11 16,-1 9 6-16,2 1-12 0,8-3-10 0,2 2-8 15,6-1-13-15,-5 4-7 0,6-3-6 0,-2 3-8 16,-3 0-9-16,-1-2-7 0,-3 4-3 0,0-2-9 15,-4 2 1-15,-4-2-8 0,1 1-4 0,-5-1-5 16,2 3-5-16,-4-1-3 0,2 1 1 0,-4 2 0 16,3-1-2-16,-3 1 5 0,1 0-3 0,1 3-1 15,-2-3 1-15,1 1-6 0,0-1 2 0,1 1-4 16,-1-1 0-16,-1 0 3 0,4 1 5 0,-1-2 5 0,1 1-2 16,3 0-4-16,1-2 3 0,1 0-5 15,-2-2 6-15,3-1-2 0,0-1-2 0,1-1 3 16,-4 0 4-16,-1-1 8 0,1-2 8 0,-2-1 0 15,-2 0-1-15,1-1 1 0,-5-1-4 0,2-5-4 16,-4 3-5-16,0-2-1 0,-5-3-5 0,0 1-1 0,-1 4-4 16,-2-5-4-16,-4 2 2 0,-2 3-14 15,0 1-12-15,-1 3-31 0,-4 4-19 0,0 0-25 16,-3 4-28-16,4 2-35 0,1 2-40 0,0 2-49 0,2 1-218 16,4 0-490-16,0-2 217 0</inkml:trace>
  <inkml:trace contextRef="#ctx0" brushRef="#br0" timeOffset="149024.2">15418 10610 79 0,'-7'-6'202'0,"-2"1"-14"0,0 0-21 16,1-1-12-16,-3 3-12 0,0 0-27 0,-1 2 0 15,-1 1 2-15,1 1-6 0,-2 0-8 0,-1 4-5 16,1 0-7-16,-4 3-4 0,1 1-5 0,2 3-9 16,-3 1 1-16,3-2-6 0,1 5-10 0,3 1-4 15,0-2 0-15,0 0-9 0,3 1-3 0,1-2-5 16,1-2-1-16,4 1-3 0,0-2-5 0,2-1-5 15,0-1 3-15,3-2-1 0,2 2-3 0,1-3-2 16,3-1 3-16,1-2-2 0,2-1-7 0,-1-2-1 16,2 0 3-16,1-4-3 0,5-4 2 0,-2 3 0 15,1-4-6-15,-1-3-5 0,4-4 4 0,0-1-1 16,-10 1 1-16,2 0-2 0,-3 0 3 0,0-7-5 16,0-2 1-16,-4 1 2 0,-2 4-1 0,-3-5-3 15,0-1 3-15,-1 1 1 0,-2-1-1 0,-1-1 0 16,-3 0 2-16,2 3 0 0,1-4-7 0,-1 8 21 0,2 2 4 15,-2 3 0-15,0 0 4 0,1 5 0 16,2 4 6-16,0 0-8 0,1 6-4 0,-4-10-8 16,4 10 0-16,0 0-3 0,0 0-4 0,0 0 0 15,0 0-4-15,0 25 2 0,0-7-1 0,5 1 1 0,-1 8-2 16,-3-1 1-16,3 3 3 0,-1-2-5 0,2 0 1 16,0 1-1-16,-2-1 0 0,3-1-1 15,-1-7 5-15,0 5-5 0,0-7 1 0,-1-1-2 16,0 0 6-16,1-2-3 0,0-2-1 0,0-1 1 0,1-1-3 15,-2 0 2-15,2-3 2 0,-2 0-3 0,1-2 2 16,0-1-3-16,0 0 3 0,0-2-2 0,0 2 3 16,-5-4-1-16,13 1-4 0,-13-1 2 15,17-8-7-15,-7 3-4 0,-1-2 4 0,-3 0 3 0,2 0-9 16,-3-5 0-16,4 2 1 0,-4-2-1 0,0-2-3 16,-4 2-7-16,2-4 3 0,-2 3 0 0,-2 0 4 15,1 3-4-15,-3-1 5 0,0 0-3 16,-2 3 5-16,3 1-1 0,-2 0-1 0,-2 2 6 0,2 0-2 15,-2 0-2-15,6 5 3 0,-7-7 6 0,3 3-8 16,4 4-1-16,0 0 0 0,-7-4-9 0,7 4-2 16,0 0 0-16,0 0 4 0,0 0-1 0,0 0-1 15,24-4 4-15,-9 4 0 0,3-2 2 0,1 2 2 16,3 2 1-16,-3-1 1 0,2-1 0 0,-2 3 2 16,-2 0-3-16,-3 0 3 0,-3 4-2 0,1-2 1 15,-2 0-3-15,-2 2 2 0,-2 1 2 0,0 0 2 16,-1 1 3-16,-2 0 0 0,2 1 6 0,-2-1-7 15,-2-2 2-15,-1 5 3 0,1-1-3 0,-1-5-3 16,0 4-24-16,-1 1-20 0,1-3-32 0,1 3-32 16,-1-11-19-16,2 12-35 0,0-7-25 0,2-1-162 0,0 3-380 15,2-4 168-15</inkml:trace>
  <inkml:trace contextRef="#ctx0" brushRef="#br0" timeOffset="149382.27">16016 10540 152 0,'-9'-3'188'16,"-2"3"-6"-16,-1 3-5 0,1 0-5 0,-4 4-7 15,-1 2-11-15,2 3-10 0,1-1-9 0,2 0-14 0,1 3-13 16,2-1-7-16,0 2-8 0,5-4-8 0,-1 5-9 16,3-5-4-16,2 0-11 0,-1-1-4 15,2-3-8-15,2 1-1 0,0-2-4 0,2-1-4 0,-1 0-3 16,2-4 0-16,-7-1-10 0,19 1 3 0,-11-2-6 15,2-2 2-15,0 0-4 0,-3-2-3 0,-2-1 1 16,1-2-5-16,0 1-1 0,1-1-3 0,-3-1 1 16,-2 1 1-16,2-1-3 0,0-1 0 15,-1 1-1-15,-2 1-2 0,1 1 1 0,-2 7 1 0,4-11-2 16,-4 11-1-16,3-5-1 0,-3 5 0 0,0 0 7 16,0 0 4-16,0 0 4 0,0 0-3 0,10 16-1 15,-8-10 1-15,0 1-3 0,0 4 0 0,1 1-4 16,-2-2 3-16,0 2-4 0,2-2-20 0,-2 3-12 15,3-1-27-15,0-1-35 0,-2 1-25 0,1-1-25 16,1-2-32-16,2-2-31 0,-2 2-167 0,-1-2-394 16,3-1 174-16</inkml:trace>
  <inkml:trace contextRef="#ctx0" brushRef="#br0" timeOffset="149810.97">16221 10646 115 0,'0'0'186'0,"-1"-10"-4"0,1 10-4 15,-2-7-6-15,2 7-23 0,0 0-3 0,-1-9-14 16,1 9-18-16,0 0-10 0,0 0-11 0,0 0-3 16,0 0-4-16,0 0-3 0,0 0-4 0,0 0-6 15,0 0-8-15,0 0-7 0,0 0-5 0,4 28-6 16,-2-25-5-16,-2-3-3 0,3 9-1 0,-3-9-5 16,4 5 0-16,-4-5-5 0,5 6-1 0,-5-6-3 15,6 4-4-15,-6-4 0 0,8 0-1 0,-8 0-1 16,0 0-1-16,13-6-5 0,-8 2-1 0,-5 4 1 0,11-6-1 15,-4 1 1-15,-2 0-2 0,-1 1-4 0,1-2 3 16,-5 6 0-16,9-10-3 0,-9 10-2 16,5-3 5-16,-5 3-11 0,4-6-1 0,-4 6 3 15,0 0-3-15,0 0 0 0,0 0 4 0,0 0-2 0,14 12 2 16,-10-8-3-16,2 1 3 0,-2 0-4 0,1 0 3 16,0 0 0-16,2 1 1 0,3-3-2 15,-1 1 5-15,1 0 1 0,0-2-4 0,3-2 3 16,-4 0 1-16,4 0 2 0,-2-3-2 0,-2-1-2 0,2 1 10 15,0 0 13-15,-7-3 3 0,2-1-1 0,2-1 0 16,-5 2-2-16,1-3 7 0,-1 3 7 0,-1-1-12 16,1-2-3-16,-2 1 0 0,-1 8 1 15,-1-14-11-15,1 7-11 0,0 7-14 0,-3-10-25 0,3 10-29 16,-2-7-39-16,2 7-51 0,0 0-43 0,-7-7-36 16,7 7-141-16,0 0-406 0,0 0 180 0</inkml:trace>
  <inkml:trace contextRef="#ctx0" brushRef="#br0" timeOffset="150058.93">16946 10407 112 0,'1'-11'245'0,"0"2"-7"16,-1 1 0-16,0 8 1 0,-1-11-3 0,1 11-16 15,0-8-17-15,0 8-23 0,0 0-12 0,0 0-25 16,0 0-14-16,0 0-3 0,0 0-2 0,11 34-4 15,-8-17-14-15,-2 4-9 0,0 3-8 0,2 2-12 16,0 1-7-16,-1-7-7 0,-3 4-4 16,1-5-7-16,1 0-9 0,2 0-7 0,-1 0-26 0,-2-2-35 15,0-5-24-15,2-1-33 0,-2 2-33 0,1-4-44 16,0 0-28-16,0-4-23 0,-1-5-9 0,3 9-178 16,-3-9-428-16,0 0 189 0</inkml:trace>
  <inkml:trace contextRef="#ctx0" brushRef="#br0" timeOffset="150521.41">16970 10571 30 0,'1'-11'147'0,"2"4"2"0,1-1-19 0,1-2-4 16,1 1-13-16,-1 2-8 0,3-1-7 0,2 0-8 15,0 1-1-15,2-1-6 0,3-2 0 0,-1 1-3 0,3 1-4 16,-7 2-5-16,0-3 4 0,5 0 10 0,-4 2 2 16,-2 2 3-16,0-2-1 0,0 0 7 15,-6 3-5-15,3-2-6 0,-1 2-7 0,0-1-1 16,-5 5-5-16,5-7-7 0,-5 7-7 0,5-4-7 0,-5 4-9 15,0 0-6-15,0 0-2 0,0 0-2 0,0 0-6 16,10 13 2-16,-10-2-7 0,2 2-4 0,-1 2 1 16,-1 3 0-16,0 2-2 0,0-3-3 15,-1 2 1-15,1-3 0 0,1 0-5 0,-1 0 2 0,1-2-4 16,-1-2-1-16,3-3-13 0,-1 2 0 0,1-2-2 16,-2-5 2-16,-1-4-6 0,2 13 11 0,0-9-8 15,-2-4 6-15,4 8-6 0,-4-8 5 0,7 4-2 16,-3-1 6-16,-4-3-2 0,10 0-1 0,-5 3-3 15,-5-3 8-15,9 0-7 0,-9 0 3 0,12-3 3 16,-12 3-1-16,14 3-2 0,-8-3 3 0,2 1-1 16,-8-1 1-16,18-4 4 0,-10 3-1 0,-1-2-3 15,1 0 0-15,0-3 1 0,-2 2 0 0,2-1 3 16,-2-1 7-16,-1-2 6 0,0 2 0 0,-2-3-4 16,-1 4 5-16,1-3 2 0,-3-2 6 0,0 10 1 15,-1-12 10-15,1 12-9 0,-4-13 0 0,1 8-1 16,3 5-1-16,-6-6-7 0,6 6 0 0,-13-3-3 15,5 3-2-15,8 0-2 0,-15 9-2 0,4-1-26 16,3 0-17-16,0 1-30 0,-1 0-35 0,3 3-38 16,2-1-61-16,2 0-48 0,-2-1-161 0,6 2-439 15,6 2 195-15</inkml:trace>
  <inkml:trace contextRef="#ctx0" brushRef="#br0" timeOffset="150881.64">17650 10715 60 0,'7'-10'241'0,"2"4"-19"0,0-1 3 16,2-1-8-16,-3-1-7 0,1-1-6 0,2-2-18 16,3 2-7-16,-3-2-12 0,1-1-8 0,2-1-18 15,0 0-10-15,-2 1-15 0,1-2-4 0,3 2-16 0,3-6-5 16,-3 0-13-16,1-1-3 0,1 2-4 16,-6 3-14-16,0-1-6 0,-2 2-1 0,-3 4-10 15,-2 0 2-15,-1 3-8 0,-2 0-4 0,1 2-1 16,-3 5-4-16,1-10-4 0,-1 10 6 0,0 0-15 0,0 0 1 15,0 0-4-15,-20 5 1 0,11 2-3 0,-5 5-4 16,2 0-1-16,2 1 4 0,0 1-22 0,2-1-6 16,6-1-2-16,-1 1-2 0,3 3 2 15,3-5 2-15,2 5 0 0,4 0 3 0,0-3 1 0,0-1 0 16,2 1 4-16,-1-3 2 0,-1-2 3 0,0 2-4 16,0-2 3-16,-4-1 6 0,0-1-5 0,-1-1 3 15,1-1-3-15,-1 2 5 0,0-2-2 0,-4-4 3 16,5 6-2-16,-5-6 2 0,1 9 0 0,-1-9 0 15,0 0-24-15,-6 13-30 0,1-8-41 0,-3 0-45 16,0-2-44-16,3 2-41 0,-6-2-170 0,11-3-431 16,-12 3 191-16</inkml:trace>
  <inkml:trace contextRef="#ctx0" brushRef="#br0" timeOffset="151230.81">18248 10430 244 0,'-6'-4'265'0,"0"0"-18"0,6 4-17 0,-16-1-6 16,3 3-13-16,0 3-11 0,0 3-12 0,1 0-16 15,-5 3-15-15,2 2-8 0,3-3-18 0,1 3-12 16,2 1-10-16,3-5-8 0,3 1-15 0,3 1-4 16,-2-3-9-16,2 2-1 0,3-3-10 0,1 0-7 15,1-3-6-15,1 0-4 0,5-2 6 0,1-1-13 16,1-2-11-16,1 0 7 0,-1-1-11 0,5-3-1 0,-7 0-5 15,1-1 0-15,-1-1-1 0,-3-1-2 16,1 0-1-16,-3 1-1 0,1-3-4 0,-3 5-1 16,-1-1 0-16,1 0-3 0,-1 1 2 0,-3 5-1 15,5-9-3-15,-5 9-2 0,6-4-4 0,-6 4 1 16,0 0 0-16,0 0 3 0,0 0 2 0,2 18-4 0,-2-8-2 16,0 1 8-16,-2 0-1 0,1 1-3 15,0 1 0-15,1 0-9 0,0 2-30 0,0 0-33 16,0-2-41-16,1 2-37 0,-1 2-53 0,0-8-43 15,0 4-214-15,0-3-497 0,1 1 220 0</inkml:trace>
  <inkml:trace contextRef="#ctx0" brushRef="#br0" timeOffset="154139.68">21611 10345 40 0,'3'-6'258'0,"-3"6"-15"0,0 0-16 16,4-7-18-16,-4 7-22 0,0 0-18 0,4-6-18 15,-4 6-16-15,0 0-16 0,0 0-21 0,5-3-25 16,-5 3-40-16,0 0-46 0,0 0-57 0,0 0-60 16,10 10-159-16,-6-6-311 0,-4-4 138 0</inkml:trace>
  <inkml:trace contextRef="#ctx0" brushRef="#br0" timeOffset="158374.81">18379 10675 37 0,'7'4'97'0,"-7"-4"-15"0,4 5 4 0,-2 0-15 16,-2-5-7-16,4 5-6 0,-4-5-3 0,3 7-9 0,-3-7 0 15,1 7-7-15,-1-7 1 0,4 6 4 0,-4-6 5 16,0 0 15-16,0 0 1 0,0 0-8 0,0 0 5 15,0 0-23-15,0 0-17 0,0 0-36 0,0 0-52 16,0 0-109-16,-19-15-187 0,11 8 83 0</inkml:trace>
  <inkml:trace contextRef="#ctx0" brushRef="#br0" timeOffset="159081.94">18434 10613 14 0,'0'0'157'0,"3"5"3"0,-3-5 1 0,1 8 11 15,-1-8-3-15,3 13-8 0,-3-9-13 0,0-4-7 16,-2 13-8-16,2-5-10 0,0-8-8 0,-1 9-7 16,1-9-7-16,0 10-5 0,0-10-3 0,0 0-3 15,-1 7 0-15,1-7 3 0,0 0 1 0,0 0-1 16,0 0 4-16,0 0-1 0,0 0 3 0,0 0 0 0,0 0-8 15,0 0-11-15,0 0-15 0,0 0-1 16,0 0-4-16,0 0-21 0,0 0-3 0,-8-25-4 16,8 25-2-16,0-15-5 0,0 6-4 0,2-1 0 15,-2-1 1-15,2 1-6 0,-1 3-6 0,1-2-1 0,0 3 0 16,-2 6-4-16,4-11 8 0,-4 11-9 0,5-6-2 16,0 3 10-16,-5 3-11 0,16 0-5 15,-9 1 2-15,5 4 2 0,1-1 11 0,-4 3-13 0,2-1 0 16,-1 3-2-16,0-2 1 0,3 4-2 0,-4-3 0 15,-2 2 1-15,0-4 5 0,1 1-5 0,0-2 1 16,-5 1 1-16,1-1-2 0,-1-1-1 16,-3-4 2-16,4 6-2 0,-4-6 10 0,6 6-5 0,-6-6 1 15,0 0 7-15,0 0-6 0,0 0-3 0,0 0 4 16,0 0-8-16,0 0 0 0,8-17 5 0,-7 11-6 16,-1 6-3-16,5-16-1 0,0 6-5 0,-1-2 10 15,1 2-9-15,4 0-5 0,1 0 2 0,-1-2 2 16,0 5-4-16,0 0 2 0,-1 1 1 0,0 0 4 15,-2 5-2-15,1-1-3 0,1 0 2 0,-8 2 4 16,12 3-2-16,-5 0 8 0,-2 1-3 0,1 1-2 16,0 1 4-16,-1 0-3 0,3 2 1 0,-1 1 1 15,1 0-2-15,-1-2 6 0,4 1-2 0,-1-1 3 16,1 0 0-16,0-3-1 0,0 0-7 0,1-2 3 16,1 1-4-16,0-3-2 0,4-1 0 0,-4 1-3 15,0-4 0-15,0-1-3 0,-2 0 2 0,2 0 3 16,-3-3-1-16,-1 1 5 0,1 0 0 0,-4-3 7 15,-1-1-4-15,-3 1 0 0,0 1-2 0,-2-1 6 16,-3-1 3-16,-1 1 4 0,-1 4-2 0,0 1 10 0,-3 1 3 16,2-1-2-16,-2 3-2 0,-1 0-1 0,-3 4-3 15,1 1 1-15,1 3-3 0,-1 2 3 0,3 1-1 16,0 1-5-16,3 1-5 0,0 6-9 16,1-5-25-16,3 5-34 0,2-5-43 0,4 5-43 0,2 0-39 15,2-3-50-15,0 1-134 0,4-4-412 0,4-1 182 16</inkml:trace>
  <inkml:trace contextRef="#ctx0" brushRef="#br0" timeOffset="159365.62">19442 10287 35 0,'-9'-16'257'0,"2"2"0"0,2 6-16 16,-1-2-13-16,2 4-20 0,0 2-21 0,4 4-22 15,-6-5-15-15,6 5-12 0,0 0-3 0,-9 27-7 16,6-7-2-16,-3 10-13 0,3 1-4 16,2 15-7-16,0-1-8 0,1-12-7 0,0 1-5 0,4-1-7 15,-4-1-6-15,3 3-8 0,2-2-3 0,-1-3-6 16,0-1 6-16,1-1-16 0,-1 1-5 0,-3-4-3 16,4 1-3-16,-2-9-4 0,-2 0 0 0,-1-1-11 15,0-4-7-15,0-2-21 0,0 2-16 0,-1-3-21 16,0-2-23-16,1-7-29 0,-3 11-24 0,-1-5-29 15,4-6-53-15,-6 1-47 0,6-1-152 0,0 0-441 16,-17-8 195-16</inkml:trace>
  <inkml:trace contextRef="#ctx0" brushRef="#br0" timeOffset="159907.91">19382 10562 16 0,'10'-7'139'16,"2"-2"-10"-16,0 2-8 0,6 1 0 0,0 3 1 15,-2 2 5-15,2 1-5 0,0 4-4 0,0 3 1 16,-3 0-15-16,1 4-10 0,-1 2 2 0,-2-1-5 16,-6 2-11-16,2-1-9 0,-1 4-1 0,-2-1-10 15,0 0-8-15,-3-2-2 0,-1-2-3 0,-2-1-4 16,1-2-5-16,-2-3-2 0,-2 2 0 0,1-1 0 16,-2-3 5-16,4-4 7 0,-7 7 3 0,7-7-2 15,-9 2-4-15,9-2-4 0,0 0 0 0,-10-10-2 0,10 10-4 16,-5-11-6-16,6 0 0 0,1 3-2 0,0-5-3 15,3-2-5-15,-1-1 2 0,6 0-7 16,1 0-5-16,0 0 2 0,6-5 0 0,-3 6 0 16,-2 1-2-16,1-1-4 0,1 2 3 0,-1 1-4 15,-3 5 2-15,-1 0-6 0,-1 0 5 0,-2 3 2 0,-2 0-5 16,-4 4-5-16,7-6 1 0,-7 6-3 0,0 0 6 16,0 0-4-16,0 0 6 0,6 15 3 15,-9-5 2-15,-2 0-4 0,2-1 4 0,-1 2-3 0,0 3 3 16,3-3-1-16,-2 1 2 0,2 0-5 0,-1-1 4 15,2 0-4-15,0 0 2 0,3-3-1 0,0 0-4 16,-1-2 1-16,5-1 0 0,-2 0 1 0,2-2-3 16,1-2 0-16,2 0-3 0,2-2 3 0,-2-3 0 15,1-1 0-15,1 1-2 0,-1-2-1 0,0-3 8 16,-3 2-4-16,0-3 3 0,0 1-7 0,-2-2 6 16,-1 0 1-16,0 0-1 0,-1 1-3 15,-4 2 4-15,2-1 3 0,0 3 5 0,-2 6 3 0,3-9-4 16,-3 9-3-16,0 0-2 0,4-7-4 0,-4 7 6 15,0 0-5-15,0 0-1 0,0 0 2 0,10 20-4 16,-5-12 4-16,-1 2 2 0,1 1-13 0,-1-1-24 16,1 0-34-16,0 1-37 0,4 0-41 0,-1-3-48 15,4 3-24-15,0-3-154 0,3-2-398 0,3 0 177 16</inkml:trace>
  <inkml:trace contextRef="#ctx0" brushRef="#br0" timeOffset="160117.79">20248 10455 42 0,'-9'-10'233'16,"0"4"-2"-16,-1-3 1 0,-2 5-16 0,3 1-16 0,-1 3-14 15,-1 2-13-15,-1 3 0 0,1 4-17 0,-2 1-13 16,0 5-11-16,2-1-13 0,3 4-4 16,1 0-12-16,4 0-12 0,1 1-8 0,1-1-9 15,5-1-9-15,-2 1-1 0,6-3-15 0,0 1-19 0,6-5-30 16,-3 3-28-16,3-3-42 0,1 0-36 15,1-3-41-15,3-6-34 0,2 0-43 0,-7 0-135 16,4-4-390-16,0-2 173 0</inkml:trace>
  <inkml:trace contextRef="#ctx0" brushRef="#br0" timeOffset="160324.43">20433 10353 186 0,'4'-16'191'0,"-3"3"4"16,-1 3 4-16,2 3-11 0,-1 0-21 0,-1 7-16 0,0 0-12 15,0 0 16-15,0 0-6 0,0 0 17 0,0 0-7 16,-3 39-10-16,2-20-2 0,-3 7-8 0,4 0-15 16,0 1-9-16,-2-1-15 0,2 1-5 15,0-3-13-15,0 1-4 0,1 1-8 0,-4-6-16 0,2-2-23 16,1-3-27-16,-1 2-25 0,2-2-35 0,-1-3-45 16,1-1-40-16,-1-1-39 0,3-4-38 0,-2 1-202 15,-1-7-454-15,0 0 201 0</inkml:trace>
  <inkml:trace contextRef="#ctx0" brushRef="#br0" timeOffset="160571.61">20334 10514 121 0,'0'0'149'0,"6"-7"-19"0,2 4-9 0,3 0-15 16,8-1-7-16,1-1 4 0,9-1-8 0,-1 1-1 15,-1 1-4-15,1 2 1 0,0-2-8 0,-8 2-3 16,1 0-2-16,-2 2 1 0,-1 0-7 0,-4-2 0 15,-2 4-2-15,-1-2-9 0,-3 1 0 0,-2 2 3 16,1-1 11-16,-2 3 10 0,0-1 1 0,-2 2-9 16,-1 0-4-16,0 4-1 0,0 0-1 0,-1-1-9 15,0 1-6-15,0 2-6 0,1 0-2 0,-2-2-5 16,0 0-16-16,-2 3-29 0,2-3-37 0,0 2-36 16,0-2-48-16,2 0-32 0,0-1-59 0,-2-2-142 15,0-7-386-15,4 12 170 0</inkml:trace>
  <inkml:trace contextRef="#ctx0" brushRef="#br0" timeOffset="160726.28">20739 10320 117 0,'-4'-6'160'0,"1"2"-25"15,3 4-24-15,-4-6-28 0,4 6-14 16,0 0-43-16,0 0-26 0,0 0-34 0,0 0-78 15,9 22-120-15,-1-16 53 0</inkml:trace>
  <inkml:trace contextRef="#ctx0" brushRef="#br0" timeOffset="161208.18">20923 10430 191 0,'0'0'189'0,"0"0"-6"0,-16 15-12 0,11-9-2 0,-2 1 8 15,0 0-13-15,0 3 1 0,0 1-8 0,2 0-11 16,-1 1-14-16,2 3-7 0,1-3-13 0,3 4-5 15,-1-4-12-15,1 0-5 0,4 0-11 0,1 3-6 16,1-5-7-16,1-1-3 0,-1-2-8 0,2 0-5 16,1 0-6-16,0-2-2 0,0-2-4 0,-2-1-3 15,5-4-4-15,-12 2 1 0,14-3-5 0,-7 0-2 16,0-3-4-16,-1-2-1 0,-3 1-6 0,2-2 1 16,-1 1-5-16,-3-4-1 0,4 2-4 0,-4-4-1 15,2 3-2-15,-2-2 7 0,3 2-7 0,0-4 0 16,-2 3-2-16,2 2 2 0,0-1-2 0,1 3-4 15,-1 3 2-15,-1-1 0 0,2 2-3 0,-5 4 3 16,10-2-2-16,-10 2 5 0,13 4-4 0,-6 2 1 16,0-1-2-16,1 2 2 0,-3 2 2 0,1-3 2 15,-1 1-1-15,-2 2 1 0,-2-1 2 0,3-2 0 16,-3 0 0-16,-1-6 1 0,3 13-3 0,-3-8 3 16,0-5-3-16,4 6 4 0,-4-6 0 0,0 0 2 15,0 0-3-15,3 5 2 0,-3-5-1 0,0 0 0 16,0 0-6-16,12-12-1 0,-7 8 9 0,1-5-8 15,2 1-2-15,2 2 0 0,-1-2-7 0,1 0 2 0,2 3 2 16,-2 0 2-16,-1-1-1 0,1 3-3 16,0 2 1-16,0-1 1 0,1 4 1 0,-2-1 1 15,-3 2-2-15,1 0 2 0,1 4 0 0,-2-1 1 16,1 1-1-16,0 2 4 0,-1 1-4 0,-2 0-6 0,0-1-19 16,-2 1-18-16,1-3-29 0,-1 2-26 15,-2 0-38-15,4-3-44 0,-1 2-242 0,1-2-459 16,-4-6 204-16</inkml:trace>
  <inkml:trace contextRef="#ctx0" brushRef="#br0" timeOffset="161765.84">21696 10394 85 0,'-5'-4'249'0,"5"4"-13"0,-10-1-7 0,10 1-4 0,-12 5-4 16,3 1-11-16,3 1-11 0,-2 1-16 0,3 2-14 15,2 0-10-15,-2 0-13 0,4 3-8 0,2-3-17 16,2 0-8-16,-1 3-14 0,3-3-9 0,2 2-9 16,1-3-8-16,2-1-4 0,0-1-7 0,0 2-5 15,3-4 4-15,-1-2-15 0,0 0-5 0,1-3-2 16,-1 1-5-16,-1-4-3 0,-2 1-3 16,-3-1 1-16,0-4-2 0,-1 1-6 0,0-1-2 0,-2-4-6 15,-1 1-3-15,-2-3 0 0,-3-2-3 16,-6 1 1-16,2-2-5 0,-4 1 1 0,0 1-5 0,-1 0 2 15,1 2-3-15,3 2 1 0,1 5 2 0,2-3-1 16,-1 2 1-16,2 3-4 0,4 3-1 0,-5-8-2 16,5 8-4-16,0 0 6 0,0 0-3 0,0 0 6 15,0 0-2-15,0 0 2 0,27 6 0 0,-9-3-2 16,4-3-3-16,0 3-5 0,6-4-9 0,-1-1-6 16,1-1 0-16,-8 1-3 0,-2-3 5 0,1-2 0 15,-2 1 4-15,-3-4 0 0,-5 2 4 0,4-4 4 16,-8 1 0-16,2-3 0 0,-4 2 1 0,0-5 1 15,-3 1 7-15,0 0 1 0,-3 4 3 0,-1-5 3 16,2 7 6-16,-1 1 8 0,2 2 5 0,1 7-2 16,-3-13-3-16,3 13-2 0,-2-6-3 0,2 6-1 15,0 0 4-15,0 0 7 0,-11 19 10 0,8-2 9 16,-5 10-4-16,0 0 7 0,2 3-2 0,-3 2 0 16,2-1-4-16,0-1 2 0,2 1 3 0,-2 0 1 0,2 1-7 15,1 0-8-15,3-4 2 0,1 2 0 16,-1-4-7-16,0 0-1 0,2-1-2 0,1-6 3 15,0-2-11-15,2 0-27 0,-2 0-28 0,3-5-30 16,-1 0-35-16,-2 0-43 0,0-2-38 0,0 1-44 0,2-6-34 16,-1 1-249-16,-3-6-558 0,0 0 247 15</inkml:trace>
  <inkml:trace contextRef="#ctx0" brushRef="#br0" timeOffset="161925.46">21875 10530 131 0,'0'0'222'0,"0"0"-20"0,0 0-20 0,5-7-19 16,8 7-16-16,-4-1-11 0,5 1-17 0,5-1-15 15,3 1-31-15,8-3-55 0,1 1-48 0,5-1-43 16,0-1-49-16,-2-1-90 0,4-2-230 0,-3 2 101 16</inkml:trace>
  <inkml:trace contextRef="#ctx0" brushRef="#br0" timeOffset="162050.04">22452 10422 95 0,'0'0'233'0,"0"0"-14"0,0 0-18 0,-7-12-15 16,7 12-15-16,0 0-17 0,0 0-18 0,-4-6-14 15,4 6-20-15,0 0-38 0,0 0-57 0,0 0-58 16,0 0-74-16,-6-3-128 0,6 3-273 0,0 0 121 16</inkml:trace>
  <inkml:trace contextRef="#ctx0" brushRef="#br0" timeOffset="164425.9">22411 10377 1937 0,'-3'-13'30'15,"-2"4"13"-15,1 3-9 0,-1 2-5 0,0-2 9 16,-2 3-15-16,7 3 0 0,-11-5-3 0,4 3-3 16,7 2 8-16,-11 6 9 0,3 0 11 0,-1 2 3 15,-1 5 10-15,0 3 2 0,-2 0 2 0,3 3-12 16,0 4-2-16,0-5-9 0,6 1 3 0,-1-2-6 15,4 2-4-15,1 0 3 0,0-1-6 0,4-2-3 16,3 1-1-16,0-2-4 0,2-2-5 0,5-2-10 16,1 0-13-16,3-4-11 0,0-1-17 0,3-3-22 15,1-2-21-15,-2-1-29 0,0 0-19 0,1-4-26 16,-1 1-41-16,-3-5-19 0,0 3-113 0,-2-3-351 16,-1-2 156-16</inkml:trace>
  <inkml:trace contextRef="#ctx0" brushRef="#br0" timeOffset="165833.94">22646 10278 45 0,'-3'-25'166'0,"2"1"5"0,-1 8-9 0,0 4 6 16,0 1 8-16,2-1 1 0,2 5-18 15,-2 7-14-15,-3-10-17 0,3 10-14 0,0 0-9 16,0 0-2-16,0 0-4 0,0 0 5 0,4 36 2 16,-4-10-10-16,3 3-8 0,-3 0-6 0,2-1-7 0,-2 0-7 15,2 2-4-15,-1-3-7 0,-1 0-8 0,0-6-3 16,0-2-2-16,1-2-3 0,0-1-5 15,2-5-1-15,-2-2-6 0,0 1-2 0,-1-4-2 0,0-6-4 16,2 11 1-16,-2-11 1 0,0 9-1 0,0-9-3 16,0 0 3-16,1 5 1 0,-1-5-4 0,0 0-6 15,0 0 0-15,0 0 2 0,0 0-5 0,0 0-1 16,4-31-10-16,0 21-5 0,1 0-7 16,4-3 2-16,2 0-3 0,1-1 1 0,-5 5 2 15,5 0 1-15,-2 2-1 0,2 0 2 0,-1 3-5 0,1 2 8 16,-5 2-7-16,3 2 7 0,-1 5 0 0,0-2 1 15,0 1 0-15,0 2 3 0,0 1-4 0,0 0 4 16,0-1-2-16,1 3-12 0,-2-1-20 0,0-2-23 16,-1-1-19-16,1 0-34 0,1 0-16 0,0-2-16 15,2-3-16-15,1 0-6 0,3-4 0 0,4 0 15 16,-1 0 14-16,-1-5 11 0,0-1 11 0,-1 1 23 16,-4 0 26-16,-1 0 18 0,-2-3 15 0,-1 1 19 15,0 0 18-15,-2-2 8 0,-4-1 16 0,2 1 13 16,-3-2 6-16,1 1 8 0,-2 1 10 0,-2-1 16 15,1 0 10-15,-1 2-1 0,0 1 4 0,-3 3 3 16,3 1-9-16,2 5 0 0,-11-4-5 0,11 4 0 0,-14 7 3 16,4 0-6-16,1 3-6 0,-1 2-2 15,-1 2-5-15,3 0 7 0,0 3-15 0,3-2-3 16,-1-3-5-16,4 0 2 0,1-1-14 0,0-1 1 16,3 0-2-16,0-3-3 0,0 3-4 0,3-5-3 15,0 2-1-15,-1-5-1 0,1 3-6 0,-5-5 4 16,11 4-5-16,-4-4-4 0,-7 0 3 0,13-4 0 15,-6 2-3-15,-2-3 1 0,5 0-4 0,-5-1-3 16,3-1 0-16,-2 0 1 0,0-1-3 0,-1 0 1 0,1 0-3 16,-3-2-1-16,0 2 0 0,1-1 2 0,-2 0-3 15,1 2-1-15,-3 7 3 0,4-8-1 16,-4 8-3-16,2-4-2 0,-2 4 0 0,0 0-6 16,0 0 5-16,0 0-3 0,0 0 2 0,0 0 0 0,0 0-2 15,11 12 3-15,-10-5-1 0,1-1 0 0,2 1 7 16,-1-1-4-16,1 1 0 0,2-2 4 15,-2 3-5-15,0-3 1 0,1-2 1 0,0 2-1 16,0-1 3-16,-5-4 2 0,10 5-3 0,-10-5 1 0,9 2 4 16,-9-2-7-16,9-2-1 0,-9 2 7 0,9-5-6 15,-9 5 5-15,9-7-3 0,-4 2 2 0,0 0-1 16,-1-1-4-16,0 0 1 0,-4 6 4 0,7-9-3 16,-3 2 2-16,0 2-2 0,-4 5 0 0,7-6-1 15,-5 2-4-15,-2 4 0 0,4-5-1 0,-4 5 1 16,0 0 1-16,0 0-1 0,0 0-1 0,10 10 2 15,-10-10 7-15,4 10-10 0,-1-3 5 0,-2 0-1 16,0-1-4-16,3 2-14 0,-1 0-19 0,-1-1-18 16,1 0-11-16,2 0-13 0,-1-2-21 0,1 0-14 15,1-2-14-15,1-1-7 0,4 0-14 0,-1-2-1 16,2-2 4-16,0 1 14 0,5-3 15 0,-3 0 16 16,-1 1 9-16,1-3 19 0,-4-1 2 0,1 0 28 15,-3 0 14-15,-1 0 19 0,-1-2 14 0,-1 1 15 16,-2-2 15-16,1 1 14 0,-3-1 4 0,0 0 7 15,-1 2 12-15,0 8 11 0,-2-15 4 0,-1 7 0 16,1 3 2-16,2 5-3 0,-7-10-4 0,2 6-3 16,5 4-3-16,-11-2-8 0,11 2-4 0,0 0-9 15,-17 4-7-15,13 2-6 0,-1 0 3 0,0-3-7 16,1 5 0-16,0-1-5 0,2-2-2 0,-2 0-6 16,4-5 2-16,-3 13-3 0,3-13-5 0,0 11-1 0,0-11-4 15,3 9-2-15,-1-4 0 0,-2-5-2 16,8 5-1-16,-4-2 0 0,-4-3-1 0,10 4-2 15,-10-4 8-15,9 3-10 0,-9-3 1 0,9 3-5 0,-1-1 3 16,-8-2-2-16,9 8 3 0,-2-2-3 0,0 3 0 16,0 0 1-16,2 6 2 0,-2 1-1 15,-3 3 0-15,2 8-3 0,0 0 4 0,-1-1 3 16,1 4 3-16,-1-2-2 0,-4 3 0 0,3-2 0 0,-2-1 0 16,0 2-2-16,1-5 5 0,-5-4-3 0,2 4-3 15,-4-7-2-15,0 0 5 0,-2-4-1 0,1-1 2 16,-2-3-3-16,-3-3 2 0,1-1-4 0,0-1 4 15,-2-3-3-15,-1-2 4 0,2-1-4 0,-1-2-1 16,2-3-1-16,1-2 4 0,1-2-1 0,1-5-2 16,2-3-1-16,6 0 3 0,-1-3-5 0,6-8 3 15,2 2-3-15,4-4 0 0,1 2 2 0,3 1-3 16,1-3-2-16,-2 1 3 0,5 2-3 0,-2 2 3 16,0-3-1-16,0 2 3 0,-1 2-3 0,0-1 1 15,-3 3-1-15,-4 1 5 0,2 1-1 0,-5 5 2 16,-1 0-2-16,-5 5 5 0,1 0 2 0,-1 1 13 15,0 2 3-15,-1 3 7 0,-1 5 1 16,0-11-7-16,0 11-1 0,0 0-5 0,0 0-3 0,-13 0-2 16,13 0 6-16,-21 18-1 0,6-4-4 0,-4 4-1 15,8-3-4-15,-2 1 0 0,3 0 4 0,2 2-3 16,1-2-7-16,3 0-14 0,1 1-23 0,4-2-26 16,2 0-35-16,2 1-56 0,5-4-46 0,3 2-43 15,1-5-203-15,3 0-480 0,4-5 213 0</inkml:trace>
  <inkml:trace contextRef="#ctx0" brushRef="#br0" timeOffset="167073.29">24110 10331 194 0,'-6'-14'244'0,"-1"4"-9"0,1-1 1 15,1 6-8-15,0 1-14 0,-2 2-21 0,7 2-16 16,-14 0-9-16,5 5-6 0,0 2-9 0,-3 6-20 15,0 4-13-15,-2 5-10 0,2 0-12 0,2 1-7 16,3-7-13-16,3 1-1 0,0 1-8 16,4-2-15-16,1 0-12 0,4-2-13 0,0-2-23 0,4 1-17 15,-1-3-24-15,6 0-20 0,-2-3-30 0,3 1-30 16,3-4-25-16,2 1-19 0,2-3-6 0,0-2-2 16,-1-3 8-16,6-3 3 0,-6 2 15 0,-2-3 15 0,-1-2 7 15,-2 2 26-15,1-2 14 0,-3-1 22 0,0-3 21 16,-4 0 16-16,2 0 15 0,-2-3 16 0,-1 1 8 15,-4-2 16-15,0 2 14 0,0-1 7 16,-3-1 2-16,-4 1 12 0,2 5 10 0,-2-1 18 0,-1 5 11 16,-2-1-2-16,3 2 6 0,-2 1-4 0,4 5-1 15,-16-2-7-15,16 2-2 0,-20 9-3 0,3 3-8 16,2-3-6-16,-4 10-7 0,1 0-6 0,1-1-11 16,6-2 0-16,2-3-9 0,1 3-2 0,3-1-3 15,4-4-8-15,0 2-2 0,2-2-2 16,0 0-1-16,3-3-8 0,1-2-6 0,0 0-6 0,4 0-11 15,1-3-7-15,1-1-10 0,0 0-6 0,-1-4 3 16,-10 2-9-16,17-5-1 0,-7-1 4 0,-1 0 3 16,-2-2 4-16,0 1-1 0,-2-3 6 15,-1-1-5-15,0 0 7 0,-3-1-2 0,2 0 4 0,-1 0 0 16,0 2 2-16,0-1-1 0,-2 1 5 0,0 3 0 16,0 7 4-16,1-11 4 0,-1 11 0 0,0-8-2 15,0 8 2-15,0 0 5 0,0 0 8 0,0 0 14 16,0 0-3-16,0 0 0 0,-5 33 2 0,4-22-3 15,0 0 0-15,-1 5-2 0,2-4-2 0,0-1-2 16,0 2 2-16,3-1-4 0,0-1 3 0,-1 2-7 16,2-5 6-16,1 0-4 0,1 1 0 0,1-2-3 15,-1-3 2-15,4 0 1 0,-1-1-3 0,3-2-5 16,-1 0 3-16,1-2 2 0,0-2-3 0,-1 1-1 16,-2-2-4-16,0-4 2 0,0 0-1 0,0 1 4 15,-4-3-13-15,1-1 3 0,0 2-5 0,1-7-9 16,-2 1 9-16,0 0-8 0,-2-2 1 0,-2 1-5 15,-2-2 3-15,-2 1-1 0,2-1 1 0,0 0 0 16,-2 1 3-16,-2 6 1 0,2 0 0 0,-1 1-1 0,0 3 2 16,1 0-4-16,3 7 4 0,-4-11-3 0,4 11 0 15,-5-5 4-15,5 5 3 0,0 0-5 16,0 0 0-16,0 0 1 0,0 0 3 0,0 0 1 16,0 0 2-16,30 16-1 0,-23-9-2 0,7-3 3 0,-4-1 0 15,3 3 1-15,-1-2-1 0,0-1 2 0,-1 2-3 16,0 2-2-16,-1-2 5 0,-2 3 1 0,1-1-1 15,-5 0 3-15,3 0-1 0,-4 2 3 16,1-1 13-16,-2 2 8 0,2-1 2 0,-4 2-5 0,3 0-4 16,-1 0 1-16,1-1 3 0,-2-1-6 0,2 1 2 15,-1-1-5-15,1 1 3 0,2-1-4 16,0 0 4-16,1-3-4 0,2 2 5 0,-1-2-9 16,3-1 4-16,0-2-2 0,1 0-2 0,0-3 2 0,3 1-4 15,-3 0 10-15,3-2-10 0,-1-1 2 16,-4-2 7-16,2 0-13 0,-2-2-1 0,0-1 2 0,-1 1-4 15,-2-6 1-15,0 3-5 0,-3-2-1 0,1 0 7 16,-2-1-5-16,-2-4 0 0,0 1-5 0,-2-1 3 16,2 1-2-16,0 0-3 0,0 3 12 0,0 1-11 15,0 1 4-15,2 4-2 0,-2 6-1 0,1-13-1 16,3 8 1-16,-4 5 3 0,10-9-3 0,-5 6 2 16,3 1 0-16,-8 2-1 0,17 4 11 0,-7 1-8 15,0 2 0-15,-1-1 1 0,0 7 3 0,0-3 11 16,-4 2-5-16,2 2 1 0,-3-3-5 0,1 1 4 15,0 4 5-15,1 0-2 0,0-5-3 0,-2 0 2 16,2 0 3-16,-1-3-1 0,3 3-3 0,-2-3 1 16,4-2 2-16,-2 2-6 0,0-5 5 0,3 0-4 15,0 0 1-15,0-3 3 0,-1 0-4 0,1-3 2 16,-1 2 0-16,0-4-1 0,-4-1 0 0,3-1 4 16,-2 0-9-16,0-2 3 0,2 2 0 0,-4-4 1 15,3 0 0-15,-5-2-6 0,2 2 3 0,-1-4 1 16,1-1-2-16,-4 3-1 0,2 4 5 0,-1-1-4 15,2 1 1-15,-3 3 0 0,-1 6-4 0,2-9 8 16,-2 9-13-16,2-5 3 0,-2 5 12 0,0 0-13 0,0 0 3 16,0 0-3-16,1 20 7 0,-1-20-1 15,-1 17-2-15,0-7 2 0,0 1-1 0,1-1 1 16,-2 1-4-16,1 0-10 0,1 0-30 0,-2-2-20 16,0 3-43-16,2-2-54 0,0-3-42 0,0 2-46 0,0-9-235 15,0 13-523-15,0-13 231 0</inkml:trace>
  <inkml:trace contextRef="#ctx0" brushRef="#br0" timeOffset="167239.09">25148 10186 26 0,'-5'-8'207'0,"2"1"-18"15,1 3-24-15,2 4-24 0,-3-8-25 0,3 8-9 16,0 0-18-16,0 0-39 0,0 0-46 0,-1 21-45 15,5-9-57-15,-2-1-62 0,6 4-172 0,-2 2 76 16</inkml:trace>
  <inkml:trace contextRef="#ctx0" brushRef="#br0" timeOffset="167704">25358 10436 75 0,'0'0'213'0,"12"1"-2"15,-12-1-1-15,10-2-10 0,-3-1-9 0,3 0-8 16,-1 0-10-16,-1-3-8 0,-3 4 1 0,2-3-15 15,-2-1-6-15,3 0-18 0,-3-3-9 0,-1 2-2 16,3-1-5-16,-5 0-15 0,3 0-10 0,-3 2 3 16,-2 6-12-16,2-12-3 0,-2 12-4 0,-4-12-6 15,4 12-2-15,-4-9-9 0,1 5-8 0,3 4-5 16,-12-6 4-16,4 6-6 0,8 0-5 0,-15 2 1 16,7 4-5-16,-3 1-6 0,-1 5-2 0,1 0 2 15,5-2-1-15,-3 4-5 0,1 2 0 0,4-4-3 16,0 0 3-16,0 0-3 0,4 0-4 0,0 0 3 15,0 1-3-15,6-2 7 0,-1-1-5 0,1-1-4 16,4 0 3-16,-2-3-2 0,1-1 3 0,3 2-5 16,-1-2-1-16,0-2 1 0,2-2 3 0,-1-1-4 15,0-1 3-15,-1 0-1 0,-1-3 0 0,2-1-5 0,-3 0-1 16,-1 0 1-16,2-3 3 0,-3 1-1 16,1-2-2-16,-1-1-6 0,-2-2-1 0,4 1-2 15,0-2 2-15,0-6-2 0,2 6-7 0,-2-3 0 0,1 2 0 16,-5 4 0-16,7-3 5 0,-5 5-3 0,1-1 3 15,0 3-2-15,-2 2 0 0,-1 1 2 16,-5 3 2-16,9 0-1 0,-9 0 5 0,11 5 2 16,-7 2 5-16,1 3 15 0,-1-1-10 0,-4 1 6 0,2 0-5 15,-2 2-3-15,2 2 6 0,-1 0-2 0,-2-2 2 16,-1 0-4-16,2-1-7 0,0 2-15 16,0-3-27-16,-2-1-41 0,2 0-50 0,0 0-71 0,0-9-57 15,-2 14-259-15,4-10-560 0,-2-4 248 0</inkml:trace>
  <inkml:trace contextRef="#ctx0" brushRef="#br0" timeOffset="168327.44">25996 10496 135 0,'0'0'240'0,"0"0"-16"0,0 0-11 16,9-18-7-16,-9 18-11 0,5-7-15 0,-3 0-14 15,1 1-14-15,3-3-8 0,0 0-4 0,-1-2-7 16,1 0-10-16,2-3-8 0,-1 4-9 0,1-5 0 16,-2 0-14-16,2-1-6 0,-4-3-11 0,-2 3-4 15,1-1-9-15,-1 6 4 0,-2-3-4 0,0 3 3 0,0 2-4 16,0 1-2-16,0 8 0 0,-2-12 2 15,2 12-10-15,-2-10-8 0,2 10-7 0,0 0-4 16,0 0 1-16,0 0-6 0,0 0 3 0,-19 26-6 16,10-9 6-16,1 1 3 0,0 5-15 0,2-5 5 15,1 5-7-15,1-4-3 0,0-1 2 0,4-2 1 16,0 2-6-16,4-7-19 0,1 3-14 0,3 2-23 16,0-7-26-16,0 2-43 0,-1-4-44 0,2 0-46 15,4-2-40-15,-2-2-251 0,1 0-537 0,-1-3 238 0</inkml:trace>
  <inkml:trace contextRef="#ctx0" brushRef="#br0" timeOffset="168480.83">26167 10075 137 0,'-2'-6'196'0,"-3"-2"-21"0,0 3-22 0,5 5-26 15,-4-7-14-15,4 7-32 0,0 0-21 0,0 0-31 16,0 0-33-16,0 0-53 0,0 0-34 0,0 0-63 15,0 0-165-15,16 29 73 0</inkml:trace>
  <inkml:trace contextRef="#ctx0" brushRef="#br0" timeOffset="168681.87">26339 10042 177 0,'0'0'253'0,"0"0"-5"0,3-10-13 15,-3 10-18-15,0 0-24 0,0 0-16 0,2-6-14 16,-2 6 6-16,0 0-1 0,5 20 5 0,-2-4-1 15,-1 4-6-15,2 5-13 0,-2 4-15 0,0 0-6 16,-2 3-12-16,2-1-2 0,-4-1-21 0,2 2-13 16,0-4-6-16,0 0-7 0,-2-1-24 0,2-3-24 15,0-3-28-15,0-4-22 0,2-1-41 0,-4 0-42 16,2-5-48-16,0 1-50 0,2-6-49 0,-2-6-200 16,0 0-495-16,-2 17 220 0</inkml:trace>
  <inkml:trace contextRef="#ctx0" brushRef="#br0" timeOffset="168829.98">26262 10307 78 0,'-1'-10'228'15,"1"10"-25"-15,0 0-20 0,5-9-17 0,-5 9-19 16,13-3-16-16,-1 0-12 0,5 0-7 0,4 2-13 16,1 1-25-16,4-1-46 0,2 2-53 0,3-2-50 15,-4 1-63-15,-8 1-84 0,1 0-240 0,-1 1 106 16</inkml:trace>
  <inkml:trace contextRef="#ctx0" brushRef="#br0" timeOffset="170125.15">17647 11157 53 0,'0'0'207'0,"0"0"-23"0,0 0-9 15,0 0-2-15,0 0-2 0,-9 21 1 16,7-5-9-16,-2 2-14 0,-1-1-9 0,2-1-18 16,2 3-10-16,0-2-10 0,1-2-12 0,4 0-9 15,-1 0-7-15,5-1-6 0,0-3-4 0,-3-3-7 0,2 1-3 16,1-2-7-16,1-2 0 0,1-3-8 0,0 1-4 15,-2-3-1-15,2 0-4 0,1-4-4 0,-1 1 4 16,0-2-4-16,-5 0-3 0,-1-1-4 16,5-3 2-16,-3 0-4 0,1-2-5 0,-3 0 1 0,-1 0-2 15,2 1 0-15,-2-1-3 0,-4 0 2 0,2 3-2 16,1-1-3-16,0 2 9 0,-2 7-11 0,2-9-3 16,-2 9 0-16,2-6-3 0,-2 6-2 15,0 0 7-15,0 0-7 0,0 0 2 0,0 0-2 0,0 0 7 16,7 22-7-16,-3-12 3 0,0-1 0 0,4 1 5 15,1 0-2-15,-2-2-2 0,5 0-1 0,1 0 3 16,2-1 0-16,-2 0-1 0,5-6 4 16,1 3 7-16,0-4-9 0,-1-2 1 0,1-3-2 0,-2-2 3 15,-1 0-1-15,-2-1 2 0,0-2 2 0,-5-1 15 16,3 1 4-16,-6-1 5 0,-2 0-3 0,-1 0-3 16,-2 0-3-16,0-5-2 0,-2 4-6 0,-2-4-5 15,1 5-16-15,-3-1-11 0,1 3-16 0,-1-1-18 16,1 5-25-16,1-1-25 0,3 6-39 0,-5-10-29 15,5 10-10-15,0 0-5 0,0 0 8 0,0 0-16 16,0 0-104-16,0 0-321 0,0 0 142 0</inkml:trace>
  <inkml:trace contextRef="#ctx0" brushRef="#br0" timeOffset="170628.05">18318 11122 185 0,'0'0'228'0,"4"-5"-13"15,-4 5-3-15,0 0-6 0,0 0-12 0,0 0-3 16,0 0-9-16,-33 9-5 0,16 0-11 0,0 3-2 15,0 0-10-15,-5 4-16 0,7-2-13 0,-1 1-8 16,2-1-16-16,3 1-10 0,-2 1-5 0,4-1-6 16,4-4-12-16,0-1-5 0,3-1-8 0,4 1 2 15,-1 0-12-15,4-2 0 0,-1-2-6 0,5 1-8 16,1-2-6-16,2-2-9 0,0-2-13 0,8-2-10 16,-1-2-6-16,-3-2-5 0,2-3-3 0,-1 0 5 15,-1-2-6-15,0 1 2 0,-2-1-1 0,-3-1 8 16,-3 1-3-16,0 0 4 0,-2-1-5 0,-2 0 5 0,0 0 1 15,0 2 9-15,-3 0-7 0,0 4 3 16,-1 5 3-16,3-12 4 0,-3 12-4 0,2-5-1 16,-2 5-4-16,0 0-1 0,0 0 8 0,0 0 9 15,0 0 2-15,-2 31 6 0,1-19-11 0,-1 4 5 0,4-1 5 16,1 0-8-16,0 1 0 0,2-2 2 0,1-1 0 16,-1-4-1-16,3 0 11 0,2-2-13 15,1 0 1-15,-1-3 0 0,5-3 4 0,-3 0-1 16,2-2-4-16,-3-1 1 0,7-5-2 0,-6 1-1 0,-2 1 1 15,1-3 0-15,-2 0-1 0,4-4-3 0,-5 3 5 16,-3-3-4-16,-3 1 1 0,2 0-4 0,-3-2 3 16,2 2-2-16,-2 0-2 0,1 0 6 0,-2 0-5 15,1 2 2-15,-1 1-3 0,0 8 2 16,1-11-3-16,-1 11-5 0,0 0 8 0,0 0-8 16,0 0 1-16,0 0 1 0,0 0 1 0,0 0 2 0,0 0-2 15,4 31 8-15,-4-15-3 0,0 1 3 0,-1 2-4 16,-1 0 3-16,1-3-2 0,0 4-5 15,0-4-18-15,1 1-23 0,1 2-32 0,-1-2-53 0,-1-2-49 16,1-2-41-16,0 3-228 0,-2-1-484 0,5-3 215 16</inkml:trace>
  <inkml:trace contextRef="#ctx0" brushRef="#br0" timeOffset="171445.83">19053 11182 210 0,'-10'-6'285'16,"-2"2"-7"-16,1 3-18 0,-3 1-18 0,2 0-14 15,-2 4-16-15,3 0-13 0,-5 6-13 0,1-2-14 16,1 5-17-16,4-1-12 0,-1 2-11 0,0 3-13 16,6-1-17-16,0 0-7 0,1 0-8 0,3-3-8 15,3-1-3-15,1 1-9 0,1-5-8 0,1 3-5 16,4-2-9-16,1-1-6 0,-1-3-3 0,3 0-9 15,0-2-6-15,3-1-17 0,-2-4 1 0,1 1-5 16,3-4-8-16,-6-1 3 0,2-1 4 0,-3-1-7 16,1 1 1-16,1-8 2 0,-3 2 0 0,-3 1 0 15,1-4-2-15,-3-3 4 0,-3 2 7 0,0-4-2 16,-1-6-5-16,0-1-2 0,-2-1-2 0,1 1 7 16,-1 0-4-16,-3 0 0 0,3 0 0 0,-1 2-1 15,1 7 1-15,0 1 9 0,0 5 8 0,0 3 8 16,1 2 1-16,1 8-8 0,0-12 10 0,0 12-22 15,-1-6-1-15,1 6 7 0,0 0-4 0,0 0 5 16,0 38 17-16,-1-10-11 0,-1 2-4 0,0 5 1 16,-2-2-2-16,3 3 3 0,1-2-2 0,-2-5 1 15,4 1-1-15,0-5-4 0,1 1-1 0,1-7 9 16,1-2-12-16,3-2 2 0,-1 0 0 0,2-2 1 16,-1-6-3-16,1 2 5 0,3-3-3 0,0-3-7 15,2 1 4-15,-1-4-1 0,5-2-2 0,-2-1-2 0,2-2-5 16,-1-3 1-16,-1-1 2 0,0-2-4 0,-2 1-1 15,-3-4 2-15,3 1 2 0,-3-1 0 16,-2-1-7-16,-3-1-2 0,1 0 2 0,0 0 1 16,-4 1 3-16,-1-2-1 0,2 3-2 0,-4 2-1 0,1 1 3 15,-2 2 1-15,-2 3 4 0,3 6 0 0,-3-10-1 16,3 10 0-16,-6-7 2 0,6 7 1 0,0 0 2 16,-15 9 4-16,9 0 1 0,-1 1 3 15,-2 5-2-15,0 0 0 0,2-1 2 0,4-1 2 0,1-1-4 16,-1 2-3-16,2-2 1 0,2-2 11 15,2 2-12-15,0-4 5 0,3-1-1 0,1 1-2 0,2-4 3 16,1 0-2-16,4-4-4 0,-1 1-10 0,5-2 2 16,0-4-8-16,2 0-6 0,1-1-1 0,-2 0-6 15,-1-3 11-15,-3-1-10 0,3-1 0 0,-4 1-2 16,-1-3 2-16,-4 4-3 0,0-5-3 0,-3 4 4 16,1-4-2-16,-4 1 6 0,-1 2-1 0,-1 0 1 15,0 0 13-15,-2 1-1 0,1 2 5 0,0 8 10 16,-3-12 0-16,3 12-1 0,-2-7 0 0,2 7-2 15,0 0 12-15,0 0 10 0,0 0 7 0,0 0 1 16,-9 27 2-16,5-16 4 0,2 1-4 0,-2 0-2 16,1 0-5-16,2 0-2 0,0 0-2 0,1 4-4 15,-3-4-11-15,2-1-20 0,2 0-18 0,0 0-22 16,1-2-26-16,0 2-36 0,-2-11-49 0,3 12-35 16,1-5-28-16,-2-3-38 0,1 1-135 0,-3-5-435 15,0 0 192-15</inkml:trace>
  <inkml:trace contextRef="#ctx0" brushRef="#br0" timeOffset="171619.95">19668 11139 146 0,'1'-6'257'0,"-1"6"-17"0,4-9-24 16,-4 9-23-16,0 0-18 0,0 0-14 0,0 0 6 16,0 0-2-16,0 0-15 0,7 23-13 0,-5-11-10 15,-1 4-13-15,0 0-9 0,-1 0-15 0,2 0-13 16,-2 1-24-16,0-2-26 0,-2-2-48 0,2 3-39 15,0 0-42-15,0-5-55 0,0 1-50 0,-1 1-136 16,0-4-370-16,-2 1 164 0</inkml:trace>
  <inkml:trace contextRef="#ctx0" brushRef="#br0" timeOffset="171769.91">19668 10982 1 0,'0'0'71'0,"-14"10"-32"16,14-1-35-16,-3 4-24 0,2-1-21 0,1-12 10 15</inkml:trace>
  <inkml:trace contextRef="#ctx0" brushRef="#br0" timeOffset="172057.25">19958 11126 159 0,'6'-7'180'0,"-6"7"1"0,0 0-4 0,2-5 7 16,-2 5-8-16,0 0-8 0,0 0-6 0,-17-4-8 16,5 4 0-16,12 0-7 0,-20 3-7 0,6-2-12 0,5 2-4 15,-1 1-13-15,1-3-11 0,4 1-8 0,5-2-9 16,-11 6-12-16,9-3-7 0,2-3-4 16,-3 12-6-16,3-12-6 0,3 12-3 0,1-7-6 15,0 2-4-15,3 0 1 0,0 2-5 0,3-1-3 0,-1-1-3 16,1 3-3-16,3 0-2 0,-3 2-6 0,-1-1 0 15,2 1 2-15,-3 2-5 0,-4-2 0 0,0-2-5 16,-2 7 4-16,2 0 1 0,-4-2-6 0,0-2 0 16,-2 1 6-16,0 2-7 0,-1-4-9 0,0 3-11 15,-1 3-10-15,-2-1-36 0,0-5-31 0,-4 2-34 16,3 2-38-16,3-8-26 0,-1 1-27 0,0-1-185 16,1-2-435-16,4-6 193 0</inkml:trace>
  <inkml:trace contextRef="#ctx0" brushRef="#br0" timeOffset="172813.48">20066 11259 138 0,'8'-16'219'0,"-2"0"-11"0,4 2-5 0,-2 5-9 16,1 0-5-16,0 1-18 0,-1 3-7 0,1 1-16 16,0 3-14-16,0 2-5 0,2 3 1 0,0 2-12 15,-2 2-4-15,1 3-11 0,-1 1-9 0,0 2-6 16,-2 1-5-16,3-1-13 0,-3-4-2 0,2 3-12 15,0-4-2-15,-4 1-7 0,3-1-2 0,-1-1-8 16,0-3 0-16,3-1 9 0,0-1-10 0,4-1-7 16,-2-2-4-16,-2-3-1 0,4-2-1 0,-5-1-6 15,2-1 0-15,3-4 0 0,-3 4 2 0,1-5-4 16,-3 0-3-16,2-1-2 0,-5 2-1 0,4-4-1 16,-5-1 0-16,-1-1-4 0,-1 5 0 0,-1 0 2 15,2-4 2-15,-6 1-6 0,2-1 2 0,0 6 5 16,0 2 13-16,0 8-3 0,-4-12 4 0,4 12-3 15,-3-8-3-15,3 8-2 0,0 0-1 0,-10 1 0 16,10-1-4-16,-12 12 2 0,6-2-4 0,0 0 0 16,0 1 1-16,1 4 2 0,0-3-2 0,4-1-4 15,-1 1-2-15,2-1-17 0,1 1-3 0,1-3-21 16,2 1-11-16,1-1-24 0,0-2-25 0,2-1-27 16,2-2-29-16,3 1-23 0,5-4-23 0,4 0 10 15,0-2 2-15,6-3 11 0,0-2 12 0,0 0 17 16,-7-1 20-16,1 0 11 0,-2 0 24 0,-1-2 20 15,-3 0 27-15,-5 1 13 0,-1 0 16 0,0-1 31 0,-1 1 9 16,-3-1 2-16,-1-2 19 0,-2 1 10 16,1-1 1-16,-3 2 13 0,0 2 19 0,0 7 8 0,-3-15 2 15,1 10-1-15,2 5 1 0,-7-9-6 16,7 9-8-16,-7-4-7 0,7 4-4 0,0 0-7 0,-14 13-2 16,7-6-6-16,-2 3-5 0,4 0-5 0,-1 2-3 15,1 0-5-15,1 0-1 0,1 0-5 0,3-2-5 16,0 0-3-16,1-3-4 0,3 2-1 15,2-1-1-15,-3-1-3 0,3-3 0 0,1 1-8 16,3-3-8-16,-3 0-6 0,2-2-1 0,2-1-12 0,-3-1-7 16,2-2-3-16,2 1 5 0,-5-3 3 0,0-1 0 15,-1 0 1-15,2-5 7 0,-5 3 1 16,3-2-1-16,-1-5 2 0,-1 1 5 0,-4-2 2 0,1 1-2 16,-2-3 4-16,1 2-1 0,-3-1 3 0,3-8 3 15,-1 7 5-15,-2 2 0 0,1 1 9 16,-1 1 16-16,3 4 5 0,-1 5 9 0,1 6 1 0,-2-12-3 15,2 12-8-15,0-8-2 0,0 8-2 0,0 0 12 16,0 0 3-16,0 0 4 0,4 30-8 0,-5-11-5 16,0 0-3-16,2 7-2 0,-1-1 0 0,-1 1-6 15,-1-7-8-15,1 7-15 0,2-2-27 0,1-6-32 16,-2 0-33-16,2 2-23 0,1-1-32 0,1-2-48 16,5-3-39-16,1-1-208 0,0-5-474 0,2-3 211 15</inkml:trace>
  <inkml:trace contextRef="#ctx0" brushRef="#br0" timeOffset="173175.43">21228 10994 216 0,'2'-10'312'0,"-2"3"-20"0,0 7-23 16,2-12-27-16,-2 12-22 0,1-3-15 0,-1 3-18 15,0 0-7-15,0 0-10 0,4 21 5 0,-1-4-23 16,-5 1-10-16,4 1-10 0,-1 8-9 0,-1-1-21 15,1-2 2-15,2-1-16 0,-5-5-9 0,2-1-9 16,4 0-7-16,0-1-7 0,-3-6-3 0,2 1-8 16,0-4 3-16,0 1-4 0,-3-3-9 0,0-5 1 0,5 10 0 15,-5-10 12-15,0 0-19 0,2 4-7 0,-2-4-2 16,0 0-3-16,0 0 8 0,0 0-9 16,-5-30-4-16,2 19-3 0,2-1-2 0,-3-7 5 15,-1-4-16-15,1-2-3 0,-1-1-9 0,2-1 0 0,-2 2-4 16,2-4-6-16,1 0-2 0,2 0 0 0,-2-3-1 15,3 4-1-15,-1 8 2 0,1 1 4 16,2 3 2-16,2 6 11 0,0 0-9 0,-1 2 0 0,1 2-10 16,0 1-8-16,4 1-6 0,1 1-24 15,2 3-24-15,-1 0-24 0,2 2-36 0,-1 3-35 0,5-2-41 16,-1 5-25-16,-4-3-173 0,-3 1-462 0,3 2 204 16</inkml:trace>
  <inkml:trace contextRef="#ctx0" brushRef="#br0" timeOffset="173576.15">21339 11013 73 0,'0'0'187'0,"-6"2"-11"0,6-2-13 0,0 0-15 0,0 0-6 15,0 0-5-15,0 0-8 0,0 0-3 16,0 0-5-16,0 0-11 0,0 0-13 0,13 7-5 0,-13-7-9 16,15 0-6-16,-7-1-12 0,2 1-4 15,-10 0-5-15,14 0-5 0,-6 0-6 0,-8 0-8 16,10-1 0-16,-10 1-4 0,0 0-1 0,11 0-3 15,-11 0-9-15,0 0-1 0,0 0-3 0,5 3-2 0,-5-3 3 16,2 7 5-16,-2-7 7 0,-2 15-1 0,1-4-10 16,0 0 5-16,1 0 1 0,-3-1-3 0,3 1-4 15,2 0-1-15,0-2-3 0,2 1 5 0,1-3-5 16,2 0 3-16,3 0-7 0,-1-2 5 0,2 0-2 16,1-3-3-16,-1-2-1 0,2 2 2 0,1-4-2 15,-2 0 3-15,0-1-1 0,-1-2-2 0,0 0-2 16,-1-1 1-16,-2-2 0 0,0-1 12 0,-2 2-4 15,0-3 8-15,-2 0-2 0,-1-1 0 0,-2 0-3 16,-5-1 7-16,0-5 1 0,-2 3-1 0,0-1-1 16,1-1-6-16,-5 4-1 0,2 2-1 0,0 0-6 15,0 1 0-15,-1 2-2 0,-2 0-5 0,3 2-11 16,2 1-10-16,-2 3-32 0,8 1-16 0,-16 3-22 16,9-1-34-16,7-2-29 0,-10 8-25 0,6-2-18 15,4 1-172-15,0-7-397 0,-1 13 175 0</inkml:trace>
  <inkml:trace contextRef="#ctx0" brushRef="#br0" timeOffset="173842.98">21618 10994 47 0,'5'-3'170'0,"-5"3"-4"15,9-5-8-15,-3 3-12 0,-6 2-1 0,11-2 11 16,-11 2 4-16,14 2 6 0,-4 0 5 0,-1 3-14 16,1 1 0-16,0 1-13 0,-2 3-6 0,4 2-9 0,-2 1-11 15,0 1-15-15,-2 0-1 0,3-1-6 16,-5-1-14-16,0-3-8 0,-1 3-2 0,0-3-8 15,-4-2-6-15,3 1-2 0,-2-2 4 0,-2-6 15 16,4 8 28-16,-4-8-3 0,0 6 1 0,0-6 3 16,0 0-18-16,0 0 8 0,0 0-5 0,0 0 3 0,0 0-5 15,0 0-7-15,-10-24-12 0,9 17-3 16,1 7-5-16,1-19-2 0,0 6-6 0,6-1-10 16,-1-3-12-16,2 0-31 0,5 0-31 0,3-4-31 15,5 0-37-15,-1 1-36 0,4 4-56 0,-7 4-48 0,10-3-51 16,-3 5-280-16,-3 3-620 0,-2 3 275 15</inkml:trace>
  <inkml:trace contextRef="#ctx0" brushRef="#br0" timeOffset="173992.92">22183 11010 73 0,'4'8'323'0,"-4"-8"-27"16,5 4-12-16,-5-4-13 0,0 0-23 15,5 4-27-15,-5-4-17 0,0 0-26 0,0 0-30 0,0 0-35 16,0 0-53-16,0 0-61 0,0 0-74 0,0 0-95 15,0 0-193-15,0 0-392 0,0 0 174 16</inkml:trace>
  <inkml:trace contextRef="#ctx0" brushRef="#br0" timeOffset="-161535.95">27436 7882 36 0,'0'0'35'0,"0"0"-14"0,0 0-9 15,0 0-10-15,0 0-9 0,0 0-10 0,0 0-18 16,0 0 8-16</inkml:trace>
  <inkml:trace contextRef="#ctx0" brushRef="#br0" timeOffset="-159561.42">32676 7664 19 0,'0'0'18'0,"0"0"2"0,0 0 1 0,0 0 1 0,0 0 8 16,0 0-14-16,0 0 7 0,0 0-7 0,0 0 1 16,0 0-3-16,0 0 2 0,0 0-3 0,0 0-2 15,0 0-6-15,0 0 7 0,0 0-1 0,-2-14-5 16,2 14-3-16,0 0 8 0,0 0 4 0,0 0-8 15,0 0 7-15,0 0-1 0,0 0 6 16,0 0 3-16,0 0-1 0,0 0-2 0,0 0-7 0,0 0 1 16,0 0 1-16,0 0-6 0,0 0 5 0,0 0 2 15,0 0-8-15,0 0 6 0,0 0-10 0,0 0 2 16,0 0-1-16,0 0 2 0,0 0-2 0,0 0 2 16,0 0-6-16,0 0 6 0,0 0-7 15,0 0 1-15,0 0 6 0,0 0-1 0,0 0 7 16,0 0-10-16,0 0 3 0,0 0-3 0,0 0 1 15,0 0 0-15,0 0-1 0,0 0 1 0,0 0 0 0,0 0 4 16,0 0-7-16,0 0 1 0,0 0 3 0,0 0-6 16,0 0 2-16,0 0 4 0,0 0 10 0,0 0 0 15,0 0 1-15,0 0-9 0,0 0-2 16,0 0 3-16,0 0 1 0,0 0-5 0,0 0 1 16,0 0 5-16,0 0-3 0,0 0 0 0,0 0-1 15,0 0 4-15,0 0-7 0,0 0 1 0,0 0 6 0,0 0-5 16,0 0-5-16,0 0 3 0,0 0 2 15,0 0 4-15,0 0-6 0,0 0-2 0,0 0 0 16,0 0-5-16,0 0 16 0,1-12-5 0,-1 12-1 16,0 0 9-16,0 0-5 0,0 0-5 0,0 0-1 15,0 0 4-15,0 0-13 0,0 0 15 0,0 0-11 16,0 0 4-16,0 0 4 0,0 0-3 0,0 0-4 16,0 0 8-16,0 0-8 0,0 0 15 0,0 0-16 0,0 0-1 15,0 0 2-15,0 0 2 0,0 0-3 16,0 0 10-16,0 0-13 0,0 0 11 0,0 0-6 15,0 0-2-15,0 0-4 0,0 0 7 0,0 0-6 16,0 0 6-16,0 0 6 0,0 0-5 0,0 0 2 16,0 0-11-16,0 0 7 0,0 0-3 0,0 0-5 15,0 0 0-15,0 0-3 0,0 0-9 0,0 0 2 0,0 0 2 16,0 0 0-16,0 0-3 0,0 0-3 16,0 0 3-16,0 0-4 0,0 0 2 0,0 0 4 15,0 0-3-15,0 0 0 0,0 0-15 0,0 0 7 16,0 0 1-16,0 0-2 0,0 0 13 0,0 0-11 15,0 0 5-15,0 0 4 0,0 0-2 0,0 0 5 16,0 0-2-16,0 0 6 0,19 6-9 0,-19-6 3 16,0 0 3-16,0 0 3 0,0 0 2 0,0 0 3 15,0 0-4-15,0 0 7 0,0 0-3 0,0 0-3 16,0 0 4-16,0 0-4 0,0 0-6 0,0 0-1 16,0 0-13-16,0 0-31 0,0 0 14 0</inkml:trace>
  <inkml:trace contextRef="#ctx0" brushRef="#br0" timeOffset="-157666.55">26481 7733 4 0,'18'4'7'15,"2"-1"3"-15,-1 1-3 0,-2-1 1 0,2 1 3 16,1 2 0-16,-3-2-2 0,2 0-6 0,-6 1 5 0,1-1 3 15,-1 1-8-15,-4-2 0 0,3 1 3 16,-2 0 2-16,-1-2-4 0,-1 2 1 0,0-1-1 16,1 0-3-16,-3-2-1 0,-6-1 4 0,10 5-3 0,-6-2-1 15,-4-3-3-15,7 3 4 0,-7-3 1 0,2 5-4 16,-2-5 3-16,0 0 5 0,4 6-5 0,-4-6-1 16,0 0 0-16,0 0 3 0,0 0-5 15,-10 7-1-15,10-7 5 0,-12 4-4 0,5-3 9 16,1 2-4-16,-1-2-5 0,-1 1 4 0,-2 1-1 15,1-2-3-15,-2 3 1 0,0-1 5 0,0-1-8 16,2 2 7-16,-5-1-1 0,5 3 1 0,-3-1-5 0,1-2 4 16,-1 3-6-16,2-2 9 0,1 2-8 0,0 0 3 15,0-2-1-15,0 1 0 0,2 0 2 0,1 1-6 16,-1 0 2-16,-4 1 1 0,4-1 3 0,-2 3 2 16,0-1-3-16,0 2 4 0,0-1-4 0,-3 3-1 15,4-3-9-15,-5 4-12 0,-1 1-25 0,-2-3 11 16</inkml:trace>
  <inkml:trace contextRef="#ctx0" brushRef="#br0" timeOffset="-154425.76">32745 7222 22 0,'0'0'30'0,"51"-7"-6"0,-51 7-2 16,43 2-5-16,-43-2 2 0,57 2-5 0,-57-2-4 16,51 3 0-16,-24 0-11 0,-27-3-12 0,41 4-13 15,-41-4-28-15,31 7 12 0</inkml:trace>
  <inkml:trace contextRef="#ctx0" brushRef="#br0" timeOffset="-153876.04">33327 7022 21 0,'0'0'51'0,"0"0"-8"15,0 0-16-15,0 0-15 0,0 0-17 0,0 0-21 16,66 5-26-16,-66-5 12 0</inkml:trace>
  <inkml:trace contextRef="#ctx0" brushRef="#br0" timeOffset="-153376.78">33614 6965 16 0,'0'0'34'0,"0"0"-2"15,0 0 0-15,0 0-6 0,0 0 5 16,-70 37-8-16,70-37 2 0,0 0-11 0,-33 12 1 15,33-12 1-15,0 0-2 0,-35 7 3 0,35-7-9 16,0 0 2-16,0 0-1 0,0 0 3 0,0 0-3 16,-42-5-1-16,42 5 0 0,0 0-7 0,0 0 2 15,0 0-7-15,0 0 7 0,0 0-2 0,0 0-1 16,0 0 0-16,0 0 1 0,0 0 3 0,0 0-4 16,0 0-5-16,0 0 2 0,0 0-3 0,0 0 9 15,0 0 0-15,0 0-9 0,0 0 12 0,0 0-10 16,0 0 2-16,0 0 1 0,0 0 1 0,0 0-9 15,0 0 1-15,0 0-9 0,0 0-5 0,97 19-28 16,-97-19-54-16,0 0 24 0</inkml:trace>
  <inkml:trace contextRef="#ctx0" brushRef="#br0" timeOffset="-85666.53">22031 15121 47 0,'0'0'83'0,"6"-3"-17"0,-6 3-4 16,0 0-19-16,0 0-21 0,0 0-29 0,0 0-22 15,0 0-20-15,0 0-51 0,0 0 23 0</inkml:trace>
  <inkml:trace contextRef="#ctx0" brushRef="#br0" timeOffset="-85387.71">20285 15132 48 0,'-8'-2'63'0,"8"2"-10"16,0 0-6-16,0 0-18 0,0 0-21 0,0 0-25 15,0 0-22-15,0 0-41 0,0 0 18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25:25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22215 8932 8 0,'0'0'32'0,"0"0"-13"16,0 0-14-16,0 0-16 0,6-5-12 0,-6 5 6 0</inkml:trace>
  <inkml:trace contextRef="#ctx0" brushRef="#br0" timeOffset="3200.61">19748 10062 60 0,'0'0'89'16,"0"0"-5"-16,0 0-19 0,0 0-25 0,0 0-13 15,0 0-14-15,0 0-14 0,0 0-16 0,0 0-43 16,0 0-65-16,0 0 28 0</inkml:trace>
  <inkml:trace contextRef="#ctx0" brushRef="#br0" timeOffset="3632.46">21559 9826 80 0,'0'0'96'0,"0"0"-2"0,-6-3-14 16,6 3 0-16,0 0-15 0,0 0-1 0,0 0-12 15,0 0 3-15,-9-1-15 0,9 1-11 0,0 0-2 16,0 0-10-16,0 0-14 0,0 0-6 0,0 0-16 16,0 0-21-16,0 0-20 0,0 0-50 0,0 0-120 15,22 6 54-15</inkml:trace>
  <inkml:trace contextRef="#ctx0" brushRef="#br0" timeOffset="3939.01">23217 9695 117 0,'0'0'118'0,"9"1"-13"0,-9-1-12 0,0 0-8 15,0 0-5-15,0 0-11 0,0 0-8 16,0 0-9-16,0 0-3 0,0 0-21 0,0 0-13 0,9-1-7 16,-9 1-15-16,0 0-18 0,0 0-18 0,12 1-20 15,-12-1-61-15,5 1-134 0,-5-1 60 0</inkml:trace>
  <inkml:trace contextRef="#ctx0" brushRef="#br0" timeOffset="5834.84">24202 10411 3 0,'0'0'57'0,"0"0"-14"0,0 0-9 0,0 0-14 16,0 0-11-16,5 4-24 0,-5-4-11 0,0 0-27 15,0 0 13-15</inkml:trace>
  <inkml:trace contextRef="#ctx0" brushRef="#br0" timeOffset="59351.06">9219 10722 1 0,'0'0'58'16,"0"0"-2"-16,0 0-5 0,0 0 1 0,0 0-4 0,0 0 6 16,0 0-2-16,0 0 4 0,0 0-15 0,0 0-8 15,0 0-6-15,0 0 4 0,0 0-9 0,0 0-1 16,0 0-1-16,0 0-3 0,0 0 2 0,0 0 1 15,0 0-9-15,0 0 1 0,0 0-3 16,0 0-1-16,0 0 2 0,0 0-7 0,0 0 7 0,0 0-5 16,0 0 1-16,0 0-3 0,0 0 0 0,0 0-2 15,0 0 3-15,0 0 3 0,0 0-2 16,0 0-4-16,0 0 1 0,0 0 3 0,0 0-1 16,0 0-1-16,0 0-6 0,0 0 6 0,0 0 8 15,0 0-11-15,0 0 0 0,0 0-3 0,0 0 8 0,0 0-3 16,0 0-6-16,0 0 4 0,0 0 3 0,0 0-5 15,0 0 4-15,0 0-8 0,0 0 3 0,0 0 2 16,0 0 1-16,0 0 0 0,0 0-2 16,0 0 6-16,0 0-2 0,0 0-7 0,0 0 5 0,0 0-3 15,0 0 3-15,0 0-2 0,0 0 5 0,0 0-7 16,0 0 4-16,0 0 3 0,0 0-2 0,0 0-3 16,0 0 0-16,0 0 4 0,0 0-2 0,0 0 7 15,0 0-9-15,0 0-3 0,0 0 6 0,0 0-3 16,0 0-2-16,0 0 0 0,0 0 7 0,0 0-3 15,0 0 2-15,0 0 2 0,0 0-2 0,0 0-8 16,0 0 11-16,0 0-5 0,0 0 2 0,0 0-1 16,0 0 2-16,0 0-6 0,0 0 4 0,0 0 1 15,0 0 1-15,0 0-4 0,0 0 1 0,0 0 2 16,0 0-5-16,0 0 5 0,0 0-6 0,0 0 2 16,0 0 1-16,0 0-4 0,0 0 4 0,0 0-3 15,0 0-6-15,0 0-8 0,0 0-1 0,0 0-4 16,0 0-3-16,0 0-10 0,0 0 6 0,0 0 1 15,0 0-6-15,0 0-10 0,0 0-41 0,0 0-92 16,0 0 41-16</inkml:trace>
  <inkml:trace contextRef="#ctx0" brushRef="#br0" timeOffset="61318.86">10589 8910 5 0,'0'0'30'0,"0"0"-7"15,0 0-5-15,0 0-3 0,0 0-11 0,0 0 0 0,0 0-5 16,0 0 3-16,0 0-5 0,0 0-3 0,0 0 3 15,0 0 2-15,0 0-5 0,0 0 3 16,0 0 1-16,0 0-3 0,0 0 4 0,0 0 1 16,0 0 0-16,0 0 1 0,0 0-2 0,0 0 1 15,6-2-3-15,-6 2 0 0,0 0 3 0,0 0 0 16,0 0 0-16,0 0 6 0,0 0-5 0,0 0-2 16,0 0 1-16,0 0 2 0,0 0-1 0,0 0-2 0,0 0 1 15,0 0-4-15,0 0-8 0,0 0-12 16,0 0 6-16</inkml:trace>
  <inkml:trace contextRef="#ctx0" brushRef="#br0" timeOffset="65508.07">8457 8776 26 0,'0'0'27'0,"0"0"-4"15,0 0-4-15,0 0 1 0,0 0-3 0,0 0-4 16,0 0-1-16,0 0 0 0,0 0 1 0,0 0-2 16,0 0-1-16,0 0-1 0,0 0-4 0,0 0-1 15,0 0 3-15,0 0-2 0,0 0-3 16,0 0 0-16,0 0 3 0,0 0 0 0,0 0-3 0,0 0 5 15,0 0-2-15,0 0 0 0,0 0-2 0,0 0-2 16,0 0 1-16,0 0 5 0,0 0-6 0,0 0-2 16,0 0 4-16,0 0-4 0,0 0 0 0,0 0 4 15,0 0-5-15,0 0 2 0,0 0 2 16,0 0-5-16,0 0 4 0,0 0-1 0,0 0 0 0,0 0-3 16,0 0 3-16,0 0-3 0,0 0 3 0,0 0 1 15,0 0-2-15,0 0 3 0,0 0 2 0,0 0-3 16,0 0 2-16,0 0-2 0,0 0-3 0,0 0 1 15,-9-9 1-15,9 9 1 0,0 0-1 16,0 0 0-16,0 0 3 0,0 0-3 0,0 0-3 16,0 0 3-16,0 0 0 0,-3-7 1 0,3 7-2 0,0 0-1 15,0 0 1-15,0 0 1 0,0 0 0 0,0 0 0 16,0 0-2-16,0 0 2 0,0 0-4 0,-3-6 2 16,3 6 1-16,0 0-4 0,0 0 5 0,0 0-1 15,0 0-1-15,0 0-5 0,-5-5 5 0,5 5 0 16,0 0-1-16,0 0-3 0,0 0-1 0,0 0 3 15,0 0-1-15,0 0-1 0,0 0 2 0,-5-6 1 16,5 6-1-16,0 0 1 0,0 0-5 0,0 0 2 16,0 0-1-16,0 0-8 0,0 0-14 0,0 0-32 15,0 0 15-15</inkml:trace>
  <inkml:trace contextRef="#ctx0" brushRef="#br0" timeOffset="68778.97">7712 10658 7 0,'-11'17'14'0,"11"-17"-5"15,0 0-5-15,0 0-5 0,0 0-2 0,0 0-2 16,0 0-6-16,0 0 2 0</inkml:trace>
  <inkml:trace contextRef="#ctx0" brushRef="#br0" timeOffset="70886.05">8979 10764 14 0,'0'0'64'15,"0"0"-9"-15,0 0-8 0,0 0-4 0,0 0-10 16,0 0-10-16,0 0-10 0,0 0-4 0,0 0-6 16,0 0-6-16,0 0-4 0,0 0-17 0,0 0-21 15,0 0-49-15,0 0 21 0</inkml:trace>
  <inkml:trace contextRef="#ctx0" brushRef="#br0" timeOffset="87104.21">9754 12465 57 0,'4'-6'58'0,"0"2"-3"0,0-2-4 0,-4 6-6 16,5-6-7-16,-5 6-7 0,3-6 7 0,-3 6-12 0,0 0-1 15,6-6-7-15,-6 6 3 0,0 0-2 0,0 0-5 16,0 0-1-16,0 0-1 0,6-2 0 16,-6 2-5-16,0 0-1 0,0 0 0 0,0 0-4 0,0 0-2 15,0 0 2-15,0 0 1 0,0 0-2 16,0 0 6-16,0 0-7 0,0 0 4 0,0 0-6 0,0 0 4 15,-1 17-4-15,1-17 7 0,0 0-3 0,0 0 1 16,0 0-9-16,-4 12 8 0,4-12 2 0,0 0-3 16,0 0 0-16,-1 7-2 0,1-7 3 15,0 0-6-15,-4 7 3 0,4-7 3 0,0 0-4 16,-2 7 4-16,2-7-2 0,0 0-3 0,0 0 4 0,0 0-3 16,0 0 4-16,0 0-5 0,0 0 3 0,0 0 0 15,0 0 3-15,0 0-7 0,0 0 3 16,0 0-1-16,0 8 5 0,0-8-4 0,0 0-2 15,0 0 3-15,0 0 4 0,0 0-6 0,0 0 2 16,0 0 2-16,0 0-4 0,0 0 2 0,0 0-6 0,0 0 6 16,0 0-5-16,0 0 2 0,0 0 3 0,0 0-3 15,0 0-1-15,0 0 5 0,-5 9-3 0,5-9 0 16,0 0 3-16,-6 5-3 0,6-5-2 0,0 0 4 16,-3 4 4-16,3-4-3 0,0 0 5 0,-6 6-6 15,6-6 1-15,0 0 0 0,-5 4-2 0,5-4 0 16,0 0 3-16,-6 5 1 0,6-5-6 0,-4 5 3 15,4-5-4-15,-5 5 4 0,5-5 1 0,-5 5-4 16,5-5 6-16,0 0-5 0,0 0 0 0,-5 5 4 16,5-5-1-16,0 0 1 0,0 0-3 0,-5 5 0 15,5-5 4-15,0 0-2 0,0 0-2 0,0 0 1 16,0 0 1-16,-7 6 0 0,7-6 0 0,0 0-1 16,-5 7-2-16,5-7 1 0,-2 5 0 0,2-5-3 15,0 0-6-15,-5 8 3 0,5-8-1 0,0 0-3 16,0 0 1-16,-4 4 2 0,4-4 2 0,-4 5 0 15,4-5-3-15,-5 9-1 0,5-9 1 0,-5 5-1 16,5-5-3-16,-5 6 6 0,5-6-3 0,-6 8-2 16,6-8 4-16,-3 6-4 0,3-6 6 0,-4 4-3 15,4-4-1-15,0 0 5 0,-7 6-2 0,7-6-1 16,0 0 5-16,-3 6-4 0,3-6 2 16,0 0 0-16,0 0 3 0,0 0 4 0,-5 3-6 0,5-3 3 15,0 0-3-15,0 0 1 0,0 0 1 0,0 0 2 16,0 0 0-16,0 0-6 0,0 0-6 0,0 0-3 15,0 0 1-15,0 0-10 0,0 0-16 16,0 0-41-16,0 0 19 0</inkml:trace>
  <inkml:trace contextRef="#ctx0" brushRef="#br0" timeOffset="105126.7">19617 14469 5 0,'0'0'42'0,"0"0"-4"0,3 8-16 0,-3-8 1 0,3 7-8 15,-3-7-10-15,0 0-2 0,3 5-2 0,-3-5-1 16,0 0 0-16,2 5-8 0,-2-5 0 0,0 0-3 16,4 5-11-16,-4-5-22 0,0 0 10 15</inkml:trace>
  <inkml:trace contextRef="#ctx0" brushRef="#br0" timeOffset="106316.14">21462 14893 14 0,'0'0'44'0,"-5"3"-10"0,5-3-7 15,0 0-20-15,0 0-28 0,0 0-23 0,0 0 10 16</inkml:trace>
  <inkml:trace contextRef="#ctx0" brushRef="#br0" timeOffset="109061.24">10864 9011 13 0,'0'0'20'0,"0"0"0"16,0 0 1-16,0 0-5 0,0 0-2 0,0 0 0 16,0 0 0-16,0 0-1 0,-3-11-1 0,3 11-3 15,0 0 1-15,0 0-1 0,0 0-3 0,0 0-5 16,0 0 1-16,0 0-2 0,0 0-7 0,0 0 4 16,0 0-5-16,0 0-3 0,0 0-17 0,0 0-30 15,0 0 13-15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10:05:29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21291 3997 30 0,'-3'-17'175'0,"1"5"-19"0,-2 0-6 0,1 0 3 15,-1 2-7-15,3 1-13 0,-2 3-12 0,3 6-13 16,-3-11-11-16,3 11-6 0,-5-7-24 0,5 7-2 16,0 0-8-16,0 0-4 0,0 0-8 0,0 0-4 15,-2 37-5-15,1-9 1 0,1 4-11 0,0 13 5 16,0 4-6-16,1 2 7 0,1 2-13 0,3 4 4 15,-4-1-3-15,3 27-1 0,0-29-3 0,-2 1 5 16,2 3-4-16,0 23-4 0,-1-26 3 0,-1-3-1 16,4 3-2-16,-1-4 3 0,2-3 0 0,1-3-4 15,-4-9-5-15,3-3 6 0,-1 2-6 16,1-3-3-16,-3-4-8 0,1 0-1 0,0-3-11 0,0-6-12 16,-2 0-4-16,-1-2-17 0,-1-6-17 0,1 0-19 15,-1-4-13-15,-1-7-1 0,0 10-10 0,0-10-23 16,-5 7-105-16,5-7-256 0,0 0 113 0</inkml:trace>
  <inkml:trace contextRef="#ctx0" brushRef="#br0" timeOffset="1113.83">21117 3865 70 0,'-8'-12'129'0,"5"5"-11"0,0 2-14 16,0-2-8-16,3 7-17 0,0 0-3 0,12-13-12 15,4 9-4-15,15 1-6 0,9 3 2 0,20-3-10 16,37-1-3-16,6-3-8 0,5 3 1 0,6-7 8 16,7 2-19-16,8-1 0 0,12 1-6 15,6 2 4-15,6-5-6 0,4 1-5 0,7-1 3 16,3-5 3-16,8 4-1 0,7-3 2 0,2 0-5 0,4 1 1 15,3 1-3-15,1-2-8 0,4 1 6 0,-5-4-11 16,-3 2 6-16,4 1 1 0,-4-1-8 0,2 3 2 16,-10-5 1-16,0 3-9 0,0 0 5 0,-9 0 3 15,-1 3-13-15,-11-2 7 0,2 5 1 0,-8 2 1 16,-2-1 27-16,-11 5-8 0,-5-1-2 16,-5-2 29-16,-8 3-33 0,-11 1 3 0,-5 1-3 0,-5 0-8 15,-13 0 14-15,-29-2-7 0,1 2 4 0,-5-2-10 16,-2 2 7-16,-15-1-6 0,3 1 5 0,-6-1-5 15,-1 1 15-15,-2-2-14 0,-3 1 9 16,-7 3-9-16,5-3 6 0,-7 3-6 0,-1-2 5 16,-2 1-4-16,-3 0 3 0,-1-2-2 0,1 2 3 0,-1-1 2 15,0 2-5-15,-1-2 1 0,-2 2 4 0,-3-1 3 16,-7 1 9-16,15-1-11 0,-9-1 7 0,-6 2-2 16,11-1 2-16,-11 1-5 0,9 0 1 15,-9 0-5-15,0 0 3 0,10-2-4 0,-10 2 2 16,0 0 0-16,10 2-7 0,-10-2 8 0,9 0-5 15,-9 0-4-15,5 4 1 0,-5-4 1 0,9 6 3 16,-9-6-6-16,8 5 1 0,-6-2-2 0,4 2 1 16,-2 0 1-16,2 3 3 0,0-1-2 0,0 3 1 15,1 0 2-15,2 5 7 0,-2 0-4 0,-1 2 5 16,2-2-4-16,0 2 5 0,1 7-2 0,0-5-3 16,0 3 0-16,-2-3-4 0,3 8 5 0,0-2-3 15,1 4 2-15,-3 0 5 0,3 3 4 0,-3 0-3 16,6 11 2-16,-1 2 4 0,-4 2 0 0,2-1 3 15,-2 1-1-15,0 2-2 0,0 2 4 0,-1-4-4 16,0 4 2-16,-2-3 1 0,0 2 4 0,7-1 0 16,-8 1 8-16,-2 2-4 0,6 3 0 0,0 1-1 15,-2-3-3-15,1 2 0 0,-2-2-2 0,0 4-3 16,0-1-4-16,2 1 3 0,-1-4-3 0,-2 1-2 16,2 0 0-16,2-1-2 0,1-1-2 0,-1-3-1 15,1 0 3-15,0 0-2 0,-3-1 1 0,-5-15-3 16,5 1-2-16,-2-1-1 0,-1-1 1 0,-3-6 0 15,0-6-3-15,-1 0 0 0,0-4 0 0,0-4-1 16,0-12-1-16,-4 20-3 0,2-11 2 0,2-9 1 16,-14 14 2-16,5-5 0 0,-3-2 1 0,-4-4-3 15,-5 2 0-15,1-3 2 0,-8 0-5 0,-4-1 2 16,-2-1-1-16,-3-1-1 0,3-1 1 0,-3 2-6 16,0-2 4-16,-3-1-1 0,-11 1 0 0,-1-1-1 15,2-1-1-15,-5 3-1 0,0 0 3 0,-10-3-5 16,-27 1 4-16,2-1-7 0,-2 4 1 0,-6 0-2 15,-7-5-1-15,-4 4-2 0,-8 1-1 0,-5 1 7 16,-3 0-3-16,-1 4 8 0,-6 2-8 0,-3-3 2 16,5 1 5-16,-3 1-3 0,-4 2 5 0,0 0 0 15,-5 1 2-15,-8 1-2 0,2 5 0 0,5-4 4 16,-4 2 2-16,3 3-4 0,-8 1 0 0,6-2 5 16,-3 2-2-16,2 1-1 0,2-1 1 0,-1 0-5 15,3 2 1-15,3 0-1 0,2 0 1 0,6-1 2 16,-1-2-2-16,3-1 0 0,5-5 2 0,6 0 1 15,6-1-2-15,2 3 1 0,9-8 3 0,2 3 0 16,40-4-3-16,-4-3 2 0,2 1 1 0,5-2-2 16,0-1-1-16,4-3 4 0,15 2 0 15,4-3-4-15,0 2 2 0,5-1-3 0,1 1 3 16,6-2-2-16,3 2-14 0,6 0-7 0,0 1-8 16,2-1-25-16,11 4-25 0,-15-10-35 0,15 10-39 0,-12-8-34 15,12 8-34-15,0 0-158 0,-9-14-406 0,9 14 181 16</inkml:trace>
  <inkml:trace contextRef="#ctx0" brushRef="#br0" timeOffset="1853.95">21508 4651 13 0,'-6'-4'55'0,"6"4"-10"0,-13-4-4 15,6 3-1-15,-1 0-7 0,8 1-1 0,-16-1-8 16,7 2 4-16,0 1-10 0,-1 1 4 0,0 1-5 0,-2-1-3 16,2 1-3-16,-1 0-3 0,0 1-3 15,0-1-1-15,-2 1-7 0,3-2 8 0,0 0-5 16,-3-1 0-16,1 0 2 0,0 1-3 0,1 0 2 15,-2-2 1-15,2-1 4 0,0 1-1 0,2-1 1 16,9 0-4-16,-16 0 3 0,10 0 2 0,6 0-1 16,-10-1 12-16,10 1-3 0,0 0 10 0,-17-4 4 15,17 4 5-15,0 0 0 0,0 0-10 0,0 0 4 16,0 0 0-16,-13-1-13 0,13 1 6 0,0 0-3 16,0 0-5-16,0 0-4 0,-4 6 4 0,4-6-6 15,2 17 4-15,1-6 7 0,1 15-5 0,-1 0 0 16,1 7 10-16,-2 2 1 0,5 13 0 0,-5 3 13 15,3 0-26-15,-2 1 2 0,-1 3 11 0,-2 0-4 16,2 1 6-16,-1 3 5 0,0 0-8 0,2-4 3 16,-2-1 2-16,0-1 1 0,-2-4 7 0,2 1-11 15,2-4-1-15,0-11-7 0,2-2 3 0,-3 1-6 16,3-3 6-16,-1-1-5 0,1-3 7 0,0-1 1 16,1-8-12-16,-3-3 9 0,4-3-13 0,-4-2 5 15,3 0-1-15,-1-1 6 0,0-2 1 0,-5-7-1 16,13 10 2-16,-7-6 0 0,6-1-5 0,2-1 10 15,4-1 3-15,3 1 2 0,11-1 2 0,4-4 0 16,19 0 4-16,5-2-2 0,6 0-2 0,25-2-1 16,-27-3-4-16,29 2 1 0,-27 5-7 0,31-5-2 15,-4-2 1-15,-29 7-8 0,28-5-4 0,-28 4-14 16,0 1-8-16,-2-1-10 0,-2 3-20 0,-2-2-18 16,-6 0-23-16,5 1-20 0,-23 1-23 0,3 1-118 15,-4 0-269-15,-2 0 119 0</inkml:trace>
  <inkml:trace contextRef="#ctx0" brushRef="#br0" timeOffset="2490.19">23686 3757 81 0,'-9'-16'211'15,"2"7"-10"-15,1-3-7 0,1 3-18 0,2 2-23 16,1 2-16-16,2 5-18 0,-4-6-15 0,4 6-15 16,0 0-8-16,1 24-6 0,4 5-12 0,2 20 2 15,2 3-7-15,0 28 0 0,-3-20-2 16,2 27-5-16,-2-4-4 0,3-2-1 0,-4-22-2 0,2 26-2 15,1-3-5-15,-1-22 2 0,1 22-3 0,-2-22 0 16,5 25 7-16,-4-25-9 0,-3 1-3 16,1-1-1-16,-1-3-7 0,1-1 3 0,-4-1-1 0,3-5-4 15,-2-1 0-15,-3 3-1 0,0-5 0 0,-3 0-9 16,-1-3-17-16,0-9-10 0,-2-3-17 16,2-3-27-16,-4-1-18 0,3-3-30 0,0-2-19 0,-1-6-27 15,3 0-19-15,-3-2-136 0,0-4-333 0,2-5 147 16</inkml:trace>
  <inkml:trace contextRef="#ctx0" brushRef="#br0" timeOffset="3219.57">22938 4429 89 0,'0'0'177'0,"-5"-12"-10"0,2 6-8 16,-3 0-13-16,2 1-11 0,-3-2-4 0,0 2-2 0,2 2-12 16,5 3-20-16,-15-8-7 0,6 7-10 0,9 1-7 15,-15 1-5-15,3 1-15 0,2 4 2 0,-7 4-14 16,3 0 0-16,0 3-6 0,1 3 1 16,2 0-5-16,-1-1-4 0,4 1-3 0,2 1-1 15,0-1-3-15,5 1-3 0,-1-1 5 0,5 3-7 0,3-3 1 16,3-1-3-16,0-2-1 0,4 0 0 0,2-1-1 15,-2-2-5-15,4 0 0 0,-5-5 1 0,6 1-1 16,-5-2-2-16,1 0 2 0,-4-2-1 0,3-1 1 16,-7 1 2-16,5-2-3 0,-11 0 4 15,0 0 2-15,10-1 1 0,-10 1-1 0,0 0 2 0,7-3-5 16,-7 3-1-16,0 0-1 0,0 0-1 0,0 0-5 16,-19-9 1-16,9 9 0 0,10 0 2 0,-29 7-1 15,10-3 2-15,1 4 4 0,-8 3-3 16,-2 3 5-16,4 3 1 0,-2 2 0 0,4 1 3 0,-1 2-3 15,0 0 5-15,4 4-3 0,3-3-2 0,2 1 0 16,7-5 5-16,1 0-7 0,5-1 2 0,2 0 2 16,4 0-1-16,4-1 0 0,6-2 3 0,8 2-1 15,5-3 0-15,7-2-3 0,16-2-12 0,8-1-21 16,2-8-31-16,4 1-31 0,26-4-43 0,-25-3-47 16,1 0-177-16,-3-5-379 0,1 0 169 0</inkml:trace>
  <inkml:trace contextRef="#ctx0" brushRef="#br0" timeOffset="4222.96">24573 4255 90 0,'0'0'138'15,"-3"-6"-9"-15,3 6-7 0,-6-8-9 0,6 8-2 16,-5-5 0-16,5 5-14 0,0 0 0 0,-3-9-5 15,3 9-4-15,0 0-12 0,0 0-6 0,0 0-8 16,0-7-3-16,0 7-7 0,0 0-5 0,0 0-5 16,0 0-3-16,0 0 2 0,0 0-8 0,0 0 3 15,0 0-7-15,0 0 1 0,-6-5-4 0,6 5-7 16,0 0 1-16,0 0-11 0,0 0 7 0,0 0-7 16,0 0-1-16,0 0 0 0,0 0-7 0,0 0 4 15,0 0 1-15,4 32-2 0,-2-20 0 0,1 1 1 16,2 0 0-16,-2 4 7 0,0 2-5 0,1-1-5 15,1 2 6-15,-1-1-2 0,0-2 0 0,0 2 3 16,3 0-1-16,0-2 3 0,-4 3-2 0,0-2 2 16,0 0-2-16,-2 0-7 0,5 0 9 0,-6-1-6 15,4-1-1-15,-3 2 2 0,2-1-5 0,-3-2-10 16,-1 1-6-16,1-4-20 0,-2 1-22 0,2-2-28 16,0 1-18-16,-2-1-34 0,-5 1-136 0,-2 3-295 15,-1-4 130-15</inkml:trace>
  <inkml:trace contextRef="#ctx0" brushRef="#br0" timeOffset="4833.99">24534 4277 9 0,'-2'-8'147'0,"-1"-2"-5"0,2 0-16 15,0 0-2-15,2-1-12 0,0 2-9 0,6 0-8 16,0 1-7-16,7-3-11 0,3 4-7 0,2 0 5 16,9 0-5-16,0 3-5 0,3 4 0 0,0 0-6 15,-4 5-8-15,0 3 2 0,-7 0-9 0,-1 1-1 16,-1 1-6-16,-3-2-6 0,1 5-3 0,-5 1 1 16,0-2-5-16,-1 3 2 0,-7 0 2 0,-1-2-10 15,-2 5 4-15,-3-2-3 0,-2 0 0 0,-5-1 0 16,0 0-4-16,-1 0-3 0,-3-1 11 0,0-5-9 15,4 4 0-15,0-6-12 0,-1 1 7 0,1-2 1 16,1-1-3-16,4 1 0 0,0-2-2 0,5-4 1 16,-8 6-10-16,8-6-3 0,-2 4 2 0,2-4-2 15,0 0 1-15,12 6 4 0,0-3-5 0,3-1 2 16,3 2 2-16,3-3-1 0,6 6 0 0,-2 0 1 16,5-3 3-16,-5 2-5 0,2 0-3 0,-9 0 7 15,2 3-5-15,-4 1 4 0,0-3-1 0,-1 3 1 16,-3-2-1-16,-4 0 0 0,-1 0 2 0,-3 2 1 15,-2-3 0-15,-2 5-1 0,-2-3 3 0,-2 2-1 16,-4 2 0-16,-4-1 2 0,-3-2-1 0,-3 0 0 16,-5 2 3-16,-4-2-3 0,1 0-9 0,-2-2-1 15,1 0-13-15,0-2-12 0,6-2-28 0,0-3-28 16,5 2-36-16,3-2-30 0,-5 2-91 0,6-5-265 16,12 2 119-16</inkml:trace>
  <inkml:trace contextRef="#ctx0" brushRef="#br0" timeOffset="5549.91">25699 3630 94 0,'0'0'100'15,"0"0"-7"-15,0-11 11 0,0 11-9 0,0-10-3 16,0 10-11-16,3-7-5 0,-3 7-15 0,0-10 6 15,0 10-7-15,0 0 6 0,0-8-7 0,0 8 3 16,0 0-3-16,2-9-4 0,-2 9-3 0,0 0 0 0,0 0 16 16,0 0 4-16,0 0-5 0,0-8 1 0,0 8-9 15,0 0 7-15,0 0-1 0,0 0 3 16,0 0-6-16,0-8-3 0,0 8-3 0,0 0-2 16,0 0-6-16,0 0 0 0,0 0-5 0,0 0-3 15,0 0-2-15,0 0-2 0,0 0-8 0,0 0 0 16,0 0-8-16,0 0-3 0,0 0-5 0,0 0-3 0,0 0-3 15,0 0 1-15,0 0-1 0,-2 32 8 16,4-15-1-16,-2 9-2 0,1 3 4 0,1 7-1 16,4 15 6-16,-1 0 3 0,1 1-4 0,8 28 1 15,-7-21-2-15,3 20 3 0,0-19 2 0,5 22-2 16,-6 0 0-16,1-2-1 0,0 5 2 0,0 4 2 16,-1 2-2-16,2 0 2 0,-2 1 2 0,1-5-1 15,-2-5-4-15,1 4 2 0,0 2-2 0,-2-3 1 16,4-4-2-16,-5 1 2 0,-1-27-10 0,4 4-8 15,-4-1-11-15,1-2-15 0,3-3-12 0,-2-2-17 16,0-5-25-16,-1 0-24 0,-1-14-39 0,-1 0-18 16,-2-2-50-16,1-3-168 0,0-8-406 0,-3-1 181 15</inkml:trace>
  <inkml:trace contextRef="#ctx0" brushRef="#br0" timeOffset="6067.87">26969 3992 53 0,'0'-7'204'16,"-2"-3"-14"-16,2 10-14 0,-8-12-14 0,4 8-7 0,-2 0-18 16,-1 2-8-16,-7 0-7 0,-3 10-3 15,-8 2 1-15,-5 6-6 0,-8 15-2 0,-7 3-7 16,7 1-9-16,-2 3-7 0,8-1-9 0,8-8-8 15,10 1-7-15,1-2-4 0,10 3-2 0,5-3-2 16,12 3-8-16,13 6 0 0,14-2-6 0,10-3-1 16,34 5-3-16,7-7-21 0,2-4-38 0,5 1-46 15,5-9-51-15,3-2-60 0,-8-6-213 0,-35-2-422 16,1-3 187-16</inkml:trace>
  <inkml:trace contextRef="#ctx0" brushRef="#br0" timeOffset="168181.81">7712 6350 123 0,'0'0'128'0,"-5"-7"-11"16,5 7-1-16,0 0-7 0,-6-3 4 16,6 3-8-16,0 0-5 0,-8-3-15 0,8 3-2 15,0 0-8-15,0 0-10 0,-13 1-5 0,13-1-3 16,0 0-7-16,-10 7 5 0,5-2-10 0,1 0 3 16,-2 1 3-16,-1 3-3 0,0-1-1 0,0 0-3 15,1 3 0-15,-2-2 4 0,4 1-9 0,-3 3 2 16,3-1-6-16,-1-1-3 0,0 1-2 0,1 0-1 15,-1 0-4-15,0 0 0 0,3 1-2 0,0-2-4 16,-1 1-3-16,5-1 3 0,-2 1-4 0,0-2 1 0,2-2-3 16,2 1 0-16,1 0 0 0,4-2-1 0,-3 1-1 15,3-1-1-15,4-1 4 0,-1-4-3 0,4 5 4 16,1-4 4-16,-3-1-5 0,5-3-2 0,-1 1 2 16,1-1-4-16,2-2 2 0,-1-2 0 15,1 1 0-15,-2-2-2 0,-3-3 1 0,10-2 0 0,-8 3 1 16,-3-1-2-16,2-2 2 0,-5 1-4 15,1-3 0-15,-1 1 2 0,-3-3 1 0,-1 1 6 0,-1 2 2 16,-3-2-2-16,-2-1-1 0,0-3-6 0,-4 3 1 16,-1-2 0-16,-3 2-2 0,-1 0 1 15,-1 1-2-15,-1 0-4 0,-2 2 1 0,-3 2-2 0,-1 0 2 16,0 4-2-16,0-2-2 0,-3 3 1 0,1 0 1 16,-1 2-4-16,-1 2 0 0,0 4 1 15,0-1-2-15,1 2 1 0,1 2-5 0,-3 2 3 16,2 0-8-16,0 2-14 0,3 0-17 0,0 2-18 0,2 1-19 15,-1-1-19-15,5-1-29 0,0 0-19 0,4 1-12 16,-2-1-7-16,5 0-124 0,-1 0-311 0,3-2 138 16</inkml:trace>
  <inkml:trace contextRef="#ctx0" brushRef="#br0" timeOffset="168710.51">7901 6527 75 0,'0'0'133'0,"0"0"-9"0,0 0 0 0,0 0-11 15,0 0-5-15,-19-14 0 0,19 14-6 16,0 0-3-16,0 0-11 0,0 0-11 0,-9 0-5 0,9 0-8 15,0 0-6-15,0 0-10 0,0 0-3 0,0 0-5 16,0 0-1-16,0 0-3 0,0 0-4 0,33 6 1 16,-16-4-6-16,5 0-3 0,9 0-1 0,-1 0 1 15,5 0 3-15,2-2-7 0,2 0-2 16,15 2 3-16,2-4-3 0,2 1-3 0,1 0 2 16,-3-1-4-16,3 0 1 0,3 0 1 0,2-1-5 0,0 3 2 15,2-4 14-15,24 1-14 0,-27 2-5 0,-1-4-2 16,1 4 5-16,-1-3-9 0,4 3 4 0,-2-2 0 15,-3 2 8-15,-1-1-11 0,-3-1 2 0,0 2-2 16,-4-1 2-16,-1 1 0 0,-15 1-2 0,2-3 1 16,-2 1-5-16,0 2 6 0,-1-2-2 0,-5 2 1 15,-1 0 0-15,-8-3 1 0,-2 3-1 0,-1-2 0 16,-7 2 1-16,-2 0-2 0,-2 0-2 0,1-1 7 16,-9 1 4-16,10 0 8 0,-10 0 5 0,8-2 4 15,-8 2 5-15,0 0 3 0,0 0 0 16,10-1-2-16,-10 1 0 0,0 0 4 0,0 0-3 0,0 0-5 15,0 0-3-15,9-1-3 0,-9 1-6 16,0 0-3-16,0 0-15 0,0 0-16 0,0 0-28 0,0 0-31 16,0 0-25-16,0 0-14 0,0 0-16 15,0 0-23-15,-1 17-33 0,1-17-94 0,0 0-303 16,-17 10 134-16</inkml:trace>
  <inkml:trace contextRef="#ctx0" brushRef="#br0" timeOffset="170000.77">9972 5967 68 0,'-2'-16'91'15,"2"8"17"-15,0 1-5 0,0 7 2 0,-2-17-6 16,2 8-8-16,-1 3 20 0,1 6-9 0,-3-17-4 16,1 11-4-16,0-1 2 0,2 7 2 0,-2-11-13 15,2 11-4-15,-3-9-3 0,3 9-4 0,0 0-9 16,-1-8-5-16,1 8-7 0,0 0-9 0,0 0-7 16,-3-8-2-16,3 8-1 0,0 0-5 0,0 0-6 15,0 0-3-15,0 0-2 0,8 31 1 0,-3-17 1 16,-2 3-6-16,0 1-1 0,3 6-3 0,-3 1 1 15,1 0 0-15,0 3-3 0,1 2 5 0,0 0-3 16,0 0 3-16,1 1 0 0,1 15-2 0,0-11-4 16,1 10 7-16,1 1-3 0,-7-12 1 0,7 15 6 15,-5-4-2-15,2-10 1 0,0 12 0 0,-2-11-1 16,3 10-2-16,-4-12 6 0,1 12-6 0,0-11 1 16,-4 10-2-16,-1-13-3 0,-2 15 3 0,3-14-4 15,0 0 4-15,0 3 1 0,0-3-6 0,-1 1 1 16,-2-1-1-16,2-2-3 0,1-2 5 0,-1 0-4 15,3-1-1-15,-3-1-2 0,5-3 3 0,-4-3-1 16,1-2 2-16,-1-2-2 0,3 1 0 0,-2-1 3 16,0-2-2-16,1-3-3 0,0 0-1 0,-1-3-5 15,2 4-6-15,-2-6-6 0,2 4-7 0,-1-3-4 16,4 1-15-16,-5-2-21 0,-1-7-18 0,5 13-18 0,-5-13-25 16,6 9-33-16,-3-5-25 0,-3-4-105 15,0 0-309-15,2 10 136 0</inkml:trace>
  <inkml:trace contextRef="#ctx0" brushRef="#br0" timeOffset="171395.76">10101 6759 25 0,'0'0'124'0,"0"0"-14"0,-7-3-3 0,7 3 0 16,0 0-6-16,0 0-8 0,0 0-3 0,-5-6-8 15,5 6-3-15,0 0-1 0,0 0-10 0,0 0 3 16,0 0-14-16,0 0 4 0,0 0-11 0,0 0 1 15,-1-8-6-15,1 8-5 0,0 0-2 0,0 0-10 16,0 0 3-16,0 0-2 0,0 0-8 0,0 0 5 16,0 0-8-16,0 0 1 0,0 0-2 0,0 0-5 15,0 0 2-15,0 0 0 0,0 0-4 0,0 0 0 16,0 0-1-16,0 0-1 0,0 0 2 0,0 0-1 16,0 0-3-16,0 0 5 0,0 0-7 0,0 0 0 15,0 0 3-15,0 0 1 0,0 0-5 0,0 0 3 16,0 0 2-16,0 0 0 0,0 0-5 0,0 0 6 0,0 0 1 15,0 0-2-15,0 0-2 0,0 0 6 16,0 0 7-16,0 0-2 0,0 0 3 0,0 0-4 16,0 0 7-16,0 0-7 0,0 0 8 0,0 0-2 0,0 0 1 15,0 0 2-15,0 0-1 0,0 0 0 0,0 0-3 16,0 0 1-16,0 0-2 0,0 0-4 16,0 0 4-16,0 0-9 0,0 0 4 0,0 0 0 0,0 0 4 15,0 0-3-15,0 0-3 0,0 0 2 0,0 0-2 16,0 0 1-16,0 0-2 0,0 0 2 0,0 0-5 15,0 0 3-15,0 0-4 0,0 0 5 0,0 0-4 16,0 0-1-16,0 0 0 0,0 0 0 0,0 0-2 16,0 0 1-16,0 0 0 0,0 0-2 0,0 0 0 15,0 0 2-15,0 0-4 0,0 0-1 0,0 0 0 16,0 0 3-16,0 0-2 0,0 0-2 0,0 0-2 16,0 0 5-16,0 0-7 0,0 0 3 0,0 0 2 15,0 0-2-15,0 0 2 0,15 12-1 0,-15-12-1 16,0 0 3-16,0 0 0 0,8 5 0 0,-8-5-1 15,10 2 1-15,-6 1 0 0,3 0-1 0,-7-3 1 16,11 6 2-16,-1-3-2 0,-3 2 1 0,4 0 1 16,1 0 2-16,-1-3-1 0,1 4 1 0,6 1 2 15,-1-2-4-15,-1 4 1 0,0-4-1 0,1 2-1 16,-3-4 1-16,1 5-1 0,3-3 9 0,-2 3-9 16,1-3 3-16,0 2-3 0,0 1 1 0,-2-1 1 15,4 1 0-15,-3 1 1 0,0 0 0 0,1-2-3 16,-1-1 2-16,2 1 0 0,-2 1-1 0,-2-6 3 15,1 4-4-15,2 0-2 0,-2 2 4 0,-2-3 1 16,0 1-3-16,2 1 0 0,-2-2-5 0,-2-1 4 16,2 1 2-16,-4 0-3 0,1 1 2 0,3-2-3 15,-3 1 2-15,0-1-3 0,0 0 2 0,1 1-2 16,-2-1 0-16,1 2 1 0,-4-5 2 0,5 2 0 16,-5 1-2-16,4 1 2 0,-2-2-3 0,-3 0 3 15,0 0-1-15,4-2 1 0,-3 2-2 0,0 1-1 0,-6-4 1 16,11 4 0-16,-5-2-2 0,-1 1 2 0,1 1-1 15,-6-4 1-15,7 2 4 0,-7-2-5 16,8 5 0-16,-3-2-2 0,-5-3 5 0,12 5-4 0,-5-4 3 16,-3 3-1-16,-4-4 0 0,13 3-2 0,-8 0 3 15,1 0 0-15,1-1-3 0,0 0 1 16,0-1 3-16,-2 2-3 0,3-2 1 0,-1 2 1 0,1 0 2 16,-8-3-3-16,13 2 2 0,-7 0-6 0,-6-2 6 15,13 2-4-15,-8 0 4 0,3 0-4 0,-2 1 0 16,3-1 5-16,-9-2-3 0,12 2 0 15,-6 0 1-15,-6-2-2 0,11 2 6 0,-4-1-7 0,-7-1 6 16,7 2-5-16,-7-2 2 0,9 2 3 0,-9-2-5 16,8 3 1-16,-8-3 1 0,0 0 1 0,0 0 2 15,8 1-3-15,-8-1 1 0,0 0-3 0,0 0 0 16,0 0 0-16,0 0 3 0,0 0-2 0,0 0-1 16,0 0-2-16,0 0-6 0,0 0-11 0,0 0-21 15,0 0-32-15,0 0-30 0,0 0-36 0,0 0-25 16,0 0-37-16,-31 6-150 0,17-6-379 0,-3-1 168 15</inkml:trace>
  <inkml:trace contextRef="#ctx0" brushRef="#br0" timeOffset="173010.57">10120 6106 8 0,'0'0'74'0,"0"0"-7"0,0 0-1 0,0 0-6 16,0 0-9-16,0 0 8 0,0 0-11 0,0 0-1 15,0 0-9-15,0 0 7 0,-17 5-12 0,17-5-10 16,0 0-1-16,-7 4 14 0,7-4 3 0,-7 3-11 0,7-3 0 15,0 0-3-15,-7 3 1 0,7-3 8 16,0 0 1-16,-7 4-4 0,7-4 3 0,-5 4 0 16,5-4-9-16,-8 4 5 0,8-4 2 0,-8 5-15 0,3-3 17 15,5-2-6-15,-8 5 1 0,8-5-8 0,-11 5 2 16,5-3-11-16,0 2 8 0,6-4 1 16,-10 4-5-16,4-1 5 0,6-3 0 0,-11 4-5 15,11-4-1-15,-6 3-3 0,6-3 11 0,0 0-6 0,-8 3 12 16,8-3-6-16,0 0-2 0,-5 3 5 0,5-3-6 15,0 0-7-15,0 0 13 0,0 0-1 0,0 0-2 16,0 0 2-16,-8 2 2 0,8-2 5 0,0 0-6 16,0 0 2-16,0 0 6 0,0 0-3 0,0 0 2 15,0 0-7-15,0 0 2 0,0 0 6 0,19-21-12 16,-7 16 2-16,-1-5-2 0,5 0-3 0,7-4-2 16,2-2 3-16,1-3-3 0,0 3 4 0,1-2 0 15,0 3 1-15,4-4-5 0,0-1 16 0,3 1-2 16,7-7-5-16,-9 5-6 0,0 1 0 0,1 0-2 15,7-9 1-15,-10 11-3 0,1-1 1 0,0 0 2 16,1-2-3-16,-3 1-1 0,2 0-4 0,-3 2 0 16,0-2-2-16,0-1 0 0,-2 2-1 0,-1-1 1 15,-3 0 2-15,1 2 1 0,-1 2-3 0,-3 1 7 16,-1 3-2-16,3-3 0 0,-8 3 2 0,3 0 2 16,-5 2 1-16,2-3 0 0,1 2-1 0,-1-1-1 15,-1 2 0-15,-1 2-2 0,-5 0 0 0,4 1 2 16,-2 2 2-16,-4 0 0 0,1 1 3 0,-1-1-1 15,-4 5-2-15,10-7-3 0,-5 2-2 0,-2 0 4 16,-3 5-8-16,7-8-1 0,-3 4 0 0,-4 4 1 16,7-7-1-16,-7 7-2 0,7-5 0 0,-7 5 1 15,5-8-2-15,-5 8 0 0,5-4-1 0,-5 4-2 16,4-4 6-16,-4 4-7 0,0 0 1 0,5-4 0 16,-5 4-1-16,0 0 0 0,0 0 4 0,8-5 1 15,-8 5 3-15,0 0-3 0,0 0 3 0,0 0 1 16,0 0-2-16,0 0 5 0,5-5 1 0,-5 5-7 15,0 0 3-15,0 0-2 0,0 0 0 0,0 0 0 16,0 0-1-16,0 0-2 0,0 0-1 0,0 0 0 16,0 0-2-16,0 0-1 0,0 0 2 0,0 0-1 15,0 0-3-15,0 0-8 0,0 0-4 0,0 0-8 16,0 0-13-16,0 0-10 0,0 0-24 0,0 0-26 16,0 0-25-16,0 0-36 0,-9 28-18 0,9-21-28 15,-2 0-174-15,0 2-404 0,2-9 179 0</inkml:trace>
  <inkml:trace contextRef="#ctx0" brushRef="#br0" timeOffset="178545.24">11401 7267 27 0,'0'0'74'0,"0"0"-2"0,0 0-4 16,0 0-5-16,0 0-7 0,0 0 0 0,1-9-5 16,-1 9 2-16,0 0-6 0,0 0 15 0,0 0-18 15,0 0-5-15,0 0-1 0,0 0-6 0,0 0 2 16,-3-7 1-16,3 7-6 0,0 0 3 0,0 0 5 0,0 0-7 16,0 0-10-16,0 0 9 0,-4-6 4 15,4 6 0-15,0 0 9 0,0 0-5 0,0 0-5 16,0 0 6-16,0 0 0 0,0 0 1 0,0 0-5 15,-3-7 0-15,3 7-2 0,0 0-5 0,0 0 5 16,0 0-9-16,0 0-2 0,0 0-8 0,0 0-1 0,0 0 0 16,0 0-2-16,0 0 0 0,0 0-2 0,0 0 6 15,0 0-9-15,2 27 2 0,-2-18-2 16,0 3-4-16,0 1 7 0,0 3-1 0,0 2 1 0,0 1-1 16,1 2-4-16,3-2-3 0,-4 2 8 15,0 3-12-15,0 2 5 0,3-1 13 0,-1 3-3 16,2-2 1-16,1 2 4 0,-2-2-7 0,-1-6 2 0,6 8-5 15,-5-2 4-15,1 3-4 0,2-1 3 0,0 1-4 16,-3 2-2-16,0 0 7 0,2 1-5 0,0-2 12 16,0 2-18-16,-3 1 8 0,3 0-4 0,0 2 3 15,-5-1-5-15,7 0 1 0,-1 13-1 0,1 1-1 16,-3-14 0-16,3 14 8 0,2 0-8 0,0-1-4 16,0 0 0-16,-1-1-3 0,-4-9-6 0,2 11 2 15,2-1-18-15,-2-2 2 0,-4-8-19 0,-2-2-14 16,2 1-10-16,-4-2-8 0,4 13-8 0,-2-12-18 15,0-3-16-15,-2 2-75 0,2-3-212 0,-2 0 94 16</inkml:trace>
  <inkml:trace contextRef="#ctx0" brushRef="#br0" timeOffset="179062.31">11563 8513 34 0,'0'0'95'0,"0"0"-2"0,0 0 2 16,-5-4-6-16,5 4-6 0,0 0-14 0,0 0 3 15,0 0 2-15,0 0-9 0,0 0-7 16,0 0-10-16,0 0-4 0,0 0-1 0,0 0-1 0,0 0 1 16,-8 10 2-16,8-10 1 0,0 17-8 0,0-5 0 15,0 0-1-15,1 3 1 0,-1 5 11 0,3 7-14 16,-3-3 10-16,2 4-8 0,0 2 3 0,-1 4-4 16,-1-1-1-16,1 1 1 0,1 0-7 0,1 2-5 15,0-1 5-15,-1 1-7 0,-2-1-3 0,2 0 1 16,0-2 0-16,3 11-12 0,-1-9-1 0,-4-3-15 15,4-1-9-15,-1 0-14 0,-1-1-10 0,3 0-31 16,-5-1-11-16,3-1-25 0,-3 0-20 0,-3-4-88 16,0-5-233-16,1 0 103 0</inkml:trace>
  <inkml:trace contextRef="#ctx0" brushRef="#br0" timeOffset="184678.91">11016 4465 20 0,'-3'-8'148'0,"3"8"2"16,-6-10-1-16,3 5-1 0,3 5 2 15,-5-8-1-15,5 8-6 0,-4-7-9 0,4 7-7 16,0 0-13-16,-3-4-12 0,3 4-7 0,0 0-15 15,0 0-10-15,-4-6-5 0,4 6-7 0,0 0-10 0,0 0-1 16,0 0-5-16,0 0-1 0,0 24-4 0,0-13-5 16,1 0-2-16,-1 4-3 0,0 2-1 15,1 1-3-15,1 6 5 0,0-4-6 0,2 5 2 16,1 2 0-16,-4 2-4 0,7-1 5 0,-5-2-3 16,2 3-15-16,1 0 4 0,-2-1 5 0,3 1-3 0,-1 0 3 15,1 1 1-15,-1-1 1 0,0-3 3 16,2 2-4-16,-1-3 0 0,0-1 0 0,2 1-3 15,-2-7-5-15,0 1 5 0,0 0-2 0,-2 1-1 16,3-1 2-16,-3-3-3 0,4 1 0 0,-4 1 2 16,3-2-5-16,-4 0 3 0,5 1 1 0,-2 2 5 0,-2-3-8 15,2-1 1-15,-3-4 2 0,3 5-1 16,-3 0-3-16,-1-4 3 0,-1-1-4 0,1 2 3 0,-1-3-5 16,1 3 8-16,2-4-5 0,-5 1-1 15,3 2 1-15,-1-3 2 0,2 1-3 0,-4-3 1 16,1 4 5-16,-1-3 9 0,3-1-7 0,-3-7 0 15,0 13 3-15,0-5-3 0,0-8-3 0,1 12 1 16,-1-12-1-16,0 10 0 0,0-10 6 0,0 9 1 16,0-9-10-16,0 8 5 0,0-8-4 0,0 0 4 0,0 6-3 15,0-6 1-15,0 0 0 0,0 0 1 16,0 0-2-16,0 0 4 0,0 0 8 0,1 8-7 0,-1-8-5 16,0 0-1-16,0 0 1 0,0 0-2 0,0 0 0 15,0 0 0-15,0 0 1 0,0 0-16 16,0 0-17-16,0 0-21 0,0 0-26 0,0 0-29 0,0 0-39 15,-5-30-34-15,4 22-44 0,0 1-27 16,-3-5-128-16,1 2-402 0,3-6 177 0</inkml:trace>
  <inkml:trace contextRef="#ctx0" brushRef="#br0" timeOffset="185611.46">11081 4335 45 0,'0'0'60'0,"0"0"-3"0,0 0-5 0,-5-7-5 0,5 7-2 15,0 0 3-15,-6-4-3 0,6 4 8 0,0 0-1 16,0 0-13-16,0 0-2 0,-5-4 5 0,5 4-18 15,0 0 15-15,0 0-32 0,-9-4 20 0,9 4 0 16,-7-2-5-16,7 2-3 0,0 0 2 0,0 0-4 16,-12 0 0-16,12 0-5 0,0 0 5 15,0 0 1-15,-10 0-6 0,10 0 6 0,0 0 15 0,0 0-19 16,0 0 1-16,0 0-8 0,-12 0 7 0,12 0-1 16,0 0-4-16,0 0 3 0,0 0 8 0,0 0 2 15,-9 1-16-15,9-1-4 0,0 0 3 0,0 0-1 16,0 0-6-16,0 0 7 0,0 0 5 15,0 0-13-15,0 0-2 0,0 0 17 0,0 0-9 0,0 0 11 16,0 0-12-16,0 0 10 0,0 0-4 0,14 13 0 16,-14-13 13-16,19 3-7 0,-5-1 9 0,6 0 1 15,1-3-1-15,8 1-4 0,5 0-2 0,1 0 6 16,2-1-5-16,-2 1-5 0,3 0-3 0,-2 0 2 16,2 0-1-16,-1 0-3 0,14 1 2 15,-16-1 1-15,5 1-11 0,10 1 11 0,-11-5-3 0,12 4 3 16,-11-2-2-16,11-1-5 0,-13 1-5 0,18-2 5 15,-2-1-7-15,4-2 7 0,-1 2-4 16,3-4 0-16,-3 3-4 0,-4-1-8 0,1-2-7 0,0 0-2 16,-16 2-12-16,17-1-9 0,-17 1 2 0,13-3-12 15,-15 4 3-15,0 0-8 0,-4 0 4 0,1 0-4 16,-6 2-16-16,-6 2-8 0,-2-2-5 0,-2 0-45 16,-5 1-142-16,-5 2 64 0</inkml:trace>
  <inkml:trace contextRef="#ctx0" brushRef="#br0" timeOffset="186468.54">12419 4246 71 0,'18'0'72'0,"-1"-3"-6"15,12 1 6-15,1-2-6 0,1-1 3 0,5 0-12 16,-1-1-4-16,16 0-5 0,-14 4 8 0,14-3-4 16,3-1-2-16,2 0 3 0,0-2 1 0,0-1-5 0,0 1 0 15,-2 2-12-15,0-3-1 0,-14 5-7 0,-2-3-9 16,0 2 11-16,-1-1-7 0,-5 3-3 15,-1-3 0-15,0 2-1 0,-11 0 0 0,7 1-6 16,-7 3 6-16,-2-4-12 0,-8 3 15 0,3-2-5 16,0 2-2-16,-4 0-13 0,0-1 11 0,-5 0-7 15,-4 2 0-15,10-2 8 0,-10 2-8 0,0 0 2 0,9 0-12 16,-9 0-3-16,0 0 1 0,0 0-20 16,0 0-2-16,0 0-4 0,0 0-3 0,0 0 1 15,0 0-14-15,0 0 2 0,0 0 3 0,0 0 9 16,-30 0 2-16,30 0 2 0,0 0 5 0,-11 0-3 15,11 0-4-15,0 0 13 0,0 0-4 0,-9 3 9 0,9-3-2 16,0 0 0-16,0 0 10 0,0 0 3 0,0 0 9 16,-9 1 0-16,9-1-2 0,0 0 0 0,0 0 6 15,0 0 7-15,0 0-5 0,0 0 5 16,0 0 5-16,0 0-4 0,0 0-6 0,0 0 18 16,0 0-6-16,0 0 1 0,0 0 5 0,29-1 1 15,-18 0 4-15,-3-1-2 0,3 2-3 0,-1 0 6 16,0-3-9-16,1 3 0 0,0-2 3 0,3 1-8 0,-3 0-7 15,3-1-3-15,-3 0 3 0,2 0-1 16,-3-1-1-16,-2 0-4 0,3 2 5 0,1-1 1 16,-5 2-1-16,1-2-8 0,1-2 2 0,1 4-2 15,-4-2 4-15,-6 2 1 0,11-2-4 0,-11 2-3 16,10-2 2-16,-10 2-2 0,6-1-1 0,-6 1 4 0,0 0 3 16,0 0-2-16,9-3 0 0,-9 3-2 15,0 0 3-15,0 0-8 0,0 0 7 0,0 0 0 16,0 0 3-16,0 0 0 0,0 0 0 0,0 0-3 15,0 0 5-15,9 2-3 0,-9-2 3 0,0 0-1 16,0 0-6-16,0 0 1 0,0 0 3 0,0 0 3 0,0 0-4 16,0 0 4-16,0 0-9 0,0 0 6 0,0 0-4 15,0 0-1-15,9-3 9 0,-9 3-14 16,0 0 4-16,0 0 0 0,0 0 2 0,0 0-2 16,9 0 4-16,-9 0-4 0,0 0 3 0,0 0 1 15,0 0-2-15,0 0 1 0,9 0 5 0,-9 0-5 16,0 0 2-16,0 0-2 0,0 0 8 0,0 0-8 15,0 0 8-15,0 0-6 0,0 0-1 0,0 0 1 16,0 0-6-16,0 0 4 0,0 0-4 0,0 0 2 16,0 0-11-16,0 0-6 0,0 0-21 0,0 0-33 15,0 0-22-15,0 0-30 0,9 0-12 0,-9 0-21 16,0 0-86-16,0 0-255 0,0 0 113 0</inkml:trace>
  <inkml:trace contextRef="#ctx0" brushRef="#br0" timeOffset="188220.1">7636 6899 92 0,'-3'-10'150'0,"3"10"-11"0,-3-4-11 16,3 4-4-16,0 0-11 0,0 0-14 0,-3-8-15 15,3 8-8-15,0 0-11 0,0 0-3 0,0 0-6 16,0 0-10-16,0 0 6 0,6 23-4 0,-2-9 2 15,0 3-4-15,1 9 6 0,0 0-13 0,4 4 5 16,-4 2-8-16,-2 1 4 0,2-1-1 0,-3 4-1 16,2 8 6-16,-1-9-5 0,0 1-4 0,1 0 4 15,0-1-1-15,-1 0-3 0,-1-2-4 0,1-1 1 16,2-3-3-16,-1 0 3 0,0 0-6 0,2-3 1 16,-1 1 1-16,-1-7-1 0,2 4-9 0,-3-5 2 15,1-1 3-15,2-3 6 0,-4 3-7 0,1-7 1 16,-3 1 1-16,1 1-5 0,1-6-1 0,0 4-1 15,-2-1 0-15,2-3-3 0,0-1-2 0,-1 1 1 16,2 0-1-16,-3-7-4 0,1 10 0 0,1-5-6 16,-2-5-12-16,1 7-10 0,-1-7-16 0,0 0-16 15,1 7-19-15,-1-7-20 0,0 0-27 0,0 0-23 16,0 0-31-16,0 0-123 0,0 0-319 0,0 0 140 0</inkml:trace>
  <inkml:trace contextRef="#ctx0" brushRef="#br0" timeOffset="188966.47">7330 8009 84 0,'0'0'141'0,"0"0"-9"0,0 0 12 16,-2-7-9-16,2 7-4 0,0 0 3 15,0 0-6-15,0 0-7 0,0 0-4 0,0 0-12 0,0 0-2 16,0 0-7-16,0 0-8 0,0 0-6 0,0 0-10 15,0 0-5-15,0 0-6 0,0 0-1 0,0 0-6 16,0 0-3-16,0 0-1 0,0 0 1 16,0 0-10-16,0 0 2 0,0 0-6 0,0 0-4 0,0 0-3 15,0 0-2-15,0 0-4 0,0 0-1 0,0 0-3 16,0 0-3-16,0 0 0 0,0 0-3 0,0 0 0 16,0 0 0-16,0 0 5 0,0 0 1 15,0 0 3-15,19 18-4 0,-16-13 3 0,3 7-1 16,0-4-1-16,3 5 2 0,-1-3 3 0,1 4-2 0,1 0 3 15,0 0-1-15,0 0-4 0,2 0-3 0,-1-1 4 16,1-1-6-16,-1 3 3 0,3-3-3 0,-1 1-1 16,-4-3-2-16,4 1-1 0,-2 0 0 0,0-4 4 15,-4 1-5-15,1-2-3 0,-2 1-1 0,1-2 1 16,2 1-5-16,-7-2 5 0,-2-4-2 0,8 8 1 16,-5-6-3-16,-3-2 1 0,5 5 6 15,-5-5-5-15,0 0 1 0,7 3 9 0,-7-3 4 0,0 0 16 16,0 0 11-16,0 0 3 0,0 0-4 0,0 0-8 15,10-10-3-15,-8 2-3 0,0 2-1 0,0-5 8 16,0 0-4-16,-1-4-16 0,3-1-4 0,3 0-1 16,-4-4 1-16,1 5-10 0,1-2 5 0,-1-1 1 15,-1 1-1-15,1 1-3 0,3 2 1 0,-3-2-2 16,0 3 1-16,0 2 6 0,2 0-4 0,-1-1-7 16,0 3-2-16,-1 1 2 0,0 2-8 0,-3-2 10 15,3 2-3-15,-4 6 4 0,3-9-4 0,-1 3 1 16,-2 6-3-16,0 0 0 0,3-7-1 0,-3 7 0 15,0 0 0-15,3-8 1 0,-3 8-2 0,0 0-7 16,0 0-7-16,0 0-6 0,1-6-18 0,-1 6-17 16,0 0-24-16,0 0-22 0,0 0-29 0,0 0-20 15,0 0-20-15,0 0-9 0,0 0-28 0,0 0-16 0,0 0-151 16,9 15-408-16,-9-15 181 0</inkml:trace>
  <inkml:trace contextRef="#ctx0" brushRef="#br0" timeOffset="190432.22">7831 8263 74 0,'-2'-8'144'0,"2"8"6"0,0 0-7 16,0 0-1-16,-4-7-10 0,4 7-11 0,0 0-11 16,0 0-13-16,0 0-11 0,0 0-7 0,0 0-12 15,0 0-5-15,0 0-7 0,0 0-1 0,0 0 0 16,0 0 3-16,0 0-1 0,1 26-2 15,-1-14-6-15,4-1 4 0,-3-2 0 0,2 4-1 16,-2-4 5-16,0 5-3 0,3 2-1 0,-3-5 1 0,2 0-8 16,-1 5-3-16,0-5 0 0,-2 1-3 0,1 1-2 15,-1-4-6-15,1 1 2 0,1-1-4 0,-1 2-6 16,-1-5 2-16,1 4 0 0,0-1-6 0,1-2 2 16,-2-7-3-16,-2 12-1 0,2-12 0 0,0 10-5 15,0-10 0-15,3 8-2 0,-3-8-6 0,1 8-8 16,-1-8-15-16,0 0-17 0,0 0-13 0,0 0-18 15,0 0-21-15,-1 10-8 0,1-10-18 0,0 0-6 16,0 0-13-16,0 0-11 0,0 0-25 0,0 0-101 16,0 0-292-16,0 0 130 0</inkml:trace>
  <inkml:trace contextRef="#ctx0" brushRef="#br0" timeOffset="190861.81">7845 8270 58 0,'5'-7'113'0,"2"-1"1"0,0 0-6 16,2 2 3-16,-1 0-4 0,2 0-6 0,0 3-5 15,-1-1-9-15,2 4 0 0,0 0 3 0,-1 0-16 16,1 4 6-16,-1 1 0 0,-3 0-4 0,1 1 2 16,-3 0-4-16,0 2-6 0,2 0 0 0,-4 2-7 15,0 2-5-15,0-2-2 0,-2 0 0 0,-2 0-3 16,-1-1-7-16,1 4-4 0,-2-5-4 0,2-1 0 0,1-7-6 15,-1 11 0-15,-2-6-5 0,3-5 0 16,-5 9-7-16,5-9 0 0,0 8-3 0,0-8-3 16,-2 6 2-16,2-6-6 0,0 0-3 0,0 0 5 15,1 11-2-15,-1-11-7 0,0 0 0 0,6 4 0 16,-6-4 1-16,8 6 1 0,-8-6-1 0,9 2-2 16,-4 0 2-16,0 2-2 0,2-1-6 0,-2 1 11 15,0 0-4-15,0 0 0 0,0-2 0 0,0 3-7 16,0 1 4-16,-1-1 1 0,-4-5-1 0,5 9 2 0,-2-4 0 15,-3-5-1-15,1 7 2 0,-1-7-1 16,-1 12 2-16,1-12-3 0,-5 9 0 0,1-2 4 16,0-1-4-16,-2-2 1 0,1 1-4 0,-1-1-6 15,1 2-9-15,0-1-7 0,-2-1-17 0,2 1-21 16,-2-1-24-16,7-4-29 0,-10 5-30 0,3-1-155 0,0-1-326 16,-3 0 145-16</inkml:trace>
  <inkml:trace contextRef="#ctx0" brushRef="#br0" timeOffset="191412.34">8217 8278 8 0,'0'0'179'0,"0"0"-9"0,-5-8-7 0,5 8-5 16,-6-6-11-16,6 6-11 0,0 0-8 0,-13-1-9 15,13 1-12-15,0 0-8 0,-13 5-12 0,7-1-5 16,-1 1-12-16,2 1-3 0,-1-1-8 0,1 3-11 16,-2 2 4-16,3-5-3 0,1 4-8 0,0 0-5 15,0 0 1-15,2-1-4 0,1-8-5 0,1 12 0 16,2-6-4-16,-3-6 1 0,4 14-1 0,-2-9-4 15,5 2 0-15,-7-7-3 0,9 7-2 0,1-5-1 16,-2-1 5-16,2 2-3 0,-2-3-4 0,-8 0 1 16,14 0-4-16,-4-2-3 0,-10 2 2 0,14-1 0 15,-5 1 0-15,-9 0-1 0,11-3 3 0,-11 3-2 16,9 0-1-16,-9 0-4 0,5-4 4 0,-5 4-4 16,0 0 3-16,0 0-2 0,0 0 6 0,0 0-4 15,0 0-3-15,0 0-2 0,0 0 4 0,0 0-2 16,0 0 2-16,-29 6 4 0,20-1 3 0,-1 1-2 15,0 0 3-15,1 0 0 0,0 0-3 0,0 2 4 16,-1 1 1-16,1 0-2 0,0 0 2 0,1 1-6 16,2-4 5-16,0 3 1 0,3-1 0 0,-1 0-6 15,0 0 2-15,3-2-3 0,-1 1 4 0,2-7-3 16,-1 12 1-16,1-12-6 0,3 12 5 0,-1-7-1 16,2-1 0-16,0 1-8 0,-4-5-2 0,13 4-17 15,-2-3-18-15,1 2-11 0,-3-3-21 0,2 3-23 16,-11-3-23-16,23 0-26 0,-11 1-27 0,-6-1-36 0,0 2-105 15,-6-2-333-15,0 0 149 0</inkml:trace>
  <inkml:trace contextRef="#ctx0" brushRef="#br0" timeOffset="191952.07">7829 8896 56 0,'0'0'214'0,"-7"-9"0"0,7 9-2 16,-4-8-9-16,4 8-3 0,-5-6-13 15,5 6-15-15,-2-6-17 0,2 6-18 0,0 0-16 0,0 0-12 16,0 0-8-16,0 0-13 0,0 0-4 0,3 24-6 15,1-9-4-15,-2 6 6 0,4 6-6 0,0 1-4 16,1 1-5-16,-1 1-1 0,1 3 3 0,3 15-1 16,0-3-7-16,-4-9-1 0,3-3-5 0,-2 2-3 15,2-1-2-15,-2 1-8 0,1-1-4 0,0-3 3 16,1 3 9-16,0-2-17 0,0-2-3 0,-2-3 3 16,2 0-13-16,-4-2 4 0,0-1 5 15,-2-6-7-15,2-1-3 0,3-2 0 0,-6 2-3 0,1-7 4 16,1 0-4-16,-3 2-1 0,1-5-4 0,0 1 1 15,-2 0 2-15,0-8-3 0,2 9-7 0,-2-3-11 16,0-6-13-16,3 5-8 0,-3-5-15 16,0 0-23-16,0 0-31 0,0 0-41 0,0 0-45 0,0 0-53 15,0 0-229-15,0 0-505 0,0 0 223 0</inkml:trace>
  <inkml:trace contextRef="#ctx0" brushRef="#br0" timeOffset="192879.03">8042 9823 16 0,'0'0'163'0,"0"0"5"0,-3-8-16 0,3 8-7 16,0 0-10-16,-3-7-11 0,3 7-7 0,0 0-13 16,0 0-6-16,0 0-14 0,0 0-1 0,0 0-11 15,0 0 0-15,-14 17-4 0,11-11 2 0,-2 5-5 0,2 1-5 16,-1-1 1-16,2 2-9 0,-2 3-4 0,3-3-2 15,-1-1-5-15,2 1 1 0,2-2-3 16,0 5-3-16,1-6-9 0,-1-5 5 0,2 6 0 16,-1-5-2-16,2-1 5 0,3 0-4 0,-2-1 0 0,2 0 1 15,1-4-2-15,3-2-3 0,0 2-1 0,1-3-2 16,-3-2 0-16,2 0-1 0,-1-1-2 0,0-1-3 16,0-2-1-16,0 2 2 0,-2-6-3 15,-2 3 0-15,-1 1 3 0,1-2-3 0,-1 2-3 0,-4 3 11 16,1-4-1-16,-1-1 4 0,-2 0-7 0,-2 0-1 15,-1 2-4-15,-2-1-3 0,1 1-1 0,-6 1 1 16,0 2-6-16,0 1 0 0,-3-1 2 0,0 4 0 16,-1-1-4-16,-3 1-2 0,-2 4 2 0,2 0-5 15,-2 4-8-15,0 0-9 0,4 1-16 0,-3 2-21 16,4 0-25-16,-1 2-26 0,7 0-22 0,0 3-25 16,3-3-44-16,0 6-160 0,1-4-387 0,2 1 171 15</inkml:trace>
  <inkml:trace contextRef="#ctx0" brushRef="#br0" timeOffset="193615.73">8033 10007 14 0,'0'0'139'0,"0"0"-3"16,0 0-8-16,0 0-11 0,0 0-5 0,0 0-7 15,-6-3-20-15,6 3-1 0,0 0-12 0,0 0-6 16,0 0-12-16,0 0-2 0,0 0-5 0,0 0 2 15,0 0-7-15,0 0-1 0,0 0-1 0,0 0-2 16,24 1-7-16,-24-1-4 0,15 0 6 0,-8-1 0 16,5 2-3-16,0-1-8 0,0-1 6 0,1 0-6 15,4-2 4-15,2 0-4 0,4 3 4 0,7-3-5 16,0 2 0-16,0-1 7 0,0 1-12 0,4-1-1 16,-3 2-3-16,5-2 0 0,0 2 1 0,3-1-1 15,14-3 4-15,-2 1-11 0,2 1-1 0,-1-3 0 16,3 5 3-16,2-7-3 0,2 1-9 0,3-2 11 15,31-6-4-15,0 1 5 0,-3-1 1 0,2-4-6 16,4 2-5-16,-2 2 1 0,1-2-7 0,-3 3-8 16,-27 3-2-16,26-8-13 0,-27 8 6 0,25-2-11 15,-30 2-1-15,-2-2-18 0,0 3-9 0,-2 1-9 16,-1 2-2-16,-2-2-13 0,-15 3-11 0,-2 0-10 16,-3-1-87-16,0 3-212 0,-10 0 94 0</inkml:trace>
  <inkml:trace contextRef="#ctx0" brushRef="#br0" timeOffset="194116.76">9735 9825 150 0,'0'0'137'16,"0"0"-6"-16,-7 0-14 0,7 0-2 0,0 0-12 0,0 0-9 16,0 0-6-16,25 3 1 0,-7-3-4 0,4-1 4 15,9-1-8-15,8 3 2 0,11-5-9 16,4 2-4-16,-1-1-4 0,4 1-3 0,-1-3-3 15,4 2-4-15,0-3-5 0,4 1-6 0,0-1-4 0,0 0-6 16,1-3 4-16,32-1 10 0,-4-2 3 0,6 0 2 16,-4-3-6-16,0 4-2 0,-6-3-3 0,1 3-3 15,-26 2-9-15,1 2-3 0,0-2 2 0,26-1-6 16,-26 4 0-16,-5 0-10 0,4-1 10 0,0 0-5 16,1-1-3-16,-3 1-3 0,2 0 1 0,-3 1-3 15,4 2-1-15,-6-1-5 0,-3-1 2 0,-4 3-2 16,-12 0-7-16,-2 1 3 0,-1-1 2 0,-2 1-3 15,1 0-2-15,-6 0-3 0,3 1 0 0,-12 0-3 16,5 1-2-16,-6 1-8 0,1-1-1 0,-4 0 1 16,2 1 1-16,-6 1-6 0,1-2-4 0,-3 0-2 15,-5 2-13-15,2-1-6 0,0 0-5 0,-8-1 1 16,13 2-18-16,-13-2-20 0,8 1-17 0,-8-1-14 16,0 0-15-16,0 0-29 0,0 0-86 0,0 0-273 15,0 0 121-15</inkml:trace>
  <inkml:trace contextRef="#ctx0" brushRef="#br0" timeOffset="194344.41">12552 9631 11 0,'34'-3'124'0,"5"1"-18"0,2-1-4 0,9-1 0 16,-11 1-18-16,16 0 4 0,1 0-3 0,5 0 5 15,4-3-20-15,2 2-4 0,-2 1-16 0,-2 1 1 0,-7 0-1 16,3-2-11-16,-9-1-5 0,-10 2-3 0,-2 0-10 16,-7 3-10-16,2-4-13 0,-5 4-9 0,-6-3-28 15,-2 0-12-15,-6 1-6 0,-1 0-15 16,-3-1-25-16,-2 1-51 0,-8 2-160 0,3-6 71 0</inkml:trace>
  <inkml:trace contextRef="#ctx0" brushRef="#br0" timeOffset="195562.41">11585 8955 74 0,'0'0'90'16,"0"0"-7"-16,4-6-14 0,-4 6 0 0,0 0 0 16,3-5-15-16,-3 5-10 0,0 0 4 0,0 0-13 15,5-5 11-15,-5 5-12 0,0 0-10 0,0 0 2 16,4-6-9-16,-4 6 4 0,0 0-9 0,0 0 2 15,0 0-4-15,0 0 1 0,5-5-1 0,-5 5 12 16,0 0-14-16,0 0 4 0,0 0-2 0,0 0-3 16,0 0 6-16,0 0-7 0,0 0 1 0,0 0-15 15,0 0 16-15,0 0-1 0,0 0-1 0,0 0 1 16,0 0 1-16,0 0-4 0,0 0-2 0,0 0 10 16,0 0 8-16,0 0-2 0,0 0 2 0,0 0 2 15,0 0 10-15,0 0-7 0,0 0 11 0,0 0 1 16,0 0-8-16,0 0 6 0,0 0-2 0,0 0-4 15,0 0-13-15,0 0 9 0,0 0 3 0,0 0-1 16,0 0-6-16,0 0 2 0,0 0 7 0,0 0 6 16,0 0-2-16,0 0 10 0,0 0-2 0,0 0 2 0,2 21 3 15,0-14 1-15,-1 0-1 0,1 3 1 16,0 0 0-16,2 1 6 0,-2-1-1 0,1 3-3 0,1 2 2 16,1-1 3-16,-3-2-5 0,0 7 4 15,1-3-1-15,-1 0-1 0,4 1-1 0,-5 0-2 0,0 0-1 16,1 0-3-16,0-1 0 0,4 0-1 15,-6 1 0-15,1-1 6 0,0 0-10 0,1 1-3 16,0-5-4-16,0 4 1 0,-1-3 0 0,3 3-1 0,-4-1-1 16,0-3 12-16,1 3-11 0,-2 2-2 0,1-5 1 15,0 2-3-15,-2-2-1 0,4 1-1 0,-2-2-4 16,-2 4 3-16,2 1-5 0,-2-4 6 0,4 2-1 16,-2-1-2-16,0 0-6 0,0 2 4 0,0-3-8 15,0 0 6-15,2 3 0 0,-4-4-7 0,2 2 2 16,2-1 1-16,-2-1-4 0,0 1 7 0,0-2-6 15,0 2-3-15,1-4 2 0,0 0-5 0,-1 0 5 16,0 0-3-16,0-8 0 0,2 11 0 0,-2-11-3 16,0 12 6-16,0-12 7 0,0 10-9 0,1-5-2 15,-1-5 3-15,0 8 3 0,0-8-3 0,0 9-1 16,0-9-2-16,0 0 0 0,-1 9-1 0,1-9-1 16,0 0 0-16,0 0-1 0,0 0-2 0,0 10 0 15,0-10 4-15,0 0-4 0,0 0-2 0,0 0-9 16,0 0-6-16,0 0-9 0,-3 6-17 0,3-6-19 15,0 0-14-15,0 0-14 0,0 0-17 0,0 0-20 16,0 0-26-16,0 0-33 0,0 0-25 0,0 0-21 16,0 0-189-16,-14-15-452 0,12 7 201 0</inkml:trace>
  <inkml:trace contextRef="#ctx0" brushRef="#br0" timeOffset="195844.64">11592 9390 28 0,'0'0'158'0,"0"0"-3"0,0 0-4 0,-2-9-11 0,2 9 0 16,0 0-3-16,0 0 7 0,0 0-6 16,0 0-9-16,0 0-1 0,11 28-9 0,-8-18-8 0,-1 2-9 15,-2 5-4-15,0 0-11 0,2-1-9 0,-2 0-8 16,2 1-4-16,-2 1-10 0,1-1-5 15,1-3-3-15,-2 0-5 0,0-3-1 0,1 0-12 0,-1 1-4 16,0-1-15-16,-1 2-17 0,2-3-25 0,0-1-29 16,-2-1-26-16,1 2-27 0,-1-3-14 0,1-7-25 15,-3 16-19-15,2-8-119 0,-4-4-315 0,5-4 140 16</inkml:trace>
  <inkml:trace contextRef="#ctx0" brushRef="#br0" timeOffset="203027.74">7036 3363 50 0,'3'-11'155'0,"-3"11"-13"0,-3-10-9 15,3 10-12-15,-2-10-10 0,2 10 7 0,-4-8-9 16,4 8-1-16,-5-7-1 0,5 7-3 0,-5-6-8 16,5 6-10-16,-7-5-10 0,7 5-5 15,-5-4-5-15,5 4-6 0,-8-4-6 0,8 4-7 0,0 0-5 16,-9 0-8-16,9 0 0 0,0 0-7 0,0 0-5 16,-12 3 1-16,5 1 5 0,1-1-11 15,1 2-3-15,-3 2-3 0,-2 0 1 0,2 0 0 16,1 1-7-16,0-1 4 0,1 3-2 0,-1-3-2 15,1 2-1-15,1 0-1 0,1-1-1 0,-1 1-1 16,1-3 1-16,0 3 3 0,2-2-5 0,1 0 4 16,1-7-2-16,-3 12 7 0,3-5-5 0,0-7-2 0,3 14 0 15,-2-8 1-15,1 0-3 0,3 0 6 0,0 0-1 16,1 0-2-16,-3-1 0 0,5 2-5 0,1 0-16 16,0-2-12-16,1 2-11 0,3-1-21 15,4 1-21-15,0 2-20 0,0-3-27 0,2-2-18 16,-1 4 3-16,0-3-91 0,1-3-256 0,-2 0 114 15</inkml:trace>
  <inkml:trace contextRef="#ctx0" brushRef="#br0" timeOffset="203563.3">7541 3234 109 0,'-10'0'111'0,"-2"0"-1"0,1 4-7 16,-2-1-4-16,1 2-4 0,-4 1-12 0,2 2 1 16,-3 3-12-16,2 0-1 0,-2-2-6 0,3 6-1 15,-1-2-4-15,2 0 3 0,0 1-12 0,2 0 2 16,1-1-13-16,4-2 1 0,1-1 11 0,0-1-19 15,3 2 2-15,-1-4-6 0,3 4-4 0,0-4-1 16,0-7 4-16,4 13-3 0,0-6 5 0,2-2-2 16,2 0 1-16,2 1-3 0,4-3-2 0,2 1-2 15,3-3-2-15,-3 1 3 0,3-2-3 0,10 0-1 16,-14 0-4-16,4-3 0 0,0-1-5 0,-2 1 5 16,-3-1-6-16,-1 1 4 0,-2-1-5 15,2 0 0-15,-4 3 3 0,-1-2 0 0,-1 0 1 16,-7 3-2-16,9-4 6 0,-9 4 3 0,5-6 0 15,-5 6-7-15,0 0 3 0,0 0-1 0,0 0-1 16,0 0 0-16,-26-3 2 0,9 8 5 0,-9 5 1 0,-2 3 2 16,-1 0 5-16,-1 3 2 0,1-2 3 0,1 4-3 15,2-2-3-15,4 1-5 0,5-5 0 16,3 1-2-16,-2 0-3 0,5-2-3 0,1 5 3 16,2-6 0-16,4-1-3 0,3 2 0 0,1 0 1 15,2-1-2-15,4-1-1 0,4-1-1 0,5 2 3 16,3-1-5-16,12 0 3 0,5-2-10 0,5-2-18 15,13-2-20-15,5 0-29 0,1-5-34 0,-2 0-39 0,0-3-32 16,-1 0-30-16,-18 5-112 0,-1-6-338 0,0 1 149 16</inkml:trace>
  <inkml:trace contextRef="#ctx0" brushRef="#br0" timeOffset="203850.31">6878 3963 38 0,'0'0'176'0,"0"0"-2"0,0 0-5 0,0 0-14 0,29-3-11 16,3-1-16-16,18-6-9 0,11-2-9 0,34-5-19 15,6-5-26-15,2-2-52 0,3-5-69 0,8 4-165 16,-1 3-240-16,-1-9 106 0</inkml:trace>
  <inkml:trace contextRef="#ctx0" brushRef="#br0" timeOffset="205348.37">8909 6096 30 0,'0'0'113'16,"0"0"-6"-16,0 0-19 0,0 0-12 0,0 0-3 16,0 0-7-16,-6-5-8 0,6 5-5 0,0 0-8 0,0 0-24 15,0 0-22-15,0 0-10 0,0 0-15 16,0 0-23-16,0 0-59 0,0 0-116 0,0 0 52 16</inkml:trace>
  <inkml:trace contextRef="#ctx0" brushRef="#br0" timeOffset="-203852.16">6465 6576 40 0,'0'0'99'0,"0"0"-2"16,0 0-3-16,-8 3-9 0,8-3 1 0,0 0-1 0,-9 3-1 16,9-3-8-16,-7 2 3 0,7-2 4 0,0 0 1 15,-9 2 2-15,9-2-10 0,0 0 1 0,-8 1-5 16,8-1 7-16,0 0-8 0,-9 2 1 0,9-2-3 16,0 0-3-16,-6 2 0 0,6-2-4 0,0 0 6 15,0 0 2-15,0 0 8 0,0 0-3 0,0 0 0 16,0 0-11-16,0 0 1 0,0 0-9 0,0 0-7 15,0 0-4-15,0 0-4 0,0 0 2 0,0 0-6 16,0 0-3-16,0 0-4 0,0 0-2 16,0 0-1-16,27 1-5 0,-17-2-3 0,2 1-2 0,1-2 0 15,1 2-3-15,3-3-1 0,0 3-6 0,-1-2-8 16,2 1-12-16,0 0-22 0,1 1-21 0,-1-1-23 16,-5 1-20-16,0-1-13 0,-1 0-27 15,1-1-23-15,1 2-10 0,-2-1 9 0,2 1 7 0,-5-2 12 16,-9 2 5-16,9 0-80 0,-9 0-237 0,9-4 105 15</inkml:trace>
  <inkml:trace contextRef="#ctx0" brushRef="#br0" timeOffset="-203585.32">6550 6457 183 0,'0'0'191'15,"0"0"-18"-15,0 0-17 0,0 0-7 0,-10-1-18 16,10 1-7-16,0 0-9 0,0 0-7 0,0 0-14 16,0 0-6-16,0 0-10 0,0 0-2 0,-2 12-5 15,2-12-1-15,-3 11-2 0,2-3-8 0,0 2-2 16,-1 2-7-16,0-2-3 0,2 2-3 0,-1 0-5 16,1 5-7-16,-2-1-19 0,2 0-25 0,-1 1-34 15,0-1-27-15,-2 4-25 0,3-2-21 0,-1 1-26 16,1 1-4-16,-1-2-1 0,-1 1 6 0,0-1-74 15,-2-1-233-15,1 1 103 0</inkml:trace>
  <inkml:trace contextRef="#ctx0" brushRef="#br0" timeOffset="-202717.43">6893 10096 125 0,'0'0'197'0,"0"0"-4"0,0 0-5 0,0 0-2 16,-4-5-6-16,4 5-8 0,0 0-3 0,0 0-11 16,0 0-8-16,0 0-10 0,0 0-7 0,0 0-11 15,0 0-6-15,0 0-13 0,0 0-14 0,0 0-7 0,0 0-11 16,0 0-3-16,0 0-8 0,0 0-8 16,0 0-5-16,17-2-19 0,-3 2-19 0,4-2-29 15,5 0-52-15,10-4-41 0,4-1-62 0,13-5-54 0,-13 2-143 16,14-1-402-16,-13 1 177 0</inkml:trace>
  <inkml:trace contextRef="#ctx0" brushRef="#br0" timeOffset="-199373.02">7987 8488 1 0,'0'0'31'0,"0"0"1"0,0 0-6 16,0 0-9-16,0 0-4 0,0 0-21 0,0 0-11 15,0 0-20-15,0 0 8 0</inkml:trace>
  <inkml:trace contextRef="#ctx0" brushRef="#br0" timeOffset="-198881.4">8249 8665 30 0,'0'0'46'0,"0"0"-12"0,0 0 8 0,0 0-6 16,0 0-5-16,0 0-9 0,0 0-7 0,0 0-11 16,0 0-14-16,0 0-15 0,0 0-13 0,0 0-41 15,0 0 19-15</inkml:trace>
  <inkml:trace contextRef="#ctx0" brushRef="#br0" timeOffset="-197711.15">7955 8532 41 0,'0'0'15'0,"0"0"-25"0,0 0-10 0,3 10 5 16</inkml:trace>
  <inkml:trace contextRef="#ctx0" brushRef="#br0" timeOffset="-196201.17">6473 11980 132 0,'0'0'151'0,"-2"-7"-1"0,2 7-8 0,0 0-8 16,0 0-10-16,0 0-13 0,0 0-15 0,0 0-5 15,0 0-12-15,0 0-17 0,0 0-3 0,4-7-4 16,-4 7-6-16,0 0 0 0,0 0 0 0,0 0 1 16,10 16 1-16,-6-10-6 0,1 0 0 0,0 3 2 15,2 1-5-15,-1 0-3 0,3 3 2 0,-1 0-3 16,1 0-1-16,2 1-4 0,-2 1 2 15,3 1 1-15,0-2-1 0,-3 2-5 0,0 1-2 0,2-2-3 0,-2 0-1 16,0 1 0-16,2-3-4 0,-5 1-3 0,3 0-1 16,2 1 0-16,0-3-1 0,-6 0-3 15,0-2-4-15,0 0 3 0,2 1-5 0,-2-6 6 16,-1 1-5-16,-2-1 4 0,-2-5-1 0,7 8-1 0,-5-4 7 16,-2-4 9-16,5 6 9 0,-5-6 5 0,4 4 15 15,-4-4 16-15,0 0-2 0,0 0-4 16,0 0-10-16,0 0 0 0,10-16 0 0,-10 16 0 0,2-17-8 15,-4 5-5-15,2-3 2 0,0 2-1 0,2-4-6 16,-2 1-2-16,2-1-5 0,-2-1-6 0,0-1 0 16,3-1-1-16,1 2-5 0,-2-1 0 0,0 2-4 15,0 0 10-15,1 0-13 0,-2 1 3 16,3 4-7-16,-6 2 3 0,4-1-2 0,-1 2-3 0,0 2-1 16,-1 7-2-16,3-9-11 0,-3 9-10 0,0-9-14 15,0 9-10-15,0 0-12 0,0 0-7 16,0 0-22-16,0 0-11 0,0 0-17 0,0 0-34 15,17 19-14-15,-14-8-14 0,2 1-20 0,3 3-20 0,-4-1-126 16,0-1-368-16,0 3 163 0</inkml:trace>
  <inkml:trace contextRef="#ctx0" brushRef="#br0" timeOffset="-195934.36">6934 12273 126 0,'0'0'138'0,"0"10"-7"0,0-10-6 16,3 11 6-16,-3-5 4 0,1 1-22 0,0 2-1 15,0 2-4-15,-1-2 1 0,2 4-4 0,-4-2-2 16,2 0-6-16,2 0-13 0,-1 0-6 0,0 0-4 16,-1-3-1-16,0 2-11 0,0-1-3 0,4 0-9 15,-4-3 2-15,1 3 4 0,-1-9-4 0,1 12-4 16,1-7-2-16,-2-5-7 0,1 12-14 0,-1-12-14 15,1 8-18-15,-1-8-26 0,2 9-27 0,-2-9-27 16,1 6-26-16,-1-6-20 0,0 0-14 0,3 6-18 16,-3-6-102-16,0 0-288 0,0 0 128 0</inkml:trace>
  <inkml:trace contextRef="#ctx0" brushRef="#br0" timeOffset="-195499.19">6940 12228 40 0,'3'-6'135'0,"1"1"-2"0,-4 5-5 0,7-13-1 16,0 10-6-16,-2 0-12 0,0 0-4 0,4 0 1 15,-9 3-5-15,14-1-6 0,-5 2-10 0,-9-1 0 16,15 4-9-16,-7 1-1 0,1-1-6 0,0 2-9 16,-3 2-7-16,-1-2-2 0,-1-1-2 0,1 4-6 15,-2 1-6-15,1-1 0 0,-2-1-6 0,-1 2-1 16,-1 0-3-16,-1-1 0 0,0 1-5 0,-2-2-1 15,1-2-3-15,1 2-3 0,-2-2 0 0,3-6-2 0,-2 14-2 16,2-8-4-16,0-6-2 0,-2 11-2 0,2-11-4 16,3 9-4-16,-2-3-3 0,-1-6 3 0,6 11-3 15,-2-6 5-15,0 0-7 0,2 0 10 16,1 2-3-16,-1-2 6 0,3 0-7 0,-1-1 3 16,-2 1-5-16,3 1 4 0,-1-2 0 0,-3 1-4 15,0-1 3-15,0 1 12 0,-5-5-13 0,10 7 1 0,-7-4 2 16,-3-3-2-16,2 6 1 0,-2-6 7 15,3 8 0-15,-3-8 4 0,0 0 0 0,-4 11 5 16,4-11-3-16,-9 8 1 0,3-5-4 0,-2 4 1 16,-1-2-3-16,2 1 1 0,-1 0-2 0,-1-1-1 0,3-2-1 15,-2 0-14-15,-1 1-19 0,1-1-25 0,2 0-26 16,-2 0-26-16,8-3-31 0,-11 4-31 16,6-3-101-16,5-1-291 0,0 0 130 0</inkml:trace>
  <inkml:trace contextRef="#ctx0" brushRef="#br0" timeOffset="-195035.34">7363 12247 170 0,'0'0'180'0,"0"0"2"0,-10-4-19 0,10 4-8 0,0 0-11 16,-14 10-7-16,10-5-15 0,-2 5-2 0,1-2-10 15,0 1-11-15,-2 0-9 0,5 2-5 16,-2-2-11-16,1 1-7 0,3 1-6 0,-1-3-3 0,1 2-8 16,3-1-4-16,0-2 1 0,1 0-6 0,3-1-4 15,-2-1 2-15,0 1-9 0,0-3 0 0,3-1-3 16,0 3-4-16,-1-3 0 0,-1 0-2 16,2-2-2-16,-8 0 0 0,14 1-1 0,-8-1-3 15,-6 0 1-15,8 3 2 0,-8-3-1 0,7 1 6 0,-7-1 0 16,0 0 7-16,0 0 7 0,8 1 5 0,-8-1 3 15,0 0 0-15,0 0-5 0,0 0-4 0,0 0-3 16,0 0-4-16,0 0 1 0,-21 10-3 0,12-7 3 16,-1 2-2-16,2 1 1 0,-2-2-2 0,1 1-1 15,0 2-2-15,0 2 2 0,-1-4 2 0,-1 3-1 16,4-1-5-16,-1 0 0 0,0 0-1 0,1 0 1 16,2 1-8-16,3-1 4 0,-1-2-4 0,0 2-4 15,0 0 1-15,3-7 4 0,-1 10-4 0,1-10 2 16,3 11-1-16,-1-7-1 0,3-1 2 0,1 3-2 15,-3-2 0-15,6-1-2 0,0-2 3 0,-1-1-3 16,2 1-6-16,3-2-6 0,-3 1-21 0,3-3-21 16,0 2-24-16,-1-2-30 0,1 0-33 0,1 0-47 15,0 1-39-15,3-3-52 0,-6 2-145 0,2 1-447 16,-3-3 198-16</inkml:trace>
  <inkml:trace contextRef="#ctx0" brushRef="#br0" timeOffset="-194202.44">8590 12217 123 0,'0'0'193'0,"0"0"-8"0,-2-9-1 0,2 9-5 15,0 0-10-15,-3-7-10 0,3 7-12 0,0 0-19 16,0 0-9-16,0 0-10 0,0 0-13 0,0 0-14 16,0 0-5-16,0 0-7 0,0 0 0 0,0 0-1 15,0 0 4-15,16 24 3 0,-11-13-7 0,5 3-2 16,-1 2-5-16,-1 0 0 0,0 1-5 0,3 6-2 15,-5-6-4-15,4 1 2 0,-4-2-10 0,2-1-4 16,-1 0 12-16,-2-4-5 0,2 1-1 0,0-2-4 0,-3 2-1 16,2-4-4-16,-2 1-5 0,0-2-3 15,0 0-3-15,1-2-2 0,-3-2-1 0,-2-3 1 16,5 8 0-16,-5-8-4 0,4 5 6 0,-4-5 1 16,4 3 12-16,-4-3 8 0,0 0 1 0,0 0 1 0,0 0-4 15,0 0 0-15,0 0-7 0,9-21-6 0,-5 11-3 16,-3 0 0-16,3-8-5 0,-2 0-3 0,2-1 1 15,0-9-6-15,-1 3-1 0,1-3 2 16,1 2-4-16,1 1 0 0,-4-1-1 0,4 7-4 0,-5 3 0 16,0 0 2-16,4-3-4 0,-5 5 2 0,2 3 2 15,-1 1-6-15,-1 2 2 0,1 1 2 0,1 0-4 16,-2 7-4-16,0 0 0 0,0-12 0 0,0 12-2 16,0 0-10-16,-2-9-4 0,2 9-1 15,0 0-8-15,0 0-10 0,0 0-17 0,0 0-29 0,0 0-23 16,10 22-23-16,-7-16-24 0,1 4-34 0,0-3-22 15,2 5-23-15,0-5-8 0,3 5-173 0,-2-4-445 16,2 2 197-16</inkml:trace>
  <inkml:trace contextRef="#ctx0" brushRef="#br0" timeOffset="-193702.73">9141 12285 47 0,'0'0'216'0,"0"0"-12"16,0 0-10-16,0 0-5 0,0 0-12 0,0 0-5 15,0 0-8-15,0 0-7 0,-27 9-5 16,18-3-8-16,2 3-15 0,-1-1-7 0,-1 1-4 0,3-2-14 16,-3 3-9-16,2 0-7 0,1-1-10 0,2 1-6 15,3-1-8-15,-2 0-8 0,1 1-5 0,3 0-3 16,-1-10-4-16,2 16-4 0,2-7-5 0,-1-3-2 15,1-1 2-15,1-1-8 0,0 1 0 0,3-2-1 16,-2-1-3-16,2 0 0 0,-8-2-4 0,17 1-2 16,-9 1-2-16,-8-2 0 0,13-2-4 0,-13 2 1 15,10-1 4-15,-10 1-6 0,0 0 1 0,8-4-5 16,-8 4 7-16,0 0-4 0,0 0 3 0,0 0 4 16,0 0-2-16,0 0-6 0,0 0 1 0,0 0 2 15,-18-14-6-15,18 14 4 0,-10 2 0 0,10-2-6 16,-13 3 4-16,13-3-2 0,-14 5 4 0,8 0-3 15,-2 1 3-15,-1 1 2 0,1 2-3 0,2-3 1 16,-2 3 1-16,-1-1-3 0,4 1 5 0,-1-1-9 16,1 3 2-16,1-3 1 0,0 2 0 0,3-2-3 15,-1 2 0-15,2-2 2 0,0-8 0 0,2 15 0 16,1-8-1-16,0 0-1 0,1-1 2 0,1-3-1 16,2 2-2-16,0-1-8 0,3 1-11 0,1-3-14 15,1-1-22-15,-3 1-20 0,3-4-28 0,0 2-35 16,-3-1-29-16,6-3-30 0,2-1-24 0,0 0-10 15,-4 0-160-15,0-1-421 0,5-4 187 0</inkml:trace>
  <inkml:trace contextRef="#ctx0" brushRef="#br0" timeOffset="-193446.25">9397 12381 4 0,'0'-9'230'0,"0"9"11"0,0-10-10 0,0 10-4 16,0-8-7-16,0 8-11 0,0 0-13 0,0 0-20 15,0 0-9-15,0 0-15 0,0 0-7 0,0 0-10 16,0 0-12-16,0 0-3 0,0 0-7 0,-7 27 5 16,5-18-14-16,0 2-8 0,0 2-9 0,2-1-5 15,-1-1-13-15,-1 2-7 0,0-1-1 0,-1 1-9 16,2-3-1-16,2 5-10 0,2-4-5 0,-2 1 6 16,-2-2-17-16,3 1-4 0,0-1-11 0,-2-2-16 15,1-1-22-15,-1-7-22 0,1 14-21 0,-1-8-22 16,0-6-30-16,1 10-27 0,-1-10-31 0,2 9-15 15,-2-9-27-15,1 6-14 0,-1-6-145 0,0 0-413 0,0 0 183 16</inkml:trace>
  <inkml:trace contextRef="#ctx0" brushRef="#br0" timeOffset="-193029.43">9356 12414 71 0,'1'-10'195'0,"0"-1"-15"16,2 3 3-16,1-2-11 0,-2 0 1 15,2 0-1-15,0 5-5 0,1 0-8 0,0-4-7 0,2 6-11 16,-2 0-12-16,0 0-5 0,-5 3-11 16,12-3-6-16,-12 3-7 0,13 4-9 0,-6 0-3 15,-1 1-7-15,0 4-9 0,0-2-6 0,-1 4 3 0,1-2-11 16,-3 1-9-16,-2 1-3 0,0 0 0 16,3 1-6-16,-4-3-4 0,0 4-2 0,-1-3-7 15,-3 0-1-15,1 0 0 0,1 3-1 0,-1-5 0 0,-1 3-9 16,1-1-1-16,0-4 0 0,0-1-4 0,3-5-1 15,-2 10-3-15,2-10-1 0,-1 5-4 16,1-5 2-16,-2 9-4 0,2-9-3 0,4 8 3 0,-4-8 0 16,7 4 0-16,-1-3 2 0,-6-1-2 15,17 3-1-15,-11-2 2 0,3 2-3 0,-1 2 0 0,0-3 0 16,-1 0 5-16,-1 2-7 0,1-1 7 0,-2 1-3 16,1 0-2-16,-1 1 2 0,-1-1 3 0,-4-4-2 15,7 9 0-15,-6-6 2 0,-1-3 1 0,0 11 5 16,0-11 5-16,-4 11-4 0,0-4 1 15,0-1 6-15,-1-2-5 0,-4 3 0 0,0 0 0 0,-2 0-1 16,-2-2 0-16,2 2 2 0,-1-2-6 0,1 1-16 16,0-2-18-16,1-1-17 0,0 1-28 0,0-1-49 15,-3 0-45-15,5-2-52 0,1-1-252 0,-4 0-508 16,11 0 225-16</inkml:trace>
  <inkml:trace contextRef="#ctx0" brushRef="#br0" timeOffset="-192701.84">8884 12859 140 0,'0'0'191'16,"0"0"-1"-16,0 0-2 0,0 0-11 0,0 0-6 16,22 5-9-16,-9-5-12 0,-1 0-10 0,9-1-16 15,-2-1-14-15,13-2-8 0,-1 3-13 0,-2-2-13 16,4 0-17-16,3-1-24 0,-1-1-37 0,-2 1-38 15,0 1-52-15,4-1-34 0,-2-1-48 0,-3 1-105 16,0-2-302-16,0 0 135 0</inkml:trace>
  <inkml:trace contextRef="#ctx0" brushRef="#br0" timeOffset="-178246.23">11767 9854 76 0,'0'0'124'15,"-2"-7"3"-15,2 7-17 0,-4-8-9 0,4 8-20 16,-5-7 9-16,5 7-12 0,-4-6-12 0,4 6 4 16,0 0-5-16,-2-8-3 0,2 8-9 0,0 0-2 15,0 0-2-15,-7-7-3 0,7 7-6 0,0 0-16 16,0 0 11-16,-4-5 2 0,4 5-1 0,0 0-2 16,0 0 3-16,-6-3-9 0,6 3-3 0,0 0-3 15,0 0-4-15,0 0 4 0,0 0-7 0,-14 4-4 16,14-4 0-16,-6 6-3 0,6-6 7 0,-10 9-2 15,8-5-4-15,-1 3-1 0,-2 0 2 0,1 3 0 0,-1-2 3 16,2 2-2-16,0 0-2 0,2-2-1 16,-3 3-4-16,4-1 4 0,0-1-1 0,-2 1 0 15,2-10-3-15,0 16 2 0,2-6-4 0,-2-3 6 0,1 1 0 16,2-3 2-16,1 1-4 0,-1 1-4 16,2-2 6-16,-5-5 1 0,11 4-6 0,-6-2 10 0,-5-2 0 15,11 0 0-15,-11 0-3 0,18-6 2 0,-10 2-3 16,-3-1 4-16,2-2-4 0,2-2 0 0,-2 2 2 15,-1-2-2-15,2-1-2 0,-2-1 3 0,-2 0-4 16,-1 1 0-16,-1-3-3 0,2 2 1 0,-4-1-4 16,2 0 6-16,-6 2-6 0,2 0 0 0,-4-1-6 15,-3 3-5-15,1-1-12 0,-3-1-9 0,-7 3-22 16,4 3-3-16,0 1-8 0,-3 1-11 16,-3 4-6-16,2 2-15 0,0 2-18 0,1 0-21 0,-1 2-75 15,-1 3-226-15,3-5 100 0</inkml:trace>
  <inkml:trace contextRef="#ctx0" brushRef="#br0" timeOffset="-177727.27">11629 9674 56 0,'0'0'75'0,"0"0"-10"0,0 0-11 15,0 0-12-15,0 0-16 0,0 0-17 16,0 0-27-16,0 0-34 0,0 0-56 0,0 0 25 15</inkml:trace>
  <inkml:trace contextRef="#ctx0" brushRef="#br0" timeOffset="-172817.57">8368 8637 22 0,'0'0'76'0,"0"0"-11"16,0 0-5-16,-18-12-7 0,18 12-6 0,0 0-8 0,0 0 4 16,-5-6-5-16,5 6-9 0,0 0 1 15,0 0-3-15,0 0-7 0,-4-6-4 0,4 6-1 16,0 0-9-16,-5-5-4 0,5 5-2 0,0 0 3 16,0 0-3-16,0 0 5 0,-9-5-3 0,9 5-4 0,0 0 4 15,0 0-1-15,-5-6 2 0,5 6-9 0,0 0-6 16,-5-5 9-16,5 5-4 0,-5-3 5 15,5 3-7-15,0 0 5 0,-7-5 8 0,7 5-5 16,0 0 0-16,-6-6 0 0,6 6-2 0,0 0 4 0,-5-5 1 16,5 5-2-16,0 0 5 0,-5-3-5 0,5 3-4 15,0 0 3-15,0 0 1 0,-7-3-6 16,7 3 8-16,0 0-5 0,0 0 4 0,0 0 2 16,-6-4-4-16,6 4-4 0,0 0 5 0,0 0-6 0,0 0 7 15,0 0 6-15,0 0 0 0,-8-5-7 0,8 5-6 16,0 0 7-16,0 0 4 0,0 0 0 0,0 0 4 15,0 0-8-15,-5-5 4 0,5 5-8 0,0 0 9 16,0 0-4-16,0 0 6 0,0 0-11 0,0 0 4 16,0 0-1-16,-5-4 1 0,5 4 1 0,0 0-1 15,0 0 0-15,0 0-2 0,0 0 2 0,0 0 0 16,0 0-2-16,0 0 1 0,0 0 6 0,0 0-5 16,0 0-3-16,-10 0-3 0,10 0 0 0,0 0-1 15,0 0 2-15,0 0-1 0,0 0-8 0,0 0 1 16,0 0-5-16,0 0 6 0,0 0-9 0,0 0-3 15,-5 9-7-15,5-9-11 0,0 0-28 0,-3 6-73 16,3-6 32-16</inkml:trace>
  <inkml:trace contextRef="#ctx0" brushRef="#br0" timeOffset="-162012.91">8004 8749 5 0,'0'0'68'0,"0"0"-9"0,0 0-8 15,0 0-2-15,0 0-3 0,0 0-10 0,0 0-4 0,0 0-13 16,0 0-15-16,0 0-11 0,0 0-14 16,0 0-37-16,0 0-61 0,0 0 28 0</inkml:trace>
  <inkml:trace contextRef="#ctx0" brushRef="#br0" timeOffset="-160865.26">8825 6428 36 0,'0'0'42'0,"0"0"2"0,0 0-8 0,0 0-3 0,0 0-6 15,0 0 0-15,0 0-3 0,0 0-2 0,0 0 1 16,0 0-8-16,0 0-1 0,0 0 0 0,0 0-4 16,0 0-3-16,0 0-15 0,0 0-4 0,0 0 4 15,0 0-20-15,-7 12-25 0,4-7-58 0,3-5 25 16</inkml:trace>
  <inkml:trace contextRef="#ctx0" brushRef="#br0" timeOffset="-160331.95">11614 8974 25 0,'0'0'58'0,"0"0"-8"0,0 0-4 0,0 0-3 15,0 0-16-15,0 0-22 0,-6 3-21 0,6-3-24 0,-18 1-43 16,6-1 19-16</inkml:trace>
  <inkml:trace contextRef="#ctx0" brushRef="#br0" timeOffset="-156160.9">14198 9049 19 0,'0'0'23'0,"0"0"-8"0,0 0-9 0,0 0-5 15,0 0-5-15,0 0-6 0,0 0-12 16,0 0 6-16</inkml:trace>
  <inkml:trace contextRef="#ctx0" brushRef="#br0" timeOffset="-149175.13">10894 7404 52 0,'0'0'60'0,"0"0"-10"15,0 0-5-15,0-9-6 0,0 9-6 0,0 0 0 16,0 0-11-16,0 0 2 0,0 0-5 0,0 0-6 15,0 0-8-15,0 0 5 0,0 0-11 0,6-8 0 16,-1 7-8-16,-5 1 3 0,10-5-5 0,1 2-7 16,-2-1-1-16,3 3-7 0,2-2-27 0,-3 0-56 15,1-3 25-15</inkml:trace>
  <inkml:trace contextRef="#ctx0" brushRef="#br0" timeOffset="-145948.52">11022 7118 62 0,'-4'-6'76'16,"4"6"-5"-16,0 0-5 0,0 0-3 0,0 0 1 16,0 0-4-16,0 0-14 0,-6-3 7 0,6 3-5 15,0 0-6-15,0 0-2 0,-8-3-1 0,8 3-1 16,0 0 10-16,0 0-3 0,0 0-1 0,-9-4-1 16,9 4-3-16,0 0-14 0,-6-3 9 0,6 3-6 15,0 0 8-15,-6-3-4 0,6 3-5 0,0 0 3 16,-10-3-3-16,10 3-16 0,0 0 2 0,-7-3 5 15,7 3-1-15,0 0-7 0,0 0 6 0,0 0-2 16,0 0-5-16,0 0 3 0,-7-2 4 0,7 2-3 16,0 0-2-16,0 0 8 0,0 0-3 0,0 0-6 0,0 0 6 15,0 0-2-15,0 0-5 0,0 0-1 16,0 0 0-16,0 0-2 0,0 0-1 0,0 0 3 16,0 0-3-16,0 0 1 0,0 0-9 0,0 0 2 0,0 0 14 15,0 0-7-15,0 0-9 0,0 0 4 16,0 0 2-16,0 0-3 0,0 0-1 0,14 14 11 15,-7-10-4-15,-2-1-3 0,2 1 1 0,0 0-2 16,0 0 4-16,2 0-5 0,0 2 4 0,-2-1 0 0,2 0-2 16,3 1 1-16,-6-2 5 0,3 1 1 0,1 2-2 15,-2-3-3-15,1 3 8 0,1-2-8 16,-2 0 4-16,1 1 0 0,1 0 0 0,0 0-2 16,-1-2 5-16,1 4-8 0,0-4 6 0,2 1 0 0,-2-1-1 15,2 1-5-15,-2-3 5 0,3 2 1 0,0 0-2 16,-1 0-4-16,1-3 1 0,-1 3-2 0,0-1 6 15,-3-1-3-15,2-1 3 0,-1 2-4 16,-1-2 3-16,-1 2-4 0,0 0 6 0,0-3-1 0,-2 3-7 16,-6-3 5-16,12 4-2 0,-7-4-3 0,4 3 4 15,-9-3-5-15,10 5 0 0,-5-4 7 0,-5-1-2 16,14 4-2-16,-10-2 1 0,-4-2 2 0,9 6 1 16,-4-2-4-16,-5-4-2 0,9 4 1 0,-4-1 3 15,-5-3 6-15,9 4 2 0,-5-1-2 0,-4-3 0 16,9 5-2-16,-5-2-1 0,-4-3-9 0,9 4 11 15,-9-4-3-15,5 2-1 0,-5-2 0 0,6 5 3 16,-6-5-2-16,4 4 1 0,-4-4 2 0,4 3-3 16,-4-3-3-16,0 0 2 0,0 0-4 0,8 3 4 15,-8-3-1-15,0 0-2 0,0 0-3 0,0 0 3 16,0 0-5-16,5 5 5 0,-5-5 0 0,0 0-6 0,0 0 0 16,0 0 4-16,0 0 2 0,0 0-3 0,0 0 4 15,0 0-3-15,0 0-4 0,0 0 6 16,0 0-3-16,0 0-4 0,0 0-14 0,0 0-12 15,0 0-22-15,0 0-21 0,0 0-21 0,0 0-22 16,0 0-22-16,0 0-152 0,-18 4-311 0,18-4 139 0</inkml:trace>
  <inkml:trace contextRef="#ctx0" brushRef="#br0" timeOffset="-145300.01">10829 7070 53 0,'0'0'93'16,"3"-6"-1"-16,-3 6 7 0,0 0-1 0,0 0-8 15,0 0-8-15,0-9 1 0,0 9 4 0,0 0-5 16,0 0 3-16,0 0-9 0,0 0-4 0,0 0-4 16,0 0-3-16,0 0-8 0,0 0-3 0,0 0-6 15,0 0-11-15,0 0-3 0,0 0-3 0,0 0 5 16,0 0 5-16,0 0-5 0,0 0 9 0,-14 19-11 15,11-14-1-15,1 5-1 0,-1 0 3 0,-1 1-1 16,-1-2 2-16,3 3 1 0,-2-1-2 0,-1 1-1 0,2-1-5 16,2 1 0-16,-2-3-8 0,1 1 4 0,0 0 6 15,0-1-4-15,-1 1-4 0,2 1 2 16,-2-4-3-16,1 2 7 0,-1 0-3 0,0-3-8 0,3-6 8 16,-4 12-5-16,3-8 2 0,1-4-2 0,-2 12-3 15,2-12-2-15,-2 8-2 0,2-8-1 0,-3 6-3 16,3-6 1-16,-2 8-5 0,2-8 5 0,0 0-5 15,0 0-3-15,-2 6-9 0,2-6-11 0,0 0-11 16,0 0-14-16,0 0-22 0,0 0-27 0,-4 6-16 16,4-6-25-16,0 0-42 0,0 0-126 0,0 0-324 15,0 0 143-15</inkml:trace>
  <inkml:trace contextRef="#ctx0" brushRef="#br0" timeOffset="-144644.28">10850 7092 47 0,'0'0'121'0,"-5"-13"0"16,5 13-5-16,0 0-10 0,0 0-4 0,-3-5-9 16,3 5 6-16,0 0-9 0,0 0-8 0,0 0-4 15,-2-9 2-15,2 9-5 0,0 0-4 0,0 0 3 16,0 0-3-16,0-9 2 0,0 9-11 0,0 0-3 15,0 0 0-15,0 0 3 0,0-10-10 0,0 10-1 16,0 0-6-16,0 0 1 0,0 0 1 0,0-9-5 16,0 9-3-16,0 0-3 0,0 0-1 0,2-6-5 15,-2 6-1-15,0 0-1 0,0 0 1 0,3-9-3 16,-3 9-2-16,0 0-4 0,5-6-2 0,-5 6-3 16,5-5 0-16,1 0-5 0,-6 5 5 0,12-5-3 15,-4 3 1-15,0-4-3 0,4 4-2 0,-1-1 1 0,2-2-6 16,3 1 4-16,3-1-1 0,-1 1 2 15,1-1 3-15,8 1-3 0,1-2 6 0,0 2-2 16,-1-1 4-16,4 0-4 0,-2 1 11 0,0-4-3 16,-8 3 2-16,6 1 0 0,-9 0 1 0,2 0 2 0,-1-1 6 15,-1 3-4-15,-8 0 6 0,0 1-3 0,-2-1 12 16,-2-1-8-16,-6 3 2 0,12-2 3 16,-12 2 3-16,9-4 4 0,-9 4 0 0,4-3 1 15,-4 3 5-15,0 0-1 0,6-5 0 0,-6 5 3 0,0 0-8 16,0 0 1-16,0 0-4 0,0 0-5 15,0 0-4-15,0 0-2 0,0 0-1 0,0 0-9 16,0 0-2-16,0 0-3 0,0 0-2 0,0 0-8 0,0 0 0 16,0 0-32-16,0 0-21 0,0 0-28 0,0 0-26 15,0 0-30-15,0 0-6 0,0 0-21 0,0 0-29 16,2 14-25-16,-2-14-28 0,0 13-161 0,0-13-431 16,0 0 191-16</inkml:trace>
  <inkml:trace contextRef="#ctx0" brushRef="#br0" timeOffset="-138702.63">13630 4085 80 0,'-7'-3'73'0,"7"3"-2"0,-9-4-6 0,9 4-4 0,-5-2 13 16,5 2-4-16,0 0 3 0,-10-3-3 0,10 3-6 15,-8-3-19-15,8 3 8 0,0 0 0 0,-9-2-7 16,9 2-10-16,0 0-6 0,-10-2 4 0,10 2-3 15,0 0-5-15,-10 0 5 0,10 0-5 0,0 0-8 16,0 0 2-16,0 0-3 0,0 0-6 0,-11 0 11 16,11 0-2-16,0 0-8 0,0 0 6 0,0 0 1 15,0 0-5-15,0 0 1 0,0 0-13 0,0 0 9 16,0 0-5-16,0 0 7 0,0 0 8 0,0 0-25 16,34-4 13-16,-14 4-1 0,9-5-3 0,1 0 4 15,5 0-8-15,5-2 3 0,10 1-2 0,5-1 7 16,-3-3 0-16,1 3-5 0,3-2 5 0,-5 0-4 15,3-1-2-15,-2 3 1 0,2 0 2 0,-5 2-5 16,3-3-4-16,-14 3 7 0,-2 1-2 0,3-1 1 16,-3 0-1-16,-3-1 5 0,2 3-4 0,-5-1-1 15,0 1 3-15,1-2-5 0,-2 5 0 0,-7-2 1 16,-4 0-4-16,2 2 6 0,-2 0-1 0,-1 0 0 16,-3 0-4-16,-2 0-1 0,1 0 0 0,-1 0 7 15,-1 0-2-15,0-1-4 0,0 2 1 0,-1-1-1 16,-4 0 2-16,-6 0-3 0,14 0 4 0,-7 0 5 15,-7 0 3-15,10 0-3 0,-10 0-5 0,7 0 4 16,-7 0-5-16,0 0 3 0,11-3-6 0,-11 3 8 16,0 0-1-16,0 0-4 0,0 0 3 0,0 0 6 15,12 1-7-15,-12-1 5 0,0 0 1 0,0 0 2 16,0 0 2-16,0 0-10 0,0 0 9 0,0 0-2 16,0 0-6-16,7 1 7 0,-7-1-7 0,0 0 6 15,0 0-6-15,0 0 4 0,0 0-3 0,0 0-1 16,0 0-2-16,0 0 7 0,0 0-4 0,0 0-4 15,9-3 1-15,-9 3 3 0,0 0-4 0,0 0 8 16,0 0 6-16,0 0-14 0,0 0 5 0,0 0 2 16,11 0 3-16,-11 0-4 0,0 0 2 0,0 0-2 15,0 0 7-15,7-2-11 0,-7 2 2 0,0 0 2 16,0 0 0-16,0 0 1 0,0 0 3 0,0 0-2 16,0 0 0-16,0 0 3 0,0 0-1 15,0 0-3-15,5-4-1 0,-5 4 0 0,0 0 8 0,0 0-8 16,0 0 5-16,0 0 9 0,0 0-5 0,0 0 11 15,0 0 0-15,0 0 8 0,0 0-1 0,0 0 1 16,0 0 2-16,0 0 2 0,0 0-1 0,0 0 2 16,0 0 3-16,0 0-5 0,0 0 0 0,0 0 1 15,0 0-3-15,0 0 1 0,0 0-5 0,0 0 0 16,0 0-4-16,0 0-4 0,0 0-4 0,0 0 1 16,0 0-2-16,0 0-5 0,0 0 1 0,0 0-4 15,0 0 1-15,0 0 5 0,0 0-7 0,-15 18-3 16,12-13 0-16,3-5-1 0,-5 9 1 0,3-3 0 15,2-6 2-15,-5 14-4 0,3-8 3 16,1 1-7-16,1-7 6 0,-2 9-7 0,2-9 5 0,0 10-4 16,0-10 4-16,2 11-1 0,-2-11 1 0,4 6 2 15,-4-6-3-15,2 7 1 0,1-2 2 0,-3-5 0 16,8 6 0-16,-2-5-2 0,2 2 1 0,-2-2-1 16,5 1 3-16,-3-2-2 0,1 0 4 0,3 0-1 15,1 0-4-15,-3-2 2 0,0 0-5 0,-1-1 2 16,1-1 1-16,-1 1 1 0,3-3 0 0,-2 1-4 15,0 2 5-15,-5-1-3 0,3-3 3 0,-2 1 1 16,1-2-3-16,-1 0 1 0,-3 2 3 0,0-3 0 16,-1 4 9-16,-2 5-2 0,2-14 1 0,-4 6 1 15,2 8 0-15,-5-15-2 0,5 9-1 16,-3-1 0-16,-1 0 2 0,4 7 1 0,-6-8-6 16,-1 2 3-16,0 3-7 0,2 1-1 0,5 2-2 0,-17-3-2 15,7 3-4-15,-2 0-14 0,1 3-9 0,1 0-16 16,-3 1-10-16,1 0-23 0,1-1-20 0,2 4-28 15,-3 2-39-15,2-2-24 0,1 0-26 0,-5 6-134 16,3-4-373-16,2-1 165 0</inkml:trace>
  <inkml:trace contextRef="#ctx0" brushRef="#br0" timeOffset="-137202.07">13239 9635 55 0,'0'0'105'0,"0"0"5"15,0 0-5-15,0 0-6 0,0 0-10 16,0 0-6-16,0 0 4 0,0 0-15 0,-7 2-5 0,7-2-2 15,0 0-6-15,0 0-3 0,0 0-8 0,0 0 0 16,0 0-6-16,16 8-2 0,-16-8-8 0,14 1 2 16,-6 0-12-16,1 1 10 0,7 0-6 0,4 0-3 15,7 3 19-15,6 2 7 0,6-1 0 0,14-1 1 16,2 1-3-16,1 2-5 0,0-4-4 0,7 1-1 16,0-1 0-16,4 2-9 0,25-3 6 0,-29-3 0 15,34 2-6-15,-3-1 0 0,3-2 1 0,-5 0-1 16,2 0 0-16,3-1-3 0,0 1-2 0,-4-3-1 15,0 2-4-15,1-1-2 0,-31-2 0 0,34 1-1 16,-33 0-1-16,25-5-5 0,-29 5-1 0,3 2 1 16,-3-2-1-16,-1-2-14 0,-4-1-1 0,-17 5-2 15,-3-1-4-15,0-1 3 0,-5 1-6 0,-2 2 1 16,-9 0 1-16,-7 0-1 0,-2 0-5 0,0 1 6 16,-1-2 3-16,-9 2 0 0,15-1-2 0,-8 0 1 15,-7 1 4-15,9 0-1 0,-9 0 0 0,0 0-3 16,10-2-5-16,-10 2-4 0,0 0 6 0,0 0 5 15,6-2-7-15,-6 2-3 0,0 0-5 0,0 0-1 16,0 0-7-16,0 0 3 0,0 0-1 0,0 0 2 16,0 0-11-16,0 0 9 0,0 0 4 0,0 0 1 0,0 0-4 15,0 0 0-15,0 0-3 0,0 0 3 0,0 0 2 16,0 0 8-16,0 0-1 0,0 0-1 16,0 0 2-16,0 0-1 0,0 0-8 0,-22 6-1 15,22-6 2-15,0 0-2 0,0 0-4 0,0 0-1 0,-10 2-8 16,10-2-13-16,0 0 0 0,-9 1-10 15,9-1-10-15,-10 2-66 0,10-2-153 0,-13 1 67 0</inkml:trace>
  <inkml:trace contextRef="#ctx0" brushRef="#br0" timeOffset="-136468.09">15363 9661 48 0,'-6'3'131'16,"6"-3"-14"-16,0 0 4 0,0 0-6 0,0 0-11 16,0 0-4-16,0 0-6 0,0 0-8 0,19 7-2 15,-19-7-2-15,19 0-4 0,-8 0-8 0,8 0 0 16,0 0-2-16,3-3-8 0,4 0-4 0,4 2-6 15,-1 1-5-15,2-4 0 0,0 2-2 0,3-2-12 16,-3 0 0-16,-2-4-5 0,2 3-6 0,0 3 3 0,-5-4-3 16,4 3-5-16,-11 0 4 0,9 1-5 15,-8-1-2-15,-2 1-4 0,0 1 0 0,-4 0 0 16,-2-2-7-16,-2 2-7 0,-1 0-8 0,1-1-3 16,-10 2-11-16,14 0-11 0,-5 0-1 0,-9 0-10 0,10-2-7 15,-10 2-3-15,9-1 2 0,-9 1-9 16,0 0-1-16,12-1 5 0,-12 1 6 0,0 0-5 15,0 0-3-15,0 0 5 0,8-2 10 0,-8 2-1 16,0 0 8-16,0 0 2 0,0 0 9 0,0 0 4 0,3-7 0 16,-3 7 3-16,0 0 11 0,0 0 3 15,0 0 12-15,4-6 3 0,-4 6 2 0,0 0 13 16,0 0 4-16,0 0 5 0,0 0 15 0,0 0 10 0,0 0 4 16,0 0 2-16,0 0 4 0,0 0 5 0,0 0-1 15,0 0 1-15,0 0 0 0,0 0-14 0,0 0 11 16,-10-8-6-16,10 8-2 0,0 0-4 0,0 0-1 15,-13 1-3-15,13-1 4 0,0 0 1 0,0 0 5 16,-11 9-9-16,7-7 1 0,4-2-5 0,-7 8-2 16,4-5-1-16,-1 1-6 0,-1 3 2 0,5-7-6 15,-4 9-2-15,1-3 0 0,3-6-2 0,-1 11-2 16,1-11-6-16,-1 10 2 0,1-10 1 0,1 8-7 16,-1-8 4-16,5 10-3 0,-2-7-2 0,2 2-1 15,-5-5 1-15,13 5-1 0,-7-4-1 0,7 1-2 16,-3 0-1-16,3-2-3 0,-3-2 4 0,0 2 0 15,1-2-5-15,0 1 1 0,-1-3-3 0,0-1 2 16,2 2 2-16,-4-2-4 0,-2 1 3 0,0-5-1 16,2 4 9-16,-4-1 7 0,0 1 2 0,1-4-3 15,-5 2 2-15,0 7 0 0,0-12 3 0,0 12-3 16,-5-14 0-16,1 8-3 0,-3-1 1 0,-1 0-7 16,1 3-1-16,-2 0-3 0,-1 0 0 0,4 4-19 15,-3-3-23-15,-2 3-27 0,0 0-27 0,-1 3-34 16,0-1-43-16,-1 2-58 0,-4 0-171 0,8-1-423 0,-2 0 187 15</inkml:trace>
  <inkml:trace contextRef="#ctx0" brushRef="#br0" timeOffset="-136331.22">16093 9533 16 0,'0'0'152'0,"-4"-11"-34"15,4 11-47-15,0 0-60 0,-10-4-73 0,0 3-66 16,-2-2 29-16</inkml:trace>
  <inkml:trace contextRef="#ctx0" brushRef="#br0" timeOffset="-133033.96">11491 7837 16 0,'0'0'131'0,"0"0"-11"0,3-5-2 0,-3 5-9 15,0 0-1-15,0 0-12 0,0 0 0 0,0 0-9 16,0 0-6-16,0 0-4 0,0 0-8 0,0 0-3 16,0 0-7-16,0 0-3 0,0 0-8 0,0 0-3 15,-14 20 0-15,12-16-3 0,-3 1-6 0,2 1 1 16,0 1 3-16,-2 1-2 0,1 3-3 0,-1-2 1 15,1 2-5-15,-2 0-6 0,0-2-1 0,0 4-4 16,1-3 4-16,0 1 0 0,0-1-6 0,2-1 1 16,-2 0 5-16,1 2-6 0,2-2-1 0,1-2 0 15,-1 2-5-15,0-2 1 0,2-7-1 0,-2 12 2 16,2-12-1-16,0 7 6 0,0-7 1 0,6 7 0 16,-6-7 3-16,7 7-1 0,1-4 4 0,-2-3-7 0,-6 0 1 15,15 0 0-15,-6 0 2 0,3-3 3 16,-2 2-1-16,3-4-4 0,0 1 2 0,-2-3-3 15,0 3 4-15,-2-2 0 0,2 0-3 0,-3 1-1 16,2-1 6-16,-5 1-5 0,4-2 7 0,-4 3 0 16,0-1-3-16,0-1 1 0,-1 1 2 0,1 0 2 15,-3-1-2-15,-2 6-1 0,5-13 0 0,-5 7-4 16,0 6 3-16,-2-17-4 0,-3 7 1 0,5 3-2 16,-6-2 0-16,3 1-5 0,-3-1 2 0,-1-1-1 0,0 1-1 15,1 0 2-15,-3 1-1 0,2 3-1 16,-3-2 1-16,0 4 1 0,2-1 3 0,-3-1-7 15,3 3 3-15,-1 2-5 0,0-1 1 0,9 1-6 16,-17 4 2-16,9-3-4 0,-3 6-11 0,4-1-14 0,0 3-19 16,-2-1-21-16,3 2-22 0,-2 6-15 0,2-1-52 15,2-4-32-15,1 3-38 0,-1-2-149 0,4 0-398 16,-2-2 177-16</inkml:trace>
  <inkml:trace contextRef="#ctx0" brushRef="#br0" timeOffset="-132317.32">12029 7825 151 0,'-4'-9'184'0,"4"9"-4"16,-6-5-6-16,6 5-11 0,-9-3-5 0,9 3-2 0,-13-2-11 16,5 2-12-16,8 0-4 0,-17 2-13 0,9 0-12 15,2 0-7-15,-3 2-8 0,0 1-9 16,0-1-8-16,3-1-4 0,-1 5-5 0,3-2-5 0,0 2-8 16,1-3-7-16,1 1 1 0,-3 0-7 0,3 1-5 15,2-7 0-15,0 13-2 0,0-7-4 0,2 1 5 16,-2-7-7-16,7 12-2 0,-4-7 2 15,1-3-6-15,2 4-1 0,-1-3-2 0,1 1 1 0,3-1-4 16,-2-2-2-16,0 1 3 0,-7-2-2 0,14 1-1 16,-9 1 3-16,-5-2-6 0,10-2 2 0,-10 2-6 15,8 2 6-15,-8-2-1 0,9 1 0 0,-9-1-1 16,0 0 4-16,0 0 2 0,0 0 3 0,0 0 0 16,0 0 5-16,0 0 0 0,0 0 0 0,0 0-7 15,0 0 7-15,0 0-10 0,0 0 0 0,0 0-2 16,-23 7-1-16,16-6-1 0,1 3 3 0,-4-1-4 15,1 1 0-15,1 2 1 0,-3 1-1 16,3-1 1-16,0 3 1 0,0-2 0 0,-1 3 1 0,-2 3 3 16,5-5-5-16,-2 0 3 0,2 3-5 0,1-3 2 15,3 1 3-15,2 1-3 0,-2-2 0 0,-1-2 6 16,3-6 7-16,0 13-6 0,5-8-1 0,-1 0 7 16,5-1-5-16,5-2-1 0,1 1 0 0,4-3-2 15,0-1-2-15,2-2 3 0,6 1-4 0,-5-2 0 16,0-1-3-16,-1 1-1 0,-3 1-10 0,0 1-17 15,-4-2-18-15,-5 2-30 0,-1 0-27 0,2 1-38 16,-10 1-49-16,11-4-31 0,-7 2-227 0,-4 2-480 16,0 0 213-16</inkml:trace>
  <inkml:trace contextRef="#ctx0" brushRef="#br0" timeOffset="-126933.45">8441 6097 50 0,'-7'-8'136'0,"7"8"-2"16,-6-4-2-16,6 4 3 0,-9-5-3 0,9 5-4 16,-6-5-2-16,6 5-13 0,-6-3-6 15,6 3-2-15,-7-2-16 0,7 2-9 0,0 0-5 0,0 0-16 16,0 0-1-16,-7-4-4 0,7 4-8 0,0 0 1 15,0 0-4-15,0 0-5 0,17 11-6 16,-7-8 0-16,4 2-2 0,3-3-2 0,3 0 4 16,9-2-4-16,2 0-2 0,3 0-4 0,2 0-3 0,-2-3 0 15,4 0-5-15,-2 0 4 0,0 1-4 0,-2-1-4 16,-3-2 0-16,0 2 1 0,-10 0-2 0,1 0 0 16,0-2-1-16,5 2-3 0,-9-1 4 0,0 1-5 15,-5 0-1-15,0 2 2 0,-1-2 0 0,1 2-2 16,-3-1 2-16,-4 0 0 0,-6 2-4 0,14-2 1 15,-9 1-3-15,-5 1 2 0,9-2 0 0,-9 2 2 16,0 0 3-16,11-1-5 0,-11 1 6 0,0 0 1 16,0 0-4-16,0 0 0 0,0 0 8 0,7 4 2 15,-7-4 8-15,0 0 6 0,0 0 1 0,-6 14-3 16,6-14-2-16,-10 15 4 0,3-4 7 0,1-1-10 16,-2 5 2-16,-3-1-6 0,-1 3 4 0,3-1-6 15,-2-1-2-15,2 0 2 0,0-1-3 0,-3 0-2 16,5-4-4-16,0 5-11 0,1-8-14 0,-2 4-13 15,3-3-18-15,-1 0-21 0,1 0-36 0,1-4-23 16,1 2-23-16,3-6-25 0,-6 9-11 0,3-6-125 16,3-3-335-16,-5 5 149 0</inkml:trace>
  <inkml:trace contextRef="#ctx0" brushRef="#br0" timeOffset="-126723.34">8952 6056 160 0,'-1'-10'187'0,"-2"1"-14"16,3 9-15-16,-4-15 5 0,2 10-13 0,-1-3 2 16,3 8-1-16,-6-10-14 0,2 4-8 0,0 1 9 15,0 0-3-15,4 5-7 0,-9-9-13 0,6 5-11 16,3 4-12-16,-8-5-8 0,8 5-10 0,-5-4-8 16,5 4-7-16,0 0-14 0,-6-6-14 0,6 6-24 15,0 0-21-15,-6-5-26 0,6 5-29 0,0 0-45 16,-4-5-59-16,4 5-45 0,-7-5-117 0,7 5-364 15,-9-8 162-15</inkml:trace>
  <inkml:trace contextRef="#ctx0" brushRef="#br0" timeOffset="-126382.09">8432 5425 18 0,'0'0'187'15,"-5"-5"-18"-15,5 5-19 0,-5-6-13 0,5 6-10 16,0 0-19-16,0 0-14 0,0 0-3 0,0 0-10 15,0 0-11-15,10-13-4 0,-3 11-6 16,5-2-10-16,2 1-3 0,1 0-6 0,5 2-25 0,-3 1-16 16,-4-2-19-16,5 2-15 0,-5 0-23 0,0 0-14 15,-1 0-3-15,-1 3-9 0,-1-3-7 0,-3 2-4 16,-7-2 2-16,11 5-58 0,-11-5-162 0,6 2 72 16</inkml:trace>
  <inkml:trace contextRef="#ctx0" brushRef="#br0" timeOffset="-125783.51">8643 5406 328 0,'0'0'-19'0,"0"0"13"0,0 0 5 16,0 0 3-16,0 0 14 0,0 0 13 0,0 0 9 15,0 0 2-15,0 0 15 0,0 0 3 0,0 0-10 16,0 0 0-16,0 0 4 0,-18 5-3 0,18-5-2 16,0 0 5-16,0 0 1 0,-4 10 3 0,4-10-1 15,-1 13 14-15,1-4-4 0,0 1 10 0,0 0 0 16,0 2-5-16,0 4-2 0,1-1-10 0,0-3-1 16,2 5 3-16,-1-1-5 0,-2-4 2 0,2 0-7 15,0 0-3-15,0-1-1 0,-1 1 4 0,-1-1-7 16,1-1-3-16,2 0-4 0,-1-1-1 0,-1 0 1 15,-1-1-5-15,2-2 0 0,-2-6-4 0,0 11-3 16,0-11-2-16,-2 11 0 0,2-11-3 0,-1 10 1 16,1-10-5-16,-5 9-1 0,3-5 0 0,2-4-3 15,-8 7 1-15,4-4 2 0,-1 1-2 0,5-4-6 16,-13 4 0-16,7-1-2 0,-1-1 1 0,7-2-5 16,-15 1 2-16,7-1-1 0,8 0 0 0,-14 0 0 15,14 0 0-15,-15-3-2 0,8 2-1 0,7 1 0 16,-12-2 2-16,12 2 1 0,-10-2-3 0,10 2 2 0,0 0 0 15,-9-3 4-15,9 3 1 0,0 0-6 16,0 0-1-16,-4-6 2 0,4 6-3 0,0 0 4 16,0 0-3-16,0 0 0 0,20-8 1 0,-10 4-3 15,2-1 0-15,1 2-1 0,3-2-6 0,1-2-6 16,1 3-11-16,1-1-7 0,-2-1-3 0,2 2-7 0,0 0-10 16,-4 1-2-16,-1-1 6 0,-1 0-1 15,-3 0 0-15,3-1 6 0,-4 3 3 0,-3 0 4 16,2-1 6-16,-8 3-2 0,10-3 8 0,-10 3 3 15,8-6 5-15,-5 3-4 0,-3 3 4 0,3-7 11 0,-3 7 14 16,3-6 2-16,-3 6 0 0,1-8 1 16,-1 8 11-16,0 0 0 0,0-10 8 0,0 10 3 15,0 0 8-15,0 0 0 0,0-11-2 0,0 11-1 16,0 0 0-16,0 0-2 0,0 0-8 0,0 0-6 16,0 0 1-16,0 0-5 0,0 0 9 0,0 0 0 0,0 0 3 15,0 0 0-15,0 0-3 0,6 23-2 0,-4-16 1 16,-2-7-3-16,2 15 1 0,0-4-4 15,-1-3-1-15,2 3 2 0,-2-5-5 0,0 2 1 16,0 2-4-16,1-3-1 0,-2-7-4 0,0 13-10 16,0-6-21-16,1-1-26 0,-1-6-31 0,-1 13-28 0,1-13-19 15,0 10-24-15,-3-5-21 0,3-5-105 16,-5 10-300-16,1-8 133 0</inkml:trace>
  <inkml:trace contextRef="#ctx0" brushRef="#br0" timeOffset="-125401.3">8822 5559 111 0,'6'-7'117'0,"-1"2"3"0,-1-1-8 16,1 3-7-16,-5 3-13 0,8-6-5 0,-8 6-4 0,9-4-7 16,-9 4 3-16,10 1 1 0,-10-1 3 0,8 5-4 15,-5-1-2-15,-3-4-4 0,9 7-6 0,-6-2-5 16,1-1-3-16,0 1-2 0,-2 2-3 15,1 0-4-15,-2-1 0 0,-1-6-6 0,4 14-1 16,-4-7-4-16,-1 0-2 0,1-7-3 0,-2 14-8 0,2-14 2 16,0 10-7-16,0-10 0 0,0 10-5 0,0-10-2 15,0 0 0-15,2 9-1 0,-2-9 1 0,1 6-4 16,-1-6 0-16,2 8-4 0,-2-8 1 0,5 6 2 16,-2-2-5-16,-3-4 1 0,4 8-3 15,-4-8 0-15,2 7-3 0,1 0 10 0,-3-7 3 0,4 10-11 16,-3-6 1-16,2 3-1 0,-3-7 1 15,2 8-2-15,-2-8 2 0,-2 11 1 0,2-11-3 16,-2 9-2-16,2-9-1 0,-2 8 1 0,2-8-3 0,-4 8-3 16,1-3-7-16,3-5-12 0,-9 7-21 15,3-2-19-15,1-3-22 0,-1 3-22 0,-1-1-30 0,-2-2-30 16,0 2-85-16,2-3-277 0,-4-1 123 0</inkml:trace>
  <inkml:trace contextRef="#ctx0" brushRef="#br0" timeOffset="-125010.68">8462 5365 114 0,'0'0'109'0,"0"0"-5"0,0 0-13 0,0 0-17 15,27-9-4-15,-11 3-5 0,3 2-5 0,9-2-12 0,-1 0-23 16,3 3-37-16,2-4-29 0,0-2-78 0,-1 4-126 16,1 0 55-16</inkml:trace>
  <inkml:trace contextRef="#ctx0" brushRef="#br0" timeOffset="-119801.93">10837 7818 78 0,'0'0'153'0,"0"0"10"0,0 0-3 15,0 0-1-15,1-8-2 0,-1 8-11 0,0 0-9 16,0 0-12-16,0 0-12 0,0 0-12 0,0 0-11 16,0 0-6-16,0 0-2 0,0 0 0 0,0 0 0 0,0 0-3 15,0 0 0-15,13 14-10 0,-12-7-4 0,2-2-9 16,-1 1 4-16,0 4-1 0,-1-1 0 0,3 1-6 16,-2 1-3-16,0 0-4 0,-2 2 2 15,1-1 0-15,1 5-4 0,1-2-7 0,-3 2-1 0,3-3 1 16,-3 1 1-16,2 2-4 0,-3-7 1 0,2 2-4 15,1-1-2-15,-1 0-4 0,0-1 3 16,0 3 2-16,3-3-5 0,-4 1 2 0,0-1-2 0,0 1 1 16,1-1 4-16,-2-4-2 0,1-6-6 0,0 13-4 15,1-7 8-15,-1-6-11 0,-1 10-2 0,1-10 1 16,0 7 0-16,0-7 1 0,3 8 0 0,-3-8-4 16,0 0-1-16,0 8 3 0,0-8-7 0,0 0 2 15,0 0-2-15,1 9-6 0,-1-9-5 0,0 0-15 16,0 0-11-16,0 0-19 0,0 0-27 0,0 0-16 15,0 0-16-15,0 0-29 0,0 0-28 0,0 0-10 16,-11-25-17-16,8 15-9 0,0 3 0 0,2-4-130 16,0 0-360-16,-1-6 159 0</inkml:trace>
  <inkml:trace contextRef="#ctx0" brushRef="#br0" timeOffset="-118763.59">10838 7887 16 0,'0'0'79'0,"0"0"-8"15,0 0-11-15,0 0-11 0,0 0 8 16,0 0-11-16,0 0-5 0,0 0 0 0,0 0-6 0,0 0 0 15,0 0 0-15,0 0-9 0,0 0 6 0,0 0-8 16,0 0 4-16,0 0-8 0,0 0 1 0,0 0 0 16,0 0 5-16,0 0-13 0,0 0 3 0,0 0 8 15,0 0-4-15,0 0-4 0,0 0-15 0,0 0 15 16,0 0 1-16,0 0-1 0,0 0-7 0,0 0 0 16,0 0 0-16,0 0-7 0,0 0 7 0,0 0 2 15,0 0 9-15,0 0-13 0,0 0 5 0,0 0 3 16,0 0 2-16,0 0-18 0,0 0 23 0,0 0-5 15,0 0-11-15,0 0 12 0,0 0 2 0,0 0-2 16,0 0 4-16,0 0-9 0,0 0-1 0,0 0 2 16,0 0 3-16,0 0-1 0,0 0-2 0,0 0 4 15,0 0-2-15,0 0-2 0,0 0 5 0,0 0-2 16,0 0 3-16,0 0-1 0,0 0 0 0,0 0 2 16,0 0 1-16,0 0-7 0,0 0 5 0,0 0-1 15,5-9 0-15,-5 9 1 0,0 0-5 0,0 0 2 16,0 0 4-16,0 0-2 0,0 0-2 0,0 0 14 15,0 0-9-15,0 0-2 0,0 0 5 0,0 0-2 16,0 0 7-16,0 0-2 0,0 0 1 0,0 0 3 16,-1-9 0-16,1 9 0 0,0 0-7 0,0 0-1 0,0 0-4 15,1-12 1-15,-1 12-13 0,2-5 11 0,-2 5 1 16,0 0 1-16,0 0 0 0,2-9 2 16,-2 9 1-16,0 0-3 0,3-7 0 0,-3 7 5 15,2-5-6-15,-2 5 0 0,7-7 2 0,-7 7-3 0,3-6-2 16,-3 6 3-16,9-6-8 0,-5 2 3 0,-4 4-3 15,9-5 2-15,-2 4 1 0,-1-2-8 0,-6 3 2 16,13-2-3-16,-9 0 2 0,-4 2-1 0,14-2-2 16,-14 2 0-16,10 4-1 0,-10-4 2 0,14 2 2 15,-9 1 0-15,3 0-1 0,-1 2 7 0,1-1-3 16,0 1 3-16,-3 1-8 0,1 0 4 0,-2-2-3 16,-1 2 3-16,4 0 1 0,-5 1-2 0,-1-1-2 15,-1-6-2-15,2 14 0 0,-2-8 4 0,0-6-3 16,-3 16 2-16,1-9-4 0,-4 2 6 0,1-2-5 15,-2 2 1-15,1-1-2 0,0 1 7 0,-4-3-5 16,0-1-2-16,0 4-1 0,-1-4-2 0,1-1 2 16,1 2 1-16,-4-2-2 0,5 1 0 0,0-4-8 15,-2 0-7-15,0 0-23 0,4 0-25 0,6-1-40 16,-16 0-29-16,16 0-31 0,-10-4-198 0,4 1-388 16,6 3 172-16</inkml:trace>
  <inkml:trace contextRef="#ctx0" brushRef="#br0" timeOffset="-117751.89">9301 6705 20 0,'0'0'196'0,"0"0"-10"0,0 0-11 16,0 0-7-16,0 0-12 0,0 0-14 15,0 0-11-15,0 0-7 0,0 0-15 0,0 0-4 16,0 0-11-16,0 0-1 0,0 0-2 0,0 0 2 16,0 0-7-16,0 26-7 0,1-16-6 0,-1-1-5 0,1-2-8 15,-2 4-2-15,1-2-6 0,3 1-2 0,-3-2-4 16,0-1-8-16,-2 4-3 0,5-2 2 15,-3-3 2-15,0-6-9 0,1 10-4 0,-1-10 1 16,0 12-5-16,0-12 2 0,2 7-10 0,-2-7 8 0,0 10-8 16,0-10-2-16,2 6-9 0,-2-6-6 15,0 8-16-15,0-8-16 0,0 0-22 0,-4 8-27 16,4-8-34-16,0 0-23 0,-2 7-43 0,2-7-30 0,0 0-111 16,-9 3-350-16,9-3 155 0</inkml:trace>
  <inkml:trace contextRef="#ctx0" brushRef="#br0" timeOffset="-117535">9262 6748 70 0,'0'0'121'0,"0"0"14"0,0 0-5 0,0 0 8 15,17 6-3-15,-17-6-3 0,13 3-4 0,-7-1-5 16,1 0-15-16,-1 0-8 0,2 0-12 0,-1 0-7 15,5 1-2-15,-2 0-12 0,0-2-7 0,-2 1-4 16,1-1-10-16,2 3-9 0,-2-2-8 0,2 0-18 16,-3 0-24-16,3 0-17 0,-2 2-28 0,0-4-23 15,-2 0-22-15,0 2-28 0,-7-2-112 0,14 0-264 16,-14 0 117-16</inkml:trace>
  <inkml:trace contextRef="#ctx0" brushRef="#br0" timeOffset="-117302.14">9538 6687 106 0,'-2'-5'187'0,"2"5"-2"0,0 0-9 0,0 0-16 16,0 0-12-16,0 0-12 0,0 0-2 0,0 0-9 16,0 0 7-16,0 0 3 0,0 0-5 0,0 0-1 15,0 31-11-15,1-21-7 0,0 2-10 0,1-2-7 16,-2 2-11-16,1 1-8 0,2-2-8 0,-3 1-5 15,1-3-10-15,0 2-8 0,0-2-11 0,1 0-26 16,-2 3-28-16,1-4-40 0,-1 1-45 0,0-2-45 16,0-7-56-16,-1 14-157 0,1-14-395 0,0 0 175 15</inkml:trace>
  <inkml:trace contextRef="#ctx0" brushRef="#br0" timeOffset="-116059.89">10491 5146 61 0,'-2'-12'178'15,"2"12"-12"-15,0 0 3 0,0-9-1 0,0 9-3 16,0 0-5-16,-2-7-20 0,2 7-7 0,0 0-7 16,0 0-8-16,0 0-7 0,0 0-9 0,-4-7-6 0,4 7-3 15,0 0-7-15,0 0-7 0,0 0-8 0,0 0-8 16,0 0-5-16,0 0-6 0,0 0-6 0,0 0-5 16,0 0-5-16,0 0-6 0,0 0-2 15,0 0-6-15,0 0-2 0,0 0-3 0,0 0 2 16,0 0-5-16,0 0 1 0,0 0-1 0,0 0-3 0,0 0 1 15,0 0-1-15,0 0 0 0,9 23-3 16,-9-23 4-16,4 8-4 0,-4-8 1 0,1 5 3 0,-1-5-3 16,3 10 4-16,-3-10 4 0,2 6-6 15,-2-6-2-15,3 9 1 0,-3-9-4 0,4 6 2 16,-4-6-1-16,3 7 1 0,-3-7 0 0,3 10 3 0,-3-10 0 16,4 7-2-16,-4-7 0 0,1 8 1 0,-1-8-1 15,2 11 2-15,-2-11 3 0,2 10 0 16,-1-6 1-16,-1-4 0 0,1 10-6 0,-1-10 2 15,3 9 2-15,-3-9 0 0,1 9-7 0,1-4 1 16,-2-5 0-16,1 7 1 0,-1-7 2 0,1 7 1 16,-1-7 4-16,0 0-1 0,-1 10-1 0,1-10 0 0,2 8-4 15,-2-8-1-15,2 7 1 0,-2-7-1 0,0 0 1 16,1 10-3-16,-1-10 2 0,3 7-2 16,-3-7 4-16,1 7-1 0,-1-7-2 0,1 6 0 15,-1-6 0-15,1 8 1 0,-1-8-2 0,2 6 1 16,-2-6-2-16,1 8 3 0,-1-8 1 0,0 0 2 15,2 11-5-15,-2-11 4 0,3 7-2 0,-3-7 1 0,1 9 1 16,-1-9-4-16,1 6 1 0,-1-6 0 16,2 9-4-16,-2-9 3 0,4 9 1 0,-3-4 3 15,-1-5 0-15,2 6 0 0,-2-6 6 0,3 6-2 0,-3-6-3 16,3 7-3-16,-3-7-2 0,0 0 3 16,1 7-2-16,-1-7 3 0,0 0-2 0,0 0-1 0,1 6-3 15,-1-6 2-15,0 0 0 0,0 0-3 16,0 0-7-16,0 0-4 0,4 6-11 0,-4-6-10 15,0 0-18-15,0 0-16 0,0 0-26 0,0 0-27 16,0 0-35-16,0 0-43 0,0 0-21 0,-10 11-20 16,10-11-163-16,0 0-431 0,0 0 190 0</inkml:trace>
  <inkml:trace contextRef="#ctx0" brushRef="#br0" timeOffset="-115677.95">10507 5120 72 0,'0'0'168'0,"-5"-9"-18"16,4 4 9-16,1 5-13 0,-3-10-6 0,3 10-2 15,-4-11-8-15,4 5 4 0,0 6-11 0,0-13-11 16,0 13-10-16,2-16-9 0,0 7-3 0,2-1-9 15,1 2 1-15,3-1-9 0,-1 1-8 0,3 1-1 16,-1 0-7-16,1 0-5 0,1-1-5 0,0 5-1 16,0-2-4-16,-1 4-6 0,-1-1-5 0,4 2 6 15,-3 0-10-15,0 3-1 0,0 2-4 0,-2 0 0 16,0 4 1-16,0-1-1 0,-1 3-1 0,-4 1 1 16,-1 0-1-16,0 4 4 0,-2-3 2 0,-4-1-2 15,1 4 2-15,-1-5-1 0,-4 4-4 0,1-2 0 16,1-4-3-16,-2 1 0 0,-3 3-1 0,2-4 7 15,-4 3-11-15,-1 0-10 0,3-5-25 0,-2 4-30 16,-2-3-45-16,-1-1-47 0,4 1-40 0,1-3-57 16,-1 2-130-16,1-1-399 0,-2-3 177 0</inkml:trace>
  <inkml:trace contextRef="#ctx0" brushRef="#br0" timeOffset="-115527.38">10551 5220 50 0,'0'0'155'0,"0"0"-10"0,11 0-13 16,-11 0-12-16,9-2-16 0,-9 2-7 0,13 0-16 15,-13 0-26-15,14 0-37 0,-4 0-47 0,0 2-37 16,-10-2-78-16,18 4-156 0,-6-3 69 0</inkml:trace>
  <inkml:trace contextRef="#ctx0" brushRef="#br0" timeOffset="-114832.25">11080 5425 33 0,'-4'3'138'0,"4"-3"-10"16,0 0 3-16,-9 6-5 0,9-6-4 0,0 0-12 15,-5 4 5-15,5-4-10 0,0 0-2 0,0 0-1 16,-10 3-4-16,10-3-5 0,0 0-5 0,0 0 1 16,0 0-7-16,0 0-3 0,0 0-2 0,0 0-2 15,-8 1 2-15,8-1-2 0,0 0-3 0,0 0-3 16,0 0-7-16,0 0-6 0,0 0 5 0,18-17-4 0,-13 12-1 16,4-4-6-16,0 4-3 0,-1-2-2 15,2 0-3-15,-3-1-2 0,4 1 0 0,-1 0-7 16,3-2 1-16,-3 3 2 0,-2-1 1 0,0 2 2 15,1-1 0-15,-3 3 5 0,-1 0-7 0,-5 3 1 16,10-7-1-16,-10 7 0 0,6-3 2 0,-6 3-1 16,5-4 2-16,-5 4-1 0,0 0 1 0,0 0 11 15,8-3-6-15,-8 3 3 0,0 0 2 0,0 0-2 16,0 0-1-16,0 0-1 0,0 0-9 0,0 0-2 0,0 0-1 16,0 0-2-16,0 0-6 0,0 0-2 0,0 0-6 15,3-5-7-15,-3 5-6 0,0 0-14 0,0 0-21 16,0 0-24-16,0 0-31 0,0 0-38 15,0 0-40-15,0 0-43 0,0 0-45 0,0 0-247 16,0 0-539-16,0 0 238 0</inkml:trace>
  <inkml:trace contextRef="#ctx0" brushRef="#br0" timeOffset="-111752.98">11099 4737 9 0,'0'0'83'0,"0"0"-14"0,0 0-1 15,0 0-2-15,0 0-1 0,0 0 1 0,0 0-5 16,0 0-2-16,0 0-6 0,-5-4 6 0,5 4-8 16,0 0-1-16,0 0-3 0,0 0-3 0,0 0 1 15,0 0-7-15,0 0 11 0,0 0-1 0,-5-5 6 0,5 5-7 16,0 0-1-16,0 0 1 0,0 0 4 16,0 0-5-16,0 0 5 0,-4-7-2 0,4 7 1 15,0 0 0-15,0 0 3 0,0 0-1 0,0 0 0 16,0 0 1-16,0 0-2 0,0 0-6 0,0 0 0 0,0 0 0 15,-4-6-11-15,4 6-3 0,0 0-8 16,0 0 6-16,0 0-11 0,0 0-1 0,0 0-2 16,0 0 1-16,0 0-2 0,0 0-6 0,0 0 7 0,-5 14-3 15,5-14-2-15,-6 9-2 0,3-2 0 16,-1 1 2-16,-1 0-6 0,3 1 5 0,-4 2-2 16,2-4-4-16,2 0 2 0,-4 3 3 0,-1-2-2 0,5 0 1 15,-3 1-3-15,1-3 2 0,0 1 1 0,1 0-6 16,-2-2 4-16,3 1-4 0,2-6-6 15,-4 9 9-15,0-2-3 0,0-2-1 0,4-5 5 16,-4 9 2-16,4-9-6 0,-5 8 3 0,5-8-1 0,-5 7-1 16,1-3-2-16,4-4 0 0,-6 8-8 15,2-5-8-15,4-3-8 0,-4 6-9 0,4-6-15 16,0 0-25-16,-5 6-15 0,5-6-8 0,0 0-16 16,-4 5-12-16,4-5-10 0,0 0-3 0,0 0-95 15,0 0-250-15,0 0 111 0</inkml:trace>
  <inkml:trace contextRef="#ctx0" brushRef="#br0" timeOffset="-111451.93">11095 4753 92 0,'0'0'120'0,"0"0"-7"0,0 0-2 16,0 0-12-16,0 0-1 0,0 0-28 0,0 0 4 15,0 0-11-15,0 0-2 0,0 0 0 0,0 0 3 0,0 0 7 16,0 0-5-16,0 0-8 0,0 0 5 16,13 12-13-16,-9-7 1 0,-4-5-10 0,6 8 0 15,-1-3-8-15,-1 0-5 0,1-1 2 0,4 2-3 16,-2-1-7-16,2 1 1 0,1 0-33 0,-3 0-37 15,4 0-21-15,0-2-33 0,-3 1-30 0,1 2-78 0,-3-3-226 16,2 0 100-16</inkml:trace>
  <inkml:trace contextRef="#ctx0" brushRef="#br0" timeOffset="-110718.46">11329 4714 126 0,'0'0'138'0,"0"0"-9"16,0 0-15-16,8-5-4 0,-8 5-8 0,7-2-2 15,-7 2-14-15,17-3-6 0,-12 1-11 0,5 2-3 16,0-1-8-16,1 2-3 0,-11-1-10 0,16-1-10 15,-7 2-14-15,-1 1-17 0,-8-2-12 0,14 0-12 16,-7 0-37-16,-7 0-7 0,11 0-5 0,-11 0-9 16,8 1-2-16,-8-1 8 0,0 0 2 0,0 0 1 0,10 1 12 15,-10-1 4-15,0 0 10 0,0 0 11 16,0 0 7-16,0 0 10 0,0 0-4 0,0 0 13 16,0 0 12-16,0 0 15 0,0 0 1 0,0 0 13 15,0 0 4-15,0 0 7 0,0 0 5 0,0 0 15 16,0 0-12-16,0 0 18 0,0 0-1 0,0 0-4 15,0 0-4-15,0 0-8 0,0 0-4 0,0 0-5 16,0 0 1-16,0 0 2 0,0 0 7 0,0 0 9 16,-18 15 0-16,20-3 0 0,-2-2 11 0,0 3-8 15,0-2-1-15,0 1-1 0,2 0 0 0,-2 2-4 16,0-2-2-16,1-1-4 0,2 0-1 0,-3 0 4 16,3 2-5-16,-1-4-3 0,-2 1-5 0,0-5-4 15,1 3-4-15,-1-8-6 0,2 11-1 0,-2-4-1 16,0-7-3-16,2 8-3 0,-2-8-2 0,1 7 5 15,-1-7-10-15,0 0 3 0,1 9-4 0,-1-9-1 16,0 0-1-16,0 0-1 0,0 0 1 0,0 0-2 16,-4 6 0-16,4-6-2 0,-7 3-4 0,7-3 0 15,-10 1-1-15,3 2-5 0,-1-2 3 0,8-1-5 16,-13 2-6-16,6-1 0 0,7-1 1 0,-15 0-1 16,7 2 0-16,8-2 4 0,-14 0-2 0,8 1 2 15,6-1 1-15,-11 0 5 0,11 0-7 0,0 0 1 16,-11 0 1-16,11 0 0 0,0 0-1 0,-9 0 2 15,9 0 0-15,0 0-1 0,0 0 3 0,0 0-3 16,0 0 1-16,0 0-2 0,0 0-1 0,0 0 2 16,0 0 0-16,0 0 3 0,0 0 0 0,0 0-4 15,0 0 12-15,0 0-6 0,0 0-2 0,26-3 5 16,-14 2-1-16,-1 1 1 0,1-1-5 0,1 0 3 16,0 0-4-16,1 0-11 0,-1-2-6 0,3 2-21 15,-3-1-29-15,5 0-28 0,0 1-30 0,-5-1-14 16,1 1-22-16,0 1-12 0,0-3-16 0,0 3-99 15,-1-2-312-15,-2 1 139 0</inkml:trace>
  <inkml:trace contextRef="#ctx0" brushRef="#br0" timeOffset="-110469.2">11778 4853 115 0,'0'0'165'15,"0"0"-15"-15,-8-7 7 0,8 7 2 0,-5-5-14 16,5 5-3-16,0 0-4 0,-13 0-8 0,13 0-11 15,0 0 2-15,-14 5-4 0,5 2-3 0,0-1-6 16,0 1 0-16,1 4-5 0,3-3-12 0,-2 2-3 16,0-3-10-16,2 2-9 0,3-2-5 0,-2-1-4 15,0 2-4-15,3-1-10 0,1-7 0 0,0 14-8 16,1-8-3-16,3 1-7 0,0-3-13 0,1 2-19 16,0-3-25-16,6 3-23 0,-2-2-34 0,3 0-22 15,-1-2-33-15,2-1-23 0,1 1-18 0,5-2-19 16,-5-2-106-16,-1 2-332 0,5-1 148 0</inkml:trace>
  <inkml:trace contextRef="#ctx0" brushRef="#br0" timeOffset="-110359.36">11976 4951 43 0,'0'0'139'0,"5"-4"-19"0,-5 4-17 16,0 0-7-16,0 0-24 0,0 0-29 0,0 0-21 15,0 0-24-15,0 0-23 0,13 2-32 0,-13-2-36 16,0 0-100-16,0 0 45 0</inkml:trace>
  <inkml:trace contextRef="#ctx0" brushRef="#br0" timeOffset="-108265.84">11610 8654 138 0,'0'0'142'16,"9"-11"-11"-16,-9 7-12 0,0 4-8 0,5-8-5 15,-1 4-3-15,-4 4-5 0,5-5 0 0,-5 5-2 16,0 0-4-16,3-8 1 0,-3 8 2 0,0 0-3 16,0 0-2-16,2-6 5 0,-2 6-5 0,0 0 0 15,0 0-1-15,0 0-7 0,0 0-8 0,6-4-5 16,-6 4-7-16,0 0-6 0,0 0-6 0,0 0-6 16,0 0-3-16,0 0 3 0,0 0-6 0,-16 21 4 15,9-11-6-15,0-2-4 0,-1 3-2 0,-1 2-2 16,1 0-1-16,-2 2-2 0,1-3-3 0,-2 2 0 15,3-3-4-15,1 2-1 0,-5 0-5 0,6-3 4 16,-2 1 0-16,0 0-4 0,0-1-1 0,1-1-4 16,-1 0-8-16,1 1-8 0,0 1-18 0,0-2-22 15,-1-2-27-15,3 1-27 0,0-2-19 0,0 0-39 16,1-2-5-16,4-4-16 0,-6 8-153 0,6-8-362 16,-7 4 161-16</inkml:trace>
  <inkml:trace contextRef="#ctx0" brushRef="#br0" timeOffset="-108018.52">11617 8661 108 0,'0'0'139'0,"0"0"-12"16,7-5-9-16,-7 5-4 0,9-2 9 0,-9 2-5 15,0 0 5-15,13 4-4 0,-9-2-10 0,-4-2-7 16,10 5-3-16,-6-2-5 0,3 2-5 0,-1 1-8 15,-1-2-3-15,0 0-9 0,2 4-9 0,-3-2-5 16,0-1-5-16,5 2-8 0,-6-2-1 0,4 2-5 16,0 0-6-16,-5-1-16 0,6-2-21 0,-3 1-26 15,2 2-22-15,0-2-25 0,1-3-31 0,-3 4-30 0,1-5-145 16,2 2-308-16,-8-3 136 0</inkml:trace>
  <inkml:trace contextRef="#ctx0" brushRef="#br0" timeOffset="-107814.22">11953 8600 174 0,'0'0'190'0,"0"0"-9"0,3-7-6 0,-3 7-16 16,0 0-12-16,0 0-8 0,4-4-12 0,-4 4-17 15,10-3-4-15,-2 1-12 0,1 1-12 16,1 0-6-16,-2-2-14 0,2 5-12 0,2-5-27 0,-2 3-35 15,1 0-27-15,1 0-19 0,-12 0-27 0,13-1-24 16,-13 1-14-16,9 1-17 0,-9-1-82 0,9 0-240 16,-9 0 107-16</inkml:trace>
  <inkml:trace contextRef="#ctx0" brushRef="#br0" timeOffset="-107417.61">12096 8581 268 0,'0'0'22'0,"0"0"10"16,0 0 13-16,0 0 4 0,0 0 3 0,0 0 8 16,0 0 8-16,-21-10 8 0,21 10-1 0,0 0 10 15,0 0 3-15,0 0-2 0,0 0-8 0,0 0-2 16,0 0 2-16,0 0 16 0,-10 7 1 0,10-7 6 15,0 12 0-15,0-2 1 0,0 0 3 0,1 2-7 16,-1-1-1-16,2 3 0 0,-2 0-1 0,3 3-9 16,-1-2 1-16,-2 1-8 0,2-2-4 0,-2-2-7 15,2-2-6-15,-1 0-8 0,0 0-7 0,1-1-4 16,-2-1-2-16,1 3-2 0,1-5-7 0,-2-6 0 16,-2 14-2-16,2-8-7 0,0-6 2 0,-1 10-5 15,1-10 1-15,-6 8-4 0,4-4-3 0,2-4-9 16,-9 7-5-16,5-5-4 0,-5 1-1 0,9-3-2 0,-10 2-3 15,4-2 2-15,6 0-2 0,-14 0-5 16,14 0 3-16,-15 0-1 0,9-1 4 0,6 1-3 16,-14-3 1-16,14 3 0 0,-8-2 2 0,8 2 2 15,0 0 0-15,-10-1-1 0,10 1 3 0,0 0-2 0,0 0 3 16,-8-2 1-16,8 2 1 0,0 0-3 16,0 0 4-16,0 0-1 0,0 0 3 0,0 0-4 15,0 0 0-15,0 0 1 0,30-4 3 0,-19 3-6 16,1-1 4-16,2 0-14 0,5-2-15 0,-3 2-22 0,1-1-22 15,2-3-28-15,-1 2-17 0,0 0-2 16,0 0-40-16,0 0 2 0,2 1-9 0,-3-3 0 16,0 2-9-16,-6 1-99 0,3 0-297 0,-4-2 132 15</inkml:trace>
  <inkml:trace contextRef="#ctx0" brushRef="#br0" timeOffset="-107033.68">12362 8726 41 0,'8'-7'96'0,"-4"4"9"0,-1-4 7 0,-3 7 7 15,6-8 4-15,-6 8 10 0,4-8-1 16,-4 8 3-16,2-7 1 0,-2 7 3 0,0 0-2 0,-8-8-1 15,8 8-10-15,0 0-6 0,-11 1-7 0,11-1-2 16,-12 7-5-16,4-1 0 0,-1 2-7 0,1 1-3 16,-3 4-9-16,2 1-2 0,1-3-10 0,1-3-5 15,2 2-13-15,1-1 0 0,0-1-5 0,3 0-4 16,1-2-7-16,0-6-4 0,2 14 2 0,1-7-9 16,3-2 0-16,4-1 0 0,-4-1-7 0,1 0 1 15,3 1-4-15,3-1 0 0,-3-3-3 0,3 0 3 16,-1 0-4-16,-12 0-7 0,16-2 0 0,-6 0 2 15,-2 0-2-15,-8 2 0 0,9-2-2 0,-9 2 1 16,9-2-5-16,-9 2 1 0,0 0 2 0,7-4-1 16,-7 4-3-16,0 0-2 0,0 0 5 0,0 0-2 15,0 0 2-15,0 0 9 0,-25 16-8 0,14-9 6 16,-1 0 3-16,-1 3 10 0,-1-1 2 0,3 3 3 16,-2 2-3-16,-1-3 4 0,4 1-4 0,-2 2 5 15,5-4-2-15,2-1-1 0,-1 2-6 0,2-5-2 16,2 3-3-16,1-1 1 0,1-8-1 0,2 13 1 15,3-5-4-15,-2-2-1 0,3-2-3 0,3 1-12 16,4-2-11-16,-2 0-14 0,4-2-20 0,2 1-17 16,1-2-34-16,2-2-20 0,0 0-31 0,-2-3-46 15,2-2-18-15,1 2-30 0,-1-3-209 0,-2 1-486 0,2-2 215 16</inkml:trace>
  <inkml:trace contextRef="#ctx0" brushRef="#br0" timeOffset="-106892.21">12727 8849 77 0,'4'-6'201'0,"-4"6"-7"16,0 0-7-16,0-8-12 0,0 8-18 0,0 0-17 16,0 0-10-16,0 0-21 0,0-9-21 0,0 9-26 15,0 0-37-15,0 0-45 0,0 0-37 16,0 0-56-16,-5-9-114 0,5 9-243 0,-4-8 107 0</inkml:trace>
  <inkml:trace contextRef="#ctx0" brushRef="#br0" timeOffset="-93583.96">8562 5366 20 0,'0'0'55'0,"-10"-1"-3"0,10 1-2 0,0 0-8 0,-4-6 0 16,4 6-3-16,0 0-2 0,0 0-6 0,-9-3-5 15,9 3-1-15,0 0-3 0,0 0 1 0,0 0-3 16,-14 3 2-16,14-3-2 0,-8 2-3 0,8-2 0 15,-8 2-4-15,8-2-3 0,-11 2 5 0,6 0-4 16,5-2-1-16,-14 5 1 0,9-3-3 0,0 2 4 16,5-4-2-16,-13 3 0 0,5-1 4 0,2 1-3 15,6-3 0-15,-12 3 1 0,12-3-1 0,-10 2 0 16,10-2 9-16,-9 2-10 0,9-2 0 0,-6 3 1 16,6-3 6-16,-9 0-1 0,9 0 6 0,-9 2 1 15,9-2 3-15,-9 1 9 0,9-1-8 0,-8 1 9 16,8-1-4-16,0 0-5 0,0 0 0 0,0 0 3 15,0 0-13-15,0 0 5 0,0 0-5 0,0 0 3 16,0 0-2-16,0 0-3 0,0 0 2 0,0 0-2 16,0 0-5-16,0 0 3 0,0 0-3 0,0 0-4 15,31-11 3-15,-19 8-4 0,-1 0 5 0,2-1 0 16,5 1-5-16,-5-1 1 0,1 2-9 0,4-2 12 16,-1 2-12-16,-1-3 4 0,2 1-2 0,-7 2-2 15,1-1-7-15,0 1-8 0,-1 0-12 0,-1-1-19 16,-1 2-16-16,-9 1-16 0,11-2-8 0,-4 2-77 0,-7 0-179 15,0 0 80-15</inkml:trace>
  <inkml:trace contextRef="#ctx0" brushRef="#br0" timeOffset="-93070.3">8560 5302 28 0,'0'0'87'0,"0"0"-8"0,0 0 0 0,0 0-6 15,0 0-9-15,0 0-6 0,0 0-2 0,0 0-3 16,0 0-14-16,0 0 1 0,0 0-5 0,0 0-1 0,-4-7-3 15,4 7-7-15,0 0-5 0,0 0-3 16,0 0-4-16,0 0 9 0,0 0-5 0,0 0-1 16,0 0-4-16,0 0-2 0,0 0-3 0,0 0 4 15,0 0-5-15,0 0 3 0,0 0-1 0,0 0 3 16,0 0-4-16,0 0-2 0,0 0 8 0,-9 15-8 16,9-15-1-16,-8 2 14 0,8-2-13 0,0 0 2 15,-8 6 3-15,8-6 4 0,-9 3-3 0,4 1 0 16,5-4-3-16,-11 4 12 0,6-1-5 0,0 1 8 15,5-4-1-15,-8 4 5 0,8-4 10 0,-8 2 3 0,8-2-6 16,0 0 7-16,0 0-4 0,-7 1-9 16,7-1-2-16,0 0 3 0,0 0-6 0,0 0 0 15,0 0-4-15,0 0-4 0,0 0 3 0,0 0-3 16,29-11 1-16,-17 8-1 0,2-1-6 0,2 0-3 0,-2 1 9 16,3-1 8-16,1 0-17 0,-7 0-2 15,2 2-2-15,-1 0-5 0,-1-1-9 0,-1 2-7 0,-2-1-10 16,1 1-11-16,1-3-13 0,-3 2-12 15,-7 2-8-15,10-2-10 0,-10 2-5 0,9 0 2 16,-9 0 4-16,0 0-4 0,0 0-60 0,0 0-159 0,0 0 72 16</inkml:trace>
  <inkml:trace contextRef="#ctx0" brushRef="#br0" timeOffset="-91835.19">8613 5277 19 0,'0'0'39'0,"0"0"2"0,0 0-3 15,0 0 5-15,0 0 1 0,-9-2-5 0,9 2 7 16,0 0-4-16,0 0 9 0,0 0 2 0,0 0-5 16,0 0 6-16,0 0 1 0,0 0 6 0,-7-4-11 15,7 4-1-15,0 0 1 0,0 0-2 0,0 0 0 16,0 0 2-16,0 0-2 0,0 0-2 0,0 0-6 16,0 0 1-16,0 0-6 0,0 0-11 0,0 0 5 15,0 0-1-15,0 0-9 0,0 0-1 0,0 0-7 16,0 0 6-16,0 0 0 0,-7 7-5 0,7-7 1 15,0 0 0-15,0 10-3 0,0-10-6 0,0 0 16 16,2 11-10-16,-2-11 1 0,1 11 13 0,-1-11 1 16,0 11-1-16,0-4-3 0,0-1 1 0,0-6 0 15,-1 13-4-15,1-7-3 0,0-6 6 0,0 17 3 16,0-9-4-16,1 0 2 0,-1-2-1 0,0 4 0 16,0-3-1-16,0-7-2 0,0 16 3 0,1-9-3 15,0 3 2-15,1-1-4 0,-2-1 5 0,1-1-9 16,2 2 0-16,-3-2-4 0,1 0 4 0,1 0-2 15,1-1-4-15,-1 1 6 0,0 0-3 0,0-2-3 16,-2-5-1-16,3 12 0 0,-1-7 0 0,-2-5 2 16,3 12-3-16,-2-8 3 0,-1-4-3 0,3 12-3 15,-2-8 2-15,-1-4 1 0,3 9 0 0,-3-9-1 16,1 10 3-16,-1-10-1 0,0 9 4 0,0-9 0 16,1 8-1-16,-1-8-2 0,0 0 1 0,-1 11 1 15,1-11-3-15,0 7 1 0,0-7-2 0,0 0-4 16,-3 10 5-16,3-10-3 0,-1 6 3 0,1-6-2 15,0 0-1-15,-1 8-1 0,1-8 4 0,-3 5-4 16,3-5 3-16,0 0 0 0,0 0 2 0,0 12-2 16,0-12 0-16,0 0-3 0,0 0 0 0,0 9 3 15,0-9-2-15,0 0 1 0,0 0-1 0,-1 8-1 16,1-8 0-16,0 0 1 0,0 0-3 0,0 0 1 16,-1 7 6-16,1-7-9 0,0 0 6 0,0 0-2 15,0 0 0-15,0 0 0 0,-3 9 2 0,3-9-3 16,0 0 1-16,0 0 3 0,0 0-7 0,-1 7 6 15,1-7-3-15,0 0 1 0,0 0 2 0,0 0 0 16,0 8 0-16,0-8-2 0,0 0-2 0,0 0 3 16,0 0 0-16,0 0 0 0,0 0 0 0,0 0 3 15,2 7 6-15,-2-7-11 0,0 0 5 0,0 0 6 16,0 0 6-16,0 0 3 0,0 0 3 0,0 0-2 16,0 0 4-16,0 0-1 0,0 0-5 0,0 0-1 15,0 0-1-15,-14 0-3 0,14 0-1 0,0 0-1 16,-11-1-2-16,11 1 1 0,-9 0-3 0,9 0-1 15,-14-1-1-15,14 1 0 0,-12 0 2 0,12 0-1 16,-10-1-1-16,10 1-3 0,-13 0-1 0,13 0 2 16,-9 0-3-16,9 0-1 0,-10 0 3 0,10 0 0 15,0 0-3-15,-11-3 1 0,11 3 1 0,0 0 2 0,-11-1-3 16,11 1 1-16,0 0-2 0,-7-2 0 16,7 2 1-16,0 0 2 0,0 0-2 0,0 0-1 15,0 0 3-15,0 0 4 0,0 0-6 0,0 0 3 16,0 0-1-16,-12 0 0 0,12 0-1 0,0 0-3 0,0 0 1 15,0 0 5-15,0 0-5 0,0 0 1 0,0 0 1 16,0 0 0-16,0 0 0 0,0 0 4 16,0 0-3-16,0 0-1 0,0 0 2 0,0 0-4 15,0 0 2-15,0 0 0 0,0 0 6 0,0 0-8 16,0 0 3-16,0 0-6 0,0 0 2 0,0 0-1 0,0 0 3 16,0 0-1-16,0 0 1 0,0 0 0 0,0 0-4 15,-6-3 5-15,6 3-3 0,0 0 2 0,0 0-3 16,0 0-1-16,0 0 2 0,0 0-1 0,0 0 2 15,0 0-1-15,0 0 0 0,0 0 1 0,0 0 2 16,0 0-4-16,0 0 1 0,0 0 0 0,0 0 2 16,0 0-1-16,0 0-2 0,0 0 1 0,0 0 0 15,0 0 0-15,0 0 1 0,0 0-3 0,0 0 3 16,0 0 0-16,0 0-2 0,0 0 1 16,0 0 2-16,0 0-2 0,0 0 3 0,0 0 2 0,0 0-3 15,0 0 3-15,0 0 0 0,0 0 1 0,0 0-1 16,0 0 6-16,0 0-4 0,0 0 0 15,0 0 1-15,0 0 0 0,0 0-2 0,0 0 3 0,0 0 1 16,0 0 0-16,0 0-1 0,0 0 3 0,0 0-2 16,0 0-1-16,0 0-3 0,0 0 1 0,0 0 0 15,0 0-4-15,0 0 2 0,0 0 1 0,0 0 5 16,0 0-10-16,0 0 1 0,0 0-1 0,0 0 2 16,0 0 0-16,29-2 0 0,-18-1-2 15,0 1-10-15,6 0-17 0,0-1-22 0,1-1-21 0,5 1-29 16,-1 0-37-16,7-2-36 0,1 0-44 0,-10-1-112 15,9 1-354-15,-3-1 157 0</inkml:trace>
  <inkml:trace contextRef="#ctx0" brushRef="#br0" timeOffset="-80297.2">19090 7437 19 0,'0'0'166'0,"-14"0"0"0,14 0-7 0,-12-2-4 15,12 2-5-15,-10 2-5 0,10-2-7 0,-10 0-9 16,10 0-8-16,0 0-3 0,-9 2-14 0,9-2-5 16,0 0-12-16,-6 2-5 0,6-2-11 0,0 0-8 15,0 0-5-15,0 0-2 0,0 0-5 0,0 0-3 16,34-3-1-16,-13 0-4 0,8-1 0 0,0 1-6 16,8-3-6-16,-1-1-1 0,1 2 0 0,0 0-6 15,3-3-5-15,-4 3 1 0,0-1-9 0,-1 1-11 16,-3 1-15-16,-1 0-19 0,-3 2-27 0,2 1-25 15,-10 1-26-15,0-2-32 0,1 1-21 0,-3 2-153 16,-5 1-343-16,-3-1 152 0</inkml:trace>
  <inkml:trace contextRef="#ctx0" brushRef="#br0" timeOffset="-80084.27">18929 7729 148 0,'0'0'153'0,"0"0"-8"0,0 0-8 0,24 6-1 16,-3-8-3-16,6-2-11 0,5 0-13 0,2-2-11 0,4-1-9 16,11-5-8-16,-9 4-7 0,11-2-10 0,-3-4-13 15,-8 3-1-15,-4 3-12 0,-2-1-25 0,-1 1-32 16,-3 0-39-16,-2-1-41 0,-8 4-39 15,-3-2-84-15,-1 1-239 0,-4 0 106 0</inkml:trace>
  <inkml:trace contextRef="#ctx0" brushRef="#br0" timeOffset="-79783.22">19208 7251 174 0,'-3'-4'205'16,"3"4"-25"-16,0 0-19 0,-9-6-20 0,9 6-14 15,0 0-13-15,0 0-12 0,0 0 0 0,-6 13 1 16,6-3 2-16,0 2 0 0,-2 7-2 0,5 7 1 16,-2 5-5-16,1 2-8 0,-4 1-12 15,1 15-6-15,-2-14-6 0,2 11-3 0,-3-12-9 0,2 1-4 16,-1-2 0-16,-1 2-10 0,-2-3 0 0,4-3-5 15,-2-1-3-15,1-3-4 0,2-6-5 0,-1 2-15 16,1-3-10-16,1 0-19 0,3-1-30 0,-3-4-34 16,1-1-28-16,-1-3-30 0,3 1-35 0,-2-1-28 15,0-3-108-15,2-1-340 0,-3-5 151 0</inkml:trace>
  <inkml:trace contextRef="#ctx0" brushRef="#br0" timeOffset="-79569.05">19507 7283 3 0,'2'-9'236'0,"1"2"-23"15,-2 1-28-15,-1 6-20 0,4-4-13 16,-4 4-2-16,0 0-5 0,5 22-6 0,-4-2-1 16,-3 8-7-16,0 5-9 0,0 0-10 0,-2 16-9 0,-2-3-8 15,3 1-13-15,2-12-7 0,-2 0-10 0,3-2-17 16,2 1-25-16,0-1-23 0,2-3-42 0,1 0-40 15,-1-5-45-15,1 3-42 0,-1-3-158 16,-3-7-355-16,-1-1 157 0</inkml:trace>
  <inkml:trace contextRef="#ctx0" brushRef="#br0" timeOffset="-76083.54">20406 7246 112 0,'0'0'183'0,"-5"-11"-19"0,3 5 3 15,2 6-7-15,-1-8-6 0,1 8 1 16,-3-9-7-16,3 9-8 0,0 0-6 0,-1-10-13 16,1 10-8-16,0 0-12 0,-3-7-8 0,3 7-10 15,0 0-11-15,0 0-9 0,0 0-3 0,0 0-6 0,0 0-9 16,0 0-7-16,0 0-2 0,0 0-3 0,0 0-6 15,0 0-1-15,0 0-2 0,0 0-5 16,13 23-1-16,-12-16-1 0,2 6 4 0,-1 3-1 16,2 1 2-16,0-1-1 0,-5 3-1 0,2 7-3 0,-1-6 0 15,0-2 0-15,0 7-5 0,0-6-1 16,1-2 4-16,0 7-4 0,-1-9-2 0,2-4 3 16,-1 1-3-16,0-2 3 0,-1 0-3 0,2-4 0 15,0 4-7-15,-1-3 2 0,2-1 1 0,-3-6 4 0,6 12-5 16,-3-9 1-16,-1 1 3 0,-2-4-3 0,7 9 1 15,-7-9 4-15,6 4-6 0,-6-4 4 16,7 4 0-16,-7-4 5 0,0 0-3 0,10 0 10 0,-10 0-6 16,0 0 2-16,11-8 0 0,-5 1 1 0,-1 3-4 15,1-5 1-15,-2 1-3 0,2 1-2 16,-2-4-2-16,0 1 2 0,1-3 3 0,0 1-1 0,-1 0 0 16,-2 0 7-16,0 1-8 0,0-1 1 15,1-1-5-15,-1 3 3 0,0-3-5 0,-1 3 2 0,0 1-1 16,1 2-1-16,-2 0-3 0,0 7 2 0,1-12-4 15,-1 12 1-15,0 0-4 0,2-7 0 0,-2 7-1 16,0 0-1-16,0 0 1 0,0 0 5 0,0 0-3 16,17 17 2-16,-12-10-4 0,3 2 6 0,-2 0-2 15,2 1-2-15,-1-1-1 0,0 0 3 0,2 0 0 16,-2 0 1-16,0-1-3 0,-1 2 3 0,2-3 1 16,-1-2 2-16,-1-1-3 0,0-1 10 0,-2 3-7 15,-4-6-3-15,11 5 3 0,-6-4-2 0,-5-1 2 16,0 0 5-16,16-3 0 0,-11 0 5 0,1-1-6 15,-1-3 7-15,2-2-4 0,-2 1 3 0,3-3 3 16,-3 0 3-16,0 0 1 0,0-3 0 0,0-3-2 16,-2 2-1-16,-1 0 0 0,2-2 4 0,-1-2-9 0,-3 1 2 15,0-2-9-15,0 2 6 0,0-1-4 16,0 1 1-16,-2 5-3 0,1 0-5 0,1 1 5 16,0 2-8-16,-1 4-10 0,1 6-19 0,0-11-28 15,0 11-35-15,0 0-36 0,-3-8-25 0,3 8-21 0,0 0-3 16,0 0-4-16,0 0-24 0,0 31-161 15,-1-17-398-15,1 4 176 0</inkml:trace>
  <inkml:trace contextRef="#ctx0" brushRef="#br0" timeOffset="-75785.16">20890 7425 92 0,'5'-3'162'16,"-5"3"-11"-16,6-7 4 0,-6 7-13 0,8-8-5 0,-6 5-2 15,-2 3-7-15,9-11-6 0,-5 7-1 16,1-2-7-16,-1-3-11 0,0 2-1 0,-3 0-12 0,2-2-6 16,0 0 2-16,-1 0-4 0,-1-1-2 15,-2 1 1-15,1 9-7 0,-3-17-7 0,1 9-8 0,2 1 6 16,0 7-1-16,-6-9 2 0,4 4-9 0,2 5-4 16,-5-7-6-16,5 7-7 0,-6-3-3 0,6 3 2 15,0 0-14-15,-20 10-1 0,9-1-5 16,-1 3 0-16,1 3-4 0,-2 1 1 0,3 2-2 0,2-2 0 15,-1 0-2-15,4 3 2 0,2-3-9 0,3 1 5 16,0-1-11-16,4-5-7 0,0 1-19 0,5 3-20 16,3-2-18-16,-1-1-30 0,6-3-24 0,-1-1-41 15,11-2-25-15,-5-2-29 0,1-1-137 0,5 1-379 16,0-6 169-16</inkml:trace>
  <inkml:trace contextRef="#ctx0" brushRef="#br0" timeOffset="-75369.48">21540 7310 37 0,'4'-8'213'0,"-2"-3"4"16,0 6-10-16,-2 5-20 0,-2-12-12 0,2 12 0 15,-8-9-12-15,1 5-7 0,1 1-8 0,6 3-9 16,-22 3-7-16,10 0-8 0,-4 6-12 0,-1-2-9 16,1 2-10-16,0 5-11 0,2 0-6 0,0 1-8 15,3 0-7-15,0-1 0 0,4-1-12 0,3-2-5 16,1-1-3-16,1 2-1 0,3 0-1 0,0 0-8 15,2-1-11-15,2-3-1 0,1 2-16 0,0-3-1 16,2-1-7-16,1 0-9 0,0-3-7 0,-1 0 2 16,1-1-4-16,0-1-6 0,1-2 10 0,0 0 4 15,-2-2-1-15,-2-1-2 0,2-2 0 0,2 1 5 16,-3-2 3-16,-1 0-2 0,1-2 1 0,-2-1 5 16,1-2-2-16,-2 2 4 0,0-8-2 0,-2 5 7 15,1 2-4-15,-2 0 3 0,-1 0 6 0,1 1 13 16,1 3 4-16,-2 7 5 0,1-10-3 0,-1 10-4 15,0-8-4-15,0 8-4 0,0 0-1 0,0 0-4 16,0 0 8-16,0 0-5 0,0 0-3 0,0 0 1 16,1 34-1-16,2-22 3 0,-2 1-6 0,0-1 2 15,6 3-1-15,-5 0 0 0,3 1-7 0,0-1-16 16,1 0-20-16,-3-6-32 0,4 4-40 0,-1-5-37 16,1 1-33-16,2-3-45 0,-4 1-148 0,-5-7-401 0,16 6 179 15</inkml:trace>
  <inkml:trace contextRef="#ctx0" brushRef="#br0" timeOffset="-75152.19">21773 7074 248 0,'1'-10'243'0,"-2"3"-19"0,1 7-22 15,0-11-21-15,0 11-17 0,0 0-21 0,0 0-10 0,0 0-1 16,0 0-3-16,0 0-3 0,2 47-3 0,-3-17-13 15,0-2-5-15,2 1-13 0,-1 0-11 0,2 1-7 16,0-1-5-16,0 2-11 0,2-5-23 0,-1-1-19 16,-2-5-30-16,1-1-36 0,0-2-39 0,-1 0-36 15,3-1-35-15,-2-6-38 0,-2 1-144 0,2-3-371 16,-2-8 164-16</inkml:trace>
  <inkml:trace contextRef="#ctx0" brushRef="#br0" timeOffset="-74669.11">21928 7327 135 0,'0'0'223'0,"2"-10"-17"0,-2 10-22 0,2-7-13 15,-2 7-23-15,0 0-8 0,0 0 7 0,0 0 0 16,0 0-9-16,0 0-12 0,-7 29-8 0,4-18-10 16,2 0-10-16,2 1-7 0,2 1-9 0,-5-2-7 15,5 1-5-15,1-2-10 0,-2-1-3 0,0-2-4 16,2 0-1-16,3 0-7 0,-3-2 0 0,0 1-8 15,1-3-3-15,-5-3-4 0,10 4 2 0,-5-3-2 16,-5-1-3-16,12-1-4 0,-12 1-3 0,11-4-2 16,-4 1 1-16,3-3 5 0,-6 0-9 0,1 0-2 15,1-1-1-15,-1-1-2 0,2-2-4 0,-6 0 1 16,4-2 2-16,-2 4-5 0,0 1 2 0,1-2 3 16,0 5-5-16,-4 4 0 0,1-10-2 0,-1 10-2 15,0 0-2-15,2-8-5 0,-2 8 5 0,0 0 0 16,0 0 0-16,0 0-2 0,0 0 4 0,12 14-2 15,-12-14 2-15,6 11-4 0,-3-5 5 0,0 0-3 16,2-1 5-16,-1-1-4 0,5 3 2 0,-3-3-2 0,3-1 5 16,0-1 0-16,-1 1-2 0,1-3-1 15,-1 0 2-15,-8 0 1 0,17-4 0 0,-8 1-1 16,1-1 1-16,-3 1 7 0,-1-2 4 0,-1 2 4 0,1-6-3 16,-1 2 10-16,0 1 13 0,-3-4-7 15,1 1-1-15,-3-1 0 0,0 0 8 0,-2-1-2 16,1 0-8-16,-3-1-3 0,-1 2-4 0,3 0-8 15,-2 0 7-15,-1 0-12 0,1 0-9 0,-1 2-6 0,1 4-13 16,-1-3-24-16,5 7-29 0,-6-5-49 0,0 1-46 16,6 4-49-16,0 0-38 0,-9 0-186 15,9 0-477-15,0 0 212 0</inkml:trace>
  <inkml:trace contextRef="#ctx0" brushRef="#br0" timeOffset="-73551.99">22452 7261 218 0,'0'0'230'0,"0"0"-11"0,0 0-12 0,0 0-12 15,-30 6-11-15,21-3-10 0,-1 4-13 0,3-1-13 16,-2 2-9-16,3 1-8 0,-4 4-16 16,3-1-11-16,2-2-12 0,0 2-5 0,1-1-8 0,3 1-7 15,0-2-10-15,1-3-5 0,2 2-3 0,1-1-2 16,-1-2-5-16,2-1-8 0,0 0-2 0,2-1-4 15,1 0 1-15,-1-1-3 0,2-2-4 16,0 0-4-16,2-1 1 0,-10 0 1 0,16-2-3 0,-9-1 0 16,2-1-7-16,-2-1-1 0,0-3 2 0,1 1 0 15,-1-2-4-15,-1 1 0 0,1-2 2 0,-2 3-2 16,-1-3 3-16,1 2 2 0,-1-2-2 0,-2 4-2 16,1-2 8-16,-3 8 3 0,4-9 2 15,-4 9-3-15,2-6-3 0,-2 6-6 0,3-5-2 0,-3 5-2 16,0 0-5-16,0 0 5 0,0 0-4 0,0 0 10 15,2 19-10-15,0-13 1 0,-1 2 0 0,2 1 2 16,-1 1 1-16,3-3-1 0,-2 0-1 0,2-1 12 16,0-1-14-16,0 0 6 0,2-2-2 0,1 4-1 15,3-5 3-15,-1 0-2 0,3-2-1 0,-1-1 4 16,0-2-4-16,-1 3-1 0,1-7 5 0,1 4-4 16,-3-4-1-16,-1 0 1 0,1 1-1 0,-2-3-2 15,-2-1 2-15,-1 1 2 0,3-2-2 0,-4-1-4 16,-1 1-1-16,1-1 1 0,-1-1 0 0,0 4-5 15,-1-1 4-15,-1 2 18 0,-1 2-13 0,0 6-3 16,2-11-4-16,-2 11-1 0,0 0-4 0,0 0 1 16,0 0 0-16,0 0-1 0,0 0 1 0,0 0 0 15,0 0 8-15,5 25-2 0,-3-18 0 0,0 2 0 16,1-2-2-16,2 2 0 0,-3-2 2 0,-1-1 7 16,3-1-3-16,2 3 1 0,1-3-4 0,-1-3 2 15,2 0 4-15,-1 0-7 0,4-3 11 0,-1 1-10 16,-10 0 5-16,18-3-6 0,-8 1 4 0,0-3-1 15,-3 2 3-15,-1-1-8 0,-1-1 6 0,1-1-2 16,-2 1 3-16,1 1 9 0,-1-2-11 0,1 3 3 16,-1-3-1-16,-4 6 2 0,5-6-4 0,-5 6 6 15,0 0-12-15,5-6-1 0,-5 6 0 0,0 0-7 0,0 0 4 16,3 18 1-16,-3-5 8 0,3 13-2 0,-5 4 7 16,6 17-2-16,-3 1 6 0,2 7-5 15,0-1 1-15,0-1 23 0,0-1-21 0,2 2 4 16,0-2-1-16,-5-1 1 0,1-1-4 0,1-6 0 0,-1-10 2 15,0-1-3-15,0-1-3 0,-2-2-6 0,0-4 11 16,1-7-8-16,-3-3-2 0,-2-1 18 0,-1-3-11 16,0-3-6-16,-2-1 0 0,1-2 2 15,-3-1-3-15,0-5 0 0,-3 0-6 0,13 0-6 0,-23-9 5 16,9-3 13-16,3-1-14 0,-4-7-8 0,4-3-2 16,6-3 5-16,1-3-2 0,4-3-2 0,7-1 0 15,1-2 8-15,5-10-10 0,-2 9 3 16,11-8-9-16,1-1 5 0,3 2 1 0,-2 2 1 0,6 2 16 15,-1 1-16-15,-7 8 4 0,9-6-2 0,-1-2 6 16,-6 9 2-16,1 2-4 0,5-10-1 0,-8 8 1 16,0 3 0-16,1-2 0 0,-6 0 3 0,-1 0 6 15,0 4-7-15,-1 2 4 0,-1 0-3 0,-5 7 6 16,-5 2 4-16,1 2 6 0,-1 0 8 0,-2 2-1 16,-2 3 3-16,1 0 11 0,-1 6-24 0,2-9 7 15,-2 9-8-15,0 0-3 0,0 0 3 16,0 0-9-16,-18 2 7 0,8 6-1 0,-1 0-2 0,-3 4 0 15,0 4-5-15,1-4 3 0,-1 3-3 0,4 1 1 16,0-1-9-16,2 0-10 0,3 0-6 0,3 3 6 16,-1-1-4-16,4-4-10 0,3 2 1 0,1 2-2 15,0 2-2-15,6-4 6 0,-1-2 4 0,0 3-3 16,3-1 4-16,-2 2-2 0,2-4-3 0,-3 2 3 16,1 2 2-16,-1-2 1 0,-4 0 1 0,1 2-1 15,-2 0 4-15,-3-6 1 0,1 1-1 0,-3-2 6 16,-3 2 4-16,2 0-5 0,-5-1 3 0,0-1 2 15,-4 3 2-15,1-2 0 0,-1-4 0 0,-4 6-8 16,1-2-19-16,0 0-30 0,2-2-36 0,1-3-54 16,1-1-54-16,-3 1-242 0,1-4-492 0,-1 1 219 15</inkml:trace>
  <inkml:trace contextRef="#ctx0" brushRef="#br0" timeOffset="-72417.73">24013 7378 70 0,'-1'-8'239'0,"-2"-1"-11"0,-2 3-22 0,-1 0-17 16,0 0-8-16,-3 2-9 0,1 3-13 0,-4 0-18 16,0 2-10-16,-3 3-12 0,-1 3-10 0,-2 4-8 15,-6 3-7-15,4 3-11 0,-1 1-6 0,3 2-6 0,4 3-8 16,5-8-7-16,0 0-6 0,4 2-5 16,5-6-2-16,-2 7-4 0,2-7 0 0,3 1-5 15,1-2-7-15,2-1 2 0,2-2-2 0,-1-1-6 0,2 1 2 16,2-4-3-16,-2 3 1 0,2-5-4 15,0 0-2-15,0-2 2 0,0-2-7 0,-1-3 0 16,1-2 1-16,-1 1-2 0,-1-2-1 0,0-1 1 16,-1-2-1-16,-2 3-1 0,3-5-1 0,-3-2-3 0,1 1 3 15,-3 0-2-15,1 0-3 0,-3 2 0 0,1 3 12 16,-2-1-12-16,0 6 2 0,0-3-3 16,-1 8 2-16,3-11-4 0,-3 11 7 0,1-7-13 15,-1 7 5-15,0 0-3 0,0 0 2 0,0 0-1 0,0 0 1 16,5 27 0-16,-2-18 1 0,0 1 1 0,-1 0 5 15,2 1-3-15,0-4 3 0,0 4 0 0,-1-3 1 16,1 0 0-16,1-1 2 0,2-1-3 0,-2 0 3 16,1-2 3-16,2 0 1 0,2-1 0 0,3-2 0 15,-2 0-3-15,1-1 2 0,1-4-1 0,-2-1 0 16,6 0 1-16,-6-1-1 0,2-2-1 0,1-2-1 16,-3 2 2-16,-3-2 10 0,1-2-6 0,-1 3-3 15,0-5-3-15,-1-2 2 0,-2-1-3 0,1 1 1 16,-3-2 3-16,0 1-4 0,1 2-1 0,-3 3 7 15,-1 3 0-15,1 1-1 0,-1 8 0 0,2-11-3 16,-2 11-4-16,1-8-2 0,-1 8 0 0,0 0-4 16,0 0 1-16,0 0 1 0,0 0 3 0,6 29 0 15,-5-13-3-15,1 0 6 0,-1 2-3 0,0 2-1 16,3-1 0-16,-2 0-2 0,0 1 9 0,-1-1-8 16,1-1-2-16,-1-6 4 0,-1 1-2 0,3 2 2 15,-2-2 1-15,0-3-2 0,-1-1-1 0,0-3 5 16,1 1-1-16,-1-7 1 0,0 12-3 0,0-12 3 15,4 8-1-15,-4-8 4 0,0 6 5 0,0-6 5 16,0 0 2-16,0 0 0 0,0 0-2 0,0 0 0 0,18-13 2 16,-10 4-8-16,4-4-1 0,3-3-3 15,4-2 3-15,-2-4 0 0,1 0-4 0,2 0 2 16,-1-1 7-16,0-1-12 0,-5 0-7 0,3 1 4 16,-4 1-6-16,-5 4 4 0,1 0-4 0,-1 4 14 0,-2 1-10 15,-2 5-1-15,1-2 2 0,-3 2-5 16,-1 3 6-16,-1 5-5 0,2-10-2 0,-2 10 1 15,2-6-1-15,-2 6 1 0,0 0-2 0,0 0 2 16,0 0-1-16,0 0 3 0,-16 21-2 0,11-10-3 16,1-1-5-16,-2 0-3 0,3 2-4 0,1 0 1 0,-1 0-1 15,3 1-4-15,3-1 5 0,1-2 2 0,2 2 1 16,3-1-2-16,4 1 4 0,-2 1 1 0,0-4 4 16,5 1 1-16,-4 3-1 0,3-1-4 0,-6-5 6 15,1 1 0-15,-1-1 1 0,-2-1 0 16,0 2 0-16,-3-4 3 0,0 2 3 0,-4-6-5 15,5 9-1-15,-4-4 5 0,-1-5-3 0,0 8 5 0,0-8-2 16,0 0 1-16,-6 13-14 0,2-9-20 0,4-4-28 16,-8 4-33-16,3-1-37 0,5-3-49 0,-9 0-51 15,9 0-178-15,0 0-444 0,0 0 197 0</inkml:trace>
  <inkml:trace contextRef="#ctx0" brushRef="#br0" timeOffset="-72068.58">24763 7311 146 0,'0'0'221'0,"0"-8"-20"0,0 8-20 0,0 0-22 16,0 0-17-16,0 0-8 0,0 0 10 0,0 0-1 15,0 0-3-15,3 22-12 0,-3-10-9 0,1 3-8 16,0-2-7-16,1-2-7 0,1 3-4 0,1-4-10 16,1 1-4-16,-1 1-8 0,4-2-3 0,-1 1-5 15,1-1-10-15,5-1-5 0,-3-4 3 0,0-1-8 16,3-2-5-16,0-2-1 0,4 2-2 0,-5-5-5 15,1 0-4-15,-1 0-2 0,-2 0 1 0,-4 0-5 16,3-4 0-16,-4 0-1 0,3 1-2 0,-3-4 0 16,-3 1 1-16,3-3-4 0,-3 2-5 0,-2-1 1 15,1 0 2-15,-1 3-3 0,0 8 4 0,0-16-6 16,0 12 2-16,0 4-7 0,0-11 3 0,0 11 5 16,0 0-14-16,0 0 2 0,0 0-1 0,0 0 2 0,0 0 3 15,0 0-4-15,-1 28 7 0,-1-19-7 0,4 4 1 16,-2-2-15-16,0 4-24 0,1 2-31 15,-1-2-25-15,3-1-46 0,-1-2-18 0,1-2-31 16,0 2-24-16,0-4-171 0,7-1-416 0,-6-2 185 0</inkml:trace>
  <inkml:trace contextRef="#ctx0" brushRef="#br0" timeOffset="-71352.71">25152 7432 12 0,'0'0'185'0,"4"-9"-11"16,-4 9-14-16,2-4-25 0,-2 4-3 0,0 0-10 15,0 0 22-15,0 0 5 0,0 0-2 0,0 0-10 16,9 16-5-16,-8-10 0 0,1 2-9 0,-1 0-9 16,0 0-8-16,-1 0-8 0,0-8-10 0,1 14-4 15,-1-14 2-15,3 8-5 0,-3-8 5 0,0 8 3 16,0-8 1-16,0 0 12 0,3 7 8 0,-3-7 3 16,0 0-11-16,0 0-6 0,0 0-13 0,0 0-7 15,0 0-5-15,0 0-8 0,-11-23-7 0,10 17-6 16,-1-2-11-16,0-1 0 0,0 0 1 15,2-1-9-15,1 0 3 0,0-3-7 0,3 2-2 0,0-5-2 16,-2 4-12-16,6 2 1 0,-4 0-1 0,3 1-2 16,-3 2-4-16,3-1 1 0,-1 5 0 0,0 0-8 15,-6 3 1-15,15 0 14 0,-3 4-18 0,-4 1 3 16,1 2-2-16,-3 2-1 0,3 1 6 0,-1 0-2 16,0 4-1-16,-1-1 1 0,3 4 4 0,-6-6-3 15,3 2 12-15,-3-2-13 0,0-3-1 0,2 1 0 16,-4-2-3-16,2-2 8 0,-4-5-2 0,3 9 2 15,-3-9 8-15,2 6-3 0,-2-6 4 0,0 0-3 16,0 0-4-16,0 0-2 0,0 0-1 0,0 0 1 16,0 0 5-16,0 0-5 0,-2-29 0 0,0 22-9 15,5-4 2-15,-2 2 6 0,1-3-14 0,2 1-2 16,-1-5-3-16,5 1-6 0,-2-2-2 0,6 4-1 16,-1-1-3-16,3 0 6 0,-5 8-1 0,5-6 3 15,-3 6 1-15,0 0 3 0,-2 2-1 0,0 2-6 16,-3 2 7-16,3 2 4 0,3 1 2 0,-3 3 2 0,-1 1 0 15,2 1 2-15,-3 2-5 0,2 4 5 16,0-7-2-16,0 4 7 0,2 1-3 0,0 1 7 0,-2-3-2 16,2-3 3-16,-2 3 6 0,5-3-8 0,-6 0 6 15,6-3-1-15,-1-1 2 0,1 0 9 16,0-3-10-16,3 1-3 0,-5-2 7 0,3-2-5 16,-1 0-1-16,-3 0 1 0,3-2 0 0,-3-2-1 0,-2 0 4 15,-2-2-3-15,0 0-1 0,0-1 0 0,-1-1 0 16,-2-2-4-16,-2 1 3 0,-2 0-2 0,1-5-2 15,-1 1 3-15,-3 1-3 0,1 3 0 0,0 2 0 16,-1-1 3-16,0 5-5 0,0-1 2 0,3 7 1 16,-6-8-3-16,0 5-3 0,6 3-5 0,0 0 8 15,-17 7-2-15,8 0-3 0,-1 2 6 0,2 3-2 16,-1 0 4-16,3 4 11 0,-2-2-18 0,4-3-4 16,0 5-21-16,4-1-13 0,2 1-26 0,4-5-37 15,4 3-62-15,5-4-79 0,1-1-278 0,4-3-570 16,7 0 253-16</inkml:trace>
  <inkml:trace contextRef="#ctx0" brushRef="#br0" timeOffset="-70842.14">26381 7138 54 0,'0'-17'236'15,"-4"-2"6"-15,4 5-9 0,0 4-6 0,-2-1-4 16,2 3-13-16,0 8-19 0,-2-12-23 0,2 12-18 15,-2-7-15-15,2 7-15 0,0 0-14 0,0 0-5 0,0 0-6 16,6 37 2-16,-2-21-11 0,0 13-2 0,-2-1-10 16,-2 2 0-16,4 0-12 0,1 1-6 15,-3-2-1-15,3-2-5 0,-1-1-6 0,1 1-1 0,0-3-4 16,-1-5-6-16,2-2 1 0,-3 1-17 0,1 0-6 16,-2-7-26-16,3-1-22 0,-2 1-31 0,-1-1-37 15,2-1-26-15,-4 0-38 0,4-2-15 16,-4-7-2-16,0 0-16 0,0 0-19 0,0 0-118 0,0 0-367 15,0 0 162-15</inkml:trace>
  <inkml:trace contextRef="#ctx0" brushRef="#br0" timeOffset="-70302.16">26425 7370 126 0,'2'-16'138'0,"3"3"-14"0,-1 0-3 0,3-1-1 16,0-3-8-16,2 1-10 0,0 2-2 0,2-1-16 16,4-1-5-16,4-2 6 0,1-1-4 0,-6 6-5 15,4 0 6-15,-5-1-3 0,3 0-5 16,-5-2 8-16,4 4-9 0,-5 1-1 0,-1 1 0 0,-1 1-1 15,-1 0-7-15,0-1 5 0,-2 1-1 0,1 1-2 16,-4 2-6-16,3-1-3 0,-3 3-7 0,2-2-5 16,-4 6-3-16,6-9-13 0,-6 9-1 0,0 0-10 15,0 0 3-15,0 0-3 0,0 0-5 0,8 18 1 16,-6-6 0-16,0 4-1 0,-2 9-2 0,-2 3 2 16,0 0-5-16,-2 0-2 0,2 0 2 0,2-2-2 15,-2 0 3-15,1-7-3 0,-1-1 0 0,-1 0-2 16,3-6 4-16,0 4 1 0,0-4-3 0,3-1-7 15,-3-1 3-15,2-4-4 0,-2-6-5 0,1 11-2 16,-1-11-2-16,2 10 1 0,-2-10 4 0,2 7 0 16,-2-7 2-16,0 0-2 0,0 0 2 0,9-1 3 15,-9 1-2-15,16-6 1 0,-5 1 5 0,0 2-3 0,2 0 3 16,0-1-1-16,0 3 2 0,0-2-2 0,-3 2 3 16,4 1 1-16,-1 0 4 0,2 0-3 15,2-1 5-15,1 1 1 0,-2-2-1 0,4 2-1 16,-4 0-3-16,0 0 1 0,4-1 1 0,-5-1 1 0,4-1-2 15,-7 2 0-15,5-5 0 0,-4 2-1 0,-1-1 3 16,1 3 3-16,-4-3 7 0,-3-1 0 16,4-1 4-16,-1 2-6 0,-7-3 6 0,4-1-1 15,0 1 2-15,-5-1-4 0,2-1 2 0,-3 3 4 0,2-2 4 16,-2-2-5-16,0 11-2 0,-2-11 5 0,2 11-1 16,-3-10-10-16,3 10 4 0,-3-7-9 0,3 7-2 15,0 0-4-15,0 0 14 0,0 0-16 0,0 0-3 16,-21 18 4-16,16-9-3 0,-4 4-7 0,4-1-15 15,1 4-25-15,0-2-31 0,2 3-42 0,-1-6-32 16,6 2-52-16,-2-1-60 0,4-1-156 0,2-2-451 16,4 0 200-16</inkml:trace>
  <inkml:trace contextRef="#ctx0" brushRef="#br0" timeOffset="-70018.47">27872 7106 221 0,'-5'-7'274'0,"-1"1"-18"0,-1 3-11 16,0 1-19-16,7 2-16 0,-18-1-17 0,4 1-11 16,2 2-7-16,-5 5-15 0,0 0-11 0,1 3-13 15,2 4-12-15,0 0-12 0,4 4-8 0,-1 0-12 16,3-2-12-16,0 9-9 0,3-7-7 0,5 0-2 0,2-2-12 15,1 0 12-15,1 1-13 0,8-1-13 16,-1 0-6-16,3-3-9 0,3-1-12 0,8-1-21 16,-8 0-20-16,4-3-23 0,6-2-21 0,0 0-28 15,-5-3-37-15,5-2-12 0,-7-1-35 0,-1-1-9 0,-2 1-23 16,-5-2-150-16,-1-1-399 0,-2-4 177 16</inkml:trace>
  <inkml:trace contextRef="#ctx0" brushRef="#br0" timeOffset="-68818.44">28150 7118 188 0,'0'0'217'0,"3"-6"-1"0,-3 6-5 16,0 0-4-16,0 0-13 0,0 0-13 0,0 0-14 16,0 0-7-16,0-7-14 0,0 7-11 0,0 0-9 15,0 0-12-15,0 0-13 0,0 0-9 16,0 0-10-16,0 0-9 0,0 0-4 0,0 0-7 0,0 0-4 15,-5 30 1-15,3-19-6 0,2 4-5 0,0 2-3 16,0-2 3-16,0 5-8 0,2-4-4 0,-2 2 0 16,2 2-2-16,-2-6-5 0,2-2 0 0,1 1-5 15,-1-1-4-15,2-1 2 0,5-1 1 0,-4 0-4 16,4-2 1-16,-1 2-3 0,0-4 6 0,-1-3-9 16,3 2 5-16,3-3-8 0,0 0 3 0,1-2-4 15,1-3 2-15,-2 2 3 0,1-3-2 0,-2 1-9 16,0-3 5-16,-1-1-4 0,-2-2 4 0,1 0-2 15,-1-3-2-15,-3 0-1 0,3-1-2 0,-4-2 0 16,1-2 3-16,-1 0-6 0,-3 2 6 0,2-3-5 16,-2 2 6-16,0 1-10 0,-1 2 6 0,1 0 1 15,-2 3 3-15,2 3-4 0,-2-1 4 0,0 8-4 16,0-10 1-16,0 10-6 0,0 0-6 0,0-9 3 16,0 9 2-16,0 0-1 0,0 0 8 0,0 0-10 15,0 0 2-15,-2 28 0 0,0-15 3 0,-1 0-2 16,2 3 4-16,0-1 0 0,-3 2 4 0,4 0-5 15,0-5 7-15,2 1 10 0,1-1-10 0,0-2 5 16,-1 1-7-16,1-2 2 0,4 1 4 0,-2-2-2 16,2 0 1-16,1-2 2 0,4-1-1 0,-1 0-2 15,1-4 13-15,2 1-15 0,4-2 4 0,0 0-6 0,-1-4 4 16,1 2 1-16,-7 0-2 0,0-3-3 16,0-1 2-16,3-2 8 0,-6 1-8 0,1-3-5 15,-3 0-4-15,2-1 4 0,-1-4 0 0,-3 1 1 16,-1-1-4-16,-2-2 2 0,-1 1-5 0,-1-1-1 0,-4 1-3 15,2-2 1-15,-3 3-1 0,-2 4 3 16,3 1-2-16,-2-1 2 0,2 3 1 0,-1 1-4 16,-2 1-1-16,4 2 3 0,4 4-4 0,-11-6 4 15,7 1 1-15,4 5 0 0,-8-3-2 0,8 3 3 0,0 0 0 16,-7-2-1-16,7 2 9 0,0 0-11 16,0 0 1-16,0 0 3 0,0 0 2 0,0 0 0 15,20 10-2-15,-8-7 15 0,2-2-10 0,0-1-2 16,0 2-2-16,4-3 10 0,1 2-3 0,-6 0-7 0,-3 1 3 15,0-1-2-15,-2-1 0 0,1 3-5 0,-9-3 6 16,10 3-3-16,-5-3-3 0,-5 0 2 0,9 7 5 16,-4-2 3-16,-2 2 4 0,0 3 0 0,0-2 3 15,0 3-3-15,1 1 4 0,-3 0 1 0,1 0-3 16,1 1 3-16,-2-1-4 0,1 1-2 0,-1-2 1 16,1 2 1-16,3-3 4 0,-2 0-5 0,-1-2 2 15,2-2-3-15,-1 1-1 0,-1-2 1 0,4 1 3 16,-1-3-3-16,1 1 5 0,0 1-4 0,1-3 4 15,1 0-3-15,-8-2 0 0,17 0 3 0,-7-3-5 16,-3 2 3-16,2-2 2 0,-3 0-1 0,-1-1-7 16,1-2-3-16,1-1 0 0,1-2 1 0,-4-1-9 15,1-1 0-15,0-4-2 0,-2 3 0 0,0 1 0 16,-1-1 6-16,1-4-3 0,0 5-4 0,-2-1 2 16,2-1 2-16,-3 2-3 0,1 3 0 0,2-2-2 15,-1 2 6-15,0 2-5 0,-2 6 2 0,2-9 1 16,-2 9-1-16,4-9 1 0,0 6-1 0,-4 3 4 0,11-4-3 15,-3 4-2-15,-8 0 4 0,12 0-2 16,-4 1 2-16,-1 2-1 0,-1 0 1 0,1 6-2 16,1-1 4-16,-4 1-1 0,3 1 0 0,-3 2 3 15,1 3-3-15,-3-4-1 0,2 2 9 0,2-1-4 16,-3-1 1-16,1 1-3 0,1 0 9 0,-1-1-7 16,0-2 4-16,1 0-3 0,0-4 3 0,-1 4 1 15,-1-3-2-15,3-2 2 0,-1-1-2 0,0 1 1 16,-5-4 0-16,13 4 4 0,-6-2-2 0,0-2 1 0,-7 0-1 15,15-6-4-15,-7 2 1 0,-1 0-1 0,1-1 5 16,1-2 2-16,-3-5-5 0,-1 2 1 16,-1-3 0-16,0-2-1 0,1 1-3 0,-5-3-1 0,3 5 1 15,-2-1 1-15,-2 2 0 0,-2-1 0 0,3 2 3 16,-2 4 1-16,2 6 1 0,-3-12-5 0,1 8 11 16,2 4-12-16,0 0-2 0,-8-4-3 0,8 4 2 15,-13 7 2-15,4 1 3 0,-2 6-3 16,-2 0-2-16,1 0-17 0,3 1-24 0,2 1-34 0,-1 2-44 15,0-1-48-15,5-1-56 0,0 0-40 0,-1 1-195 16,5-5-498-16,2 1 220 0</inkml:trace>
  <inkml:trace contextRef="#ctx0" brushRef="#br0" timeOffset="-68582.23">29355 7258 155 0,'0'-12'213'0,"2"0"10"15,1-7-12-15,-1 6-11 0,3-3-9 0,-2 4-6 16,1 1-13-16,1 1-9 0,-1 0-12 0,1 3-12 16,-1-1-17-16,1 5-14 0,1-1-7 0,-6 4-14 15,13-3-6-15,-6 4 6 0,3 5-15 0,-1-2-5 16,0 5-5-16,1-1-6 0,-3 3-5 0,1 2-3 16,-3 3-7-16,0-3-1 0,2-2-4 0,-2 3 1 15,-1 3-3-15,-3-4-16 0,0-2-27 0,-1 1-36 16,1 0-46-16,-1-1-58 0,-1-1-55 0,-1 0-239 15,2-3-479-15,-4-1 213 0</inkml:trace>
  <inkml:trace contextRef="#ctx0" brushRef="#br0" timeOffset="-68335.09">29604 6961 58 0,'6'-18'220'0,"-1"0"11"0,-2 8-3 15,-1-3 15-15,1 2 0 0,-2 5-14 0,2-2-22 16,-3 8-24-16,2-10-22 0,-2 10-19 0,0 0-15 16,0 0-5-16,0 0 1 0,3 30-11 15,-2-11-3-15,-1 7-10 0,0 1-11 0,2 0-9 0,-6 2-4 16,4 0-4-16,-2-4-13 0,2 2 0 0,0-2-8 16,-1-5-7-16,0 0 0 0,1-1-4 15,0-3-15-15,0 2-18 0,0-3-28 0,0-2-36 16,-1-4-48-16,-1 4-55 0,2-7-50 0,0-6-53 0,-2 16-178 15,0-12-479-15,2-4 213 0</inkml:trace>
  <inkml:trace contextRef="#ctx0" brushRef="#br0" timeOffset="-68191.77">29623 7006 121 0,'1'-5'157'0,"-1"5"-26"0,3-11-6 0,-3 11-14 0,5-7-16 15,-5 7-3-15,13 0-29 0,-13 0-15 0,20 8-41 16,-7-2-42-16,0 8-45 0,-4 0-60 0,3 2-151 16,-4 2 68-16</inkml:trace>
  <inkml:trace contextRef="#ctx0" brushRef="#br0" timeOffset="-67835.86">29778 7311 76 0,'10'-2'182'0,"-1"-1"-1"0,0-3-12 0,1 2-2 15,-1-3-4-15,1-2 1 0,2-1-14 16,0-4-15-16,-1 3-13 0,-1-2-11 0,3-1-7 16,-3-1-16-16,-2-1-6 0,-1 0-7 0,1-1-4 15,-3 1 3-15,0 3 9 0,-2 0 8 0,-3 3-2 0,0 0-4 16,0 0-4-16,0 1 4 0,-3 1-16 16,3 8-2-16,-4-9-10 0,4 9-10 0,-6-6-6 15,6 6-8-15,-10-1 0 0,10 1-6 0,0 0-3 16,-14 8-4-16,10-2 3 0,0-2-5 0,0 6-3 0,0-3-3 15,2 2 1-15,2 4-6 0,0-4 7 16,1 4-2-16,0 2-3 0,4-2 0 0,0 2-3 0,-2-3 2 16,4 5-2-16,-2-7 0 0,-1 3-1 15,3 1-2-15,-4-1-1 0,0-3 2 0,3 0 1 0,-4-1-1 16,1 1-4-16,-2-3 19 0,-1-1 1 0,0-6-3 16,3 12-2-16,-3-7-5 0,0-5-2 0,0 0-9 15,-4 12-14-15,1-8-26 0,-3 0-27 16,-1 0-44-16,-5-2-45 0,0 0-32 0,1-2-51 0,-2 0-176 15,1-1-450-15,-7-4 199 0</inkml:trace>
  <inkml:trace contextRef="#ctx0" brushRef="#br0" timeOffset="-67678.78">29615 7097 127 0,'0'-8'223'0,"0"8"-32"16,4-7-17-16,0 3-17 0,-4 4-16 0,10-9-14 15,2 5-9-15,-1-1-16 0,2 2-11 0,2 1-9 16,2 0-30-16,1 0-33 0,-5 1-49 0,5-4-47 16,-7 5-61-16,-2 0-89 0,-1 0-245 0,-8 0 109 15</inkml:trace>
  <inkml:trace contextRef="#ctx0" brushRef="#br0" timeOffset="-66568.47">20538 8932 236 0,'-10'1'222'15,"10"-1"-9"-15,0 0-14 0,-9 0-8 0,9 0-13 16,0 0-19-16,0 0-11 0,0 0-14 0,18-13-12 16,-3 6-8-16,6-3-3 0,8-2-7 0,0-2-6 15,5-3-12-15,-5 0-4 0,-1 2-11 0,-1-3-5 16,-4 3-4-16,-1-2 0 0,-8 6-4 0,-2-2-1 15,-1 0-6-15,-4 3-3 0,-3-2-7 0,-1 0 8 16,-1 2-1-16,-3-1-5 0,-2-1-5 0,0 1-6 16,-5-1-4-16,0 3-1 0,-2 2-5 0,-3 0-1 15,2 1 1-15,-7 4-5 0,0 1-3 0,-1 2 2 16,1 4-5-16,-3 2 2 0,2 3 0 0,-1 8 1 16,-3 3 1-16,5 3-4 0,3 3 6 0,1 0-9 15,2 1 4-15,4 0 1 0,2-1 0 0,6 0 1 16,2-3-1-16,4 1 4 0,4-1-5 0,0-8 0 15,2 1-4-15,8 1 1 0,3-1 1 0,0-4-10 16,4-1-13-16,2-5-15 0,-1-2-18 0,2-1-26 16,-2-3-26-16,1-2-32 0,-1 0-4 0,-2-2-19 15,-6-2-5-15,0 1 1 0,-4-2 5 0,1 0 7 16,-7-3 9-16,2 2 9 0,-4-2 15 0,0 0 18 0,-1-3 7 16,-1 1 23-16,2-3 0 0,-3-2 18 0,-1 0 13 15,1-1 7-15,-3 2 21 0,1 3 9 16,1 0 16-16,-2 0 6 0,2 4 12 0,-1 0 0 15,-2 2-2-15,-1 6 1 0,1-8-7 0,-1 8 7 16,0 0 9-16,0 0 9 0,0 0 8 0,0 0 12 0,12 20-2 16,-10-12 0-16,0 2 1 0,-1 2 1 0,-1 0-3 15,0 0 0-15,0-2 3 0,0-3-13 0,0 3-1 16,0-10-3-16,-1 13 2 0,1-13 8 0,1 8 4 16,-1-8 12-16,0 0 10 0,0 8 2 0,0-8-11 15,0 0-6-15,0 0-6 0,0 0-10 0,0 0-8 16,0 0-2-16,0 0-5 0,-8-32-8 0,9 20-6 15,-1 2 11-15,4-6-20 0,-1-1 9 0,6-1-14 16,1-6-3-16,3 1-1 0,6-1-4 0,1 2 1 16,0 4-3-16,3 2-6 0,-6 4 5 0,0 2-2 15,2 2-2-15,-2 2-3 0,1 2-2 0,-5 4 2 16,0 3-1-16,-1 1 2 0,3 6-3 0,-3 1 1 16,1 1-2-16,-3 3 3 0,1 1-5 0,-3-2 0 15,1 2 6-15,-3 3-5 0,1-2-3 0,-2 0 2 16,0 0-15-16,0-2-19 0,-1-3-27 0,-2-1-39 15,1 0-39-15,-2 0-42 0,1-3-48 0,-1-1-47 16,-1-7-189-16,0 12-506 0,0-12 224 0</inkml:trace>
  <inkml:trace contextRef="#ctx0" brushRef="#br0" timeOffset="-66335.09">21548 8469 220 0,'0'-15'246'0,"-2"1"-6"0,1 3-9 16,0 4-11-16,2 0-20 0,-1 7-17 0,0 0-17 16,0 0-8-16,0 0-1 0,0 0 9 0,1 23-7 15,1-2-9-15,-1 7-9 0,1 4-15 0,1 3-12 16,0 0-4-16,-3-1-17 0,1 1-7 0,1-1-3 16,0-1-11-16,-1-1-10 0,3-1-10 0,0-1-21 0,2-2-26 15,-2-3-38-15,-2-6-48 0,0 0-58 0,-1-1-54 16,0-4-34-16,-1 1-45 0,-2-4-149 15,0-4-457-15,2-7 202 0</inkml:trace>
  <inkml:trace contextRef="#ctx0" brushRef="#br0" timeOffset="-66182.05">21459 8680 33 0,'6'-9'175'16,"0"-1"-12"-16,3 4-16 0,1 0-14 0,3-1-17 15,0 4-13-15,5-1-25 0,-2 4-28 0,2 0-42 16,4 2-52-16,-2 3-40 0,-6 3-63 0,4 2-159 16,-1 1 72-16</inkml:trace>
  <inkml:trace contextRef="#ctx0" brushRef="#br0" timeOffset="-65333.75">21766 8885 71 0,'0'0'204'0,"9"-6"-17"0,-5 2-8 0,2 0-6 16,2-2-2-16,-2 1-3 0,1-4-13 0,-1 1-16 16,3-2-15-16,-3-1-12 0,2 1-6 0,-1-1-15 15,-1-4-3-15,2 0-8 0,-5 2-5 0,1-3-5 16,-2 0-6-16,0 1-1 0,-3 1-4 0,0 3-2 16,-1-4-1-16,0 4-3 0,-2 1-4 0,-4 1 6 15,5 3-9-15,-4-2 0 0,-2 3-3 0,4 2-7 16,-4-2 0-16,9 5-1 0,-14 0-6 0,14 0-1 15,-17 9 2-15,8 0-4 0,-1 2-3 0,-1 4 0 16,2-2-4-16,2 2 0 0,2 3-4 0,-1-3 4 16,6 4 4-16,-4 0-2 0,4-2-6 0,-1-1 7 15,3 0-4-15,2 0-3 0,2-2-5 0,1-3 8 16,-1 0 0-16,6 0 2 0,-5-1-3 0,2-3 7 16,2 0-6-16,-1-1 0 0,1-1 0 0,-2-1-2 15,5-1-2-15,-3 0-2 0,1-2-2 0,1-1-2 16,-3-1 3-16,-1 0-2 0,2-2-1 0,-1-1 2 15,-1 1-5-15,1-7 1 0,-4 3-1 0,2-1 1 16,1-2-1-16,-5 0-2 0,3-6-2 0,0-1 3 16,-2 1-2-16,3-3-2 0,-2 3 1 0,3-3-1 0,-1 2 2 15,3-7-3-15,-3 7 0 0,2 2 1 0,0 1-1 16,-1 2 2-16,4 1-3 0,-5 5-4 16,1-1 7-16,1 2-2 0,-3 3-2 0,1-1 1 15,-8 3-4-15,17 3 0 0,-7 4 1 0,-2 2 4 0,-1 1 0 16,1 4-1-16,0 3 2 0,-3 1-2 0,0 0-2 15,0 0 5-15,-1 0-4 0,0 1 3 0,-1-4 0 16,0-3 3-16,-1 0-2 0,1-2 1 0,0 0-1 16,1-1 9-16,1-2-4 0,-1 0 8 0,-1 1 5 15,4-4-2-15,-4 0 4 0,-3-4-2 0,12 3 3 16,-4-2-4-16,3-3 3 0,1-2-4 0,2 0 1 16,1-6-7-16,5 2 3 0,-4-3 3 0,3 0-9 15,-2-1 10-15,-1-1-11 0,-3 0 3 0,2-1 0 16,-3-1-5-16,1-1-1 0,-3 0-1 0,-1 1 2 15,0-1 0-15,-3 1 3 0,-1-1 6 0,-2 1-8 16,-2 3 0-16,0 0-3 0,-1 1 0 0,3 0 2 16,-4 3-1-16,1 8 5 0,-2-12-4 0,2 4 14 15,0 8-10-15,0 0 13 0,-1-11-8 0,1 11 2 16,0 0-3-16,0 0-5 0,0-9-1 0,0 9 1 16,0 0-4-16,0 0-1 0,0 0 2 0,0 0 2 15,0 0-7-15,0 0 0 0,0 0 1 0,0 0 1 16,0 0-9-16,0 0 8 0,0 0-1 0,0 0-4 15,0 0 11-15,-4 23-1 0,4-23 5 0,-2 9-5 16,2-9 9-16,-3 13-3 0,2-7 0 0,1-6 3 16,-3 14 0-16,3-5-3 0,0 3-1 0,-1-2 6 15,0 2-5-15,1 4 4 0,0-2-2 0,0 2-5 16,0 0 6-16,1-3-3 0,0 0-6 0,1-1 3 16,1-1 4-16,0 3-14 0,1-2-7 0,0-2-21 15,0 2-14-15,1-2-25 0,2-1-30 0,1-2-31 16,0 0-36-16,1 1-42 0,-1-4-53 0,3-2-54 15,-5 1-175-15,3-3-529 0,-9 0 234 0</inkml:trace>
  <inkml:trace contextRef="#ctx0" brushRef="#br0" timeOffset="-65187.88">22409 8407 114 0,'-5'-4'149'15,"5"4"-27"-15,0 0-29 0,0 0-23 0,0 0-36 16,0 0-38-16,0 0-46 0,11 33-38 0,-3-18-96 16,0 2 43-16</inkml:trace>
  <inkml:trace contextRef="#ctx0" brushRef="#br0" timeOffset="-64926.09">22658 8781 81 0,'0'0'245'0,"3"-10"-12"0,-3 10-7 16,4-10-13-16,-3 1-10 0,3 0-15 0,-2 1-8 16,1-4-7-16,2 2-12 0,4-4-18 0,-3 2-14 15,5-1-18-15,0-3 2 0,3 5-21 0,0 3-5 16,-5 0-10-16,0 0-12 0,-1 7-4 0,-1-2-6 16,0 2-8-16,-7 1-7 0,14 4-4 0,-4-1-4 15,-2 7 0-15,-1-3-2 0,-1 6-6 16,1 3 1-16,-2 0-5 0,-1 1-3 0,-1 1-15 0,2-1-16 15,-1-1-33-15,-2-3-40 0,0 1-35 0,1-3-32 16,2-1-28-16,-2 0-16 0,2-1-27 0,-1-3-127 16,-4-6-382-16,13 5 169 0</inkml:trace>
  <inkml:trace contextRef="#ctx0" brushRef="#br0" timeOffset="-64419.25">23094 8685 90 0,'3'-10'180'0,"-1"0"6"0,2 1 3 0,-4 2-3 15,0 7-7-15,-3-12 4 0,1 6-8 0,2 6-9 16,-8-6-11-16,8 6-9 0,-14 0-9 0,14 0-3 16,-19 8-9-16,8 1-9 0,0-1-11 0,-2 0-6 15,3 2-12-15,3 1-5 0,-1-3-13 0,0 2-4 0,3 2-8 16,1-3-6-16,2 1 7 0,0-2-16 16,2 1-4-16,0-9-4 0,2 12 2 0,-1-8-6 15,-1-4-5-15,6 7 8 0,-6-7-13 0,7 5 2 16,-7-5-5-16,9 1 2 0,-9-1-5 0,0 0-5 0,13-3-1 15,-13 3 5-15,8-6 1 0,-8 6-7 0,5-4 1 16,-5 4-3-16,0 0 1 0,7-3 0 0,-7 3-5 16,0 0-6-16,0 0 4 0,9 5 1 15,-6 0 0-15,-1 5 5 0,3 5 10 0,1 10 1 0,1 2 3 16,2 1-1-16,0 5 4 0,2 13 4 0,1 2 2 16,2-1 8-16,0 3 10 0,1-1-5 0,1-1 8 15,0-3-2-15,0-2-1 0,-2-9-2 0,-2 0-1 16,-1-3-1-16,-1 1-4 0,-4-3-4 0,-1 0 5 15,-3-4 0-15,-2-7-3 0,-3-1-8 0,-1-6 9 16,-2 1-1-16,-7-2 1 0,2-3-5 0,-7 0-3 16,-2-3-3-16,-8 0 0 0,2-5-1 15,-6-3-5-15,1-3-3 0,-1-3 17 0,1-4-21 0,-1-3 0 16,2-2 0-16,0-3-7 0,2-1-4 0,1-3 6 16,4 0-13-16,3-3-6 0,3-1-6 0,4-2-9 15,7 0-8-15,5 1 4 0,3-1-7 0,5 2-8 16,6 0 3-16,3 4-3 0,3-2-7 0,6 2 0 15,1 6-13-15,1-4-10 0,4 6-12 0,0 2-26 16,3 0-25-16,-1 0-32 0,5 4-32 0,13-2-28 16,-3 1-31-16,-10 4-209 0,-3-1-508 0,5 3 225 15</inkml:trace>
  <inkml:trace contextRef="#ctx0" brushRef="#br0" timeOffset="-64202.09">23693 8693 171 0,'4'-16'192'0,"4"0"-1"16,-6 4-8-16,1 2-10 0,0-4 6 0,-1 9 1 16,1-5 2-16,-3 4-4 0,0 6-14 0,4-7-18 15,-4 7-16-15,0 0-10 0,0 0 5 0,0 0-3 16,0 0 1-16,3 32-7 0,-3-15-10 0,-1 1-9 0,0 5-9 16,0 4-8-16,-1-6-12 0,2-2 0 15,-1 0-10-15,0-2-9 0,1-1-19 16,0 0-25-16,1-3-30 0,-1-2-32 0,0-2-46 0,0 3-58 0,-1-4-52 15,-1 0-55-15,2-8-149 0,0 0-450 0,0 0 199 16</inkml:trace>
  <inkml:trace contextRef="#ctx0" brushRef="#br0" timeOffset="-64052.57">23741 8328 132 0,'1'-6'125'0,"-1"6"-18"0,4-5-15 0,-4 5-25 16,0 0-13-16,0 0-22 0,16 21-23 0,-8-1-15 16,0 7-32-16,0 5-58 0,-2 1-104 15,1 0 46-15</inkml:trace>
  <inkml:trace contextRef="#ctx0" brushRef="#br0" timeOffset="-63818.46">23916 8810 118 0,'0'0'254'0,"0"0"-10"0,0 0-16 15,0 0-20-15,0 0-15 0,0-19-7 0,0 19-15 16,-3-15-13-16,2 6-8 0,-2-1 0 0,3-1-15 16,2 0-13-16,0-2-13 0,5-4-7 0,-2 5-10 15,1 1-10-15,2 2-5 0,-1-1-9 0,1 2-9 16,-3 3-6-16,3-2-5 0,-2 6-9 0,2 0-2 16,-8 1-5-16,15 5-4 0,-6 1-4 0,1 3 2 15,-2 1-4-15,-3 1-2 0,0 4-2 0,2 3 3 16,-2-1-10-16,-1-2-2 0,-2 2-12 0,2-3-29 15,-3-1-35-15,1-1-39 0,0-1-40 0,1-1-43 16,-2-3-42-16,2 1-189 0,-3-8-455 0,8 6 201 16</inkml:trace>
  <inkml:trace contextRef="#ctx0" brushRef="#br0" timeOffset="-63561.14">24336 8397 135 0,'-2'-17'244'0,"2"1"0"0,-2 5 8 0,1 2-1 16,1 1-6-16,0 8-15 0,-2-11-10 0,2 11-25 16,-2-6-14-16,2 6-22 0,0 0 5 15,0 0-2-15,0 0-3 0,4 36 15 0,-1-11-7 16,-1 4-13-16,1 2-13 0,-3 2-13 0,0-3-12 16,0-1-14-16,0 3-3 0,0-4-13 0,-3 2-10 0,3-5-4 15,0 2-8-15,-2-1-5 0,2-8-13 16,-2 2-39-16,4-1-21 0,-2-3-30 0,0 1-30 15,0-4-27-15,-3-2-37 0,3-3-35 0,-1 2-25 0,0-3-25 16,1-7-8-16,-2 11-11 0,2-11-23 0,-4 4-174 16,4-4-474-16,0 0 210 0</inkml:trace>
  <inkml:trace contextRef="#ctx0" brushRef="#br0" timeOffset="-63251.82">24308 8661 65 0,'4'-11'146'0,"2"2"-14"16,1 1-5-16,0 0 0 0,0 2 8 0,4 0 0 15,-2 1 5-15,2 3-1 0,-4 0 1 0,4 1 0 16,-1 2-3-16,1 1-6 0,-2 2-4 0,1-3-9 16,-1 7-2-16,4-2-3 0,-5-2-9 0,1 2-10 15,1 1-2-15,0-2-7 0,0 2-8 0,2-3-5 16,-6-1-5-16,4 3 0 0,2-4 2 0,-1 0-5 16,-3-2-4-16,1 2 0 0,-3-1 3 0,-6-1-7 15,16-5 2-15,-8 1 4 0,0 0-9 0,-3 1-11 16,2-5 5-16,-3 3-8 0,2-5-1 0,-2 2 0 15,-2-1-3-15,2-1-5 0,-4-2-3 0,0 2-3 16,0-1 1-16,-2 1-3 0,0 1-4 0,0 0 0 16,-1 3-7-16,3 6-3 0,-7-13-11 0,2 9-15 15,-1-1-18-15,-5 5-15 0,11 0-20 0,-19 5-29 16,7-1-39-16,2 3-43 0,0 0-49 0,2 2-54 0,-1-2-162 16,3 2-483-16,6-9 215 0</inkml:trace>
  <inkml:trace contextRef="#ctx0" brushRef="#br0" timeOffset="-63001.94">25026 8445 209 0,'4'-12'286'16,"1"3"-3"-16,0 1-3 0,-2 2-1 0,0-1 1 0,1 3-19 15,-4 4-14-15,3-9-25 0,-3 9-18 0,0 0-16 16,0 0-6-16,0 0 8 0,16 20-7 0,-10-1-3 15,-4 6-11-15,-1 0-20 0,-1 2-13 0,-1 0-10 16,-1 3-5-16,0-3-17 0,-1-2-7 0,-1 1-13 16,3-2-7-16,-2-3-11 0,3-2-23 0,-3-1-27 15,2-2-38-15,1-1-39 0,-1-1-35 0,1-3-28 16,-1 0-37-16,-2-1-48 0,1-3-41 0,2-7-37 16,-3 10-10-16,-1-7-230 0,4-3-568 0,-9 0 251 15</inkml:trace>
  <inkml:trace contextRef="#ctx0" brushRef="#br0" timeOffset="-62418.52">25081 8577 130 0,'13'-16'139'0,"6"-2"0"15,-2 0 2-15,2-1-14 0,-5 6 9 0,-1-1 4 16,3 0 9-16,-3 3 6 0,1-3 5 0,-6 5 0 16,0-1-5-16,-1 2 0 0,1-2-11 0,-1 2-6 15,-1-1 0-15,-1 2-8 0,0 1-1 0,-3 1-8 16,-2 5-9-16,3-8-12 0,-3 8-8 0,6-4-8 15,-6 4-13-15,0 0-10 0,0 0-11 0,0 0 8 16,0 0-9-16,6 22 2 0,-8-5-8 0,1 3-1 16,0 7-3-16,-6 0 2 0,5 0-4 0,-1 1-6 0,0-1-5 15,-3 0-2-15,1-2-3 0,2-6 0 0,1 0-2 16,-2-2 1-16,3 2 0 0,-2-4-3 16,2-3-7-16,1-2 9 0,-2-3-9 0,2 1-6 0,0-8 1 15,0 13 0-15,0-13 1 0,0 9-2 0,0-9 6 16,0 0-4-16,0 7-2 0,0-7 3 15,0 0-2-15,0 0 1 0,0 0 1 0,0 0-8 16,0 0 4-16,29-17-11 0,-16 8 13 0,2-1-7 0,-2 2-2 16,5 1 1-16,-3 0-3 0,-2 4 12 0,1 1-13 15,-1-3 0-15,-3 2 8 0,-1 3-3 0,1 3 4 16,0-3 6-16,3 5-2 0,-4-3 16 0,1 0-16 16,2 3-5-16,-2-2 6 0,3 1 1 0,-4 0 0 15,2-1 1-15,3-2-13 0,-3 1 12 0,5-2 1 16,1-2 9-16,1 1-13 0,-2-3 2 15,-2-1 1-15,3 1-9 0,-2-4 6 0,-4 3-3 0,2-2 0 16,-4 0 6-16,-2 0-7 0,1-1 4 0,-2 0-12 16,0-1 3-16,-1 0 10 0,-1-3-5 0,0 1 2 15,-2 1-3-15,-4 1 1 0,2-3 6 0,-2 0 1 16,0 4-4-16,-2 1 7 0,3 0 4 0,1 7 11 16,-8-8-10-16,3 5-4 0,5 3-1 0,-12-1 3 15,1 6 6-15,3 0 3 0,-4 2-9 0,-1 6-2 16,1-2 5-16,1 2-5 0,1 0 2 0,2 2-2 15,1-1 9-15,3-1-27 0,2-1-16 0,-1 1-19 0,4-2-28 16,1 2-36-16,2-3-44 0,2 0-63 16,5-2-63-16,2 2-298 0,1-4-621 0,3-4 274 15</inkml:trace>
  <inkml:trace contextRef="#ctx0" brushRef="#br0" timeOffset="-61463.52">26443 8349 15 0,'-2'-20'251'0,"2"4"-17"0,0-2 2 0,-3 6-12 15,3 0-13-15,0-1-14 0,-2 4-6 16,2-1-4-16,0 10-15 0,0-10-15 0,0 10-19 0,0 0-12 15,5-5-10-15,-5 5 0 0,0 0-4 0,7 33 0 16,-3-7-2-16,-2 5 0 0,0 2-3 0,3 3-16 16,-3 0-1-16,-2 10-7 0,2 1-3 0,1-12-9 15,0-3-6-15,-1 0-12 0,-2 4-3 0,2-4-2 16,0-4-2-16,0 1-10 0,1-1-4 0,-3-2-3 16,2-7-20-16,0 0-17 0,-2-2-18 0,-2-4-34 15,4 2-39-15,-2-4-36 0,0-1-37 0,0-1-32 16,0-3-24-16,2 1-28 0,-2-7-198 0,0 0-490 15,-7 7 217-15</inkml:trace>
  <inkml:trace contextRef="#ctx0" brushRef="#br0" timeOffset="-60869.46">26419 8578 42 0,'8'-10'174'0,"6"0"-7"0,-3 5-1 0,4 0 0 16,6-1 4-16,-3 5-4 0,2 2-1 0,0 2-10 15,-1 1-9-15,0 5-9 0,6 4-10 16,-8 0-10-16,4 3-8 0,-7-2-10 0,-1 1-1 16,1 2-15-16,-3-2-5 0,-4 3-5 0,-1-4-4 0,-4-3-6 15,2 2-4-15,-4-2-2 0,-3 0-4 16,0-1 4-16,-3-2-11 0,-1 0-3 0,1-2 7 16,-4 0-12-16,3-2-2 0,-3-3-2 0,3 1-1 15,-2 0 2-15,9-2 0 0,-12 0 2 0,12 0-4 16,-12-7-3-16,11 2-1 0,-4-1-3 0,5 6-5 0,2-18-3 15,2 7-3-15,4-3-1 0,1 2 0 16,9-2-2-16,-5 2 0 0,3-1-3 0,0 2-5 16,9-7 3-16,-7 6-2 0,4-1-1 0,-6 2 2 0,1 1-5 15,0-2 8-15,-2 3-6 0,1-1 8 0,-3 0 1 16,-1 2-10-16,-3 0-2 0,2 2 0 0,-2-3-3 16,-4 1 9-16,1 4-6 0,0 2 4 0,-5-4 2 15,-1 6 3-15,9-4 3 0,-9 4 3 0,4-7 1 16,-4 7-2-16,0 0-5 0,5-3-4 0,-5 3 6 15,0 0-8-15,0 0 3 0,0 0 2 0,-9 19 6 16,2-12-5-16,0 10 5 0,-4 0 8 0,2 0-14 16,2-1 3-16,1-2-8 0,1-1 5 0,1-3-1 15,2 2-2-15,0 0 3 0,-2-3-5 0,4 0 3 16,0 0 2-16,0-2 1 0,0-7-4 0,8 11-2 16,-6-8-1-16,2 1-3 0,-4-4 0 0,11 2-3 15,-3-2 3-15,-8 0 0 0,13-4 0 0,-5-1-2 16,2-1 3-16,-1-2-2 0,0 1 0 0,1-3 2 15,0 0-1-15,-3 1 0 0,4-4-4 0,-2 4 4 16,0-1 0-16,-1 0-1 0,-3 2 3 0,2 3-1 0,-4 0-4 16,1 0-1-16,-4 5-2 0,9-6 4 15,-9 6-7-15,0 0 5 0,11 7-8 0,-6-2-11 16,-1 3-24-16,1 4-37 0,-1-1-33 0,-2 6-48 16,3-2-44-16,-1 0-33 0,-4 3-221 0,5-4-502 15,-3-1 223-15</inkml:trace>
  <inkml:trace contextRef="#ctx0" brushRef="#br0" timeOffset="-60068.68">27144 8699 123 0,'5'-16'209'0,"-1"1"-9"0,1-1-15 0,-1-1-16 16,3 0-4-16,1 2-8 0,0-4-9 0,0 2-14 15,5-5-3-15,-1 6-16 0,-3 1-4 0,0 7-9 0,2-2-5 16,-2 4-10-16,-2-2-6 0,3 8-10 0,-4-3-3 15,3 3-4-15,-9 0-3 0,16 5-1 0,-6 3 13 16,-3 1 4-16,2 4 1 0,-2-2-7 16,-2-1 3-16,1 8-9 0,3-4 2 0,-1 2-6 0,-4-6-4 15,2 3-7-15,-1-5-4 0,1 3-6 0,1-1 2 16,0-3-4-16,2 0-3 0,-2 0-4 0,1-5 0 16,2 1-7-16,1-1-4 0,1-1 4 0,-2-2 1 15,-1-1-9-15,3-1 5 0,-3-1-10 0,1-3 8 16,-5 2-10-16,5-4 0 0,-4 1-6 0,0-2 5 15,-1 3-5-15,-1-2-1 0,2-1-2 0,-4 0 5 16,0-1-6-16,0-1-3 0,2-3 0 0,-3 2 3 16,-1-2-3-16,2 5 5 0,-2 2-4 0,0 8 0 15,2-12 1-15,-2 6-1 0,0 6-4 0,0-9 2 16,0 9-3-16,0 0 1 0,0 0 4 0,0 0 3 16,0 0 0-16,0 0 1 0,9 22 1 0,-7-13 3 15,-2 4 1-15,2 2 3 0,1 3-1 0,-1 0 5 16,-2 0 1-16,0-2-5 0,0 0-4 0,0-1 1 15,-2-2 0-15,-1-4 2 0,3 1-8 0,0-2 11 16,0-8-1-16,0 12 2 0,0-12-3 0,-2 10-6 16,2-10 5-16,2 5 2 0,-2-5 8 0,0 0-12 15,0 0 0-15,0 0-4 0,16-12-2 0,-9 6-2 16,7-6-3-16,-1 2 3 0,3-3-8 0,-3 2-4 16,9-7 1-16,-8 5-3 0,0 0 2 0,1-3-3 15,1-4 3-15,-3 7-3 0,-2-1 6 0,1 0 0 16,-3 0 0-16,0 4 2 0,-4 1 0 0,-1 0 2 15,-1 1 1-15,1 2 5 0,-3-2 7 0,-1 8-3 16,3-6 1-16,-3 6-4 0,0 0-2 0,0 0 3 16,0 0 2-16,0 0 4 0,0 0 5 0,0 0 5 0,-4 33-7 15,3-23 3-15,1 0 3 0,-3 1-1 0,3 0 2 16,0 0 2-16,1 1-6 0,1-2 0 0,1 0-1 16,1-1 4-16,0-2 4 0,1 2-3 0,3-5-5 15,-2 1 1-15,2 0 1 0,2-2-3 0,1 0-1 16,0-3 0-16,-2 0-4 0,5-3 5 0,-2 0-5 15,0-1-1-15,-3 0-2 0,0 1 1 0,1-5 0 16,-2 1-1-16,-1-3 11 0,-2 4-19 0,0-3 5 16,1-2-9-16,-2-2 14 0,0 5-13 0,1-3 8 15,-3 3-3-15,2-1 1 0,-1 4 2 0,1-1 0 16,-4 6-8-16,3-7-1 0,-3 7 0 0,0 0 1 16,0 0 2-16,0 0 0 0,0 0 1 15,12 10 1-15,-11-2-3 0,-1 2 4 0,3 3 2 0,-3-3-1 16,2 4-3-16,-2 0-1 0,0 2-17 0,2-5-24 15,-5 6-29-15,2 1-50 0,-3-2-40 0,-1-2-62 16,2-4-42-16,-4 4-220 0,0-3-530 0,1-3 234 16</inkml:trace>
  <inkml:trace contextRef="#ctx0" brushRef="#br0" timeOffset="-59898.32">27761 8323 199 0,'0'0'177'0,"-2"-4"-37"0,2 4-27 15,0 0-30-15,0 0-38 0,0 0-45 16,0 0-45-16,0 0-74 0,27 12-129 0,-7-8 58 16</inkml:trace>
  <inkml:trace contextRef="#ctx0" brushRef="#br0" timeOffset="-59651.86">28281 8248 6 0,'-1'-7'275'0,"1"-3"-6"0,0 10-11 0,0-14-7 15,0 14-4-15,-4-10-12 0,4 10-18 0,0-10-20 16,0 10-21-16,0 0-18 0,0 0-18 16,0 0-10-16,0 0 9 0,9 29 1 0,-4-5-5 15,-5 4-6-15,2 0-10 0,0 4-13 0,-2 3-2 0,0-4-13 16,-2 5-9-16,0-2-12 0,2-2 0 0,0-2-6 15,-4-2-12-15,2-1 0 0,1-4-16 0,-1-2-10 16,1-4-21-16,-3 0-20 0,4-1-28 0,-1-4-29 16,-2-3-28-16,2 1-23 0,-3-3-25 0,0-1-30 15,3 0-25-15,1-6-17 0,-9 4-25 0,9-4-194 16,-9 3-475-16,9-3 209 0</inkml:trace>
  <inkml:trace contextRef="#ctx0" brushRef="#br0" timeOffset="-59351.99">28251 8501 13 0,'10'-8'108'0,"0"5"-2"0,2-3 8 16,0 3-4-16,0 0 4 0,2 2 3 0,-1 2-8 15,-4 2 16-15,5 2-11 0,2 2 4 0,-3-3-12 16,-2 2 4-16,0 0-5 0,3 0-7 0,-1 3-7 16,-1-5-3-16,1 0-5 0,-2 1 1 0,2 0-1 15,-2-2 4-15,0-2-5 0,-1 0-4 0,1-1 1 16,-1-1-1-16,0 0-1 0,-2-2 1 0,-2 0-2 15,3-4-2-15,-4 0 0 0,3 1-7 0,-3-3 3 16,0-2-13-16,-1 2-5 0,-2 2 8 0,1-5-9 16,-3 5-3-16,0-3-6 0,0-1 1 0,-1 3-8 15,-2-2-5-15,-2 1-5 0,-1-1-2 0,-1 4-10 16,1 1-14-16,-1 0-18 0,-4 1-17 0,1 3-21 16,-3 2-21-16,-2 3-24 0,-5 3-36 0,5-1-37 15,-3 6-38-15,0 6-24 0,0 1-154 0,7-4-421 16,-1 1 187-16</inkml:trace>
  <inkml:trace contextRef="#ctx0" brushRef="#br0" timeOffset="-58983.65">28575 8629 184 0,'9'-4'201'0,"-1"1"-2"0,2-5 1 16,1 2-9-16,-2-2-4 0,2 0-4 0,-4 3-18 15,0-1-11-15,-1-2-16 0,3 2-7 0,-4-5-13 16,0 3-12-16,0-2-6 0,-2-2-8 0,1 0-9 15,-4-5 0-15,0 2-7 0,0-2-4 0,-1 3 1 16,-2-4-5-16,-1 2 14 0,-1 0-14 0,0 1 10 16,-2 4-16-16,1 3 6 0,1-1-11 0,-1 0-5 15,-1 1 2-15,3 2-8 0,0 0 1 0,4 6-5 16,-6-7-8-16,6 7-1 0,-4-6-4 0,4 6-4 16,0 0-4-16,0 0 0 0,0 0-5 0,21-3 2 15,-8 4 3-15,7 1-6 0,3-2-3 0,4 0 5 16,0 0-3-16,1 1-11 0,0 1 11 0,-10-1-6 15,0 4 2-15,2-3-5 0,-6 0-3 0,-5 4 4 16,1 1-5-16,2 1 7 0,-3 0 4 0,-3 2 11 16,2 4 0-16,-3-1 13 0,0 1-4 0,-1 2 2 15,-4 0 8-15,0 1 0 0,-3-1 6 0,-1 0-11 0,-1-2-2 16,3 0-3-16,-1-3-4 0,1 6-11 16,-1-5 2-16,-3-2-38 0,3 0-24 0,2 1-44 15,-2-1-54-15,2-1-52 0,0 1-63 0,1-3-48 16,0-7-231-16,1 10-581 0,4-8 257 0</inkml:trace>
  <inkml:trace contextRef="#ctx0" brushRef="#br0" timeOffset="-58018.98">29477 8272 68 0,'-2'-11'261'0,"-2"1"-5"16,0 1-3-16,-2 2-10 0,-3 1-8 0,0 1-11 15,-1 3-13-15,-4 2-10 0,-2 3-14 0,-3 1-9 16,-1 3-18-16,-3 7-10 0,0 0-13 0,2 5-15 16,7-7-9-16,0 3-1 0,0 6-21 0,6-6-2 15,1-1-10-15,2 3-9 0,2-4 6 0,2 0-18 16,2-1-8-16,2-2-2 0,2 3-3 0,2-2-1 16,1-3-5-16,0 0-1 0,3-2-6 0,2-2-4 15,-3 0-5-15,3 0-2 0,-3-4-5 0,2 0-4 16,-1-1 4-16,-2-3-4 0,0 0 1 0,1-2-12 15,-2-2 2-15,-2 0 4 0,1-2-6 0,-1 0 3 16,-2 0 3-16,1-2 10 0,-1-2-16 0,2-1-7 16,-3 3 8-16,0 1-4 0,-1 0 1 0,2 2 5 15,-2-2-2-15,0 3 4 0,-1 0-9 0,-1 8 3 16,1-10 6-16,2 4-6 0,-3 6 1 0,0 0-4 16,2-9 2-16,-2 9-3 0,0 0 3 0,0 0 7 15,0 0 1-15,0 0 15 0,2 27-9 0,-2-15 0 16,0 1 10-16,1-1-9 0,0-2 5 0,0 7-6 15,1-6 7-15,2 4 4 0,-1-3-5 0,0-2-5 16,3 3 7-16,-1-2-2 0,3-2 9 0,0-2-2 16,3 1-8-16,-1-3-4 0,2 0-4 0,1-1 5 0,3 1-6 15,2-4 1-15,-4-1 2 0,6 0-2 0,-3 0-2 16,-5-3 2-16,-1-4-4 0,2 3 14 16,-4-1-9-16,0-1-12 0,1-2-3 0,-2 0 3 15,-2-3 6-15,0 2-5 0,-3-2-2 0,2-1-5 0,-1-5 6 16,-1 3-12-16,-3-5 2 0,1 4 7 0,-2-2-3 15,-1 1-7-15,1 4 14 0,-1-1-10 0,-2 1 5 16,-1 1 0-16,-2 3-3 0,4 1 1 0,-3-2 4 16,1 3-1-16,1 2-1 0,-2 0 0 0,1-1 17 15,5 5-14-15,-6-7 2 0,6 7-1 0,0 0 2 16,-4-4-2-16,4 4-4 0,0 0-1 0,0 0 6 16,0 0-4-16,0 0 2 0,0 0 3 0,0 0 1 15,0 0-7-15,25 4 14 0,-14-3 3 0,1-1-6 16,6 1-5-16,1-1 0 0,-6 0 5 0,0 0 1 15,6-1-5-15,-5 1 0 0,-4 0 4 0,1-1-6 16,-11 1 1-16,14 0 0 0,-9 1-2 0,-5-1-3 16,9 4-7-16,-4-2 4 0,0 2 2 0,0 1 1 15,-1 1 2-15,-2 3 11 0,1 1-2 0,-2 0-7 16,-1 3 5-16,2-2 4 0,-1 2 3 0,-1-3 0 0,0 2-4 16,0 1 5-16,1 2-14 0,2-2 10 15,-2-2-5-15,2 0 8 0,-1-1-2 0,3 0-2 16,-1 0-5-16,2-2 2 0,2 0 1 0,2-2 5 15,3-2-12-15,-1 0 9 0,3-1-3 0,4-3-10 0,2-3 5 16,0 2-10-16,0-2 0 0,4-4-1 0,-4 1-8 16,-1-1 7-16,-2 1-8 0,-1-4 6 15,-1 0 0-15,1-1-4 0,-4-3-5 0,-1 1 1 16,-1-3 5-16,-1 2 4 0,-1-3 1 0,-4 1 2 0,-3-1 2 16,2 2-7-16,-4 2 2 0,0 2 6 0,-1 1 3 15,-3 0-11-15,-1 5 9 0,-1 0-3 16,-1 1 6-16,-3 5 6 0,10-1-3 0,-27 7 4 0,8 2 2 15,1 1 9-15,2 2-5 0,0 0 2 0,2 3-7 16,4 0 0-16,1 0 1 0,0 0 4 0,7 0-21 16,0-2-25-16,5 6-18 0,4-4-30 0,2 2-52 15,2-2-61-15,5-2-73 0,10-1-53 0,-11-1-213 16,4-2-580-16,1-4 257 0</inkml:trace>
  <inkml:trace contextRef="#ctx0" brushRef="#br0" timeOffset="-54402.15">30932 8149 174 0,'0'0'224'0,"-5"-10"-12"0,1 6-2 0,1-3-6 16,3 7-10-16,-8-11 1 0,3 7-20 0,-1 0-18 15,0 0-12-15,-1 0-10 0,0 2-13 0,7 2-12 16,-17-2-8-16,7 4-9 0,-2 2 0 0,1 0-11 15,-1 2 1-15,-4 0-9 0,2 7-6 0,-4-2-6 0,2 3-6 16,0-1-1-16,-2 5-4 0,4-3-5 0,3 0-1 16,-1 2-6-16,4-2 0 0,0 0-7 15,5-2-5-15,0 0 1 0,2 0 1 0,-2-2-6 16,6 3-3-16,-3-1-1 0,2-4-4 0,1 3 3 16,1-1 1-16,1-3-3 0,1 0-4 0,1-2 3 15,1-1 2-15,-1-2-5 0,2 2-3 0,2-1 1 16,-3-2-2-16,-8-2 2 0,17-5-3 0,-8 4 6 0,-2-2-5 15,2 0-1-15,-2-3-2 0,2 1 3 16,-2-1-2-16,0-1 2 0,0-3-2 0,0 0 0 0,-4 1 2 16,3-3-6-16,-1 2-2 0,-1-1 2 0,0 0 0 15,-1-2-1-15,4 2 3 0,-2-4-2 0,-1 4-1 16,-1 1 7-16,0 2 7 0,0 1-5 16,-1 1 5-16,-2 6 4 0,3-10-5 0,-3 10-7 0,1-5 6 15,-1 5-11-15,0 0-3 0,0 0 8 0,0 0 9 16,0 0 4-16,-4 32 4 0,2-20-7 0,-1 6 1 15,-1-2 2-15,3 2 1 0,-2 1-5 16,-1 0-3-16,4 8 1 0,-1-2-1 0,1-7-3 0,1-1-8 16,2 1-21-16,1-2-25 0,-2-6-35 0,1 5-43 15,2-6-51-15,1 1-37 0,0-1-40 0,1-1-36 16,1-2-183-16,2-2-507 0,-1-2 225 0</inkml:trace>
  <inkml:trace contextRef="#ctx0" brushRef="#br0" timeOffset="-54166.16">31132 8079 39 0,'3'-18'242'0,"1"2"-1"0,-4 4-3 16,1 1 1-16,0 4-10 0,-1 1-13 0,0 6-24 16,-1-10-20-16,1 10-18 0,0 0-11 0,0 0-7 15,0 0 3-15,0 0-15 0,-4 38 1 0,3-14-12 16,-3 1-10-16,0 2-6 0,0-1-5 0,-1 3-14 15,4-2-6-15,-1 0-7 0,0 0-9 0,0-3-17 16,-2 3-19-16,1-2-34 0,1 0-28 0,0-4-48 16,-1 4-39-16,0-8-45 0,3-5-50 0,0 3-46 15,-1 0-134-15,-4-3-437 0,5-12 194 0</inkml:trace>
  <inkml:trace contextRef="#ctx0" brushRef="#br0" timeOffset="-53667.23">31218 8295 10 0,'4'-7'226'0,"-2"5"-14"0,-2 2-15 16,4-9-16-16,-4 9-12 0,0 0-1 0,0 0-2 15,0 0-1-15,0 0-7 0,0 0-14 0,0 26-9 16,-1-16-13-16,0 0-10 0,1 2-8 0,0-2-11 16,0 1-9-16,0 1-6 0,0 0-9 0,4-2-4 15,-2-1-8-15,2 1-4 0,1-2-3 0,-1-3-8 16,1 1 0-16,0-2-2 0,-5-4-4 0,8 4-6 15,-2-2-2-15,-6-2 2 0,0 0-7 0,18-6 1 16,-14-1-2-16,4 1-3 0,-5 2-1 0,2-1-3 16,-1-2-1-16,3-1 0 0,-5-4-2 0,3 4 0 15,-1-3-2-15,0 3-2 0,0-2 1 0,-3 2 1 16,-1 8-1-16,3-11-3 0,-3 11 4 0,3-7-9 16,-3 7 3-16,3-5-1 0,-3 5-4 0,0 0-1 15,0 0 4-15,0 0-2 0,0 0 5 0,0 0-4 16,4 23-3-16,0-17 4 0,-2 0 2 0,1 0-3 15,2 2 5-15,1 1-3 0,1-1 7 0,-1-1-4 16,2 0 6-16,5-3-3 0,5 0 7 0,-1-3-8 16,5 1 0-16,-3-2-1 0,8-6 2 0,0 1-2 0,-7-2-1 15,0 1-3-15,-3-2 10 0,0 2 8 16,-2-3-1-16,-4 0 2 0,-1 1 1 0,-3 1 5 16,0-5 3-16,-3 0 0 0,1 1-1 0,-4-2-4 15,-1 0-1-15,-1 2-2 0,-3-2 0 0,0-2-6 0,-1 5-3 16,-1-2-1-16,-3 2-7 0,2-2-9 0,0 3-5 15,-2 1-25-15,-1 2-15 0,-1 2-22 0,-4 1-27 16,2 5-25-16,-5 3-35 0,6-3-23 16,-4 5-42-16,1 1-32 0,2 4-180 0,2-4-470 0,3 0 208 15</inkml:trace>
  <inkml:trace contextRef="#ctx0" brushRef="#br0" timeOffset="-52517.44">31774 8239 185 0,'4'-4'211'0,"-4"4"7"16,4-9-8-16,-4 9-4 0,1-7-9 0,-1 7-10 16,2-6-16-16,-2 6-17 0,0 0-15 0,0 0-16 15,0 0-13-15,0 0 5 0,-22 7-9 0,12 1 2 16,-2 2-3-16,-2 2-5 0,3-3-9 0,2 0-4 16,-2 5-10-16,5-5-7 0,-1 1-4 0,3 0-2 15,2 2-4-15,-1-4-4 0,2 3-4 16,0-4-1-16,3 2-6 0,1-4-3 0,2 1 1 0,-1-1 0 15,2-1-10-15,2-1-2 0,-1-1 3 0,1 0-6 16,2 0 8-16,1-2-10 0,0 0-7 0,-2-2-2 16,-1-1 10-16,1 1-11 0,0-4 1 0,-3 1 1 15,3-1-6-15,-1-2-2 0,-2-1 7 0,-1 1-7 16,-1 1 2-16,0-2-5 0,0-2 2 0,1 1 2 16,-2 0-3-16,0 3 4 0,0 1 0 0,-3 6 3 15,4-8 4-15,-4 8 3 0,1-7-16 0,-1 7-2 16,0 0-6-16,4-6 2 0,-4 6 6 0,0 0 11 15,0 0 1-15,0 0 2 0,5 16 1 0,-3-8 7 16,2-3-3-16,-4-5-6 0,5 11 2 0,-1-4 4 16,1 2-4-16,0-3 0 0,2 0-1 0,0-2-9 15,0-2 10-15,2 2 0 0,0-1-8 0,2 0 1 0,-2-2 10 16,-1 1-7-16,1-2 0 0,-2 1 6 0,-7-1-4 16,15-3 4-16,-8 2-10 0,-7 1 9 15,12-8-12-15,-7 3 1 0,-1-1 4 0,-2 1 2 16,2-1 5-16,2-2-18 0,-3 0 0 0,-1 0 5 0,1 3-2 15,-3 5-6-15,3-10 7 0,-3 10-7 0,2-9 4 16,-2 9-16-16,0 0 19 0,3-7-7 16,-3 7-8-16,0 0 12 0,0 0-9 0,0 0-2 0,0 0 8 15,0 0-7-15,7 15 6 0,-3-9-6 0,1 0 6 16,-4-1 3-16,6 4-7 0,-2-3-10 0,3 0 7 16,-2-1 10-16,-1 1 0 0,4-1 1 0,1-1-1 15,-10-4 0-15,17 4 2 0,-9-2-14 16,-8-2 14-16,15-2 1 0,-15 2 8 0,17-4-13 0,-17 4 4 15,11-4-6-15,-5 1 6 0,0-2-4 0,0-1 1 16,-2 1-3-16,-4 5 6 0,9-11-1 0,-5 6-15 16,-4 5 22-16,5-12-8 0,-5 12-2 0,4-7-3 15,-4 7 3-15,2-7-4 0,-2 7 3 0,5-3-6 16,-5 3-1-16,0 0-2 0,0 0 0 0,0 0 1 16,0 0 5-16,-1 30 13 0,-3-12 9 0,3 8-6 15,-7 4 1-15,2 2 3 0,1 3 12 0,4 1-12 16,-6 10 3-16,2-12-4 0,-2 13-3 0,6 0 3 15,-3-11 2-15,2 9-4 0,-2-14-3 0,0 1 0 16,2 0-3-16,0-4 0 0,1 0-1 0,-1-1 0 16,-1-9-5-16,-2-1 8 0,-2-3-9 0,2-3 5 15,0-1-6-15,1-3 2 0,-1-2 1 0,0 0 17 16,5-5-27-16,-14 6-4 0,14-6-5 0,-14 0 13 16,14 0-18-16,-16-6 2 0,10 0-9 0,0-2-2 15,-2-2 0-15,3-4 4 0,-1-4-3 0,2-1-5 16,3-8-10-16,5-1 1 0,-3 1 3 0,3-1-1 15,3-4 0-15,0-3 0 0,6 0-10 0,7-10 5 16,4 3 0-16,3-1 5 0,-4-1-1 0,8 3 4 16,-1 0 8-16,2 0-1 0,0 5 8 0,-7 6-1 0,8-5-25 15,-10 7 14-15,0 2-3 0,-7 2-1 0,6 0 7 16,0 4 5-16,-11 2 2 0,3 4 8 16,-3 0 5-16,-2 2 9 0,-3 3 3 0,-1 0 5 15,-1 3 10-15,0 2-4 0,-4 4-4 0,4-8-2 0,-4 8-2 16,0 0-2-16,0 0 0 0,0 0-2 0,0 0-2 15,-21 13 0-15,8 0 8 0,-3-1-2 16,-1 1-1-16,1 0 1 0,1-1-2 0,-1 3-2 16,4-3-3-16,3-2 1 0,3 0 0 0,2 2-8 0,0-3-3 15,4 2-2-15,3-2-10 0,2 1-1 0,3 0-6 16,-1 0 0-16,6 0 2 0,4 3 1 0,-2-2 3 16,3 1-2-16,0-4 1 0,-2-1 1 0,0 2 6 15,-1-2-1-15,-5-1 3 0,-1 1 1 16,2 1 9-16,-6 0-6 0,-1-3 1 0,2 3 2 0,-5 1 8 15,-2 1-1-15,-4 0 8 0,0 1 8 0,-6 1 3 16,-3 1 0-16,0-3-2 0,-2 5-2 0,0-8 4 16,-1 3-4-16,1 1-6 0,0-3-3 0,1 1-14 15,-2-2-32-15,0 0-45 0,-1 0-61 0,0-3-77 16,-10 3-278-16,-3 0-545 0,-1-6 241 0</inkml:trace>
  <inkml:trace contextRef="#ctx0" brushRef="#br0" timeOffset="-51684.15">21511 9842 34 0,'3'-9'272'16,"-3"1"-13"-16,0 1-17 0,0 7-16 0,3-10-20 15,-3 10-18-15,0-7-19 0,0 7-17 0,0 0-7 16,0 0 7-16,0 0 10 0,9 21-13 0,-7-3 1 16,2 7 0-16,-2 7-6 0,0 4-7 0,-4 10-10 15,2 1-5-15,1 1-17 0,-4-2-6 0,2 1-8 16,0-11-6-16,1-3-8 0,1-1-7 0,-1-1-5 16,-1-3-7-16,1 0-4 0,4-1-8 0,-4-6-2 15,0-4-6-15,4 2-3 0,-4 0-4 0,0-4-13 16,1 0-18-16,-1 1-11 0,0-4-23 0,0 0-18 15,-3 0-37-15,1-1-26 0,-1 0-29 0,0-2-28 16,0-1-25-16,-1 0-35 0,1-2-30 0,-1 0-204 16,4-6-504-16,-11 4 222 0</inkml:trace>
  <inkml:trace contextRef="#ctx0" brushRef="#br0" timeOffset="-51452.23">21518 10190 30 0,'12'-25'227'0,"-2"2"-17"0,1 8-16 15,2 1-16-15,2 2-15 0,0 1-11 16,0 4-5-16,2 1-3 0,-5 2-11 0,1 2 0 16,0 3 1-16,5 2-11 0,-8 4-11 0,3 0-2 0,-3 1-11 15,0 4-2-15,-1 1-6 0,-4 2-5 16,-2 6-11-16,-3-4-1 0,-4 8-8 0,-1-6-3 16,-8 5-13-16,3 0 1 0,-7-1-6 0,1-3-3 15,-5-1-5-15,2-2-6 0,2-5-10 0,0 1-15 0,1-3-19 16,1-1-22-16,3-2-28 0,1-1-28 15,0-2-30-15,1 0-45 0,4-1-17 0,0-2-36 0,6-1-154 16,-12-1-402-16,12 1 178 0</inkml:trace>
  <inkml:trace contextRef="#ctx0" brushRef="#br0" timeOffset="-51168.25">21752 10264 104 0,'0'0'190'0,"4"8"-5"16,-3-2-6-16,3 2-9 0,-3-1-9 0,1 3-3 15,0-3-9-15,1 1-7 0,-1 1-2 0,2 1-5 16,1-2-2-16,2 0-9 0,3-3-3 0,-6 2-12 16,5-3-1-16,0 2-10 0,1-4-4 0,1-1-7 15,1-2-7-15,-1 1-4 0,1-4-3 0,0 0-4 16,0-3 0-16,2-1-6 0,0-1-3 0,-5-1-9 16,1-5 1-16,-5 5-4 0,1-5-2 0,-3-1-1 15,0-1 9-15,-4 6-15 0,-2-7 6 0,-1 2-19 16,-1-4-3-16,-1 5-4 0,-4-2-5 0,2 7-10 15,-2-3-8-15,0 6-17 0,-1 0-11 0,1 5-26 16,0 1-25-16,-2 2-25 0,2 4-26 0,-5 6-16 16,2 2-11-16,0 3-19 0,2 10-23 0,2 0-12 0,0 4-151 15,4 3-396-15,0-5 175 0</inkml:trace>
  <inkml:trace contextRef="#ctx0" brushRef="#br0" timeOffset="-50798.25">21879 10497 2 0,'8'-5'214'0,"2"-4"-6"15,-1 1-10-15,6-9-1 0,4-2-19 0,-4-1-5 16,2 0-7-16,1-2-10 0,1-4-7 16,-6 1-11-16,3-1-7 0,1-3-8 0,-2 3-10 15,2-3-9-15,1 1-10 0,-5-2-6 0,1 0-7 16,-3 3-3-16,0 3 4 0,-4 5 6 0,-1 3-4 0,0 0 5 16,-3 7-7-16,0 1 0 0,-2 0-6 15,-1 8-12-15,-1-10-8 0,1 10 6 0,0 0-17 0,-10-1-5 16,10 1-5-16,-18 13 5 0,9-6-12 0,-3 7-3 15,0-1-4-15,4-2 1 0,1 1-8 0,4 0-3 16,-2 0-6-16,3 1-5 0,2-1 0 16,5 1-1-16,0 2-3 0,1-6-3 0,1 3 5 15,4-5-5-15,4 5 12 0,3-4-11 0,-3 1 1 0,-3-4-1 16,4 3 0-16,-4 0 1 0,0-4 2 0,-1 3-3 16,-2-1 5-16,0 1-4 0,-4-3 3 15,-1 0-1-15,-1 0 3 0,0 2 1 0,-3-6 5 0,-1 12-2 16,-4-4-1-16,-1 1 3 0,0-1 0 0,-5 1-5 15,2 0-1-15,-3-2-9 0,-1 0-14 0,3 0-20 16,2-1-29-16,0 1-30 0,2-4-33 0,1 1-31 16,5-4-32-16,-7 3-21 0,7-3-18 0,0 0-164 15,0 0-433-15,0 0 192 0</inkml:trace>
  <inkml:trace contextRef="#ctx0" brushRef="#br0" timeOffset="-50601.65">22327 10110 30 0,'11'-13'244'0,"-4"3"-2"15,-2 2-14-15,-1 2-11 0,0 0-17 0,0 1-14 16,-4 5-17-16,5-7-12 0,-5 7 1 0,0 0-1 16,0 0-3-16,10 12-10 0,-9-2-7 0,1 0-8 15,-2 4-13-15,0 3-5 0,0 2-16 0,-2 5-9 16,1-4-8-16,-4-1-6 0,4 7-11 0,-1-7-7 16,1-2-13-16,1 2-15 0,-1-4-23 0,1-1-41 15,1-2-51-15,-1-2-45 0,0 1-40 0,1-1-45 16,-1-10-222-16,-2 12-476 0,1-6 210 0</inkml:trace>
  <inkml:trace contextRef="#ctx0" brushRef="#br0" timeOffset="-50451.07">22330 9950 25 0,'-3'-7'218'16,"3"7"-24"-16,-4-8-29 0,4 8-13 0,0 0-36 0,0 0-40 15,0 0-53-15,0 0-40 0,0 0-40 16,-1 29-93-16,6-19-161 0,2 1 71 0</inkml:trace>
  <inkml:trace contextRef="#ctx0" brushRef="#br0" timeOffset="-50202.86">22530 9933 149 0,'0'0'273'16,"0"-10"-15"-16,0 10-18 0,0 0-17 15,0-8-23-15,0 8-15 0,0 0-10 0,0 0 8 0,0 0-5 16,0 0 3-16,4 21-5 0,-1-5-13 0,1 3 1 16,-1 7-15-16,0 0-13 0,2 1-7 0,-2 1-10 15,-1-2 3-15,2 2-27 0,-3-2-11 16,-2-2-12-16,2 3 0 0,-1-3-13 0,2-5 1 0,-2 0-9 16,-2-2-13-16,2-1-16 0,0-1-9 0,0-5-12 15,-1 3-46-15,1-4-35 0,-1 0-35 16,1-2-30-16,0-7-23 0,-3 11-23 0,1-6-34 15,2-5-33-15,-5 4-200 0,5-4-495 0,-9 2 220 0</inkml:trace>
  <inkml:trace contextRef="#ctx0" brushRef="#br0" timeOffset="-49931.43">22414 10207 70 0,'0'0'200'0,"0"-13"-14"15,3 7-17-15,3-1-20 0,4 1-8 0,4-5-9 16,3 5-8-16,2-1-6 0,1 0-5 0,1 2-8 15,6-5-11-15,-2 3-4 0,-3 4-8 0,-1 1-6 16,0 0-5-16,-3 1-13 0,-6 1-2 0,2-1-6 16,-1-1 0-16,-3 4-11 0,-1-1 6 0,-3 2 8 15,1-1 5-15,-2 1 0 0,1 1 9 0,-1 1 1 16,-1 1 9-16,-3 1 1 0,2 3 4 0,-3 1 0 16,0 2-6-16,0-3-9 0,2 6-3 0,-3-4 5 15,2 4-6-15,-1-3-6 0,0-3-8 0,2 3-7 16,-1-2 3-16,0 0-5 0,0 0-10 0,1 0-17 15,-2 0-20-15,1-5-42 0,0 4-43 0,1 1-47 0,-2-5-51 16,2 0-55-16,0 1-211 0,-2-7-494 16,0 0 219-16</inkml:trace>
  <inkml:trace contextRef="#ctx0" brushRef="#br0" timeOffset="-49779.18">22639 10089 1764 0,'-3'-20'15'0,"1"2"35"0,1 9-31 16,-2-4 11-16,0 6-16 0,2-2-4 0,1 9-6 0,0-8-6 16,0 8-19-16,0 0-12 0,0 0-7 0,0 0-27 15,0 0-19-15,16 12-14 0,-9-5-34 0,2 2-104 16,1 0-256-16,3 0 113 0</inkml:trace>
  <inkml:trace contextRef="#ctx0" brushRef="#br0" timeOffset="-49250.19">22843 10123 168 0,'0'0'186'0,"9"6"3"0,-6 0 8 16,4 1 1-16,-1 3-5 0,0-1 0 0,1 7-8 16,-1-1-5-16,0 2 3 0,3 0-14 15,-2-1-15-15,0 2 4 0,1-1-18 0,-2 0-3 0,2-1-11 16,-2 0-9-16,2-1 1 0,1-1-16 0,-4-4-10 16,0 0-3-16,0-1 1 0,2-1-8 0,-3-3-9 15,1-1 11-15,-1-1 1 0,-4-3-3 0,6 3-3 16,-6-3 1-16,0 0-11 0,14-8-4 0,-6 0-1 15,-1-2-13-15,0 0-2 0,-1-5 8 0,4 1-22 16,-3-2-5-16,2 0 0 0,-1 0-6 0,2-1 2 16,1-6-8-16,1 2-4 0,2-1-3 0,-3 5-7 15,2 3 0-15,0 1 1 0,-3 2-4 0,0 1-2 16,-3 4-4-16,2 1 8 0,-3 2-5 0,0 2-4 16,-6 1 0-16,13 0 2 0,-13 0 3 0,12 2-1 15,-5 2 3-15,1-1 6 0,-3 1-11 0,4 1 5 16,-3-2 2-16,1 1-4 0,-1-2 1 0,-6-2 6 15,12 3-2-15,-6 0-2 0,-6-3 2 0,13-1-7 16,-13 1 4-16,13-2 5 0,-6-1-2 0,-2-1 1 16,1-1 0-16,-1 0-1 0,-1 0-9 0,-4 5 23 15,5-13-18-15,-2 7 3 0,-1 0-7 0,-1-5 6 16,-2 2-3-16,1 9 2 0,-5-16-6 0,3 6 7 16,0 4-3-16,-3 0-6 0,1 0 7 0,4 6-3 0,-9-8-2 15,4 7 2-15,5 1-5 0,-16 1 19 0,6 3-16 16,-6 8-1-16,3-1 8 0,-4 3-1 15,2 6-4-15,-3 0 5 0,9-1-4 0,0-2-3 16,0 2 12-16,1 6-6 0,6-7-3 0,1-2 4 0,3 1-5 16,5 0 5-16,0-2-11 0,5-2-18 0,-1-2-26 15,6-1-24-15,2-1-35 0,7 1-32 0,0-1-47 16,-4-6-44-16,5 1-34 0,-5-1-26 16,-3-1-219-16,1-1-557 0,0-2 248 0</inkml:trace>
  <inkml:trace contextRef="#ctx0" brushRef="#br0" timeOffset="-49113.36">23603 10319 111 0,'0'0'283'0,"11"-4"4"16,-11 4-3-16,7-2 5 0,-7 2-11 0,0 0 4 16,6-3-1-16,-6 3-11 0,0 0-6 0,0 0-19 15,0 0-19-15,6-3-16 0,-6 3-25 0,0 0-26 16,0 0-5-16,0 0-45 0,0 0-29 0,0 0-54 16,0 0-47-16,0 0-47 0,0 0-57 0,0 0-72 15,0 0-62-15,0 0-73 0,0 0-172 0,0 0-545 16,0 0 241-16</inkml:trace>
  <inkml:trace contextRef="#ctx0" brushRef="#br0" timeOffset="-15452.04">21636 10678 12 0,'0'0'69'0,"-13"3"5"16,7-1-1-16,6-2-9 0,-12 3-4 0,5-2-6 15,0 2-7-15,7-3 0 0,-13 4-1 0,4-2-6 16,2 1-2-16,-2-1-4 0,1 1 2 0,1 1-2 16,0-2 6-16,1 1 2 0,-2-1-2 0,8-2-9 15,-13 3 3-15,13-3-1 0,-10 2 3 0,3 1-15 16,0 1 5-16,-1-2 4 0,8-2-2 0,-11 4-5 16,6-1 0-16,-3 0-3 0,2-2 4 0,6-1 1 15,-11 4-3-15,11-4-1 0,-9 3 7 0,9-3 5 16,-7 3 0-16,7-3-3 0,0 0 4 0,-8 3 0 15,8-3-7-15,0 0 3 0,-6 2-7 0,6-2 1 16,0 0 1-16,0 0 3 0,0 0-8 0,0 0 2 16,0 0-2-16,0 0-1 0,0 0-2 0,0 0-2 15,-7 3 2-15,7-3 0 0,0 0 2 0,0 0-7 16,0 0 10-16,0 0-16 0,0 0 1 0,0 0 2 0,0 0 0 16,0 0-1-16,0 0-2 0,0 0-1 15,0 0 0-15,0 0 2 0,18 4 1 0,-10-3-2 16,2 0 6-16,2 0-3 0,5 2 3 0,6-2-3 0,8-2 5 15,2 2 6-15,6-3 3 0,14-3-3 0,2 2 1 16,5-2 0-16,6-4 2 0,26-3-4 0,1 2 3 16,-4-2-6-16,-25 5-1 0,35-7 0 0,-34 6-4 15,27 1 0-15,-27-3 0 0,27 4-1 0,-29 0 0 16,27-1-2-16,-28 2 3 0,-1 1-3 0,3-2 1 16,0 1-4-16,-3 5 1 0,-2-3-2 0,-2 0 1 15,-4 3-2-15,-14 0-1 0,-1-1 2 0,0 0-1 16,-2 1 3-16,-4 0-2 0,-3-1-1 0,-7 2-3 15,-2-1 1-15,-3 0 0 0,2 0 3 16,-7 0-5-16,-1 1 4 0,-3-2 1 0,-8 1-3 0,11 1 2 16,-6 0 8-16,-5-1 10 0,0 0 7 0,12-1 11 15,-12 1 2-15,0 0 1 0,9 0 0 0,-9 0-2 16,0 0-2-16,0 0-5 0,0 0-3 0,0 0-2 16,0 0-6-16,0 0-2 0,0 0-4 0,0 0-3 15,0 0 0-15,0 0-5 0,0 0-10 0,0 0-16 16,0 0-12-16,0 0-16 0,0 0-27 0,0 0-20 15,0 0-25-15,0 0-29 0,0 0-20 0,-14 17-31 0,14-17-117 16,-7 5-341-16,7-5 152 0</inkml:trace>
  <inkml:trace contextRef="#ctx0" brushRef="#br0" timeOffset="-15238.97">23801 10349 1801 0,'9'-16'9'16,"-3"0"-10"-16,2-1 37 0,-3 2 3 0,-3 2-3 16,1 3-5-16,-2 1-3 0,1 3-7 0,0-1-4 15,-2 7-8-15,1-8-3 0,-1 8-1 0,0 0-4 16,0 0 4-16,0 0-9 0,0 0-11 0,0 0-13 16,0 0-28-16,0 0-6 0,-14 14-23 0,14-14-21 15,-6 15-22-15,3-5-133 0,-3 0-281 0,1-1 126 16</inkml:trace>
  <inkml:trace contextRef="#ctx0" brushRef="#br0" timeOffset="-14268.09">19218 11737 1657 0,'0'0'-28'16,"-8"0"13"-16,8 0-3 0,0 0 22 0,0 0-7 0,0 0 7 15,26-5-6-15,-10 3-1 0,12-2-5 0,1-4 5 16,1 1-2-16,7 0 4 0,-2 0-2 15,3-2-1-15,-1 3 9 0,-4 0-4 0,2-1 5 16,-6 5 0-16,-1-1-7 0,-8 3-7 0,-5 0-7 0,-1 3-20 16,-1-2-32-16,-2 2-35 0,-4-1-30 0,-1 1-73 15,-1 2-223-15,-5-5 99 0</inkml:trace>
  <inkml:trace contextRef="#ctx0" brushRef="#br0" timeOffset="-14068.42">19298 11914 1870 0,'-20'4'18'0,"2"-3"81"0,4-1-42 16,2 1-10-16,0 0-4 0,4 0-7 0,0 0-1 15,8-1-5-15,-11 2 0 0,11-2 7 0,0 0 0 16,-7 3 4-16,7-3 12 0,0 0 0 0,0 0-3 16,21 4 3-16,-3-6-7 0,10-1-10 0,1-1 2 15,5-1-5-15,19-4-4 0,2 0-10 0,-4-4-7 16,2 1-21-16,-2 2-20 0,-4-7-41 0,-7 6-31 15,-3 0-42-15,10-4-30 0,-14 2-41 0,-2 3-131 16,-4-3-372-16,-3-2 166 0</inkml:trace>
  <inkml:trace contextRef="#ctx0" brushRef="#br0" timeOffset="-13819.43">19525 11558 1574 0,'-18'-12'11'0,"1"2"65"0,1 0 14 0,3 2-24 15,4 3-3-15,-4-1-3 0,4 3-11 0,3-1-8 0,-2 1-1 16,8 3-1-16,-12-2 3 0,12 2 15 0,-10 2 1 16,5 5 6-16,-4 2 9 0,1 8-7 0,-2 9 5 15,-1 4-6-15,-1 4 4 0,-1 17-12 16,-2-1-1-16,5 4-5 0,-2 0-8 0,3-1-2 0,-2-5 0 16,0 0-7-16,3 1-3 0,0-14 0 0,2 10-6 15,-1 1-2-15,6-14-5 0,0 1-19 0,-3-7-20 16,1-1-29-16,3 0-33 0,-1-5-40 15,1-1-50-15,-1-5-21 0,3-2-48 0,-2-3-131 0,3-2-405 16,1-4 179-16</inkml:trace>
  <inkml:trace contextRef="#ctx0" brushRef="#br0" timeOffset="-13618.44">19659 11369 169 0,'2'-18'266'0,"2"6"-29"15,-3 5-28-15,1 1-18 0,-2 6-10 0,0 0-3 16,0 0-7-16,-8 23 1 0,2 3-12 0,-5 8-11 16,-3 14-13-16,2 5-6 0,-1 5-16 0,-6 23-14 15,7-26-8-15,3 1-11 0,-1-2-11 0,5 1-16 16,3-4-20-16,2 0-31 0,2-5-43 0,0-1-55 16,1-11-62-16,2-4-61 0,-6 4-181 0,2-3-430 15,-2-2 190-15</inkml:trace>
  <inkml:trace contextRef="#ctx0" brushRef="#br0" timeOffset="-12196.28">20886 11665 4 0,'0'0'209'15,"-3"-11"-5"-15,-1 6-5 0,4 5-9 0,-13-4 0 0,1 4-4 16,-1 4-8-16,-6 2-11 0,-5 4-8 0,0 5-8 16,0 2-11-16,2 5-3 0,0 2-13 0,0 2-10 15,1 3-11-15,1 0-2 0,4 2-13 0,1-3-10 16,4 0-4-16,4-2-10 0,2-1-6 0,1-5-6 16,8-4 2-16,0 1-11 0,4-2-5 0,2-2-4 15,4 0-5-15,3-3 1 0,4-3-7 16,7 0-8-16,2-4-6 0,3-4-9 0,3-3-4 0,-2-2-2 15,1-4-5-15,-1 0-6 0,3-2-3 0,-4-5 3 16,-2-2 1-16,0-1-1 0,1-1 8 0,-7-1-3 16,-1 0-4-16,-5-3 4 0,0 1 1 0,-6-3 1 15,1 0 3-15,-7 9 0 0,-3-1 1 0,-1 1 7 16,-1 0 3-16,0 5-4 0,-2 2 4 0,-2 5 0 16,1-1-4-16,1 7 5 0,-3-9-1 0,3 9 1 15,0 0 4-15,-9 18 5 0,2 0 14 0,0 8-3 0,2 2-3 16,-1 4 0-16,5-1-4 0,-2 0 3 15,3-1-6-15,0 0 0 0,1-3-1 0,4 0-2 16,3-3 1-16,0-7-1 0,3-1-1 0,0-2 0 16,-1 0-2-16,2-2-2 0,1 0 1 0,3-6-1 0,-5 0-4 15,1-2 3-15,3-1-1 0,-2-5-2 0,2 0 0 16,-3-3 3-16,2-1-3 0,0-4-4 0,0-1 4 16,-1-1-1-16,-3-2 1 0,1 0-4 15,0-1 3-15,-4-3-2 0,3 0 2 0,-3-1-1 16,0-7 0-16,0 0 0 0,-6 9-1 0,2-4 3 0,-1 3-3 15,2 2 13-15,-3 6-12 0,-1 0 2 0,0 1-6 16,0 3 1-16,0 6 1 0,3-8-4 0,-3 8 5 16,0 0 0-16,0 0 0 0,0 0 2 0,2 30 1 15,0-13 3-15,-5 0-4 0,3 2 4 0,0-1 0 16,0 0 1-16,1 1-1 0,2 2-2 0,1-3 1 16,0-1 0-16,1-3-1 0,4 1 2 0,0-1-2 15,0-4 1-15,5 1 1 0,-4-4 1 0,2-2-2 16,4 2-5-16,-4-3 2 0,3-3 1 0,2 0-1 15,-4-2 2-15,3-3 0 0,-2 1 1 0,-1-3-4 16,-2 1 6-16,3-6-3 0,-1 0-1 0,-4 2-3 16,0-5 2-16,-1-2 3 0,-6-1-10 0,1 0 0 15,-3-2 8-15,-4-5-2 0,-2 4 1 0,-5-5-3 16,-1-1 1-16,-3 6 1 0,-1-2-1 0,2 3 1 16,-1 3 0-16,3 3 0 0,-1 4-1 0,2 0 5 15,2 1-2-15,2 3 0 0,1 1-7 0,2 1 2 16,4 3 1-16,-8-4-3 0,8 4 1 0,0 0-1 15,0 0 2-15,0 0 7 0,0 0-9 0,21 19 3 16,-10-12 3-16,6 0-4 0,1 2-1 0,2-2-3 0,6 2 8 16,-7-3 2-16,7 2-7 0,-9-1 12 15,0 1-9-15,0 1 0 0,-6 0 0 0,1-1-1 16,2 3 0-16,-8-2-2 0,1 1 5 0,-1 0-3 16,-2-1 4-16,0 1-2 0,-1 2 5 0,1-2-2 0,0 0 2 15,-1 0-1-15,-1-2 0 0,1 2-1 16,-1 0 7-16,0-1-9 0,0-2 3 0,1-2-3 15,-1 3-1-15,1-2 3 0,1-2 1 0,0 1-3 0,1-1 3 16,-5-4-2-16,14 2 0 0,-7 0-5 0,2-4 4 16,3 2 4-16,-5-2-2 0,1-1 0 15,1 1 2-15,1-3-1 0,-2 0 0 0,-2-2 0 0,3-2-3 16,-4 2-2-16,3-3 10 0,-3 1-13 0,0-2 0 16,3-3-1-16,-2 3 2 0,1-4-1 0,1 1 1 15,-2 2-6-15,1-1 8 0,-1 2-5 16,-1 2-1-16,1-1 2 0,2 4 2 0,-2-2-3 15,-1 2-1-15,0 3 0 0,2 1 1 0,-7 2 0 0,12 0 2 16,-12 0-1-16,13 11 2 0,-6-3-2 0,-1-1 4 16,2 3-2-16,-3 1 2 0,0 0-3 0,0 1 6 15,-1 3-4-15,1-3-1 0,-1 2 2 0,1-4 0 16,1 4 9-16,1-4-8 0,0 1 0 0,2-3 8 16,0 2-8-16,0-4 1 0,3 1-2 0,-1-4-2 15,1 1 1-15,-1 0 4 0,2-3 3 0,0-1-5 16,0-1 6-16,1 0-5 0,-3-3-3 0,1 0 0 15,0-4 6-15,-1 1-4 0,-2 0 0 0,1-3 1 16,-4 0 0-16,-1-2 4 0,-1 3-3 0,-2-4-1 16,-2-4 1-16,-2 5 3 0,1-5-6 0,-2 1 2 15,-2 4-1-15,1 3 1 0,2-2-4 0,-3 3 3 0,0 2-2 16,5 6 2-16,-5-10-5 0,5 10 0 0,-7-2 4 16,7 2 6-16,-11 9-11 0,3-3 0 15,3 5-12-15,0 0-23 0,0 3-25 0,-1 3-32 16,3 1-34-16,1-2-42 0,0 1-28 0,2-2-28 0,2-3-33 15,1 1-142-15,-1-3-436 0,5 1 193 0</inkml:trace>
  <inkml:trace contextRef="#ctx0" brushRef="#br0" timeOffset="-12002.77">22447 12021 93 0,'0'0'144'0,"7"-10"13"16,-5 6 4-16,4-5-4 0,-5 2-2 0,1-3-15 16,2 0-1-16,0-2-8 0,-2 2-2 0,1 0-13 15,2-7 0-15,2 2-9 0,3-1-8 0,-1 3 9 16,1 0-8-16,4 2-4 0,-3 3 4 0,1 3 2 15,1 0-8-15,-3 4-10 0,3-1-8 0,-3 6 0 16,0 2-14-16,0 1-5 0,2 2-4 0,-4 1-6 16,-1 3-1-16,1 3-10 0,-4 0-1 0,0 0 1 15,-2-3-20-15,1-1-27 0,-2-1-32 0,3 1-33 16,-4-3-40-16,0 1-44 0,1-3-42 0,-1 0-208 16,0-7-445-16,1 7 197 0</inkml:trace>
  <inkml:trace contextRef="#ctx0" brushRef="#br0" timeOffset="-11568.55">22859 11571 185 0,'3'-16'276'0,"-2"6"-14"0,1 0-19 16,1 4-24-16,-3 6-25 0,4-3-14 0,-4 3 1 15,0 0 10-15,5 19-2 0,-1 5-17 0,-3 5-2 16,-1 6-11-16,-1 1-16 0,-1 0 1 0,-3 9-23 15,3-12-9-15,-1 1-18 0,3-5-10 0,-1 2-4 16,2-4-13-16,3-1-1 0,-2-7-3 0,4 0-6 16,1-4-1-16,0 1-11 0,0-6 11 0,2-1-13 15,2-1-2-15,-1-2-2 0,0-3-7 0,2-1 0 0,0 0-5 16,0-4 1-16,-1 0 0 0,6-5 0 0,-6 1-9 16,5-3 6-16,-2-4-7 0,-2 1-2 15,1-1 0-15,-1-4 7 0,-3 2-16 0,1-3 1 16,-1 0 4-16,-2-5-9 0,-3 6 5 0,-1 0-2 0,1 0-3 15,-3 7-2-15,0-1 1 0,1 4-3 0,-2 0 2 16,0 7 2-16,0-9 0 0,0 9-3 0,0 0 1 16,0 0-4-16,0 0-1 0,0 0 4 15,-9 29 1-15,5-12-7 0,1 2 9 0,2-1-4 16,-2 0-2-16,0 1 4 0,1 0-5 0,2 0 11 0,0-2-5 16,0 0-3-16,0 0 2 0,0-1 1 0,-1-2-13 15,1-2-11-15,-1 0-16 0,0-2-4 0,-1 1-33 16,0-1-26-16,0-3-25 0,0-1-37 0,-2 2-44 15,0-5-40-15,4-3-46 0,-11 5-200 0,3-6-532 16,8 1 236-16</inkml:trace>
  <inkml:trace contextRef="#ctx0" brushRef="#br0" timeOffset="-11418.13">22782 11795 214 0,'0'0'219'0,"0"0"-24"0,0-9-21 15,0 9-11-15,7-4-20 0,-7 4-17 0,17-4-9 16,-4 3-13-16,8 0-33 0,1 1-54 0,9 0-60 16,8 0-86-16,-4-1-100 0,20 1-248 0,2 1 111 15</inkml:trace>
  <inkml:trace contextRef="#ctx0" brushRef="#br0" timeOffset="-10535.25">24421 11711 221 0,'-9'-17'225'0,"-1"1"0"15,2 1-10-15,-3 3-15 0,3 3 1 0,-4-3-9 16,2 5-13-16,-3 3-7 0,2 3-12 0,-1 2-12 16,-2 5-10-16,0 1-4 0,-3 5-9 15,2 0-15-15,-4 7-10 0,5 1-10 0,-2 2-9 0,9-4-9 16,0 0-6-16,2 0-7 0,5 1-7 0,3-1-4 16,-1 0-6-16,3-1-3 0,4-2-4 0,3-2-6 15,2-2 0-15,-4-4-2 0,8-2-5 0,-5-2-6 16,5-2 0-16,-2-1 0 0,-2-1-3 0,1-2-2 15,-3-2 0-15,1-2 3 0,-6 0 5 0,3-1-12 16,-2 0 2-16,-4-1-4 0,2 2 3 0,-1-1 0 16,0 2-2-16,-1 1-3 0,-4 5-1 0,5-7-2 15,-5 7 2-15,0 0-3 0,0 0 4 0,11 20 1 16,-8-1 12-16,-2 9-1 0,2 7 7 0,-1 10 0 16,-3 5 3-16,-2 1-4 0,-2 3-6 0,-1-2 11 15,-1 0-5-15,-3-2 3 0,-1-2-5 0,2-3 1 16,1-13-8-16,-1 1 7 0,0-2-3 0,-4-2 2 15,1-1 1-15,-2-2-4 0,-2 0-1 0,0-7-4 16,-1 0 5-16,0-5-1 0,2-4-1 0,-4-3-9 16,2-1 5-16,0-5-1 0,0-1-1 0,-1-2 0 0,1-6 0 15,-1-1 0-15,4-3-10 0,-5-7 2 16,5-2-5-16,1-2-4 0,6-5-3 0,1-1-4 16,4-2-1-16,3-2-9 0,4-1 4 0,4-2-3 15,9-9 3-15,3 3 0 0,6 2 2 0,-1 0-4 0,4 3 14 16,3 2-10-16,0 0 1 0,-6 9-2 0,9-8 4 15,-9 9 4-15,13-6 0 0,-12 8 1 16,1 0-2-16,0 1 2 0,-2 0 3 0,2 2-2 16,-2 1 3-16,-3 0 1 0,-4 2 5 0,-2 5-3 0,-4 2 3 15,-3 2 0-15,-3 0-2 0,-3 3 5 0,1 1-1 16,-1-2-1-16,-5 6 1 0,8-4-1 0,-4 1 11 16,-4 3-11-16,0 0 7 0,0 0-7 15,0 0 5-15,1 15 1 0,-3-5 7 0,-1 3-3 0,1-2 2 16,-2 1-2-16,0 6-2 0,1-1 0 0,2-2-1 15,1-2 2-15,3-2 3 0,2 1-6 0,-1-2-2 16,1 0 3-16,1-1 8 0,2 0-9 0,2-1 1 16,1-1-3-16,0 0 2 0,0-5 3 0,2-1-7 15,0 1 11-15,-3-2-9 0,0-3 1 0,2 0 2 16,-2-3-4-16,-4 2 0 0,1-3 2 0,-2-2-8 16,-3 0 11-16,0-2-3 0,-4-2-1 0,-3-2-4 15,-1-1 13-15,-1 1-11 0,-2-2 3 0,-1 1-5 16,3 4 5-16,-4-3-4 0,6 5-1 0,-6 3 2 15,4 0-5-15,2 2 1 0,0 1-7 0,5 4-9 16,-11-1-18-16,11 1-28 0,0 0-31 0,-13 6-26 16,13-6-29-16,0 9-31 0,0-9-21 0,0 0-31 15,8 14-206-15,2-7-478 0,1-2 212 0</inkml:trace>
  <inkml:trace contextRef="#ctx0" brushRef="#br0" timeOffset="-10352.84">24966 11758 46 0,'8'-8'205'0,"-4"-3"7"0,1 2-7 15,-2 0-3-15,-2 2-3 0,-1 7-1 0,2-9-3 16,2 3-12-16,-4 6-12 0,4-5-25 0,-4 5-8 16,0 0 12-16,0 0-16 0,10 17-9 0,-5-2-4 0,-3 2-15 15,0 2-7-15,1 0-12 0,4 0-8 16,-4 7-6-16,-1-1-5 0,0-5-13 0,0-2-18 16,2 0-30-16,-4-3-33 0,1 2-36 0,-1-6-53 15,2 0-44-15,-2-1-51 0,1-1-236 0,-4-3-481 16,3-6 214-16</inkml:trace>
  <inkml:trace contextRef="#ctx0" brushRef="#br0" timeOffset="-10202.11">24952 11416 26 0,'14'16'66'0,"-5"-3"-18"15,4 11-32-15,0 3-20 0,0 3-22 16,-1 3-27-16,4-1 12 0</inkml:trace>
  <inkml:trace contextRef="#ctx0" brushRef="#br0" timeOffset="-9750.05">25217 11867 185 0,'0'0'172'0,"0"0"-5"15,0 0 2-15,0 0-7 0,0 0-1 16,0 0-6-16,0 0-10 0,-10-21-16 0,8 12-4 0,2 9-9 15,5-22-14-15,-2 11-7 0,1-5-6 0,2-3-9 16,3 3-1-16,-1 0 0 0,1 3-6 16,1 0-5-16,-1 3-2 0,0 3-4 0,1 0-6 0,0 3 0 15,2 4-3-15,-3 3 3 0,1 1 5 0,-2 3-6 16,1 3-4-16,0-1-4 0,1 5 4 0,2-1-9 16,-3 2 0-16,3-1-9 0,-4 0-2 0,3-3-5 15,-1-1 3-15,-1-2-3 0,0 0-2 0,4-4-3 16,0 0-2-16,1-3-1 0,2-1 6 0,0-2-8 15,-3-2-8-15,3-1 4 0,-3-2 2 0,-2 0-4 16,-1-3 5-16,-2 3-6 0,-1-4 0 0,-1 1-2 16,-1 1 4-16,-5-1-1 0,5 0-3 0,-5-2 4 15,0 2-2-15,0 1 3 0,0-1 8 0,0 10 1 16,0-12-6-16,0 12-1 0,-3-9-1 0,3 9-8 16,0 0 5-16,0 0-5 0,0 0 7 0,0 0-9 15,0 0 3-15,-9 29 0 0,7-17-2 0,0 4-3 16,0 9-2-16,-1-6 3 0,3 7 3 0,-2-7-5 15,4 7 1-15,-1 1-1 0,1-3 0 0,-2-3 4 16,2-2-2-16,-2 2 5 0,-2 3-2 0,-1-6-1 16,0 1 4-16,-2 1-4 0,0-5 4 0,0 2-4 0,-4-1 2 15,-1 0-5-15,0 0 10 0,1-2-17 0,-2-2-17 16,2-3-16-16,2-2-23 0,-1 1-29 16,1-2-23-16,2-1-39 0,5-5-41 0,-7 5-39 15,7-5-226-15,0 0-496 0,0 0 219 0</inkml:trace>
  <inkml:trace contextRef="#ctx0" brushRef="#br0" timeOffset="-9417.86">26032 11620 95 0,'6'-11'279'0,"-3"3"-21"0,0 3-26 0,-1 0-17 15,-2 5-5-15,0 0 5 0,0 0-8 0,0 0-7 16,2 19-3-16,0-7-11 0,-6 5-10 0,4 2-25 15,0-2-14-15,4 2-11 0,-1 4-15 0,1-4-6 16,2-1-7-16,4 0-17 0,-1-3-7 0,4-2-3 16,-4-3-10-16,4-1 7 0,-2-2-15 0,3-2-5 15,-1-1 9-15,1-3-21 0,-3-2 6 0,5-2-10 16,0-3 4-16,2-5-5 0,-5 0 1 0,-4-3 1 16,0 3-5-16,-4-6-3 0,-1 1-1 0,-6 0-5 15,2-3 0-15,-6 2-8 0,1-8 6 0,-2 6-5 16,0 1-2-16,-4-6-11 0,0 7 0 0,2 3-20 15,-2 2-6-15,-1 0-16 0,3 5-17 0,-2 0-28 16,2 1-36-16,-2 4-38 0,4 1-28 0,7 1-26 16,-14 0-24-16,14 0-19 0,-9 5-189 0,9-5-485 15,0 0 215-15</inkml:trace>
  <inkml:trace contextRef="#ctx0" brushRef="#br0" timeOffset="-8868.43">26441 11546 184 0,'0'0'224'0,"0"0"-14"15,0 0-14-15,11 8 0 0,-9-3 5 16,-2 1 1-16,0 7-8 0,-2-1-7 0,0-1-5 16,2 6-13-16,-4-2-8 0,4 3-12 0,-2-1-12 0,2 1-15 15,2 0-4-15,0 0-8 0,2-3-12 16,0 1-7-16,3-4-13 0,1 1-2 0,3 0-12 16,-1-4-5-16,0-2-5 0,1-1 14 0,2-2-20 15,-1-3-9-15,1-1-3 0,1-3-4 0,-1 1-4 16,5-4 7-16,-3-4-8 0,0 0-5 0,0-1-10 0,1-1 3 15,-5-1 1-15,0-5-5 0,1 2-1 0,-4 0-2 16,3-2 5-16,-3-1-5 0,-4 2 1 0,2 0 1 16,-1 7-2-16,-1 0-4 0,0 4 0 0,-1 0 1 15,-3 6-4-15,5-8 0 0,-5 8-2 0,0 0 2 16,0 0 13-16,9 13 5 0,-5-3-3 0,-2 0 3 16,-2 7 4-16,4-1-6 0,-1 1 0 0,3-3 13 15,-2 3-18-15,2-2 2 0,1-1-2 0,-1-4 2 16,6 1-4-16,3-1 2 0,-4-5 10 15,5 2-13-15,3-1-1 0,-2-6 1 0,4-1 0 0,1-2-6 16,4-2 3-16,-5 0 7 0,1-4-16 0,-6 1 14 16,0-3-5-16,2 1 0 0,0-9 11 0,-7 5-15 15,1-3 7-15,-6 0-3 0,1-9-11 0,-1 2 6 16,2 0 0-16,-6-6-3 0,2 3 2 0,0-1-7 16,-3-3 13-16,1 1-9 0,0 1-5 0,2 1 10 15,-4 1 1-15,2 8 0 0,0 2-1 0,-1 5 5 16,-1 2 4-16,0 3-5 0,0 0 5 0,0 7-17 15,0 0-2-15,0 0 12 0,0 0 23 0,0 0 3 16,0 30 6-16,0-4 5 0,-5 3-1 0,-2 4 3 16,5-2-2-16,-2 4-5 0,0-2 1 0,1-4-6 0,-4 3-3 15,7-1 0-15,-4-4-5 0,1 1-18 16,4-1-9-16,-2-4-24 0,1-6-36 0,-1-2-44 16,0 3-37-16,-1-7-52 0,0 0-57 0,0-3-53 15,0-2-302-15,-3-2-659 0,5-4 291 0</inkml:trace>
  <inkml:trace contextRef="#ctx0" brushRef="#br0" timeOffset="-8718.25">26984 11536 56 0,'0'0'207'0,"2"-9"-19"0,-2 9-17 16,3-6-17-16,4 0-11 0,2 5-19 15,2-3-8-15,3 1-14 0,5 0-16 0,2 0-48 0,8 5-51 16,4-5-39-16,3 6-168 0,0-1-239 0,16-2 106 15</inkml:trace>
  <inkml:trace contextRef="#ctx0" brushRef="#br0" timeOffset="-8200.15">27461 11797 160 0,'0'0'238'0,"0"0"-6"0,22-16-13 0,-12 7-4 0,4-4-8 16,5-6-14-16,4 0-17 0,0-1-9 0,2-1-18 16,2-1-4-16,-1-3-12 0,2 0-4 15,-2 1-10-15,-1-4-5 0,-1 5-12 0,-6-2-2 0,3 0-14 16,-4-1-6-16,-2 2-1 0,-3 1-10 0,-5 7-6 16,-3 0 0-16,-4 1-5 0,4 6-8 15,-8-1-1-15,4 10-11 0,-4-11-4 0,-1 6-1 0,-3 3-4 16,-3 3-2-16,-1 2-5 0,-7 6-2 0,4 2-3 15,-1 1 0-15,3 4-3 0,-3 3-8 0,4 5 3 16,4 2-5-16,4-1-1 0,6-4-6 0,2 4-1 16,5 0-3-16,7-3-1 0,-1-1 0 15,2 0 0-15,2 0-3 0,2-2 1 0,-1-2 0 0,-4-3 6 16,-1-2 1-16,1 1-2 0,-5-2-4 0,-1-2 4 16,-4 0-3-16,-2-2 7 0,-1 0-2 0,-2-2 1 15,-1-5-1-15,-1 8-15 0,1-8-13 16,-12 8-25-16,6-6-28 0,0 0-31 0,-4-2-43 0,10 0-42 15,-13 0-40-15,13 0-203 0,-14-3-479 0,11-1 212 16</inkml:trace>
  <inkml:trace contextRef="#ctx0" brushRef="#br0" timeOffset="-8017.65">28115 11486 98 0,'6'-9'250'0,"-2"0"-18"16,0 3-14-16,-1 1-14 0,-3 5-15 0,8-4 6 15,-8 4 1-15,0 0 4 0,10 11-17 0,-5-2-11 16,-3 4-15-16,0 6-16 0,0 0-17 0,-2 0-10 16,0 7-15-16,-2-1-8 0,2-6-24 0,0 1-30 0,0 0-47 15,0-4-51-15,-4 1-44 0,1-6-53 0,3 1-51 16,-2-2-195-16,-2-1-438 0,4-4 193 0</inkml:trace>
  <inkml:trace contextRef="#ctx0" brushRef="#br0" timeOffset="-7875.27">28102 11314 155 0,'-1'-11'180'0,"1"2"-20"0,-1 1-15 0,1 8-25 16,1-9-17-16,-1 9-13 0,0 0-22 0,0 0-29 16,0 0-45-16,22 17-21 0,-8-3-38 0,-1-1-96 15,8 5-173-15,0 1 76 0</inkml:trace>
  <inkml:trace contextRef="#ctx0" brushRef="#br0" timeOffset="-7316.71">28465 11486 126 0,'0'0'201'0,"0"0"0"0,0 0 0 15,-30-10-4-15,19 11-3 0,0 1-6 0,-3 1-1 16,-3 3-6-16,3 1-4 0,-1 3-13 0,2 2-12 16,1 0-8-16,0 0-11 0,5 2-14 0,1-2-10 15,1 3-10-15,3-3-5 0,1 4-13 0,1 0-5 16,1-2-9-16,3-1-5 0,-1-4-10 0,3 1-1 15,1-2-7-15,4 0-2 0,-1-4-5 0,4-1-4 16,3-1-2-16,5-4 3 0,-4 1-5 0,2-5-8 16,-1-1-1-16,1-3-5 0,0-6 1 0,-5 1-3 0,4-5 0 15,-5-2-2-15,-2-1-2 0,0-4 2 16,-4 2 3-16,-3-1-5 0,2-3-4 0,1-2 2 16,-3 1-1-16,-3 1 1 0,3-2-3 0,-2 1-5 15,1-2 5-15,1 3 8 0,-3 0-10 0,4 3 2 0,-1 2 1 16,-4 11 9-16,1 1-16 0,0 3 5 15,-2 1-1-15,2 2-3 0,-2 6-2 0,0 0 5 16,0 0-1-16,0 0 0 0,5 22 11 0,-3-2-7 16,-1 10 2-16,-1 1-2 0,-1 1 2 0,3 2 1 0,0 0-1 15,4-1-3-15,2 1 6 0,2-3-1 16,-1 1 5-16,2-4 3 0,3-1 0 0,3-3-1 0,1-3-2 16,-3-8 3-16,1-1-4 0,2-2 5 0,1-3-10 15,-3 0 4-15,-3-4 2 0,2-2-8 0,0-1-1 16,1-4 7-16,-1-2-2 0,-2 1-5 0,1-5-4 15,1-5-3-15,-6 2-1 0,3-10 4 16,-6 7 2-16,1-2-2 0,-4-1-1 0,1-9 3 0,0 2-3 16,-1 1-5-16,-3 6 3 0,-1 3-1 0,-1-1 4 15,0 5-5-15,-1 2 6 0,-2 2-5 0,1 3-2 16,-3 3-1-16,7 2 7 0,-20 2 4 0,4 6-2 16,2 3 0-16,-8 8 2 0,9-5-3 0,0 8-4 15,3-5 0-15,0 7 2 0,4-6-1 0,0 6-7 16,6-5-14-16,4 0-26 0,1-1-32 0,6-2-35 15,0 0-34-15,9 1-48 0,2 1-27 16,5-7-20-16,1 0-33 0,2-3-162 0,0 1-475 0,2-5 210 16</inkml:trace>
  <inkml:trace contextRef="#ctx0" brushRef="#br0" timeOffset="-6484.89">29994 11339 243 0,'1'-7'249'0,"-1"7"-9"0,3-11 0 0,-3 11-6 16,1-8-13-16,-1 8-7 0,0 0-18 0,-3-10-15 15,3 10-13-15,0 0 3 0,0 0-21 16,-27 15-11-16,12-5-12 0,-2 4-7 0,-4 5-12 0,4 2-4 15,-1 0-20-15,7-7-3 0,-6 6-9 0,8-3-3 16,1-2-11-16,2 2-5 0,1-7-2 0,1 4-11 16,3-2-1-16,2-3-2 0,2 1-5 15,3-5-2-15,0 2-6 0,0-1-7 0,1-1-5 16,5-4-7-16,-2 1 0 0,0-1 2 0,3-2-5 0,-4-1-2 16,1-1-4-16,2-1 2 0,-5-5-3 0,1 1-1 15,0-2 0-15,1 2-2 0,-2-7 1 16,1 1 2-16,0-2-5 0,-2 2 2 0,-1-4-5 0,0 2-1 15,2 0 5-15,-2-1-4 0,1 2 2 0,-2 5 0 16,0 1 5-16,-2 4-5 0,1 0 0 0,-3 5 0 16,4-7 5-16,-4 7 1 0,0 0 8 0,0 0 2 15,0 0 0-15,2 23 15 0,-2-11-10 0,0 1 5 16,-1 4-1-16,1 2 1 0,0 2-3 0,-1-4 5 16,2 2-7-16,2-2 1 0,1 0-2 0,2-2 5 15,-1-5-8-15,1 3 8 0,3-4-3 0,0 0-3 16,0-2 1-16,3-1-1 0,2-5-1 0,-3 2-4 0,3-3 15 15,-1-2-15-15,-3 1 4 0,3-1-4 16,-1-3 2-16,-3-2 0 0,-1-3 3 0,0 1-1 16,1-6-8-16,-4 3 4 0,-1-4-1 0,-3-2-2 0,-1 0 3 15,0-1 1-15,0-5 1 0,-1 7-1 0,1-2-6 16,0-1 0-16,0-1 7 0,1 2-5 0,3 1-2 16,-1 1 1-16,3 2-1 0,0 0 2 15,0 4-2-15,2 1-4 0,1 2 8 0,-3 5-5 0,4 0 3 16,2 0-6-16,-1 5 2 0,-1 2 11 0,5 4-12 15,0 3 2-15,-3 2-1 0,-2 3 2 0,-1 2-2 16,-2 0-2-16,-2 1 5 0,1 6 9 0,-2-8-9 16,0 2 2-16,2-2 0 0,-1-1 1 0,4 2 2 15,0-1 8-15,3-4-5 0,1 0-8 0,-1-2 0 16,0-4 9-16,5 1-2 0,4-3-7 0,6-1 4 16,1-3-3-16,-7-2 2 0,-1-3 4 0,0-2-1 15,-3-3 2-15,0 0-3 0,-7 1 1 0,4-5 2 16,-5-3-3-16,3 0-2 0,-4 2 6 0,0-3-5 15,-3 0 12-15,-1-2-11 0,1 0 4 0,-1-6-4 16,0 7-10-16,-4 0 5 0,-3 4 1 0,2 4-1 16,-1-1-3-16,-2 2-1 0,1 3 6 0,-2 1-4 15,-3 2-2-15,8 3 15 0,-18 4-15 0,7 1 2 16,-7 7 2-16,-1 4-4 0,-2 2 6 0,5 3-7 16,0 2 3-16,2 0-15 0,8-4-13 0,1-1-44 15,4 8-55-15,1 1-60 0,3-10-72 0,8 8-287 16,1-10-595-16,5 5 263 0</inkml:trace>
  <inkml:trace contextRef="#ctx0" brushRef="#br0" timeOffset="-6084.04">31363 11219 173 0,'0'0'249'0,"-7"-9"-1"15,7 9 11-15,-15 5-9 0,2 3-13 0,-1 2-7 16,-1 3-6-16,-6 5-30 0,-1 2-17 0,3 4-19 16,1-6-15-16,7-1-10 0,2-2-17 0,1 3-8 15,2 0-9-15,6-5-12 0,0 1-5 16,4 1-11-16,-1-1-9 0,1-5-11 0,3 1-10 0,2-3-10 16,1-1-2-16,1-3 1 0,2-2-12 0,-3 0 1 15,1-3-5-15,0-4 0 0,-3-2 1 0,2-1-4 16,0 0 0-16,-4-1 3 0,2-1-4 15,0-3-4-15,1-1 0 0,-3-1-3 0,-2 1 3 0,1-2-1 16,0 1 2-16,-1 5-2 0,4 1 7 0,-2 0 4 16,-2 3-4-16,0 2 1 0,-4 5-3 0,5-6 3 15,-5 6 1-15,0 0 12 0,0 0 10 0,5 14-1 16,-4-3-2-16,2 2 1 0,-3 5-7 0,-1-2 0 16,-2 9-2-16,1 1-4 0,0-7-6 0,1 0-1 15,1-1-20-15,4-1-20 0,-2-6-40 0,5 2-36 16,-2-2-50-16,1-2-64 0,3-2-55 0,-2 2-261 15,4-5-576-15,2-1 255 0</inkml:trace>
  <inkml:trace contextRef="#ctx0" brushRef="#br0" timeOffset="-5868.43">31690 11067 104 0,'3'-18'276'0,"4"2"5"0,-3 5 4 0,-1 3-15 0,0 2-25 15,0 1-26-15,-3 5-2 0,0 0 10 0,0 0-5 16,5 32-7-16,-5-8-15 0,-5 7-22 0,-1 3-17 16,-1 0-12-16,-5 11-9 0,5-11-15 15,-2 11-13-15,-3 0-10 0,7-14-12 0,0-1-31 0,2 1-47 16,-3 0-51-16,1-6-50 0,1 0-58 0,2-7-61 16,0-5-64-16,1-1-251 0,0 0-566 0,-1-3 251 15</inkml:trace>
  <inkml:trace contextRef="#ctx0" brushRef="#br0" timeOffset="-5418.51">31826 11332 18 0,'0'0'256'0,"2"-7"-2"0,-2 7 14 16,0 0-3-16,0 0-1 0,0 0-26 0,-21 20-15 15,15-9-13-15,-2 0-21 0,3 3-13 0,1-1-22 16,0 0-11-16,2 4-17 0,0-6-13 0,4 0-8 15,-1 0-5-15,4 0-19 0,-1-1-5 0,2-1-1 16,3-2-11-16,-1 0 9 0,2-1-26 0,3-3-8 16,-3-3-2-16,2 0-5 0,0 0-8 0,-1-3-2 15,-5 1 0-15,3-5-2 0,-3-1-1 0,0 1-2 16,0-1-4-16,-1-2-2 0,1-1-2 0,-2 0 0 16,1-2 0-16,-1 0-1 0,-2 3-6 0,0 3 3 15,1 2-2-15,1 0-2 0,-4 5-3 0,3-9 4 16,-3 9-7-16,0 0 3 0,0 0 0 0,0 0 6 15,0 0 1-15,0 0 7 0,9 16-3 0,-8-6-3 16,2 1-2-16,0-1-1 0,-1-2 1 0,2 1 5 16,0 0-3-16,1 1 1 0,3-3 5 0,-1-1-3 15,5-4 4-15,1 2 1 0,-1-2-6 0,6-4 11 16,-4 1 15-16,-1-3 3 0,-1-2-2 0,-1 1 8 0,1-3-2 16,-1-4-1-16,1 0 6 0,-6 0-8 15,3-1 4-15,0-3 3 0,-6 4-15 0,5-3 7 16,-3-2-16-16,1 2 4 0,-5-5-4 0,3 5-7 15,-3-3-7-15,2 3-6 0,-1-1-8 0,-2 6-19 0,0-1-30 16,-1 4-37-16,1 7-40 0,-3-11-35 0,3 11-41 16,0 0-39-16,-10-5-30 0,10 5-37 0,0 0-182 15,0 0-538-15,0 0 238 0</inkml:trace>
  <inkml:trace contextRef="#ctx0" brushRef="#br0" timeOffset="-4383.95">32398 11254 66 0,'0'0'212'0,"0"0"0"15,1-9 7-15,-1 9 2 0,0 0-2 0,0 0-6 16,-20-2 1-16,8 5-2 0,0 2-10 0,-7 6-10 0,1-1-7 16,-6 7-4-16,2-2-15 0,6 0-5 0,3-1-8 15,1-1-11-15,0 2-4 0,3 0-14 0,4-3-7 16,-2-1-18-16,2 4-5 0,5-3-2 0,3-1-17 16,2-1 5-16,2 0-18 0,0-2-3 0,2 0-13 15,5-3-2-15,-1-2 6 0,4-2-13 0,2-2-10 16,-2-3-3-16,0-1-4 0,1-2-3 15,-2 0 2-15,0-1-1 0,-7 1-4 0,6-4-6 0,-3 0 3 16,-1-3-10-16,-1-1 9 0,-1-1-2 0,0-1-4 16,-1 1-9-16,2-2-1 0,-2 1 7 0,-2 6-5 15,-1 0 4-15,-1 3-4 0,0 2 7 0,-2-1-5 16,1 2-5-16,-3 5 3 0,0 0 6 0,0 0-2 16,0 0 21-16,0 0 8 0,0 0-1 0,3 22-3 15,-6-10 3-15,2-1-6 0,-3 2 0 0,4-1-4 16,0 2 10-16,1 1-9 0,0-1 1 0,3-4-5 15,0 1-3-15,1-1-4 0,0-1 2 16,2-1 4-16,0-3 0 0,2-1-3 0,3-1 0 0,-2 0-5 16,4 0-1-16,-4-3 1 0,1-2-9 0,1 0-6 15,-3-1-2-15,0-2 4 0,1-1 0 0,-2-1 0 16,0 0-3-16,-2-3-5 0,-6 10-2 0,15-17 5 16,-11 8 1-16,0 0-2 0,-4 9 1 0,8-18-2 15,-8 18 19-15,5-11-13 0,-5 11 6 0,5-7-11 16,-5 7-1-16,1-4 6 0,-1 4 2 0,0 0 1 15,0 0 1-15,0 0-2 0,0 0 6 0,0 0-3 0,0 0-1 16,0 0 12-16,0 0-11 0,0 0 4 0,0 0-10 16,45 47 9-16,-45-47 3 0,0 0-5 15,32 9 9-15,-32-9-7 0,0 0 2 0,0 0 2 16,0 0-1-16,41-6 9 0,-41 6-7 0,0 0-10 0,0 0 3 16,0 0 5-16,0 0 1 0,24-29-7 0,-24 29 11 15,0 0-7-15,0 0-7 0,0 0 5 16,9-26 2-16,-9 26-3 0,0 0-8 0,0 0-3 15,0 0 20-15,0 0-20 0,0 0 8 0,0 0 3 0,0 0 9 16,0 0-5-16,0 0 1 0,-24 97 4 0,11-52 0 16,4 3-4-16,-1-4 3 0,-3 5-7 0,4-2 3 15,0 1 2-15,-1-2-2 0,2-11 0 0,-2 11-8 16,5-14 7-16,-3 0 4 0,6-1-1 16,-2-2-8-16,0-2 18 0,-1-9-12 0,1 0 2 0,-1-6-10 15,0 0 3-15,3-2 0 0,-4-1 4 0,1-3-3 16,-1-4 8-16,6-2-11 0,-12 0 8 0,12 0 10 15,-11-10-21-15,4 3 10 0,4-3-3 0,3-2 0 16,3-4 3-16,1-2-2 0,7-6-13 0,-11 24 3 16,30-52 7-16,-8 23-12 0,6-10-2 0,3 1-12 15,3 0-4-15,-2-2 0 0,-1 3-4 0,2-2-7 16,4 1 0-16,-14 10-7 0,9-11-5 0,0 1-4 16,0 3-2-16,-13 7 7 0,9-10-5 0,-11 7-1 15,1 0 2-15,-2 3 0 0,0-2 40 0,-1 3 2 16,-4 2 5-16,-11 25-2 0,15-32 5 0,-15 32-4 15,0 0 0-15,14-28 4 0,-14 28 1 0,0 0-2 16,0 0 1-16,0 0 2 0,0 0 3 0,0 0-1 16,0 0 4-16,0 0-1 0,0 0 2 0,0 0 3 15,0 0-1-15,0 0-5 0,0 0 6 0,0 0-6 16,0 0-9-16,-50 78 4 0,50-78 6 16,0 0-15-16,6 43 19 0,-6-43-7 0,14 30 5 15,-14-30-3-15,16 25 0 0,-16-25-3 0,29 34 4 0,-16-19-7 16,-13-15 9-16,23 30 4 0,-23-30-8 0,16 27 2 15,-16-27-2-15,9 22 3 0,-9-22-4 0,0 0 6 16,0 0 3-16,0 40 3 0,0-40 2 0,0 0-5 16,0 0 6-16,-28 35-4 0,28-35 0 0,-24 18 3 15,24-18-6-15,-24 13-4 0,24-13-12 0,-29 9-31 16,29-9-46-16,-29 9-45 0,29-9-51 0,0 0-69 16,0 0-239-16,0 0-534 0,-47-5 236 0</inkml:trace>
  <inkml:trace contextRef="#ctx0" brushRef="#br0" timeOffset="-4257">33244 11536 1753 0,'0'0'-11'0,"0"0"19"0,0 0-10 15,0 0-5-15,0 0-3 0,0 0 7 0,0 0 3 16,0 0-2-16,0 0-12 0,0 0-12 0,0 0-43 16,0 0-44-16,0 0-138 0,0 0-272 0,0 0 121 15</inkml:trace>
  <inkml:trace contextRef="#ctx0" brushRef="#br0" timeOffset="-2452.13">22884 12979 154 0,'-9'-10'175'0,"-1"0"7"0,1 3-9 0,0 0-1 16,-1-1-13-16,0 4-10 0,-2 1-7 0,0-1-15 15,1 1-5-15,-1 2-10 0,0 2-1 0,1 4-11 16,-1 0 4-16,-3 5-6 0,2-1-8 0,-1 2-8 16,0 5-6-16,-1-2-3 0,-1 8-4 0,1 4-6 15,1-1-6-15,0 1-1 0,2 2-5 0,3-1 0 16,2 1-2-16,2-2-10 0,-1 1 18 0,5-2-6 16,4 1-6-16,2-2-8 0,0-5 3 0,6 3-4 15,2-6-3-15,2-1-6 0,2-4-4 0,9 1-8 16,2-3-8-16,0-5-16 0,1-1-16 0,3-3-9 15,-1-3-19-15,1-1-10 0,-1-4 1 0,-3 0-14 0,-3-1-1 16,1-2 3-16,-4-3-1 0,-6 1 6 0,0-1 6 16,-1-1 2-16,-4 0 16 0,0-2-5 0,-3-2 7 15,-1 2 8-15,-1 0 8 0,0-1 6 0,-5 0 4 16,4 0 3-16,-3 3 12 0,0 3 3 0,-1 0 5 16,-2 3 16-16,3 3 9 0,-2-1 0 0,0 7 1 15,0 0-7-15,0 0 0 0,0-10 11 0,0 10 11 16,0 0 1-16,0 0 5 0,-11 31-5 0,7-20 0 15,-1 8 4-15,1 0-6 0,1-1-2 0,-1 2-3 16,3-3-1-16,-1 3-2 0,2-1-5 0,2 0-5 16,1-2 0-16,2-2-2 0,-1-2-1 0,1-2-3 15,1-2-2-15,3 1 0 0,0-4-3 0,1-1-3 16,3-2 0-16,1-1 0 0,0-4-4 0,-1 0 1 16,5-4-1-16,-3-2 1 0,1 0-3 0,-2-4-2 15,-2 0-1-15,0-1-1 0,-3-2-3 0,-3 0 3 16,1 4-4-16,-5-5 3 0,-2 4-2 0,-2-5 1 15,-5 3-6-15,1-3-3 0,-1-2 1 0,-2 4 1 16,-1-2 0-16,1 3 4 0,2 0-5 0,-1 4 1 16,2 1 0-16,1-1 3 0,1 5-1 0,0-1 1 15,4 6-3-15,-5-9 0 0,5 9-1 0,0 0 0 16,0 0 1-16,11-5 3 0,-11 5-3 0,19 5 1 16,-6-1 0-16,4 3 1 0,0 4 1 0,-1 1 2 15,1 1 2-15,-2 2 1 0,2 5 5 0,-5-4 3 16,0 0-7-16,-1 3 3 0,-3-3 2 0,-2 1-3 15,1-2 3-15,-4-5-2 0,3 3 5 0,-2-4-2 16,-2 2 1-16,2-3 2 0,-3-2-2 0,1 0 2 16,-2-6 2-16,2 8 10 0,-2-8 3 0,0 0 2 15,3 7-3-15,-3-7-7 0,0 0 0 0,0 0-3 16,0 0-2-16,0 0-2 0,4-22 0 0,-1 12-4 16,0-2-2-16,1 1-2 0,-1-1 0 0,1-4 2 15,0 2-3-15,1-2 0 0,3 0-1 0,-2 4 0 16,3-4-1-16,-2 8 2 0,1-3-6 0,2 3 2 15,-5 3 2-15,2 0-1 0,2 0-4 0,0 3 1 16,2 2 0-16,-11 0 4 0,14 1-2 0,-6 2-3 0,3 1 8 16,0 2-6-16,1-2 7 0,1 2-6 15,3 0 1-15,-4-2 0 0,5-1 1 0,0 0 4 16,2 1-1-16,-1-2-4 0,-4-2 6 0,0-2-3 16,0 0-4-16,3-3 3 0,-3 2-1 0,-2-2 17 0,-1-1-19 15,-1 0 4-15,-1-1-2 0,-1-3-2 0,0 1-2 16,-3 0 4-16,-3-1 0 0,1 0 1 15,-4-2-4-15,1 2 3 0,0-1-4 0,-2 0 8 16,0 0-3-16,2-1-2 0,1 4 0 0,-4 1 1 16,3 7 0-16,0-10-6 0,0 10-3 0,0 0 0 15,0 0 4-15,0 0-2 0,0 0 2 0,0 0 3 16,0 0 1-16,-1 34-1 0,1-15 3 0,-1-2 1 16,1 4 0-16,1 2 0 0,-2-3-3 0,2 0-2 15,2 4 0-15,-2-4-8 0,2 3-15 0,-2-3-23 0,-1-2-21 16,4-1-21-16,-2-2-28 0,1 0-26 0,1-3-37 15,1 0-25-15,0-2-21 0,0-1-20 16,1-2-136-16,1 1-413 0,0-4 183 0</inkml:trace>
  <inkml:trace contextRef="#ctx0" brushRef="#br0" timeOffset="-2285.17">24024 13230 38 0,'3'-6'214'0,"0"0"-9"0,-3 6-15 16,2-10-21-16,-2 10-17 0,3-5-12 0,-3 5-7 0,0 0-3 15,0 0-6-15,5 19-14 0,-5-6-10 0,-2-1-11 16,0 7-6-16,1 1-15 0,-2-2-18 0,1 1-33 16,2 1-42-16,-2-1-38 0,2-2-40 15,3-1-35-15,-3-4-143 0,-1-2-304 0,1-1 135 16</inkml:trace>
  <inkml:trace contextRef="#ctx0" brushRef="#br0" timeOffset="-2117.52">23995 12907 107 0,'-5'-10'121'0,"0"5"-17"0,0 3-14 16,5 2-8-16,0 0-9 0,0 0-25 0,-10 18-19 16,12-7-26-16,4 9-27 0,5 3-36 0,0 2-36 15,4 1-103-15,3-3 45 0</inkml:trace>
  <inkml:trace contextRef="#ctx0" brushRef="#br0" timeOffset="-715.22">24344 13114 130 0,'-8'-7'182'0,"1"4"-11"0,7 3 2 16,-20-3-6-16,9 3 1 0,-1 0-11 0,0 4-3 16,-1 0-3-16,0 0 0 0,2 1-15 0,-2 7-10 15,4-2-13-15,-1 3-9 0,2 0-5 0,0 6-12 16,3-3-5-16,2 2-8 0,3 0-8 0,0-1-8 15,3 1-9-15,1-2-2 0,4 0-1 0,1-5-5 16,-2 0-6-16,5-4-4 0,-2 0 2 0,0-3-7 16,3 0 0-16,1-3-5 0,0-3-2 0,1-2-3 15,2-3 1-15,-4-3-4 0,1-1 2 0,-1-3-2 16,-2 0-2-16,1-4-1 0,-1-4 0 0,0-1-2 16,-5-3-1-16,-2 0 1 0,-1-1-2 0,-1 0 2 15,-1 0 1-15,0 1 0 0,-1 0-5 0,-1-4 0 16,2 4 1-16,1-2 0 0,-2 1-4 0,-3 0 2 15,3 1 3-15,6 2 6 0,-7 3 0 0,0 6 8 16,0 4 11-16,1 2-3 0,-2 0-1 0,2 9 0 16,-1-10-7-16,1 10-6 0,0 0 3 0,0 0 3 15,0 0 3-15,0 0 7 0,6 41 0 0,-7-12-6 16,2 1 4-16,-2 5 1 0,0 13 1 0,1 0-2 0,1-2-3 16,2-13-6-16,-1 2 6 0,0-2-7 15,3-4-2-15,5 0-5 0,-2-2 1 0,-1-3 9 16,2-6-8-16,2-4-5 0,1-2 5 0,3 0-2 15,-3-6 0-15,8-1 0 0,-2-1 1 0,3-2-1 16,-1-4-3-16,-2-1-2 0,1-3 1 0,-2 0-1 0,1-2 4 16,1-2-9-16,-4-1 1 0,1-2-5 15,-2-2 0-15,0 0-9 0,1-6 0 0,-1-1-4 16,-5 4 1-16,-3 0 2 0,-2 1 0 0,-1-1-2 16,1 0 7-16,-6 1-4 0,4 5 6 0,-4 1-2 0,0 1-2 15,-2-1 4-15,1 5 2 0,1-1 2 0,2 7-1 16,-10-8-1-16,2 6-1 0,8 2 2 0,0 0 6 15,-18 8 3-15,9-1 5 0,0 4 3 16,0 3 0-16,0 0-5 0,2 5 5 0,-2-1 0 0,2 7-3 16,3-6 1-16,1-2-3 0,4 1-5 0,0-1 2 15,0-2-3-15,3 2 4 0,1-3 0 0,1-3 3 16,1 0-7-16,2-3-1 0,1-1 6 16,-1-1 0-16,4-1-2 0,-2-3-4 0,3 1 2 15,-1-3-1-15,5-3-3 0,-5 1 5 0,6-5-6 0,-2 0 2 16,-1-1-1-16,2 0 3 0,-4-1 0 15,-1-2 2-15,-1 1-2 0,-5-1 2 0,1 1-2 16,1-4-3-16,-1-2 2 0,-2 2-4 0,-1 2 0 16,-2-2-1-16,2-2 3 0,-2 1 0 0,0 0-3 0,1 4 2 15,0 3-1-15,-2 2-1 0,0-2 3 0,0 5-8 16,-2 3 5-16,5-7 0 0,-5 7 0 0,10-1-4 16,-10 1 3-16,12 6 0 0,-7-1 2 15,3 4 7-15,-1 3-2 0,1-2-2 0,-2 2 2 16,1 2 3-16,0 0 1 0,-2-4-7 0,3 2 1 0,-1-4 0 15,1 3-1-15,2-4 3 0,-1 1-1 0,0-1 0 16,1-1 1-16,3-2 1 0,-2-2 1 0,2-3-1 16,0 0-1-16,0-2 3 0,-1 1-4 15,1-5 4-15,1 4-5 0,-3-5 6 0,-3-1-5 0,6-3-2 16,-3-1 3-16,-2-1 5 0,-3-2-9 0,0-2-2 16,-2 0 2-16,1 2 1 0,-5-2 1 0,4 0-5 15,-4 1 11-15,0-2-7 0,-4 4-5 16,2 3 5-16,0 3-1 0,0-2-1 0,1 5 2 0,1 6-1 15,-2-10-4-15,2 10 2 0,-9 0-5 0,9 0 13 16,0 0-11-16,-15 19 5 0,6-3 0 0,4 1 0 16,-6 6-1-16,4 1-3 0,1-6-6 0,3 2-13 15,-1-4-23-15,4 4-12 0,4-4-25 0,-3-3-33 16,3-3-20-16,4 2-31 0,4 1-26 0,3-4-15 16,6-3-5-16,8-1 4 0,1-3 15 0,3-4 23 15,-2-2 14-15,1-4 20 0,0 1 18 0,-3-2 32 16,2 0 21-16,-6-4 25 0,-4 0 26 0,-2 4 7 15,-4-3 23-15,-3-2 8 0,1 4 26 0,-7-5 3 16,-3 6-1-16,2-3 8 0,-5-2 11 0,-5-1-1 16,2 6 8-16,0 0 7 0,-2-1 11 0,-1 2 0 15,1 1-2-15,-1 2-2 0,0 0-1 0,6 5-2 16,-11-2-9-16,11 2 2 0,-13 4 0 0,2 0-9 16,2 5-4-16,2 0-9 0,-5 5-5 0,4-2-5 15,3 3-3-15,-3-1-5 0,7 3-4 0,-3-2-2 16,3 0-5-16,2-6-1 0,3 0-3 0,1 1-3 15,2-1-3-15,3-1 0 0,-5-3 0 0,8 0-2 16,-3-3 1-16,4 0-3 0,-3-4-3 0,2 2 2 16,1-4-5-16,-2-1 1 0,2-1-1 0,-3-1-1 15,-4-3-2-15,5-2 4 0,-4-3-5 0,1 2 2 16,-5-2-2-16,2-4-1 0,-2 2 4 0,-1-3-3 16,-1 1-3-16,-2-6 3 0,-1 5 0 0,1-6-2 0,-1 7-3 15,1-6 4-15,-1-2-5 0,-1 2 2 0,-2-1 1 16,2 7 0-16,-1 2 11 0,2 4 10 0,0 0 6 15,2 5 5-15,-1 0-3 0,0 8 1 16,-2-11 0-16,2 11 4 0,0 0 13 0,0 0 10 16,0 0 2-16,0 28 7 0,0-10 1 0,0 6-24 0,-2 2 17 15,4 2-10-15,-4-1 0 0,2 0-12 16,0 3 4-16,-2-2-8 0,4-3-9 0,-4 0 0 16,4-7-11-16,0 7-20 0,0-7-36 0,4 0-36 15,-4-2-40-15,3 2-37 0,1-2-31 0,2 0-53 0,0-5-47 16,1-2-278-16,-3 0-608 0,5-2 268 0</inkml:trace>
  <inkml:trace contextRef="#ctx0" brushRef="#br0" timeOffset="-485.95">26405 13082 2601 0,'0'0'95'0,"-7"-13"-1"0,7 13-14 15,-7-9-5-15,3 6 5 0,4 3 5 0,-4-7 8 16,4 7 4-16,0 0-11 0,-2-7 1 0,2 7-1 16,0 0 4-16,8-7-1 0,-1 4-5 15,7 1-22-15,3-2 10 0,6 1-19 0,4-2 6 0,4 3-15 16,1-3-23-16,-1 4-29 0,-1-3-29 0,-1 2-36 16,2 1-43-16,-2-5-45 0,-4 2-58 0,-5-1-57 15,3 2-265-15,-8-2-586 0,3 1 260 16</inkml:trace>
  <inkml:trace contextRef="#ctx0" brushRef="#br0" timeOffset="-118.42">26924 12790 271 0,'4'-6'290'0,"-4"6"-6"0,5-8-13 15,-5 8-13-15,5-5-19 0,-5 5-17 0,10-2 14 16,-10 2 4-16,13 13-14 0,-7-5-10 0,0 3-16 0,1 3-23 15,-3 3-9-15,3 0-20 0,0 2-10 16,-2 0-16-16,-1 8-10 0,2-8-11 0,-1 0-11 16,4-2-1-16,-2 0-4 0,-3-2-11 0,5-1-6 15,1 0-4-15,0-3-5 0,-1-5 3 0,0 1-2 16,1 0 8-16,-4-4 7 0,1 0-6 0,1-2 0 16,2-2-8-16,1-3-5 0,-2-1 2 0,1-2-5 15,-2 0 2-15,1-3-8 0,0 1-3 0,-4-2-4 16,4-2-6-16,-1-2-3 0,0 1 0 0,-2-2-3 0,3 1 0 15,-3-2-4-15,2 1-6 0,1-1-9 16,2-7 2-16,1 8-3 0,-2-8 1 0,1 7-4 0,3-6-10 16,-3 8-14-16,0-1-7 0,-1 4-16 15,-2 1-14-15,-1 3-37 0,-1-1-41 0,0 3-38 0,-2 4-29 16,-4 2-9-16,13-2-14 0,-13 2-12 0,14 7-12 16,-5 0-15-16,2 5-12 0,-2 3-9 0,0-1-7 15,-1 2-163-15,-5 0-491 0,3 3 216 16</inkml:trace>
  <inkml:trace contextRef="#ctx0" brushRef="#br0" timeOffset="135.75">27472 12890 296 0,'2'11'57'0,"3"-1"40"0,-1-3 24 0,-2 1 11 16,3-4 12-16,-5-4 7 0,6 6 4 0,-3-1 6 16,3-3 6-16,-6-2 2 0,11 2-2 0,-11-2-6 15,14-5 3-15,-7 1-6 0,2-1 5 0,3 0-15 16,-2-2-13-16,-1-1-1 0,1 0-10 0,0-1-13 16,-3 0 5-16,3-1 2 0,-6-2-11 0,2 2-6 15,-3-3-12-15,1-1-1 0,-4 1-5 0,0-2-10 16,-4 3 3-16,1 3-4 0,1-1-14 0,-2 5 13 15,0-2-4-15,4 7-1 0,-10-7-9 0,5 5 1 16,5 2 6-16,-14 8-9 0,2 0 5 0,-1 3 5 16,2 3-5-16,-3 3-6 0,5-3-4 0,-1 5-18 15,4-1 7-15,-1 6-9 0,3-5 8 0,0-1-11 16,5 1-17-16,4 5-31 0,3-7-41 0,5-4-51 16,0 1-52-16,12-2-55 0,2-1-62 0,4-3-55 15,2-1-40-15,1 1-194 0,4-6-618 0,14 1 274 16</inkml:trace>
  <inkml:trace contextRef="#ctx0" brushRef="#br0" timeOffset="280.51">28178 13022 87 0,'13'-3'343'0,"-2"-1"2"0,-2 2 2 15,-1-2 14-15,-3 2-20 0,4 0-9 0,-4-2-15 16,-5 4-22-16,7-3-24 0,-7 3-28 0,0 0-26 16,8-4-23-16,-8 4-30 0,8-4-32 0,-8 4-44 15,0 0-56-15,0 0-84 0,4-3-94 0,-4 3-136 16,0 0-324-16,-2-12-655 0,2 12 291 0</inkml:trace>
  <inkml:trace contextRef="#ctx0" brushRef="#br0" timeOffset="6772.96">13546 4123 19 0,'0'0'94'0,"0"0"-6"0,3-6-7 0,-3 6-6 0,0 0-2 16,0 0 15-16,0 0-18 0,0 0-8 15,0 0-7-15,0 0-3 0,0 0 2 0,0 0 5 16,0 0-9-16,0 0 7 0,0 0-10 0,0 0 6 0,0 0 0 16,0 0-7-16,0 0-2 0,0 0-9 0,0 0 1 15,0 0-6-15,2-6 0 0,-2 6-1 0,0 0-2 16,0 0-6-16,0 0 2 0,0 0-5 0,0 0 2 15,0 0-8-15,0 0 7 0,0 0-5 16,0 0-3-16,0 0-4 0,0 0 2 0,0 0-2 0,0 0-2 16,0 0 1-16,0 0 0 0,0 0-6 0,0 0-2 15,0 0-12-15,0 0-4 0,0 0-14 0,0 0-9 16,0 0-15-16,0 0 16 0,0 0-19 16,0 0 5-16,0 0 5 0,0 0 3 0,0 0-10 15,0 0 7-15,0 0-12 0,8 16 6 0,-8-16-9 16,1 7-3-16,-1-7-5 0,2 7-53 0,-2-7-136 0,2 9 60 15</inkml:trace>
  <inkml:trace contextRef="#ctx0" brushRef="#br0" timeOffset="8116.07">14024 4030 28 0,'-2'-10'127'0,"-2"3"4"0,4 7-16 0,0-12-8 16,-2 6 2-16,2 6-2 0,-2-12 5 0,2 12 0 16,-1-8-5-16,1 8-6 0,-2-7-5 0,2 7-6 0,0 0 0 15,-2-9-5-15,2 9-9 0,0 0-8 0,0 0-4 16,0 0-6-16,0-8-8 0,0 8-3 0,0 0-7 15,0 0-9-15,0 0-2 0,0 0-2 16,0 0-10-16,0 0 5 0,0 0-3 0,0 0 3 16,0 0 8-16,-4 23 1 0,6-12-3 0,0 1-1 0,0 5 0 15,-2-1 1-15,3 4-3 0,-1-2 3 0,0 9-3 16,2-3 1-16,-4 0-4 0,2 2 12 16,-1-2-13-16,4 0 3 0,-3-4-4 0,4 4 5 15,-3-3-2-15,-1 2-3 0,2-5-2 0,-4 2 3 16,5 0 0-16,-1 5-1 0,-2-6-4 0,1-1 2 15,1-1 0-15,-1 1-4 0,-1-3 1 0,2 2 0 0,1 1-3 16,-3-5-2-16,0-2-3 0,2-1 4 16,-2 2-3-16,1-2 4 0,-2 1-3 0,1-5 2 15,0 4-5-15,-2-4 2 0,0-6 2 0,2 12-4 16,0-7 0-16,-2-5 2 0,2 5-2 0,-2-5 3 16,0 0-3-16,0 13-2 0,0-13 0 0,2 6 0 0,-2-6 0 15,0 0-1-15,0 0 2 0,1 9 2 0,-1-9-2 16,0 0-2-16,0 0 0 0,0 0 5 0,0 8-4 15,0-8 2-15,0 0 0 0,0 0-1 16,0 0 0-16,0 0 0 0,0 0 1 0,0 7-1 16,0-7-2-16,0 0 2 0,0 0 0 0,0 0-1 15,0 0 1-15,0 0 1 0,0 0-2 0,0 0 2 0,0 0 0 16,0 0 3-16,0 0-2 0,0 0 1 16,0 0 1-16,0 0-6 0,0 0 2 0,0 0 2 15,0 0-2-15,0 0 0 0,0 0-3 0,13 2 1 16,-13-2 0-16,7 2 0 0,-7-2-2 0,9 0 2 15,-9 0 2-15,13 3-1 0,-5 0-5 0,0-2 5 0,-1 1-1 16,2 2-2-16,-2 0 0 0,0-1-1 0,-1 1 2 16,1 0-1-16,2 2-2 0,-4-1 2 15,-1 2 1-15,2 0-2 0,-1-1 0 0,-3 0 1 16,0 1-3-16,4 3 1 0,-3-3 4 0,-3 3-2 16,1 1-1-16,-2-3 3 0,-2 4-3 0,-3-1 5 15,2 4-4-15,-3-1-1 0,-1 1 3 0,-4-2 2 16,1 4-2-16,-2-1 1 0,-1-2 7 0,1 0-5 15,-1 0-7-15,3 2 6 0,-3-4-5 0,5 2 3 16,-2-1-2-16,4-3 3 0,-2 1-6 0,5-1 4 16,-1-3-3-16,3 1 2 0,0 0 10 0,2 1-13 15,0-1 2-15,0 2 2 0,0-10-4 0,4 15 2 0,-2-5-3 16,3 2 6-16,1-2-3 0,2 0 1 16,0 1-2-16,-1 0 1 0,2-1 0 0,-2 2 3 15,0-1 1-15,-1-1-1 0,3 2 1 0,-1-2 0 16,-2 0-2-16,-2 0-2 0,1 1-1 0,-1 0-1 15,0 0 5-15,-2 1-5 0,-2 0 1 0,-1-1 7 16,-2 1-2-16,1 4 1 0,-3 0-5 0,-3-2 1 0,2 1 0 16,-2-1 1-16,-1-1 0 0,1 2 1 15,-1-5 0-15,2-1-5 0,-2 1 2 0,2 0 0 16,1 1 1-16,0-2 4 0,0 4-6 0,3-4 5 16,-1 1-5-16,0-1 2 0,2 1-5 0,0-3 2 15,2 3 1-15,-1-4-4 0,1-6-1 0,1 14-2 16,-1-8 0-16,2 2 3 0,0-2-2 0,2 2 3 15,1-1-1-15,-3 1 1 0,2-1-2 0,0-1 3 16,0-1-2-16,0 3-1 0,-2 0 6 0,2-3 5 16,-1 3-6-16,-1 0-2 0,2-1-4 0,1 1 7 15,0 0-1-15,2 1-3 0,-5 0 3 0,2 1 0 16,0 1 0-16,-1-1 3 0,1-1-2 0,-2 1-2 0,3 0 2 16,-2-2 0-16,-2-1 3 0,0 0-3 15,3 2 0-15,-4-1-2 0,0 1 2 0,2-3-1 16,0 4 1-16,-1-4-2 0,-2 4-1 0,2 0 3 15,-1-10-1-15,-3 16 1 0,1-6 2 0,2 0 0 16,-4-1 0-16,0 0 0 0,-2 1-1 0,6 0-1 0,-4-1 0 16,2 1-5-16,-1 0-7 0,3 1-5 0,-2 1-7 15,0 4-15-15,6 0-23 0,-4 0-29 16,4 1-37-16,-1 2-22 0,4 0-24 0,-2 3-31 16,4 5-166-16,-5-4-401 0,2-3 178 0</inkml:trace>
  <inkml:trace contextRef="#ctx0" brushRef="#br0" timeOffset="9031.49">14232 6157 35 0,'0'0'70'0,"-3"-10"-9"0,3 10 2 16,0-10 12-16,-2 4-5 0,2 6-5 0,-2-12-6 15,2 12-9-15,-4-9-4 0,4 9-3 0,-5-10-13 16,0 5 0-16,5 5-11 0,-5-8-1 0,5 8 9 16,-4-7-9-16,4 7-1 0,-4-7 3 0,4 7 1 15,-3-6-9-15,3 6 0 0,0 0 7 0,-4-7-4 16,4 7 1-16,0 0 10 0,0 0-3 0,-4-9 8 16,4 9 4-16,0 0 4 0,0 0-4 0,0 0 2 15,-2-6-12-15,2 6 6 0,0 0-14 0,0 0 0 16,0 0 6-16,0 0-9 0,0 0 11 0,0 0 2 15,-5 27 14-15,5-10-2 0,1 0 8 0,-1 9-1 16,3 1 3-16,-3 2-3 0,0 2 1 0,1 3 2 16,3 1-2-16,1 9 2 0,-1-9 11 0,0 11-4 15,0-13 2-15,-1 2-6 0,6 11 6 0,2-3-1 16,-4-8 1-16,2-4-4 0,0 3-3 0,0-2 0 16,5 3 1-16,-5-2-6 0,1-1-1 0,2-2 1 15,-3 1-4-15,-4-5-1 0,3 1 0 0,-1-4-6 16,-2-5-2-16,-1-1-2 0,0 1 4 0,-2-4-4 0,1-2-1 15,-3 1 4-15,0-6-6 0,2 4-1 16,-2-4 1-16,0-7-2 0,0 13 0 0,2-7-3 16,-2-6-1-16,-4 9-1 0,4-9-2 0,0 0-3 0,2 8-2 15,-2-8-1-15,0 0 1 0,0 0-6 16,2 7 4-16,-2-7-4 0,0 0-7 0,0 0-2 16,0 0-2-16,0 0-17 0,0 0-13 0,0 0-12 15,-4 11-12-15,4-11-21 0,0 0-20 0,0 0-24 0,-4 3-33 16,4-3-23-16,-7 2-38 0,7-2-147 0,0 0-392 15,-9 2 174-15</inkml:trace>
  <inkml:trace contextRef="#ctx0" brushRef="#br0" timeOffset="10333.91">14184 7167 53 0,'0'0'79'0,"0"0"-6"0,0 0-3 15,-3-17-10-15,3 17-1 0,0 0-5 0,0 0-7 16,0 0-5-16,0 0 3 0,-11-5-4 0,11 5-6 0,0 0-1 15,-12-3-3-15,12 3 0 0,-12-1-14 16,12 1 8-16,-13 1 2 0,6 0 3 0,7-1 5 16,-20 0-9-16,11 0 3 0,-1 2 2 0,2-2 2 15,-1 1-5-15,0-1 9 0,9 0 0 0,-20 0-5 0,13 0 1 16,7 0 7-16,-12 0 5 0,12 0-8 0,-11 1 6 16,11-1 2-16,-9 0-7 0,9 0-2 15,0 0 2-15,0 0-1 0,0 0-2 0,0 0 1 0,0 0-2 16,0 0 3-16,23-11 0 0,-1 7-8 0,9 0-2 15,1-5-4-15,18 0 2 0,1 1-3 0,-2-5-5 16,2 6 3-16,0-1-6 0,1-1 2 0,-12 1 1 16,-1 4-5-16,11-4 2 0,-14 1-4 0,1 1-4 15,1 2 3-15,-3 1 1 0,-3 0 0 0,1-1 0 16,-1 2-1-16,-11 1-1 0,-1 0 2 0,-4 0-2 16,-3-1-4-16,0 1 3 0,-3 1 1 0,-4 0 3 15,-6 0 7-15,14-1 2 0,-14 1-1 0,8 0-5 16,-8 0 10-16,0 0-5 0,0 0-6 0,7-3 6 15,-7 3-9-15,0 0 1 0,0 0 4 0,0 0-8 16,0 0-10-16,0 0-21 0,-30 7-21 0,18-2-24 16,1-1-18-16,-5 2-23 0,-5 1-22 0,3 2-17 15,-7 3-124-15,-4-1-296 0,4-3 131 0</inkml:trace>
  <inkml:trace contextRef="#ctx0" brushRef="#br0" timeOffset="10847.62">14162 7371 15 0,'0'0'112'16,"0"0"-6"-16,0 0 2 0,-12-1 4 0,12 1-11 15,0 0 9-15,0 0-5 0,0 0-13 0,-11 0-2 0,11 0-11 16,0 0-2-16,-6-3-2 0,6 3 0 16,0 0-5-16,-7-6-8 0,7 6 4 0,0 0-1 0,-7-7 2 15,7 7-4-15,0 0-8 0,0 0-1 16,-5-3-4-16,5 3-11 0,0 0 2 0,0 0-5 0,0 0-7 16,-8-3-1-16,8 3 0 0,0 0-2 0,0 0 1 15,0 0-5-15,-9-3-1 0,9 3-5 0,0 0 1 16,0 0 0-16,0 0-1 0,0 0 0 0,0 0-2 15,0 0-1-15,0 0 4 0,0 0-5 0,-4-6 5 16,4 6-5-16,0 0-2 0,0 0 1 0,24-1 0 16,-6-1 2-16,4-2 3 0,8-1-3 0,8 0-2 15,0 1 4-15,16-3-1 0,-2 2-3 16,-14-1-2-16,11 1 1 0,-9 3-1 0,-5-2-3 0,0 1 0 16,1-1-1-16,-2 2 2 0,1 0-2 0,-3-2 3 15,2 3-5-15,-2-2 3 0,-1 0-2 0,-4 3-3 16,-7 0 2-16,3-2-1 0,-6 1 2 0,-3 1-5 15,-1 0-11-15,-1 0-6 0,-1-3-8 0,-1 6-11 16,-1-2-7-16,-9-1-12 0,10 0-9 0,-4 2-25 16,-6-2-2-16,9 0-11 0,-9 0-9 0,0 0-17 15,12 4-8-15,-12-4-9 0,2 3-91 0,-2-3-256 16,0 0 114-16</inkml:trace>
  <inkml:trace contextRef="#ctx0" brushRef="#br0" timeOffset="11613.96">13930 7367 88 0,'0'0'83'16,"-8"-6"-5"-16,8 6-1 0,-9 0-9 0,9 0-3 15,-14 0-3-15,14 0 5 0,-13-1-12 0,6 1-11 16,7 0 10-16,-20 0-16 0,11 0 22 0,-3-2-24 15,3 2 7-15,-1 2 8 0,0-2-4 0,10 0-1 16,-15 0-1-16,6 1 1 0,9-1-13 0,-14 0-3 0,14 0 8 16,-11 0-8-16,11 0-5 0,-10 0 8 15,10 0-9-15,0 0 4 0,-11 0-6 0,11 0 0 16,0 0 1-16,-6 2 1 0,6-2-3 0,0 0 6 16,0 0-5-16,0 0-1 0,0 0 4 0,0 0-3 0,0 0 0 15,0 0-5-15,0 0 6 0,0 0-5 0,0 0-2 16,0 0 7-16,0 0 0 0,0 0 10 0,40-2 2 15,-11 2-4-15,7-3-4 0,3 0 5 16,10 0 5-16,3 0-4 0,-12 1 4 0,12-2-2 0,2 3 1 16,-1-2-4-16,2-1 0 0,3 0-1 0,-2 1-2 15,3-2-6-15,-6 2-3 0,6 0-2 0,-1-3-4 16,-2 3-5-16,-2-2 2 0,-16 2 2 16,1 0 2-16,-1 2-1 0,-4-2-2 0,-2-1 1 15,-2 4-4-15,-9-2-1 0,-1 2-2 0,-7-1 4 0,3 1-3 16,-3 0-3-16,-1-3 0 0,-4 2 1 0,-8 1 0 15,12-1-2-15,-12 1 2 0,10 0 1 0,-10 0 1 16,8-1-1-16,-8 1-3 0,0 0 2 16,0 0-4-16,9-2 1 0,-9 2-3 0,0 0-11 0,0 0-4 15,0 0-11-15,0 0-16 0,0 0-26 0,0 0-22 16,10-1-21-16,-10 1-19 0,0 0-28 0,0 0-18 16,0 0-98-16,0 0-297 0,0 0 132 0</inkml:trace>
  <inkml:trace contextRef="#ctx0" brushRef="#br0" timeOffset="12065.62">14294 7444 85 0,'0'0'122'0,"4"-9"15"0,-4 9-9 0,0-7-1 16,0 7-6-16,0 0 3 0,1-8-6 0,-1 8 1 16,0 0-5-16,0 0-8 0,0-10-8 0,0 10-7 15,0 0-13-15,0 0-8 0,0 0-6 0,0 0-9 16,0 0-2-16,2-7-8 0,-2 7-6 0,0 0 3 16,0 0-13-16,0 0-7 0,0 0-5 0,0 0-6 15,0 0-10-15,0 0-18 0,0 0-13 0,0 0-5 16,0 0-14-16,14 17-19 0,-10-14-9 0,-4-3-18 15,9 8-6-15,-5-4-8 0,4-1-3 0,-2 1-6 16,1-1-84-16,2-2-217 0,2 1 97 0</inkml:trace>
  <inkml:trace contextRef="#ctx0" brushRef="#br0" timeOffset="13102.75">14524 7391 76 0,'0'0'130'0,"0"-11"-7"0,0 11 2 16,0 0 5-16,-2-10-3 0,2 10 1 0,-3-7-5 0,3 7-4 15,0 0-7-15,-5-8-2 0,5 8-8 16,0 0-6-16,0 0-12 0,0 0-7 0,-2-5-11 16,2 5-4-16,0 0-8 0,0 0-3 0,0 0-6 15,0 0-4-15,0 0-9 0,0 0 0 0,0 0-2 16,0 0-9-16,0 0 2 0,0 0-3 0,0 0-3 16,-4 20-3-16,4-20 1 0,2 11-5 0,-2-11 4 15,0 15-3-15,0-5-2 0,0-1 3 0,0 0-6 16,0-2 1-16,0-7-2 0,0 16 4 0,0-9-5 15,0-7 2-15,0 13-3 0,0-7-7 0,0-6-10 0,0 10-7 16,0-10-5-16,-2 12-1 0,2-12-3 16,-1 6-5-16,1-6-1 0,-2 6-3 0,2-6-5 15,-8 3 6-15,8-3 5 0,-10 4-12 0,10-4 6 0,-11 0 5 16,11 0 3-16,-13-4 11 0,6 3-8 0,7 1 9 16,-13-8 1-16,4 2 4 0,2 0 1 0,0-1 1 15,0-1 11-15,-1 2 12 0,4 2-2 0,-2 0 12 16,1-2 2-16,5 6-1 0,-8-8 8 0,4 4 5 15,4 4 9-15,-7-7-5 0,5 1 7 0,2 6 4 16,-6-7-2-16,6 7 3 0,-1-8-1 0,1 8 0 16,0 0-5-16,-3-10-5 0,3 10 1 0,0 0-7 15,0 0-3-15,0-9-4 0,0 9 1 0,0 0-8 16,0 0 0-16,0 0-4 0,0 0-1 0,0 0 1 16,-4-8-7-16,4 8 1 0,0 0-4 0,0 0 0 15,0 0-5-15,0 0 4 0,0 0 1 0,0 0-3 16,0 0 0-16,0 0 1 0,0 0-2 0,8 24 2 15,-7-15 0-15,4 2-1 0,1 0 6 0,-1 4-6 16,1 4 7-16,-2 0 0 0,-1 5-2 0,4 2 5 16,-2 3 0-16,-1 0 2 0,0-1-1 0,-1-2 5 15,3 3-6-15,-3-3 0 0,2 3 0 0,-3-2 1 16,0 1 1-16,2-2-4 0,0 2-1 0,-3-1 3 16,-1 1-2-16,2-2-2 0,0 3 1 0,0-2 1 15,-2 1 0-15,2-2-2 0,-4 0-2 0,4 0 1 16,-1-2 6-16,1 1-5 0,0-6-2 0,0 10 0 0,3-5 1 15,-3 0-5-15,0-5 3 0,1 6-1 16,-1-1-5-16,0-5 11 0,3 7-6 0,-1 3 2 16,-4-2-2-16,2 2 7 0,0 3-10 0,3-4 3 15,-3 2-1-15,0-2 0 0,-1 0 0 0,1-1 1 0,-2 3-1 16,0-1-1-16,0 0 3 0,2-3-1 0,-4 2 1 16,2-2-1-16,0 0-1 0,-2 0 2 15,2 0-2-15,0 0 14 0,-1-1-8 0,-1 0 5 16,1-6-8-16,-3-1 3 0,2 1 5 0,-2 0-3 0,3 1 10 15,-1 4-11-15,0-5 0 0,0-1 2 0,0 0-1 16,0 6 9-16,0 2-6 0,2-7 2 0,-3-2-2 16,2 1-1-16,-2 0-2 0,5 0 9 0,-4 1-8 15,0-2-4-15,-1 1 2 0,3 0-2 0,-2 0 1 16,2 1-3-16,0-2 0 0,-1 2 2 0,-2 1 1 16,2-1 3-16,1 1-1 0,-2 6 8 15,0-1-7-15,0 0 1 0,4-6 1 0,-2 6 1 16,-2-6 4-16,2 0-3 0,2 2 3 0,-4 4 2 0,2 1-6 15,2-9 4-15,0 2-5 0,0 1 7 0,2-1-14 16,-1-1 2-16,0-3 2 0,-1 4 0 0,0-3 1 16,-1-1 0-16,2-2-3 0,-2-2-5 0,-1 2 2 15,2-4 3-15,-2 4-3 0,0-2-7 0,2-1 4 16,0 2 12-16,-2-1-12 0,3 0 3 0,-2 0 2 16,1 1-11-16,-2-3 9 0,0-2 2 0,1-1-7 15,-1 2 0-15,0-8 0 0,4 11 3 16,-4-6 6-16,2 1-13 0,-2-6-1 0,0 13-2 0,0-13-2 15,3 7-1-15,-3-7-9 0,1 8-6 0,-1-8-7 16,3 6 4-16,-3-6-25 0,0 0-5 0,0 0-18 16,0 0-15-16,0 0-16 0,1 8-13 0,-1-8-14 15,0 0-19-15,0 0-20 0,0 0-17 0,0 0 3 16,0 0-17-16,0 0-13 0,0 0-116 0,0 0-358 16,0 0 159-16</inkml:trace>
  <inkml:trace contextRef="#ctx0" brushRef="#br0" timeOffset="13341.58">14524 10023 78 0,'0'0'148'0,"0"0"-4"16,0 0 6-16,0 0 6 0,0 0 4 0,0 0 6 16,0 0-4-16,0 0-3 0,0 0-13 0,6 14-15 15,-6-14-8-15,3 5-9 0,-3-5-9 0,2 6-10 16,-2-6-9-16,4 6-8 0,-4-6-5 0,5 6-9 16,-5-6-7-16,4 5-9 0,-4-5-9 0,5 7-18 15,-2-2-13-15,-3-5-18 0,2 6-16 0,-2-6-16 16,4 6-11-16,-4-6-7 0,0 0-12 0,0 8-1 15,0-8-2-15,0 0 0 0,2 7-9 0,-2-7-4 16,0 0 1-16,0 0-1 0,0 0 12 0,0 0 7 0,-2 10-1 16,2-10-1-16,0 0-8 0,0 0-4 0,0 0-1 15,0 0-1-15,0 0-5 0,0 0-73 16,0 0-174-16,0 0 77 0</inkml:trace>
  <inkml:trace contextRef="#ctx0" brushRef="#br0" timeOffset="16763.91">15720 5123 132 0,'0'0'194'0,"-3"-10"-4"0,3 10-25 0,0 0-12 16,-2-6-16-16,2 6-10 0,0 0-13 0,0 0-29 16,0 0-5-16,0 0-7 0,0 0-9 0,0 0-11 15,0 0 5-15,0 0-6 0,0 0-3 0,15 27 6 16,-7-17-6-16,1 3-1 0,0 4-5 0,0 1-4 16,5 5-1-16,-3 0-1 0,2-1 2 0,-5-5-6 15,6 6-1-15,-7-6-3 0,1 0-2 0,6 4-6 16,-5-4 1-16,-1-1-2 0,1-1-4 0,-2 0 2 15,-3-4 1-15,4-1-4 0,-3 1 1 0,1-1-3 16,-1-4-3-16,-1 2 1 0,-1-3-1 0,1-2-4 16,0 2 3-16,-4-5-3 0,3 6 6 0,-3-6 5 15,4 6 20-15,-4-6 10 0,7 5 13 0,-7-5 9 16,0 0-7-16,0 0-6 0,0 0 1 0,9-15-4 16,-8 3-11-16,3-4 0 0,1-1-5 0,1-2-1 15,-1-5-4-15,3 0-1 0,-4 6-6 0,0-7-2 16,2 1-4-16,-1 5-1 0,1-6-3 0,-3 6-1 15,3-7-3-15,0 9 0 0,-4-1-1 0,1 0-3 16,-1 1 0-16,2 2-2 0,0 4 2 0,-2 1-6 16,0 2 3-16,-1 1-1 0,0 0 0 0,-1 7-3 15,3-8-6-15,-3 8-11 0,0 0-16 0,0-10-24 16,0 10-23-16,0 0-18 0,0 0-9 0,0 0-7 16,0 0-24-16,-12 21-39 0,5-7-24 0,-5 3-175 15,-6 5-406-15,3 3 179 0</inkml:trace>
  <inkml:trace contextRef="#ctx0" brushRef="#br0" timeOffset="17066.58">16281 5383 183 0,'5'-4'206'0,"-5"4"-19"0,0 0-19 0,0 0-9 16,0 0-13-16,0 0-8 0,0 0-13 0,0 0 0 16,0 0-19-16,-25 10-9 0,19-4-6 0,0 0-6 15,0 3 2-15,-1-1-11 0,2-1-4 0,-1 4-3 16,2-3-8-16,0 1-3 0,-1 1-2 0,3-3-1 16,0 1-13-16,1-1-1 0,1 1-5 0,0-8 0 15,3 13-5-15,0-4 0 0,4-3 0 0,0 2-5 16,2 0-2-16,3-3-10 0,-1 3-14 0,8-4-19 15,-1 2-30-15,3 0-39 0,-1-3-40 0,7 1-29 16,-6-1-36-16,1 0-145 0,-5-1-367 0,2-2 163 16</inkml:trace>
  <inkml:trace contextRef="#ctx0" brushRef="#br0" timeOffset="18031.54">16257 5482 87 0,'0'0'96'15,"-4"-5"3"-15,4 5 2 0,0 0 0 0,-3-8-4 0,3 8-11 16,0 0-6-16,0 0 0 0,-1-9 2 0,1 9-9 16,0 0-2-16,2-10-2 0,-2 10-7 0,4-8-10 15,-4 8 1-15,6-8-5 0,-4 2-3 16,-2 6-7-16,8-8 1 0,-2 3-2 0,-1 1-5 0,0 0 6 16,2-2-8-16,-2 3-4 0,0-3 2 0,1 2-6 15,1 2 1-15,-1-2-5 0,-6 4 9 0,10-5 1 16,-6 1-2-16,-4 4 5 0,8-3 2 15,-8 3-2-15,5-4 3 0,-5 4 1 0,0 0 5 16,0 0-3-16,0 0 4 0,6-2-1 0,-6 2-5 0,0 0 1 16,0 0 1-16,0 0-8 0,0 0-1 15,0 0-3-15,0 0-3 0,7-4-1 0,-7 4-5 16,0 0-1-16,0 0-2 0,0 0 2 0,0 0-6 16,0 0-5-16,0 0-10 0,0 0-15 0,0 0-26 15,0 0-23-15,0 0-25 0,0 0-14 0,0 0-8 0,0 0-21 16,14 4-11-16,-14-4-130 0,9 2-301 0,-3-2 134 15</inkml:trace>
  <inkml:trace contextRef="#ctx0" brushRef="#br0" timeOffset="20530.62">16794 5275 61 0,'-9'-2'113'0,"9"2"-2"0,0 0-2 0,-13 2-7 16,13-2-2-16,-12 2-9 0,12-2-7 0,-10 2 3 16,5 1-2-16,-4 0-4 0,1 1-10 0,-1 2 4 15,2-1-5-15,-3 1-4 0,2 2-2 0,0-1-10 16,0-1-3-16,1 1-4 0,2-1-2 0,2 0-5 16,-1-1-6-16,0 0 1 0,3 3-5 0,0 1-3 15,1-9 5-15,0 13-4 0,1-8-2 16,2 2-4-16,-1-2 1 0,2 1 0 0,1 0-1 0,-1-1-8 15,4 0 1-15,-2-2 0 0,-1 1 0 0,2 0 1 16,-1-2-2-16,2 1-4 0,-3 0 1 0,-5-3 0 16,11 2 0-16,-6-1-3 0,-5-1 3 0,9 3-4 15,-9-3 3-15,7 3 1 0,-7-3 0 0,0 0 5 16,0 0 3-16,6 3 1 0,-6-3 4 0,0 0-1 16,0 0 3-16,0 0-6 0,0 0 4 0,0 0-6 15,0 0 0-15,0 0-5 0,0 0-2 0,-22 7 5 16,12-4-4-16,-8 5 12 0,2 0 0 0,-2-3 2 15,0 7-5-15,0-3-3 0,3 1 4 0,-1-1-3 16,3 1-1-16,2-4-4 0,2 2-1 0,3-2-2 16,2 1 1-16,0-1-3 0,3 1 2 0,1-7 0 15,-2 12 3-15,2-12-3 0,7 11 0 0,1-5 2 16,-1-1 0-16,5 1-1 0,4-2-1 0,2 0-5 16,1-1-3-16,10 0-27 0,-8-3-26 0,6-3-26 15,-8 2-30-15,0-3-21 0,2 2-36 0,-10-1-21 16,2-1-146-16,-7 2-357 0,-6 2 158 0</inkml:trace>
  <inkml:trace contextRef="#ctx0" brushRef="#br0" timeOffset="20948.04">16071 4016 53 0,'2'-9'177'0,"-2"4"-7"0,0 5-10 0,0-11-13 15,0 11-12-15,0 0-23 0,-2-9-13 0,2 9-12 16,0 0 0-16,0 0-16 0,0 0-4 0,0 0-4 16,6 22-10-16,-5-9-1 0,3 5-5 0,0 7-5 15,-1 2-3-15,5 1-5 0,-4 3 2 0,2 1-2 16,2 1-20-16,-6 2-17 0,5 11-20 0,-2 0-32 15,1-11-33-15,-1 11-23 0,-2 4-26 0,3 0-90 16,2-3-247-16,-4 0 110 0</inkml:trace>
  <inkml:trace contextRef="#ctx0" brushRef="#br0" timeOffset="21335.08">16565 6742 168 0,'6'-5'218'0,"-6"5"-22"0,0 0-17 0,0 0-18 16,5-2-18-16,-5 2-12 0,0 0-6 0,0 0-8 15,5 10 10-15,-3-4 13 0,3 6-1 0,0 4-4 16,0 12-6-16,-1 3-9 0,1 16-7 16,-1 0-8-16,-3 4-10 0,0 7-4 0,3 24-9 0,-5-24-9 15,2 0-5-15,3 22-4 0,-4-25-7 0,1 4-4 16,3-1-5-16,1 0-8 0,-1 0-6 0,1-1-9 15,0-2-7-15,0 1-26 0,-3 0-22 0,-2-4-29 16,2 0-20-16,-4-1-26 0,0 1-21 0,-3-5-15 16,1-12-19-16,-1 12-7 0,0-13-12 0,-3 11-7 15,2-13-140-15,-1 0-353 0,3 0 156 0</inkml:trace>
  <inkml:trace contextRef="#ctx0" brushRef="#br0" timeOffset="21665.85">16569 8143 109 0,'0'0'185'15,"-2"-7"-18"-15,2 7-14 0,0 0-17 16,0 0-9-16,0 0-11 0,0 0 8 0,0 0-1 16,24 18 9-16,-18-4 8 0,1 5-6 0,2 9-5 0,3 4 0 15,1 12-13-15,-2 3-2 0,-3 3-13 0,-1 4-8 16,0 5-13-16,3 22-8 0,-2-28-4 0,-3 7-8 16,9 21-9-16,-10-28-9 0,-1 2-12 0,-1 0-17 15,4-4-29-15,-1 4-23 0,-2-4-24 0,7-2-31 16,-6-3-30-16,0-10-44 0,1 0-44 0,-5-2-126 15,0-5-367-15,1 0 163 0</inkml:trace>
  <inkml:trace contextRef="#ctx0" brushRef="#br0" timeOffset="23750.22">15158 7483 3 0,'0'0'217'15,"-10"-2"-16"-15,10 2-27 0,0 0-21 0,-6-5-11 16,6 5-5-16,0 0 0 0,0 0-5 0,0 0-7 16,0 0-3-16,0 0-1 0,13 19-7 0,-5-10-5 15,-1 2-3-15,2-2-7 0,3 5-4 0,1 1-3 16,-1 2-6-16,0 0-11 0,1-3-6 0,-3 1-5 15,2 0-8-15,-2-1-4 0,1-2-13 0,-2 0-6 16,-1-3 2-16,1 0-6 0,-3-1 0 0,4 0 1 16,-3-1-2-16,-2-2-4 0,-2-1 1 0,3 1 2 15,-6-5 3-15,7 5 3 0,-3-3 10 0,-4-2 15 16,7 2 6-16,-7-2-4 0,0 0-9 0,0 0 1 16,5-11-5-16,-1 1-3 0,-2 3-4 0,1-5-9 0,-1-4-3 15,3-2-1-15,-2 1 0 0,-1 0 1 16,0-2-11-16,2-2-1 0,-1 3 0 0,1-7-1 0,0 5-5 15,0 3 4-15,2 0-7 0,-2-1-1 0,0 2 4 16,0 1 0-16,-3 4 0 0,3 0-8 0,-1 0 4 16,-2 1-8-16,-1 10-8 0,2-7-19 0,-2 7-22 15,2-12-25-15,-2 12-24 0,0 0-19 0,0 0-16 16,0 0-17-16,0 0-28 0,0 0-26 0,12 19-24 16,-9-8-186-16,-3 2-449 0,3-2 198 0</inkml:trace>
  <inkml:trace contextRef="#ctx0" brushRef="#br0" timeOffset="23981.97">15656 7555 18 0,'0'0'204'0,"0"0"-19"16,0 0-6-16,0 0-8 0,-27 6-4 0,22 0 3 15,-1-1-3-15,-2 1-3 0,-2-1-5 0,0 5-7 16,2 0-10-16,-1 0-6 0,0-1-2 0,3 2-8 15,-2-2-13-15,1 3-8 0,0-2-14 0,2 0-5 16,2 2-10-16,1-1-7 0,-1-1-10 0,3-2-7 16,3 2-16-16,-2-4-21 0,3 1-21 0,0 0-25 15,4-1-30-15,0 0-36 0,2-2-35 0,4-1-47 16,1-3-23-16,2 0-176 0,-4 1-410 0,5-3 181 0</inkml:trace>
  <inkml:trace contextRef="#ctx0" brushRef="#br0" timeOffset="24185.79">15841 7579 70 0,'-3'-11'219'16,"3"11"-13"-16,-6-7-9 0,6 7-11 15,-7-1-6-15,7 1-9 0,0 0-9 0,-18 4-5 16,9 2-7-16,1 1 3 0,-3-1-4 0,2 2-10 16,1 2-6-16,0 0-2 0,1 1-18 0,2-2-8 0,0 0-12 15,3 1-11-15,1-1-6 0,1 1-6 16,0-2-7-16,5 1 3 0,-1-3-23 0,5 2-18 15,1-2-17-15,0-2-27 0,4 1-32 0,-2-4-44 16,6 1-44-16,0-4-46 0,1 2-38 0,-2-3-184 0,-2 1-438 16,-2-3 193-16</inkml:trace>
  <inkml:trace contextRef="#ctx0" brushRef="#br0" timeOffset="25176.35">14635 5057 104 0,'0'0'242'0,"-1"-7"-14"0,1 7-15 0,0 0-32 0,-3-8-15 16,3 8-7-16,0 0-11 0,0 0-10 0,0 0-14 15,0 0-11-15,0 0-15 0,0 0-7 0,0 0-11 16,0 0-3-16,0 0 6 0,0 0 6 16,0 0 0-16,3 36-6 0,-3-19-6 0,1 3-2 15,-2-1-7-15,1 6-1 0,0-6-5 0,-3 8-8 0,3-7-1 16,-2 0-3-16,2 4-7 0,0-4 1 0,0 5-7 16,-2-5-3-16,2-1-3 0,0-3-2 0,0 1-4 15,2-5 0-15,-2 3-5 0,2-4-6 16,1-1-16-16,-3 1-12 0,1-3-26 0,0 0-33 15,-1-8-37-15,2 12-42 0,-2-6-26 0,0-6-33 16,0 8-14-16,0-8-161 0,0 0-416 0,0 0 185 0</inkml:trace>
  <inkml:trace contextRef="#ctx0" brushRef="#br0" timeOffset="25532.6">14646 4999 137 0,'6'-11'157'0,"4"5"-11"0,0-1 0 0,1 2-6 16,2 3 6-16,-1 0-7 0,3 2-10 0,-4 4 1 15,1 1-10-15,-3 2-4 0,0 2 2 16,0 2-10-16,-1 4-4 0,-5 1 0 0,-1-1-8 0,0 2-4 16,-4 0-6-16,0-1-6 0,-3 3-1 15,-1-2-9-15,-5-1-3 0,-1-2-5 0,0 2-2 16,-2-3-3-16,2-2 4 0,-2 1-7 0,5-4 8 0,1-1-3 15,-2-1-3-15,4-3 2 0,1 0 5 16,5-3-9-16,-8 6-3 0,5-3-5 0,3-3-1 0,0 0 4 16,-9 4-6-16,9-4-1 0,0 0-3 0,0 0-5 15,-4 3-3-15,4-3-5 0,0 0 4 0,0 0-14 16,0 0 4-16,0 0-5 0,0 0-3 0,16 7 1 16,-5-5-6-16,-1 1-9 0,4-1-16 15,0 0-27-15,2 0-29 0,4 3-31 0,-3-1-41 16,-2-1-31-16,4 1-27 0,-2-1-26 0,-4 1-15 15,-1-2-161-15,-4 0-438 0,-8-2 194 0</inkml:trace>
  <inkml:trace contextRef="#ctx0" brushRef="#br0" timeOffset="25798.22">14949 5227 145 0,'0'0'200'0,"0"0"-5"15,0 0-12-15,0-9-16 0,0 9-7 0,0 0-14 16,0 0 3-16,0 0 6 0,0 0 0 0,0 0-7 15,0 0 17-15,4 27 3 0,-4-16-4 16,0 4 3-16,0 5 4 0,-4 0-24 0,3 0 4 0,-1-1-13 16,2 0-4-16,-2-2-9 0,2 3-6 0,0-3-1 15,2-6-8-15,0 2-10 0,0 0-12 0,1-3 0 16,2 0-7-16,-2-1-8 0,0-1-2 16,3-1-1-16,-1-1-15 0,1 0 6 0,3-3-9 15,1 1-3-15,3-2-7 0,5 0-18 0,1-4-17 0,0-2-18 16,10-1-40-16,-1-2-38 0,2-1-38 0,-3-4-48 15,0 1-54-15,1-1-60 0,-1-1-42 0,-3 1-210 16,1-4-584-16,1 2 259 0</inkml:trace>
  <inkml:trace contextRef="#ctx0" brushRef="#br0" timeOffset="33169.31">11736 9806 42 0,'0'0'62'0,"2"-12"1"0,2 8-6 0,-4 4 0 0,5-9 1 16,0 3-9-16,-5 6 9 0,2-10-3 15,-2 10 1-15,2-9-8 0,-1 3 2 0,-1 6-5 0,-1-11 1 16,1 11 14-16,-2-13 1 0,2 13-13 0,-1-11 5 15,-2 6 3-15,3 5 1 0,-6-11-7 0,4 5 0 16,2 6-5-16,-6-10-2 0,4 4 2 16,2 6-1-16,-5-8 4 0,1 3-4 0,4 5 6 0,-9-6-3 15,9 6-4-15,-3-6-1 0,3 6-1 0,0 0-5 16,-6-6 4-16,6 6-2 0,0 0-1 0,0 0-3 16,-2-6-6-16,2 6 0 0,0 0 0 0,0 0-2 15,0 0-4-15,0 0-5 0,0 0 3 0,0 0 0 16,0 0-3-16,0 0-8 0,0 0 2 0,-9-1 0 15,9 1-3-15,0 0 0 0,0 0 4 0,0 0 4 16,0 0 5-16,2 23 2 0,0-11 1 0,-2-2 7 16,0 6 7-16,0 3-3 0,1 5 2 0,-1 2-1 15,0 1 2-15,2 2 7 0,0 1-5 0,-1 1 7 16,4 0 4-16,-5 3-7 0,0-3-2 0,3-3-7 16,-4 4 1-16,1-5 0 0,1 0 1 0,-2-1-3 15,2-2-7-15,4 1 3 0,-5-5 8 0,2 5-3 16,2 0 6-16,-4-1-9 0,0-6 4 0,0 0 5 15,0-1-12-15,1 1 0 0,3-1-1 0,-5-1-3 16,1 0-5-16,-1-4 3 0,1-1-4 0,0-2 1 0,1 0-1 16,-1 0-5-16,0-9 1 0,0 12-5 15,0-12 2-15,0 9-1 0,0-9 0 0,-3 7 1 16,3-7 8-16,0 0-12 0,0 10-2 0,0-10-1 0,0 0-3 16,-3 5-7-16,3-5-14 0,0 0-18 0,0 0-23 15,0 0-29-15,-14 0-29 0,14 0-19 0,0 0-39 16,-13-6-19-16,8 2-18 0,-2-1-14 15,0 0-142-15,-2-1-399 0,3-2 176 0</inkml:trace>
  <inkml:trace contextRef="#ctx0" brushRef="#br0" timeOffset="33380.93">11539 10409 59 0,'0'0'155'0,"-7"5"-3"0,7-5 1 0,0 0-2 16,0 0-8-16,-3 4-2 0,3-4-9 0,0 0-7 16,0 0-10-16,0 0-4 0,27-8-8 0,-9 2-10 15,8-2-10-15,2-1-4 0,-1-1-12 0,4 0-5 16,2 1-8-16,0-1-11 0,-4 1-18 0,-2 3-36 16,0 2-47-16,-6 1-37 0,-4-1-53 0,-6 5-141 15,0-1-314-15,-6 1 139 0</inkml:trace>
  <inkml:trace contextRef="#ctx0" brushRef="#br0" timeOffset="33581.36">11546 10629 146 0,'0'0'225'0,"-3"3"-22"0,3-3-14 15,0 0-1-15,0 0-8 0,0 0-8 0,0 0-8 16,35-6-18-16,-16 3-6 0,1-3-18 0,9-1-15 15,3 0-8-15,1-1-18 0,-3 3-25 0,-1 0-34 0,-7 1-44 16,-1 2-37-16,-4 1-31 0,1 2-25 0,-7 2-34 16,0 1-4-16,-5 0-123 0,-4 1-298 15,-2-5 132-15</inkml:trace>
  <inkml:trace contextRef="#ctx0" brushRef="#br0" timeOffset="33747.78">11678 10767 28 0,'-14'10'173'0,"1"-4"-7"0,3-1-1 0,2 1-13 0,-1-3-3 15,4 1-3-15,0-1-5 0,5-3-3 0,-6 5-5 16,6-5 3-16,0 0-7 0,0 0-4 0,0 0-13 16,16 4-12-16,-2-7-8 0,8 0-7 0,2-3-14 15,3 1-16-15,5-4-32 0,-5 5-41 0,2-1-44 16,-7 2-48-16,3-3-32 0,-3 4-53 0,-8 0-104 16,-3 0-324-16,1 3 144 0</inkml:trace>
  <inkml:trace contextRef="#ctx0" brushRef="#br0" timeOffset="33866.85">11954 10822 81 0,'0'0'214'0,"0"0"-22"0,0 0-18 0,0 0-16 15,0 0-16-15,9-1-11 0,-9 1-13 0,0 0-14 16,18-7-25-16,-9 6-39 0,2-2-40 0,2 0-57 16,6-1-69-16,-6-2-83 0,3 1-225 0,-3-1 99 15</inkml:trace>
  <inkml:trace contextRef="#ctx0" brushRef="#br0" timeOffset="66643.08">10974 8101 31 0,'0'0'35'0,"0"0"-11"16,0 0 1-16,0 0-3 0,0 0-1 0,0 0-5 16,0 0 1-16,1-6-2 0,-1 6-5 0,0 0-7 15,0 0 5-15,0 0-13 0,0 0-3 0,0 0-12 16,0 0-13-16,0 0-35 0,0 0 16 0</inkml:trace>
  <inkml:trace contextRef="#ctx0" brushRef="#br0" timeOffset="76031.45">11905 10367 2 0,'0'0'14'0,"0"0"-2"15,0 0-1-15,0 0 0 0,0 0-6 0,0 0 8 16,0 0-6-16,0 0 2 0,0 0-6 0,0 0 7 16,0 0-2-16,0 0-7 0,0 0 2 0,0 0 3 15,0 0-3-15,0 0-3 0,0 0-1 0,0 0 6 16,0 0-4-16,0 0-1 0,0 0-2 0,0 0 0 15,0 0 2-15,0 0 2 0,0 0 3 0,0 0-7 16,0 0 4-16,0 0-2 0,0 0 1 0,0 0 1 16,0 0-3-16,0 0 3 0,0 0-3 0,0 0 0 15,0 0 4-15,0 0 1 0,0 0-2 0,0 0 1 16,0 0 3-16,0 0-3 0,0 0 1 0,0 0-1 16,0 0-4-16,0 0 7 0,0 0-2 0,0 0-1 15,0 0 1-15,0 0-4 0,0 0 2 0,0 0 0 16,0 0-6-16,0 0 7 0,0 0-4 0,0 0 5 15,0 0 1-15,0 0-4 0,0 0 0 0,0 0-8 16,0 0 7-16,0 0 2 0,0 0-1 0,0 0-2 0,0 0 3 16,0 0-2-16,0 0-2 0,0 0-1 0,0 0 1 15,0 0 1-15,0 0-6 0,0 0 3 16,0 0 3-16,0 0-3 0,0 0 4 0,0 0-1 0,0 0-1 16,0 0 4-16,0 0-5 0,0 0 5 0,0 0-4 15,0 0 2-15,0 0-2 0,0 0 0 16,0 0-3-16,0 0 0 0,0 0 0 0,7 12 4 15,-7-12-1-15,0 0 1 0,0 0-4 0,0 0 2 0,0 0 3 16,0 0-4-16,0 0-1 0,0 0 7 0,0 0-6 16,0 0 5-16,0 0-5 0,0 0 1 0,0 0 1 15,0 0-1-15,6 4 1 0,-6-4 3 16,0 0-3-16,0 0 1 0,0 0-6 0,0 0-1 0,0 0 9 16,0 0 3-16,0 0-8 0,0 0 3 15,0 0-3-15,3 4 2 0,-3-4-2 0,0 0 4 16,0 0-4-16,0 0 2 0,0 0-2 0,0 0 1 15,0 0-8-15,0 0-9 0,0 0 4 0</inkml:trace>
  <inkml:trace contextRef="#ctx0" brushRef="#br0" timeOffset="110774.21">11646 8875 11 0,'0'0'17'0,"0"0"-2"0,0 0-3 15,0 0 2-15,0 0-10 0,0 0 7 0,0 0-9 16,0 0 2-16,0 0-19 0,0 0-17 0,0 0 7 15</inkml:trace>
  <inkml:trace contextRef="#ctx0" brushRef="#br0" timeOffset="114813.42">11673 9363 14 0,'0'0'27'0,"0"0"-1"0,1-6-9 16,-1 6 5-16,0 0-6 0,0 0-3 0,0 0 5 16,0 0-5-16,0 0-5 0,3-7 3 0,-3 7-2 0,0 0-3 15,0 0 3-15,0 0-2 0,5-5 2 16,-5 5-5-16,0 0 0 0,0 0 0 0,0 0 1 15,0 0-4-15,0 0 2 0,0 0 5 0,0 0-3 16,2-7 0-16,-2 7-5 0,0 0 0 0,0 0 5 0,0 0-4 16,0 0 1-16,0 0 0 0,0 0-2 15,0 0 13-15,0 0-10 0,0 0-2 0,0 0-2 16,0 0 1-16,0 0 2 0,5-6 0 0,-5 6-3 16,0 0 2-16,0 0-1 0,0 0 1 0,0 0-4 0,0 0 3 15,0 0 3-15,0 0-6 0,0 0 1 0,0 0 4 16,0 0 0-16,0 0-1 0,0 0-2 15,0 0 1-15,0 0 0 0,0 0-3 0,2-8 2 0,-2 8 0 16,0 0 1-16,0 0-4 0,0 0 6 0,0 0-4 16,0 0 1-16,0 0-1 0,0 0-2 0,0 0 0 15,0 0 1-15,0 0-2 0,0 0 0 0,0 0-2 16,0 0 0-16,0 0 0 0,0 0 0 0,0 0 3 16,0 0-3-16,0 0 1 0,0 0-3 0,0 0 6 15,0 0-1-15,10-1 0 0,-10 1 0 16,0 0 0-16,0 0-4 0,0 0-4 0,0 0 6 15,0 0-4-15,0 0-2 0,0 0-2 0,0 0 5 0,0 0-3 16,0 0 4-16,0 0-9 0,0 0 20 0,0 0-18 16,0 0-14-16,0 0 6 0</inkml:trace>
  <inkml:trace contextRef="#ctx0" brushRef="#br0" timeOffset="136210.66">11146 8310 38 0,'0'0'48'0,"0"0"-5"15,0 0-6-15,0 0-1 0,0 0 5 0,0 0-9 16,0 0-2-16,0 0-9 0,0 0 10 0,0 0-11 16,0 0 0-16,0 0-6 0,0 0 2 0,0 0 1 15,0 0-1-15,0 0-3 0,0 0-5 0,0 0 3 16,0 0 6-16,0 0-7 0,0 0-1 0,0 0-3 15,0 0-3-15,0 0 5 0,0 0-5 0,0 0 3 16,0 0-3-16,0 0 0 0,0 0-17 0,0 0 11 16,0 0-5-16,0 0-7 0,0 0-4 0,0 0-19 15,0 0-6-15,0 0-27 0,0 0-74 0,0 0 32 16</inkml:trace>
  <inkml:trace contextRef="#ctx0" brushRef="#br0" timeOffset="150381.97">24127 13553 106 0,'151'5'116'0,"-11"-3"-6"15,-8 2-18-15,-7 0-12 0,-4-1-21 0,-7 7-26 16,-10-3-21-16,-2 5-24 0,-8 1-88 0,-30 0-107 16,25 4 47-16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8T10:51:35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 0 0,'0'0'1031'0'0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18T10:51:37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7 212 0 0,'0'0'399'0'0,"0"-1"-319"0"0,0 1 0 0 0,0 0 1 0 0,0-1-1 0 0,0 1 0 0 0,0 0 0 0 0,0 0 1 0 0,0-1-1 0 0,-1 1 0 0 0,1 0 1 0 0,0 0-1 0 0,0-1 0 0 0,0 1 1 0 0,0 0-1 0 0,-1 0 0 0 0,1 0 0 0 0,0-1 1 0 0,0 1-1 0 0,0 0 0 0 0,-1 0 1 0 0,1 0-1 0 0,0 0 0 0 0,0-1 1 0 0,-1 1-1 0 0,1 0 0 0 0,0 0 0 0 0,0 0 1 0 0,-1 0-1 0 0,1 0 0 0 0,0 0 1 0 0,0 0-1 0 0,-1 0 0 0 0,1 0 0 0 0,0 0 1 0 0,-1 0-1 0 0,1 0 0 0 0,0 0 1 0 0,-1 2-16 0 0,-7 11-691 0 0,8-13 590 0 0,0 1 1 0 0,0-1 0 0 0,0 0 0 0 0,-1 0-1 0 0,1 0 1 0 0,0 0 0 0 0,0 1-1 0 0,0-1 1 0 0,0 0 0 0 0,0 0 0 0 0,0 0-1 0 0,0 1 1 0 0,-1-1 0 0 0,1 0 0 0 0,0 0-1 0 0,0 1 1 0 0,0-1 0 0 0,0 0-1 0 0,0 0 1 0 0,0 0 0 0 0,0 1 0 0 0,0-1-1 0 0,0 0 1 0 0,0 0 0 0 0,0 1 0 0 0,0-1-1 0 0,1 0 1 0 0,-1 0 0 0 0,0 0-1 0 0,0 1 1 0 0,0-1 0 0 0,0 0 0 0 0,0 0-1 0 0,0 0 1 0 0,0 1 0 0 0,1-1-1 0 0,-1 0 1 0 0,0 0 0 0 0,0 0 0 0 0,0 0-1 0 0,0 1 1 0 0,1-1 0 0 0,-1 0 0 0 0,0 0-1 0 0,0 0 1 0 0,0 0 0 0 0,1 0-1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4:54:36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11876 13360 81 0,'-3'-7'154'0,"0"-2"-1"16,-1-1-5-16,-1 2-3 0,1 0-1 0,0-1-9 15,-3 1-4-15,5 2-4 0,-3-3 1 0,0 2-5 16,1 3 3-16,4 4-19 0,-6-9-10 0,3 6-5 16,3 3-7-16,0 0-6 0,-4-6-11 0,4 6-4 15,0 0-10-15,0 0-6 0,-4-5-7 0,4 5-6 16,0 0-1-16,0 0-4 0,0 0-4 0,8 21 2 15,-3-11-4-15,0 5-1 0,-1 4 2 0,7 7-2 16,-2-2-3-16,-2 3 2 0,-1 0-3 0,2 3 1 16,-2-1-2-16,1 0 1 0,2 1-2 0,-2-1-6 15,-2-2 1-15,3 1-1 0,0-1 3 0,1 2-6 16,-1-1 4-16,-1 1-3 0,1-2 0 0,-2 0-1 16,2-3-15-16,-3-5-1 0,-1-2-3 0,1 2 1 15,0-2 4-15,1 1-1 0,-1-3-1 0,-1 2 3 16,0-6-4-16,0-1 5 0,1-1 2 0,-1 0-2 15,-4-2 3-15,4 0-3 0,-3-2-2 0,2 0-14 16,-3-5-13-16,2 9-14 0,-2-9-16 0,0 0-15 16,0 0-20-16,0 14-34 0,0-14-43 0,-8 5-31 15,8-5-105-15,-11 6-336 0,11-6 149 0</inkml:trace>
  <inkml:trace contextRef="#ctx0" brushRef="#br0" timeOffset="293.16">11921 13399 84 0,'18'-20'141'0,"1"1"0"16,1 3-14-16,2 1 3 0,-3 9-8 0,0 1-17 15,3 4-1-15,-1 1-3 0,0 7-5 0,-3 2-6 16,2 8 3-16,-3 5-6 0,-4 2-6 15,-2 2-9-15,-4 3-2 0,-3 1-8 0,-4 0-11 16,-2-2-5-16,-3-1 0 0,-2 0-2 0,0-2-4 16,-3 0-5-16,-1 0-2 0,-6-2 1 0,2 0-2 0,-1-3-6 15,3-7 0-15,-8 4-6 0,4-2 1 0,3-4-1 16,-2-1-3-16,0-1-9 0,3-4-23 16,4-2-27-16,9-3-22 0,-20 4-41 0,20-4-37 15,-13-5-165-15,13 5-331 0,0 0 147 0</inkml:trace>
  <inkml:trace contextRef="#ctx0" brushRef="#br0" timeOffset="904.62">13385 13155 64 0,'0'0'164'0,"-5"-9"-23"16,5 9-12-16,0 0-20 0,0 0-7 0,0 0 6 15,0 0-8-15,0 0 7 0,22 20-8 0,-13-5-9 16,1 2-6-16,3 8-9 0,-1 2-1 0,1 2 6 16,-2-3-14-16,1 5 0 0,-2-4-4 0,-5 0-2 15,4-2-3-15,-6-4-3 0,1-3-12 0,-2 0-2 16,0-1 3-16,0-6 1 0,-1 0 2 0,-2-1 2 15,-1-4 4-15,0 1 2 0,-2-1 1 0,4-6 0 16,-8 7-2-16,0-5-4 0,8-2 2 0,-13-2-7 16,13 2-1-16,-14-12-6 0,9 1-4 0,1 1 0 15,-3-9-4-15,3-5-6 0,0-3-1 0,8-2-4 16,0 0 0-16,1-2-6 0,3-1-1 0,4 0 0 16,-1 4-4-16,4-2 2 0,2 5-1 0,-1 0 8 15,1 6-12-15,-1 6 2 0,2 2-6 0,2 1-2 16,-3 5 0-16,2 1 2 0,2 3-1 0,-2 3 3 15,0 3-4-15,3 4-1 0,2 2 3 0,1 5-1 16,-2 1 0-16,0 3-17 0,-4 1-1 0,0-1 3 16,-4 5 4-16,-1-4-2 0,-1 1 4 0,-1 1-1 0,0 0 7 15,-5-5-14-15,1 0-17 0,-4 2-18 16,5-3-28-16,-3 2-34 0,-1-3-40 0,4 1-58 16,-2-2-142-16,-1 1-382 0,-1-9 169 0</inkml:trace>
  <inkml:trace contextRef="#ctx0" brushRef="#br0" timeOffset="1243.58">14901 12811 195 0,'0'-20'235'0,"-2"2"-15"0,2 1-4 0,-1 2 3 15,0 1-15-15,0 4-4 0,-1 0-10 0,1-1-14 16,1 11-17-16,0-10-20 0,0 10-20 0,0-9-10 16,0 9-15-16,0 0-6 0,0 0-11 0,12 24-3 15,-5 1-8-15,5 3 1 0,-2 5-6 0,-3 2-5 16,10 14 1-16,-4-2-4 0,0 1-5 0,-4 1-5 16,-2-2-1-16,-1-11-6 0,6 10-1 0,-5-12-2 15,-3-1-8-15,2 3 0 0,0-4 1 0,-2-2-2 16,2 2-8-16,-1-2 0 0,-3-3 1 0,3-3-3 15,-2-6-3-15,0 0-10 0,-1-1-19 0,0-5-12 16,1 2-25-16,-2-3-25 0,-2 1-28 0,1-1-34 16,-4-1-29-16,3-2-34 0,-3-1-23 0,4-7-181 15,-7 8-441-15,7-8 195 0</inkml:trace>
  <inkml:trace contextRef="#ctx0" brushRef="#br0" timeOffset="1486.35">15090 12857 1 0,'20'-20'181'15,"2"5"-7"-15,-3 4-6 0,2 4-4 0,-2 1-16 16,1 3-4-16,1 0-5 0,-2 5-8 0,0 0-7 16,0 5-6-16,0 3-13 0,-2 0-9 0,-3 4-5 15,0 0-9-15,-1 8-3 0,-7-5-13 0,-2 2 1 16,-1 5-10-16,-6 3 1 0,-3-1-6 0,-2 1-8 15,-6 1-2-15,0-2-7 0,-6 3 1 0,-2-2-9 16,-13 9-34-16,-2-3-31 0,8-8-42 0,1-1-51 16,-3-1-49-16,2 0-153 0,-1-5-359 0,7-2 159 15</inkml:trace>
  <inkml:trace contextRef="#ctx0" brushRef="#br0" timeOffset="1638.72">15207 13084 40 0,'0'0'213'0,"4"-5"-19"0,-4 5-22 0,2-7-16 16,-2 7-16-16,0 0-11 0,0 0-23 0,0 0-35 0,-25 14-40 15,15-6-37-15,-4 2-33 0,3 3-37 16,-4 0-113-16,-6 2-204 0,-2 1 90 0</inkml:trace>
  <inkml:trace contextRef="#ctx0" brushRef="#br0" timeOffset="2538.17">12236 14405 205 0,'-4'-8'214'0,"-2"3"-19"0,-1-1-14 0,-4 0-16 16,1 1-14-16,-2 3-18 0,0 1-7 0,-2 1-13 15,-2 1-6-15,-1 3-12 0,-1 3-5 0,1 0-11 16,2 1-4-16,2 4-6 0,0 0-4 0,2 1-9 16,2 1 1-16,1 2-7 0,2 0-7 0,2 2 2 15,3 0-4-15,2-2-6 0,3 3-2 0,2-4-3 16,4 1-1-16,3-4-3 0,1 0-3 0,-1 1-3 15,6-4-1-15,0-2 1 0,0 0-7 0,3-1 2 16,-5-3 0-16,2-2-3 0,0-1 5 0,-6 2-2 16,0-4 1-16,-2 2-6 0,-5-1 0 0,-6 1-2 15,12 1 2-15,-12-1 1 0,10 0 0 0,-10 0 4 16,0 0-10-16,0 0 0 0,0 0-3 0,0 0 0 16,0 0 0-16,0 0-3 0,0 0 3 0,-37 3 0 15,22 6 4-15,-4 1-3 0,-4 1 3 0,-1 4 10 16,-1 3 2-16,2 2-1 0,1 1 2 0,4 1 6 15,0-1-1-15,3 0 0 0,5-3-2 0,2 0-8 16,5-2 3-16,-1 0 29 0,4 0 3 0,2-4-11 16,1 1 0-16,3-3-8 0,2 1 2 0,2-3-3 15,4 1-1-15,6-2-3 0,-2-3-2 0,14-1-5 16,1-6-27-16,3-1-32 0,0-6-32 0,1 0-48 16,12-6-66-16,-1-4-59 0,-2 4-201 0,2-3-483 15,-2-5 215-15</inkml:trace>
  <inkml:trace contextRef="#ctx0" brushRef="#br0" timeOffset="2907.49">13982 14099 236 0,'-2'-8'259'0,"0"0"-6"16,2 8-11-16,-2-11-22 0,1 5-24 0,1 6-17 15,0 0-22-15,-1-10-15 0,1 10-16 0,0 0-10 16,0 0-10-16,0 0-8 0,13 27-4 0,-9-10-7 15,5 3-7-15,-4 4-6 0,-1 1-2 0,1-1-10 16,-1 1-5-16,2 0-7 0,0-1-3 0,-4-5-6 0,2 2-4 16,1-3-3-16,-3 0-2 0,2 0-2 15,0-2-7-15,-1 1-3 0,-1-4-25 0,3 2-24 16,-1-2-26-16,-3-1-33 0,-1-1-37 0,0-11-51 16,2 18-45-16,-2-8-192 0,0-10-445 0,-2 13 198 15</inkml:trace>
  <inkml:trace contextRef="#ctx0" brushRef="#br0" timeOffset="3323.25">13991 14286 1576 0,'-9'-25'97'15,"2"9"7"-15,1-3 16 0,1 2-49 0,1 1-23 16,4-1-9-16,2 0 1 0,0 2 6 0,5-1 9 16,4-1 7-16,2 1 11 0,1 1 0 0,7-2-2 15,-4 7-4-15,6-3-3 0,4 3 1 0,-9 4-11 16,2 0 0-16,1 3-11 0,-6 3-3 0,-1 2-4 15,1-1 0-15,-4 5-4 0,1-2-2 0,-3 5-1 16,4 3-4-16,-8-2-3 0,4 4 0 0,-8-1-1 16,2 2-4-16,-3 1 0 0,-3 0-1 0,-1 0-3 15,-2-2-1-15,2-1-4 0,-2-3 8 0,1 2-5 16,-3 1-2-16,2-3-1 0,1-2 2 0,0-2-6 16,2-1-10-16,3-5-3 0,-2 8-10 0,-2-3 5 15,4-5 1-15,0 8 3 0,0-8 1 0,9 7 1 16,-2-5 1-16,2 4-4 0,2-2 9 0,1 0-5 15,1 1 2-15,3 0 0 0,1 0 4 0,0 0-3 16,0 2-2-16,-5-2 0 0,-1 0 1 0,5 4 2 16,-3-3-4-16,-4 1 1 0,1-1-1 0,-7 1 2 15,2 1 4-15,-3 1-3 0,-4 0 4 0,-2 1-5 16,-4 1 5-16,-1 2-5 0,-4 1 5 0,0-1-1 16,-9 2 2-16,-3 0-4 0,8-2-4 0,0-2-13 15,-8 1-12-15,5-2-21 0,3-1-26 0,0-1-30 16,2-1-30-16,3-2-44 0,5-3-57 0,-3 1-128 15,10-3-396-15,0 0 175 0</inkml:trace>
  <inkml:trace contextRef="#ctx0" brushRef="#br0" timeOffset="3735.66">15686 13813 197 0,'-3'-13'271'15,"3"13"-16"-15,-5-10-13 0,1 6-11 0,4 4-15 16,-15-2-4-16,4-1-17 0,1 7-10 0,-3 1-12 0,-2 0-2 16,-1 7-5-16,-6 6-1 0,0 4-6 15,0 2-12-15,2 3-10 0,-1 0-11 0,2 3-18 16,1-3 1-16,4 2-10 0,1-3-8 0,6 0-11 16,0-7-9-16,6-1-9 0,2 0 0 0,3-1-2 15,5-2-12-15,2-2 0 0,4-4-4 0,1-2-3 16,12 0 0-16,3-5-11 0,6-5-14 0,13-6-28 0,1-5-32 15,0-4-39-15,-1-1-21 0,0-2-23 16,-2-1-26-16,-3-1-22 0,4 4-32 0,-16 4-35 16,0-5-28-16,-3 2-204 0,-2 2-513 0,-4-2 228 15</inkml:trace>
  <inkml:trace contextRef="#ctx0" brushRef="#br0" timeOffset="18375.64">5573 7021 28 0,'0'0'35'15,"0"0"8"-15,0 0-5 0,0 0 4 0,0 0-2 16,0 0 6-16,0 0 5 0,0 0 6 0,0 0-13 15,0 0 10-15,0 0-2 0,0 0 3 0,0 0 1 16,0 0 1-16,0 0-4 0,0 0 1 0,0 0-1 16,0 0 3-16,0 0-4 0,0 0 4 0,0 0-9 15,0 0 11-15,0 0-4 0,0 0-3 0,0 0-2 16,0 0 1-16,0 0 1 0,0 0 3 0,0 0-5 16,0 0-6-16,0 0-1 0,0 0-4 0,0 0 0 15,0 0-3-15,0 0-5 0,0 0-1 0,0 0-6 16,0 0 0-16,0 0 0 0,0 0 4 0,0 0-5 15,-23 10 4-15,23-10-2 0,0 0-1 0,0 0 3 16,-10 0 2-16,10 0-6 0,0 0 3 0,-8 0-2 16,8 0 2-16,0 0-1 0,0 0 0 0,0 0 0 15,-11 0 0-15,11 0-7 0,0 0 5 0,0 0-5 16,0 0 0-16,-9 0 0 0,9 0-1 0,0 0-1 16,0 0 5-16,-8 3-7 0,8-3 8 0,0 0-6 15,0 0 4-15,0 0-3 0,-10 1 7 0,10-1-3 16,0 0-3-16,0 0 2 0,0 0 1 0,0 0 1 15,0 0-3-15,0 0-1 0,0 0 0 0,0 0 0 16,-11 0-3-16,11 0-17 0,0 0 3 0,0 0-4 16,0 0 3-16,0 0 1 0,0 0-1 0,0 0 2 15,0 0 1-15,0 0 0 0,0 0-1 0,0 0 2 16,0 0-3-16,0 0 4 0,0 0-1 0,0 0 2 16,0 0 1-16,29-4 2 0,-19-2 2 0,2 2-3 15,3 1-3-15,1-2 5 0,0 1 0 0,0-3-1 16,0 1 3-16,-3 2 1 0,6-3-7 0,-2 4 6 15,0-1-2-15,1-1-1 0,-5 2-3 0,6-2-2 16,-1 1 2-16,-6-1 3 0,5 0-2 0,-4 3-1 16,-2-1 5-16,1 2 2 0,-3 0-9 0,-1 0-3 15,-8 1 0-15,12 0 1 0,-12 0 2 0,10-1-1 16,-10 1-3-16,0 0 2 0,10-1-2 0,-10 1 5 16,0 0-2-16,0 0 1 0,0 0-1 0,8-2 1 15,-8 2-3-15,0 0 4 0,0 0 1 0,0 0 2 16,0 0 1-16,0 0-4 0,0 0-1 0,0 0 1 15,0 0-2-15,0 0 1 0,0 0 0 0,-18 11 0 16,18-11-1-16,-12 5 0 0,4-4-2 0,0 2 4 16,1-1-4-16,-2 2 3 0,-1 1-3 0,-1-2 3 15,1 1-4-15,-3 0 4 0,2-2-4 0,-6 3 4 16,6-1-4-16,-2 0 3 0,1-1-3 0,2 1-1 16,-1 2 2-16,2-4-1 0,-2 1 0 0,1 1 0 15,4-3-1-15,-1 1 2 0,7-2 0 0,-9 4 2 16,3-2-2-16,6-2 1 0,-7 4-2 0,7-4 2 15,0 0-2-15,-7 1-3 0,7-1 3 0,0 0-7 16,0 0-13-16,0 0-9 0,0 0-5 0,0 0-14 16,0 0-24-16,0 0-36 0,0 0-32 0,0 0-36 15,35-4-36-15,-24 4-122 0,1-3-362 0,-1 0 160 16</inkml:trace>
  <inkml:trace contextRef="#ctx0" brushRef="#br0" timeOffset="25949.32">14529 15377 36 0,'0'0'120'0,"-9"3"0"15,9-3-11-15,0 0 1 0,-10 3-3 0,10-3-3 16,0 0 2-16,0 0-5 0,-9 0-3 0,9 0 1 16,0 0-2-16,0 0-4 0,0 0 1 0,0 0-5 15,-7 2-3-15,7-2-6 0,0 0-5 0,0 0-12 16,0 0-1-16,0 0-7 0,0 0-3 0,0 0-3 15,0 0-1-15,0 0-2 0,0 0-4 0,0 0-1 16,23-10-5-16,-14 7-2 0,-2 1-3 0,-1 0-3 16,3-1-2-16,2-1-1 0,-4 1 1 0,4-1-1 15,-1 2 7-15,1-2-2 0,0-1-2 0,1-1-2 16,-2 0-4-16,1 3-2 0,-3 0-1 0,1-1-5 16,-3 1-1-16,0 0-1 0,-6 3 7 0,12-6-13 15,-5 6 2-15,-7 0-15 0,9-1-17 0,-9 1-25 16,9-1-28-16,-9 1-39 0,0 0-30 0,7-3-39 15,-7 3-158-15,0 0-373 0,0 0 165 0</inkml:trace>
  <inkml:trace contextRef="#ctx0" brushRef="#br0" timeOffset="26483.66">12952 15921 67 0,'0'0'159'0,"0"0"-1"0,0 0-1 0,-12 1-10 0,12-1-14 15,0 0-14-15,0 0-9 0,0 0-6 0,0 0-4 16,0 0-12-16,0 0-7 0,0 0 2 16,0 0-7-16,0 0 0 0,0 0-5 0,0 0-6 15,0 0-6-15,0 0-5 0,0 0-1 0,0 0 0 16,0 0-5-16,0 0-4 0,21-10-1 0,-15 7-1 16,3-1 1-16,-2 1-4 0,4-2-5 0,-2 1-3 15,3-1-1-15,-2 0-3 0,3-1-1 0,-1 2-2 16,1-3-5-16,-4 2 1 0,5 0-2 0,-5 2-5 15,5-2-13-15,-6 2-21 0,1-1-24 0,-9 4-27 16,14-3-35-16,-14 3-40 0,9-6-21 0,-5 6-16 16,-4 0-111-16,0 0-321 0,0 0 142 0</inkml:trace>
  <inkml:trace contextRef="#ctx0" brushRef="#br0" timeOffset="26683.64">12985 15793 193 0,'0'0'218'0,"-5"-5"-24"0,5 5-14 15,0 0-21-15,0 0-15 0,0 0-15 0,0 0-12 16,-2 19-8-16,4-7-12 0,1 5-7 0,-1 1-9 16,3 8-6-16,-3 0-12 0,4 2-13 0,-3 0-32 15,3-1-46-15,-4 2-41 0,6-3-62 16,-4 2-151-16,0 0-305 0,-3-9 136 0</inkml:trace>
  <inkml:trace contextRef="#ctx0" brushRef="#br0" timeOffset="43353.63">9067 6589 21 0,'0'0'39'0,"-1"-5"-6"0,1 5-3 0,0 0 4 16,0 0-10-16,-2-8 6 0,2 8-9 0,0 0-1 15,0 0-6-15,0-9 1 0,0 9 0 0,0 0 0 16,0 0 6-16,0 0-7 0,0-10 0 0,0 10-3 16,0 0-3-16,-3-6-2 0,3 6 8 0,0 0 3 15,-3-8 6-15,3 8 4 0,0 0-2 0,0 0-8 16,-4-7 12-16,4 7-7 0,0 0-10 0,0 0-6 15,-4-5-6-15,4 5 5 0,0 0 3 0,0 0-2 16,0 0-4-16,0 0 2 0,0 0 3 0,0 0-5 16,0 0-9-16,0 0 8 0,0 0 5 0,11 17-5 15,-11-17-2-15,10 11 8 0,-4-6-3 0,-1 4-4 16,3-1-3-16,-2 0 7 0,4 2-2 0,-2-1-5 16,1 1 3-16,1-1 1 0,3 3-2 0,0-1 4 15,2 2-5-15,-1-2 1 0,3 0 7 16,-2 0-1-16,2 1-3 0,-2 0-8 0,2 0 4 0,-2-2-6 15,1 2 5-15,-1-2 5 0,1 0-1 0,1 1 4 16,0-1-4-16,-1 0 7 0,-2-1-2 0,4 1-6 16,-2 1 4-16,1-1-3 0,-2 1 2 0,1-2 0 15,0 0-1-15,-1 0 0 0,2 3 5 0,-1-1-4 16,-2 1-5-16,3-3 9 0,-1 2-6 0,1-2 4 16,0 1-1-16,0-2-7 0,1 2 5 0,-1-2 3 15,2 0 0-15,-2 0-4 0,1-1 0 0,-3 1 1 16,3-1 0-16,0 3-1 0,-3-4 8 0,2 2-13 15,-3 0 1-15,-1-4 3 0,-1 3 1 0,3 0-6 16,-3-1 6-16,0 0-5 0,-1-1 6 0,3 0-3 16,-2 1 5-16,0 0 1 0,-1 0-4 0,0-2-1 15,2 3 7-15,-1-2 9 0,0 2-27 0,1-3 13 16,4 3 1-16,-1-1-4 0,-2-1 0 0,2 0 5 16,-5-1-2-16,3 1 2 0,3-1-3 0,-3 1-8 15,-1-1 7-15,5 2-2 0,-2-2-1 0,1 3-3 16,1-1 0-16,-5-3 1 0,-1 2-7 0,5 2-4 15,-2-3 10-15,-1-1-2 0,3 3 5 0,-2 1 0 16,-2-3-3-16,1 1-1 0,2-1 3 0,-3-1-2 16,0 1-2-16,1-4-4 0,-2 4 3 0,-2-1 2 15,3 0 4-15,-3 0-13 0,0-1 10 0,3-1 5 16,-4 0 0-16,1 0-3 0,-2 0-2 0,2 1-2 16,-3-1 8-16,0 2-9 0,1-3 1 0,0 1 8 15,-8-1-12-15,11 2 12 0,-3-2 0 0,-8 0 4 16,11 2-7-16,-11-2 3 0,12 2 0 0,-6-2-5 15,-6 0 4-15,9 2 2 0,-9-2-1 0,8 1-5 16,-8-1-5-16,0 0 5 0,7 1 3 0,-7-1 0 16,0 0 4-16,8 2-2 0,-8-2 0 0,0 0-4 15,0 0 7-15,0 0-6 0,0 0 3 0,0 0 0 16,0 0 2-16,0 0 1 0,0 0-1 0,0 0 1 16,0 0-2-16,0 0 16 0,0 0-13 0,0 0-1 15,0 0 7-15,0 0 1 0,0 0-3 0,0 0-7 16,0 0 3-16,0 0 0 0,0 0 3 0,0 0 1 15,0 0 1-15,0 0-2 0,0 0-1 0,0 0 2 16,0 0 0-16,0 0-2 0,0 0-3 0,0 0 0 16,0 0 4-16,0 0-1 0,0 0 1 0,0 0-8 15,0 0 9-15,0 0-7 0,0 0 2 0,0 0 0 16,0 0-2-16,0 0-5 0,-18 10 4 0,14-5 5 16,4-5 6-16,-7 9 0 0,0-4-16 0,4 2 2 15,-1-1 3-15,0 2-1 0,-1 0 8 0,1 0-11 16,0-3 13-16,-1 3-8 0,1 0 2 0,-1-1-3 15,0 3 0-15,0-2 2 0,-1 1-6 0,3-1-5 16,-2 1-10-16,1-1-12 0,1-1-15 0,-1 2-52 16,2 0-105-16,-1-1 47 0</inkml:trace>
  <inkml:trace contextRef="#ctx0" brushRef="#br0" timeOffset="43562.64">10522 7164 6 0,'-17'-4'87'0,"-1"3"3"0,1-4-23 0,-1 1-5 16,2 1-4-16,2 1 2 0,0-1-12 0,1-1-4 15,0 4-11-15,3-2-14 0,2 2-28 0,-1-2-18 16,9 2-63-16,-11 0-97 0,11 0 43 0</inkml:trace>
  <inkml:trace contextRef="#ctx0" brushRef="#br0" timeOffset="44240.86">9048 6589 1 0,'-5'16'37'16,"-2"-1"-8"-16,1 0-1 0,1 0-4 0,-2-1 3 15,0 1-5-15,0-3 0 0,2-1-5 0,0 0 1 16,0-2 1-16,0 1-1 0,0-1-7 0,-2 0-6 16,4-2-12-16,-1 3-8 0,1-3-28 0,1 0-46 15,0-1 20-15</inkml:trace>
  <inkml:trace contextRef="#ctx0" brushRef="#br0" timeOffset="45149.83">9241 6446 47 0,'29'-9'52'0,"2"1"-14"0,1 0-1 0,0 3-18 16,5 2-7-16,1 0-15 0,2 2-16 0,10-2-12 16,-12 3-33-16,12 0 15 0</inkml:trace>
  <inkml:trace contextRef="#ctx0" brushRef="#br0" timeOffset="87362.62">11109 8281 14 0,'0'0'29'0,"0"0"-8"15,0 0-6-15,0 0 1 0,0 0-2 0,0 0-4 16,0 0 3-16,0 0-4 0,0 0 0 0,0 0 1 16,0 0-4-16,0 0 2 0,0 0 3 0,0 0-7 15,0 0 1-15,0 0 1 0,0 0-1 0,0 0 1 16,0 0 1-16,-13 5 0 0,13-5 1 0,0 0 6 16,0 0-6-16,0 0 6 0,0 0 2 0,0 0-8 15,0 0 5-15,0 0 1 0,0 0-5 0,0 0 2 16,0 0-8-16,0 0 6 0,0 0-3 0,0 0 2 15,0 0-2-15,0 0-1 0,0 0-2 0,0 0 8 16,0 0-8-16,0 0 5 0,0 0-4 0,0 0 0 16,0 0 3-16,0 0-2 0,0 0-2 0,0 0 2 15,0 0 3-15,0 0-4 0,0 0 2 0,0 0-1 16,0 0 0-16,0 0 1 0,0 0 0 0,-5 2-1 16,5-2 7-16,0 0-4 0,0 0 0 0,0 0 0 15,0 0 1-15,0 0 3 0,0 0-10 0,0 0 8 16,0 0 0-16,0 0-6 0,0 0 3 0,0 0-4 15,0 0-1-15,0 0 1 0,0 0-5 0,0 0-6 16,0 0-5-16,0 0 3 0,0 0-11 0,-2 8-4 0,2-8-5 16,0 0-7-16,0 0-35 0,0 0-77 0,4 13 35 15</inkml:trace>
  <inkml:trace contextRef="#ctx0" brushRef="#br0" timeOffset="94922.8">598 12065 123 0,'0'0'130'0,"0"0"12"16,0 0-37-16,0 0-13 0,0 0-3 0,0 0-14 15,0 0-4-15,0 0-14 0,0 0-4 0,0 0-2 16,0 0-9-16,0 0-5 0,0 0 4 0,0 0 7 15,0 0-8-15,29 66-5 0,-11-39-4 0,0 4 7 0,-2 1-7 16,7 9-2-16,-8-9-1 0,1 1-3 16,-1-3-2-16,2 1-6 0,-4-5 8 0,-4 1-8 0,4-3-3 15,-2 1 6-15,1-1-6 0,-4-6-4 16,-1-1-4-16,3-1-18 0,-2 0-9 0,-3 1-21 16,1 1-11-16,1-1-16 0,-2-1-19 0,0 0-6 15,1-2-22-15,-3 0-62 0,-1-3-192 0,-2-4 86 16</inkml:trace>
  <inkml:trace contextRef="#ctx0" brushRef="#br0" timeOffset="95192.31">773 12177 60 0,'0'0'63'0,"0"0"-4"16,0 0-17-16,16-27 9 0,-12 27-3 0,-4 0-14 16,9 0-5-16,-9 0 5 0,0 0 0 15,19 10 4-15,-15-5-7 0,5 7 3 0,-1 1-9 16,0 1 7-16,-2-1 0 0,-3 3-11 0,3 1-4 16,-2-2 10-16,-3 2 1 0,3 0-11 0,-4-2 1 0,0-1-10 15,0-2 2-15,0 0 3 0,-2-2-19 0,2 1-16 16,-2-1-35-16,2-10-63 0,0 12-130 0,-1-7 57 15</inkml:trace>
  <inkml:trace contextRef="#ctx0" brushRef="#br0" timeOffset="95547.35">976 12175 35 0,'0'0'72'0,"15"0"4"16,-15 0-3-16,0 0-15 0,14 7 2 0,-14-7-6 16,7 3-4-16,-7-3 5 0,0 0 5 0,0 0-6 15,6 4 8-15,-6-4 7 0,0 0 7 0,0 0-5 16,0 0 4-16,0 0-11 0,0 0-2 0,0 0-8 16,0 0-4-16,0 0 1 0,0 0-12 0,-15-22-7 15,10 13 4-15,0 0-8 0,1 0-4 16,1-1-9-16,-1-2 5 0,2 1-6 0,0 0 2 15,0-6 4-15,2 7-14 0,0 0 3 0,2 0-5 0,0 1 3 16,2 2 1-16,-2 1-1 0,-2 6-8 16,7-9-2-16,-2 7 1 0,-5 2-2 0,12-2 4 15,-2 4-3-15,-3-1-5 0,7 3 9 0,-4 1-3 16,1 1 1-16,4 3 3 0,-2 2-11 0,-1-1-10 0,-1-1-10 16,-1 3-26-16,0-2-21 0,3 2-8 15,-2-3-23-15,-2 1-88 0,-2-2-211 0,-2-3 95 16</inkml:trace>
  <inkml:trace contextRef="#ctx0" brushRef="#br0" timeOffset="95784.31">1165 11546 33 0,'0'0'116'0,"0"0"-13"0,0 0-15 15,0 0 5-15,0 0-22 0,0 0 2 0,17 27-3 16,-5-4-6-16,1 1 4 0,1 5-25 0,7 14 10 16,-6-11-7-16,7 11-1 0,2-3-6 15,-7-7 0-15,-2-2-11 0,0-1 4 0,1-4-6 16,-2 1-10-16,-3-3-4 0,3-1-8 0,-1-1-33 0,-2-5-28 16,-2 0-28-16,-2-2-81 0,1 1-178 0,-3 0 79 15</inkml:trace>
  <inkml:trace contextRef="#ctx0" brushRef="#br0" timeOffset="96010.05">1274 11653 13 0,'0'0'71'0,"11"-8"-6"16,-11 8 14-16,10-3-21 0,-10 3 3 0,13 1-9 0,-13-1-4 15,16 10-3-15,-10-4-1 0,0 4-9 0,0 1 0 16,0 6 1-16,-4-5-1 0,1 3-9 16,1 2 3-16,-4 0-9 0,0 0-1 0,0-2-8 15,0-4-16-15,-2 1-12 0,2-1-35 0,-2-2-66 16,2 1-129-16,0-10 57 0</inkml:trace>
  <inkml:trace contextRef="#ctx0" brushRef="#br0" timeOffset="96172.18">1615 11451 45 0,'0'0'124'0,"0"0"-15"16,0 0-10-16,0 0-7 0,12-8-20 0,-12 8-20 16,0 0-24-16,0 0-31 0,13-7-30 0,-6 4-24 15,-7 3-31-15,0 0-96 0,23-9 43 0</inkml:trace>
  <inkml:trace contextRef="#ctx0" brushRef="#br0" timeOffset="96516.24">2090 10876 68 0,'0'0'114'0,"-6"-5"-10"0,6 5-16 15,0 0-6-15,0 0-4 0,0 0-16 0,0 0-2 16,0 0-14-16,0 0 6 0,9 34-5 0,-5-17-3 15,1 0-11-15,4 6 1 0,-1 1-5 0,0 1 6 16,3-1-9-16,-4-6 0 0,3-2-6 0,0 0 1 16,-2-1-8-16,0-1 1 0,-2-4-11 0,0-1-11 15,-3-3-17-15,5 1-17 0,-3-2-20 16,-1-1-21-16,0 1-64 0,-4-5-158 0,0 0 69 16</inkml:trace>
  <inkml:trace contextRef="#ctx0" brushRef="#br0" timeOffset="96867.63">2119 10800 31 0,'0'0'94'0,"6"-9"-6"16,-6 9-14-16,5-6-7 0,-5 6-8 0,0 0-7 15,13-5-8-15,-13 5-7 0,11 0 2 0,-11 0-13 16,0 0 5-16,16 11 1 0,-10-3-2 0,-2 0 0 0,0 2-4 15,-1 2-10-15,-1 1 5 0,0 3-8 16,-2 1 6-16,0-2-3 0,2 2-6 0,-2-6-8 16,0-2-1-16,0-9-10 0,2 12 1 0,-2-12 5 15,5 15-7-15,0-9 4 0,-5-6-2 0,6 9 3 16,-6-9-3-16,11 6 3 0,-11-6 0 0,13 3 3 16,-6 0-4-16,-7-3 0 0,13 2 3 0,-13-2-1 15,14 2 0-15,-14-2-2 0,14 1 4 0,-14-1-8 16,13 4 13-16,-13-4-2 0,10 2 3 15,-10-2-10-15,8 7 9 0,-8-7 5 0,3 9-3 0,-3-9-1 16,1 13-3-16,-1-13-3 0,-4 19 16 0,1-8-32 16,0 0-15-16,-1-1-23 0,1-1-57 0,-3 1-123 15,1-2 55-15</inkml:trace>
  <inkml:trace contextRef="#ctx0" brushRef="#br0" timeOffset="97024.12">2386 10781 71 0,'0'0'78'0,"0"0"-31"16,0 0-27-16,0 0-20 0,7-12-36 0,-7 12-39 16,0 0 17-16</inkml:trace>
  <inkml:trace contextRef="#ctx0" brushRef="#br0" timeOffset="160587.59">14158 7151 1 0,'0'0'16'0,"0"0"1"16,0 0-1-16,0 0-5 0,-4-2 6 0,4 2-6 15,0 0-2-15,-10-4 4 0,10 4 13 0,-7-3 0 16,7 3-6-16,0 0 1 0,-11-4-6 0,11 4 2 15,-9 0-2-15,9 0 0 0,-9-3 0 0,9 3-5 16,0 0-2-16,-15-1 4 0,15 1 0 0,-8-2 1 16,8 2-2-16,-7-1-4 0,7 1 14 0,0 0-6 15,-12 0 0-15,12 0 5 0,0 0-3 16,-8-3-1-16,8 3-5 0,0 0 3 0,0 0 1 0,-7-3 5 16,7 3 5-16,0 0-1 0,0 0-5 0,0 0 1 15,0 0-1-15,0 0-4 0,0 0 4 16,0 0-1-16,0 0-5 0,0 0 7 0,0 0-3 15,0 0-4-15,0 0-3 0,0 0-1 0,0 0-3 0,-4-6-2 16,4 6 5-16,0 0-4 0,0 0 0 0,0 0 4 16,0 0-3-16,0 0-4 0,0 0 1 0,21-6-1 15,-11 3-3-15,-1-1 1 0,5 1 8 0,-5-1-5 16,5-2 4-16,-3 0 6 0,8 1-4 16,-5-2 0-16,3 0-4 0,0 2 3 0,3-2-1 0,-4 0-4 15,2 2 0-15,0-4 2 0,4 5-2 16,-1-3 2-16,-1 1 3 0,5-1 15 0,-7 2-13 0,2 1-9 15,-2-1 3-15,0 1 0 0,-2 0-4 0,-2 1 3 16,-1 0-5-16,1 2 6 0,-1-2 0 0,0 1-3 16,-1 0-1-16,1-1-1 0,1 1-4 0,-2-1 0 15,-1 1 8-15,2 1 0 0,-1 0-4 16,0 1 5-16,-1-2-2 0,-2 1 1 0,-1 1-7 0,-8 0 1 16,16-1 5-16,-9 1-1 0,-7 0 0 0,14 0-1 15,-14 0-2-15,11 0 1 0,-11 0-4 0,11-2 2 16,-11 2 0-16,9 0-2 0,-9 0-1 0,0 0 3 15,9 2 38-15,-9-2-33 0,0 0-3 0,7 1 1 16,-7-1-6-16,0 0 8 0,0 0-11 0,7 1 6 16,-7-1 2-16,0 0 9 0,0 0-5 0,0 0-4 15,0 0 8-15,0 0 1 0,0 0-4 0,0 0 2 16,0 0-5-16,0 0 0 0,0 0 6 0,0 0-5 16,0 0 2-16,0 0 0 0,0 0-4 0,0 0 1 15,-20 9 1-15,20-9-5 0,-12 4-1 0,6-3-1 16,-3 2-9-16,2 2 0 0,-4-2-11 0,1 3 2 15,-2-1 0-15,-4 4-7 0,0-3-3 0,-2 0-3 16,2 1-6-16,-2 2 8 0,0-3 2 0,3 3-12 16,-2-2 6-16,-2 1 4 0,5-3 6 0,0 3 2 15,-3-2-2-15,3-1 8 0,0-1 3 16,5-3 5-16,-1 5 1 0,0-3 4 0,2-2 0 16,-1 2 0-16,2-1 4 0,0-1 0 0,7-1 1 0,-11 2-1 15,11-2 3-15,-7 3 0 0,7-3-2 16,-6 3 6-16,6-3 3 0,0 0-12 0,0 0 2 15,0 0 5-15,0 0 4 0,0 0-6 0,0 0-1 16,0 0 8-16,0 0-5 0,0 0 1 0,0 0 6 0,29 0-1 16,-16-2 2-16,6-2-5 0,2 1-1 0,4-2 1 15,2 1 4-15,0-5 2 0,3 3 0 0,-2-1-2 16,2-2-4-16,-1 1 7 0,1 1-7 16,-1-1 5-16,-3-2-4 0,1 3-2 0,-7 0 1 15,5-1-1-15,-5 1 0 0,-1 3 3 0,-1-2 0 0,-5 3 0 16,-1-1-4-16,1 0 2 0,-3 1 1 0,-3 2-7 15,2-2 3-15,-4 2 6 0,-5 1-3 16,11-3 6-16,-11 3 1 0,8-1 4 0,-8 1-5 0,0 0 9 16,8-1-3-16,-8 1 10 0,0 0-3 0,0 0-9 15,0 0 1-15,0 0-2 0,0 0-3 0,0 0 2 16,0 0-3-16,0 0 4 0,-25 6-8 16,18-5 2-16,-2 1-3 0,1 0 13 0,-2-2-13 15,-3 5-1-15,-2-1-5 0,-4 3 2 0,3-3-10 0,-4 2 1 16,3-2 1-16,0 1-3 0,-3 1-6 0,5-2 5 15,-4 3-6-15,6-4 4 0,-5 4 3 0,3-3-3 16,1 1 4-16,3-2 1 0,0 0 0 16,2 1-5-16,2-1 6 0,7-3-1 0,-11 3 5 15,11-3-8-15,-8 4 0 0,8-4 0 0,0 0 3 16,-6 4 0-16,6-4 2 0,0 0-2 0,0 0 8 16,0 0-7-16,0 0-1 0,23 5 7 0,-17-5-4 15,6-1 3-15,-1-3 5 0,0 1 8 0,3 1 3 16,-2-2-6-16,1 0 6 0,-1 2-2 0,-1-4 3 15,1 5 4-15,-3-1-5 0,-2 1-4 0,-3-3 1 16,-4 4 3-16,14-4 3 0,-8 3 0 0,-6 1-2 16,10-4-1-16,-10 4 5 0,7-2 0 0,-7 2 0 15,0 0 2-15,6-3-9 0,-6 3 12 0,0 0-3 16,0 0-3-16,0 0-1 0,0 0-7 0,0 0 3 16,0 0 1-16,0 0-5 0,0 0 3 0,0 0-10 15,0 0 9-15,0 0-7 0,0 0-6 0,-29 9-5 16,24-7-2-16,-4 1 8 0,0 1-11 0,-1 0 0 0,0-2 3 15,-1 3 1-15,0-2-6 0,-1 1-1 16,-1 2 5-16,2-4-4 0,-3 5 3 0,1-5-1 16,2 2 4-16,1 0-1 0,2-1-2 0,-2-2 3 15,3 2 4-15,-1 0-1 0,8-3 9 0,-8 0-7 16,8 0 8-16,-8 3-8 0,8-3 9 0,0 0 0 16,-9 2 7-16,9-2 5 0,0 0-3 0,0 0-3 0,0 0-4 15,0 0 3-15,0 0-2 0,0 0-6 16,0 0 3-16,0 0 5 0,0 0 0 0,18-12 1 15,-9 9 7-15,0-1-8 0,1 1 1 0,2 0 5 16,-3-1-5-16,1 0-5 0,-1 0 2 0,0 1-2 0,-3 1 3 16,-6 2-6-16,11-4 2 0,-11 4 0 0,9-1-5 15,-9 1 6-15,7-1-2 0,-7 1 4 0,0 0-9 16,9-4 0-16,-9 4 7 0,0 0 1 16,0 0-3-16,0 0-7 0,0 0 0 0,0 0 7 15,0 0-8-15,0 0 0 0,0 0 1 0,0 0-7 16,0 0 9-16,0 0 2 0,0 0 2 0,0 0-10 15,0 0 0-15,0 0-6 0,-22 12 2 0,17-8-4 0,5-4 0 16,-11 7-6-16,7-5-5 0,4-2 1 16,-9 6 1-16,6-3 6 0,3-3-6 0,-6 6 12 15,6-6-5-15,-7 4 4 0,7-4-2 0,0 0 2 16,0 0 12-16,-5 5-17 0,5-5 11 0,0 0-8 0,0 0 11 16,0 0-4-16,0 0 4 0,0 0-2 15,0 0 2-15,0 0-3 0,-5 3 12 0,5-3-8 16,0 0 0-16,0 0 5 0,0 0 0 0,0 0 7 15,0 0-4-15,0 0 5 0,0 0 3 0,0 0-6 16,0 0 5-16,0 0 9 0,0 0 2 0,0 0-4 0,0 0 7 16,0 0 5-16,0 0-4 0,0 0 5 0,22-8-3 15,-22 8-1-15,0 0 3 0,0 0 0 16,0 0-4-16,0 0-8 0,0 0 2 0,0 0-2 16,0 0-1-16,0 0-4 0,0 0-2 0,0 0-3 15,0 0-3-15,0 0-9 0,0 0-4 0,0 0-15 0,0 0-11 16,0 0-11-16,0 0-15 0,10 3-10 0,-10-3 0 15,0 0-16-15,4 5-18 0,-4-5-52 0,0 0-165 16,0 0 74-16</inkml:trace>
  <inkml:trace contextRef="#ctx0" brushRef="#br0" timeOffset="162547.65">14572 7385 19 0,'-10'-3'36'0,"10"3"-21"15,0 0-27-15,0 0-13 0,-18 3 6 0</inkml:trace>
  <inkml:trace contextRef="#ctx0" brushRef="#br0" timeOffset="163968.96">14656 7083 1 0,'0'0'13'0,"0"0"-16"0,-10-1-3 0,10 1 3 0</inkml:trace>
  <inkml:trace contextRef="#ctx0" brushRef="#br0" timeOffset="165300.87">14524 7057 70 0,'0'0'63'0,"0"0"-6"16,0 0-2-16,0 0-10 0,0 0-12 0,0 0-17 15,0 0-29-15,0 0-42 0,0 0-59 0,0 0 27 16</inkml:trace>
  <inkml:trace contextRef="#ctx0" brushRef="#br0" timeOffset="181697.65">11535 8313 5 0,'-6'-30'11'0,"3"-2"-3"16,-2 1 2-16,2-2-16 0,-1 0 6 0,0-2-5 15,1 3-6-15,1-1 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10:04:13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15454 14158 58 0,'-13'-3'68'0,"13"3"-18"0,-10 2-14 15,10-2-13-15,-11 2-16 0,11-2-16 0,-9 5-31 16,4 0-41-16,-2 1 19 0</inkml:trace>
  <inkml:trace contextRef="#ctx0" brushRef="#br0" timeOffset="387.39">18556 11971 22 0,'0'0'43'0,"0"0"-19"0,0 0-18 0,13 2-23 16,-13-2-16-16,9 5 8 0</inkml:trace>
  <inkml:trace contextRef="#ctx0" brushRef="#br0" timeOffset="1296.32">18824 12333 10 0,'0'0'29'0,"5"-6"-26"0,0 2-10 16,-5 4-9-16,5-12 4 0</inkml:trace>
  <inkml:trace contextRef="#ctx0" brushRef="#br0" timeOffset="30812.43">15312 10791 21 0,'2'-5'19'0,"-2"5"-3"0,2-11-1 0,2 4 1 16,0 1-3-16,-3-2-1 0,2-2-2 0,-1 1 5 16,2-3 2-16,0 0-7 0,-2 1 9 0,1 0-6 15,1 0 4-15,-2-2-6 0,2-1 2 0,-2 2 5 16,2 0 6-16,0-3-8 0,-1-2 4 0,1 1-1 16,-2-1-5-16,1 2-5 0,0-3-1 0,-2 0 4 15,-1-1-1-15,2 0 0 0,1 0-4 0,-2-7 1 16,0 7 2-16,-2-1 2 0,1 0-3 0,-1-4-12 15,-4 5 8-15,4-6 5 0,-2 6-1 0,-1 1-7 16,-1-6 8-16,1 5-8 0,-1 1 5 0,-1-3 1 16,-1 4 1-16,-2-6-4 0,2 4-2 0,-1 2 7 15,-1 0 5-15,1 0-9 0,-3-6-6 0,-2 6 7 16,4 0 3-16,-2 2 0 0,-5-7-3 0,5 5 1 16,-6-2-8-16,4 3 3 0,-6-3 2 0,1 0 0 15,1 0-1-15,1 4-7 0,3 0 9 0,-6-2-6 16,0-2 3-16,0 0-3 0,-2 2 0 0,2-1-1 15,-1 1 5-15,-3 2-6 0,1-2-9 0,-1 0 16 16,-1 1 2-16,-1 0-12 0,1 0 2 0,-3 0 0 16,-1 0 4-16,0-1 0 0,-1 0-5 0,-1 0 7 15,0 2-6-15,-1 0 1 0,0-3-1 0,-1 3-7 16,1-1 15-16,-2 1-4 0,3-1 1 0,-2 0 0 16,-1 0-3-16,2 2 1 0,-1 0 0 0,1 1-12 15,-1-2 8-15,-1-1 8 0,1 2-3 0,-2-3-4 0,2 3 4 16,-1-1-2-16,-3-2 3 0,4 5-4 0,-5-4 1 15,5 1-7-15,-4 0 9 0,-2 1 2 16,0 2-2-16,0 0 0 0,0 1-5 0,-10-2-1 16,-1 1 3-16,13 3 4 0,-2 2-2 0,-1-1 3 0,-12-1 3 15,13 3-5-15,-2-2-2 0,2 2-2 0,-12-2 3 16,12 1 3-16,-12 0 1 0,10 3-8 16,2-3 4-16,-12 2 0 0,12 2 0 0,-3-3 0 0,1 3-5 15,-12-2 0-15,12 1 6 0,-7-2 1 0,6 4 1 16,5-1-5-16,-2 3 2 0,0-2 0 0,-3 2 3 15,3-1-1-15,-1 2-4 0,0-1 5 0,3 1-7 16,0 1 0-16,-4 0 1 0,2 3 5 0,-3-2 3 16,-8 4-3-16,7 0-4 0,-6 3-5 0,7-2 3 15,-8 2 1-15,13-1 5 0,-13 4-6 0,13-3 0 16,0 2 5-16,0 2 0 0,-13 0-3 0,14 2-1 16,2-3-2-16,-3 2 7 0,2 2 0 0,0 1-3 15,2-1 2-15,1 0 2 0,0 0-1 0,0 0 1 16,1 2-3-16,-1-2-3 0,3 1 1 0,-3 1 2 15,2 1 2-15,0-3-1 0,1 2-4 0,-1 0 5 16,-1 3-4-16,1-3 9 0,2 4-8 0,-2 0 3 16,-1-1-3-16,1 1 0 0,1-1 0 0,-1 2 4 15,-1 1-5-15,-6 7 4 0,8-7-5 0,-9 8 2 16,1 1 0-16,1-2-2 0,8-6 9 0,-10 10-4 16,1 3-2-16,3-1 0 0,1 2 7 0,0 1-3 15,3-1 2-15,-2 0-3 0,-1 1-9 0,0 2 8 16,-3-2 1-16,3 1-4 0,-5 0-2 0,1 1 3 15,1-1-4-15,-3 0 9 0,0 0-6 0,1-1 0 16,0 1 8-16,3-1-2 0,1-1 1 0,7 2-4 16,-4 2-8-16,5-3 9 0,6-10 4 0,-4 12-2 0,2-2-7 15,6-9 3-15,4 0 4 0,-7 12 4 16,7-11-7-16,2 1-1 0,4 0 2 0,-2-1-3 16,2 2-3-16,-6 9 6 0,6-10 4 0,-4 11-7 15,3-9 1-15,-2 10 2 0,-1 4-4 0,0 1 6 16,0-3 4-16,2 2-11 0,0-2 5 0,-3 1 3 0,4-1 1 15,2 0-3-15,0-3-8 0,0-11 7 16,3 2 4-16,-2 10-4 0,3-11 0 0,-2-1-1 0,1 11 1 16,1-10 5-16,-2 0-1 0,4 10-1 15,-1-10 2-15,1 11 8 0,1-1-7 0,-1-9 1 0,2-1 1 16,1 12 6-16,1-11 3 0,0 10-3 16,4-1 0-16,-5 1-3 0,3-1 3 0,-3-10-9 15,3 12 2-15,-3-12-1 0,4 9-1 0,-1 3-2 16,-1 1 2-16,3-4 5 0,-1-9-1 0,4 10-4 15,1-1 3-15,-1 2-3 0,-3-11-5 0,4 10 9 0,1 1-1 16,2-2 0-16,2 0-11 0,1 1 8 0,1-3-7 16,-4-9-2-16,3 11 10 0,5-4-6 0,-8-9-1 15,8 10 1-15,-7-10 0 0,7 9 3 0,-7-8-7 16,5 11 11-16,3-1-5 0,1-3 0 16,1 0-3-16,-9-8 8 0,8 10-1 0,-7-11-5 0,8 9 3 15,2 0-7-15,-9-9-1 0,9 7-7 0,-10-7 6 16,7 9 13-16,1 1-17 0,-5-12 1 0,6 12 5 15,0-1 0-15,-9-11-8 0,10 10 11 16,-10-6-6-16,5 8 6 0,1 0-4 0,1 0 2 16,-1-1-1-16,-1 2 2 0,-7-8-1 0,3 10-2 0,-2-10 1 15,1-3 1-15,7 12-2 0,-3-3 6 0,-1-11-2 16,-1-1-1-16,2 1 6 0,0-2-5 0,5-1-7 16,-3 2 8-16,13 3-11 0,-11-7 7 15,2-2-3-15,0 0 5 0,-1-2 2 0,1 2-1 16,2-1-5-16,-2-1 1 0,1 2 6 0,-2-3-5 15,3 0-1-15,13 6 3 0,-13-8-5 0,-3 2 7 16,3 1-4-16,1-3 4 0,-2-3 2 0,5 3-6 0,-7-3 0 16,5 3 0-16,-1 1 5 0,1-3-6 15,-2 1-3-15,3-2 4 0,-4 1 14 0,1-2-11 16,-1-1-1-16,-1 3-2 0,-1-1-5 0,0 0 0 16,0-3 1-16,-1 1 1 0,-1 2 5 0,0-3-4 15,0 1 2-15,-3 2 0 0,1-4 3 0,-3-3 3 16,6 3-9-16,-3 0 5 0,-4-5 1 0,-1 0 7 0,10-1-5 15,-10 0-5-15,8-1-1 0,-2-1-4 16,-6 1 8-16,3-2-3 0,-2 0 3 0,2 0 17 16,4 1-20-16,-6 0 8 0,-1-1-3 0,2 0-2 15,-1 0 0-15,1-1 1 0,5-3-1 0,-7 7-2 16,1-5-3-16,0 2 6 0,0 0 0 0,0-1 5 16,0 1-8-16,0-2 2 0,-1-2-3 0,0 2 4 15,1-2 3-15,-1 1-3 0,3-1-5 0,-4-2-2 16,8 0-1-16,-6 1 6 0,6-2-1 0,-3-1-1 15,-3 1 3-15,6 0-3 0,0-1 5 0,0-1-4 16,0 1 4-16,1-1-5 0,1-2 9 0,1 3-12 16,-1-2 2-16,2 1 4 0,-4-1 3 0,3 2-2 15,1-1 0-15,-2 0 5 0,-1 2-8 0,-1-3 13 16,2 3-7-16,-2-4 5 0,2 1-6 0,0 0 4 16,-1 1-7-16,0-3 7 0,3 0-13 0,-4 1 8 15,3 0 4-15,-1-4-2 0,2 5-6 0,1-4 7 16,-1-1-5-16,2-1 10 0,-3 1-6 0,4 0 12 15,2 0-10-15,-2-3 2 0,-1 1-4 0,1 2 3 16,-1-1-1-16,-1 0 5 0,0 3-6 0,-3-2 2 16,0 2-3-16,0-1 0 0,0 2 0 0,0-2-4 15,-2 3 7-15,-2-2-1 0,-1 1-3 0,0-1-6 16,0-2 3-16,-6 5 5 0,0 0-7 0,1-2 11 16,-2 0-10-16,1 0-4 0,-1 0 2 0,6-4 4 15,-2 0 7-15,-8 4-8 0,3 0-1 0,-1 2-4 16,0-3 0-16,0 1 6 0,1-1-1 0,-1-2-2 15,5-1 2-15,0-1-1 0,-4 4 0 0,7-4 0 16,-7 5 2-16,4-7-3 0,-2 2-2 0,1-5 4 16,3 0 9-16,-3 3-7 0,-3 6-7 0,5-4 5 15,-4-3 1-15,-3 5-3 0,2 0-4 0,0 4 9 16,-5-3 1-16,1-3-1 0,0 0-2 0,1 2 1 16,-1-2-7-16,1 2 1 0,-2 0 5 0,1-3 0 15,-1 2-2-15,-1 2 7 0,2-4-8 0,-3 1-2 16,6-3 0-16,-1-2 4 0,-1-3-7 0,0 4 7 15,1-3-5-15,0 0-1 0,0-4 6 0,2 3-3 16,-1-3 4-16,1 0-3 0,0 1 0 0,1-1-7 16,0-1 8-16,1 2 1 0,-3-2-7 0,1 1 6 15,0-1-2-15,0-2-1 0,-2 3 5 0,0 1-2 16,-3-1-3-16,1 0 3 0,-2 2 2 0,-1-2-4 16,0 0 3-16,-3 2-3 0,2-2 3 0,1 2-2 15,-2 1 2-15,1-2-7 0,0-3 7 0,0 2-6 16,-1-3 3-16,-1 1-1 0,2 1 3 0,1-3-4 15,0 3-2-15,0-4-2 0,1 2 5 0,5-2 3 16,-6 3 0-16,2-5-2 0,1 4 2 0,0 1-1 16,1-1-1-16,-3 1 1 0,2-2-3 0,-1-1 0 15,-1 2 0-15,2 1 0 0,-1-3 1 0,-3 4-4 16,1-2 4-16,2 0 2 0,2 3-2 0,-4 0 2 16,0 1-2-16,-3-1 5 0,0 2 4 0,1 2-15 15,1-4 6-15,1 3 2 0,-3-2-1 0,-1 3 1 16,-1 5 0-16,5-5 0 0,-4-2-6 0,0 8-2 15,0-7 5-15,-2 4 2 0,2-6 2 0,-4 2-3 16,2 2 9-16,-3-2-4 0,0-2-3 0,-1 1-4 16,-1 1 0-16,-1 0-2 0,1 6 5 0,0-7 5 15,-1 0-3-15,1 0 2 0,-2 1-6 0,1 6-2 16,1-2 4-16,2 2-1 0,-3-6 2 0,-2 4-1 16,5 2 0-16,0 0 0 0,0-1 1 0,-1 1-7 15,1 0 16-15,-1 1-15 0,-1-1 1 0,2 0 0 16,0-1 0-16,0 1 3 0,-1 0-2 0,-2 0 0 15,0-6-4-15,-1 6 4 0,0 2 2 0,0-2 1 16,-5 1-5-16,0 0 7 0,3-2-5 0,-7-1 3 16,3 4-6-16,2 0 6 0,-5 0-2 0,3 2 2 15,-2-4-3-15,0-2 0 0,3 4 3 0,0 0 1 16,-1 2-6-16,3-2 7 0,1-1-1 0,-2 0-7 16,-1-1 3-16,3 1-1 0,-2-1 2 0,2 1 1 15,-1 0-3-15,1 0 0 0,0 0 1 0,0-1 1 16,1 2 1-16,-1-1-7 0,-2 2 12 15,3-2-3-15,0 1 1 0,0-1-6 0,-1 3 6 0,-1-2-10 16,1 0 1-16,1 1 11 0,0 0-6 0,-2 0 6 16,0-2-4-16,2 0-2 0,1 1 2 15,0-1 9-15,0-1-13 0,1 2 4 0,-1-3 3 0,2 1-3 16,-4 1 6-16,2 4-3 0,0-2-3 0,-2-4-9 16,-1 3 3-16,2 3 9 0,-4 0-5 0,1-2-5 15,1 2 6-15,-2 1-3 0,-5-1 2 0,6 3 5 16,-1 2-2-16,-5-4-3 0,4 5 5 0,-2-1-5 15,3 1-5-15,-1-2 7 0,-4 1-2 0,6 0-6 16,-1 1 7-16,1 0-1 0,8 8-1 16,-14-16 1-16,7 9-3 0,1 0 3 0,-3-2 5 0,9 9-8 15,-14-14 2-15,7 5 0 0,0 2 1 0,7 7-6 16,-12-16 7-16,6 6 1 0,-2 0-6 0,-1 2 4 16,3-3 1-16,-1 3 1 0,-4-3 1 0,3 1 0 15,-1 3-2-15,0-3 0 0,-1 1 4 0,1 0-1 16,0 1-3-16,0 1 0 0,0-2 0 0,2 1 3 15,-3 0 6-15,2-1-13 0,-1 2 8 0,-1 0-4 16,1-2-3-16,2-1-2 0,-2 4 6 0,2-3 3 16,-2 2-7-16,1-3 5 0,-1 3-4 0,9 7 10 15,-15-18-10-15,6 13-3 0,1-4 5 0,8 9 1 16,-14-13 1-16,8 8 9 0,6 5-11 16,-9-12-3-16,9 12 2 0,-9-12-6 0,9 12 9 0,-8-9-1 15,8 9 2-15,-6-10-2 0,6 10-3 0,0 0-16 16,0 0-32-16,-3-14-33 0,3 14-13 0,0 0-105 15,0 0-218-15,0 0 96 0</inkml:trace>
  <inkml:trace contextRef="#ctx0" brushRef="#br0" timeOffset="36369.92">25563 6427 125 0,'0'-9'150'0,"0"9"-12"0,0 0-8 0,0-12-9 16,0 12 9-16,2-9-3 0,-2 9-4 16,0 0-2-16,0 0 0 0,-2-11-11 0,2 11-3 15,0 0-10-15,0 0-8 0,0 0-10 0,2-8-6 0,-2 8-8 16,0 0-6-16,0 0-6 0,0 0-12 0,0 0 2 16,0 0-9-16,0 0-7 0,0 0-5 15,0 0-2-15,0 0-1 0,0 0-1 0,0 0-1 0,0 0-4 16,0 0 2-16,0 0-4 0,10 27-1 15,-4-18-1-15,-2 1-1 0,3 6 1 0,-1 0 12 0,1-2-3 16,3 4-1-16,-1-1 0 0,1-1 0 0,0 3-5 16,-3 0 0-16,3-2-2 0,2 4 1 0,-7-4-1 15,3 1-3-15,1 2 1 0,0-5-3 16,-2-1 3-16,2 2-1 0,-3 0 0 0,2-1-4 0,-2-5-1 16,1 2 3-16,-1-3-1 0,-2 2 0 0,2-5-3 15,-2 3 2-15,-1-3 1 0,1 2-3 0,0-2 2 16,-2-1 1-16,-2-5-2 0,7 9 10 15,-5-6-8-15,-2-3 2 0,0 0 5 0,2 6 9 16,-2-6 23-16,0 0 12 0,0 0 3 0,0 0-3 0,0 0-4 16,0 0-6-16,8-21-3 0,-8 9-3 0,0-4-7 15,2 0-2-15,0-5-2 0,0-2-4 0,0 3 1 16,0-7 0-16,1 1-6 0,1-1-6 0,-2-3 1 16,0 4 2-16,4 1-5 0,-2-2-5 0,1 2 2 15,-3-1-5-15,0 6 0 0,4-4 2 0,-4 7-1 16,3 1-2-16,-2 1 2 0,0 3 1 0,-1 2-3 15,-1 2 1-15,0 2-5 0,-1 6-7 16,2-10-9-16,-2 10-24 0,2-7-25 0,-2 7-23 0,0 0-17 16,0 0-8-16,0 0-19 0,0 0-14 0,0 0-17 15,9 29-30-15,-7-13-15 0,-2 2-120 0,2-1-357 16,-4 3 158-16</inkml:trace>
  <inkml:trace contextRef="#ctx0" brushRef="#br0" timeOffset="36616.85">25994 6625 116 0,'0'-7'232'0,"0"7"-15"0,0 0-8 15,0 0-9-15,0-9-17 0,0 9-15 0,0 0-19 16,0 0-19-16,0 0-12 0,0 0-17 0,0 0-14 16,0 0-9-16,0 0-5 0,0 0-8 0,2 23-5 15,-2-12-2-15,0 3-9 0,2 3-5 0,-2 1-5 16,0 1-2-16,-2-2-6 0,2 2 0 15,0-3 1-15,0 2-7 0,4 0-1 0,-4 0-4 0,2 0 0 16,-1-3-9-16,-1 2-16 0,2 1-12 0,-2-3-29 16,2-3-35-16,-2 0-23 0,3 1-23 0,-1-4-22 15,-4 1-17-15,2-3-153 0,0-7-345 0,0 0 152 16</inkml:trace>
  <inkml:trace contextRef="#ctx0" brushRef="#br0" timeOffset="37003.14">26003 6603 97 0,'7'-10'119'0,"2"3"5"0,-1-2-12 15,3 1 12-15,3 2-3 0,-1-2-9 0,4 3-5 16,-4 2-11-16,1 2-7 0,-3 0-8 0,3 1-9 16,-1 2-3-16,-4 1-4 0,4 0-9 0,-4 3-5 15,0-1 0-15,-2 1-6 0,0 3 0 16,-1-1-4-16,-1 1-4 0,-1 1-8 0,-4 1 1 0,0-1-7 15,2 0 5-15,-4 0-6 0,2 0-1 0,-4 0-5 16,2-3-1-16,-1-1-1 0,3-6 1 0,0 13-7 16,-2-7-3-16,2-6-7 0,-2 11 4 0,2-11-8 15,4 11-3-15,-4-11 3 0,5 10-1 0,-1-6-3 16,-4-4 1-16,12 12 5 0,-6-9 2 0,-1 1-3 16,4 1 1-16,0 0 1 0,0 1 4 0,-3-2-4 15,-6-4 1-15,14 9-4 0,-9-4 5 0,-5-5 0 16,8 8 1-16,-8-8 1 0,5 8 1 0,-5-8 4 15,0 0 3-15,0 11 4 0,0-11 4 0,0 0-4 16,0 0 0-16,-11 16 1 0,11-16 2 0,-12 7-1 16,5 0-2-16,-1-4-13 0,8-3-11 0,-18 6-28 15,11-4-31-15,7-2-27 0,-13 1-30 0,13-1-35 16,-12 2-87-16,12-2-268 0,0 0 118 0</inkml:trace>
  <inkml:trace contextRef="#ctx0" brushRef="#br0" timeOffset="37426.83">26569 6582 138 0,'0'0'207'0,"2"-6"-9"0,-2 6-14 16,0 0-16-16,0-9-16 0,0 9-20 0,0 0-8 16,0 0-15-16,0 0-11 0,-24 10-8 0,15-3-4 15,-3 6-7-15,1 0-9 0,2 0-7 0,-2-2-7 16,2 2-3-16,4-3-5 0,-1 3-7 15,2 0-2-15,0-1-4 0,0-3-1 0,4 2-2 0,0-1-4 16,2 0-2-16,0-3-1 0,4 2-1 0,-2-3-1 16,1 0-5-16,1 1-1 0,1-3 1 0,0-1-4 15,2-1 6-15,-1 2-6 0,1-1-3 0,-4-1-1 16,-5-2 1-16,11 3 0 0,-11-3 2 0,7 0 0 16,-7 0 2-16,0 0 9 0,8 1 2 0,-8-1 6 15,0 0 3-15,0 0 4 0,0 0 5 0,0 0-2 16,0 0-1-16,0 0-4 0,0 0 1 0,0 0-6 15,0 0-4-15,0 0-4 0,0 0-3 0,-21 5-5 16,16 0-2-16,-4-2-2 0,4 2 5 0,-1 0-4 0,-1 2-1 16,0 0 1-16,0 1-3 0,1-1 3 0,2 0-2 15,-1 3 0-15,3-3-1 0,0 2-1 16,-4 0-1-16,4 1 3 0,2-4-4 0,0-6 1 16,-2 16 3-16,2-12-6 0,2 3-8 0,6 1-8 0,-2-2-27 15,1 1-31-15,-1-2-44 0,6 0-65 0,5-2-60 16,-4-2-191-16,4-4-464 0,6 2 205 15</inkml:trace>
  <inkml:trace contextRef="#ctx0" brushRef="#br0" timeOffset="37775.01">26975 6664 123 0,'-4'-9'264'0,"4"9"-15"0,0 0-12 0,0 0-16 0,0 0-11 16,0 0-16-16,0 0-14 0,2-8-8 0,-2 8-18 16,0 0-17-16,0 0-16 0,0 0-12 0,0 0-11 15,0 0-8-15,9 0-8 0,-9 0-9 0,11 0-5 16,-11 0-4-16,16-2-7 0,-5 2-6 0,5-2 3 16,-5 1-10-16,3-2 1 0,-3 2-4 0,2 1 3 15,-3-1 2-15,0 1-5 0,1 0-4 0,-11 0 3 16,12-1 0-16,-12 1-3 0,0 0 0 15,9 0 0-15,-9 0-1 0,0 0 1 0,0 0-6 0,0 0 3 16,12-1-1-16,-12 1-2 0,0 0 7 0,0 0-17 16,0 0 1-16,0 0-1 0,0 0-5 0,0 0-6 15,0 0-7-15,0 0-16 0,0 0-23 0,0 0-35 16,0 0-38-16,6 2-32 0,-6-2-42 0,0 0-55 16,0 0-53-16,0 0-167 0,-2 10-497 0,2-10 220 15</inkml:trace>
  <inkml:trace contextRef="#ctx0" brushRef="#br0" timeOffset="38605.15">27560 6176 213 0,'-2'-9'214'0,"2"9"-8"0,-3-10-9 0,3 10-8 0,-2-10-10 16,2 10-20-16,0-9-14 0,0 9-17 0,0 0-19 16,0 0-11-16,0 0-12 0,0 0-10 0,0 0-5 15,0 0-11-15,0 0-2 0,5 29-6 0,-4-13 14 16,2 3-7-16,-1 10-2 0,0-3-10 0,0 3-2 16,-2-2-5-16,0 1-3 0,0-2-4 0,0-2-1 15,0 0-1-15,0-4-7 0,0-1-1 0,3-2-3 16,-3 0 0-16,-3 1-2 0,3-1-1 0,3-4-10 15,-3-2-14-15,0 1-22 0,0-1-28 0,0-1-18 16,-3-1-22-16,3 1-26 0,0-10-19 0,3 10-18 16,-3-10-7-16,0 8-21 0,0-8-108 0,0 0-320 15,0 0 142-15</inkml:trace>
  <inkml:trace contextRef="#ctx0" brushRef="#br0" timeOffset="38962.78">27549 6214 118 0,'4'-9'121'0,"1"1"-9"16,1-1-13-16,3 2 3 0,0 0-5 0,4 1-5 16,-4 2-2-16,5-1 0 0,-1 2-4 0,1 1-7 15,-1 2-11-15,3 2-1 0,-3-1-9 0,0 2-6 16,-1 3-5-16,-1 1-5 0,-2-2 0 0,1 4-6 16,-4-1-4-16,-1 2-3 0,-1 0-3 0,-2 2 3 15,-2-1-2-15,-2 1-4 0,0-1 1 0,-1 1-6 16,1 1 3-16,-2-2-7 0,0 0 2 0,1 0-5 15,1-2 3-15,-3 1 5 0,5-2-10 0,0 0-2 16,0-8 0-16,5 16 0 0,-2-7 4 0,3 1-9 16,-1-2 3-16,3 1 10 0,-1 0-9 0,2-1-1 15,-2 1-2-15,4 0-1 0,-4 1 1 0,2-1 0 16,2 0-2-16,-4 0 4 0,-2-1-5 0,1-1 4 16,-1 2-2-16,-1 0-6 0,-2-3 4 0,0 0 0 15,-2-6 3-15,-2 15 0 0,0-8-5 0,-1 1 6 16,-3-1 0-16,0 2-4 0,-4-1 1 0,3-2 1 15,-2 0-19-15,-3 2-11 0,0-2-20 0,3-1-23 16,1 0-25-16,-2-3-31 0,1 2-127 0,2-3-275 16,-2 1 121-16</inkml:trace>
  <inkml:trace contextRef="#ctx0" brushRef="#br0" timeOffset="39851.44">28156 6267 95 0,'0'-6'222'0,"0"6"-20"0,-6-11-14 0,6 11-14 15,-7-8-17-15,1 4-13 0,6 4-12 0,-14 0-13 16,14 0-7-16,-22 10-17 0,12-3-7 0,-4 7-9 16,0 0-7-16,-4 8-3 0,2 1-9 0,2-1-5 15,0 1-7-15,3 0-3 0,3-5-2 0,2-1-8 16,2-2 0-16,3 0-2 0,1-3-3 0,1 1-3 15,2-6-2-15,-2 4-1 0,0-4-1 0,7 0-2 16,-3-2-1-16,0 0-3 0,1-2-4 0,1 0 3 16,1-2-3-16,-8-1-1 0,19-1 5 0,-11-4-4 15,1 0-2-15,-3-1-1 0,3-2 1 0,1-2-3 0,-4-1-2 16,2 1 2-16,1-5-3 0,-1 0 1 16,-1-3 2-16,-2 1-5 0,0-1 2 0,-1 0 1 15,-1 6 3-15,0 1 7 0,-1 1-1 0,0 3 7 16,-1 1 1-16,-1 6-1 0,2-11-8 0,-2 11-2 15,0 0-1-15,1-8-8 0,-1 8-3 0,0 0 2 0,0 0-2 16,0 0 2-16,0 0 0 0,-11 31 3 0,9-19 2 16,-1 2-1-16,1 0 3 0,0 1-4 15,0-2 2-15,2-2 2 0,0 1-4 0,-1-1 3 16,1-1 1-16,3 0-1 0,-3-3-1 0,2-1 1 0,3 1 5 16,0-1-1-16,0-1-1 0,1 0 0 0,3-1 0 15,3-1 1-15,-1-3-1 0,2 0-4 0,-2-3 2 16,2-1-3-16,1 1 0 0,-3-3 2 15,0-1-2-15,0 0 1 0,-1-3-2 0,-4-2 0 16,6 0 0-16,-6 2-1 0,0-7-1 0,-3 4-2 0,-1-5 1 16,0 6-3-16,-3-3 2 0,1 2 0 0,-3 3 0 15,1 1 0-15,2 9 1 0,-1-10 3 0,1 3-7 16,0 7 1-16,0 0-5 0,-3-10-1 16,3 10-3-16,0 0 3 0,0 0 0 0,0 0-2 0,0 0 2 15,-4 21 1-15,3-8 1 0,1-2 2 0,0 6-1 16,1-2 3-16,0 2-2 0,3 0 3 0,-1-2-3 15,-1 2 3-15,1-1 0 0,1 2-2 0,-2-4 2 16,0-1 0-16,3-1 0 0,-4 2 1 16,0-3-2-16,-1 1 1 0,2-1 0 0,-1-2-2 0,0 1-6 15,0-3-6-15,1-1-2 0,-2-6-2 0,-2 11 0 16,2-11-3-16,0 0 1 0,0 12 4 0,0-12 1 16,0 0 7-16,0 0 0 0,4 4 4 0,-4-4-4 15,0 0-2-15,0 0-2 0,11-13-2 0,-1 8-3 16,-1-5-5-16,2-2 3 0,6-2 1 0,-3 1-5 15,0-2 6-15,3-4-2 0,2-2-1 0,-6 7 6 16,0-1 6-16,-2-1-7 0,3 1 7 0,-7-2-1 16,1 4 0-16,-1 3 4 0,-4-1 3 0,0 0 4 15,1 1 11-15,-4 3 8 0,0 7-1 0,2-13 3 16,0 7 0-16,-2 6 2 0,0-8-4 0,0 8-5 16,0 0 0-16,-9-8-6 0,9 8-1 0,0 0 3 15,-17 7-4-15,11-1-3 0,-5 2 3 0,2 0-3 16,2 2 4-16,-4 3 0 0,4-2-6 0,1 4 2 15,2-3-1-15,0 4 0 0,1-4-11 0,3-1-18 16,3 7-21-16,2-6-41 0,3 1-28 0,7-3-37 16,0 1-44-16,4-3-170 0,1-2-396 0,8 0 175 15</inkml:trace>
  <inkml:trace contextRef="#ctx0" brushRef="#br0" timeOffset="40174.87">29044 6140 5 0,'-1'-9'299'0,"1"-1"-16"0,-3 3-15 16,3 7-11-16,-1-12-15 0,1 12-12 0,-1-9-18 15,1 9-20-15,-2-7-21 0,2 7-18 0,0 0-20 16,0 0-15-16,0 0-18 0,0 0-11 0,0 0-8 15,3 29 3-15,-2-11-15 0,-1 1-5 0,0 6-4 16,-1 0-8-16,2 4 4 0,1-3-11 0,-4-1-6 16,4-6 0-16,-1 0-7 0,-1-1 0 0,0 0-8 15,1 0 3-15,-1-1-5 0,3-2-1 0,-3-3-2 16,0 1-4-16,0-2-12 0,1 1-19 0,-2-2-26 16,-1-1-27-16,1-3-19 0,-1 4-26 0,-1-4-27 15,0 1-17-15,3-7-17 0,-3 10-27 0,-1-7-23 16,4-3-160-16,-10 6-416 0,10-6 185 0</inkml:trace>
  <inkml:trace contextRef="#ctx0" brushRef="#br0" timeOffset="40532.44">28900 6329 149 0,'0'0'174'0,"0"-9"-19"0,0 9-12 16,2-9-16-16,5 4-13 0,-2 0-10 0,8 1-6 15,-1-1-11-15,5-1-3 0,1 3-10 0,1-1-7 16,1 3-3-16,2 1-1 0,-4 0-11 0,1 3-4 15,-5-1-1-15,4 1-5 0,-1 3-6 0,-6-2-2 16,-2 0-6-16,3 2 4 0,-3 3-2 0,-2-2 3 0,0 2 2 16,0 0-2-16,0 0 5 0,-1-1 2 15,-1-1-11-15,2 1-1 0,-1-2 0 0,0 1 0 16,0-1 6-16,-1-1-4 0,2 1 0 0,1-2-2 16,-2 0 3-16,2-1-3 0,0 0 2 0,3-1-5 15,-3-2 2-15,2 0 4 0,0 0 4 0,-1-2 1 0,-1 1 6 16,0-2 5-16,-1-1 2 0,1-2 1 15,-2-1-4-15,0-2 4 0,-3 1-3 0,1 0-1 16,-1-3 6-16,-2-1-3 0,-2 2-2 0,-1 0-4 0,-1 1-3 16,0-3-5-16,-1-1-4 0,0 4-2 15,-1 1-10-15,0 2-2 0,1 1-5 0,-2 0-7 0,1 0-17 16,5 5-20-16,-13-4-16 0,13 4-24 16,-16 3-30-16,7 0-34 0,2 3-43 0,-1 0-46 15,1 2-186-15,2-2-443 0,1 0 196 0</inkml:trace>
  <inkml:trace contextRef="#ctx0" brushRef="#br0" timeOffset="40882.43">29652 6397 152 0,'6'-2'230'0,"-6"2"-13"0,9-8-20 0,-2 5-12 15,-1-3-10-15,2 0-11 0,1-2-10 0,3 1-20 16,-6 1-9-16,7-4-11 0,0-2-9 0,-4 4-9 0,0-2-7 16,2 1-8-16,-3-2-11 0,1-2-2 0,-2 0-8 15,1 2-4-15,-3-5-6 0,-1 7-4 0,-3-3-2 16,-1 1 7-16,0 0 3 0,-2 2-6 16,0 0-1-16,-2 1-2 0,-1-1-5 0,0 6-5 15,-1 0-3-15,6 3-7 0,-17-5-3 0,6 6-9 0,-1 5 3 16,-3 1-5-16,0 4 11 0,-2 1-8 0,-4 6-3 15,11-4-1-15,-1 2 1 0,1-2-3 16,1 1 1-16,5 0 0 0,1 0 2 0,3 2-3 0,0-2 0 16,3-3-4-16,2 2-6 0,8-1-14 0,2 1-20 15,3-1-31-15,6-2-43 0,3 0-43 0,-1-5-45 16,3 2-30-16,-2-4-167 0,-8-1-427 0,1-2 189 16</inkml:trace>
  <inkml:trace contextRef="#ctx0" brushRef="#br0" timeOffset="41444.78">30031 6263 32 0,'0'0'163'0,"0"0"-7"0,0 0-10 16,0 0 9-16,6 16-3 0,-6-7-4 0,2 0-13 16,-1 0-15-16,0 3-2 0,3-2-3 0,-4 3-8 15,1-3-12-15,0-2-7 0,1-1-9 16,-2-7-8-16,1 12-6 0,1-7 0 0,-2-5 5 0,3 9 9 15,-3-9 10-15,1 7 12 0,-1-7 13 16,0 0 6-16,0 0-6 0,0 0-16 0,0 0-7 0,0 0-10 16,0 0-10-16,0 0-7 0,0-29-2 0,3 22-11 15,-3-5-6-15,1 1-3 0,0-2-9 0,3-3-3 16,0 1-3-16,4-3-3 0,-2 1-1 0,3 2-6 16,0 0-5-16,0 3 0 0,-1 4-6 0,1-1 2 15,1 0-3-15,0 4-2 0,-1 0 0 0,0 1-1 16,0 4-2-16,1 0 0 0,0 6-2 0,2-3 2 15,-2 2 0-15,-1 1 4 0,1 1 1 0,0 1-8 16,-1 2 1-16,2 0 0 0,-5-1 2 0,0 2 1 16,1-4-4-16,-1 2 0 0,-3-3 3 0,-1 0-1 15,2 0-1-15,-4-6 5 0,4 9-5 0,-4-9 7 16,0 0-5-16,1 9 5 0,-1-9-2 0,0 0 1 16,0 0-1-16,0 0 5 0,-10 2-1 0,10-2-1 15,0 0 6-15,0 0 2 0,0 0-5 0,-14-11 0 16,14 11-2-16,-1-11 2 0,1 3-3 0,0 8-4 15,6-19-2-15,2 3-5 0,-1-2 1 0,6 4-1 16,5-5 8-16,-5 4-13 0,3 4 0 0,4 1 1 16,-4 1-4-16,2 3 5 0,-6 2-1 0,-1 1 1 15,2 2-1-15,-2 1-2 0,1 4 1 0,-1-1 7 16,6 6-6-16,-9-1 2 0,1 2 1 0,-4 0 2 16,3 0-2-16,2 5 5 0,-5-3-1 0,-1-1-2 15,-1 2-1-15,-3-1-8 0,2 1-10 0,-4-2-25 16,2 1-26-16,-1 1-26 0,-3-2-42 0,-1-1-46 15,1 1-44-15,-2-1-207 0,1-2-477 0,1-1 211 16</inkml:trace>
  <inkml:trace contextRef="#ctx0" brushRef="#br0" timeOffset="41642.71">30690 6199 81 0,'4'-13'195'0,"0"-1"15"0,-2 2 11 16,2 9-5-16,-2-4-12 0,-2 7-19 0,2-8-22 15,-2 8-17-15,0 0-16 0,4-7-16 0,-4 7-8 16,0 0-14-16,0 0-1 0,0 0-13 0,5 19-7 16,-1-9-6-16,-2 0-9 0,1 1-2 0,-1-1-4 15,2 1-7-15,-2 2-2 0,0-1-15 0,-1-1-23 16,2 2-31-16,-2-3-43 0,1 1-48 0,0-1-55 16,1-3-202-16,-3 1-405 0,0-8 180 0</inkml:trace>
  <inkml:trace contextRef="#ctx0" brushRef="#br0" timeOffset="41819.85">30625 5972 83 0,'0'0'111'0,"0"0"-21"0,0 0-28 16,0 0-9-16,0 0-16 0,0 0-20 0,0 0-17 15,0 0-17-15,20 4-56 0,-20-4-79 0,18 5 35 16</inkml:trace>
  <inkml:trace contextRef="#ctx0" brushRef="#br0" timeOffset="42014.71">30762 5991 96 0,'0'0'115'0,"10"-3"7"0,-10 3 6 0,8-5 7 16,-8 5 5-16,7-7 1 0,-3 4 1 0,-4 3 0 16,4-6 3-16,-4 6-1 0,0 0-6 0,4-7-3 15,-4 7-9-15,4-3-17 0,-4 3-7 0,0 0-17 16,0 0-10-16,0 0-11 0,0 0-3 0,7 13 4 15,1-2 1-15,-4 5-7 0,1 9-1 0,0 0-3 16,0 3-7-16,-1-3-6 0,2 0-1 16,-1 0-3-16,-5 0-6 0,6 1 1 0,-4-10-10 0,1 3 4 15,-1-1-19-15,2-2-21 0,-3 2-42 0,1-3-47 16,-1 0-27-16,1-6-54 0,-2 4-51 0,0-3-137 16,-2-3-402-16,-2-1 179 0</inkml:trace>
  <inkml:trace contextRef="#ctx0" brushRef="#br0" timeOffset="42173.81">30750 6197 35 0,'0'0'138'0,"8"-5"-16"0,-2 2-9 16,3-1-12-16,3 1-19 0,-1-1-3 0,2 1-20 15,8 0-38-15,0-5-24 0,0 4-29 0,8-2-38 16,-7 1-38-16,-4-2-116 0,0-2 51 0</inkml:trace>
  <inkml:trace contextRef="#ctx0" brushRef="#br0" timeOffset="42363.47">31067 5950 42 0,'0'-8'184'0,"0"8"1"16,1-11-5-16,-1 11-14 0,3-10-9 0,-3 10-22 16,0 0-16-16,0 0-14 0,0 0-9 0,0 0 0 15,0 0 13-15,8 20 3 0,-6-4-4 0,0 4-4 16,0 4-4-16,-1 2 1 0,2 1-11 0,1 1-8 15,-4-1-8-15,2-3-7 0,0 0-9 0,-1 1-1 16,1-1-8-16,1-6-11 0,0-2-17 0,-2 1-22 16,0-1-37-16,-1-3-52 0,1-3-58 0,1 0-45 15,-4 2-169-15,1-5-390 0,-1-1 173 0</inkml:trace>
  <inkml:trace contextRef="#ctx0" brushRef="#br0" timeOffset="42516.41">30992 6116 2 0,'0'0'173'0,"6"-6"-33"0,-6 6-16 0,6-6-19 16,0 4-38-16,3 0-39 0,2 2-42 0,-2-1-91 16,-9 1-112-16,19 3 49 0</inkml:trace>
  <inkml:trace contextRef="#ctx0" brushRef="#br0" timeOffset="43157.71">31158 6289 51 0,'9'4'184'0,"-9"-4"-3"0,9 0-3 16,-9 0-12-16,0 0-11 0,14-1-3 0,-10-3-10 16,3 2-6-16,4-5-14 0,0 2-13 0,2-2-4 15,0 1-4-15,-2-1-17 0,2-2-5 0,-4 0-6 16,4-3-2-16,-6 2-4 0,5-2-11 0,-3-2-2 15,-3 3-7-15,2-3 0 0,-2 3-1 0,-1 0-1 16,-2 1-3-16,1-3 0 0,-4 3 4 0,-2 2 1 16,2 8-3-16,-2-13-4 0,-1 8-4 0,1-2-3 15,2 7-4-15,-5-11-3 0,5 11-5 0,-8-5-4 16,8 5-2-16,-10 1-5 0,10-1 2 0,-21 8-1 16,10-1-4-16,-3 4 3 0,1-4-1 0,0 5 2 15,1 1-7-15,1-3 2 0,3 0-1 0,3 1 0 16,-1-1 0-16,2 1 0 0,0-2-2 0,2 4 3 15,2-4-5-15,0 0 4 0,0-2-2 0,4 4 11 16,1-3-10-16,2 1 0 0,4-3 3 0,-1 3-4 16,1-2 1-16,5-1 3 0,-2 0-3 0,5-1 2 15,0-1 0-15,0-3 5 0,-1-1-10 0,4 2 6 16,-5-2-4-16,2-2-1 0,-1 1-3 0,1-3 2 16,-5 2-3-16,2-3-3 0,-7 0 2 0,3 0 0 15,-2-2-12-15,-2 0 2 0,-2-5 2 0,0 2 2 16,-2-2-4-16,2 0 3 0,-1 0-1 0,-3-6-3 15,0 2 3-15,-2-1-1 0,-2 5-1 0,1-4 5 16,-5 4-1-16,2-3 0 0,0 5 7 0,0 1 10 16,3 2-5-16,-2 0-5 0,3 7 9 0,-5-11 2 15,5 11-3-15,-2-7-1 0,2 7-5 0,-2-9 3 16,2 9-3-16,0 0 0 0,0 0-2 0,0 0 4 16,18-2-2-16,-8 2 0 0,4 1-3 0,-1 0 3 15,6 4-3-15,1-2 1 0,0 2 1 0,-2-2-1 16,-2 1 3-16,1 3-5 0,-5 0 0 0,-2-2 1 15,1 1 3-15,-3 5 1 0,2 3 2 0,-5-5 3 16,3 1 2-16,-4 0 1 0,-2 0 0 0,0 2 2 16,-1-1 2-16,-1 1-4 0,-1 0 3 0,1-2-1 0,0 1-1 15,-2 0-1-15,1 1 1 0,2-1-3 16,-2-1-4-16,2-1-18 0,-1 1-22 0,3 0-20 16,-1 0-34-16,2-2-43 0,2 0-31 0,1-2-38 15,-1 2-191-15,1-5-428 0,1 3 190 0</inkml:trace>
  <inkml:trace contextRef="#ctx0" brushRef="#br0" timeOffset="-211188.15">15376 10299 7 0,'0'0'66'0,"-2"-8"-12"15,2 8 0-15,0 0-8 0,0 0-2 0,0 0-1 16,0 0-3-16,0 0 1 0,0 0-11 0,0 0-2 16,0 0-3-16,0 0 2 0,0 0-2 0,0 0-3 15,0 0 0-15,0 0 0 0,5-13-10 0,-5 13 0 16,0 0-4-16,0 0 3 0,0 0-6 0,0 0 5 16,11-3-6-16,-11 3-9 0,0 0-8 0,0 0-6 15,0 0-6-15,16 8-12 0,-13-4-10 0,4-1-39 16,-3 3-92-16,1-2 41 0</inkml:trace>
  <inkml:trace contextRef="#ctx0" brushRef="#br0" timeOffset="-205454.62">16312 11889 35 0,'0'0'52'0,"0"0"-2"0,0 0-2 0,0 0-7 0,0 0 0 15,0 0-1-15,0 0 2 0,0 0 2 0,0 0-12 16,0 0 0-16,0 0 2 0,0 0 1 0,0 0-2 16,0 0-4-16,0 0-4 0,0 0-2 15,0 0-1-15,0 0-4 0,0 0 1 0,0 0 2 0,0 0-3 16,0 0 2-16,0 0-1 0,0 0-4 0,0 0-2 16,0 0-1-16,0 0 8 0,0 0-2 0,0 0-8 15,0 0 5-15,0 0-10 0,0 0 15 0,0 0-15 16,0 0 9-16,0 0 0 0,0 0-4 0,0 0 8 15,0 0-15-15,0 0 15 0,0 0-5 0,0 0-6 16,0 0 4-16,0 0-3 0,0 0-4 0,0 0 11 16,0 0-7-16,0 0-5 0,0 0 10 0,0 0-7 15,0 0-4-15,0 0 0 0,0 0 7 0,0 0 0 16,0 0 1-16,0 0-10 0,0 0 6 0,0 0 2 16,0 0-5-16,0 0 3 0,0 0 3 0,0 0 2 15,0 0-6-15,0 0-4 0,0 0 6 0,0 0-6 16,0 0-1-16,0 0 5 0,0 0-1 0,1-7 11 15,-1 7-13-15,0 0 8 0,0 0-3 0,0 0 5 16,0 0 1-16,0 0-12 0,0 0 13 0,0 0-2 16,0 0 3-16,0 0 5 0,0 0-1 0,0 0-7 15,0 0-1-15,0 0 7 0,0 0-5 0,0 0 2 16,0 0-3-16,0 0 5 0,0 0-7 0,0 0-4 16,0 0 6-16,0 0-6 0,0 0-1 0,0 0-1 15,1-7-6-15,-1 7 0 0,0 0 9 0,0 0-2 16,0 0-5-16,0 0-6 0,0 0 1 0,0 0-6 15,0 0 13-15,0 0-10 0,0 0 0 0,0 0 1 16,0 0 9-16,5 22-7 0,-2-18 0 0,1 3 3 16,-3-1-5-16,2 1-1 0,-1-1 12 0,2 3-12 0,0 0 10 15,-2-1-5-15,2-2 0 0,-1 0 1 0,-2 2 3 16,3 0-3-16,-3-1 5 0,2 0-13 16,-2-1 10-16,2 2 6 0,-1-3 2 0,-2-5-15 15,3 13 10-15,-2-7-4 0,-1-6 1 0,4 8 6 0,-4-8-9 16,2 8-5-16,-2-8 1 0,1 6 9 0,-1-6-2 15,2 7 2-15,-2-7-1 0,0 0 4 0,0 0-2 16,0 0-7-16,0 0 4 0,1 7-4 0,-1-7 9 16,0 0 1-16,0 0-9 0,0 0 0 0,0 0 6 15,0 0 0-15,0 0-6 0,0 0 11 0,4 6 4 16,-4-6-12-16,0 0 9 0,0 0-3 0,0 0-4 16,0 0 0-16,0 0-7 0,0 0 7 0,0 0 4 15,0 0-2-15,0 0 4 0,0 0-6 0,0 0 1 16,0 0-3-16,0 0 1 0,0 0 5 0,0 0-4 15,0 0 2-15,0 0 7 0,0 0-7 0,0 0 5 16,0 0-4-16,0 0 6 0,0 0-2 0,0 0 2 16,0 0 1-16,0 0 2 0,0 0-8 0,0 0 6 15,0 0-11-15,0 0 14 0,0 0-7 0,0 0 3 16,0 0-1-16,0 0 3 0,0 0-2 0,0 0 3 16,0 0-9-16,0 0 13 0,0 0-7 0,0 0 5 15,0 0-12-15,0 0 8 0,0 0-3 0,0 0 2 16,0 0 0-16,0 0-4 0,0 0-4 0,0 0 2 15,0 0 4-15,0 0-3 0,0 0-4 0,0 0 6 16,1-22-3-16,-1 22 0 0,0 0-6 0,0 0 16 16,2-10-16-16,-2 10 3 0,0 0 0 0,1-10-4 15,-1 10 3-15,1-6 2 0,-1 6-3 0,0 0 1 16,3-10 2-16,-3 10 0 0,4-6-4 0,-4 6 4 0,2-11 2 16,1 8 2-16,-3 3-5 0,5-10-5 0,-3 5 3 15,1-1 11-15,1 1-14 0,-1-2 3 16,1 2-2-16,-4 5 1 0,8-9 2 0,-3 4-4 15,0 1-1-15,0 0-1 0,0-1 1 0,2 0 5 0,-2 0-1 16,2 2-5-16,0-2 0 0,-1 2 13 0,0-1-12 16,-1 0 5-16,-5 4-9 0,10-6 5 0,-6 3 0 15,-4 3 0-15,5-4-1 0,-5 4 2 16,0 0 0-16,8-4-2 0,-8 4-4 0,0 0 3 0,0 0-2 16,3-4-1-16,-3 4 13 0,0 0-15 0,0 0-4 15,0 0-1-15,0 0 1 0,0 0-3 0,0 0 5 16,0 0 1-16,8 10 1 0,-8-10 1 0,2 6-5 15,-2-6 3-15,3 7 6 0,-3-7-4 0,0 0 9 16,3 10-9-16,-3-10 12 0,3 6-4 0,-3-6-11 16,2 9 11-16,-2-9-10 0,1 9 3 0,-1-9 8 15,1 6-2-15,-1-6-3 0,2 9 7 0,-2-9-3 16,1 7 4-16,-1-7-6 0,2 10 1 0,0-6-3 16,-2-4 3-16,1 10 2 0,-1-10 1 0,2 9 1 15,-2-9-4-15,2 9-2 0,-1-4 5 0,-1-5-10 16,0 11 12-16,0-11-3 0,2 13-5 0,-2-8 2 15,0-5 0-15,2 16 5 0,0-7-4 0,0-2-1 16,-1 2 6-16,0 0-2 0,2 0-3 0,-2 2-2 16,0-1 2-16,1 2 1 0,-1-2 0 0,-1-1 1 15,3 1 3-15,-2-1 0 0,0 1-2 0,0-1 5 16,3-1-7-16,-3 1-16 0,1 1-9 0,1-1-39 16,0 1-27-16,2 1-15 0,-1 0-99 0,-3-3-223 15,3-1 99-15</inkml:trace>
  <inkml:trace contextRef="#ctx0" brushRef="#br0" timeOffset="-202650.54">27507 7991 87 0,'-4'-11'96'0,"2"5"10"16,2 6-8-16,-2-7 2 0,2 7-14 0,-3-7-10 15,3 7-10-15,0 0 4 0,-3-6-10 0,3 6-20 16,0 0 9-16,0 0-13 0,0 0-4 0,0 0-13 15,0 0 10-15,0 0-4 0,-3 28 0 0,3-11-3 16,0 2-7-16,0 7 11 0,0 3-7 0,0 1-2 16,-2 2-2-16,2-4-1 0,-3 5 3 0,3 0-1 0,0 2-1 15,0-2-3-15,0 1-8 0,0 2 1 16,5-3 1-16,-5-1 1 0,4-3 0 0,-3 2 1 16,3-4 2-16,0 3-10 0,0-1 17 0,1-3-15 0,-1 2-5 15,2-4 2-15,-2-5-1 0,1-1-15 0,-1-2-3 16,0 1-12-16,-2-1-8 0,2-4-11 0,0-1-18 15,-2 0-23-15,0-3-80 0,-2-1-185 0,0-7 82 16</inkml:trace>
  <inkml:trace contextRef="#ctx0" brushRef="#br0" timeOffset="-201872.35">27526 7960 74 0,'-2'-11'99'0,"2"11"-13"16,6-10-4-16,1 4-8 0,9 0-9 0,4-2-3 16,11 0-4-16,5-6 0 0,22 3-13 0,28-6-2 15,4 2-5-15,12-2-8 0,2 2-2 0,2-2 11 16,8 0-14-16,3 2-2 0,-1-5 16 0,4 4-22 15,5 1-2-15,4-4-1 0,0 4-4 0,-2-4 5 16,0 3-5-16,-2-4-6 0,0 2-4 0,-4 3 3 16,-2-2-5-16,-5 2 5 0,-1 2-11 0,-9-1 1 15,-8 2 1-15,-5 2 2 0,-26 1-6 0,27 0 9 16,-29 3 2-16,-2-3-8 0,-4 0 5 0,1 2-5 16,-7 0 3-16,0 1 2 0,-15 3-3 0,1-4-1 15,-4 2 3-15,-2 1 2 0,-3-1 2 0,-7 3 6 16,-2-4-7-16,-3 5-2 0,-2 0 4 0,-1 0 2 15,0 1 5-15,-2-3-7 0,0-1 4 0,-2 4-5 16,-9 0 0-16,14 0-4 0,-14 0 1 0,11 0 8 16,-11 0-1-16,14 2-4 0,-7 1 1 0,0-1 6 15,5 1-6-15,-5 1-4 0,4 4 14 0,-2-1-2 0,3 3-8 16,1 0-3-16,-1 3 6 0,-3 0 0 16,0 2-2-16,1-1 1 0,-1 2-2 0,-2 3 3 15,4 4-5-15,-4-4 10 0,1 7 0 0,0 2-3 16,-1 3-3-16,2-3-2 0,-1 1 8 0,-3 2 10 15,2-1-14-15,0-1 3 0,-1 1-5 0,0 2 12 0,0-3-10 16,-1 4 3-16,3-5-4 0,-3 2 7 16,3 1-3-16,-2-1-4 0,5 0 6 0,1 2-2 0,1-2 0 15,-1-1-2-15,-4 3 0 0,3-2 2 0,-3-2-4 16,0 3 4-16,-3-3 0 0,0-2-8 16,-1 2-2-16,-1-9 4 0,-3-1 1 0,-2 2-1 0,1-1 1 15,-3 0 3-15,0-3 0 0,-2 0 9 0,-4 3-9 16,-6-5-3-16,-3 5-2 0,-4-4 0 0,-1-1-3 15,-5-2 6-15,-2 2-4 0,-4-4 3 16,-14 5 0-16,-5-5 4 0,0 0-1 0,-10-4 2 0,-28 4 8 16,3-1 6-16,22-3-3 0,-40 2-2 0,-2 0 4 15,-2 2-1-15,-10-2-3 0,-3 2 3 0,-5 0 7 16,-9 4-1-16,-2-5-1 0,-4 5 7 0,-3 3 2 16,1 1-2-16,3-2-2 0,3 2 0 0,4-1-7 15,5-2 0-15,10 7-4 0,5-2-4 0,4-3-4 16,11 1-3-16,7-2-4 0,29-6-1 0,3 0-11 15,0 1-10-15,6-1-8 0,18-3-10 0,3-2 2 16,7-1-15-16,8-1-17 0,7-2-2 0,-1-1-38 16,5-2-46-16,-2 0-76 0,2-3-246 0,4-1 110 15</inkml:trace>
  <inkml:trace contextRef="#ctx0" brushRef="#br0" timeOffset="-201538.22">28463 8057 73 0,'0'0'93'0,"0"0"-16"16,0 0-3-16,0 20 4 0,2-4-31 0,1 4 15 16,-1 5-4-16,-1 5 2 0,-2 1-19 0,2 3 14 15,-2 14-14-15,0 0 6 0,1 2-10 0,-1-4-10 16,1-8 1-16,1 6-1 0,0-9 2 0,-2-2-11 16,2-2 6-16,0 5-1 0,2-3-6 0,0-2-1 15,-2-2-14-15,1-5-6 0,2 1-31 0,-3 0-2 16,1-8-13-16,-2-1-25 0,0-3-68 0,-2 0-154 0,2-3 69 15</inkml:trace>
  <inkml:trace contextRef="#ctx0" brushRef="#br0" timeOffset="-201104.84">28069 8521 42 0,'-4'-8'109'0,"4"8"-10"0,0 0 5 0,0 0-19 0,0 0-12 16,0 0-7-16,0 0 8 0,0 0 0 0,0 0-1 15,6 24-11-15,0-14 0 0,-4 1-6 0,2 2-7 16,-2-2-1-16,0-1-3 0,0 1-5 15,1 0 0-15,-1 0-18 0,0-1 8 0,-2-4 2 0,0-6 2 16,4 10 9-16,-3-5 6 0,-1-5 6 0,0 0 2 16,0 0 10-16,1 7 4 0,-1-7 2 0,0 0-5 15,0 0-9-15,0 0-7 0,0 0-3 0,0 0-6 16,3-24-1-16,-2 14-5 0,0 0-4 0,2-9-3 16,2 3-8-16,-2 0 3 0,6-1-4 0,-1 3-4 15,1-1 0-15,4-6-5 0,0 10 2 0,-3-1-6 16,1 3 1-16,0 1 0 0,-2 2-7 0,2 3 3 15,1 1-1-15,-2 3 1 0,-1 0-5 0,5 1 3 16,-5 2-5-16,1 3-8 0,4 3-8 0,-5 1-5 16,4 0-9-16,-5 4-17 0,3-1-9 0,1 2-18 15,-3-3-30-15,1 2-19 0,-3 1-24 0,4 1-130 16,-4-2-302-16,1-5 134 0</inkml:trace>
  <inkml:trace contextRef="#ctx0" brushRef="#br0" timeOffset="-200854.38">29118 8217 62 0,'5'-8'192'0,"-2"0"-16"16,-1 2-20-16,-2 6-12 0,4-8-17 15,-4 8-10-15,5-4-12 0,-5 4-1 0,0 0-7 16,0 0-10-16,8 16-5 0,-7-6-9 0,2 1-2 0,1 5-11 15,-3 4-7-15,3 5 1 0,-3-7-8 0,-1 2-4 16,0 6-6-16,0-6-3 0,-1 0 1 0,2-2-11 16,0 2-10-16,1-2-17 0,-2-1-34 15,0 0-22-15,1-2-29 0,-1-2-21 0,0-2-17 0,0 0-14 16,0 0-96-16,-3-5-256 0,3-6 114 0</inkml:trace>
  <inkml:trace contextRef="#ctx0" brushRef="#br0" timeOffset="-200638.23">29196 8315 67 0,'8'-9'106'0,"2"2"-3"0,0-2-3 15,-1 1-16-15,4 4 16 0,-1-1-7 0,-1 0-15 16,3 4-1-16,-2 1-7 0,-1 1-8 0,-1 2 4 16,1 1-8-16,-3 2-8 0,-2-1-6 0,0 2 7 15,-1 3-6-15,-2-2-6 0,-1 3-6 0,-3-2-6 16,-2 4 1-16,1-2-2 0,-3 1-15 0,-3 2-22 15,3-3-22-15,-1 0-15 0,-1 1-25 0,-1-5-28 16,2 2-91-16,-3-4-208 0,4-3 92 0</inkml:trace>
  <inkml:trace contextRef="#ctx0" brushRef="#br0" timeOffset="-200413.29">29744 7954 58 0,'6'-5'167'0,"-3"-1"-23"16,1 2-21-16,-4 4 0 0,0 0-21 0,7-3-6 15,-7 3 11-15,7 13 10 0,1 1-10 0,0 2-5 16,3 9-10-16,-3 2-3 0,-2 0-10 0,1 2-7 16,-2 3-5-16,1 1-9 0,-2-2-4 0,2 0-8 15,-4 1 8-15,3-4-17 0,-3 2 0 0,1-3-14 16,-1 0-23-16,1-2-30 0,2 1-39 0,-2-10-21 15,-2 2-45-15,0 0-137 0,-1-2-295 0,-1-3 131 16</inkml:trace>
  <inkml:trace contextRef="#ctx0" brushRef="#br0" timeOffset="-200104.46">30063 8306 36 0,'2'-3'169'0,"-2"3"-18"15,7-4-23-15,-7 4-5 0,5-4-1 0,-5 4-1 16,0 0-9-16,0 0-8 0,0 0-6 0,0 0-9 0,0 0-8 16,0 0-4-16,14 4-11 0,-14-4-4 0,0 0-7 15,0 0 12-15,0 0-2 0,0 0 7 0,0 0 1 16,0 0-5-16,9-4-9 0,-9 4-2 16,2-8-13-16,2 2 0 0,-1-1-5 0,2-3-6 0,0 1-3 15,3-2-3-15,-1 2-3 0,2-1-2 0,0 0-7 16,0 1-1-16,0 2 4 0,-3-1-7 0,0 5-1 15,0 0-3-15,-6 3 1 0,14-2 1 0,-6 4-3 16,-8-2 0-16,15 7-1 0,-6 1 0 0,-1 1-11 16,-1 0-16-16,0 1-8 0,-1 1-12 0,0 4-23 15,-3-4-17-15,-3 2-32 0,0 4-16 0,-3 1-22 16,-4-2-147-16,-6 1-323 0,-4 5 144 0</inkml:trace>
  <inkml:trace contextRef="#ctx0" brushRef="#br0" timeOffset="-198254.88">28056 7924 84 0,'0'0'108'0,"-1"-15"-10"15,0 9 3-15,-2-1-5 0,3 7-3 0,-4-12-12 16,2 7-8-16,-1 0-9 0,3 5 4 0,-7-10-12 15,7 10-1-15,-6-8-5 0,6 8-5 16,-5-4-8-16,5 4 0 0,-6-2-6 0,6 2-7 0,0 0-4 16,-18 4 6-16,11 0-16 0,2 1 8 0,-1-1-1 15,-1 3-2-15,3-2-2 0,-3 2 3 0,3 0-1 16,-1-3-9-16,5 4 5 0,0-8-1 0,-2 12 2 16,2-12-4-16,5 11 4 0,-1-6-1 0,2 0-5 15,3 2-3-15,5-3-3 0,-5-2 5 0,2 2-7 16,-4-2 2-16,3-1 0 0,-1 4 5 15,-3-4-12-15,1 2 6 0,-7-3-9 0,8 1-1 0,-8-1 4 16,9 2 1-16,-9-2 2 0,0 0 1 0,4 1-1 16,-4-1-7-16,0 0 11 0,0 0-5 0,0 0-2 15,0 0-1-15,0 0 0 0,0 0 5 0,-11 15-4 16,2-9 9-16,-2 2 2 0,-3 0-2 0,1 3 3 16,-5-1 5-16,3 3-9 0,3-1 2 0,3-5 9 15,0 3-4-15,0-1 4 0,3-2-9 0,1-1-2 16,1 1 0-16,4-1 2 0,0-6 5 0,2 12-4 15,-2-12 0-15,11 10 4 0,3-5-5 0,4-2-17 16,2-1-26-16,9-1-12 0,2-1-34 0,1-1-29 16,-3 1-73-16,2-3-203 0,-2-1 91 0</inkml:trace>
  <inkml:trace contextRef="#ctx0" brushRef="#br0" timeOffset="-197771.72">28849 7735 134 0,'0'0'133'0,"0"0"-20"16,0 0-11-16,-9-7-7 0,9 7-16 0,0 0-6 15,0 0-6-15,0 0 4 0,0 0-11 0,9 19 4 16,-9-19-10-16,3 12-5 0,0-2-1 0,-2 0 1 16,2 1-9-16,-2-1-1 0,1 1-8 0,1 1 5 15,-3-3-11-15,3 4 4 0,-2-2-1 16,3 0-11-16,-3 0-13 0,-1-2-17 0,4 3-31 0,-3-2-15 15,2 0-21-15,-1-2-21 0,0 0-90 0,-2-1-206 16,0-7 91-16</inkml:trace>
  <inkml:trace contextRef="#ctx0" brushRef="#br0" timeOffset="-197419.64">28911 7692 70 0,'7'-8'103'0,"0"1"-8"0,1-3 0 0,1 2-5 16,1 2-9-16,-1-1 0 0,4-1-5 0,-2 5-12 16,1 0-13-16,-1 2 3 0,-2 1-8 0,3 0-6 15,-2 1-4-15,-1 2 1 0,-3 0 8 0,1 3-17 16,-2 0 3-16,-3 1-4 0,1 5-10 0,-3-3-2 16,-2 3 6-16,0 1-9 0,-3-1-3 0,-2-2 3 15,0 5 0-15,-1-2 3 0,2-1-6 0,1-2-7 16,1-1 3-16,1 0-3 0,1-2-8 0,1-1-3 0,1-6-1 15,0 13-3-15,0-13 3 0,3 9-6 16,0-2 3-16,3-2 2 0,-1 1-1 0,2-2 3 16,2 0-1-16,0 2 0 0,-2 1-1 0,0-3 14 15,-1-1 0-15,2 2-13 0,-3-2 3 0,1 1 4 0,-6-4 3 16,5 7-7-16,-2-3 4 0,-3-4-7 0,0 9-7 16,0-9 18-16,-6 11-3 0,-1-9 4 15,-2 6-14-15,-2-2 21 0,-1-1-6 0,-3 4-9 16,1-1-14-16,1-2-18 0,2 0-24 0,-1 0-28 15,1-1-57-15,-1-1-157 0,3 0 70 0</inkml:trace>
  <inkml:trace contextRef="#ctx0" brushRef="#br0" timeOffset="-196438.2">30288 7572 78 0,'0'0'65'0,"-2"-9"13"16,2 9-5-16,0 0-7 0,-1-6-8 0,1 6-6 16,0 0-1-16,0 0-7 0,0 0-2 0,0 0-5 15,0 0-3-15,0 0-3 0,0 0-6 0,0 0 3 16,0-10 6-16,0 10-8 0,0 0-11 0,0 0 3 15,0 0 0-15,0 0 2 0,0 0 1 0,0 0 5 16,0 0-10-16,0 0-1 0,1-9-2 0,-1 9-1 16,0 0-2-16,0 0 6 0,0 0-4 0,0 0-2 15,0 0-1-15,0 0 2 0,0-9-6 0,0 9-4 16,0 0 9-16,0 0 2 0,0 0 2 0,0 0 0 16,0 0-3-16,0 0-6 0,0 0 19 0,0 0-1 15,-1-10 0-15,1 10-3 0,0 0 1 0,0 0 2 0,0 0-9 16,0 0-3-16,-9-3 1 0,9 3-2 15,0 0-7-15,-13 2 8 0,13-2-2 0,-18 6-12 16,9 1 15-16,-4 0-1 0,-2-1-10 0,1 4 11 0,0 0 0 16,1 3-1-16,1-2 0 0,3 1-3 15,1-1-4-15,1 0 9 0,3-2-6 0,1-2 1 0,0 4 0 16,6-3 3-16,4 2-4 0,4 1 4 16,6 1-14-16,8 1-20 0,5-6-28 0,4-1-47 0,2 2-121 15,16-7-236-15,-16 1 105 0</inkml:trace>
  <inkml:trace contextRef="#ctx0" brushRef="#br0" timeOffset="-196302.7">30856 7553 87 0,'0'0'135'15,"-4"-6"-11"-15,4 6-27 0,-2-6-36 0,2 6-42 16,0 0-55-16,-8-8-46 0,8 8-87 0,-9-2 39 15</inkml:trace>
  <inkml:trace contextRef="#ctx0" brushRef="#br0" timeOffset="-193888.02">16294 11886 86 0,'0'0'82'0,"0"0"-6"0,0 0 0 0,0 0-17 0,1-11 7 16,-1 11-7-16,0 0-9 0,0 0-5 15,0 0 1-15,4-7-8 0,-4 7-3 0,0 0-8 0,4-5 9 16,-4 5-4-16,0 0 0 0,0 0 0 0,5-4-3 16,-5 4-2-16,0 0-3 0,0 0 7 15,0 0-2-15,0 0-7 0,0 0-7 0,0 0 9 16,0 0 1-16,0 0-1 0,0 0 0 0,4-6-9 0,-4 6 7 15,0 0 0-15,0 0-7 0,0 0-4 0,0 0-2 16,0 0 3-16,0 0 3 0,0 0 2 0,0 0-3 16,0 0 8-16,10 10-4 0,-10-10-3 15,8 8 1-15,-6-4 6 0,1 2-2 0,2-1 2 0,-1 1-8 16,-1 3 1-16,0 1 2 0,1-2 2 0,0 1-2 16,0 2-5-16,-1-1 7 0,2-1 2 0,-2 2-9 15,1-2-3-15,-3 1-3 0,2 2 4 0,-2-1 2 16,2-1-1-16,-3-1-5 0,1 2 0 0,0-2 2 15,0-4-3-15,1 4-3 0,-2-9-8 0,2 12-19 16,1-9-21-16,-1 4-18 0,-2-7-40 0,9 7-132 16,-9-7-256-16,0 0 114 0</inkml:trace>
  <inkml:trace contextRef="#ctx0" brushRef="#br0" timeOffset="-192938.66">15674 10407 73 0,'-5'-4'115'0,"5"4"-2"0,-7-14-2 15,4 9 12-15,-2-1-4 0,2 0-8 0,3 6 17 16,-4-11-5-16,2 6-15 0,2 5 6 0,-5-10-5 16,5 10-8-16,-3-7-7 0,3 7-11 0,-4-6-5 15,4 6-8-15,0 0-8 0,0 0-8 0,0 0-3 16,0 0-12-16,0 0 5 0,0 0-12 0,0 0-1 16,0 0 0-16,0 25-1 0,1-12 5 0,1 2 0 15,-1 2 1-15,0 0-8 0,0 2-1 0,0 0 2 16,-1 0-9-16,3 0 6 0,-1-1-9 0,0 1 1 15,1 6-1-15,-2-7-1 0,4 1-1 0,-2-4-4 16,0 1 1-16,1 0 2 0,-1 0-5 0,2-1 1 16,-3 1-2-16,0-4 0 0,2-2-1 0,-3 2-4 0,3 0-4 15,-2-2 6-15,1 0-4 0,-3-1-5 16,0-1-9-16,0 1-8 0,0-9-14 0,2 13-12 16,-2-13-16-16,-2 10-12 0,2-10-11 0,0 7-15 15,0-7-13-15,0 0-31 0,-4 6-8 0,4-6-130 0,0 0-306 16,0 0 135-16</inkml:trace>
  <inkml:trace contextRef="#ctx0" brushRef="#br0" timeOffset="-192636.64">15657 10541 139 0,'-1'-8'137'0,"1"8"1"0,0-12-5 16,-2 5-7-16,2 7-3 0,1-11-6 0,-1 11-6 15,2-9-22-15,3 5-6 0,-5 4-3 0,11-9-5 16,-6 5-7-16,4 2 1 0,1-1-6 0,0 2-1 16,0-1-10-16,2 1-3 0,-1 4-5 0,-4-2-3 15,3 2-5-15,-1 0-5 0,0 4 2 0,-3-1-7 16,2 0 2-16,-2 4-10 0,-2-3 3 0,-1 3-4 16,-2-1 2-16,-2 0 0 0,-2 1-6 0,-1 2-1 15,-1-1-1-15,0-1 3 0,-4 0 0 0,-1 2-4 16,1-2-4-16,-5 0-1 0,5-2 2 0,-1 0-11 15,-2-2-10-15,1 1-15 0,-1-3-18 0,1 0-35 16,2-3-22-16,-3-1-45 0,2 0-136 0,0-1-309 16,2-3 136-16</inkml:trace>
  <inkml:trace contextRef="#ctx0" brushRef="#br0" timeOffset="-190033.7">16282 9413 66 0,'-4'-4'98'0,"4"4"-6"0,0 0-5 15,0 0 5-15,-5-6-4 0,5 6-5 0,0 0 0 16,0 0-5-16,0 0 1 0,0 0-16 0,0 0 1 16,0 0-7-16,-3-7-8 0,3 7-3 0,0 0 1 15,0 0-3-15,0 0-1 0,0 0-2 0,0 0-7 16,0 0 0-16,0 0 1 0,0 0-5 0,0 0-5 15,0 0 1-15,0 0-12 0,0 0 9 0,0 0-7 16,0 0 4-16,0 0-3 0,0 0-9 0,0 0 1 16,0 0 0-16,0 0-3 0,0 0-5 0,0 0 8 15,0 0 0-15,0 0-3 0,0 0-1 0,0 0 4 0,0 0 1 16,19 13-5-16,-19-13 5 0,5 6 0 0,-1-1 0 16,-2 1 5-16,-2-6-2 0,8 10-5 15,-4-5 4-15,-1 1-2 0,0-2-5 0,-3-4 4 16,5 12 0-16,-2-7-4 0,-1 2 6 0,1 1-4 15,-2-2 1-15,2 1 2 0,-3-7-1 0,2 12-6 0,1-6 4 16,-1-1-4-16,-2-5 4 0,3 13 1 16,-2-8-4-16,2 0 5 0,-3-5-7 0,2 9 1 0,-2-9 4 15,3 10-7-15,-2-6 6 0,-1-4-3 0,3 6 3 16,-3-6-1-16,0 0 3 0,0 0-3 0,2 7 5 16,-2-7-1-16,0 0 4 0,0 0-1 15,0 0 5-15,0 0 0 0,0 0-1 0,0 9-5 0,0-9 7 16,0 0 3-16,0 0-7 0,0 0 1 0,0 0-2 15,0 0 1-15,0 0 1 0,0 0-2 0,0 0 1 16,0 0 0-16,0 0-3 0,0 0 2 0,0 0-1 16,0 0 2-16,0 0-2 0,0 0 1 0,0 0-2 15,0 0-4-15,0 0 2 0,0 0 3 0,0 0-6 16,0 0 0-16,0 0 2 0,0 0-5 0,0 0 0 16,0 0 2-16,0 0 0 0,0 0-1 0,0 0 1 15,0 0 2-15,0 0-4 0,0 0-1 0,0 0 3 16,0 0 0-16,0 0-1 0,0 0 1 0,0 0-4 15,0 0 4-15,0 0 1 0,0 0-3 0,0 0-3 16,0 0 5-16,0 0 1 0,0 0-3 0,0 0-3 16,0 0 1-16,0 0 2 0,0 0 3 0,0 0-1 15,0 0-3-15,0 0 1 0,0 0-1 0,0 0 1 16,0 0-1-16,0 0-6 0,0 0 0 0,0 0 7 16,0 0 0-16,0 0-3 0,0 0 2 0,0 0-2 15,0 0-1-15,0 0 5 0,0 0-1 0,0 0 1 16,0 0-2-16,0 0 0 0,0 0 1 0,0 0 3 15,0 0 0-15,0 0 5 0,0 0-1 0,0 0 4 16,0 0 2-16,0 0-5 0,0 0 1 0,0 0-2 16,0 0 3-16,0 0-3 0,0 0 1 0,0 0-3 0,0 0 1 15,0 0 2-15,0 0-1 0,0 0-3 0,0 0 5 16,0 0-4-16,0 0-1 0,0 0 0 16,0 0 2-16,0 0-1 0,0 0-2 0,0 0-1 15,0 0-1-15,0 0 2 0,0 0-1 0,0 0-2 16,0 0 0-16,0 0-1 0,0 0-2 0,0 0 8 0,0 0-8 15,0 0 1-15,0 0 4 0,0 0-1 0,-4-28-1 16,4 28 0-16,0 0-4 0,2-12 0 16,-2 12 1-16,1-8-3 0,2 1 7 0,-1 1-5 0,-2 6 1 15,4-11 2-15,2 3-2 0,-2 2 1 0,0-1 0 16,2-1-1-16,-2 1 2 0,1-1-4 16,4 0 1-16,-2-1 1 0,-1 1 0 0,0 1 0 15,1 0 2-15,-3-1-4 0,-1 2 3 0,4-2-1 0,-3 3 1 16,0-4 1-16,-1 3-1 0,0 2-3 0,2-6-1 15,-1 3 3-15,-2 1 0 0,-2 6 1 16,4-11 1-16,-1 6-4 0,-3 5 7 0,1-12-1 0,-1 12-3 16,4-6 0-16,-4 6 1 0,0 0 1 0,1-8-2 15,-1 8-1-15,0 0 4 0,0 0-9 0,0 0 4 16,3-7-1-16,-3 7-1 0,0 0 1 0,0 0-2 16,0 0 1-16,0 0-1 0,0 0 0 15,0 0 1-15,0 0 1 0,0 0-2 0,0 0 2 0,6 19-1 16,-6-19 0-16,3 10 0 0,-3-10 2 0,1 12-3 15,0-6 3-15,0 2-2 0,-1-8 3 0,3 9 2 16,-3-3-5-16,0-6 3 0,3 11 1 0,-3-11 0 0,2 8-3 16,1-1 4-16,-3-7-2 0,2 8 0 0,-2-8-3 15,2 6 4-15,-2-6 1 0,2 7-1 16,-2-7-2-16,2 8-1 0,-2-8-2 0,3 8 3 16,-3-8 0-16,4 8 1 0,-4-2-2 0,3 1 4 0,-1 3-2 15,-1 2-1-15,2-1 0 0,0 5 1 16,0 0 2-16,0 1-10 0,2 1-17 0,1 1-35 15,-1-1-49-15,2 0-58 0,-2 1-217 0,4-2-415 16,-1-2 184-16</inkml:trace>
  <inkml:trace contextRef="#ctx0" brushRef="#br0" timeOffset="-186644.92">15471 10796 2 0,'0'0'62'0,"0"0"-11"0,0 0-3 0,0 0-9 16,0 0 2-16,0 0 0 0,0 0-10 0,0 0-1 16,0 0-9-16,0 0 0 0,0 0-3 0,0 0 0 15,0 0-6-15,0 0 3 0,0 0-5 0,0 0 3 16,0 0-3-16,0 0-2 0,0 0 3 0,0 0-4 15,0 0-9-15,0 0-1 0,-16 4-12 0,16-4-21 16,-7 5-40-16,2-3-82 0,5-2 36 0</inkml:trace>
  <inkml:trace contextRef="#ctx0" brushRef="#br0" timeOffset="-185627.85">11394 11717 14 0,'0'0'54'0,"0"0"-3"16,0 0-8-16,0 0 0 0,0 0-9 0,-10 0 2 15,10 0-7-15,0 0 0 0,0 0-2 0,0 0-3 16,0 0 0-16,0 0-5 0,0 0-5 15,0 0 1-15,0 0-1 0,0 0-6 0,0 0 0 0,0 0-5 16,0 0 5-16,0 0-4 0,0 0-4 0,0 0-10 16,0 0-13-16,0 0-13 0,0 0-36 0,0 0-78 15,0 0 34-15</inkml:trace>
  <inkml:trace contextRef="#ctx0" brushRef="#br0" timeOffset="-173547.33">15703 10633 53 0,'0'0'73'15,"0"0"-14"-15,0 0 6 0,0 0-10 0,0 0 0 0,0 0-8 16,0 0-5-16,0 0 1 0,0 0-3 0,0 0-9 16,0 0-5-16,0 0-2 0,0 0 3 0,0 0 2 15,0 0-9-15,0 0 0 0,0 0-3 16,0 0-9-16,0 0 3 0,0 0 1 0,0 0-7 0,0 0 7 16,0 0-2-16,-4-15-6 0,4 15 5 0,0 0-16 15,0 0-1-15,0 0-1 0,0 0-16 0,0 0-7 16,0 0-17-16,-11 0-10 0,11 0-43 0,0 0-110 15,-14 2 49-15</inkml:trace>
  <inkml:trace contextRef="#ctx0" brushRef="#br0" timeOffset="-172122.77">11056 12299 11 0,'0'0'44'0,"0"0"-9"15,0 0-1-15,0 0 0 0,0 0-3 0,0 0-7 16,0 0 5-16,0 0-4 0,0 0 1 0,0 0 2 15,0 0-3-15,0 0-3 0,0 0 1 0,0 0 1 16,0 0-6-16,0 0 3 0,0 0 3 0,0 0-1 16,0 0-2-16,0 0 8 0,0 0-12 0,0 0 11 15,0 0 0-15,0 0 3 0,0 0-11 0,0 0 11 16,0 0-3-16,0 0 0 0,0 0 5 0,0 0 8 16,0 0-5-16,0 0-5 0,0 0 4 0,0 0-5 15,0 0-7-15,0 0 5 0,0 0 3 0,0 0-8 16,0 0-3-16,0 0-5 0,0 0-5 0,0-24-6 15,0 24 3-15,0 0-1 0,0 0-20 0,0 0 6 16,0 0 7-16,0 0-22 0,0 0-14 0,0 0-5 16,0 0-13-16,0 0-11 0,0 0-1 0,0 0-11 15,0 0-46-15,0 0-135 0,0 0 60 0</inkml:trace>
  <inkml:trace contextRef="#ctx0" brushRef="#br0" timeOffset="-170318.65">16824 11917 39 0,'0'0'48'16,"0"0"-1"-16,0 0-7 0,0 0-9 0,0 0-10 16,0 0-8-16,0 0-4 0,0 0-7 0,0 0-16 15,0 0-26-15,-9 13-42 0,4-8 18 16</inkml:trace>
  <inkml:trace contextRef="#ctx0" brushRef="#br0" timeOffset="-169542.08">10840 13377 42 0,'0'0'67'16,"0"0"-10"-16,0 0-7 0,0 0-7 0,0 0 2 16,0 0-12-16,0 0-2 0,-10-2-3 0,10 2-11 15,0 0-9-15,0 0-6 0,0 0-11 0,0 0-11 16,0 0-1-16,0 0-4 0,0 0-3 0,0 0-26 15,16 17-58-15,-11-11 26 0</inkml:trace>
  <inkml:trace contextRef="#ctx0" brushRef="#br0" timeOffset="-168798.04">16583 14656 13 0,'3'-6'12'0,"0"-1"-6"0,2-2-8 0,0-2-4 0,3 0-5 15,2-5 4-15</inkml:trace>
  <inkml:trace contextRef="#ctx0" brushRef="#br0" timeOffset="-167517.53">16713 11826 6 0,'0'0'9'0,"0"0"-5"0,0 0 3 15,0 0-2-15,0 0 4 0,0 0-7 0,0 0 3 16,0 0 1-16,0 0-3 0,0 0 5 0,0 0 1 16,0 0-6-16,0 0 7 0,0 0-10 0,0 0 4 15,0 0 4-15,0 0 0 0,0 0-2 0,0 0-2 16,0 0-3-16,0 0 6 0,0 0 0 0,0 0 0 15,0 0 1-15,0 0-1 0,0 0-3 0,0 0-1 16,0 0-4-16,0 0 0 0,0 0 3 0,0 0-1 16,0 0 1-16,0 0-6 0,0 0 5 0,0 0 0 15,0 0 0-15,0 0-5 0,0 0 8 0,0 0-1 16,9 7 0-16,-9-7-2 0,0 0-3 0,0 0-2 16,0 0 1-16,0 0 9 0,0 0-4 0,0 0-2 15,0 0 0-15,0 0 5 0,0 0-4 0,0 0 2 16,0 0-3-16,0 0 9 0,0 0-13 0,0 0 6 15,0 0 1-15,0 0-10 0,0 0 10 0,0 0 1 16,0 0 4-16,0 0 1 0,0 0 0 0,0 0-1 16,0 0-1-16,0 0-3 0,0 0 3 0,0 0 4 15,0 0-4-15,0 0 1 0,0 0-4 0,0 0 1 16,0 0-1-16,0 0-1 0,0 0-1 0,0 0 3 16,0 0 0-16,0 0 4 0,0 0-2 0,0 0-2 15,0 0 2-15,0 0 6 0,0 0-6 0,0 0-3 16,0 0 5-16,0 0-4 0,0 0 2 0,0 0-7 15,18-12 2-15,-18 12 8 0,0 0-3 0,0 0-9 16,0 0 7-16,0 0-3 0,0 0-1 0,0 0 4 16,0 0-4-16,0 0-1 0,0 0 1 0,0 0 5 15,0 0-2-15,0 0 4 0,0 0-5 0,0 0-5 16,0 0 2-16,0 0 5 0,0 0-4 0,4-9-2 16,-4 9 6-16,0 0-1 0,0 0-1 0,0 0-8 15,0 0 8-15,0 0-4 0,0 0 1 0,0 0-2 16,0 0 3-16,0 0-2 0,0 0 0 0,0 0 1 15,0 0-1-15,0 0 2 0,0 0-4 0,0 0 0 16,1-11-10-16,-1 11-9 0,0 0-14 0,0 0-23 16,0 0-63-16,0 0 28 0</inkml:trace>
  <inkml:trace contextRef="#ctx0" brushRef="#br0" timeOffset="-144822">16820 9558 20 0,'0'0'14'0,"0"0"-20"0,0 0-6 0,0 0 3 16</inkml:trace>
  <inkml:trace contextRef="#ctx0" brushRef="#br0" timeOffset="-57604.75">11197 12609 16 0,'0'0'14'16,"0"0"-3"-16,0 0 4 0,0 0 1 0,0 0-2 0,0 0 0 16,0 0 2-16,0 0-3 0,0 0 4 15,0 0-2-15,0 0-5 0,0 0-1 0,0 0 4 16,0 0-4-16,0 0 1 0,0 0 2 0,0 0-3 16,0 0 0-16,0 0-4 0,0 0 4 0,0 0-1 15,0 0-2-15,0 0 1 0,0 0 0 0,0 0-2 16,0 0-7-16,0 0 3 0,0 0 3 0,0 0 1 15,0 0 1-15,0 0-5 0,0 0 0 0,0 0 3 16,0 0-1-16,0 0 1 0,0 0 2 0,0 0 3 16,0 0 4-16,0 0 2 0,0 0-6 0,0 0 0 15,0 0 0-15,0 0 4 0,0 0-6 0,0 0 8 0,0 0-3 16,0 0-2-16,0 0 0 0,0 0-1 16,0 0-6-16,0 0 7 0,0 0-4 0,0 0 3 15,0 0 4-15,0 0-1 0,0 0-3 0,0 0 1 16,0 0 8-16,0 0-8 0,0 0 3 0,0 0-4 15,0 0 1-15,0 0-4 0,0 0 2 0,-1-27-5 16,1 27 3-16,0 0-1 0,0 0 0 0,0 0 1 16,0 0-7-16,0 0 5 0,0 0-3 0,0 0 6 15,0 0-3-15,0 0-5 0,0 0 6 0,0 0-1 16,0 0-3-16,0 0 0 0,0 0 3 0,0 0 1 0,0 0-1 16,0 0 1-16,0 0-2 0,0 0 2 0,0 0 1 15,0 0-5-15,0 0 1 0,0 0 0 0,0 0 1 16,0 0-3-16,0 0 3 0,0 0 2 15,0 0-3-15,-4-6 2 0,4 6-4 0,0 0 3 16,0 0-7-16,0 0 6 0,0 0-1 0,0 0-3 0,0 0 4 16,0 0-4-16,0 0 13 0,0 0-10 0,0 0-1 15,0 0-1-15,0 0 2 0,0 0-2 0,0 0 5 16,0 0-7-16,0 0 2 0,0 0 4 0,0 0-1 16,0 0 1-16,0 0-4 0,0 0 4 15,0 0 1-15,0 0-1 0,0 0-2 0,0 0 0 0,0 0 1 16,0 0 2-16,0 0-3 0,0 0-4 0,0 0-1 15,0 0 8-15,0 0-6 0,0 0 1 0,0 0-4 16,0 0 5-16,0 0-2 0,0 0-4 0,0 0-12 16,0 0 8-16,0 0-11 0,0 0-7 15,0 0-4-15,0 0-8 0,9-3 0 0,-9 3-51 0,9-2-97 16,-9 2 43-16</inkml:trace>
  <inkml:trace contextRef="#ctx0" brushRef="#br0" timeOffset="-56253.25">16626 12146 10 0,'0'0'51'0,"0"0"-12"0,1-7-3 15,-1 7-4-15,0 0 2 0,0 0-2 0,0 0-13 0,0 0-3 16,0 0-13-16,0 0-8 0,0 0-3 16,0 0-6-16,0 0-3 0,0 0-21 0,0 0-42 15,0 0 19-15</inkml:trace>
  <inkml:trace contextRef="#ctx0" brushRef="#br0" timeOffset="-53525.99">11071 13343 2 0,'0'0'1'0,"0"0"4"0,0 0-4 16,0 0 0-16,-3 7 3 0,3-7-2 0,0 0-1 16,0 0 1-16,0 0 1 0,0 0-3 0,0 0 4 15,-1 9 0-15,1-9 3 0,0 0-4 0,0 0 2 16,0 0 3-16,0 0-4 0,0 0 0 0,0 0-1 15,0 0 0-15,0 0 3 0,0 0 1 16,0 0-2-16,0 0-6 0,0 0 2 0,0 0 1 0,0 0-4 16,0 0 1-16,0 0 1 0,0 0 2 0,0 0-1 15,0 0-6-15,0 9 1 0,0-9 7 0,0 0-3 16,0 0-3-16,0 0 7 0,0 0-4 0,0 0-3 16,0 0 4-16,0 0-4 0,0 0 3 0,-2 8-2 15,2-8 5-15,0 0-2 0,0 0 2 0,0 0-5 16,0 0 4-16,0 0-1 0,0 0 0 0,0 0-5 15,0 0 5-15,0 0-5 0,0 0 3 0,0 0-3 16,0 0 8-16,0 0-2 0,0 0-5 0,0 0 6 16,0 0-2-16,0 0-2 0,0 0 2 0,0 0-2 15,0 0 7-15,0 0-3 0,0 0-1 0,0 0-5 16,0 0 2-16,0 0-4 0,0 0 6 0,0 0-1 16,0 0 1-16,0 0 0 0,0 0 0 0,0 0-4 15,0 0-2-15,0 0 8 0,0 0 1 0,0 0-4 16,0 0 2-16,0 0 3 0,0 0-3 0,0 0 1 15,0 0-8-15,0 0 3 0,0 0 4 16,0 0-2-16,0 0-1 0,0 0 0 0,0 0-1 16,0 0 0-16,0 0 3 0,0 0-3 0,0 0-13 0,0 0 20 15,0 0-5-15,0 0 0 0,0 0 3 0,0 0-8 16,0 0 3-16,0 0 13 0,0 0-11 0,0 0-2 16,0 0 2-16,0 0 0 0,0 0 2 15,0 0-3-15,0 0 5 0,0 0-6 0,0 0 0 16,0 0 3-16,0 0 1 0,0 0-6 0,0 0 5 0,0 0-2 15,0 0 3-15,0 0-3 0,0 0 3 0,0 0-2 16,0 0-2-16,0 0-1 0,0 0 3 0,0 0-3 16,0 0 6-16,0 0-3 0,0 0-1 0,0 0-4 15,0 0 4-15,0 0 2 0,0 0 1 0,0 0-4 16,0 0 2-16,0 0-1 0,0 0-1 16,0 0 4-16,0 0-4 0,0 0 2 0,0 0 0 0,0 0 2 15,0 0-2-15,0 0 1 0,0 0 0 0,0 0-2 16,0 0 2-16,0 0 1 0,0 0-5 15,0 0 3-15,0 0 0 0,0 0 0 0,0 0 4 16,0 0-4-16,0 0 4 0,0 0-4 0,0 0-2 0,0 0-3 16,0 0 0-16,0 0 8 0,0 0-6 15,0 0 1-15,0 0 1 0,0 0 4 0,0 0-5 0,0 0 1 16,0 0-5-16,0 0 6 0,0 0-5 0,0 0-4 16,0 0 14-16,0 0-8 0,0 0 1 0,0 0-6 15,0 0 8-15,0 0-7 0,0 0 7 16,0 0-3-16,-3 6 3 0,3-6-1 0,0 0-3 15,0 0-5-15,0 0 16 0,0 0-10 0,0 0-4 0,0 0 2 16,0 0 10-16,0 0-7 0,0 0-1 0</inkml:trace>
  <inkml:trace contextRef="#ctx0" brushRef="#br0" timeOffset="-53175.98">11050 13367 2 0,'0'0'-1'0,"0"0"2"15,0 0-2-15</inkml:trace>
  <inkml:trace contextRef="#ctx0" brushRef="#br0" timeOffset="-53153.62">11050 13367 1 0</inkml:trace>
  <inkml:trace contextRef="#ctx0" brushRef="#br0" timeOffset="-53138.66">11050 13367 3 0,'0'0'-1'0</inkml:trace>
  <inkml:trace contextRef="#ctx0" brushRef="#br0" timeOffset="-51038.28">16600 12091 24 0,'0'0'26'0,"0"0"-22"0,6 12-13 0,-6-12-10 16,0 0 4-16</inkml:trace>
  <inkml:trace contextRef="#ctx0" brushRef="#br0" timeOffset="-22738.06">29305 8749 56 0,'4'-10'64'0,"-4"10"-12"16,5-7 0-16,-1 4 7 0,-4 3-10 0,7-7-4 15,-7 7-5-15,5-5-10 0,-5 5 7 0,7-2-9 16,-7 2 2-16,0 0 2 0,0 0-16 0,7-1 6 15,-7 1-5-15,0 0 1 0,0 0-8 0,8 8 9 16,-8-8-8-16,4 10 3 0,-1-4-2 0,0-1-2 16,1 6 7-16,0-2-6 0,-2 1-5 0,2 1 20 15,2 5 2-15,-3 2 0 0,4-1-9 0,-2 1-1 16,0 0 5-16,1 5-6 0,1 2-1 0,-3 0 5 16,2-1-9-16,-2 0 7 0,0 0 0 0,-2-4-4 15,3 5-3-15,-1 1 2 0,-1 0 5 0,1 0 0 16,-2 0 0-16,2-2 6 0,2 1-14 0,-3 0 9 15,2 1-15-15,0-1 9 0,-2-5 3 0,-1 5 1 16,2-1-2-16,2 0 1 0,-1 3-6 0,-1-4 4 16,4 2-2-16,-1-1 1 0,0 1-8 0,-3-6 14 15,1 0-11-15,0 5 5 0,0-6-3 0,-1 2 6 16,2 4-10-16,-2-6 0 0,1 0 0 0,-1-1 0 16,-1-1 1-16,1-1 1 0,-2-1 7 0,1-1-12 15,-2-2 5-15,2 0-13 0,0-1 9 0,-1 0 0 16,-4 0-7-16,4-1 9 0,-1-3-9 0,-1-6 7 0,-1 13 2 15,2-8 14-15,-1-5-19 0,-1 10 2 16,1-10 5-16,0 10-12 0,0-10-10 0,-3 11-4 16,-1-8-14-16,4-3-6 0,-2 13-15 0,-2-9-17 15,1 1-21-15,-2-1-22 0,0 1-69 0,-5 0-194 0,4-3 86 16</inkml:trace>
  <inkml:trace contextRef="#ctx0" brushRef="#br0" timeOffset="-21287.67">27543 8522 46 0,'0'0'58'0,"-2"-9"-5"0,2 9-1 0,0 0-8 15,0 0-4-15,-6-4 0 0,6 4-7 0,0 0 0 16,-9 0-7-16,9 0-4 0,-14 6 1 0,5 0-8 15,-4 1 3-15,-5 2 4 0,3 0-7 0,-8 5-2 16,0-1-5-16,-2 0 3 0,0 1 5 0,2 0-12 16,-5 0 2-16,1 0 6 0,-2 0-6 0,-2-1-4 15,-1 1-2-15,3 0 7 0,-2-2-2 0,1 0 1 16,3-2-7-16,0-2 10 0,0 4-6 0,3-3 0 16,6-1 8-16,-1-2 2 0,2 1-12 0,-1-1-1 15,2-3 12-15,-2 3-7 0,7-1-4 0,-3 0-2 16,5-1 7-16,-1 0-3 0,0 0 6 0,5-3-3 15,-1 2-4-15,6-3 5 0,-7 6-8 0,3-3 0 16,4-3-1-16,-7 8 2 0,6-2 5 0,1-6 6 16,0 18-10-16,0-7 9 0,1 6-1 0,2 0 4 15,-3 3 2-15,4 7 2 0,-2 0 2 0,0 4-1 0,1-1-1 16,-1 1 6-16,2 2-9 0,0 2 2 0,1 1 3 16,4 11-1-16,-4-1-2 0,-3-12 1 15,2 13-4-15,3-3 7 0,-3-8-3 0,2-1 4 16,0 12-7-16,-2-14 4 0,3 2 0 0,-1-1-3 0,0-1-4 15,-2-1 2-15,0-1-6 0,-1 3 9 16,-1-2-9-16,-2 1 10 0,2 2-6 0,-2 1 1 16,2 10-9-16,-4-10 3 0,2-4 1 0,2 1-5 0,-2-2 1 15,0 0 5-15,2 1-8 0,-2 0 10 0,0-2-4 16,-2 0-5-16,2 0 6 0,0-3-5 0,0-2 3 16,0 1 1-16,0-6-3 0,0-1 5 0,0-2-6 15,0 1-1-15,0-1 0 0,2-2 4 0,0 1-11 16,-2-3 15-16,1 0-6 0,1-3-6 0,0 0 8 15,-2-1 0-15,5 1-11 0,-3-1 4 0,-2 1 7 16,3-4-4-16,1 4 2 0,-2-5 11 0,0 0-13 16,3 2-5-16,-1-1 13 0,-4-6-4 0,6 9 0 15,0-4-2-15,-2-1-9 0,1 0 7 0,1 0-1 16,0-2 4-16,-1 1 2 0,4-1 0 0,0 0-5 16,2-2 2-16,7 1-1 0,-1-2-5 0,0 1 7 15,2-3-4-15,2-1 2 0,0-1 1 0,8 0-4 16,2-3 5-16,-1 1-4 0,3-2 3 0,3 0-6 15,2-1 6-15,14 0-5 0,-2-5 7 0,-1 2-1 16,5 0-6-16,0-1 0 0,-2 0-2 0,-3 2 7 16,2 0-2-16,-14 4 0 0,2 1 4 0,0 2-11 15,-1 3 2-15,0-1-6 0,-4 3 2 0,-1 0-3 16,1 2-4-16,-2 0 0 0,1-2-8 0,-1 1-8 16,3 1 16-16,-4 1 3 0,2-3-11 0,1 0-10 0,-1 1 4 15,-1 0-10-15,-2 0-12 0,0-1-16 16,-2 1-5-16,-6-1-13 0,-2-1-54 0,-2 1-150 15,-5-1 66-15</inkml:trace>
  <inkml:trace contextRef="#ctx0" brushRef="#br0" timeOffset="-20415.86">28343 10039 3 0,'5'-8'48'0,"-5"8"10"0,5-5-1 0,-5 5-4 0,0 0-2 16,2-6-1-16,-2 6-10 0,0 0 6 15,0 0-9-15,0 0 7 0,0 0-4 0,0 0-3 0,0 0 2 16,0-8-5-16,0 8 0 0,0 0 1 0,0 0-3 15,0 0-5-15,0 0-4 0,0 0-9 0,0 0 15 16,0 0-5-16,0 0-8 0,0 0 6 0,0 0-1 16,0 0-2-16,0 0-8 0,0 0 9 0,0 0-7 15,0 0-4-15,0 0 7 0,0 0-10 0,12 14 6 16,-11-7 7-16,-1 3-2 0,2 0-2 0,0 1-3 16,-1 0 0-16,2 3 4 0,-1 3 7 15,-1 0-9-15,4 2 7 0,-2 0 0 0,2-2-4 0,0 9 9 16,3-1 7-16,-2-1-6 0,2 4 6 0,0-2-2 15,-2 2-10-15,3-1 5 0,-4 2 3 0,4 0-10 16,-5 1 4-16,4 1-4 0,-2 1 4 0,0-3-18 0,-1 0 14 16,2 3 0-16,-2-4-7 0,0 1 4 15,0 0 2-15,2 0-8 0,-3-1 4 0,1-2-6 16,-1-1-2-16,-1 0 3 0,0-7 2 0,-1 0-7 16,0 1 1-16,-2-1 0 0,2 0-5 0,-4-2-11 15,2 1-7-15,0-1-19 0,0 3-4 0,-2-8-16 16,-1 1-19-16,3 1-17 0,-2-3-16 0,1 2-97 15,1-2-224-15,-1-4 100 0</inkml:trace>
  <inkml:trace contextRef="#ctx0" brushRef="#br0" timeOffset="-18399.67">28644 10463 74 0,'0'0'75'0,"0"0"-10"0,0 0-4 0,0 0-10 16,0 0 3-16,12-8-10 0,-5 5-1 0,-7 3-9 15,16-6 2-15,-5 4 1 0,2-2-4 0,0 1-4 16,6-2-4-16,9-2 1 0,0 0 14 0,7-1-10 16,0-1-5-16,15-3 3 0,3-2-4 0,-1 1 5 15,7-3-6-15,-3 2 0 0,-1 0-7 0,-3 1 6 16,1-2-4-16,-1 1-7 0,-1 0 3 0,-11 7 3 0,-2-1 4 15,1 0 1-15,10-2-14 0,-10 4 4 16,-2 0-5-16,-4 2 4 0,-1-2-6 0,0 3 2 16,-3-2-1-16,0 3 1 0,-8 1 4 0,1-1-8 15,-3 2 4-15,0 0-6 0,0-2 2 0,-6 2 9 16,-1 0-8-16,-1-1-7 0,-4 2 9 0,-7-1 8 16,12 2-11-16,-12-2-8 0,11 0 12 0,-11 0-3 15,7 0 0-15,-7 0-9 0,0 0 0 0,0 0 5 16,0 0-12-16,0 0 10 0,0 0-10 0,0 0-7 15,0 0-8-15,0 0-13 0,-23 11-4 0,17-11-14 16,-1 2-16-16,0 0-74 0,7-2-160 0,-18 2 71 16</inkml:trace>
  <inkml:trace contextRef="#ctx0" brushRef="#br0" timeOffset="-17536.69">29481 9578 33 0,'-1'-9'70'15,"1"9"-10"-15,0 0-2 0,3-11-9 0,-3 11 0 16,1-8-8-16,-1 8-8 0,1-8 0 0,-1 8-3 15,0 0 4-15,4-7-9 0,-4 7-1 0,2-7-3 16,-2 7 1-16,0 0-2 0,0 0-5 0,2-8 4 16,-2 8-2-16,0 0-7 0,0 0-1 0,1-7 0 15,-1 7 0-15,0 0 3 0,0 0-7 0,0 0 4 16,0 0-3-16,0-9-5 0,0 9 5 0,0 0-8 16,0 0 4-16,0 0-6 0,0 0 5 0,0 0-5 15,0 0 5-15,0 0 3 0,0 0-8 0,0 0 2 16,6-4 0-16,-6 4 6 0,0 0-11 0,0 0 11 15,0 0-5-15,0 0 2 0,0 0 5 0,0 0-8 16,0 0-7-16,0 0 9 0,7-3 6 0,-7 3-3 16,0 0-6-16,0 0 5 0,0 0 1 0,0 0-9 15,0 0 8-15,0 0 1 0,0 0 5 0,0 0 0 16,0 0-1-16,0 0 8 0,10 12 4 0,-6-7-2 16,0 0-6-16,1 3 7 0,0 2 4 0,0-1 3 0,0 3 0 15,1 1 9-15,1 2-3 0,-2 0 5 16,1 2-3-16,1 0 5 0,-1 1-3 0,2 7-9 15,-2-6 12-15,3 6-14 0,1-1-2 0,-1 1 6 16,-1-2-2-16,-3 2-2 0,3-2 3 0,-2 3-7 0,-1 2 5 16,0-1-7-16,-1 0 5 0,1-1-4 15,0 3-2-15,2-5-6 0,-5 5 7 0,0-3 1 16,2-2 3-16,-2 4-6 0,-2-3 4 0,1 2-3 16,-1-2-2-16,-1 1-4 0,-3 0 2 0,2-8 2 0,-1 8 0 15,2-8-4-15,-2 1 0 0,2 0 0 16,2 1 3-16,0-2-10 0,1-3 3 0,2 3 1 0,0-3-2 15,-2 1 6-15,1-5-6 0,-1 1-3 16,3 3-4-16,-1-4 4 0,0-1-1 0,-2 0 8 0,4 3-7 16,-4-3 3-16,2-1-2 0,0-1-1 0,-1 2-2 15,-2-2 5-15,4 1-7 0,-3-4 2 0,0 1 8 16,-2-6-7-16,2 10-3 0,-2-10 4 0,1 8-3 16,-1-8 2-16,4 5-1 0,-4-5-3 0,0 0 1 15,0 0-19-15,2 8-1 0,-2-8-14 0,0 0-17 16,0 0-17-16,0 0-11 0,0 0-26 0,-13 1-15 15,13-1-92-15,0 0-230 0,-19-14 101 0</inkml:trace>
  <inkml:trace contextRef="#ctx0" brushRef="#br0" timeOffset="-17355.75">29692 10378 38 0,'0'0'94'0,"0"0"-10"15,0 0-13-15,0 0-30 0,0 0-20 0,0 0-32 16,0 0-46-16,0 0-61 0,0 0 27 0</inkml:trace>
  <inkml:trace contextRef="#ctx0" brushRef="#br0" timeOffset="-16903.47">29575 10125 19 0,'0'0'108'0,"0"0"-10"0,0 0-17 0,0-8-1 0,0 8-9 16,0 0-2-16,0 0-7 0,0 0-4 0,0 0-2 16,11 22-3-16,-9-11-12 0,2 0 4 0,-1 6-11 15,1-1 0-15,0 1 2 0,0 3-10 16,-1-2 5-16,4-2-14 0,-4 1 8 0,3-2 0 0,-4 2-4 16,1-5-5-16,-1 1-17 0,-2-2-12 0,0 0-7 15,2-1-5-15,-2 2-6 0,-2-4-11 0,2 1-17 16,-2-2-5-16,2-7-16 0,-2 11-49 15,0-7-139-15,2-4 61 0</inkml:trace>
  <inkml:trace contextRef="#ctx0" brushRef="#br0" timeOffset="-16787.25">29607 10277 50 0,'0'0'72'16,"0"0"-9"-16,0 0-13 0,0 0-15 0,0 0-24 15,0 0-33-15,11 16-22 0,-11-16-47 0,2 8 22 16</inkml:trace>
  <inkml:trace contextRef="#ctx0" brushRef="#br0" timeOffset="-16287.63">29638 10260 18 0,'8'-5'77'0,"-2"2"-6"0,9-4-5 15,-3 1-3-15,4 0-9 0,1-1-6 16,2 2-6-16,0-1 5 0,0 1-10 0,0 0-2 0,3 1-3 15,-2 0-3-15,2 1 6 0,6-3-5 0,-1 3-7 16,-6 0 1-16,8 1-6 0,-11 0-1 0,2 2 2 16,-1-1-10-16,-1-1 7 0,-4 2-7 0,-2 0 2 15,-1 0-5-15,0 0 7 0,-1 0-4 16,-3 0 0-16,-7 0 2 0,12 0-8 0,-12 0 5 0,9 0-5 16,-9 0 3-16,0 0-1 0,7 0 5 0,-7 0 4 15,0 0-14-15,0 0 5 0,0 0-20 0,0 0 0 16,0 0-14-16,-29 6-9 0,19-2-26 15,-2-2-7-15,-2 1-46 0,3-1-127 0,-2-2 56 0</inkml:trace>
  <inkml:trace contextRef="#ctx0" brushRef="#br0" timeOffset="-16054.18">29906 10191 82 0,'0'0'96'0,"0"0"-4"16,0 0-12-16,0 0-17 0,0 0 10 0,25-13-14 16,-10 8 1-16,5 0-1 0,6-2-24 0,2 2-6 15,1 0 11-15,0-2 1 0,0 2-7 0,1-1-9 16,-5 1 4-16,-2 3-14 0,-1-2 2 0,-3 2-10 16,2 0-3-16,-2-1-4 0,-2 2-12 0,-4 0-10 15,-1 1-13-15,-3-2-9 0,2 4-14 0,-3-2-7 16,-1 1-53-16,-7-1-127 0,0 0 57 0</inkml:trace>
  <inkml:trace contextRef="#ctx0" brushRef="#br0" timeOffset="-12152.88">30185 10145 7 0,'0'0'63'0,"0"0"-3"0,0 0-2 15,-9 0-5-15,9 0-11 0,0 0-5 0,0 0 2 16,0 0-2-16,0 0-3 0,0 0-3 0,0 0-3 16,0 0-5-16,0 0-5 0,26 1 3 0,-14-1-1 15,0-1-6-15,7 0 2 0,1-1-5 0,0 2 7 16,2-3-3-16,1 1 0 0,6-2-2 0,-8 2-3 15,0-2 2-15,1 2-5 0,1-1 4 0,3-2-2 16,-7 2-4-16,2 0 1 0,-2 1 3 0,-2 0 3 16,-5-1-15-16,2 3 0 0,-4-1 1 15,0-1 3-15,-1 2 1 0,-9 0 0 0,9-1 6 0,-9 1-7 16,7-3 7-16,-7 3-3 0,0 0 0 0,7-1-3 16,-7 1 9-16,0 0-4 0,0 0 14 0,0 0-13 15,0 0 15-15,0 0-9 0,0 0-3 0,0 0-6 16,0 0-4-16,0 0 1 0,0 0 6 0,0 0-10 15,0 0-5-15,0 0-22 0,0 0-15 0,0 0-23 16,0 0-57-16,0 0-134 0,0 0 60 0</inkml:trace>
  <inkml:trace contextRef="#ctx0" brushRef="#br0" timeOffset="-9854.55">31296 9586 74 0,'0'-11'99'0,"-3"5"-5"16,3 6-2-16,2-11-9 0,-2 11-13 0,0-11 6 15,0 11-5-15,0-8 6 0,0 8 9 0,0-10-9 16,0 10-5-16,0 0-9 0,2-11 3 0,-2 11-4 15,0 0-6-15,0 0-7 0,2-9 1 0,-2 9-10 16,0 0 0-16,0 0-9 0,0 0 0 0,0 0-11 16,0 0-1-16,0 0-3 0,0 0 4 0,0 0-5 15,0 0 3-15,0 0-5 0,13 20-3 0,-6-10-1 16,2 1 2-16,-3 0 0 0,3 6 6 0,-2 1-3 16,0 0 3-16,-1 7-3 0,4-3-4 15,-4 4 0-15,-1 0 0 0,2 0 2 0,-1 0 3 0,0 3-4 16,-1 2-4-16,-1-1 1 0,0 3 4 0,0-2-2 15,-1 2 1-15,-3 1-5 0,2-1 6 0,-1-2-7 16,-3 0 2-16,1 1-4 0,-3-1 2 0,2 0-9 16,-1-2-11-16,-1-1-27 0,-3-1-12 0,3-3-24 15,1 2-23-15,0-8-18 0,1 8-119 0,-1-8-257 16,-1-2 114-16</inkml:trace>
  <inkml:trace contextRef="#ctx0" brushRef="#br0" timeOffset="-8604.75">31100 9859 43 0,'0'0'78'0,"0"0"-2"0,0 0-6 0,0 0-1 15,0 0-1-15,0 0-15 0,0 0 0 0,0 0-1 0,0 0-6 16,0 0-1-16,0 0-6 0,0 0 0 0,0 0 3 15,-15-10-8-15,15 10-3 0,0 0 6 16,0 0-1-16,-6-5-4 0,6 5-7 0,0 0 12 16,-7-4-6-16,7 4-6 0,0 0 10 0,-6-5-5 0,6 5-5 15,0 0 5-15,0 0 4 0,-5-7 1 0,5 7-5 16,0 0 0-16,-8-6-10 0,8 6 4 0,-4-4-3 16,4 4-9-16,-5-5 3 0,5 5-1 0,0 0 4 15,-5-5 5-15,5 5-7 0,0 0 3 0,0 0 2 16,0 0-2-16,-6-5 0 0,6 5 2 0,0 0-3 15,0 0 3-15,0 0-5 0,0 0-1 0,0 0 3 16,0 0-5-16,0 0 2 0,0 0 0 0,0 0-1 16,0 0 0-16,0 0-5 0,-8-3-2 0,8 3 0 15,0 0 1-15,0 0-2 0,0 0-2 0,0 0 3 16,0 0 0-16,0 0-5 0,0 0 4 0,11 22-1 16,-7-12-4-16,0 4 3 0,0-1 5 0,0 5-4 15,-1 1 4-15,4 4-1 0,-1 3-2 0,-2 1 3 16,0-2 2-16,1 2-5 0,-2-3 6 0,-1 1 9 15,3-4-1-15,-2-2-6 0,-2 7-1 0,2-10 1 16,-2 2-3-16,2 0-3 0,-1 0 3 0,0-1-3 16,-2-2-25-16,3 1-14 0,-1-2-31 0,-1-3-19 15,-1 0-30-15,1 3-21 0,-2-4-130 0,0-1-282 16,1-3 125-16</inkml:trace>
  <inkml:trace contextRef="#ctx0" brushRef="#br0" timeOffset="-7620.05">30537 10097 27 0,'0'0'87'0,"0"0"-7"16,-5-5-4-16,5 5-6 0,0 0-2 16,-7-5-7-16,7 5-1 0,0 0 1 0,-7-3-4 15,7 3-9-15,-8-2-3 0,8 2-8 0,-10 0 2 0,10 0 0 16,-9-1 3-16,9 1 1 0,-8-3-1 15,8 3-5-15,0 0 4 0,0 0-12 0,0 0 4 16,-8-3-11-16,8 3 9 0,0 0-10 0,0 0-4 16,0 0-2-16,0 0 4 0,0 0-2 0,31-7-1 15,-13 4-1-15,4 0-2 0,6-1 1 0,0-1-2 0,-1 0-2 16,0-1-1-16,0 1-5 0,-6 1 4 16,0 2-3-16,-2 0-3 0,3-3 5 0,-1 4-4 15,-4-3 3-15,1 2 7 0,-5-1-14 0,-1 2 5 16,0 0 1-16,-1-1 19 0,2 1-17 0,-6-1-1 0,0 2-9 15,-7 0 1-15,15-3 0 0,-8 3 5 0,-7 0 2 16,12-1-12-16,-12 1-3 0,11-4-9 0,-11 4-18 16,9-5-16-16,-9 5-15 0,10 0-20 15,-10 0-23-15,12 2-65 0,-12-2-191 0,16-1 85 0</inkml:trace>
  <inkml:trace contextRef="#ctx0" brushRef="#br0" timeOffset="-7116.76">31608 9900 14 0,'-5'3'87'0,"5"-3"-8"0,0 0-12 15,0 0 6-15,0 0-13 0,0 0 2 0,-12-3-9 16,12 3-2-16,0 0-6 0,0 0 0 0,0 0-9 16,0 0 1-16,0 0-9 0,0 0-5 0,32-10 5 15,-19 6 3-15,5 1-9 0,-1-2-2 0,3 4 3 16,2-5-3-16,4 2-7 0,0-2 5 16,-4 4-1-16,6-2-4 0,-8 0-3 0,7 0-3 0,-6 2 5 15,-1-3-1-15,-1 2 0 0,-2-1-3 0,-3 2 6 16,-1-1-5-16,-2 1-6 0,-1 1 6 0,-2-2-8 15,0 3 4-15,-1-2-4 0,-7 2 5 0,13-1-2 16,-13 1 10-16,10-2-13 0,-10 2 5 16,8-6-6-16,-8 6-11 0,0 0-10 0,9-1-14 0,-9 1-24 15,0 0-26-15,0 0-63 0,8-1-160 0,-8 1 71 16</inkml:trace>
  <inkml:trace contextRef="#ctx0" brushRef="#br0" timeOffset="-6304.53">31640 9882 67 0,'-5'4'72'0,"5"-4"-2"0,0 0 2 0,-7 5-11 16,7-5 0-16,0 0-8 0,0 0-3 0,-6 3 4 16,6-3-4-16,0 0-5 0,0 0 8 0,0 0-10 15,0 0-6-15,0 0 0 0,0 0 2 0,0 0-5 16,0 0 1-16,18 3-1 0,-18-3-4 0,15-3-5 16,-5 1 0-16,-2 1-6 0,-8 1 2 0,19-4-2 15,-12 3-5-15,1 1 2 0,-8 0-2 0,12-3-2 16,-12 3 5-16,9-1-5 0,-9 1-1 0,0 0-2 15,8 0 4-15,-8 0-5 0,0 0 7 0,0 0-7 16,0 0-1-16,0 0 4 0,0 0 2 0,0 0-8 16,0 0 4-16,0 0-3 0,-31 3 4 0,23-2 0 15,-1 1 1-15,-2 0-2 0,-1-1 8 0,1 0-3 16,2-1 5-16,-3 0-4 0,1 2-3 0,1-2 1 16,1 2 18-16,9-2-9 0,-17 0-3 0,8 0 5 15,9 0-7-15,-14 0 1 0,8 1 0 0,6-1-5 16,-12 0 5-16,12 0 0 0,0 0 3 0,-13-1-4 15,13 1-3-15,0 0-1 0,0 0 2 0,0 0-1 16,0 0-2-16,0 0-2 0,0 0-1 0,0 0 2 16,37-4 7-16,-17 0-13 0,-1 2 4 0,3-1-1 15,6 1-2-15,-2-2-2 0,4 2 4 0,-1 0-5 16,1-2 7-16,2-1-7 0,-1 2-3 0,1 0-3 0,0-3-8 16,2 3-9-16,-2 0-22 0,-2-1-17 0,0 1-25 15,0-1-16-15,-8 1-30 0,-1 0-103 16,-1 0-252-16,0-1 112 0</inkml:trace>
  <inkml:trace contextRef="#ctx0" brushRef="#br0" timeOffset="-4871.33">31425 7971 10 0,'0'0'62'0,"0"0"-4"0,0 0-2 15,31-7-12-15,-13 1 3 0,1 2-6 0,6-1-2 16,5-2-8-16,3 1 0 0,0-2-4 0,2 1-4 16,0-1 1-16,3 0-4 0,0-1 1 0,1 0-6 15,-2 2 7-15,2-2 1 0,-3 1-17 0,1-1 16 16,0 0-16-16,-4 1 10 0,0-1-17 0,-3 2 16 15,-2-1-9-15,-3 0 2 0,-5 2-6 0,-1 2 5 16,-1-4-4-16,2 5 0 0,-7 0 3 0,1 0 4 16,-3-1 2-16,3 1-9 0,-3 1 3 0,0 0-3 15,1 0 2-15,-3 2-11 0,-9 0 13 0,19-1-4 16,-10 1 0-16,-9 0 2 0,14 3-3 16,-8-1-2-16,0-1 0 0,-6-1 2 0,9 5 4 0,-3-1-5 15,-1-1 9-15,-5-3-1 0,10 6 6 0,-8-1 2 16,4 1-7-16,-3-2-4 0,3 4 13 0,-1 0-7 15,0-2 2-15,0 4 8 0,0 1-2 0,0-2 3 16,2 1-9-16,0 1 19 0,1-1-11 0,2 3-10 16,-1 3 3-16,2 0 2 0,0 1 1 0,-2 0-6 15,5 5 17-15,-4-3-6 0,1 3 1 0,1 2 1 16,-3 0-10-16,1 4 1 0,-1-3-9 0,-3 1 10 16,0 4-5-16,-1-1 4 0,-4-1-6 0,3 3-16 15,-3 0 18-15,-1 1-7 0,1-4 4 0,-1 5-6 16,-1-2 4-16,1 4 3 0,0-3 0 0,0 0-5 15,0 1 2-15,0-1 3 0,0 1 6 0,0 0-16 16,0-1 9-16,0 1-5 0,1-2 3 0,-1 3-2 16,2-2 12-16,-2-1-10 0,2 1-4 0,-1 0-2 15,1-1 4-15,-1 1 3 0,2 0-10 0,-3 0 10 16,1 2-2-16,-1-4-5 0,0 1-1 0,2 0 2 16,-2 1 1-16,2-6 0 0,-2 3 4 0,1-2-3 15,-1 2-1-15,1-5 4 0,1 1-5 0,-1 1 0 16,0-9-3-16,2 3 5 0,-5 5 0 0,7-1 1 15,-2-6-3-15,0 0 1 0,0-1 1 0,-3 0-11 16,4-1 9-16,-2 0-1 0,0 0-1 0,-1-6 3 16,1 1-5-16,0 0 2 0,0 0 2 0,0-2-5 15,-1 0 6-15,3 0-3 0,-3-1-4 0,1-2 5 16,-2-6-2-16,1 13-2 0,-1-7-3 0,0-6 4 16,2 12 2-16,-2-12 0 0,0 10 9 0,0-10-10 15,-2 13 2-15,2-13-9 0,-1 9 2 0,1-9 9 16,-3 9-7-16,3-9 5 0,-6 7-8 0,3-2 6 15,3-5 3-15,-6 7-1 0,1-4 2 0,5-3-3 16,-13 6-6-16,4-2 5 0,9-4 5 0,-18 6 1 16,5-4-3-16,3 2 13 0,-3 0-16 0,2-1 3 15,-5 3-3-15,0-2-5 0,-2-1 4 0,-1 4-2 16,-2-2 1-16,2 0 6 0,-1-1-2 0,-6 2-7 16,-2-1 8-16,1-1-1 0,-5 4-1 0,0-1 6 15,-2 0-4-15,-1 0 0 0,-1 0-3 0,-1-2 6 16,-14 5-5-16,0-2 7 0,1 1-4 0,-2 3 1 15,14-3-2-15,-15-1-2 0,17 2 1 0,1 2 5 16,0-3-9-16,1 5-14 0,4-2-31 0,1 2-24 16,2 1-30-16,0 2-110 0,4 1-229 0,-5-4 102 15</inkml:trace>
  <inkml:trace contextRef="#ctx0" brushRef="#br0" timeOffset="-4270.57">31630 9545 68 0,'0'0'136'0,"0"0"2"0,1-6-9 16,-1 6-4-16,0 0-4 0,0 0-9 0,0 0-7 15,0 0-7-15,1-10-6 0,-1 10-6 0,0 0-2 16,0 0-5-16,0 0-2 0,0 0-10 0,0 0-6 16,3-6-1-16,-3 6-6 0,6-5-5 0,3 1-5 15,1-1-9-15,2-1-1 0,6-1-2 0,7-3-7 16,2-1-1-16,0 3-7 0,3-1-1 0,1 1 6 16,-4 3-6-16,1-3-1 0,-6 2 0 0,5 1-10 15,-8 1-19-15,-1 0-22 0,-7 3-29 0,1-2-33 16,-5 2-21-16,-7 1-22 0,11 2-121 0,-11-2-283 15,5 5 126-15</inkml:trace>
  <inkml:trace contextRef="#ctx0" brushRef="#br0" timeOffset="-4067.68">31760 9333 147 0,'0'0'164'0,"-1"-9"-1"0,1 9-7 15,0 0-9-15,-3-8-18 0,3 8-16 0,0 0-17 16,0 0-4-16,0 0-4 0,0 0-15 0,0 0-5 16,9 26 0-16,-4-8-4 0,-1 1-9 0,1 7 2 0,1 0-9 15,-3 1-5-15,-2 1-4 0,1 4-4 16,-2-3-16-16,-2 2-25 0,2-2-36 0,0-3-33 16,-1 1-35-16,1-3-35 0,-3-4-103 0,1-4-269 15,-1-4 120-15</inkml:trace>
  <inkml:trace contextRef="#ctx0" brushRef="#br0" timeOffset="-2204.04">30634 9726 4 0,'0'0'134'0,"-8"-2"-1"16,8 2-9-16,0 0-9 0,0 0 0 0,0 0 2 0,0 0-15 16,0 0-2-16,-11 0-3 0,11 0-1 0,0 0-8 15,0 0-6-15,0 0 5 0,0 0-2 16,-12 0-9-16,12 0 1 0,0 0 0 0,0 0-6 15,0 0-3-15,0 0-3 0,0 0-4 0,0 0 3 0,0 0-3 16,0 0-4-16,0 0-1 0,0 0-2 0,0 0 0 16,0 0-6-16,0 0-9 0,0 0 1 0,0 0-5 15,0 0-5-15,21-12-4 0,-9 7-2 0,5 1 10 16,2-3-14-16,2 1-23 0,9 0-28 0,0-1-47 16,-2 2-43-16,5 1-61 0,-6 1-186 0,4-1-396 15,-4 0 175-15</inkml:trace>
  <inkml:trace contextRef="#ctx0" brushRef="#br0" timeOffset="-870.22">28938 10119 53 0,'3'-10'87'0,"-3"10"3"16,0 0-11-16,0 0-8 0,0 0-3 15,0 0-11-15,0 0 1 0,0 0-5 0,0 0-1 16,0 0-6-16,-2-9-3 0,2 9-7 0,0 0 8 16,0 0-11-16,0 0-8 0,0 0 9 0,0 0-15 0,0 0 1 15,0 0 0-15,0 0-6 0,0 0-3 16,0 0-2-16,0 0-6 0,0 0 12 0,0 0-7 16,0 0 8-16,0 0-8 0,0 0-4 0,0 0 3 15,0 0-3-15,0 0 0 0,0 0 3 0,0 0 0 16,0 0-6-16,0 0 10 0,0 0-5 0,0 0-4 15,0 0 3-15,0 0-4 0,0 0 6 0,0 0-8 0,0 0-5 16,0 0 6-16,0 0 5 0,0 0-11 0,0 0 11 16,0 0-6-16,0 0 3 0,0 0-5 0,0 0 6 15,0-10 5-15,0 10-12 0,0 0 11 0,0 0-5 16,0 0-3-16,0 0 7 0,0 0-6 0,0 0 0 16,0 0 0-16,0 0-2 0,0 0 4 0,0 0-5 15,0 0 1-15,0 0 11 0,0 0-21 0,0 0 14 16,0 0 6-16,0 0-10 0,0 0 5 0,0 0-6 15,0 0 9-15,0 0-3 0,0 0-16 0,0 0 8 16,0 0-17-16,0 0 12 0,0 0-4 0,0 0-14 16,0 0-2-16,0 0-19 0,0 0-4 0,0 0-25 15,0 0-66-15,0 0-155 0,0 0 68 0</inkml:trace>
  <inkml:trace contextRef="#ctx0" brushRef="#br0" timeOffset="683.18">29098 10103 5 0,'0'0'85'0,"-3"-7"-5"0,3 7-16 0,0 0 10 0,0 0-9 15,0 0-2-15,0 0-6 0,0 0 5 0,-2-7-13 16,2 7 5-16,0 0-15 0,0 0 12 0,0 0-8 15,0 0 2-15,0 0-8 0,0 0-1 16,0 0-5-16,0 0 14 0,0 0-8 0,-10-2-6 0,10 2-2 16,0 0 4-16,0 0-5 0,0 0-3 0,0 0-4 15,0 0-4-15,-9-1 7 0,9 1-6 0,0 0-6 16,0 0 4-16,-8-2-2 0,8 2-6 0,0 0 0 16,0 0 3-16,-12-3 6 0,12 3-2 0,0 0 0 15,0 0-1-15,0 0-2 0,-11 0 3 0,11 0-13 16,0 0 7-16,-12 0-5 0,12 0 4 15,0 0-2-15,-10 0 9 0,10 0-5 0,0 0 0 0,0 0-2 16,-10 1 2-16,10-1-5 0,0 0-5 0,0 0 8 16,-7 2-5-16,7-2 6 0,0 0 2 0,0 0-2 15,0 0-4-15,0 0 8 0,0 0-6 0,0 0-2 16,-7 1 1-16,7-1 5 0,0 0-10 0,0 0 2 16,0 0 2-16,0 0 5 0,0 0-5 0,0 0-3 15,0 0 4-15,0 0-1 0,0 0-3 0,0 0 6 16,0 0-2-16,0 0 0 0,0 0 3 0,0 0 0 15,0 0-6-15,0 0 4 0,0 0 4 0,0 0-4 0,0 0-2 16,0 0-2-16,0 0 3 0,0 0 2 16,0 0-8-16,0 0 3 0,0 0-2 0,23-6 0 15,-23 6 2-15,11-1 4 0,-11 1 1 0,11-3-7 16,-11 3-3-16,6-1 4 0,-6 1-3 0,11-1 2 16,-11 1-2-16,12-1 7 0,-6 1-7 0,-6 0 2 0,13-4 1 15,-5 1 1-15,-1 2-3 0,1-2 11 16,4-2-12-16,-2 4 3 0,0-4 1 0,2 1 0 15,-2 1-4-15,1 1 5 0,1-2-3 0,-3 0-9 0,-1 3 14 16,3 0-2-16,-3-1 0 0,-1 1-3 0,0-1 2 16,-7 2-4-16,14-6 8 0,-8 4-5 15,1-1 3-15,-7 3-2 0,8-2-2 0,-8 2 0 16,5-3 2-16,-5 3 2 0,0 0 4 0,0 0 5 0,10-1 1 16,-10 1-3-16,0 0 4 0,0 0 1 0,0 0-1 15,0 0 1-15,0 0 1 0,0 0-3 0,0 0-6 16,0 0 4-16,0 0-3 0,0 0-5 0,0 0 6 15,0 0-6-15,0 0 2 0,0 0-2 0,0 0-3 16,0 0 4-16,0 0-3 0,0 0-2 0,0 0 4 16,0 0-2-16,0 0-9 0,0 0 10 0,0 0-9 15,0 0-6-15,0 0-12 0,0 0-3 0,0 0-11 16,0 0-1-16,0 0-11 0,0 0-22 0,0 0-10 16,-11 19 2-16,7-16-7 0,4-3-8 0,-6 8-1 15,4-2-8-15,-2-2-14 0,4-4-70 0,-8 9-200 16,2-6 89-16</inkml:trace>
  <inkml:trace contextRef="#ctx0" brushRef="#br0" timeOffset="1182.58">29081 10009 78 0,'0'0'90'0,"0"0"-7"15,-1-9-12-15,1 9 1 0,-3-6 8 0,3 6-14 16,0 0-4-16,-3-8 13 0,3 8-6 15,0 0 7-15,-3-9-14 0,3 9 0 0,0 0-6 0,-3-6 10 16,3 6-17-16,0 0-4 0,-1-10 9 0,1 10-13 16,0 0-2-16,-1-8-4 0,1 8 0 0,0 0 1 15,0 0-1-15,0-10-7 0,0 10 2 0,0 0-3 16,0 0-1-16,0 0-6 0,0 0 6 0,1-8-10 16,-1 8 11-16,0 0-1 0,0 0-8 0,0 0 1 15,0 0-2-15,2-6-5 0,-2 6 3 0,0 0-2 16,0 0-11-16,0 0 14 0,0 0-9 0,0 0 0 15,0 0-7-15,0 0 4 0,0 0-2 0,0 0-2 16,0 0 0-16,15 13 4 0,-10-6 9 0,-1-3-6 16,-1 2-2-16,4 4 2 0,-1-1 5 0,0 3-3 15,0-1-3-15,0 6-1 0,2 0-2 0,-3 1-1 16,0-2 2-16,1 9-8 0,0-5-23 0,-1 5-13 16,-1-1-29-16,-3-4-24 0,0 6-29 0,-1-2-132 15,-2-3-273-15,-2-1 122 0</inkml:trace>
  <inkml:trace contextRef="#ctx0" brushRef="#br0" timeOffset="2195.84">28004 10207 56 0,'0'0'87'0,"0"0"-14"15,0 0-4-15,0 0 3 0,0 0-4 0,-5-4-4 0,5 4 6 16,0 0-10-16,0 0-7 0,0 0-11 0,0 0 9 16,0 0 9-16,0 0-24 0,0 0 4 15,-14 4-3-15,14-4-1 0,0 0 10 0,-10 0-2 16,10 0 6-16,0 0-8 0,-11-2-4 0,11 2-3 0,0 0 3 15,-9-1 4-15,9 1-3 0,0 0 2 16,0 0-9-16,-12 1 8 0,12-1-4 0,0 0-2 16,0 0 3-16,0 0-4 0,0 0-2 0,0 0-13 0,0 0 11 15,0 0-2-15,0 0 1 0,0 0-2 0,0 0-4 16,0 0 0-16,0 0-1 0,0 0-5 0,23-8-2 16,-4 3 0-16,0 0 1 0,8-2-7 0,2 2 5 15,3-2-23-15,-1 3-16 0,2 1-29 0,-1 1-36 16,-1 1-31-16,-3 4-146 0,-8-1-288 0,-1-1 128 15</inkml:trace>
  <inkml:trace contextRef="#ctx0" brushRef="#br0" timeOffset="69138.45">15763 10832 5 0,'0'0'28'0,"0"0"0"0,0 0 0 0,0 0-2 15,0 0 6-15,0 0-6 0,0 0 0 0,0 0 2 0,0 0-3 16,0 0-7-16,2-25-3 0,-2 25 6 0,0 0-4 15,0 0 6-15,0 0-2 0,0 0-6 16,0 0 4-16,0 0-1 0,0 0 2 0,0 0-3 16,0 0 0-16,-4-8 1 0,4 8 3 0,0 0-10 0,0 0 0 15,0 0 1-15,0 0 1 0,0 0-1 0,0 0-1 16,0 0-3-16,0 0 1 0,0 0 3 0,0 0-3 16,0 0-4-16,0 0 4 0,0 0 1 15,0 0-1-15,0 0-9 0,0 0 11 0,0 0-4 16,-4-8-8-16,4 8 3 0,0 0-1 0,0 0 8 15,0 0-4-15,0 0-4 0,0 0-5 0,0 0 2 0,0 0 7 16,0 0-4-16,0 0-5 0,0 0-2 16,0 0-4-16,0 0-8 0,0 0-3 0,0 0-3 15,0 0-4-15,0 0-9 0,0 0-13 0,0 0-32 0,0 0-88 16,-5 20 38-16</inkml:trace>
  <inkml:trace contextRef="#ctx0" brushRef="#br0" timeOffset="100237.89">20749 10128 1 0,'1'-8'80'15,"-1"8"-10"-15,0 0-5 0,0-12-8 0,0 12-10 0,0 0-7 16,0-9-7-16,0 9-4 0,0 0-6 0,-1-10 1 15,1 10-15-15,0 0-12 0,0 0-8 16,0 0-8-16,-1-8-1 0,1 8-21 0,0 0-23 0,0 0-70 16,-7-9 31-16</inkml:trace>
  <inkml:trace contextRef="#ctx0" brushRef="#br0" timeOffset="102258.9">16586 9446 2 0,'0'0'15'0,"-6"-5"2"0,6 5-1 16,0 0-5-16,0 0 1 0,0 0-9 0,0 0-1 15,0 0-2-15,0 0-13 0,0 0-15 0,0 0 7 16</inkml:trace>
  <inkml:trace contextRef="#ctx0" brushRef="#br0" timeOffset="103031.14">16949 9426 18 0,'0'0'35'0,"-11"-6"-3"16,11 6-11-16,0 0-4 0,0 0-13 0,-17 4-2 16,17-4-2-16,-11 2-3 0,4-2 3 0,7 0-5 15,-12 0-2-15,12 0-12 0,-13 0 16 0,13 0-13 16,-11-2-16-16,11 2 7 0,-10-5 59 0,4 1-44 16,1-1-9-16,5 5 5 0</inkml:trace>
  <inkml:trace contextRef="#ctx0" brushRef="#br0" timeOffset="157434.24">16925 14607 17 0,'0'0'73'0,"0"0"-7"15,0 0-9-15,0 0 0 0,0 0-12 0,0 0 3 16,0 0-12-16,0 0 1 0,0 0-5 0,0 0 5 16,0 0 4-16,0 0-15 0,0 0 0 0,0 0-8 15,0 0-4-15,0 0-5 0,0 0 6 0,0 0 1 16,0 0-5-16,0 0-3 0,0 0-5 0,0 0-3 16,1-22-6-16,-1 22-4 0,0 0-13 0,0 0-8 15,0 0-11-15,0 0-11 0,0 0-36 0,0 0-94 16,0 0 42-16</inkml:trace>
  <inkml:trace contextRef="#ctx0" brushRef="#br0" timeOffset="179119.49">5188 11378 53 0,'0'0'45'0,"0"0"-6"0,9 0 1 15,-9 0-11-15,0 0-2 0,13 0-10 0,-7 0-11 16,-6 0-9-16,14 2-6 0,-3-2-3 0,-4 1-4 16,3-1 0-16,1 0-18 0,0 0-36 15,2 2 17-15</inkml:trace>
  <inkml:trace contextRef="#ctx0" brushRef="#br0" timeOffset="180226.29">5556 11400 39 0,'0'0'65'0,"0"0"4"0,0 0-11 0,0 0 6 16,-3-6-2-16,3 6 0 0,0 0-4 0,0 0-4 16,0 0 4-16,0 0-10 0,0 0-1 0,0 0 6 15,0 0-1-15,0 0-2 0,0 0-5 0,0 0 5 16,0 0-2-16,0 0-2 0,0 0-4 0,0 0 2 16,0 0-9-16,0 0-2 0,0 0-13 0,0 0 16 15,0 0-10-15,0 0-1 0,0 0-5 0,0 0-4 16,0 0 0-16,0 0-6 0,0 0 5 0,0 0-2 15,0 0 0-15,0 0 9 0,-13 9-15 0,13-9 5 16,-8 6-1-16,8-6-4 0,-11 2-2 0,7 1 3 16,4-3-1-16,-11 4-1 0,6-3 0 0,5-1-7 15,-12 7 5-15,8-6 3 0,4-1-3 0,-12 5 11 16,8-4-3-16,4-1 6 0,-11 4 5 0,11-4-4 16,-9 4-3-16,2-2 3 0,7-2 0 0,0 0 1 15,-13 2-7-15,13-2 15 0,-9 1 2 0,9-1 1 16,0 0 2-16,-11 0 1 0,11 0 0 0,0 0-3 0,-7 3 1 15,7-3-4-15,0 0-1 0,0 0 1 0,0 0-10 16,0 0 3-16,0 0-4 0,0 0-8 16,0 0 6-16,-7 2-5 0,7-2 1 0,0 0-1 15,0 0-5-15,0 0 4 0,0 0 3 0,22 4-5 0,-13-4 1 16,5 2-2-16,3-2 2 0,0 1-3 0,1-2 1 16,3 1-3-16,2-2 0 0,4 0 0 0,-2 2 3 15,3-2-5-15,1 2 4 0,0-4 1 16,0 0 2-16,3 4-6 0,2-2 1 0,0 2 3 0,2-2-1 15,-1-1 1-15,-1 2-1 0,3-1-7 0,-1-1 7 16,-1 3-7-16,2-3-1 0,-3 3 5 0,1-1 0 16,0-1-1-16,-2 1 4 0,0-1-7 0,1 3 3 15,-5-1-3-15,3 0 6 0,-1 2-4 0,-1-2-3 16,2 2 8-16,-4-4-7 0,2 1 1 0,-9 0-2 16,0 3 3-16,7 1 0 0,0-3 2 0,-7-3-1 15,-1 6-3-15,-1-4 3 0,0-2 4 0,1 4-6 16,-1-1 0-16,0 2 0 0,-2-2 4 0,0 0 2 15,0-2-5-15,-2 2 0 0,-4 0 2 0,1 0-1 16,-1-1-1-16,-1-1-3 0,-1 2 1 0,1-3 5 16,-2 2 3-16,-8 1 2 0,16-1 1 0,-9-1 7 15,-7 2-5-15,10-3 5 0,-10 3-3 0,11-2 6 16,-11 2 6-16,9-4-2 0,-9 4-2 0,5-1-6 16,-5 1 3-16,0 0 2 0,9-4-4 0,-9 4-1 15,0 0-5-15,0 0 1 0,0 0 0 0,0 0-3 16,0 0-4-16,9 0-11 0,-9 0-13 0,0 0-23 15,0 0-26-15,0 0-23 0,0 0-34 0,0 0-32 16,0 0-19-16,0 0-135 0,0 0-337 0,0 0 150 16</inkml:trace>
  <inkml:trace contextRef="#ctx0" brushRef="#br0" timeOffset="183566.43">7613 12383 145 0,'0'0'150'0,"-6"-12"-9"16,6 12 1-16,-2-7-2 0,2 7-10 0,-4-9-9 15,4 9-6-15,-5-6-4 0,0 0 9 0,5 6 3 16,-6-7-5-16,3 1-10 0,-1 2 1 0,4 4-9 16,-10-12-1-16,7 7-5 0,-3-1-4 0,1-3-1 15,5 9-3-15,-10-9-4 0,4 0 1 0,1 1-9 16,-2 1-1-16,2-1-2 0,-1-1-1 0,0 2-1 15,1 0 0-15,-1-2-1 0,3 3-3 16,-2 0-3-16,1-2-6 0,0 5-3 0,4 3-6 0,-6-13-8 16,3 9-1-16,-1-2-5 0,4 6-4 0,-6-7-1 15,6 7-5-15,-5-5 2 0,5 5-4 0,0 0-7 16,-4-7-2-16,4 7-8 0,0 0-9 16,-4-6-13-16,4 6-18 0,0 0-20 0,0 0-23 0,0 0-28 15,-2-6-33-15,2 6-31 0,0 0-33 0,0 0-45 16,0 0-164-16,0 0-446 0,0 0 197 0</inkml:trace>
  <inkml:trace contextRef="#ctx0" brushRef="#br0" timeOffset="185455.34">7436 10591 50 0,'0'0'159'15,"0"0"7"-15,0 0-7 0,0 0 2 0,0 0-3 16,0 0-15-16,0 0-11 0,0 0-13 0,12-15-6 16,-8 8-7-16,3 2-10 0,1-5-4 0,6-2 1 15,-2 2 1-15,0-3-2 0,1 1-6 0,1 2-2 16,-2-2 1-16,-1 2-3 0,0-3-3 16,0 3 1-16,-3 0-2 0,2 0-1 0,-3 3 2 0,2-1-8 15,-2-1 5-15,0 1-11 0,-2 2-3 0,-1 1 9 16,0-1-14-16,-1 1 1 0,-3 5-3 0,6-6 2 15,-6 6-4-15,3-7-5 0,-3 7 6 0,5-5-7 16,-5 5-4-16,0 0-5 0,2-7-1 0,-2 7-1 16,0 0-6-16,0 0-2 0,4-5-4 0,-4 5-5 15,0 0 0-15,0 0-3 0,0 0-1 0,0 0-4 16,0 0-2-16,0 0-1 0,0 0-5 0,0 0-6 16,0 0-8-16,3-7-9 0,-3 7-17 0,0 0-11 15,0 0-22-15,0 0-17 0,0 0-33 0,0 0-17 16,0 0-27-16,0 0-15 0,0 0-19 0,0 0-20 15,0 0-196-15,0 0-448 0,-12 17 199 0</inkml:trace>
  <inkml:trace contextRef="#ctx0" brushRef="#br0" timeOffset="186029.21">7225 10636 5 0,'0'0'151'15,"0"0"1"-15,0 0-8 0,0 0-4 0,0 0-13 0,0 0-6 16,0 0-11-16,0 0-10 0,0 0-4 0,0 0-7 15,0 0-10-15,0 0-3 0,0 0-9 0,0 0-3 16,0 0-4-16,0 0-3 0,0 0-6 0,0 0-3 16,0 0 1-16,0 0-4 0,0 0-4 0,0 0 1 15,0 0 0-15,0 0-1 0,0 0-1 0,0 0-3 16,0 0-3-16,0 0-3 0,0 0-6 0,17-12-4 16,-17 12-1-16,0 0-2 0,0 0-1 0,0 0 2 15,0 0-4-15,0 0-5 0,0 0-2 0,0 0 0 16,0 0-2-16,0 0 0 0,0 0-2 0,0 0 0 15,0 0-2-15,0 0-6 0,0 0-6 0,0 0-3 16,0 0-7-16,3 13 6 0,-3-13-4 0,0 0-11 16,0 9-16-16,0-9 1 0,0 0-13 0,0 10-10 15,0-10-25-15,-2 9-18 0,2-9-5 0,0 8-8 16,0-8-8-16,0 0 3 0,0 11-89 0,0-11-236 16,0 0 105-16</inkml:trace>
  <inkml:trace contextRef="#ctx0" brushRef="#br0" timeOffset="186533.34">7268 10700 37 0,'0'0'75'0,"0"0"2"0,0 0-2 16,0 0-4-16,0 0 7 0,0 0-16 0,0 0 9 16,6-4-4-16,-6 4 0 0,0 0 2 0,0 0-2 15,0 0 2-15,0 0-5 0,0 0 5 0,0 0-5 16,0 0 0-16,0 0-3 0,0 0-8 0,0 0-4 15,0 0-9-15,0 0-1 0,0 0-3 0,0 0-5 16,0 0 1-16,0 0-9 0,0 0 3 0,0 0-7 16,0 0 1-16,0 0 0 0,0 0 3 0,0 0-3 15,0 0 3-15,0 0 11 0,0 0-4 0,0 0 4 16,0 0 3-16,0 0 2 0,0 0 1 0,0 0-3 0,0 0 7 16,0 0 1-16,0 0-3 0,0 0 3 15,0 0 0-15,0 0-3 0,0 0-5 0,0 0-4 16,-1-17-1-16,11 9-6 0,5-4 4 0,2-1-8 15,3-4-1-15,3 2-2 0,1-2 4 0,2-2-1 0,2 3 0 16,3-4-4-16,-3-1 5 0,1 0-3 16,1 1 2-16,-1-1-1 0,-1 2 2 0,-2 2-2 15,-3-2-2-15,-1 1-1 0,-6 7 1 0,-2 0-1 16,-1-2 1-16,0 3-5 0,-7 1 10 0,3 3 0 0,-4 2 8 16,0-1 0-16,1 2 9 0,-6 3-4 15,6-5-5-15,-6 5 2 0,5-6-2 0,-5 6-6 16,0 0 0-16,5-6-4 0,-5 6-4 0,0 0-1 0,0 0 0 15,0 0-5-15,0 0 0 0,0 0 0 0,0 0 4 16,0 0-10-16,0 0-2 0,0 0-7 0,0 0-10 16,0 0-13-16,0 0-8 0,0 0-19 0,0 0-18 15,0 0-19-15,0 0-20 0,0 0-21 16,0 0-8-16,-15 15-30 0,15-15-17 0,0 0-9 16,-4 7-135-16,4-7-356 0,0 0 159 0</inkml:trace>
  <inkml:trace contextRef="#ctx0" brushRef="#br0" timeOffset="188828.74">7666 12465 60 0,'0'0'83'0,"0"0"-4"0,7-5-1 16,-7 5 0-16,4-5 11 0,-4 5-2 0,0 0 3 16,5-5-6-16,-5 5 5 0,0 0 0 0,0 0 1 0,0 0 0 15,6-6-3-15,-6 6 2 0,0 0 0 0,0 0-7 16,0 0-3-16,1-7-3 0,-1 7-4 16,0 0-4-16,0 0-3 0,0 0-4 0,0 0-11 15,0 0-2-15,0 0-9 0,0 0-3 0,0 0-2 0,0 0-6 16,0 0-3-16,0 0-5 0,0 0-2 0,0 0-2 15,0 0-3-15,0 0 0 0,0 0-1 0,0 0 3 16,0 0 2-16,9 14 0 0,-6-9 4 16,-3-5 2-16,4 13-2 0,-2-3-4 0,0-2 1 0,1 5 5 15,1-2 9-15,0 5 1 0,-2-4-3 0,4 4-2 16,-3 0 5-16,0 0-2 0,0 4-1 16,-1-3-3-16,1 2 2 0,-1 0 4 0,3 0-4 15,-1 0 0-15,0 2-1 0,0-3 3 0,0 6-1 0,-2 2-1 16,0-7 1-16,0 0 0 0,1 8-2 0,0-8-2 15,-1 2 3-15,0 4-3 0,-1 2 2 0,3 0 3 16,-2-2 0-16,-1 1 1 0,1-1 4 0,-2 1-2 16,0 0-6-16,0-6 4 0,-2 5-2 0,2 2-1 15,-1-1 1-15,-1 1 1 0,2 0 0 0,-2-1-8 16,0 0 2-16,-1 1 8 0,-1-1-10 0,3-2 2 16,-3 2 1-16,3-7 2 0,-2 1-4 0,3-4-1 15,-1 2-3-15,1-1-3 0,1-1 3 0,-1 1 0 16,-1-1-3-16,1 0 0 0,0 0 2 0,1-4 0 15,-1 1 5-15,1-2-1 0,-1 1-5 0,2 1 4 16,-1-2-3-16,0 0-3 0,0-2-1 0,-1 0-3 16,0-2-2-16,0 1 1 0,2-2 6 0,-2-6 5 15,3 14-3-15,0-8-4 0,-3-6-3 0,2 11-3 16,0-6 4-16,-2-5 5 0,1 10 3 0,0-3-5 16,-1-7 7-16,3 8-10 0,-3-8-2 0,1 7 4 15,-1-7-4-15,0 0-2 0,1 6 4 0,-1-6-1 16,0 0-5-16,0 0-1 0,0 0 7 0,0 0-3 15,0 0-3-15,0 0-3 0,0 0-5 0,3 7 2 16,-3-7 5-16,0 0-1 0,0 0 0 0,0 0 4 16,0 0-3-16,0 0-2 0,0 0-1 0,0 0-5 15,0 0 4-15,0 0-4 0,0 0-21 0,0 0-8 16,0 0-7-16,0 0-8 0,0 0-19 0,0 0-5 16,0 0-10-16,0 0-15 0,-6-25-29 0,6 25-25 15,-3-13-17-15,2 6-26 0,1-2-30 0,-2-1-16 16,2-4-20-16,-1 2-165 0,1-4-458 0,0-3 203 15</inkml:trace>
  <inkml:trace contextRef="#ctx0" brushRef="#br0" timeOffset="191145.98">7822 13818 64 0,'0'0'99'0,"0"0"0"16,-2-7 8-16,2 7-1 0,-3-10 7 0,3 10-17 16,-3-7-6-16,3 7-7 0,-3-7 7 0,3 7-6 15,-7-7 0-15,7 7 5 0,-3-4 2 0,3 4 6 16,-6-5-6-16,6 5-6 0,0 0-6 0,-5-7-10 15,5 7-5-15,0 0-3 0,0 0-8 0,-5-7-1 16,5 7-2-16,0 0-8 0,0 0-6 0,0 0-2 16,0 0-5-16,0 0-4 0,0 0-4 0,0 0 4 15,0 0 6-15,0 0-3 0,-6 18-2 0,4-12-5 16,0 4-1-16,-1-1-4 0,2 2 5 0,1-3-5 16,0-8-2-16,0 15 0 0,0-8-1 0,1 2-2 15,1-2-1-15,-1 1 3 0,1-2 0 0,2 0-3 0,-1 0-1 16,1 0 3-16,1-1-2 0,-1 1 1 15,1-4 4-15,1 1 1 0,-6-3-1 0,12 4 3 16,-5-1 0-16,2-3-1 0,-9 0 3 0,21-3-1 16,-12-1 2-16,2 1 0 0,-2-1-4 0,-2-1 0 15,1-2-2-15,0 3-3 0,0-2 3 0,-2 2 2 0,2-3-4 16,-4 0 7-16,1-1-1 0,-3-1 0 16,2-1 8-16,-3 0 3 0,1 3-2 0,-2 7 3 15,-2-14-6-15,0 7 0 0,-2 0-2 0,0-2-4 16,-2 1 2-16,-1 1-8 0,2 1 2 0,-1 1-1 15,-1 1-2-15,7 4-2 0,-13-4-2 0,7 2-2 0,-1-2-4 16,7 4-6-16,-17 2-10 0,8 0-12 16,0 2-26-16,-1 1-12 0,0 1-25 0,-1 2-38 0,3 0-34 15,1 0-33-15,-1 1-40 0,3-1-136 16,3-3-399-16,-2 4 177 0</inkml:trace>
  <inkml:trace contextRef="#ctx0" brushRef="#br0" timeOffset="194285.5">5745 10855 31 0,'0'0'198'0,"0"0"-8"0,-5-6-1 0,5 6-9 0,-2-7-5 16,2 7-9-16,-3-9-4 0,3 9-10 0,0 0-4 16,-4-10-8-16,4 10-5 0,-1-6-7 0,1 6-3 15,0 0-6-15,-2-8-12 0,2 8-3 0,0 0-9 16,0 0-7-16,0 0-9 0,-6-5-7 0,6 5-6 16,0 0-7-16,0 0-10 0,0 0-3 0,0 0-8 15,0 0 4-15,0 0-14 0,0 0-5 0,0 0-7 16,0 0-3-16,0 0 1 0,0 0-4 0,0 0-2 15,0 0 0-15,0 0-2 0,2 26 3 0,-1-19-6 16,-1 3 2-16,0-2 6 0,3 2-8 0,-3 1-3 16,1 1 1-16,3 0-2 0,-4-2 4 0,1 4-1 15,-1-2-1-15,0 3-1 0,-1 1 3 0,1-4-4 16,0 0-2-16,0-2 4 0,1 7 0 0,-2-6-6 16,1 0 6-16,-2 2-1 0,2-2 3 0,-1 0-3 15,1-1 3-15,0-1-1 0,-1 1-1 0,1 0-3 16,-1-3 3-16,1 1-3 0,1-1 5 0,-1-7-2 15,0 13-2-15,0-13-3 0,-3 9 5 0,3-9 2 16,0 7 0-16,0-7-3 0,0 0-3 0,-1 11-8 16,1-11-9-16,0 0-18 0,-1 7-14 0,1-7-22 15,0 0-16-15,0 0-32 0,1 8-29 0,-1-8-4 0,0 0-19 16,-3 9-20-16,3-9-3 0,0 0 4 16,-6 5-105-16,6-5-321 0,0 0 143 0</inkml:trace>
  <inkml:trace contextRef="#ctx0" brushRef="#br0" timeOffset="195295.5">5703 10924 30 0,'-1'-7'101'0,"1"7"-4"0,-4-7 10 0,4 7-12 15,-4-7 7-15,4 7-5 0,-4-7-8 0,4 7 14 16,-3-6 4-16,3 6-5 0,-4-7-1 16,4 7-7-16,0 0 2 0,0 0-4 0,0 0-4 0,-3-11 5 15,3 11 2-15,0 0-7 0,0 0-5 0,0 0-3 16,0 0-4-16,0 0-3 0,-2-5-6 0,2 5-6 15,0 0-5-15,0 0 1 0,0 0-6 16,0 0-3-16,0 0 3 0,0 0-7 0,0 0-1 0,0 0 3 16,0 0-6-16,0 0-1 0,2-10-7 0,-2 10 0 15,0 0-6-15,7-7-1 0,-7 7-5 0,2-7-3 16,-2 7-4-16,1-7 4 0,-1 7-5 0,6-8-1 16,-6 8-1-16,5-7-2 0,-1 3-1 0,-4 4 2 15,7-6-4-15,-7 6-2 0,8-4 0 0,-8 4 1 16,4-4-4-16,-4 4 0 0,6-6 3 15,-6 6-2-15,9-5-1 0,-9 5 1 0,10-2-1 0,-6-1 1 16,-4 3-5-16,0 0 4 0,12-1-3 0,-12 1 2 16,12 0-3-16,-12 0 0 0,8 1-1 0,-8-1 1 15,14 5-6-15,-9-1 1 0,1-1-8 0,0 2 4 16,-2-2 1-16,1 1-2 0,0 1 1 0,-1 1 4 16,-1 0-3-16,1-1 0 0,-4-5 0 0,5 12 3 15,-2-6-1-15,-1 0 0 0,1-1 1 0,-3-5-1 16,1 14 2-16,-1-8 1 0,0-6 3 0,0 12 2 15,0-12-5-15,-2 11 4 0,-1-6-1 0,2 3 1 0,-2-2 0 16,3-6-3-16,-5 11 6 0,3-5-2 0,-6-1 4 16,3 0-1-16,1 0-4 0,4-5 4 15,-8 9-2-15,2-5 2 0,6-4-2 0,-10 6 3 16,6-2-2-16,-2-1 1 0,6-3 2 0,-11 5-1 0,6-2-2 16,5-3 1-16,0 0 0 0,-6 4 1 0,6-4 1 15,0 0 2-15,-7 3-2 0,7-3 2 0,0 0 1 16,0 0-4-16,-7 3 4 0,7-3 1 0,0 0 0 15,0 0-1-15,0 0-2 0,0 0-1 0,0 0 3 16,0 0-4-16,0 0 5 0,0 0 1 0,0 0-4 16,0 0 4-16,0 0-4 0,0 0-1 0,0 0 1 15,0 0-1-15,0 0-1 0,0 0-1 0,0 0-1 16,0 0 1-16,0 0 1 0,0 0-2 0,0 0-1 16,24-6-1-16,-24 6-1 0,10-3 0 0,-10 3 2 15,11 0 0-15,-11 0-2 0,11 1 3 0,-11-1-6 16,9 2 5-16,-9-2-1 0,10 3-1 0,-6 0-5 15,-4-3 2-15,13 4-1 0,-7 0 0 0,-1-1-1 16,-1 1-1-16,3 0 0 0,-1 0-1 0,-1-1 1 16,0 1 0-16,0 2-1 0,-2-2-2 0,-1 2 2 15,2 2-2-15,1-4 1 0,-5-4-1 0,3 11 2 16,-1-5 3-16,-2-6-1 0,2 11 0 0,-2-5 2 16,0-6 0-16,0 11 1 0,0-11-1 0,-4 10 1 15,0-6-1-15,4-4 6 0,-8 11-2 0,3-7-3 16,0-1 5-16,-1-1 3 0,-1 2-3 0,-1 0 4 15,1 0-3-15,-2-1 1 0,1-1-3 0,0-1 3 16,0 2 2-16,0-2-6 0,-2 0 6 0,4 1 0 16,6-2-4-16,-15 2-1 0,15-2-7 0,-11 1-12 15,6 1-13-15,5-2-21 0,0 0-28 0,-8 1-31 16,8-1-20-16,0 0-31 0,-6 3 6 0,6-3-5 16,0 0 12-16,-5 4 12 0,5-4 7 0,0 0-75 15,0 0-225-15,0 0 99 0</inkml:trace>
  <inkml:trace contextRef="#ctx0" brushRef="#br0" timeOffset="195460.33">5855 11151 13 0,'0'0'68'0,"0"0"-23"0,0 0-19 0,0 0-24 15,9 2-10-15,-9-2-17 0,0 0-26 0,0 0 12 16</inkml:trace>
  <inkml:trace contextRef="#ctx0" brushRef="#br0" timeOffset="199127.28">7353 13387 59 0,'0'0'134'0,"1"-8"-7"16,-1 8-8-16,0 0 4 0,0 0-10 0,-2-11 2 15,2 11-3-15,0 0 3 0,-3-6-4 0,3 6-6 16,0 0-3-16,0 0-6 0,0 0-7 0,-5-8-3 15,5 8-10-15,0 0-4 0,0 0-5 0,-4-6-2 16,4 6-8-16,0 0-4 0,0 0-6 0,-7-5-8 16,7 5-2-16,-9 0-5 0,9 0-3 0,-12 0-1 15,12 0-4-15,-10 1-2 0,10-1-2 0,-13 4-4 16,6-2 1-16,-2 1-1 0,0 2-2 0,0-1-3 16,1-1 0-16,-2 1 1 0,1 3-4 0,-1-1 4 15,-1-2 1-15,2 2-6 0,1 0-1 0,0 0-2 16,0 1 0-16,0 0-2 0,3-3 0 0,-1 1 1 15,1 2 4-15,2-1-7 0,0 1 3 0,1 0-1 16,2-7-2-16,-1 14 2 0,0-7 2 0,1-7-4 16,1 12 2-16,0-6 1 0,2 1-2 0,2 1 8 15,-1 0-10-15,0-2 6 0,2 2-5 0,-1-1 2 16,1-1-3-16,1 0 3 0,-1-2 0 0,2 3 0 16,0-1-1-16,-2-3 4 0,0 0-1 0,2 0 0 15,0-1 0-15,-1 2-1 0,1-3-1 0,-8-1 2 16,13 3-1-16,-5-3 1 0,-8 0 0 0,10 1 3 15,-10-1-6-15,10-1 0 0,-10 1 1 0,8-2-2 16,-8 2 0-16,0 0 3 0,9-1-2 0,-9 1-1 16,0 0 1-16,10-3 0 0,-10 3 2 0,0 0-2 15,0 0 2-15,6-4-2 0,-6 4 2 0,0 0 0 16,0 0 2-16,5-6-4 0,-5 6 4 0,0 0-2 16,0 0-1-16,0 0 0 0,0 0 4 0,0 0-1 15,0 0 3-15,0 0 0 0,0 0-1 0,0 0 0 16,0 0-5-16,0 0 2 0,0 0-1 0,0 0-3 15,-16-7 3-15,16 7 6 0,0 0-7 0,0 0-2 16,-13 2 0-16,13-2 0 0,-12 5 2 0,5-3 0 0,-2 3 2 16,1-2-2-16,-2 4 2 0,4-4-2 0,-3 1 0 15,1 1-2-15,-1-1 4 0,0 2 1 16,3-1-4-16,-1 3 0 0,0 0 1 0,-1-1-2 16,1 0 0-16,1 1 1 0,0 1-2 0,-2-1 7 15,4 1-4-15,0 0 1 0,1 0-3 0,0 1 3 0,0-1-1 16,2 0 0-16,0-1 2 0,0-2-4 15,1-6 2-15,1 18 2 0,0-11 1 0,2 2-2 16,1-4 3-16,-1 5-1 0,3-2 3 0,-1-1 1 16,2 3 0-16,-2-7 2 0,3 2 4 0,0-1-2 0,4 0 0 15,-1-1 0-15,3-3-2 0,-1-2 3 0,3 2 1 16,0-2-4-16,-5 1-1 0,2-3-1 0,-2 1 0 16,2-1-1-16,-3 1 1 0,-1-1 0 15,3-3-2-15,-3 5-1 0,-3-3-2 0,1 2 0 16,-2-2 2-16,2 1 0 0,-7 4-3 0,7-6-1 15,-4 3 4-15,-3 3-2 0,7-4-3 0,-7 4-1 16,5-4-9-16,-5 4-15 0,0 0-19 0,6-3-19 16,-6 3-34-16,0 0-33 0,0 0-32 0,0 0-40 15,0 0-171-15,0 0-401 0,0 0 179 0</inkml:trace>
  <inkml:trace contextRef="#ctx0" brushRef="#br0" timeOffset="203400.34">7670 10523 61 0,'0'0'61'16,"0"0"-6"-16,0 0-7 0,0 0-7 0,0 0-10 15,0 0-5-15,0 0-8 0,0 0-14 0,0 0-9 16,0 0-17-16,0 0-31 0,0 0-58 0,0 0 25 16</inkml:trace>
  <inkml:trace contextRef="#ctx0" brushRef="#br0" timeOffset="211365.07">7241 12855 5 0,'1'-11'116'0,"-1"11"-2"0,0 0-5 0,0 0-17 15,0-7-4-15,0 7-5 0,0 0-8 0,0 0-2 16,1-7-2-16,-1 7 2 0,0 0-7 0,0 0 2 16,0 0-9-16,0 0-5 0,0 0 4 0,0 0-12 15,0 0-3-15,0 0 6 0,0 0-7 0,3-8-9 16,-3 8-10-16,0 0 15 0,0 0-14 0,0 0-1 16,0 0-4-16,0 0 2 0,0 0-7 0,0 0 1 15,0 0 1-15,0 0-7 0,0 0 5 0,0 0-4 16,0 0-1-16,0 0 0 0,0 0 2 0,0 0-2 15,0 0-3-15,18 11 15 0,-18-11-6 0,2 6-7 16,-2-6 8-16,4 8 5 0,-1-4-2 0,-3-4 4 16,5 11-1-16,-3-5 1 0,1 1-3 0,1-1 1 15,-1-1 0-15,0 3 0 0,0-1-3 0,-1 3 2 16,1-2-4-16,-1 1 3 0,1 0 2 0,-1 0-6 16,0-3 1-16,-1 4-1 0,3-1 2 0,-2-1 5 15,0 0-1-15,0-2-3 0,-2-6 2 0,3 14-2 16,-3-8-3-16,0-6 1 0,2 10 0 0,-2-10-2 15,0 8 0-15,0-8 0 0,0 0-5 0,2 10 5 0,-2-10-1 16,0 0-4-16,0 0 2 0,1 7 5 0,-1-7 0 16,0 0 1-16,0 0 6 0,0 0-2 0,0 0 2 15,0 0-2-15,0 0 0 0,2 6 8 16,-2-6-3-16,0 0 3 0,0 0-3 0,0 0 9 16,0 0-5-16,0 0 0 0,0 0 3 0,0 0-4 15,0 0-3-15,0 0 6 0,0 0-10 0,0 0-3 16,0 0-3-16,0 0 2 0,0 0-7 0,0 0 5 15,0 0-4-15,0 0-3 0,-7-25-1 0,7 25 4 16,-2-6-6-16,2 6 2 0,-1-10-3 0,1 10 1 0,0-10-1 16,0 10 1-16,0-10-1 0,0 10-2 0,1-8 0 15,-1 8-2-15,4-12 1 0,-4 7-2 0,0 5 1 16,5-14 2-16,-2 9-2 0,0-1 2 16,-2-2-4-16,-1 8 4 0,5-12-2 0,0 6 6 0,-5 6-8 15,2-13 0-15,1 6-1 0,1 1 8 0,-1-2-7 16,-1 4 17-16,1-2-2 0,1-1 1 0,-1 2 1 15,-3 5-7-15,7-10 1 0,-5 5-3 0,2-1-1 16,-4 6 1-16,4-8-2 0,-4 8-2 0,6-6 0 16,-6 6 0-16,3-5-1 0,-3 5 0 0,5-6-1 15,-5 6-1-15,0 0-3 0,6-4 5 0,-6 4-4 16,0 0-1-16,0 0 3 0,0 0 0 0,0 0 1 16,7-6 1-16,-7 6-3 0,0 0 0 15,0 0 0-15,0 0 0 0,0 0 0 0,0 0 1 0,5-2-2 16,-5 2-1-16,0 0 1 0,0 0 0 0,0 0-1 15,0 0 1-15,0 0 2 0,0 0 0 0,8-2-3 16,-8 2 4-16,0 0-4 0,0 0 4 0,0 0-3 16,0 0 1-16,0 0 1 0,0 0 2 0,0 0-3 15,0 0 1-15,0 0-2 0,12 4 2 0,-12-4 0 16,0 0 0-16,0 0 1 0,0 0-2 0,8 0 1 16,-8 0-2-16,0 0 2 0,0 0-2 0,0 0 0 15,0 0 2-15,0 0-3 0,0 0 3 0,0 0-1 16,0 0 0-16,0 0-1 0,0 0-1 0,0 0 2 15,4 6 0-15,-4-6 0 0,0 0 3 0,0 0-1 16,5 3-1-16,-5-3-4 0,0 0 5 0,0 0-3 16,1 7 1-16,-1-7 2 0,0 0-2 0,0 0-1 15,3 9 6-15,-3-9-5 0,1 7-1 0,-1-7 1 16,4 8 2-16,-4-8 1 0,2 12 1 0,2-3 2 16,-4 0-3-16,0-2 3 0,3 5 3 0,-2-2 1 15,0 0 1-15,1 4-1 0,-1-3 0 0,0 0 0 16,2 2 0-16,-1 3 2 0,0-4 6 0,0 1 2 15,1 2-3-15,-3-3-2 0,0 0 0 0,2-1 1 16,0 0 9-16,0 1-2 0,-2-3 2 0,3 1-5 16,-2 1-2-16,0-1 1 0,2-1-2 0,-3-3 3 15,0-6 2-15,2 12-2 0,-2-7-2 0,0-5 0 16,5 8-3-16,-5-8 1 0,0 0 2 0,0 9-1 16,0-9-4-16,0 0-1 0,2 6 4 0,-2-6-2 0,0 0 1 15,0 0 3-15,0 0-6 0,0 0 2 16,0 0-5-16,0 0 2 0,0 0 0 0,0 0 0 15,0 0-6-15,0 0-14 0,2 6-17 0,-2-6-23 16,0 0-31-16,0 0-37 0,0 0-54 0,0 0-50 0,0 0-61 16,0 0-178-16,0 0-500 0,0 0 221 0</inkml:trace>
  <inkml:trace contextRef="#ctx0" brushRef="#br0" timeOffset="212411.6">5929 11517 143 0,'0'0'152'0,"-2"-10"-11"0,-1 1-14 0,3 9 18 16,-2-10-6-16,2 10 1 0,-4-9-1 0,4 9-8 15,-3-10-3-15,3 10-12 0,-2-7-4 0,2 7-6 16,-3-7-9-16,3 7-15 0,0 0-7 0,-4-4-6 16,4 4-5-16,0 0-8 0,0 0-10 0,0 0-6 15,0 0-6-15,0 0-1 0,0 0 0 0,0 0-2 16,-2 22 1-16,1-10-1 0,-1 4 0 15,2 1-3-15,0 1 2 0,0 0-2 0,2 9 1 0,-1-4 5 16,-1 3-6-16,0-7 4 0,0 7 2 0,1-2 2 16,0-5 1-16,-1 6-3 0,2-6-5 0,-4 1 10 15,2 1-2-15,0-5-3 0,-1 2-7 0,1-1-1 0,0 0 2 16,1-1-5-16,-1 0-1 0,0-4-2 16,-1-2-1-16,1 2 0 0,-1-3 2 0,1 2 5 15,-1-3-11-15,1-8-1 0,-2 15 2 0,2-15-4 16,2 8 2-16,-2-8-1 0,-2 9-2 0,2-9-1 0,0 0 3 15,0 8-2-15,0-8 0 0,0 0 1 0,0 0-1 16,0 0 0-16,0 0-2 0,0 0 2 0,0 9-2 16,0-9 2-16,0 0-11 0,0 0-15 15,0 0-13-15,0 0-29 0,0 0-33 0,0 0-24 16,0 0-21-16,0 0-26 0,0 0-25 0,0 0-25 0,-11-19-20 16,11 19-133-16,-1-9-393 0,1 9 174 0</inkml:trace>
  <inkml:trace contextRef="#ctx0" brushRef="#br0" timeOffset="212895.3">5885 11678 56 0,'0'-9'156'0,"0"9"-6"16,-3-11-9-16,3 11 4 0,-2-12-21 0,0 3-9 16,5 2 3-16,-2-1-4 0,-1 8-5 0,4-15 2 15,0 6-9-15,-3 3-13 0,2-4-4 0,-2 5-3 16,4-3-4-16,-2 3-6 0,-1-1-5 0,2-1-8 16,1 2-3-16,-1-4-2 0,0 4-6 0,1-1-3 15,1 2-4-15,-1-1-3 0,0 1-7 0,-5 4-1 16,12-3-1-16,-6 1-5 0,-6 2 0 0,14-1-5 15,-6 1-2-15,-8 0-2 0,14 3-1 0,-5 1-3 16,-2 0-3-16,0 1 3 0,-1-1-5 0,1 1 3 16,-2 0-4-16,2 3 3 0,-2-2-1 0,0 1-2 15,-2 0 1-15,1 3 0 0,-2-3-1 0,0 2 1 16,-2 1-1-16,0-1-2 0,0-1 0 0,0 1 0 16,-2 1-2-16,0-2 2 0,-2 2 7 0,2-2-8 15,-3 1 2-15,0-1-2 0,0-1 1 0,0 0-2 16,-1-4 3-16,1 4 0 0,-4 0 1 0,2-2-1 15,0 0-1-15,0 0-5 0,-1-1-5 0,0-1-8 16,1 0-8-16,-1-2-3 0,8-1-12 0,-14 4-17 16,4-2-8-16,1-2-15 0,-3 0-24 0,12 0-10 15,-14 0-13-15,4 0-16 0,10 0-19 0,-13 0-118 16,5 0-300-16,8 0 133 0</inkml:trace>
  <inkml:trace contextRef="#ctx0" brushRef="#br0" timeOffset="214716.69">7067 9233 12 0,'0'0'157'0,"0"0"-9"0,0 0-1 16,0 0-15-16,2-8 0 0,-2 8-10 15,0 0-11-15,0 0-5 0,0 0-6 0,0 0-6 0,0 0-7 16,0 0-11-16,0 0-9 0,0 0-8 0,0 0-3 16,0 0-13-16,0 0-3 0,0 0-6 0,0 0 2 15,0 0 4-15,0 0-12 0,0 0 0 0,0 0 5 16,0 0-1-16,2 24 4 0,-2-24 1 0,1 7 1 15,-1-7 0-15,0 0-13 0,1 11 7 0,-1-11-4 16,1 6 3-16,-1-6 0 0,2 8-1 0,-2-8 4 16,1 9-3-16,-1-9 0 0,0 9-2 0,0-9-3 15,1 10 3-15,-1-3 4 0,2 0 2 0,-2-7-1 16,1 12-3-16,0-5-4 0,-1-7 3 0,1 13-5 16,-1-5-2-16,2 0-2 0,-2-8-6 15,0 13 5-15,1-6-4 0,-1-7-2 0,1 14-3 16,-2-9 4-16,1-5-6 0,3 12 2 0,-2-6-3 0,-1-6-1 15,0 13 7-15,1-8-4 0,-1-5-4 0,2 9 5 16,-2-9-3-16,0 8 1 0,0-8 2 0,0 0 4 16,2 9-2-16,-2-9 1 0,0 0 6 0,0 6 0 15,0-6 2-15,0 0 5 0,0 0 3 0,0 0 2 16,0 0 1-16,0 0 3 0,0 0 0 0,0 0 3 16,0 0 13-16,0 0-8 0,0 0-1 0,0 0-5 15,0 0 0-15,0 0-2 0,0 0-4 0,0 0-2 16,0 0-4-16,0 0-1 0,0 0-2 0,-2-25-7 15,2 25 1-15,1-17-6 0,0 10 1 0,2-3-4 16,0 1 1-16,0-2-1 0,1 2 1 0,0-3-1 16,-1-1-3-16,1 5 2 0,1-2 7 0,2-1-9 15,-1-1-2-15,-1 3-3 0,3-2-2 0,-3 1 1 16,4-1 1-16,-1 2 0 0,-1-2-2 0,1 3 6 16,1-1-4-16,-3 2-1 0,1-1 0 0,-1-1-1 15,2 0 3-15,-1 2 11 0,0-3-12 0,-1 1-2 16,1 4 2-16,-1-4-3 0,-1 3 3 0,-1 2 0 15,1-3 1-15,-5 7 1 0,8-8 3 0,-8 8-10 16,9-7 18-16,-7 3-14 0,-2 4 0 0,4-8 1 16,-4 8 0-16,4-5 0 0,-4 5 1 0,5-6-1 15,-5 6-1-15,5-8 7 0,-5 8-6 0,3-4 11 16,-3 4 3-16,0 0 2 0,5-7 0 0,-5 7 7 0,0 0 1 16,0 0 0-16,4-6-1 0,-4 6 10 0,0 0-12 15,0 0 4-15,0 0-2 0,0 0-6 16,0 0 2-16,0 0-2 0,0 0 0 0,0 0-5 15,0 0 1-15,0 0-1 0,0 0 2 0,0 0-2 0,2-6 1 16,-2 6-5-16,0 0 1 0,0 0-2 0,0 0 3 16,0 0-13-16,0 0 7 0,0 0-2 0,0 0 10 15,0 0-18-15,0 0 3 0,0 0 0 0,0 0 0 16,0 0-2-16,0 0 2 0,0 0-4 0,0 0 6 16,0 0-1-16,0 0-2 0,0 0-3 0,4 20 0 15,-3-14 1-15,-1-6 3 0,3 11 12 0,-1-2-13 16,0 3-3-16,0-2 3 0,0 3 3 0,0 3 5 15,-2-3-3-15,1 5 7 0,2 0 2 0,-3-2-6 16,4 2 2-16,-3-2-1 0,1 1 5 0,0-1-6 16,0 0-3-16,0-5 3 0,-1 5-3 0,0-4 5 15,1 0-2-15,-2 0 0 0,1-2 3 0,1 0-2 16,0 1-3-16,-2-2 4 0,1-1 0 0,0-1 7 16,2 1-8-16,-3-8-4 0,1 10 7 0,0-5-4 15,-1-5-1-15,5 10-3 0,-5-10-19 0,4 6-19 16,-4-6-24-16,3 5-32 0,-3-5-37 0,4 7-41 15,-4-7-48-15,2 5-40 0,-2-5-47 0,0 0-189 16,1 8-535-16,-1-8 237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4:52:19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16542 12167 20 0,'0'0'20'0,"0"0"-7"0,0 0 2 16,0 0 1-16,0 0-2 0,0 0-1 15,0 0-3-15,0 0-1 0,0 0-2 0,0 0-1 0,0 0 3 16,0 0-1-16,0 0-2 0,0 0 2 0,0 0-2 16,0 0-4-16,0 0 7 0,0 0-10 0,0 0 7 15,0 0-5-15,0 0 4 0,0 0-3 0,0 0 5 16,0 0-6-16,0 0 3 0,0 0-4 0,0 0 2 16,0 0 6-16,0 0 1 0,0 0 3 0,0 0-6 15,0 0 2-15,0 0 6 0,0 0-1 0,0 0-3 16,0 0 1-16,0 0-2 0,0 0-1 0,0 0-8 15,0 0 2-15,0 0-3 0,0 0 0 0,0 0-12 16,0 0-5-16,0 0-6 0,0 0-22 0,0 0-48 16,0 0 21-16</inkml:trace>
  <inkml:trace contextRef="#ctx0" brushRef="#br0" timeOffset="18273.77">15684 10574 27 0,'0'0'54'0,"0"0"1"0,0 0-13 0,0 0-6 0,0 0-11 15,-4-6-14-15,4 6-20 0,0 0-32 0,0 0-43 16,0 0 20-16</inkml:trace>
  <inkml:trace contextRef="#ctx0" brushRef="#br0" timeOffset="19807.46">11145 12182 28 0,'0'0'31'0,"0"0"-2"0,0 0-4 16,0 0-1-16,0 0 1 0,0 0-7 0,0 0 6 15,0 0-4-15,0 0-5 0,0 0 5 0,0 0-2 16,0 0 3-16,0 0-10 0,0 0 2 0,0 0-7 15,0 0 3-15,0 0-2 0,0 0 2 0,0 0 1 16,0 0-5-16,0 0 1 0,0 0-4 0,0 0 5 16,0 0-2-16,0 0-5 0,0 0 4 0,0 0-2 15,0 0 0-15,0 0 3 0,0 0-4 0,0 0 2 16,0 0 1-16,0 0-2 0,0 0-2 0,0 0 3 16,0 0-4-16,0 0 0 0,0 0 1 0,0 0-2 15,0 0 0-15,0 0-1 0,0 0 4 0,0 0-2 0,0 0-2 16,0 0 2-16,0 0 1 0,0 0 2 15,-23 0-2-15,23 0-2 0,0 0-3 0,0 0 5 0,0 0 3 16,0 0-2-16,0 0 1 0,0 0 1 16,0 0-6-16,0 0 7 0,0 0-2 0,0 0 0 15,0 0-1-15,0 0-4 0,0 0 3 0,0 0-4 0,0 0 1 16,0 0-4-16,0 0-2 0,0 0-4 16,0 8 0-16,0-8-3 0,0 0-7 0,0 0-31 15,0 0-58-15,0 0 26 0</inkml:trace>
  <inkml:trace contextRef="#ctx0" brushRef="#br0" timeOffset="21299.41">16557 12150 39 0,'0'0'56'0,"0"0"-6"0,0 0-2 0,0 0-11 15,0 0-5-15,0 0-7 0,0 0-6 0,0 0-10 16,0 0-4-16,0 0-15 0,0 0-5 0,0 0-5 16,0 0-6-16,0 0-16 0,0 0-45 0,0 0 21 15</inkml:trace>
  <inkml:trace contextRef="#ctx0" brushRef="#br0" timeOffset="58370.77">16920 14508 10 0,'0'0'29'0,"0"0"5"16,-2-6 1-16,2 6-8 0,0 0 10 0,0 0 0 16,0 0 1-16,-6-8-1 0,6 8 6 0,0 0 3 15,0 0-8-15,-2-6 0 0,2 6 0 0,0 0-2 16,0 0-8-16,-4-7 3 0,4 7-8 0,0 0 0 16,0 0-1-16,-4-8 0 0,4 8-8 0,0 0 4 15,0 0-7-15,-3-7 9 0,3 7 5 0,0 0-6 16,0 0-4-16,0 0 6 0,-3-7 5 0,3 7 0 15,0 0-7-15,0 0 4 0,0 0-2 0,-5-9-1 16,5 9-2-16,0 0-4 0,0 0-6 0,-2-6 3 16,2 6 7-16,0 0-1 0,0 0-18 0,0 0 16 15,-1-9 7-15,1 9-10 0,0 0 0 0,0 0 4 16,0 0-7-16,0 0-1 0,0 0-3 0,0-9 1 16,0 9 1-16,0 0-6 0,0 0-2 15,0 0 2-15,0 0 1 0,0 0-3 0,0 0 2 0,0 0-3 16,0 0 2-16,0 0 5 0,0 0-8 0,0 0 1 15,0 0 2-15,0 0-6 0,0 0 6 0,0 0-11 16,0 0 14-16,0 0-3 0,0 0 3 0,0 0-3 16,0 0-3-16,0 0 0 0,0 0-1 0,0 0 11 15,0 0-12-15,0 0 2 0,0 0-6 0,0 0 9 16,0 0-8-16,0 0 6 0,0 0 6 0,0 0 4 16,0 0-2-16,0 0-2 0,0 0 6 0,0 0-12 15,0 0 17-15,0 0-2 0,0 0 4 0,0 0-10 16,10 19 6-16,-10-19 9 0,4 5-10 0,-4-5-7 15,3 7-2-15,-3-7 11 0,1 8-11 0,-1-8 8 16,0 0 8-16,4 4 0 0,-4-4-5 0,0 0-3 16,2 7-1-16,-2-7-7 0,0 0 5 0,0 0-7 15,2 8 5-15,-2-8 5 0,0 0-6 0,0 0 1 16,0 0 5-16,0 0-8 0,1 6 5 0,-1-6-4 16,0 0 1-16,0 0-2 0,0 0 2 0,0 0 7 15,0 0-1-15,4 5-4 0,-4-5 7 0,0 0-1 16,0 0 3-16,1 10 1 0,-1-10 3 0,0 0-12 15,1 8 1-15,-1-8 13 0,0 8-14 0,0-8 10 16,0 0 1-16,3 9-7 0,-3-9 5 0,1 7-11 16,-1-7-1-16,0 0 7 0,3 10-7 0,-3-10 3 15,0 9 4-15,0-9-1 0,1 7-2 0,-1-7 4 16,1 8-2-16,-1-8-1 0,0 0 2 0,1 11-2 16,-1-11-2-16,0 9 0 0,0-9 2 0,2 8 1 15,-2-8-1-15,0 9 2 0,2-4 3 0,-2-5-4 16,0 0 3-16,0 14 4 0,0-14-6 0,2 9 3 15,-2-9-2-15,0 0-1 0,-2 11-2 0,2-11-1 16,0 9 1-16,0-9 0 0,2 9 2 0,-2-9-5 16,0 10 7-16,0-10-8 0,1 6 2 0,-1-6-2 15,0 9 2-15,0-9 5 0,1 8-8 0,-1-8 0 16,3 7 0-16,-3-7 4 0,0 7 0 0,0-7 2 16,2 9-7-16,-2-9 3 0,3 7 3 0,-3-7 0 15,1 9 0-15,-1-9 2 0,3 10 0 0,-3-10-4 16,1 8-1-16,-1-8 3 0,0 9-3 0,4-3 3 15,-4-6-5-15,0 11 10 0,1-3-7 0,-1-8 0 16,1 12 1-16,1-8 0 0,-2-4 2 0,-2 10-5 16,2-10-1-16,0 9 4 0,0-9-3 0,0 10 5 15,0-10-7-15,0 11 9 0,2-5-11 0,-2-6 10 16,2 11-1-16,-2-11-3 0,0 8 1 0,0-8-4 16,-1 9 4-16,1-9-6 0,1 10 2 0,-1-10-2 15,1 9 2-15,-1-9-2 0,0 9 0 0,0-9-1 16,2 9 2-16,-2-9 2 0,0 7 0 0,0-7-3 15,0 8 1-15,0-8 4 0,0 9 2 0,0-9 1 16,-2 10-5-16,2-10 4 0,-1 9-1 0,1-9-1 16,3 7 5-16,-3-7-8 0,0 9 0 0,0-9-2 15,0 0 4-15,-3 9-3 0,3-9-1 0,0 0 2 16,1 9-3-16,-1-9-1 0,0 0 5 0,-1 10 0 16,1-10 2-16,0 0 6 0,0 0-4 0,1 10-5 15,-1-10-3-15,0 0 1 0,0 0 0 0,0 0-1 16,0 6 1-16,0-6-3 0,0 0 8 0,0 0-1 15,0 0-1-15,0 0-2 0,0 0 3 0,0 0 4 16,0 0 0-16,0 0 0 0,0 0-1 0,0 0-3 16,0 0 2-16,0 0-1 0,0 0-2 0,0 0 2 15,-11-17-5-15,11 17-7 0,-4-16-10 0,0 7-12 16,3-2-6-16,-2 0-5 0,2 0-7 0,-3-1-18 16,2 1 0-16,-2-5-16 0,1 4-2 0,1-1 0 15,-2-1-12-15,2 1 7 0,0 1 1 0,0 1 1 16,-2-2-6-16,2 1 5 0,-1 0-9 0,1 0 10 15,-2 0 0-15,2 1 23 0,-1 1-13 0,0-1-7 16,0-1 1-16,1 1-8 0,-1-1 5 16,0 2-78-16,0-1-173 0,-1 0 77 0</inkml:trace>
  <inkml:trace contextRef="#ctx0" brushRef="#br0" timeOffset="58675.57">16809 14388 60 0,'0'0'72'0,"0"0"1"16,2-12-9-16,-2 12-7 0,0 0 3 0,3-10-11 15,-3 10-8-15,0 0-9 0,0 0 10 0,2-10-10 16,-2 10-3-16,0 0 0 0,0 0-8 0,0 0 2 0,0 0-9 16,0 0 0-16,0-11 2 0,0 11-6 15,0 0-11-15,0 0 6 0,0 0-8 0,0 0-1 16,0 0-10-16,0 0-8 0,0 0-16 0,0 0-12 16,0 0-10-16,0 0-33 0,0 0-99 0,0 0 45 15</inkml:trace>
  <inkml:trace contextRef="#ctx0" brushRef="#br0" timeOffset="59376">16865 14405 4 0,'0'0'64'16,"0"0"-6"-16,0 0 4 0,0 0 2 0,0 0-6 16,0 0 2-16,0 0-10 0,0 0 1 0,0 0-5 15,0 0-3-15,0 0 5 0,0 0-7 0,0 0-6 16,0 0-6-16,0 0-5 0,0 0 4 0,0 0-5 16,0 0 2-16,0 0-3 0,0 0 1 0,0 0-8 15,0 0-2-15,0 0 13 0,0 0-9 0,0 0 12 16,0 0 1-16,0 0 7 0,0 0-1 0,0 0-2 15,0 0 8-15,4 27-4 0,-4-27-6 0,2 15 9 16,1-6-6-16,0 1 2 0,-2 0-1 0,1 0 0 16,1-1-7-16,0 1 2 0,-1 0-1 0,-1 2 4 15,1-2-2-15,1 1-1 0,1 0 0 0,-3-1-3 16,2 3 3-16,0-2-8 0,-2 0 6 0,1-2-1 16,1 1 2-16,-3-10-9 0,1 16 11 0,3-8-13 15,-2 2 7-15,-5-2-5 0,6-1-2 0,-3 2 0 16,1 0 0-16,0-1 1 0,-1 1-3 0,0 1 4 15,1-1 1-15,2-4-8 0,-7 4 3 0,4-9 2 16,-1 13-3-16,2-7 3 0,0 2-3 16,-1-8 2-16,4 12-4 0,-3-5 3 0,-1 0-2 0,0-7 1 15,4 12 0-15,-4-5-3 0,0-7 2 0,0 12-6 16,0-12 2-16,-1 11 1 0,1-11 0 0,1 10-2 16,0-4 1-16,-1-6 3 0,2 12-1 0,-2-12-3 15,0 10 1-15,0-4 4 0,0-6 1 0,1 14-3 16,0-9-1-16,-1-5 0 0,0 13-1 0,2-6 1 15,-2 0-1-15,0-7 0 0,1 15-4 0,0-6 3 16,-2 1-1-16,5-3-3 0,-3 0 2 0,0 2 2 16,1-2 0-16,-2-7 2 0,2 12-1 0,-2-6-6 15,3 0 4-15,-3-6-1 0,0 10-1 0,0-10 0 16,5 9-2-16,-4-5-2 0,-1-4 0 16,0 0 3-16,1 8 0 0,-1-8-3 0,0 0 0 15,0 0 2-15,0 0 4 0,0 0-3 0,0 0-2 0,2 9 3 16,-2-9-2-16,0 0 2 0,0 0-2 0,0 0-10 15,0 0-14-15,0 0-16 0,0 0-32 0,0 0-29 16,0 0-19-16,0 0-15 0,0 0-22 16,-3-27-25-16,3 27-138 0,-4-13-341 0,4 13 152 15</inkml:trace>
  <inkml:trace contextRef="#ctx0" brushRef="#br0" timeOffset="59862.71">16837 14490 39 0,'-9'-5'100'0,"9"5"5"0,0 0-5 0,0 0-4 16,-6-6-6-16,6 6-2 0,0 0-2 0,0 0-6 16,0 0-14-16,0 0 9 0,0 0-7 0,0 0-9 15,-7-7-6-15,7 7-6 0,0 0-4 0,0 0-6 16,0 0-2-16,0 0-2 0,0 0 12 0,0 0-18 16,0 0 4-16,0 0-8 0,0 25 10 0,0-25-3 15,4 16 4-15,-1-5 2 0,-1 1-2 0,1-1 0 16,-2 0-2-16,3 0-1 0,-3 2-1 0,2-2-6 15,-1 1 9-15,1 1-6 0,2 2-7 0,-4-4 2 16,4 4 1-16,-2-4 2 0,-1 1-8 0,1 2 2 16,1-3 5-16,-1 0-5 0,0 1-2 0,1-3 3 15,-3 2-2-15,2 0 3 0,1-2-4 0,-3 0-1 16,2 1 2-16,-3-4-4 0,2 4 1 0,-2-3-4 16,0-7 2-16,3 12-2 0,-3-6-2 0,0-6-3 15,2 9 1-15,-2-9-3 0,3 6 5 0,-3-6-3 16,1 8 2-16,-1-8 0 0,2 6-14 0,-2-6-16 15,0 0-20-15,0 0-24 0,0 0-23 0,0 0-36 16,-2 17-25-16,2-17-138 0,-1 4-310 0,1-4 138 16</inkml:trace>
  <inkml:trace contextRef="#ctx0" brushRef="#br0" timeOffset="60681.51">16851 15083 5 0,'0'0'56'0,"-9"2"6"15,9-2-2-15,-10 1-10 0,10-1 4 0,-10 0 1 16,10 0-3-16,-12 0-2 0,12 0-4 0,-13 3 2 16,13-3 1-16,-11 1-6 0,6 0-1 0,-3 1 4 15,8-2-8-15,-15 1 0 0,7-1 2 0,8 0-4 16,-13 1 10-16,13-1 11 0,-10 2-8 0,10-2-3 16,-12 1 1-16,12-1-7 0,-10 0 13 0,10 0-4 15,-11 0 1-15,11 0 3 0,-8 0 0 0,8 0 0 16,0 0-2-16,0 0-6 0,0 0-1 0,0 0-2 15,-11-1-7-15,11 1-1 0,0 0-3 0,0 0-4 16,0 0-4-16,0 0-3 0,0 0 6 0,0 0 20 16,0 0-7-16,0 0-4 0,25-11-2 0,-12 7-8 15,0-1 5-15,3-3-6 0,4 2 0 0,8 0-4 16,1-6 11-16,-2 3-9 0,4 0 1 0,-3-2-4 16,1 2-1-16,-1-1-2 0,0 1-2 0,0-2 0 15,-8 3 0-15,0-1-1 0,-2 4 3 0,0-1-5 16,0 2 0-16,-7-1-1 0,0 2-1 0,0 0-1 15,-5 0 0-15,2 1 0 0,-8 2 3 0,11-3-5 16,-7 0-1-16,-4 3-1 0,8-1 3 0,-8 1-1 16,0 0-1-16,9-2-2 0,-9 2-2 0,0 0 2 15,0 0-1-15,0 0 1 0,0 0 0 0,0 0-12 16,0 0-14-16,0 0-28 0,-9 20-29 0,5-15-39 16,-1 1-27-16,-3 3-30 0,2 0-131 15,-2-1-332-15,2 0 146 0</inkml:trace>
  <inkml:trace contextRef="#ctx0" brushRef="#br0" timeOffset="61072.58">16855 15180 178 0,'-9'2'182'0,"9"-2"-5"0,0 0-11 0,-8 0-10 0,8 0-12 15,0 0-11-15,0 0-4 0,0 0-12 0,0 0-7 16,0 0-9-16,0 0-8 0,0 0-10 0,0 0-11 16,-9 1-5-16,9-1-3 0,0 0-9 15,0 0-7-15,0 0 2 0,0 0-12 0,0 0 6 16,0 0-8-16,0 0-4 0,0 0 0 0,31-8-3 16,-18 3 2-16,-2 0-4 0,6-1 2 0,1 0 0 0,0 0 1 15,-2-1-1-15,1-1-1 0,-6 5-2 0,6-4 4 16,-2 0-7-16,-2 0 1 0,-1 3 0 15,-1-2-4-15,-1-1-1 0,-1 4-2 0,1 0-2 16,-3 0-1-16,-1 0-1 0,2 0-3 0,-8 3-1 16,10-3 2-16,-5 0-2 0,-5 3-1 0,5-4-2 15,-5 4-1-15,0 0-2 0,0 0-1 0,8-3 1 16,-8 3-2-16,0 0-19 0,0 0-13 0,0 0-8 16,0 0-11-16,0 0-36 0,0 0-22 0,0 0-23 15,0 13-25-15,0-13-21 0,0 0-6 0,-8 12-126 16,4-7-335-16,1 0 148 0</inkml:trace>
  <inkml:trace contextRef="#ctx0" brushRef="#br0" timeOffset="61346.81">16966 15228 2 0,'0'0'134'0,"-5"6"-3"0,5-6-4 0,0 0-7 15,-8 6-8-15,8-6-4 0,0 0-5 0,0 0-6 16,-5 3-8-16,5-3 0 0,0 0-9 0,0 0 0 16,0 0-7-16,0 0-2 0,0 0 2 0,0 0 3 15,0 0 0-15,0 0 0 0,24-9-5 0,-17 8-2 16,4-5-12-16,0 1-3 0,-1 0-4 0,1-1-4 16,1-1-4-16,-2 2-5 0,1 0-3 0,-2 0-5 15,2 1-4-15,-1 1-4 0,-2 1-16 0,-2-2-30 16,-6 4-26-16,11-3-35 0,-11 3-28 0,9 0-25 15,-9 0-31-15,0 0-109 0,0 0-302 0,7 7 134 16</inkml:trace>
  <inkml:trace contextRef="#ctx0" brushRef="#br0" timeOffset="61538.13">16933 15327 150 0,'0'0'169'0,"0"0"-11"0,0 0-12 16,0 0-9-16,0 0-13 0,0 0-1 0,0 0-24 16,19-12-7-16,-10 6-12 0,0 1-6 0,1 0-10 15,0 1-19-15,2-1-34 0,-2 0-38 0,4 0-49 16,-2 1-48-16,0-1-84 0,-3 0-225 16,-1 1 100-16</inkml:trace>
  <inkml:trace contextRef="#ctx0" brushRef="#br0" timeOffset="72890.59">16908 14669 27 0,'0'0'49'0,"0"0"-8"15,0 0 0-15,0 0-4 0,0 0-10 0,0 0 1 0,0 0 0 16,-3-7-6-16,3 7-10 0,0 0-3 0,0 0-10 16,0 0-7-16,0 0-5 0,0 0-8 15,0 0-26-15,0 0-50 0,0 0 22 0</inkml:trace>
  <inkml:trace contextRef="#ctx0" brushRef="#br0" timeOffset="88361.13">16910 14389 2 0,'0'0'4'0,"0"0"4"0,0 0-2 15,0 0-2-15,0 0 3 0,0 0 2 0,0 0-7 16,0 0-3-16,0 0 5 0,0 0 1 0,-4-7-8 16,4 7 4-16,0 0 3 0,0 0 5 0,-3-7-3 15,3 7-1-15,0 0-4 0,-2-6 2 0,2 6-4 16,0 0 8-16,0 0-7 0,-3-12 3 0,3 12 0 15,-2-4 4-15,2 4-2 0,0 0 4 0,0 0-3 16,-5-8-3-16,5 8 4 0,0 0-3 0,0 0-7 16,-5-5 4-16,5 5 4 0,0 0 0 0,0 0 0 15,0 0-3-15,-6-4 4 0,6 4-2 0,0 0 0 16,0 0-1-16,0 0 1 0,0 0 0 0,0 0 0 16,0 0-6-16,0 0-2 0,0 0 6 0,0 0-4 15,0 0 3-15,0 0-3 0,0 0 4 0,0 0 1 16,0 0-1-16,0 0 1 0,0 0 1 0,0 0-7 15,0 0 2-15,0 0 0 0,0 0 3 0,0 0-1 16,0 0-2-16,0 0-1 0,0 0-1 0,0 0 8 16,0 0-1-16,0 0-8 0,0 0 7 0,0 0-6 15,0 0 18-15,0 0-14 0,0 0-2 0,0 0 3 16,0 0-6-16,0 0 1 0,0 0 1 0,0 0 0 16,0 0 0-16,0 0 1 0,0 0-1 0,0 0-3 15,0 0 8-15,0 0-9 0,0 0 7 0,16 13-1 16,-16-13 0-16,0 0 0 0,0 11 2 0,0-11-3 15,2 9 0-15,-2-9 3 0,-1 7 2 16,1-7 4-16,1 16-6 0,-1-11 8 0,0-5-2 0,1 15-4 16,-1-10 7-16,0 4-9 0,2 0 4 0,-4 0 0 15,5 1-3-15,-4-2 7 0,1 1-7 0,0 1 3 16,1 0 2-16,-1 1-2 0,1-4 3 0,1 3-5 16,-2 1 1-16,2-2 2 0,-2 0-1 0,1 1 2 15,-1 0-1-15,2 1-5 0,-4-4 2 0,4 3-2 16,-1-1 6-16,-1-1-5 0,1 1 9 0,1-3-9 15,-1 2 3-15,-1-8 1 0,5 11-4 0,-4-4 0 16,4 2-4-16,-3-3 6 0,-1 2 1 0,0-2-7 16,0 2 7-16,-1-1-5 0,3-1 1 0,-2 1 0 15,-1-7 2-15,2 12 1 0,-1-5-1 0,-1-7-4 16,0 10 4-16,0-10-2 0,0 10 3 0,0-10 0 16,0 7-6-16,0-7 4 0,0 0 1 0,0 9 3 15,0-9-8-15,0 0 5 0,0 0-8 0,0 0 4 16,-1 9 3-16,1-9-5 0,0 0-5 0,0 0-4 15,0 0-1-15,3 8-15 0,-3-8 1 0,0 0-8 16,0 0-19-16,3 6-56 0,-3-6 25 16</inkml:trace>
  <inkml:trace contextRef="#ctx0" brushRef="#br0" timeOffset="101115.19">20691 10214 1 0,'0'0'16'0,"12"-3"-5"16,-3 2-9-16,-9 1-7 0,11-3-6 16,-6 1 2-16</inkml:trace>
  <inkml:trace contextRef="#ctx0" brushRef="#br0" timeOffset="123368.61">17008 12749 16 0,'0'0'20'0,"0"0"-2"0,0 0 0 15,0 0-3-15,0 0-4 0,0 0 0 0,0 0-3 16,0 0-1-16,0 0-13 0,0 0-14 0,0 0-22 16,0 0 11-16</inkml:trace>
  <inkml:trace contextRef="#ctx0" brushRef="#br0" timeOffset="196108.18">25024 11690 13 0,'0'0'54'0,"0"0"-1"0,0 0-2 0,0 0-5 15,0 0-2-15,0 0 0 0,0 0-5 0,0 0 0 16,0 0-6-16,0 0-2 0,0 0-3 0,0 0-3 0,0 0 7 16,0 0 3-16,0 0-2 0,0 0-11 0,0 0 9 15,0 0-3-15,0 0-3 0,0 0 1 16,0 0-7-16,0 0 9 0,0 0 1 0,0 0-5 16,0 0 8-16,0 0-10 0,0 0 7 0,0 0-3 15,0 0-1-15,0 0-1 0,0 0 2 0,0 0-8 16,0 0 8-16,0 0-8 0,0 0 1 0,0 0 0 0,0 0-6 15,0 0-8-15,0 0 12 0,0 0 5 0,0 0-13 16,0 0-6-16,0 0 6 0,0 0-4 16,0 0 1-16,0 0 2 0,0 0-1 0,0 0 14 0,0 0-18 15,0 0-3-15,0 0 0 0,0 0 5 0,0 0 1 16,0 0 0-16,0 0 0 0,0 0-3 0,0 0-1 16,0 0-1-16,0 0 0 0,0 0 3 15,-21 4-1-15,21-4-6 0,0 0 19 0,0 0-17 0,0 0 8 16,0 0 1-16,0 0 7 0,0 0-13 0,0 0 5 15,0 0 13-15,0 0-10 0,0 0 7 0,0 0 7 16,0 0 1-16,0 0 2 0,-4-4-1 0,4 4 5 16,0 0-3-16,0 0 5 0,0 0 4 0,-6-5 2 15,6 5-4-15,0 0-1 0,-6-7 0 0,6 7-4 16,-7-3-1-16,7 3-5 0,-5-4 9 0,5 4-1 16,0 0 2-16,-8-8-4 0,8 8-1 0,-7-5-1 15,7 5-2-15,-8-5-4 0,8 5 3 0,-5-7 4 16,5 7-1-16,-5-4 11 0,5 4-6 0,0 0-1 15,-5-7-3-15,5 7-2 0,0 0-4 0,0 0-2 16,0 0-3-16,0 0-1 0,-3-5-1 0,3 5-6 16,0 0-2-16,0 0-3 0,0 0 1 0,0 0 0 15,0 0-2-15,0 0-2 0,0 0 3 0,0 0-2 16,0 0-6-16,0 20 3 0,0-20 4 0,3 15-3 16,-2-5 1-16,2 0 2 0,-1 0-3 0,2 2-2 0,-1-1 2 15,1 1 0-15,-2 4-3 0,2 0-1 16,2-1 20-16,-2 1-1 0,1-1-1 0,0 1-2 15,1 0 1-15,2-1-1 0,-3 1-1 0,1-2-2 16,1 2 1-16,-3-3 0 0,6 1-2 0,-7-2 0 16,1 1-2-16,2 2-3 0,-1-1 3 0,1-2-4 0,0-2 2 15,-3 2 6-15,3-1-9 0,-2-1 0 16,2 2 5-16,-3-3-4 0,2 1 0 0,1 0 0 0,-4-1-1 16,2-1-2-16,1 1 1 0,-3-2 2 15,2-1 0-15,0-1 1 0,-4-5-2 0,6 10 3 0,-2-5-3 16,-1-1-2-16,1 1 5 0,-4-5-5 0,4 5 2 15,-4-5 4-15,4 4-4 0,-4-4 11 16,0 0 5-16,5 5 4 0,-5-5 2 0,0 0 2 0,0 0-4 16,0 0 0-16,0 0-2 0,9-16-1 15,-8 9 2-15,3-3-3 0,-4 0-2 0,3 0-2 0,1-4-3 16,-2-2 3-16,3-2-3 0,-1 0-1 0,0-1 0 16,1-5-1-16,-1 6 5 0,1-1-2 15,-1 1 2-15,-2-7-7 0,2 5 0 0,-1 1 1 16,-1-1 2-16,3-4-3 0,-3 3 1 0,0 3 0 15,-1-1 0-15,1 2-2 0,0 0 1 0,1 0 0 0,-3 5 5 16,1 2-4-16,-1 0 3 0,0 1 1 0,0 2-1 16,0 7-2-16,1-11 2 0,2 6-5 0,-3 5 1 15,0 0-4-15,0-11 1 0,0 11 0 16,1-7-1-16,-1 7-2 0,0 0 2 0,0 0-5 0,0 0 2 16,2-8-1-16,-2 8-2 0,0 0-1 0,0 0-6 15,0 0-11-15,0 0-12 0,0 0-9 0,0 0-14 16,0 0-15-16,0 0-19 0,0 0-19 0,0 0-28 15,0 0-28-15,0 0-23 0,0 0-33 0,2 26-130 16,-2-26-378-16,0 13 167 0</inkml:trace>
  <inkml:trace contextRef="#ctx0" brushRef="#br0" timeOffset="196523.17">25495 12052 157 0,'0'0'176'0,"0"-11"2"0,0 11 0 15,-2-9-3-15,2 9-10 0,-2-9-12 0,2 9-13 16,-5-7-12-16,5 7-13 0,-6-5-13 0,6 5-5 16,-9-2-13-16,9 2-5 0,0 0-10 0,-15 5 2 15,5 0-4-15,1 3-5 0,-2-2-6 0,1 4 1 16,-1 1-1-16,-1 3 0 0,-1 1-5 0,3 0-6 16,0 0-3-16,1 1-5 0,1-2 2 0,1-4-8 15,3 2-4-15,-2-2 0 0,4 1-6 0,2 1 0 16,0-1-4-16,0 0 5 0,2-1-8 0,-1-3 3 15,6 1-2-15,-2-2 0 0,3 0 1 0,0 1-3 16,4-2 0-16,1 1-6 0,6-3-18 0,-4-3-28 16,4 2-27-16,-2-1-38 0,1-1-34 0,-6-1-29 15,2-1-37-15,-1-1-160 0,-2-1-394 0,-2-2 175 16</inkml:trace>
  <inkml:trace contextRef="#ctx0" brushRef="#br0" timeOffset="196787.74">25699 12050 81 0,'0'0'227'0,"3"-7"-3"0,-3 7-3 15,2-10 0-15,-2 10-3 0,2-6-11 0,-2 6-17 16,0 0-22-16,1-8-17 0,-1 8-18 0,0 0-15 16,0 0-12-16,0 0-11 0,0 0-11 0,0 0-6 15,0 0-6-15,0 0-5 0,8 27-5 0,-8-16-9 16,0 5-4-16,0 0-5 0,0-2-5 0,0 4 1 15,1-2-8-15,-1 2-4 0,2 0-1 0,0 0-2 16,-2 0-2-16,0-2 2 0,4 0-6 0,-4-2-3 16,2-4-7-16,-1 3-13 0,0-1-22 0,3-3-21 15,-4 1-24-15,2 0-36 0,-2-1-39 0,2-2-41 16,-2-7-29-16,2 14-176 0,-2-14-423 0,2 5 187 16</inkml:trace>
  <inkml:trace contextRef="#ctx0" brushRef="#br0" timeOffset="197270.66">25732 12030 31 0,'0'0'211'0,"0"-11"-4"16,0 11-17-16,2-8-7 0,2 2-12 0,-4 6-9 15,9-10-9-15,0 5-10 0,3 0-12 0,-2 1-10 16,1 1-12-16,1 1-11 0,-1 2-6 0,3 0-11 15,-3 2-2-15,0 1-10 0,-1-1-8 0,0 3-5 16,-1 2-5-16,-2 2-7 0,0 0 1 0,-1 1-5 16,-4 2-5-16,1 2-2 0,-3-1-2 0,-4 1-3 15,1 0-2-15,-1 3-3 0,-4-7-2 0,4 0-1 16,-3 0 0-16,5 1-5 0,-4-3 0 0,0-2-6 16,0 3 4-16,6-5-1 0,-5 2-4 0,5-6-2 15,-4 6-2-15,4-6 2 0,0 0-1 0,-2 7 2 16,2-7 0-16,0 0-2 0,0 0 1 0,11 7 0 15,-11-7-3-15,14 0 1 0,-5 0-1 0,5 0 1 16,-5 0-4-16,3 2 3 0,1-1-1 0,-1 0-2 16,-1 1 0-16,1 2 2 0,-3-1-3 0,0 1 3 15,2-1-3-15,-2 2 1 0,0 2-2 0,0 0-1 16,-4 2 6-16,-1-1-4 0,0-2 0 0,-1 3 1 16,-3 0-1-16,0-9 0 0,-3 16 2 0,-1-8 3 15,-2 1 0-15,-4-1 1 0,-1 2-3 0,-2-2 3 16,1-1 0-16,-3 0 1 0,-1-1-3 0,3-1 2 15,-2-1 1-15,5-2 0 0,-3 0-3 0,-1 1 1 16,3-2 4-16,2-1-14 0,0 0-14 0,9 0-12 16,-13-1-12-16,13 1-44 0,-13-4-32 0,13 4-48 15,-4-7-39-15,4 7-174 0,0-11-413 0,0 11 182 16</inkml:trace>
  <inkml:trace contextRef="#ctx0" brushRef="#br0" timeOffset="197496.34">26362 12004 256 0,'0'0'257'0,"0"0"-5"16,0-6-12-16,0 6-12 0,0 0-23 0,0 0-20 15,0 0-19-15,0 0-16 0,5-7-11 0,-5 7-19 0,8-1-9 16,2-1-13-16,-1-1-10 0,0 1-21 15,0 1-22-15,0-1-32 0,2 2-34 0,-2-2-51 16,2 2-46-16,-2-2-47 0,3 1-35 0,-12 1-141 16,13 0-370-16,-7 0 165 0</inkml:trace>
  <inkml:trace contextRef="#ctx0" brushRef="#br0" timeOffset="197685.03">26419 12066 14 0,'-5'3'237'0,"5"-3"-1"0,-9 2 1 16,9-2-4-16,-5 4-9 0,5-4-17 0,0 0-19 0,0 0-22 16,-4 4-14-16,4-4-13 0,0 0-13 15,0 0-13-15,0 0-14 0,0 0-8 0,0 0-5 16,23 6-15-16,-15-5-27 0,1-1-33 0,5 0-42 0,-3-1-52 16,3-1-57-16,-1 1-50 0,1 0-182 0,3-4-403 15,-3 2 178-15</inkml:trace>
  <inkml:trace contextRef="#ctx0" brushRef="#br0" timeOffset="199365.45">26818 11703 132 0,'0'0'182'0,"-4"-11"-6"0,4 11-2 16,-2-11-8-16,0 8-7 0,2 3-12 15,-4-10-3-15,4 10-15 0,-2-6-15 0,2 6-10 0,0 0-14 16,0 0-14-16,0 0-5 0,0 0-7 16,0 0-6-16,0 0 1 0,14 19-1 0,-9-8-4 0,5 4-6 15,-2 2-6-15,1 6-2 0,0-1-6 0,-1 3 17 16,2-1-3-16,-1-1-1 0,-3-4-6 0,4-1-3 15,-4 1-2-15,1-1-1 0,2-1-3 16,0 1-4-16,-4-3-5 0,3 2 0 0,-1-2 0 0,-1-1 0 16,0-3-4-16,2 2 0 0,-1-2-1 0,-3-3-4 15,0-2 4-15,-3 2-5 0,3-4-3 0,1 2 3 16,-1-1-1-16,-4-5 2 0,5 6 3 16,-5-6 9-16,4 5 7 0,-4-5 7 0,0 0 0 0,0 0-4 15,0 0-5-15,13-9 1 0,-9 2-2 0,0-2 0 16,0-2-4-16,3-4-1 0,1-1-4 0,-2 0 0 15,0-1-1-15,1-1-3 0,2-5-1 0,-3-2-1 16,2 0-4-16,-4 0-1 0,4 2-3 0,-1-1 3 16,1 0 2-16,-2 7-3 0,-4-1-3 0,2 6-2 15,-1-3 3-15,1 3-1 0,-2 1-5 0,1 0 5 16,-3 4-4-16,0 0 0 0,0 7 1 0,5-12-2 16,-1 8 1-16,-4 4-2 0,0 0 0 15,0-8-1-15,0 8-4 0,0 0 4 0,3-8-9 16,-3 8-9-16,0 0-11 0,0 0-7 0,0 0-17 0,0 0-13 15,0 0-23-15,0 0-30 0,0 0-41 0,0 0-32 16,-7 23-27-16,4-14-195 0,3-9-449 0,-7 20 199 16</inkml:trace>
  <inkml:trace contextRef="#ctx0" brushRef="#br0" timeOffset="199703.42">27382 11923 94 0,'0'0'219'15,"0"0"-10"-15,2-6-13 0,-2 6-10 0,0 0-10 16,0 0-12-16,0 0-13 0,0 0-9 0,0 0-8 16,2-9-11-16,-2 9-10 0,0 0-13 0,0 0-10 15,0 0-11-15,0 0-6 0,0 0-2 0,0 0-4 16,-19 18-4-16,11-11-2 0,1 1 1 0,-1 4-4 15,3-2-1-15,-6 5-3 0,4-2-7 0,1-3-5 16,1 3-5-16,1-4-2 0,2 1-1 0,-2 0 3 16,0 1-4-16,4-1 7 0,0-2-10 0,0 2 3 15,4-1-5-15,-4-9-4 0,4 13 1 0,-2-7-3 16,2-1 0-16,1 2-2 0,1-3-1 0,1-1 1 16,3 1-10-16,0-1-18 0,1 1-22 0,-1-1-29 15,1-3-36-15,-2 1-47 0,0-1-40 0,0 0-43 16,2 0-202-16,0-1-462 0,-11 1 204 0</inkml:trace>
  <inkml:trace contextRef="#ctx0" brushRef="#br0" timeOffset="200188.78">27868 11841 147 0,'0'0'230'0,"0"0"-9"15,-9-8-12-15,9 8-10 0,-16-2-10 0,5 4-12 16,-1 4-13-16,0-2-6 0,-4 2-14 0,2 5-9 16,-3-2-16-16,4 4-6 0,0-1-2 0,-1 1-10 15,3 1-12-15,1 0-6 0,2-5-12 0,4 2-2 16,-1-1-8-16,3 1-3 0,0 0-10 0,6-1-4 16,0 1-2-16,0-2-2 0,1-2-5 0,0 2-4 15,2-2-2-15,1-1-1 0,1-2-2 0,3-1-1 0,1 1-3 16,-4-3 1-16,5 0-1 0,-1-1-4 15,-1 0-1-15,-4-1-1 0,-8 1-5 0,13-1 1 16,-13 1-3-16,13-2 4 0,-7 2-2 0,-6 0 3 16,7-2-3-16,-7 2 4 0,9 0 1 0,-9 0-2 15,0 0-1-15,0 0 0 0,0 0-5 0,0 0-1 0,0 0 1 16,0 0-3-16,0 0 1 0,0 0 0 16,0 0 1-16,0 0-4 0,-25 16 2 0,15-9 3 15,0-1-3-15,-1 0 5 0,-1 4-4 0,1-1 1 16,3 1 1-16,-2-1-2 0,1-2 4 0,3 4-1 0,-1-1 2 15,1-2 1-15,0 1 2 0,2 1-6 0,1-2 1 16,3-1-3-16,0-7 7 0,-1 12-2 16,2-5 3-16,-1-7-3 0,3 11 7 0,1-7-9 15,2 2-2-15,2-2 7 0,-2 0-5 0,4-3-3 16,2 0 0-16,-4 0-18 0,3-1-20 0,3-1-35 0,-3-1-40 16,0-2-44-16,3 1-59 0,5-2-56 0,-1-1-222 15,-4 0-528-15,4-3 234 0</inkml:trace>
  <inkml:trace contextRef="#ctx0" brushRef="#br0" timeOffset="200877.23">28353 11941 4 0,'0'0'193'0,"0"0"-8"0,0 0-10 0,0 0-9 15,0 0-6-15,0 0-13 0,0 0-6 0,0 0-7 16,0 0-6-16,0 0-8 0,0 0-1 15,0 0-6-15,0 0-2 0,0 0-3 0,0 0-1 0,0 0-9 16,0 0-4-16,0 0-4 0,0 0-6 0,0 0 1 16,0 0-5-16,0 0-3 0,0 0-2 0,0 0-9 15,0 0 1-15,0 0-13 0,0 0-3 16,0 0-6-16,0 0-6 0,0 0-4 0,0 0-1 16,-13-9-6-16,13 9-1 0,0 0-4 0,0 0-1 0,0 0-4 15,0 0 1-15,0 0-3 0,-10 1 2 0,10-1-3 16,0 0 1-16,0 0 4 0,0 0-3 0,0 0 1 15,0 0 3-15,-14 3-1 0,14-3 3 0,0 0-2 16,0 0 2-16,0 0 0 0,0 0-1 0,0 0-2 16,0 0 2-16,-8 3-6 0,8-3-1 0,0 0-2 15,0 0-1-15,0 0-7 0,0 0 8 0,0 0-2 16,0 0-2-16,0 0 4 0,26-4-5 0,-17 2 2 16,5 1 2-16,4-1 1 0,-1-1 0 15,-1 2-4-15,3-3 2 0,-6 3 1 0,2-1-1 0,1 1-1 16,-2-2 8-16,-1 2-9 0,-1 1 0 0,-2 0 4 15,0-1 0-15,2-1-1 0,-12 2-5 0,13 0 1 16,-8 0 0-16,-5 0 5 0,11 0-7 0,-11 0 13 16,9 0-13-16,-9 0 6 0,0 0-2 0,8-2 2 15,-8 2-2-15,0 0 3 0,0 0 3 0,0 0 2 16,11 0 1-16,-11 0-7 0,0 0 5 0,0 0-7 16,0 0 11-16,0 0-5 0,0 0-10 0,0 0 6 15,0 0-1-15,0 0 3 0,0 0-9 0,0 0-1 16,0 0 13-16,0 0-15 0,9 0-6 0,-9 0-14 15,0 0-13-15,0 0-21 0,0 0-24 0,0 0-24 16,0 0-31-16,0 0-56 0,0 0-58 0,0 0-65 16,0 0-207-16,-25 8-558 0,25-8 247 0</inkml:trace>
  <inkml:trace contextRef="#ctx0" brushRef="#br0" timeOffset="203640.15">29413 11904 41 0,'2'-8'172'0,"0"1"-6"0,2 0-6 0,-1 2-6 16,6-3-1-16,-4 4-8 0,2-3-5 0,-1 3-4 15,0 0-9-15,5 2-8 0,-4 0-1 0,3 2-10 16,1 2-8-16,-3 0-8 0,1 3-10 0,1 0-2 0,-2 0-7 16,0 3-6-16,-1 1-3 0,1 1-5 15,-5 1-7-15,-1 1-1 0,-1-1-5 0,-2 2-8 16,0-2 1-16,0 1-5 0,-2-2-1 0,-2-1-5 16,2 1-5-16,0-2 2 0,1 0 0 0,0-1-4 0,-1-2-2 15,3-5-2-15,-2 9-6 0,2-9-4 16,-4 7-5-16,4-7-3 0,0 0 1 0,-4 6 0 15,4-6-5-15,0 0 5 0,0 0-6 0,0 0 5 16,0 0-7-16,10 4 3 0,-10-4 2 0,0 0-3 16,15-2 2-16,-15 2-1 0,12 0 0 0,-12 0-2 0,10 3-2 15,-3-2 3-15,-7-1 1 0,14 3 1 0,-9 1-4 16,0 0 5-16,0 0-2 0,-5-4-1 16,8 7 3-16,-7 0-1 0,-1-7 4 0,1 9-1 15,-1-9 9-15,-1 9-5 0,1-9-3 0,-5 10 4 0,0-4-2 16,0-2 0-16,0-1 0 0,5-3 1 0,-10 6 2 15,4-3-1-15,-1 0-3 0,7-3-3 0,-13 2-9 16,6-1-12-16,7-1-15 0,-12 1-23 16,12-1-33-16,-12-1-38 0,12 1-22 0,-8-3-27 15,8 3-162-15,-10-5-371 0,10 5 164 0</inkml:trace>
  <inkml:trace contextRef="#ctx0" brushRef="#br0" timeOffset="204061.23">29899 11885 157 0,'3'-6'230'0,"-3"6"-10"15,1-8-16-15,-1 8-11 0,0-9-18 0,0 9-17 16,0 0-12-16,0 0-15 0,0 0-10 16,0 0-7-16,0 0-6 0,0 0-7 0,-27 13-9 15,21-4-9-15,-3 1-6 0,1-1-8 0,2-1-6 0,1 3-5 16,1 0-5-16,0-1-8 0,1 0 1 0,3-1-9 15,-1-2 0-15,1 2-5 0,3-2-3 16,0 0-2-16,1-2 7 0,1-1-7 0,1 2-7 0,4-2 1 16,0-2-5-16,0-1-2 0,3 1 1 0,-3-2-4 15,-1 0 2-15,0 0-2 0,-9 0 5 0,13-2-2 16,-13 2-5-16,8 0 1 0,-8 0-2 0,0 0-2 16,6-3 2-16,-6 3-4 0,0 0-3 0,0 0 1 15,0 0-2-15,0 0 2 0,0 0 3 0,-26 3-4 16,15 1 2-16,2 0 1 0,-3 1 1 0,1 0 3 15,1 2 2-15,-1-3-2 0,0 3 0 0,2 0-1 16,4-2 1-16,-3 2-1 0,5-3-1 0,-1 1-2 16,2 3 4-16,2-8-4 0,0 9 5 15,0-9-1-15,4 9-1 0,1-6 0 0,4 0-1 0,1-2-17 16,-1 1-20-16,3-1-25 0,-4-1-29 0,1 0-37 16,1 0-40-16,-10 0-35 0,14-2-37 0,-14 2-151 15,8-4-415-15,-8 4 184 0</inkml:trace>
  <inkml:trace contextRef="#ctx0" brushRef="#br0" timeOffset="204768.49">28975 11718 73 0,'-4'-4'171'0,"-1"-1"-1"15,5 5-4-15,-7-8 1 0,7 8-5 0,-7-6-10 16,7 6-6-16,-4-4-14 0,4 4-13 0,0 0-11 15,0 0-10-15,-4-8-11 0,4 8-9 0,0 0-5 16,0 0 4-16,0 0 7 0,0 0-2 0,13 31-6 16,-8-15-5-16,2 1-1 0,2 1 0 0,-3 2-6 15,2 3-2-15,1 2-3 0,-3 1 4 0,0-3-4 16,0-4-3-16,0 0-9 0,0 0 0 0,1-3-7 16,-2 1 0-16,3-2-7 0,-4-3-3 0,3 0-2 15,0 3-2-15,-2-6-4 0,-2 1 1 0,3-2-3 16,0 1-1-16,-2-3-6 0,-2-3 4 0,-2-3-1 15,5 7 0-15,-5-7 0 0,4 7 7 0,-4-7 14 16,4 2 3-16,-4-2 8 0,0 0-12 0,10-10-6 16,-2 2-2-16,-3-3-1 0,3-4-2 0,-1-1-3 15,4-8 3-15,0-1-8 0,2-2 0 0,-2-1-6 16,1 1 4-16,1-4-3 0,-6 5-5 0,1-2 7 16,1 3-9-16,0-1 1 0,-5 7 1 0,1 0-2 15,0 4 1-15,-1 2-3 0,0 1-1 0,-1 1 4 16,1 1-7-16,-3 3 8 0,1 0-13 0,-2 7-14 15,4-8-13-15,-4 8-10 0,1-6-2 0,-1 6-11 16,0 0-7-16,0 0-18 0,0 0-17 0,0 0-25 16,0 0-27-16,-4 31-34 0,3-19-23 0,-2 4-32 15,2 1-158-15,-2 0-430 0,3 0 191 0</inkml:trace>
  <inkml:trace contextRef="#ctx0" brushRef="#br0" timeOffset="205117.37">29355 11964 3 0,'0'0'97'0,"0"0"4"16,5-7-12-16,-5 7 3 0,0 0-4 0,0 0 8 16,0 0-6-16,0 0-11 0,1-11-4 0,-1 11-13 15,0 0-4-15,3-5-10 0,-3 5 1 0,0 0-7 16,0 0-13-16,0 0-15 0,3-5-17 0,-3 5-3 15,0 0-16-15,0 0-18 0,0 0-13 0,0 0-12 16,0 0-13-16,15 4-64 0,-15-4-152 0,0 0 68 16</inkml:trace>
  <inkml:trace contextRef="#ctx0" brushRef="#br0" timeOffset="205489.13">29435 11911 125 0,'0'0'146'0,"0"0"5"0,-2-7 3 0,2 7-8 15,0 0-5-15,-2-10-6 0,2 10 1 0,0 0-8 16,0 0-7-16,-2-5-4 0,2 5-7 0,0 0-14 16,0 0-7-16,0 0-12 0,0 0-9 0,0 0-6 15,0 0-6-15,0 0-5 0,0 0-1 0,0 0-1 16,0 0 1-16,7 20-5 0,-5-11-1 0,0 0 2 15,0 1 4-15,-1 0-4 0,1 2 1 0,0 4-1 16,-1-5-3-16,0 6 1 0,2-2 1 0,-2 0 1 16,0 4-2-16,2-2-6 0,1-1-2 0,-1-1-1 15,0-2-2-15,-2 1 0 0,2-1-6 0,-2-2-1 16,2 1-1-16,-3-2-1 0,2 1-1 0,1 0 0 16,-2-5-7-16,-1 4 2 0,2-2-1 0,-2-8-5 15,0 11 1-15,1-5 1 0,-1-6-5 0,5 8 0 16,-5-8-6-16,0 0-18 0,0 9-18 0,0-9-22 15,0 0-31-15,0 0-46 0,0 0-53 0,0 0-44 16,-9 3-189-16,9-3-451 0,0 0 200 0</inkml:trace>
  <inkml:trace contextRef="#ctx0" brushRef="#br0" timeOffset="-148159.69">18013 10012 56 0,'0'0'59'0,"0"0"-12"0,0 0-3 15,0 0-12-15,0 0-6 0,0 0-12 0,0 0-8 0,0 0-11 16,0 0-5-16,0 0-36 0,0 0-48 0,0 0 22 15</inkml:trace>
  <inkml:trace contextRef="#ctx0" brushRef="#br0" timeOffset="-139914.65">17981 11639 1 0,'0'0'7'0,"0"0"5"0,0 0 0 0,0 0-3 16,0 0-3-16,0 0 0 0,0 0-4 0,1 8 4 16,-1-8 0-16,0 0 0 0,0 0-2 0,0 0 0 15,0 0 3-15,0 0-2 0,0 0-6 0,0 0 2 16,0 0 0-16,0 0 1 0,0 0 0 16,0 0-1-16,0 0-2 0,3 8-1 0,-3-8 1 0,0 0-1 15,0 0 2-15,0 0 0 0,0 0-7 0,0 0 0 16,-7 9-7-16,7-9-14 0,0 0 7 0</inkml:trace>
  <inkml:trace contextRef="#ctx0" brushRef="#br0" timeOffset="-126103.64">18087 11609 3 0,'0'0'19'0,"0"0"-2"0,0 0 2 16,0 0-3-16,0 0-5 0,0 0 2 0,0 0 2 15,0 0-9-15,0 0 7 0,0 0-9 0,0 0 4 16,0 0 1-16,0 0-1 0,0 0-8 0,0 0 6 15,0 0-4-15,0 0 0 0,0 0 1 0,0 0-8 16,0 0 9-16,0 0 0 0,0 0-8 0,0 0 5 16,0 0 4-16,0 0-3 0,0 0-3 0,0 0 0 15,0 0 3-15,0 0 2 0,0 0-1 0,0 0-5 16,0 0-1-16,0 0 7 0,0 0-7 0,0 0 2 0,0 0-5 16,0 0 6-16,0 0-2 0,0 0 1 15,0 0 3-15,0 0-3 0,0 0 4 0,0 0-2 16,0 0 4-16,0 0-5 0,0 0 0 0,0 0 1 15,0 0-3-15,0 0 0 0,0 0 4 0,0 0-2 0,0 0-2 16,0 0 0-16,0 0-2 0,0 0 6 16,0 0-2-16,0 0-4 0,0 0 2 0,0 0-6 15,0 0-20-15,0 0-29 0,0 0 13 0</inkml:trace>
  <inkml:trace contextRef="#ctx0" brushRef="#br0" timeOffset="-87277.61">18281 10755 19 0,'0'0'76'0,"0"0"-18"0,0 0-6 16,0 0-7-16,0 0-16 0,0 0-14 0,0 0-34 0,0 0-28 15,0 0-48-15,-33-5 21 0</inkml:trace>
  <inkml:trace contextRef="#ctx0" brushRef="#br0" timeOffset="-123167.04">18469 12814 39 0,'-27'13'46'0,"-5"-3"-13"0,0 4-11 0,-1-1-10 15,-5 1-12-15,-8 2-13 0,-4-1-11 0,1-1-25 16,10-6 12-16</inkml:trace>
  <inkml:trace contextRef="#ctx0" brushRef="#br0" timeOffset="-119666.43">14887 10504 31 0,'0'0'36'0,"0"0"-8"0,0 0-2 16,0 0-5-16,0 0-1 0,0 0 1 0,0 0-8 15,0 0 2-15,0 0-2 0,0 0 2 0,0 0-4 16,0 0 0-16,0 0-3 0,0 0 5 0,0 0-8 15,0 0 2-15,0 0-6 0,0 0 10 0,0 0-4 16,0 0-6-16,0 0 6 0,0 0-4 0,0 0 2 16,0 0-2-16,0 0 1 0,0 0 4 0,0 0-6 15,0 0 3-15,0 0 4 0,0 0-4 0,0 0-1 16,0 0-6-16,0 0 4 0,0 0 1 0,0 0 2 16,0 0-6-16,0 0 6 0,0 0-1 0,0 0-4 15,0 0 0-15,0 0 6 0,0 0-6 0,0 0 2 16,0 0-5-16,0 0 2 0,0 0 2 0,0 0-3 15,0 0 0-15,0 0 5 0,0 0 2 0,0 0-8 16,0 0 3-16,0 0 3 0,0 0-2 0,0 0 3 16,0 0 4-16,0 0-2 0,0 0 3 0,0 0 3 15,0 0 1-15,0 0 2 0,0 0-3 0,0 0-5 16,0 0-1-16,0 0 4 0,0 0-10 0,0 0 4 16,0 0 6-16,0 0-2 0,0 0-5 0,0 0 4 15,0 0-6-15,0 0 5 0,0 0 3 0,0 0-8 0,0 0 3 16,0 0 3-16,0 0-4 0,0 0 3 0,0 0-4 15,0 0 1-15,0 0 5 0,0 0-2 16,0 0 0-16,0 0-4 0,0 0 1 0,0 0-1 16,14 9-3-16,-14-9-8 0,0 0 6 0,0 0 3 0,0 0 0 15,0 0 4-15,5 3-2 0,-5-3-3 0,0 0-4 16,0 0 4-16,0 0 5 0,0 0-2 16,5 5-2-16,-5-5-11 0,0 0-2 0,0 0-2 15,0 0-7-15,5 3-9 0,-5-3-3 0,0 0-44 0,3 5-84 16,-3-5 38-16</inkml:trace>
  <inkml:trace contextRef="#ctx0" brushRef="#br0" timeOffset="-99568.63">14677 10437 8 0,'0'0'14'0,"0"0"0"16,0 0-5-16,0 0 7 0,0 0-7 0,0 0 4 15,0 0-9-15,0 0 1 0,0 0 0 0,0 0-6 16,0 0-2-16,0 0-3 0,0 0 0 0,0 0-8 16,0 0-15-16,0 0 7 0</inkml:trace>
  <inkml:trace contextRef="#ctx0" brushRef="#br0" timeOffset="181724.33">28065 2975 2 0,'0'0'142'0,"2"-8"-11"15,-2 8-4-15,0 0-3 0,0 0 4 0,-4-8-10 0,4 8-9 16,0 0-13-16,-7-6 10 0,7 6-27 16,-4-5-2-16,4 5-10 0,-5-3-2 0,5 3 3 15,0 0-9-15,-5-7 0 0,5 7 0 0,0 0-6 16,0 0-3-16,-11-2-3 0,11 2-5 0,0 0-1 15,0 0-6-15,-4-3 2 0,4 3-2 0,0 0-4 16,0 0 0-16,0 0-2 0,0 0-1 0,0 0-6 16,0 0 1-16,0 0-4 0,0 0 2 0,24-2-2 15,-6 1 0-15,9 0-2 0,6 0-1 0,4 0-29 16,-1 2 8-16,2-4-7 0,-2 2 0 0,4 0 3 16,-5-1-10-16,1 0 10 0,-6 0-7 0,-10 2-11 15,-1 0-12-15,-1-1-17 0,-8-1-23 0,1 2-27 16,-4 0-23-16,3 0-16 0,-10 0-115 0,11-2-281 15,-11 2 125-15</inkml:trace>
  <inkml:trace contextRef="#ctx0" brushRef="#br0" timeOffset="182093.6">28395 2870 87 0,'0'0'113'0,"-7"3"-9"0,7-3-19 0,0 0-8 0,0 0-11 16,-6 8-4-16,3-4 1 0,3-4 10 16,-7 17-9-16,2 0 6 0,-2-2-5 0,2 10-3 15,0-5-8-15,-2 7 1 0,0 0-7 0,3-1-1 0,2-1-4 16,-1-2-4-16,1 3-7 0,0-8-11 0,2 1 9 16,-1 6 2-16,0-6-6 0,1-2-3 0,-2 2-1 15,2 0-5-15,-3-3 6 0,3 0-8 16,-2 0 4-16,1-3-2 0,0 0-4 0,0-3 1 15,1 2-3-15,-4-3 3 0,2-1-4 0,0-2 3 16,-1 1-4-16,3-7 9 0,-5 9 1 0,-1-6 3 16,-2 0-2-16,-3 1 0 0,-2-3 0 0,-1-1-5 0,-5-1 9 15,2-3 1-15,-2-1-2 0,2-1-2 16,-2 2-1-16,-1-3-1 0,9 3 5 0,-2 0-4 0,-2-3-5 16,5 3-3-16,4 1 0 0,-4 0-1 15,10 3-16-15,-9-6-20 0,9 6-29 0,0 0-43 16,-13-6-37-16,13 6-147 0,0 0-304 0,0 0 135 15</inkml:trace>
  <inkml:trace contextRef="#ctx0" brushRef="#br0" timeOffset="182378.96">28548 3325 77 0,'0'0'181'0,"-11"-15"8"0,6 10-15 16,-2 1-13-16,1 1-20 0,6 3-13 0,-13-3-14 15,13 3-13-15,-15 0-18 0,4 5 0 16,0 0-4-16,0 1-2 0,0 3-10 0,-3 3-2 16,3 2-9-16,2 0-2 0,-1-1-11 0,2 2 4 0,4-2-11 15,0 1-5-15,1-2 3 0,5 3 0 0,0-2-2 16,3 1-7-16,5 0 2 0,5 1-1 0,7-1-8 15,2-2-25-15,7-2-35 0,4 3-52 0,2-7-31 16,13 6-50-16,-14-8-115 0,0-1-315 16,1-2 140-16</inkml:trace>
  <inkml:trace contextRef="#ctx0" brushRef="#br0" timeOffset="182811.94">29706 3055 30 0,'0'0'161'0,"-4"-9"-3"0,4 9-17 15,0 0-18-15,-3-12 1 0,3 12-13 0,0 0-13 16,0 0-7-16,7-10-10 0,-7 10-8 0,19-5-12 16,2 3-4-16,5-2-5 0,3 1 0 0,0 3-15 15,-8-2-15-15,0 2-13 0,-2-1-21 0,-6 1-16 0,1-1-38 16,-1 0-10-16,-4 2-15 0,-9-1-10 16,14-1 2-16,-9 2-69 0,-5-1-182 0,0 0 80 15</inkml:trace>
  <inkml:trace contextRef="#ctx0" brushRef="#br0" timeOffset="183095.59">29908 3001 25 0,'0'0'0'16,"-8"-1"6"-16,8 1 8 0,0 0 5 0,0 0 17 16,0 0-4-16,0 0 9 0,0 0 11 0,0 0-18 15,-17 1 2-15,17-1-13 0,0 0 5 0,0 0-6 16,0 0 12-16,-4 14 18 0,4-14-2 0,-3 18-5 16,1-5-2-16,-2 2 23 0,1 2-5 0,1 8-9 15,-1-1 2-15,0 1 3 0,1 1-10 0,1-7 3 16,-3 4-3-16,3-4-3 0,-5 8-4 0,4-2 0 15,-2-2-9-15,1-5 4 0,1-1-1 0,-1 0-6 16,-2-1 1-16,3-1-5 0,-1-3-1 0,1 0 4 16,-1 1-11-16,-1-2-3 0,3-3 9 0,-2-2-10 15,1 1 9-15,2-7-3 0,-5 9 5 0,1-5 2 16,4-4 3-16,-8 6-5 0,8-6 3 0,-10 2 3 16,10-2-6-16,-14-2 0 0,14 2-14 0,-15-4-7 15,6 1-21-15,9 3-7 0,-17-7-36 0,12 4-19 16,5 3-43-16,-8-9-107 0,8 9-250 0,-12-6 112 15</inkml:trace>
  <inkml:trace contextRef="#ctx0" brushRef="#br0" timeOffset="183649">30248 3298 46 0,'-4'-6'151'0,"4"6"-12"16,-8-4-11-16,8 4-18 0,-12-1-5 0,2 2-10 16,-2 2-5-16,-1 0-12 0,-3 4-4 0,-1 0-9 15,2 0-4-15,2 1-7 0,4-1-6 0,1 2 1 16,-2 1-7-16,6 0-8 0,0-1 4 0,2 2-9 16,2 1 4-16,1-1-4 0,3 1 1 0,6 1-4 15,0 0-2-15,5-2 0 0,1-2-2 0,-2 1-3 16,4-2-3-16,2-1 2 0,-3-1 2 0,1-2-6 15,0-1 4-15,-4-1-10 0,-3-1 8 0,0-1-1 16,0 1 15-16,-4 1 7 0,-7-2 10 0,11-2 2 16,-11 2 5-16,8-2 3 0,-8 2 2 0,0 0-10 15,5-5-6-15,-5 5-3 0,0 0 1 0,0 0-11 16,-17-10-6-16,6 8-4 0,-7 2-2 16,-1 2-3-16,-3 2 0 0,-6 2-2 0,2 0-1 15,7 2-2-15,-3-2 0 0,3 2 1 0,4 2-3 16,-3-1 1-16,8-1-6 0,1 1 0 0,1 1 0 0,2-1 1 15,3 1-3-15,2 0 2 0,3 1 6 0,5 0 0 16,4 2-11-16,5 0-26 0,10 4-25 16,3-2-37-16,5-4-46 0,1-1-43 0,-1 2-157 15,-1-2-364-15,-1-3 161 0</inkml:trace>
  <inkml:trace contextRef="#ctx0" brushRef="#br0" timeOffset="190974.3">25848 13179 25 0,'-5'-10'94'0,"-3"0"-2"0,1 1-13 0,-7-2-3 15,1 0 2-15,-1 1-2 0,-3 0 9 0,0 2-18 16,-8-6-8-16,1 5 1 0,-3 0-4 0,-2 3 0 15,0 2-5-15,-3 1-8 0,-3-1-3 0,-1 3 4 16,-3 1-7-16,-12 1 4 0,12 2-7 0,-1 0-2 16,-12 2-2-16,16-1 0 0,-2 2-1 0,-1-1 0 0,0 0-4 15,2 3 6-15,2 2-4 0,-1 1-1 16,2 0 2-16,-1 3-2 0,3 0 1 0,-1-1 0 0,0 5-2 16,0-1 0-16,3 1-2 0,4 1-1 15,-3 0 5-15,4 0-10 0,0-2-2 0,1 1-1 0,8 1-1 16,-2 1 2-16,5-4-5 0,-2 5-1 0,4-4-1 15,1 0-1-15,0 6-3 0,1-5 2 0,1 2 1 16,2-1 1-16,2 5-4 0,-1-5-1 0,1 6 2 16,3-1 2-16,3 1-6 0,-2-6 10 15,4 1-10-15,3 6 2 0,1 2-4 0,0 0 5 0,6 0-1 16,0-2 2-16,4 0 0 0,1-2 3 0,3 2 0 16,1-2 2-16,3-1-3 0,6 0 5 15,2-2 4-15,12 1 7 0,4-3-4 0,-1 0 1 16,7-5-2-16,1-2 3 0,2-2 1 0,6-6-1 0,-1 1 2 15,3-1-1-15,23-1 0 0,-24-4-4 0,-1-1-3 16,31-1 1-16,-30-1-2 0,28 0-1 0,-29-3-3 16,25-2 1-16,-27 3-1 0,4-3 3 0,23-6-2 15,-29 4-2-15,-2-2-1 0,3 0-1 0,-1-2-3 16,-2-2 5-16,1 0-4 0,-4-1-1 0,0-2 3 16,-6-3 2-16,-4-3-1 0,0 3-1 0,-13 5 3 15,-3-1-2-15,-1-1 3 0,-2 0 2 0,-5-5-5 16,3 1 3-16,-5 3 1 0,-7-4-1 0,-1-1 2 15,-1 1 2-15,-2-1 2 0,-9-1 2 0,0-1-2 16,-5-5 0-16,-3 2-5 0,-9-13 0 0,0 14 2 16,-2-1-4-16,-16-11-3 0,-3 7-2 0,-6 0-1 15,-7 1-3-15,-27-7-5 0,-1 5 1 0,-6 8-3 16,22 12-7-16,-38-9 0 0,-5 7 0 16,-4 6-8-16,-4-1-5 0,-6 11-13 0,1-1-14 15,-2 6-11-15,-4 1-16 0,-3 7-8 0,-1-4-13 0,0 11-23 16,0 1-20-16,5 5-13 0,0 5-117 0,1 6-298 15,11-2 132-15</inkml:trace>
  <inkml:trace contextRef="#ctx0" brushRef="#br0" timeOffset="191738.68">25059 14109 83 0,'0'0'130'0,"0"0"-8"15,0 0 5-15,0 0-4 0,0 0 4 0,0 0-5 16,0 0-16-16,0 0-8 0,0 0-5 0,0 0-11 16,0 0-7-16,0 0-12 0,0 0-7 0,0 0-5 15,0 0-3-15,0 0-11 0,0 0 2 0,0 0 3 16,-24 31 9-16,8-9-6 0,-2 4-4 0,-11 11 4 15,-4 4 0-15,-1 2-2 0,-3 4 3 0,-21 22-2 16,20-23-1-16,-21 23 1 0,21-23-8 0,-2 2 5 16,-15 17-6-16,18-20-1 0,0 0-10 0,5-4 4 15,-1-1-3-15,4 1-3 0,5-12-1 0,0 0-3 16,4-1-3-16,-1 2 3 0,-2-4-3 0,8 0-3 16,-7-3 1-16,6-2-2 0,-1-1-3 0,4-4 0 15,2-2-3-15,2-2-19 0,0-2-14 0,5-2-19 16,-1 0-14-16,0-4-16 0,5-4-13 0,-5 7-23 15,5-7-31-15,0 0-33 0,0 0-109 0,0 0-308 16,24-20 137-16</inkml:trace>
  <inkml:trace contextRef="#ctx0" brushRef="#br0" timeOffset="192255.63">25767 14111 102 0,'-4'-4'156'0,"4"4"0"0,-7-8-6 15,7 8-2-15,-3-6-10 0,3 6-11 16,0 0-9-16,-2-7-11 0,2 7-13 0,0 0-7 16,0 0-10-16,0 0-13 0,0 0-3 0,0 0-9 15,0 0-3-15,0 0-5 0,0 0-4 0,2 31 3 16,0-13 8-16,3 9 2 0,0 1 0 0,0 0-2 15,3 2 3-15,1 4 1 0,7 11-5 0,-7-9-4 0,7 13 0 16,-1 5 8-16,-1-2-1 0,-1-2-3 16,-2 3-7-16,1-4 2 0,3 2-7 0,-1-4 0 15,-5-13-7-15,4 9 3 0,-3-9 2 0,-2-2-11 16,-1-2 2-16,0 2-4 0,0-4-6 0,-1-2 4 0,1 3-4 16,-7-12-5-16,4 1 3 0,-2 0-2 0,-1-5-3 15,1-3 2-15,-2 3-4 0,0-2 9 0,0-1-8 16,0-3-2-16,0-7-19 0,0 11-11 15,0-11-13-15,-2 11-16 0,2-11-23 0,0 0-16 16,0 0-49-16,0 0-38 0,0 0-37 0,0 0-137 16,0 0-379-16,0 0 168 0</inkml:trace>
  <inkml:trace contextRef="#ctx0" brushRef="#br0" timeOffset="192795.8">26494 14025 69 0,'0'0'177'16,"-6"-10"-10"-16,6 10-4 0,0-7-13 16,0 7-4-16,-4-6-7 0,4 6-7 0,0 0-7 15,-3-7-14-15,3 7-13 0,0 0-11 0,0 0-10 16,0 0-8-16,0 0-7 0,0 0-6 0,0 0-4 0,0 0 2 15,11 20 0-15,3-7-6 0,-3 5 4 0,6 5 2 16,4 2-6-16,2 4-2 0,-3 0-1 16,10 11-4-16,-1 2-1 0,-5 1-1 0,1-3 4 15,-2 4-4-15,-3 0 5 0,-1 1-4 0,0-2 0 16,-6-9-1-16,5 10-3 0,-5-11-1 0,4 10-4 0,-4-9 5 16,3 12-5-16,-5-14 6 0,0-1 2 15,5-1-3-15,-7-5-4 0,5 0 1 0,-1 0-3 0,-5-7-3 16,2 0-3-16,-1-4 0 0,-5-1-2 15,3-5-4-15,-3 3 1 0,1-4-1 0,-1-2 3 16,-3 0 3-16,-1-5 2 0,4 8 8 0,-4-8-2 0,4 6 2 16,-4-6-2-16,0 0-4 0,2 5 1 0,-2-5-22 15,0 0-41-15,0 0-49 0,0 0-60 16,0 0-76-16,0 0-275 0,-20-12-535 0,3 6 236 16</inkml:trace>
  <inkml:trace contextRef="#ctx0" brushRef="#br0" timeOffset="195169.16">24069 15180 20 0,'-11'-3'59'0,"0"1"-5"0,-4-2-7 0,4 0-11 16,-6-2 5-16,2-1-8 0,-1-2-4 0,0-2-2 15,-2 2-7-15,4-4-2 0,-7-5-11 0,3 0 4 16,2-2-2-16,-1-1-1 0,1-1 0 0,3-2-9 16,-5-3-6-16,1 1-1 0,4-3-9 15,-2 1-3-15,1-3-8 0,-3-13-4 0,5 12 5 0,-1-12-22 16,1-3-51-16,6 0 23 0</inkml:trace>
  <inkml:trace contextRef="#ctx0" brushRef="#br0" timeOffset="196125.86">27043 14979 109 0,'0'0'153'0,"0"0"3"15,0 0 0-15,0 0-2 0,0 0-9 0,0 0-5 16,0 0-9-16,0 0-16 0,0 0-10 0,0 0-11 16,0 0-9-16,0 0-8 0,0 0-4 0,0 0-7 15,0 0-5-15,0 0-1 0,0 0-4 0,0 0-5 16,0 0-3-16,0 0-4 0,0 0-3 0,0 0 1 16,0 0 0-16,0 0 1 0,0 0-2 0,0 0-6 15,0 0 4-15,0 0-3 0,0 0 1 0,0 0-12 16,0 0 1-16,0 0-12 0,0 0-18 0,0 0-32 15,0 0-37-15,0 0-44 0,0 0-42 0,0 0-194 16,0 0-380-16,-25-2 169 0</inkml:trace>
  <inkml:trace contextRef="#ctx0" brushRef="#br0" timeOffset="198839.98">25828 15056 50 0,'0'0'99'16,"0"0"-15"-16,0 0-9 0,0 0-6 0,0 0 1 0,0 0-24 15,-25 1-22-15,25-1-23 0,-4 5-33 0,4-5-49 16,-12 4-88-16,7-1 39 0</inkml:trace>
  <inkml:trace contextRef="#ctx0" brushRef="#br0" timeOffset="202135.99">25110 13707 18 0,'0'-9'106'0,"0"9"-8"15,0-8-1-15,0 8-1 0,0 0-15 0,-6-13-9 16,4 8 2-16,2 5-4 0,-9-6-5 0,3 2-9 15,6 4-10-15,-14-2 7 0,7 0-11 0,-3 2-3 16,-2 1-2-16,3 0 2 0,0 1-23 0,-1-2 8 16,1 4-3-16,1-1-2 0,-2 1 8 0,4 0-16 15,-2 1 8-15,3 0-1 0,-1 0-2 0,2 1-7 16,-1-1 9-16,2 1-10 0,3-6 6 0,-4 12-9 16,4-12-3-16,3 13 13 0,1-6 0 0,1-3-4 15,2 5 3-15,1-5-4 0,0 1 0 0,6 3-2 0,-5-4-3 16,1-2 3-16,0 2-7 0,-1-3 9 15,-2 1-4-15,-7-2 2 0,14 0-3 0,-8 1 2 16,-6-1 7-16,9 1 1 0,-9-1-1 0,0 0-4 16,9-2 1-16,-9 2-4 0,0 0 1 0,0 0 1 0,0 0-1 15,0 0-5-15,0 0 3 0,0 0 1 16,-21-9-3-16,10 9-1 0,0-2 2 0,0 4-1 16,-3 2 1-16,3-2-5 0,-2 1 6 0,2 0 2 15,-1 1-4-15,1-1-1 0,4 2 4 0,-1 0-2 0,3-1 1 16,-4-1-11-16,7 2 2 0,2-5 9 0,-3 11 2 15,3-11-15-15,3 10-5 0,2-3-20 0,4-1-24 16,1 1-20-16,3 2-23 0,6 0-22 16,8-1-83-16,-7-1-221 0,13-1 97 0</inkml:trace>
  <inkml:trace contextRef="#ctx0" brushRef="#br0" timeOffset="202407.84">25592 13725 158 0,'4'-8'163'0,"-2"0"-4"15,0 2 4-15,1 0-1 0,-3 6-4 0,2-12-18 16,-2 12-16-16,0-6-14 0,0 6-13 0,0 0-11 16,0 0-14-16,2-8-6 0,-2 8-3 0,0 0-8 15,0 0-4-15,0 0-8 0,0 0-2 0,-2 28-5 16,-3-18-6-16,3 2 3 0,0-1-11 0,0 0 4 15,2 1-4-15,-4-1-1 0,1 2-3 0,1-1-1 16,-2 4-7-16,-1-5-22 0,4 1-16 0,-2-1-24 16,2 1-19-16,-1-2-26 0,0-1-30 0,-3 2-10 15,4-5-7-15,1 3-103 0,0-9-267 0,-3 13 119 16</inkml:trace>
  <inkml:trace contextRef="#ctx0" brushRef="#br0" timeOffset="202807.97">25650 13650 132 0,'0'0'128'0,"7"-7"-9"16,-2 4-12-16,1 0-7 0,1 2-7 0,2-1 2 16,-9 2-8-16,22 2-4 0,-10 1-12 0,-1 1-2 15,0-1-13-15,0 1-3 0,-2 1-8 0,1-1 0 16,-4-1 1-16,1 3-9 0,-1-3-10 0,-3 1 1 15,2 1-4-15,-5-5 0 0,2 9-4 0,-2-9 0 16,0 12-6-16,0-12 5 0,-2 10-10 0,-1-4 0 16,3-6 6-16,-5 5-2 0,5-5-5 0,-4 12 0 15,2-9 1-15,2-3-2 0,-3 10-1 0,3-10 0 16,-2 11 2-16,2-11 0 0,2 11-4 0,0-5-1 16,-2-6-2-16,5 14 4 0,-1-9 0 0,1 2 1 15,-2 0-5-15,1-1 2 0,-1-1-2 0,1 2 2 16,-2-2-4-16,2 0 3 0,-1 0-3 0,-3-5-1 15,5 9 2-15,-3-4-2 0,-2-5 11 0,0 10-5 16,0-10-3-16,0 0-2 0,-5 10 3 0,5-10-5 16,-7 6 0-16,2-1 7 0,-3-5-5 0,-2 3 8 15,-1-1-7-15,-1 1-5 0,-1-1-19 0,3 0-17 16,-1 1-17-16,1-2-21 0,1 1-20 0,3-1-29 16,-1 2-83-16,7-3-227 0,-12 1 101 0</inkml:trace>
  <inkml:trace contextRef="#ctx0" brushRef="#br0" timeOffset="203070.78">26410 13622 79 0,'0'0'165'0,"-3"-13"-7"0,3 13-11 0,-7-9-9 15,1 5-8-15,-1 3-13 0,7 1-6 0,-23 0-8 16,11 3-7-16,-5 0-8 0,0 3-4 0,3 0-6 16,1 3-9-16,3-2-5 0,1 1-9 0,1 1-5 15,3 3 0-15,3-1-5 0,2 2-7 0,2 0-3 0,5 1-4 16,2 0-6-16,15 2-22 0,4 0-28 16,3-5-32-16,21 7-37 0,1-7-37 0,5 3-145 15,-1-7-298-15,1-4 132 0</inkml:trace>
  <inkml:trace contextRef="#ctx0" brushRef="#br0" timeOffset="214153.7">26053 15115 3 0,'0'0'126'0,"0"0"-5"0,0 0 5 0,0 0-8 16,0 0-12-16,0 0-9 0,0 0-1 0,0 0-3 15,0 0-19-15,0 0 1 0,0 0-9 0,0 0-6 16,0 0-4-16,0 0-8 0,0 0-1 0,0 0-11 0,0 0 1 15,0 0-6-15,0 0-2 0,0 0-20 0,0 0-5 16,0 0-17-16,0 0-20 0,0 0-21 16,0 0-10-16,0 0-7 0,0 0-3 0,0 0-14 15,0 0-90-15,0 0-191 0,0 0 85 0</inkml:trace>
  <inkml:trace contextRef="#ctx0" brushRef="#br0" timeOffset="-214742.94">24010 15057 145 0,'0'0'142'0,"0"0"7"0,0 0-3 16,0 0-10-16,0 0-10 0,0 0-7 16,0 0-13-16,0 0 0 0,0 0-11 0,0 0-8 0,0 0 0 15,0 0-4-15,0 0-1 0,0 0-7 0,0 0 0 16,0 0-9-16,0 0-1 0,0 0-7 0,0 0-2 16,0 0-6-16,0 0-4 0,0 0-7 0,8 1-1 15,-8-1-4-15,0 0-4 0,0 0-7 0,0 0 4 16,0 0-11-16,0 0-9 0,0 0-20 0,0 0-19 15,0 0-19-15,0 0-39 0,0 0-28 0,0 0-23 16,0 0-22-16,0 0-122 0,0 0-308 0,0 0 137 16</inkml:trace>
  <inkml:trace contextRef="#ctx0" brushRef="#br0" timeOffset="-214283.04">23967 15708 77 0,'0'0'227'0,"0"0"-20"0,0 0-8 0,0 0 0 16,0 0 4-16,0 0 1 0,0 0-7 0,0 0-9 15,0 0-14-15,0 0-10 0,0 0-9 0,0 0-13 16,0 0-12-16,0 0-11 0,0 0-7 0,0 0-9 16,0 0-6-16,0 0-7 0,0 0-13 0,0 0 1 15,0 0-13-15,0 0-12 0,0 0-4 0,0 0-2 16,0 0-8-16,0 0-8 0,0 0-22 0,24-6-21 16,-24 6-35-16,0 0-27 0,0 0-33 0,0 0-22 15,0 0-46-15,0 0-41 0,0 0-51 0,0 0-135 16,0 0-435-16,0 0 193 0</inkml:trace>
  <inkml:trace contextRef="#ctx0" brushRef="#br0" timeOffset="-213403.73">26928 14850 78 0,'0'0'141'0,"0"0"-8"0,0 0-7 0,0 0-12 0,0 0-18 16,0 0-3-16,0 0 0 0,0 0-22 0,0 0-23 15,0 0-24-15,0 0-28 0,0 0-27 0,0 0-37 16,0 0-85-16,0 0-165 0,0 0 73 0</inkml:trace>
  <inkml:trace contextRef="#ctx0" brushRef="#br0" timeOffset="-212883.03">23793 14811 1771 0,'0'0'-6'0,"17"-13"46"16,-16 7 40-16,3 0-8 0,-4 6-11 16,6-5-23-16,-6 5-16 0,7-6-5 0,-7 6-5 0,3-3-1 15,-3 3-6-15,0 0-3 0,0 0-14 0,0 0-18 16,7-5-13-16,-7 5-17 0,0 0-31 0,0 0-29 15,0 0-47-15,0 0-100 0,8 10-290 0,-8-10 128 16</inkml:trace>
  <inkml:trace contextRef="#ctx0" brushRef="#br0" timeOffset="-211479.65">25646 16162 16 0,'-56'-1'23'0,"-1"0"-5"0,-1 0 6 15,9 0-8-15,-3-4 2 0,-2-3-7 0,2 3 2 16,-1 3-3-16,-3-5-1 0,3-2 3 0,13 5-4 0,-11-5-7 16,0 5 0-16,0-3-7 0,12-2-5 0,0 1 1 15,0-1-4-15,-12-4 4 0,4-1 2 0,-3-1-1 16,16 7 5-16,-2-5-1 0,3-1 7 15,3 3 5-15,1-3 4 0,2 2 3 0,9 3-2 16,-1-2-1-16,1-2-1 0,3 3 0 0,-7-8 2 16,8 5-5-16,-1 1-6 0,2-2 3 0,0-1 1 15,1 1-3-15,2-3 3 0,5 2-3 0,-5-9 0 16,6 9 2-16,-1-2-1 0,1 2 6 0,1-3 10 16,0 2-10-16,1-3 5 0,0 3-2 0,-1-1-1 15,1 0 12-15,-1 2 2 0,-1-2 10 0,2 5-4 16,1-6 7-16,-2 2 2 0,-1 5-6 0,3-5-6 15,0-3 2-15,-2 8-7 0,2-1-4 0,-3 2 2 16,1-2 6-16,1 2-7 0,1-1-8 0,1-1-2 16,0 12 7-16,-6-20-5 0,5 10-1 0,1 10-3 15,-2-21 6-15,-1 13-3 0,2-4 1 0,1 12 1 16,-2-16-5-16,4 6 2 0,-2 10-3 0,1-19 8 16,-1 19-1-16,1-10 0 0,-1 10-2 0,3-14-9 15,-3 14 1-15,2-10 4 0,-2 10 2 0,6-12 4 16,-6 12-7-16,3-6 2 0,-3 6-3 0,4-9-5 15,-4 9 7-15,0 0-8 0,7-9 0 0,-7 9 1 16,0 0-1-16,0 0-18 0,2-8-11 0,-2 8-26 16,0 0-30-16,0 0-46 0,0 0-139 0,0 0 61 15</inkml:trace>
  <inkml:trace contextRef="#ctx0" brushRef="#br0" timeOffset="-184238.59">27277 8382 26 0,'0'0'83'0,"0"0"-7"0,0 0-5 0,0 0-7 16,0 0-6-16,0 0-1 0,0 0-8 0,0 0 0 15,0 0-1-15,0 0-3 0,0 0-8 0,0 0-1 16,0 0-2-16,0 0 1 0,0 0-6 0,0 0 1 16,0 0-4-16,0 0-8 0,0 0-2 0,0 0 1 0,0 0-2 15,0 0 1-15,0 0-3 0,-3-5 4 0,3 5-8 16,0 0 2-16,0 0-6 0,0 0 7 16,0 0-5-16,-11 0 2 0,11 0-5 0,0 0 4 15,-13 0-4-15,13 0 4 0,-14 0 3 0,14 0-11 0,-13-2 0 16,13 2 1-16,-11-1 3 0,11 1-1 0,-12 0 0 15,7-3 0-15,5 3-5 0,-12 2-1 16,12-2 11-16,-12 0 5 0,12 0 5 0,0 0 4 0,-7 2 1 16,7-2 1-16,0 0-1 0,0 0-4 0,0 0-2 15,0 0-2-15,0 0-1 0,0 0 0 0,0 0 6 16,0 0-8-16,0 0 1 0,38 8-1 0,-17-3-7 16,10-3 6-16,2 5-4 0,1 3 5 0,0 0-11 15,0 4 7-15,-3-3-3 0,0 5 2 0,-6 3-2 16,-4 1 2-16,-6 2-7 0,-1 6 2 0,-9 3-1 15,-5 14 4-15,-9 7-6 0,-17 25-11 0,-9 0-20 16,-9-2-14-16,-4 6-35 0,-9 5-32 0,-3 7-74 16,-1-3-202-16,0-2 89 0</inkml:trace>
  <inkml:trace contextRef="#ctx0" brushRef="#br0" timeOffset="-177898.66">25194 13433 8 0,'-13'-1'17'0,"0"1"6"0,-3 0-5 0,-2 0-3 16,0 0-5-16,-1 1-3 0,-1 2 1 0,-1-2-3 15,-2 2 3-15,-3 1 2 0,-2 2-5 0,-1-1 1 16,2-1 0-16,8 3 0 0,-3-1 5 0,-5 2 0 16,8-3-10-16,0 2 10 0,0 1-2 0,1 1-4 15,1 0 0-15,-8 3 1 0,9-1-4 0,0 0 3 16,-7 3-1-16,6-1-4 0,-3 3 5 0,3-4-1 16,-7 6-1-16,3 0-1 0,3-1 1 0,2 5-3 15,3-6 3-15,-2 7-1 0,0 1 3 0,0-1-1 16,5 1-5-16,2 0 5 0,0 3-1 0,5-7-1 15,3 5-1-15,4 2 1 0,2-1-3 0,3 0 1 16,3-2-2-16,3 0 0 0,0-3-1 0,8-1 6 16,0 1-1-16,0-3 1 0,5-2-3 0,3-4 0 15,6-1-3-15,-1-5 0 0,19-1 1 0,-2-6-4 16,5-2-4-16,2-5 4 0,1-5-6 0,4-3 2 16,-6-5 2-16,1-3 4 0,-3-1-5 0,-5-5 6 15,-6 1-5-15,-3-3 4 0,-3-2-6 0,-5-3 5 16,-4 1-2-16,-13 8-4 0,-2-3-14 0,-5 1-25 15,-4-2 12-15</inkml:trace>
  <inkml:trace contextRef="#ctx0" brushRef="#br0" timeOffset="-128630.66">24551 12479 34 0,'-8'0'118'0,"8"0"-8"16,0 0-5-16,0 0-8 0,-9 3-12 0,9-3-7 15,0 0-12-15,0 0 7 0,0 0 0 0,0 0-6 0,0 0 0 16,0 0 1-16,14 16-3 0,-2-13 3 16,5 4-1-16,3-2-1 0,11 2 1 0,4 0-5 15,22 2-1-15,6-4-2 0,32 4 6 0,4 0-6 16,3-2 1-16,11 2-7 0,4-2 1 0,4 2-1 0,8-2-3 16,7 3 12-16,3-1-5 0,3-2-3 0,14 4-1 15,1-5-1-15,4 3-2 0,5 1-3 16,7-2 5-16,-3 3-5 0,-1 5 1 0,3-3-6 0,0 1 0 15,-4 0 0-15,-2 0-5 0,-6-2-4 0,-1 1-4 16,-4-6-2-16,-7 1-3 0,-4 2-2 0,-8-5 0 16,-6-3 7-16,-7-1 4 0,-3-2-6 0,-5-1 2 15,-9 5 1-15,-5-6 1 0,-10 2-6 16,-28 0 2-16,-1-2-4 0,-1 1-3 0,-7-2-1 16,-14 1 1-16,-6 1-1 0,-2-1-7 0,-4 1-16 0,-10 0 3 15,-5 1-5-15,-3-1 0 0,-1 0-13 0,-1-2-9 16,-4 2-26-16,-4 2-30 0,4-6-32 0,-4 6-45 15,0 0-36-15,-17-12-46 0,0 7-127 0,-2 0-401 16,-8-5 179-16</inkml:trace>
  <inkml:trace contextRef="#ctx0" brushRef="#br0" timeOffset="-96686.63">14786 10797 51 0,'-2'-7'70'0,"2"7"-17"15,0 0 9-15,0 0-14 0,0 0 3 16,0 0-3-16,0 0-9 0,0 0-4 0,0 0 4 16,0 0-11-16,0 0-4 0,0 0-1 0,0 0-1 15,0 0-3-15,0 0-6 0,0 0 1 0,0 0 0 0,0 0-1 16,0 0-5-16,0 0-1 0,0 0 0 0,0 0-2 15,0 0 2-15,0 0 1 0,0 0-3 0,0 0-6 16,0 0 5-16,0 0-4 0,0 0 2 16,0 0-2-16,0 0 3 0,0 0-9 0,0 0 5 0,0 0 5 15,0 0-7-15,0 0 8 0,0 0-7 0,0 0 7 16,0 0 3-16,0 0 1 0,0 0-3 0,0 0 1 16,0 0-6-16,0 0 4 0,0 0-4 0,0 0 3 15,0 0 0-15,0 0-1 0,0 0 2 0,0 0 0 16,0 0-3-16,0 0-5 0,0 0-9 0,0 0 14 15,0 0-1-15,0 0 5 0,0 0-3 0,0 0 0 16,0 0-1-16,0 0 3 0,0 0-1 0,0 0-3 16,0 0-1-16,0 0 15 0,0 0-19 0,0 0 4 15,0 0-3-15,0 0-4 0,0 0-10 0,0 0-7 16,0 0-12-16,0 0-8 0,0 0-4 0,0 0-8 16,0 0-40-16,0 0-103 0,0 0 47 0</inkml:trace>
  <inkml:trace contextRef="#ctx0" brushRef="#br0" timeOffset="-95911.74">14635 10679 8 0,'-6'-4'70'0,"6"4"-5"16,0 0-17-16,0 0 8 0,0 0 5 15,0 0-7-15,0 0 3 0,-6-4-6 0,6 4-8 16,0 0 1-16,0 0-5 0,0 0-6 0,0 0 2 15,0 0-3-15,-2-7 4 0,2 7-5 0,0 0-6 0,0 0 4 16,0 0-14-16,0 0 9 0,0 0-9 0,0 0 8 16,0 0-5-16,0 0-1 0,0 0-13 15,0 0 11-15,-5-6-3 0,5 6-1 0,0 0 0 16,0 0-6-16,0 0 6 0,0 0-4 0,0 0-5 0,0 0 5 16,22 0 1-16,-22 0 1 0,0 0 0 15,13 2 0-15,-13-2-3 0,11 2-2 0,-11-2-2 16,10 3-1-16,-4-3 8 0,-6 0 4 0,12 4-2 0,-8-2-6 15,-4-2 6-15,14 4-12 0,-9-2 8 0,-1 0-3 16,3 2 1-16,-1-1-2 0,1 1-5 0,-1 0 18 16,1-1-16-16,-2 1-4 0,2 0 2 15,-1 0 5-15,-1 0-3 0,3 2 5 0,-3-2 0 0,0 1-4 16,-1-1-18-16,3 0 25 0,-2 0-8 0,1 0-1 16,-1 1 2-16,-1-1 6 0,1-1-5 0,-5-3 0 15,9 6-4-15,-3-4-15 0,-2 2 17 0,-4-4 2 16,6 7 0-16,-2-4-7 0,-4-3 3 0,5 8 6 15,0-4 1-15,-5-4-2 0,6 7 5 0,-6-7-11 16,4 6 1-16,-4-6 6 0,6 4-1 0,-6-4-8 16,5 4 8-16,-5-4-2 0,0 0-5 0,7 3-4 15,-7-3 13-15,5 4-4 0,-5-4 7 0,0 0-8 16,2 6-2-16,-2-6-2 0,0 0 2 0,5 5-1 16,-5-5 6-16,0 0-1 0,4 4-4 0,-4-4 0 15,4 4 6-15,-4-4-6 0,3 6 7 0,-3-6-8 0,0 0 8 16,7 7 2-16,-7-7-19 0,0 0 13 15,0 0 1-15,4 4-2 0,-4-4 6 0,0 0-12 16,0 0 8-16,0 0-5 0,0 0 7 0,0 0-1 16,0 0 5-16,3 5-8 0,-3-5 1 0,0 0 8 15,0 0-1-15,0 0-9 0,0 0 1 0,0 0-3 0,0 0 3 16,0 0 2-16,0 0-4 0,0 0-16 16,0 0-11-16,0 0 4 0,0 0-13 0,0 0-5 15,-17 3-14-15,17-3-9 0,-7 6-15 0,1-3-56 0,6-3-149 16,-8 7 65-16</inkml:trace>
  <inkml:trace contextRef="#ctx0" brushRef="#br0" timeOffset="-95370.98">14765 10728 14 0,'0'0'58'0,"0"0"-4"15,-6-3 0-15,6 3-9 0,0 0-2 0,0 0-8 16,0 0-3-16,0 0-1 0,0 0-7 0,0 0-1 16,0 0 0-16,0 0 5 0,0 0-1 0,0 0-3 15,0 0 8-15,0 0-11 0,0 0 5 0,0 0-2 16,14 19-9-16,-8-17 8 0,-1 3 2 0,2-1-5 15,-3-1 1-15,2 2-6 0,-1-1 8 0,-5-4-8 16,9 8-13-16,-4-5 14 0,-1 1 0 0,4 0 5 16,-4 1-5-16,2-2-5 0,-1 2 1 0,3 0 0 15,-2 0-3-15,0 0 3 0,-2-1 4 0,1 0-12 16,-1 2-5-16,-4-6 11 0,5 9-4 0,-1-4-3 16,-1 2 3-16,-3-7-1 0,2 10-2 0,-2-4 5 15,0-6-10-15,-1 12 8 0,1-12-7 0,-6 11 8 16,3-4-10-16,1-2 12 0,-6 3-8 0,3-1-5 15,-5 2-10-15,-2-1-18 0,-1 1-8 0,-3 1-10 16,-2-1-16-16,0 0-64 0,-9 1-139 0,9-3 62 16</inkml:trace>
  <inkml:trace contextRef="#ctx0" brushRef="#br0" timeOffset="46941.71">14539 10872 5 0,'0'0'13'0,"0"0"1"15,0 0 0-15,0 0-1 0,0 0 3 0,0 0-1 0,0 0 2 16,0 0-1-16,4 5 6 0,-4-5-5 0,0 0-2 16,0 0 5-16,0 0 2 0,0 0-7 0,0 0 1 15,0 0-2-15,0 0 6 0,0 0-11 16,0 0 4-16,0 0-2 0,0 0 1 0,0 0 3 0,0 0-9 15,0 0 0-15,0 0 3 0,0 0-6 0,0 0 3 16,0 0-2-16,0 0-5 0,0 0 4 0,0 0-3 16,0 0 1-16,0 0 0 0,0 0 2 0,0 0-2 15,0 0-2-15,0 0 4 0,0 0-9 0,0 0 4 16,0 0-1-16,0 0 3 0,0 0-9 0,0 0-1 16,0 0 0-16,0 0 2 0,0 0-1 0,0 0 4 15,0 0 3-15,0 0 4 0,0 0-11 0,0 0 4 16,0 0 2-16,0 0 1 0,0 0-4 0,0 0 1 15,0 0-1-15,0 0 0 0,0 0 4 0,0 0-8 16,0 0 12-16,0 0-6 0,0 0-5 0,0 0 9 16,0 0 0-16,0 0 0 0,0 0-2 0,0 0 3 15,13-2-5-15,-13 2 4 0,0 0-6 0,0 0-3 16,0 0-3-16,4-8-1 0,-4 8-3 0,0 0-2 16,0 0-13-16,0 0-33 0,2-7 15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34:05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10933 12030 8 0,'0'0'16'0,"0"0"-2"16,0 0-10-16,0 0-7 0,0 0-4 0,0 0-7 15,0 0 3-15</inkml:trace>
  <inkml:trace contextRef="#ctx0" brushRef="#br0" timeOffset="2743.53">10921 12096 45 0,'0'0'109'0,"0"0"-10"16,0 0-5-16,0 0 2 0,0 0-16 0,0 0-11 15,0 0 4-15,0 0-35 0,0 0 6 0,0 0-10 16,0 0-29-16,0 0-17 0,0 0-19 0,8 4-20 16,-8-4-65-16,0 0-124 0,0 0 55 0</inkml:trace>
  <inkml:trace contextRef="#ctx0" brushRef="#br0" timeOffset="3126.12">10960 12897 14 0,'0'0'56'0,"0"0"1"16,0 0-9-16,0 0-24 0,0 0-20 0,0 0-39 15,0 0-35-15,0 0 15 0</inkml:trace>
  <inkml:trace contextRef="#ctx0" brushRef="#br0" timeOffset="4254.56">11003 12907 43 0,'0'0'74'0,"0"0"-7"0,0 0-10 16,0 0-11-16,0 0-13 0,0 0-4 16,13-8-12-16,-13 8-8 0,4-5-18 0,-4 5-18 0,2-7-30 15,-2 7-61-15,0-9 27 0</inkml:trace>
  <inkml:trace contextRef="#ctx0" brushRef="#br0" timeOffset="4756.89">11044 12927 47 0,'0'0'64'0,"0"0"-6"0,0 0-11 0,8-15-12 0,-8 15-2 16,2-8-18-16,-2 8-10 0,-1-12-18 15,1 5-36-15,0 7-53 0,-1-13 25 0</inkml:trace>
  <inkml:trace contextRef="#ctx0" brushRef="#br0" timeOffset="7199.12">15288 11281 14 0,'0'0'47'0,"0"0"-9"16,0 0-6-16,0 0-14 0,0 0-9 0,0 0-3 16,0 0-12-16,0 0-21 0,0 0-29 0,23 8 14 15</inkml:trace>
  <inkml:trace contextRef="#ctx0" brushRef="#br0" timeOffset="8142.49">16358 13208 28 0,'2'-7'111'0,"-2"7"-11"0,0 0-7 16,0 0-14-16,0 0-9 0,0 0 3 0,3-7-17 0,-3 7-12 16,0 0-7-16,0 0-22 0,0 0-9 0,0 0-15 15,0 0-21-15,0 0-16 0,0 0-59 0,0 0-113 16,0 0 50-16</inkml:trace>
  <inkml:trace contextRef="#ctx0" brushRef="#br0" timeOffset="8704.94">15601 11433 19 0,'0'0'16'0,"4"4"-23"0,-4-4-5 15,0 0 3-15</inkml:trace>
  <inkml:trace contextRef="#ctx0" brushRef="#br0" timeOffset="9366.74">16375 12880 43 0,'0'0'51'0,"0"0"-11"0,0 0-8 0,0 0-13 16,0 0-5-16,0 0-5 0,0 0-24 0,0 0-18 0,0 0-34 16,0 0 15-16</inkml:trace>
  <inkml:trace contextRef="#ctx0" brushRef="#br0" timeOffset="10580.49">16281 12784 23 0,'0'0'36'0,"0"0"-5"0,0 0-6 0,0 0-2 0,0 0-3 15,0 0-8-15,0 0 1 0,0 0-7 0,0 0-12 16,0 0-7-16,0 0-16 0,0 0-30 0,0 0 13 16</inkml:trace>
  <inkml:trace contextRef="#ctx0" brushRef="#br0" timeOffset="11155.14">15527 11371 24 0,'0'0'22'0,"0"0"-12"16,0 0-7-16,-5 4-14 0,5-4-9 15,0 0 4-15</inkml:trace>
  <inkml:trace contextRef="#ctx0" brushRef="#br0" timeOffset="14128.5">16137 12911 38 0,'0'0'75'0,"0"0"-4"0,0 0-1 15,0 0-12-15,0 0-9 0,0 0-2 0,0 0-8 16,0 0-7-16,0 0-19 0,0 0-6 0,0 0-11 16,0 0-10-16,0 0-17 0,0 0-10 15,0 0-28-15,3 10-73 0,-3-10 32 0</inkml:trace>
  <inkml:trace contextRef="#ctx0" brushRef="#br0" timeOffset="28991.39">17638 8810 25 0,'0'0'48'0,"0"0"-3"0,0 0-3 16,0 0-16-16,0 0-9 0,-2-9-16 0,2 9-18 16,0 0-15-16,0 0-34 0,0 0 16 0</inkml:trace>
  <inkml:trace contextRef="#ctx0" brushRef="#br0" timeOffset="34382.87">17793 9601 39 0,'0'0'56'0,"0"0"-3"0,0 0 0 15,0 0-16-15,0 0 0 0,0 0-3 0,0 0-2 16,0 0-9-16,0 0 1 0,0 0-11 0,0 0 0 16,0 0-21-16,0 0-11 0,0 0-13 0,0 0-28 15,0 0-64-15,0 0 29 0</inkml:trace>
  <inkml:trace contextRef="#ctx0" brushRef="#br0" timeOffset="35049.96">17987 11851 42 0,'0'0'56'0,"0"0"-14"0,0 0 2 0,0 0-9 16,0 0-5-16,0 0-4 0,0 0-12 0,0 0 0 15,0 0-17-15,0 0-9 0,0 0-16 0,4-5-16 16,-4 5-46-16,0 0 20 0</inkml:trace>
  <inkml:trace contextRef="#ctx0" brushRef="#br0" timeOffset="37116.43">17994 12045 45 0,'0'0'121'0,"0"0"-5"0,0 0-9 0,0 0-14 16,0 0-15-16,0 0-4 0,0 0-1 0,0 0-11 0,0 0-9 15,0 0-14-15,0 0 1 0,0 0-20 0,0 0-7 16,0 0-15-16,0 0-3 0,0 0-16 0,0 0-4 16,0 0-9-16,0 0-20 0,0 0-21 15,0 0-45-15,0 0-130 0,0 0 58 0</inkml:trace>
  <inkml:trace contextRef="#ctx0" brushRef="#br0" timeOffset="38337.24">18037 12059 2 0,'0'0'48'0,"0"0"-20"0,0 0-5 15,0 0-24-15,0 0-16 0,0 0-19 0,0 0 9 0</inkml:trace>
  <inkml:trace contextRef="#ctx0" brushRef="#br0" timeOffset="42118.97">14708 10329 2 0,'0'0'65'0,"0"0"-5"16,0 0-7-16,0 0-6 0,0 0 1 15,0 0-5-15,0 0-12 0,0 0 0 0,0 0-4 16,0 0-15-16,0 0-10 0,0 0-13 0,0 0-8 0,0 0-9 16,0 0-33-16,0 0-66 0,0 0 30 0</inkml:trace>
  <inkml:trace contextRef="#ctx0" brushRef="#br0" timeOffset="42626.47">16447 8949 15 0,'0'0'67'0,"0"0"-7"0,0 0-2 15,0 0-7-15,0 0-10 0,0 0-2 16,0 0-4-16,0 0-11 0,0 0-9 0,0 0-9 16,0 0-9-16,0 0-12 0,0 0-13 0,0 0-34 15,0 0-65-15,0 0 30 0</inkml:trace>
  <inkml:trace contextRef="#ctx0" brushRef="#br0" timeOffset="43126.41">14813 10401 12 0,'0'0'33'0,"0"0"-2"0,0 0-7 0,0 0-5 16,0 0-3-16,0 0-5 0,0 0-8 16,0 0-11-16,0 0-16 0,0 0-25 0,0 0 11 15</inkml:trace>
  <inkml:trace contextRef="#ctx0" brushRef="#br0" timeOffset="44840.74">16289 9185 8 0,'0'0'31'0,"0"0"-3"16,0 0-3-16,0 0-6 0,0 0-2 0,0 0-10 15,0 0-13-15,0 0-16 0,0 0-24 0,0 0 12 16</inkml:trace>
  <inkml:trace contextRef="#ctx0" brushRef="#br0" timeOffset="60792.2">16908 8871 9 0,'0'0'44'16,"0"0"-14"-16,0 0-1 0,0 0-14 0,0 0-12 15,-17 2-15-15,10 0-8 0,-3 2-22 0,0 0 11 16</inkml:trace>
  <inkml:trace contextRef="#ctx0" brushRef="#br0" timeOffset="61175.62">15265 10459 10 0,'0'0'48'0,"11"-17"-14"0,-11 17 2 0,0 0-11 15,0 0 1-15,0 0-18 0,0 0-7 0,0 0-33 16,4-6-33-16,-4 6 14 0</inkml:trace>
  <inkml:trace contextRef="#ctx0" brushRef="#br0" timeOffset="61590.81">16960 8871 24 0,'0'0'54'0,"0"0"-11"16,0 0 0-16,0 0-11 0,0 0-17 0,0 0-10 15,0 0-8-15,0 0-33 0,0 0-38 0,0 0 16 16</inkml:trace>
  <inkml:trace contextRef="#ctx0" brushRef="#br0" timeOffset="62296.49">16670 8996 30 0,'3'-6'53'0,"-3"6"-3"0,0 0-7 0,0 0-3 0,0 0-3 15,0 0-9-15,0 0-2 0,0 0-6 0,0 0 1 16,0 0-9-16,0 0-13 0,0 0-11 0,0 0-18 15,-19 13-24-15,9-9-57 0,1 3 27 0</inkml:trace>
  <inkml:trace contextRef="#ctx0" brushRef="#br0" timeOffset="62856.16">15808 9982 16 0,'0'0'14'16,"0"0"-13"-16,0 0-7 0,0 0-5 0,0 0 2 16</inkml:trace>
  <inkml:trace contextRef="#ctx0" brushRef="#br0" timeOffset="65226.89">25765 12407 44 0,'0'0'130'15,"0"0"-12"-15,0 0-11 0,0 0-16 0,0 0 2 16,0 0-23-16,5 0 3 0,-5 0-11 0,0 0-10 16,0 0 3-16,0 0-21 0,0 0-8 0,0 0-28 15,0 0-19-15,2 7-8 0,-2-7-19 0,0 0-26 16,0 0-57-16,0 0-141 0,0 0 63 0</inkml:trace>
  <inkml:trace contextRef="#ctx0" brushRef="#br0" timeOffset="65498.99">25293 12407 87 0,'0'0'121'0,"0"0"-15"0,0 0-9 0,-7-3-16 0,7 3-5 15,0 0-5-15,0 0-21 0,0 0-7 0,0 0-18 16,0 0-19-16,0 0-23 0,0 0-23 0,0 0-78 16,0 0-127-16,0 0 55 0</inkml:trace>
  <inkml:trace contextRef="#ctx0" brushRef="#br0" timeOffset="65718.45">25871 12459 98 0,'0'0'143'0,"0"0"-5"15,0 0-16-15,0 0-6 0,0 0-10 0,0 0-13 16,0 0-11-16,0 0-4 0,0 0-13 0,0 0-13 16,0 0-7-16,0 0-26 0,0 0-25 0,0 0-26 15,0 0-25-15,0 0-37 0,0 0-68 0,0 0-175 16,0 0 78-16</inkml:trace>
  <inkml:trace contextRef="#ctx0" brushRef="#br0" timeOffset="65941.57">25497 12489 8 0,'0'0'38'0,"0"0"-28"0,0 0-20 16,0 0-10-16,0 0 5 0</inkml:trace>
  <inkml:trace contextRef="#ctx0" brushRef="#br0" timeOffset="66147">26003 12490 49 0,'0'0'102'0,"0"0"-18"0,0 0-13 0,0 0-11 15,0 0-20-15,0 0-35 0,-24-4-26 0,24 4-44 16,0 0-71-16,-17 1 31 0</inkml:trace>
  <inkml:trace contextRef="#ctx0" brushRef="#br0" timeOffset="66566.67">25839 12508 57 0,'0'0'103'0,"0"0"-2"0,0 0-18 0,0 0-19 16,0 0-23-16,0 0-26 0,0 0-26 0,0 0-65 16,0 0-82-16,0 0 36 0</inkml:trace>
  <inkml:trace contextRef="#ctx0" brushRef="#br0" timeOffset="66984.39">25906 12492 67 0,'7'0'127'0,"-7"0"-6"0,0 0-23 0,0 0-4 15,0 0-13-15,0 0-22 0,0 0-19 0,0 0-28 16,0 0-19-16,0 0-28 0,0 0-75 0,0 0-119 16,0 0 53-16</inkml:trace>
  <inkml:trace contextRef="#ctx0" brushRef="#br0" timeOffset="67365.2">25954 12504 61 0,'0'0'106'0,"0"0"-9"0,0 0-4 15,0 0-15-15,0 0-5 0,0 0-19 0,0 0-11 16,0 0-16-16,0 0-15 0,0 0-24 0,0 0-29 0,0 0-58 16,0 0-106-16,0 0 46 0</inkml:trace>
  <inkml:trace contextRef="#ctx0" brushRef="#br0" timeOffset="67566.88">25542 12514 8 0,'0'0'84'0,"0"0"-7"16,0 0-22-16,0 0-22 0,0 0-27 0,20 5-51 16,-20-5-47-16,10 0 22 0</inkml:trace>
  <inkml:trace contextRef="#ctx0" brushRef="#br0" timeOffset="67846.48">25879 12508 39 0,'0'0'135'0,"0"0"-6"16,0 0-7-16,0 0-8 0,0 0-16 0,0 0-3 16,0 0-11-16,0 0-9 0,0 0-7 0,0 0-4 15,0 0-9-15,0 0-2 0,0 0-15 0,0 0 3 16,0 0-7-16,0 0 3 0,0 0-6 0,0 0-2 15,-17-10 1-15,17 10-15 0,0 0 1 0,0 0 0 16,0 0 1-16,-7-3-5 0,7 3-12 0,0 0-13 16,0 0-2-16,-9-3-18 0,9 3-18 0,0 0-6 15,0 0-18-15,0 0-11 0,-7-3-18 0,7 3-66 16,0 0-182-16,-11 0 81 0</inkml:trace>
  <inkml:trace contextRef="#ctx0" brushRef="#br0" timeOffset="68056.78">25416 12526 7 0,'0'0'60'0,"23"7"-26"16,-23-7-31-16,13 2-21 0,-7-1-19 0,5-1 9 0</inkml:trace>
  <inkml:trace contextRef="#ctx0" brushRef="#br0" timeOffset="68609.03">25812 12533 112 0,'0'0'135'0,"0"0"-5"16,0 0-10-16,0 0-11 0,0 0-9 0,0 0-17 16,0 0-1-16,0 0-6 0,0 0-4 15,0 0 0-15,0 0-8 0,0 0-2 0,0 0-7 0,0 0-4 16,0 0 3-16,0 0-12 0,0 0 4 0,0 0-3 15,0 0-7-15,0 0 2 0,0 0-1 0,0 0-6 16,0 0-7-16,0 0-1 0,0 0 0 16,0 0-2-16,0 0-15 0,0 0 9 0,0 0 1 0,0 0-3 15,0 0-2-15,0 0 4 0,0 0-3 0,0 0-9 16,0 0-1-16,0 0 2 0,0 0-4 16,0 0 3-16,0 0-3 0,0 0 3 0,0 0-7 0,0 0 6 15,0 0-3-15,0 0-2 0,0 0 6 0,0 0-1 16,0 0 1-16,0 0-5 0,0 0 5 0,0 0-4 15,0 0 0-15,0 0-5 0,0 0 6 0,0 0 2 16,0 0-4-16,0 0-1 0,0 0 2 0,0 0 10 16,0 0-14-16,0 0 4 0,0 0 1 0,0 0-5 15,0 0 9-15,0 0-6 0,0 0 8 0,0 0-11 16,0 0 5-16,0 0-3 0,0 0-4 0,0 0 3 16,0 0 0-16,0 0 3 0,0 0-5 0,0 0 7 15,0 0-3-15,0 0 0 0,0 0-11 0,0 0 8 16,0 0 2-16,0 0-5 0,0 0 2 0,0 0 1 15,0 0-1-15,0 0-3 0,0 0-13 0,0 0 13 16,0 0-2-16,0 0 2 0,0 0 0 0,0 0 0 16,0 0-11-16,0 0-9 0,0 0 6 0,0 0-18 15,0 0-2-15,0 0-13 0,0 0-1 0,0 0-18 16,0 0-15-16,0 0-14 0,0 0-87 0,0 0-208 16,7 3 93-16</inkml:trace>
  <inkml:trace contextRef="#ctx0" brushRef="#br0" timeOffset="69928.95">16986 8442 28 0,'0'0'43'0,"0"0"-8"0,0 0-8 15,0 0-7-15,0 0-13 0,0 0-9 16,0 0-25-16,0 0-29 0,-21 0 14 0</inkml:trace>
  <inkml:trace contextRef="#ctx0" brushRef="#br0" timeOffset="70478.43">14949 10718 65 0,'0'0'110'0,"0"0"-13"15,0 0-3-15,0 0-14 0,0 0-6 0,0 0-5 16,0 0 0-16,0 0-3 0,0 0-13 0,-5 4-2 15,5-4-1-15,0 0-5 0,0 0-12 0,0 0-2 16,0 0 1-16,0 0-2 0,0 0-2 0,0 0-7 16,0 0-2-16,0 0-2 0,0 0-18 0,0 0-9 15,0 0-20-15,0 0-15 0,0 0-10 0,0 0-7 16,0 0-16-16,0 0-65 0,0 0-154 0,0 0 69 16</inkml:trace>
  <inkml:trace contextRef="#ctx0" brushRef="#br0" timeOffset="71122.59">16856 8801 59 0,'0'0'78'15,"0"0"0"-15,0 0-9 0,0 0-7 0,0 0-4 0,0 0-13 16,0 0 1-16,0 0 1 0,0 0-4 0,0 0-16 16,0 0 0-16,0 0-2 0,0 0 5 15,0 0-4-15,0 0-9 0,0 0-10 0,0 0-12 16,0 0-9-16,0 0 1 0,0 0-24 0,0 0-24 0,0 0-42 16,0 0-111-16,-23 11 50 0</inkml:trace>
  <inkml:trace contextRef="#ctx0" brushRef="#br0" timeOffset="71766.07">15069 10483 64 0,'0'0'111'0,"0"0"-2"0,0 0-23 16,0 0 0-16,0 0-12 0,0 0-1 16,-5 4-20-16,5-4 12 0,0 0-4 0,0 0-18 15,0 0 5-15,0 0-6 0,0 0-6 0,0 0-3 16,0 0-4-16,0 0 2 0,0 0-9 0,0 0-3 0,0 0 12 16,0 0-19-16,0 0-2 0,0 0 8 0,0 0-3 15,0 0-6-15,0 0-1 0,0 0 4 0,0 0-7 16,0 0-4-16,0 0-6 0,0 0-3 0,0 0 8 15,0 0 0-15,0 0-4 0,0 0-6 0,0 0-1 16,0 0-6-16,0 0 12 0,0 0-4 0,0 0-8 16,0 0 0-16,0 0-3 0,0 0 4 0,0 0-6 15,9-19 10-15,-9 19-15 0,0 0 2 0,0 0 8 16,0 0-6-16,0 0 6 0,0 0-7 0,0 0-12 16,0 0 7-16,0 0-5 0,0 0-5 0,0 0-3 15,0 0-13-15,0 0-5 0,0 0-42 0,0 0-109 16,0 0 50-16</inkml:trace>
  <inkml:trace contextRef="#ctx0" brushRef="#br0" timeOffset="79500.19">27193 12294 26 0,'0'0'28'0,"9"0"-2"0,-9 0-4 16,0 0-2-16,0 0-5 0,0 0 2 0,0 0 7 16,10 0-7-16,-10 0-3 0,0 0 3 0,0 0 3 0,0 0-6 15,0 0 2-15,0 0 1 0,0 0 1 16,0 0-3-16,0 0 3 0,0 0-3 0,0 0-1 16,0 0 4-16,0 0-3 0,0 0 1 0,0 0-2 0,0 0 4 15,0 0-4-15,0 0 4 0,0 0 6 16,-30 3-2-16,30-3-5 0,0 0 1 0,-11 0 3 15,11 0-4-15,0 0 1 0,-13 0 2 0,13 0-9 0,-7 0 7 16,7 0-5-16,0 0 3 0,-10 1 2 0,10-1-5 16,0 0 3-16,0 0 4 0,-8 3 3 0,8-3-7 15,0 0 3-15,0 0 7 0,-13-1-2 16,13 1-4-16,-8 1 2 0,8-1 0 0,0 0 3 0,-8 2-8 16,8-2 2-16,0 0-1 0,0 0 8 15,0 0-10-15,0 0 10 0,0 0 4 0,0 0-4 0,0 0 0 16,0 0-2-16,0 0-4 0,0 0 10 0,18 11 3 15,-9-9 2-15,3-2-6 0,1 0 7 0,0 1-5 16,5-2 2-16,-1-1-2 0,6 2 7 0,4-3-10 16,-2 3-2-16,-3 0-4 0,9-4 10 0,-2 0-4 0,3 1-3 15,2-2-2-15,-2 4 0 0,-1-4-7 16,3-1 5-16,1 4-9 0,-3-4 2 0,-1 3-1 16,-3 2 1-16,-9-2-1 0,4 1 0 0,-5 0-1 15,-5 1 10-15,6-1-6 0,-5 0 2 0,-3-1-1 0,0 2 13 16,-1 0 4-16,-2 0 1 0,-8 1 7 15,11-3 3-15,-11 3 6 0,9-4 2 0,-9 4 5 16,4-1-2-16,-4 1-8 0,0 0-6 0,0 0-1 0,9-4-5 16,-9 4-2-16,0 0-3 0,0 0-5 15,0 0-3-15,0 0-1 0,0 0-4 0,0 0-9 16,0 0-15-16,0 0-21 0,-7-13-21 0,7 13-28 0,0 0-36 16,0 0-35-16,0 0-33 0,0 0-163 0,0 0-371 15,0 0 164-15</inkml:trace>
  <inkml:trace contextRef="#ctx0" brushRef="#br0" timeOffset="80025.5">28784 12276 112 0,'0'0'180'0,"0"0"1"16,0 0 4-16,0 0 4 0,0 0-3 15,-11-15-8-15,11 15-10 0,0 0-13 0,0 0-11 16,-5-5-15-16,5 5-11 0,0 0-7 0,0 0-12 0,0 0-4 15,0 0-7-15,0 0-5 0,0 0-4 16,0 0-6-16,0 0-4 0,0 0 1 0,0 0-6 16,27 10-5-16,-15-8-7 0,7-1-2 0,-4 1-18 15,5-2-2-15,8 1-2 0,2-4-3 0,-1 5-3 0,2-1-7 16,0-1 4-16,1 0-2 0,3 1-4 0,0-1-1 16,1-1-3-16,-1 4 2 0,0-3-6 0,-4 0 2 15,0 0 2-15,0 0 6 0,-1 0-11 0,-2 3-1 16,-9-3 1-16,0 0 3 0,3-2 2 0,-4 2 4 15,1 2-7-15,-1-4 5 0,-3 4-1 0,-3-2 4 16,7 0 3-16,-3-2 4 0,-3 2 5 0,0-1-4 16,1 1-2-16,0 0-3 0,-4 0 5 0,3 0-3 15,-3 0-1-15,0 0-6 0,-10 0-3 0,15-2 3 16,-15 2-6-16,11 2 2 0,-11-2-1 0,10-2-8 16,-10 2-13-16,8 2-12 0,-8-2-18 0,0 0-25 15,0 0-29-15,0 0-31 0,9 0-29 0,-9 0-45 16,0 0-26-16,0 0-193 0,0 0-458 0,0 0 203 15</inkml:trace>
  <inkml:trace contextRef="#ctx0" brushRef="#br0" timeOffset="81233.38">25222 12471 22 0,'0'0'122'0,"0"0"-7"0,0 0-9 0,0 0 3 16,0 0-3-16,0 0 6 0,0 0-3 0,0 0-7 15,0 0 0-15,0 0-3 0,0 0-6 0,0 0-7 16,0 0-2-16,0 0-4 0,-3-9-5 0,3 9-9 15,0 0 3-15,0 0-9 0,0 0 5 0,0 0-5 16,0 0-5-16,0 0-2 0,0 0-3 0,0 0-4 16,0 0-7-16,0 0 1 0,0 0-3 0,0 0-5 15,0 0-2-15,0 0-7 0,0 0 1 0,0 0-6 16,0 0 2-16,-7-3-5 0,7 3 0 0,0 0-1 16,-7-6-2-16,7 6-3 0,0 0 1 0,0 0 2 0,0 0 4 15,0 0-4-15,-6-5-2 0,6 5 6 0,0 0 1 16,0 0 5-16,0 0 2 0,0 0-2 0,0 0 4 15,0 0-3-15,0 0 1 0,0 0 1 16,-4-5-3-16,4 5 3 0,0 0 1 0,0 0-4 0,0 0 2 16,0 0-1-16,0 0 3 0,0 0-2 15,0 0 2-15,0 0 2 0,0 0-1 0,0 0 1 16,0 0 2-16,0 0-6 0,0 0 10 0,0 0-10 0,26 0 1 16,-15 0 4-16,3 0-3 0,5 0-1 0,4 0 5 15,4 0-2-15,5 0-1 0,-3 1-1 0,3-1 3 16,3 0-4-16,2 0 4 0,1-3-1 0,0 1-4 15,0 2-5-15,-4-3 3 0,2 3-2 0,-1 0 3 16,2 1 1-16,-6-3-2 0,-2 2 4 0,-4 0-2 16,-5 1 8-16,-1-1-1 0,-7 1 2 0,0-1-9 15,-1 2 0-15,-2-2-1 0,-2 0 2 0,-7 0 1 16,12 2 5-16,-12-2 6 0,8 0 6 0,-8 0 0 16,0 0 8-16,9 2-7 0,-9-2 3 0,0 0 8 15,0 0-17-15,0 0-2 0,9 0 7 0,-9 0 0 16,0 0-12-16,0 0 4 0,0 0-10 0,0 0-3 15,0 0-1-15,0 0-7 0,0 0 2 0,0 0 0 16,0 0-5-16,0 0-9 0,0 0-16 0,7-3-2 16,-7 3-15-16,0 0-13 0,0 0-18 0,0 0-20 15,0 0-27-15,0 0-23 0,0 0-38 0,0 0-48 16,0 0-41-16,0 0-48 0,0 0-203 0,0 0-551 16,0 0 244-16</inkml:trace>
  <inkml:trace contextRef="#ctx0" brushRef="#br0" timeOffset="98727.99">12758 13164 26 0,'0'0'103'0,"0"0"-4"15,0 0-4-15,0 0-2 0,0 0-3 0,0 0-5 16,0 0-7-16,0 0-7 0,0 0 0 0,0 0 4 0,0 0-8 16,0 0 3-16,0 0-4 0,0 0-7 15,0 0 4-15,0 0-9 0,0 0-5 0,0 0-3 0,0 0 2 16,0 0-14-16,0 0 15 0,0 0-4 0,0 0-5 15,0 0 6-15,0 0-6 0,0 0 1 0,0 0-2 16,0 0 3-16,0 0-6 0,0 0 2 0,0 0 3 16,0 0-4-16,0 0-5 0,0 0 6 15,0 0-1-15,0 0-4 0,0 0 1 0,0 0-4 16,0 0 0-16,0 0-1 0,0 0-2 0,0 0-4 0,0 0 6 16,0 0-1-16,0 0-4 0,0 0 1 0,0 0 2 15,0 0-3-15,0 0 1 0,0 0 6 0,0 0-3 16,10 2 4-16,-2-2-1 0,3 0 0 0,3 0-7 15,-1 0 6-15,4 0 3 0,0 0 3 0,3 0-3 16,0 0 1-16,-2-3-7 0,3-2 4 0,-4 3 1 16,0 1-4-16,0 0-1 0,-3 1-1 0,-3-1-2 15,3-1 2-15,-4 1-2 0,-3 0 4 16,-7 1-1-16,14-3 8 0,-14 3 3 0,9 1 5 0,-9-1 0 16,8-3 8-16,-8 3-3 0,0 0 10 0,7-1 4 15,-7 1-1-15,0 0 9 0,0 0-12 0,8-3 4 16,-8 3 0-16,0 0-4 0,0 0-4 0,0 0-5 15,0 0-2-15,0 0-8 0,0 0 14 0,0 0-22 16,0 0-2-16,0 0-3 0,0 0-19 0,0 0-4 16,6-3-28-16,-6 3-15 0,0 0-24 0,0 0-24 15,0 0-27-15,0 0-37 0,0 0-34 0,0 0-45 16,0 0-44-16,0 0-223 0,0 0-539 0,0 0 239 0</inkml:trace>
  <inkml:trace contextRef="#ctx0" brushRef="#br0" timeOffset="99714.24">21895 11483 179 0,'0'0'181'0,"-9"2"-4"16,9-2-2-16,-9 1-3 0,9-1-8 0,-6 2-6 0,6-2-10 15,0 0-7-15,0 0-9 0,0 0-8 16,0 0-5-16,0 0-8 0,-10 0-7 0,10 0-3 0,0 0-10 15,0 0-3-15,0 0-7 0,0 0-5 0,0 0-5 16,0 0 2-16,0 0-5 0,0 0-1 0,0 0 2 16,0 0 0-16,0 0-4 0,0 0-2 15,0 0-5-15,32-1-7 0,-11 1 5 0,9-5-2 0,3 4-3 16,0-4-4-16,6-2-6 0,0 6-2 0,12-7-3 16,-15 3-3-16,1 2-3 0,-2-2 1 0,2-1 1 15,-5 2-1-15,-2 3 0 0,-9 0-6 0,7-1-20 16,-9 1 2-16,-2-3 0 0,-3 2 4 0,-4 2-4 15,-1-3-1-15,0 3 1 0,-9 0 11 0,13-1-15 16,-13 1-5-16,6-3-19 0,-6 3-21 0,0 0-37 16,0 0-50-16,0 0-69 0,0 0-76 0,0 0-233 15,-34 13-548-15,2-12 242 0</inkml:trace>
  <inkml:trace contextRef="#ctx0" brushRef="#br0" timeOffset="132619.53">20785 10048 27 0,'-3'-9'85'0,"3"9"-11"0,0 0-4 0,0 0-8 15,0 0-7-15,0 0 2 0,-3-7-19 0,3 7-12 16,0 0-13-16,0 0-15 0,0 0-18 0,0 0-8 0,0 0-13 16,0 0-29-16,0 0-75 0,0 0 34 0</inkml:trace>
  <inkml:trace contextRef="#ctx0" brushRef="#br0" timeOffset="153489.5">15791 13669 12 0,'0'0'86'0,"0"0"1"0,0 0-7 16,0 0-10-16,0 0-6 0,0 0-13 0,0 0-11 15,0 0-7-15,0 0-13 0,0 0-8 0,0 0-18 16,0 0-2-16,-6 6-24 0,6-6-18 0,-2 5-27 16,2-5-83-16,-5 5 37 0</inkml:trace>
  <inkml:trace contextRef="#ctx0" brushRef="#br0" timeOffset="153816.9">15659 13314 10 0,'0'0'32'0,"0"0"-8"16,0 0-6-16,0 0-11 0,0 0-15 0,0 0-7 16,0 0-14-16,0 0 6 0</inkml:trace>
  <inkml:trace contextRef="#ctx0" brushRef="#br0" timeOffset="155523.31">27535 12343 43 0,'16'-7'41'0,"-16"7"-4"15,0 0-13-15,0 0-12 0,8 3-20 16,-8-3-18-16,0 0-26 0,0 0 12 0</inkml:trace>
  <inkml:trace contextRef="#ctx0" brushRef="#br0" timeOffset="155811.03">28635 12362 30 0,'7'-4'134'0,"-7"4"-6"16,6-3-9-16,-6 3-4 0,0 0-14 15,8-3-13-15,-8 3-4 0,0 0-8 0,0 0-12 0,0 0-10 16,0 0-14-16,0 0-24 0,0 0-18 0,0 0-31 15,6-3-13-15,-6 3-13 0,0 0-15 16,0 0-66-16,12 3-151 0,-12-3 68 0</inkml:trace>
  <inkml:trace contextRef="#ctx0" brushRef="#br0" timeOffset="156203.04">29309 12450 137 0,'0'0'135'0,"0"0"-8"0,0 0 6 16,0 0-16-16,0 0-9 0,0 0-10 0,0 0-10 15,0 0-12-15,0 0-6 0,3 4-6 0,-3-4-2 16,0 0-4-16,0 0-11 0,0 0 1 0,0 0 0 15,0 0-10-15,0 0-3 0,0 0-5 0,0 0-7 16,0 0 0-16,0 0 2 0,0 0-8 0,0 0 0 16,0 0 1-16,0 0-1 0,0 0-7 0,0 0 3 15,0 0 0-15,0 0-8 0,0 0-2 0,0 0 2 16,0 0 3-16,0 0-2 0,0 0 0 0,0 0 0 16,0 0 1-16,0 0-6 0,0 0 5 0,0 0-3 15,0 0-3-15,0 0 3 0,0 0-15 0,0 0 13 16,0 0-6-16,0 0 6 0,0 0-9 0,0 0-3 15,0 0 2-15,0 0-13 0,0 0-1 0,0 0-10 16,0 0-10-16,0 0-10 0,0 0-12 0,0 0-10 16,-17-14-21-16,17 14-17 0,0 0-85 0,-13 0-215 15,13 0 95-15</inkml:trace>
  <inkml:trace contextRef="#ctx0" brushRef="#br0" timeOffset="157801.21">26737 12444 76 0,'0'0'120'0,"0"0"3"16,0 0-11-16,0 0 6 0,0 0-14 0,0 0-6 16,0 0-6-16,0 0-8 0,0 0-11 0,0 0-5 15,0 0-7-15,0 0-11 0,0 0-6 0,0 0-15 16,0 0-17-16,0 0-21 0,0 0-6 0,0 0-12 15,0 0-18-15,0 0-20 0,0 0-20 0,0 0-85 16,0 0-184-16,23 6 81 0</inkml:trace>
  <inkml:trace contextRef="#ctx0" brushRef="#br0" timeOffset="158429.01">29153 12300 30 0,'9'-5'125'0,"-9"5"7"0,6 0-8 0,-6 0-4 16,0 0-1-16,8-3-16 0,-8 3-7 15,0 0-2-15,0 0-17 0,7-2-4 0,-7 2-13 16,0 0-1-16,0 0 1 0,0 0-8 0,3-5-5 0,-3 5-3 16,0 0-4-16,0 0-3 0,0 0-5 15,0 0-2-15,0 0 0 0,0 0-12 0,0 0 3 0,0 0 6 16,0 0-10-16,0 0-3 0,0 0 6 0,0 0-11 16,0 0 6-16,0 0-6 0,0 0-1 0,0 0-3 15,0 0 4-15,0 0-3 0,0 0 5 0,0 0 1 16,0 0-4-16,0 0-6 0,0 0 7 0,0 0-3 15,0 0-2-15,0 0 2 0,0 0-5 0,0 0 3 16,0 0-5-16,0 0 3 0,0 0 2 0,0 0-2 16,0 0 0-16,0 0 3 0,0 0-6 0,0 0 2 15,0 0 0-15,0 0 1 0,0 0-3 0,0 0-4 16,0 0 9-16,0 0-5 0,0 0 4 0,0 0-7 16,0 0 1-16,0 0 1 0,0 0-1 0,0 0 4 15,0 0-5-15,0 0-7 0,0 0 2 0,0 0-13 16,0 0-11-16,0 0 4 0,0 0-18 0,0 0-20 15,0 0-8-15,0 0-11 0,0 0-10 0,0 0-18 16,0 0-93-16,-24 5-224 0,24-5 101 0</inkml:trace>
  <inkml:trace contextRef="#ctx0" brushRef="#br0" timeOffset="158728.74">27692 12307 3 0,'0'0'75'16,"0"0"-9"-16,0 0-7 0,0 0-7 0,0 0-8 15,0 0-11-15,0 0-11 0,0 0-20 0,0 0-12 16,0 0-48-16,0 0-62 0,0 0 27 0</inkml:trace>
  <inkml:trace contextRef="#ctx0" brushRef="#br0" timeOffset="159547.91">29307 12398 31 0,'7'-3'135'0,"-7"3"-7"16,0 0-14-16,0 0 3 0,0 0-15 0,0 0-9 15,5-4 4-15,-5 4-16 0,0 0-9 0,0 0-8 16,0 0 2-16,0 0-18 0,0 0 0 0,0 0-6 16,0 0-3-16,0 0-13 0,0 0 5 0,0 0 4 0,0 0-7 15,0 0-2-15,0 0-11 0,0 0 2 16,0 0 2-16,0 0-10 0,0 0 5 0,0 0 1 16,0 0-2-16,0 0-1 0,5-4-4 0,-5 4 1 15,0 0 0-15,0 0-3 0,0 0 1 0,0 0-5 0,0 0-4 16,0 0 2-16,0 0 17 0,0 0-16 0,0 0 5 15,0 0-4-15,0 0 0 0,0 0 0 16,0 0-1-16,0 0-2 0,0 0 1 0,0 0-21 16,0 0 9-16,0 0-7 0,0 0-4 0,0 0-8 15,0 0-4-15,0 0-14 0,0 0-9 0,0 0 0 16,0 0-1-16,0 0 1 0,0 0 7 0,0 0 0 16,0 0-8-16,0 0 11 0,-24 1 1 0,24-1-2 15,0 0 4-15,0 0 5 0,-10 2-2 0,10-2-2 0,0 0-2 16,0 0 0-16,0 0-3 0,-7 3 6 0,7-3-1 15,0 0 10-15,0 0 5 0,-6 3 4 0,6-3 0 16,0 0 2-16,0 0 5 0,0 0 8 0,0 0 4 16,0 0 1-16,0 0 5 0,0 0 4 0,0 0 1 15,0 0 2-15,0 0 13 0,0 0-1 0,0 0 4 16,-8 2 0-16,8-2 6 0,0 0 1 0,0 0 4 16,0 0-2-16,0 0 5 0,0 0-5 15,0 0-3-15,0 0 5 0,0 0-8 0,0 0 2 0,0 0-7 16,0 0 3-16,0 0 3 0,0 0 4 0,0 0-16 15,0 0 4-15,0 0 14 0,0 0-7 0,0 0 5 16,0 0-9-16,0 0 7 0,0 0-12 0,0 0 8 16,0 0-11-16,0 0 0 0,0 0-2 0,0 0 3 15,0 0 0-15,0 0-8 0,0 0-8 0,0 0 9 16,0 0-3-16,0 0-1 0,0 0 1 0,0 0 1 16,0 0 4-16,0 0-7 0,0 0 1 0,0 0-8 15,0 0 5-15,0 0 1 0,0 0-9 0,0 0-1 16,0 0-7-16,0 0-2 0,0 0-18 0,0 0-16 15,0 0 1-15,0 0-20 0,-11-2-81 0,11 2-163 16,0 0 72-16</inkml:trace>
  <inkml:trace contextRef="#ctx0" brushRef="#br0" timeOffset="159906.94">28054 12364 25 0,'0'0'64'0,"0"0"-1"0,0 0-16 15,0 0-1-15,0 0-4 0,27-5-17 16,-27 5-8-16,13 0-18 0,-6 3-16 0,-7-3-36 15,18 0-55-15,-7 3 25 0</inkml:trace>
  <inkml:trace contextRef="#ctx0" brushRef="#br0" timeOffset="164492.64">26928 12711 36 0,'0'0'37'0,"14"1"-6"0,-8 0-18 0,-6-1-24 16,14 1-7-16,-7-1-19 0,2 1 8 0</inkml:trace>
  <inkml:trace contextRef="#ctx0" brushRef="#br0" timeOffset="164902.01">28858 12712 112 0,'0'0'156'0,"0"0"-5"0,4-4-10 0,-4 4-2 15,0 0 0-15,0 0-11 0,6-4-8 0,-6 4-8 16,0 0-6-16,6-4-10 0,-6 4-7 0,0 0-11 15,6-4-6-15,-6 4-7 0,0 0-5 0,7-3-10 0,-7 3-2 16,0 0-6-16,0 0-6 0,8-3-2 0,-8 3-8 16,0 0-2-16,0 0 3 0,0 0-9 15,0 0-3-15,0 0-4 0,0 0-11 0,0 0 0 16,0 0-6-16,0 0-9 0,0 0-5 0,0 0 0 0,0 0-7 16,0 0-12-16,11 4-11 0,-11-4-5 15,0 0-20-15,0 0-2 0,0 0-12 0,0 0-8 16,0 0-14-16,0 0-22 0,0 0-81 0,0 0-232 15,0 0 104-15</inkml:trace>
  <inkml:trace contextRef="#ctx0" brushRef="#br0" timeOffset="165267.84">27715 12821 47 0,'0'0'98'0,"17"-10"-10"0,-17 10-5 16,11-4-8-16,-4 1-13 0,-7 3-6 0,11-3-2 15,-3 3-14-15,1-1-31 0,-1-1-30 0,4 2-78 16,-12 0-106-16,17 2 46 0</inkml:trace>
  <inkml:trace contextRef="#ctx0" brushRef="#br0" timeOffset="166155.31">25374 12675 44 0,'0'0'134'0,"0"0"-16"0,0 0-3 16,0 0-16-16,0 0-17 0,0 0 4 0,23-10-8 15,-12 7-15-15,1 1-18 0,2 0-29 0,0 1-18 16,6-3-35-16,1 3-46 0,-4-1-44 0,4 1-137 15,-3-2 61-15</inkml:trace>
  <inkml:trace contextRef="#ctx0" brushRef="#br0" timeOffset="189518.87">2278 14112 116 0,'0'0'151'0,"0"0"-4"0,0 0-7 0,4-5-15 16,-4 5-11-16,0 0-9 0,0 0-11 0,0 0-10 15,0 0-11-15,0 0-8 0,0 0-6 0,0 0-6 16,1 23-5-16,1-13-4 0,-2 5-7 0,2 5 1 16,1 3 15-16,-1 6 6 0,1 2-5 0,-2 1 6 15,0 3-3-15,1 10 4 0,-1 1-7 0,-2 3-3 16,3-2 8-16,-2 2-3 0,0 2 4 0,3-16-9 16,1 17-2-16,-3-1 0 0,1 3-1 15,0-4-5-15,2 3 7 0,-7-6-11 0,3 1 4 16,0-13-3-16,0 11 1 0,3-12-6 0,-3-1-3 0,-3 1-3 15,3-3 8-15,-1 1-4 0,-2-3 1 0,-1-1-6 16,2-2-1-16,-1 2-4 0,3-9-26 0,-1-1-3 16,1 0 7-16,0 0-7 0,0-1 7 15,1 1-5-15,2-3 2 0,-1 2-1 0,-2-4-12 0,5 1-9 16,-2-2-9-16,1 0-19 0,0-1-11 16,-2-1-25-16,2 0-26 0,-2-2-27 0,0 0-33 15,-2-1-33-15,0-7-113 0,0 0-346 0,-3 20 154 16</inkml:trace>
  <inkml:trace contextRef="#ctx0" brushRef="#br0" timeOffset="190030.19">1892 15483 32 0,'0'0'144'15,"-13"0"-11"-15,13 0 3 0,0 0-10 0,-12-2-11 16,12 2-9-16,0 0-10 0,0 0-10 0,0 0-10 0,-14-2-10 15,14 2-3-15,0 0-8 0,0 0-8 0,0 0-2 16,0 0-8-16,0 0-4 0,0 0 7 0,0 0-3 16,21 16 5-16,-8-13 0 0,6 4 0 15,11 0-6-15,3-1 6 0,5-3 4 0,15 5-1 16,3-3 3-16,6-2 0 0,32-2-13 0,-30 1-3 16,31-4 7-16,4 4-1 0,-1-2-6 0,2-3 0 15,5 1-4-15,-2 1 1 0,5-2 1 0,-3-6-1 16,3 4 2-16,3-3-1 0,10 1-2 0,-3-2-1 15,1-3-2-15,1 3 5 0,-4-4 2 0,2 2 1 16,4-3-2-16,-3 2 0 0,-3-1-3 0,-4 2-3 16,-3-2 3-16,-4 3 0 0,-11 2 0 0,-4 0 5 15,-28 2 0-15,1-3 1 0,-2 2-5 0,-6 1-2 16,0 2-3-16,-14 3-3 0,-4-1 1 16,-5-1-5-16,-1 0-1 0,-13 3-4 0,0 0-15 0,-7 0-22 15,-11 0-17-15,0 0-24 0,0 0-30 0,0 0-49 16,0 0-41-16,0 0-202 0,0 0-421 0,-56-9 186 15</inkml:trace>
  <inkml:trace contextRef="#ctx0" brushRef="#br0" timeOffset="192667.74">2249 14112 35 0,'0'0'38'15,"0"0"1"-15,0 0-8 0,0 0 5 0,0 0 0 16,0 0-7-16,0 0 2 0,0 0 7 0,0 0-8 16,0 0 1-16,0 0-2 0,0 0 2 0,0 0 7 15,0 0-4-15,0 0-3 0,0 0-1 0,0 0-1 16,0 0-10-16,0 0 1 0,0 0-13 0,0 0 9 15,0 0-6-15,0 0 11 0,0 0-4 0,0 0 6 16,0 0 5-16,-8 18 2 0,8-18-4 0,-6 11 5 16,2-3-8-16,0-2-1 0,-1 3 1 0,1 0-7 15,-1-1 6-15,1 0-12 0,-1 1 9 0,-2 0-3 16,3-2-3-16,-2 0-8 0,1-2 5 0,0 4 1 16,1-3-5-16,-2 1 2 0,2-2 0 0,0 0-2 15,0-1 1-15,4-4-19 0,-3 8-4 0,3-8-6 16,-4 6-26-16,4-6-18 0,0 0-23 0,-3 6-47 15,3-6-148-15,0 0 66 0</inkml:trace>
  <inkml:trace contextRef="#ctx0" brushRef="#br0" timeOffset="192859.19">2262 14144 40 0,'0'0'60'0,"14"4"-3"0,-7-2-8 0,5 0-5 15,1 1-2-15,-3-1 1 0,2 3-18 0,-1-4-18 16,2 2-20-16,-1 1-23 0,1 1-17 0,-1-1-58 16,-2 0 25-16</inkml:trace>
  <inkml:trace contextRef="#ctx0" brushRef="#br0" timeOffset="193747.94">1546 14261 72 0,'-9'-2'149'15,"9"2"-19"-15,-7-2-13 0,7 2-5 0,0 0-18 16,0 0-3-16,0 0-12 0,0 0-10 0,0 0-13 15,20-16 5-15,-10 11-6 0,3 0-10 0,-3 0 0 16,3 3-2-16,-3-1-7 0,3-1-2 0,-5 2-16 16,0-2-12-16,-3 1-4 0,-5 3-10 15,12-3-8-15,-12 3 1 0,9-3-8 0,-9 3 9 0,0 0-2 16,9-1 4-16,-9 1-5 0,0 0 1 0,0 0 10 16,0 0 0-16,0 0-6 0,0 0 7 0,0 0-3 15,0 0 8-15,0 0-7 0,0 0 2 0,0 0-3 16,0 0 9-16,-24 8 5 0,24-8-7 0,0 0 0 15,-8 5-7-15,8-5 3 0,0 0-1 0,-6 7 1 16,3-3 5-16,-1 2 2 0,3 3 15 16,-2 0 3-16,1 3-4 0,-2 0-1 0,2 5 13 15,0-2-16-15,1 1 1 0,0 0 4 0,-1 0-11 16,0 1 0-16,-1-5-1 0,3 4 6 0,0-3-1 0,-2-2-4 16,0 1 2-16,2-3-3 0,0-9 0 0,-4 20-3 15,2-14 6-15,2-6-7 0,-5 15 12 16,5-15-11-16,-5 10 2 0,5-10 4 0,-5 8-1 15,5-8-7-15,-6 9 3 0,6-9 14 0,0 0-3 16,-7 4-3-16,7-4-8 0,0 0 6 0,0 0-3 16,-18-2 0-16,18 2 5 0,0 0-9 0,-9-4 7 15,9 4-1-15,0 0 10 0,0 0-10 0,0 0 5 16,-7-2-7-16,7 2 1 0,0 0-5 0,0 0-1 0,0 0 7 16,0 0-7-16,0 0 2 0,0 0 0 15,20-10-3-15,-10 8 2 0,-1 1-4 0,1-3-9 16,0 2-5-16,1 0-17 0,0 0 3 0,2-1-3 15,-4-1-7-15,1 2-1 0,1-2 0 0,-2 0-2 16,0 2 7-16,-2-1-3 0,2 0 8 0,-3 0-7 16,1-1 8-16,-3-1-2 0,3 1 12 0,-2-2-6 15,-1 3 10-15,0-4-6 0,-4 7 3 0,5-11 2 16,-1 6-1-16,-4 5 7 0,4-11 11 0,-3 6 8 16,-1 5 2-16,3-10 16 0,-1 5-8 0,-2 5 8 15,0 0-2-15,2-8 9 0,-2 8-11 0,0 0 4 16,0 0-6-16,0 0-9 0,0 0 2 0,0 0-3 15,0 0 12-15,0 0 8 0,0 0 1 0,0 0-5 16,4 22-3-16,-4-12-1 0,2 0 1 0,-1 1 0 16,-1-2 1-16,1 4-5 0,0-1-3 15,1-2-2-15,-2 0-1 0,2 2-2 0,1-3-27 16,0 2-16-16,-2-3-30 0,1-1-21 0,0-1-11 16,1 1-95-16,-3-7-204 0,3 11 90 0</inkml:trace>
  <inkml:trace contextRef="#ctx0" brushRef="#br0" timeOffset="194114.84">1762 14359 64 0,'0'0'85'0,"8"-5"-7"0,-1 2-9 0,-7 3-9 15,13-2-1-15,-8 2-4 0,-5 0-10 0,14 2-7 16,-6 1-1-16,-8-3-2 0,11 8-2 0,-6-4 21 15,0 3-9-15,-1 2 0 0,-4-9 14 0,3 16-19 16,-6-5-8-16,3-11 10 0,-6 19-11 0,3-10 2 16,0 1-7-16,-1 0-5 0,4-10 5 0,-6 12-7 15,6-12 2-15,-2 12-18 0,2-12 4 0,-1 9-1 16,1-9-19-16,0 0 15 0,5 12-2 0,-5-12-3 16,8 6-4-16,-8-6 4 0,11 1-5 0,-11-1 6 15,13 3 2-15,-13-3-1 0,13 1-1 0,-13-1-12 16,11 0 10-16,-11 0 1 0,0 0-1 0,12 4 4 15,-12-4 9-15,0 0 8 0,0 0 2 0,6 6 5 16,-6-6-2-16,0 0 8 0,0 0-3 16,-19 20-2-16,10-13-1 0,-1 0-4 0,-2-1-1 15,-1 2-7-15,-3 3-19 0,2-2-9 0,1-2-22 16,-1 2-26-16,-1-1-23 0,3-1-22 0,-1-1-64 0,-1 3-186 16,4-3 83-16</inkml:trace>
  <inkml:trace contextRef="#ctx0" brushRef="#br0" timeOffset="195180.34">4991 15547 73 0,'0'0'141'16,"2"-9"-1"-16,-2 9-2 0,0 0-17 0,0 0-14 0,0 0-12 15,0 0-4-15,0 0-18 0,0 0 9 16,0 0 4-16,0 0 3 0,14 14-4 0,-9-5 24 16,-1 0-12-16,1 3-8 0,0-2-10 0,3 5-6 15,0-1-11-15,1 0-3 0,0 0-5 0,0 0-7 16,-2-1-3-16,-1-1-6 0,1-2 0 0,-1 0-7 16,0 0-2-16,-1-1-3 0,1-2 0 0,-3-1-4 15,0-1-3-15,1 0-1 0,-4-5-1 0,7 8-2 16,-7-8-1-16,5 6 0 0,-5-6 25 0,2 5 5 15,-2-5 12-15,0 0 16 0,0 0 2 0,0 0-5 16,0 0-5-16,0 0-5 0,0 0-5 0,11-12-6 16,-8 2-5-16,1-3-4 0,-2-3 0 0,2 2-4 15,1-4-3-15,-1-2-7 0,1 2 0 0,0-7-4 16,2 7-2-16,0-2-4 0,-2 4 0 0,1 0-3 16,-3 4 1-16,1 2-4 0,-2 1 2 0,0 3-7 15,-1-1-6-15,-1 7-12 0,5-7-12 0,-5 7-30 16,0 0-26-16,0 0-32 0,3-12-26 0,-3 12-26 15,0 0-30-15,0 0-36 0,0 0-144 0,0 0-405 16,-14 31 180-16</inkml:trace>
  <inkml:trace contextRef="#ctx0" brushRef="#br0" timeOffset="195507.28">5342 15629 76 0,'0'0'148'0,"6"5"-5"0,-6-5 5 16,5 9 4-16,-2-3-2 0,0 3-9 0,0-1-13 16,-2-1-7-16,3 3-4 0,1-1-8 0,-1 1-14 15,0-1-2-15,-2 1-11 0,0 0 3 0,-1 0 1 16,0 0-5-16,1-3-12 0,-1 1-4 0,0-2-8 15,0 2-8-15,1 1-1 0,-2-1-5 0,0-8-4 16,2 12-3-16,0-5-5 0,-2-7 1 0,1 10-6 16,-1-10-4-16,1 8 3 0,-1-8-7 0,0 7-4 15,0-7 1-15,1 9-20 0,-1-9-12 0,0 0-23 16,0 8-26-16,0-8-15 0,0 0-17 0,0 0-19 16,3 7-18-16,-3-7-14 0,0 0-7 0,0 0-5 15,4 5-93-15,-4-5-274 0,0 0 122 0</inkml:trace>
  <inkml:trace contextRef="#ctx0" brushRef="#br0" timeOffset="196001.87">5356 15659 95 0,'0'0'133'16,"5"-11"-8"-16,-3 6-12 0,3-1 1 0,-1 3-24 16,6-4 2-16,-3 3-7 0,2-1-5 0,-3 2-8 15,2 1-5-15,-8 2-13 0,13-2-2 0,-6 0-2 0,-7 2 0 16,14 3 7-16,-7-2 8 0,-2 4 10 0,0-1-5 16,1 3 2-16,1-1-8 0,-6 0-2 15,3 4-9-15,0-2-2 0,-3 3-2 0,2-2-5 16,-3 0 1-16,0-9-4 0,-2 16-4 0,2-9-1 15,-1 0-5-15,1-7 0 0,-3 11-5 0,3-11 0 16,-1 9-3-16,0-3-7 0,1-6-3 0,-1 7-9 16,1-7-10-16,0 0-5 0,0 0-7 0,-2 9-1 15,2-9-6-15,0 0 4 0,0 0 2 0,0 0 2 16,0 0 3-16,9 6 0 0,-9-6 1 0,12 0-1 16,-6 1 1-16,-6-1 3 0,9 2-3 0,-9-2 5 15,9 3 1-15,-3 0-1 0,-1-1 6 0,-1 2-3 16,-4-4 1-16,4 9 1 0,-1-2-3 0,-2-2 3 15,-1-5 3-15,0 11 6 0,-3-3-7 0,3-8 8 16,-2 10 4-16,-2-5-3 0,-1 0 2 16,2 1-1-16,-3-1-1 0,1-3 0 0,5-2-2 0,-9 7 1 15,5-3-7-15,-1 0-17 0,5-4-8 0,-10 4-21 16,10-4-18-16,0 0-23 0,-13 3-34 0,13-3-27 16,0 0-113-16,-9-1-281 0,9 1 124 0</inkml:trace>
  <inkml:trace contextRef="#ctx0" brushRef="#br0" timeOffset="196447.48">5724 15605 81 0,'0'0'168'0,"0"0"-1"0,0 0-9 15,0 0-15-15,0 0-3 0,0 0-6 0,-28 13-12 16,25-9-6-16,-1 4-8 0,2-1-14 0,-2 4-5 16,4-2-13-16,-3 0-7 0,2 0-6 0,2 1-7 15,2-1-4-15,-1 1-7 0,2-3 2 0,0 0-10 16,1 1-3-16,2-2-3 0,-1-1-1 0,3 1-3 16,1-2-5-16,-1 0-1 0,-9-4-6 0,18 2-2 15,-18-2 3-15,13 3-3 0,-4-5 0 0,-9 2-4 16,10 2 1-16,-10-2 2 0,0 0 6 0,11-3 2 15,-11 3-2-15,0 0 6 0,7-2-3 0,-7 2 0 16,0 0 4-16,0 0 4 0,0 0-2 0,0 0-3 16,0 0 8-16,0 0 1 0,-36 2 4 0,26 2 1 15,2 0-2-15,-5 1 3 0,4 1 0 16,2 2-7-16,-5-2-3 0,5 2-1 0,-1 0-2 0,1 1-4 16,2-2 0-16,-2 1-5 0,4 0-2 15,-1-2-4-15,3 1 2 0,1-7-5 0,1 12 2 16,2-6-6-16,-3-6-9 0,9 8-22 0,-9-8-16 0,18 4-24 15,-4-5-13-15,2 0-21 0,-2-2-39 0,4-3-32 16,3 0-34-16,-6-2-146 0,0-3-380 16,0 2 168-16</inkml:trace>
  <inkml:trace contextRef="#ctx0" brushRef="#br0" timeOffset="197255.83">5347 15295 66 0,'0'0'60'16,"0"0"-11"-16,-14 0-1 0,14 0-4 0,0 0-2 15,-11 1 0-15,11-1-6 0,0 0 0 0,-12 2-1 16,12-2 5-16,0 0-1 0,0 0 5 0,-18 4 2 16,18-4 0-16,0 0 0 0,-13 5-5 0,13-5-1 15,0 0 8-15,-10 5 5 0,10-5-7 0,0 0-2 16,0 0-7-16,0 0-4 0,-9 6 0 0,9-6-2 15,0 0 3-15,0 0 5 0,0 0-18 0,0 0-1 16,0 0-2-16,0 0 3 0,0 0 4 16,0 0 1-16,0 0 7 0,32 6-7 0,-19-5-4 15,4-1 0-15,1 1 4 0,3-3-6 0,-1-1 0 0,2 0 5 16,0 1 0-16,-2-1 5 0,8-2-4 16,-7-1-1-16,-1 4-11 0,0-2 8 0,-1-1 2 0,0 1 3 15,-3 1 1-15,-4 0 2 0,-1 2 2 0,-11 1 0 16,17-4 2-16,-17 4 6 0,11-1-4 15,-11 1 1-15,9-2 7 0,-9 2 2 0,0 0 6 16,12-2 3-16,-12 2 5 0,0 0-2 0,0 0-2 16,0 0 2-16,0 0-6 0,0 0-8 0,0 0 1 15,0 0-10-15,9-4-2 0,-9 4-6 0,0 0-10 0,0 0-13 16,0 0-14-16,0 0-20 0,0 0-31 0,0 0-23 16,0 0-41-16,0 0-33 0,0 0-38 15,0 0-139-15,0 0-362 0,0 0 160 0</inkml:trace>
  <inkml:trace contextRef="#ctx0" brushRef="#br0" timeOffset="-213772.4">5553 14111 2 0,'0'0'155'0,"0"0"-4"0,0 0 3 16,0 0-8-16,0 0-3 0,0 0-8 0,0 0-16 0,-3-10-5 16,3 10-13-16,0 0-9 0,0 0-5 0,0 0-8 15,0 0-5-15,0 0-2 0,0 0-5 0,0 0-7 16,0 0-3-16,0 0-10 0,0 0-5 0,0 0 0 15,0 0 0-15,0 0 10 0,0 0-2 16,0 0-10-16,0 0-3 0,20 19-4 0,-16-13-2 0,3 1 1 16,0 0-5-16,1 2 4 0,0-1-1 0,-2 1-9 15,2-2 2-15,-1 1-7 0,1 0-4 0,-2-1 1 16,1 2 2-16,0 0-4 0,0-2 0 16,-1-2-2-16,-1 1-4 0,0-1 5 0,-1 2 0 15,3-3-2-15,-5 1-4 0,2 0 2 0,-4-5-3 0,8 6 1 16,-4-4 2-16,-4-2-5 0,3 4 3 15,-3-4 2-15,0 0-3 0,7 6 2 0,-7-6 1 16,0 0-4-16,0 0 2 0,0 0 8 0,0 0 3 16,0 0 1-16,0 0-2 0,0 0 0 0,0 0-1 15,0 0-4-15,0 0-3 0,1-18 0 0,-1 18 1 0,-1-13 2 16,1 13 2-16,-4-13-6 0,4 5 4 0,0 8-5 16,-3-17 5-16,2 11-7 0,0-1-5 0,1 7 3 15,0-15-4-15,0 15 5 0,0-12-1 16,0 12-2-16,1-10-2 0,-1 10 2 0,-1-9-12 15,1 9-7-15,1-8-7 0,-1 8-6 0,0-9-19 0,0 9-6 16,0 0-3-16,4-9-11 0,-4 9-10 0,5-6-12 16,-5 6-17-16,5-5-2 0,-5 5-12 0,5-6-2 15,-5 6-8-15,5-3-5 0,-5 3 0 0,0 0-75 16,9-1-232-16,-9 1 104 0</inkml:trace>
  <inkml:trace contextRef="#ctx0" brushRef="#br0" timeOffset="-213382.27">5881 14173 105 0,'0'0'136'0,"0"0"-4"0,0 0-4 15,0 0 8-15,0 0-10 0,6-9-8 0,-6 9 0 16,0 0-5-16,0 0-7 0,0 0-5 15,0 0-5-15,0 0-4 0,0 0-6 0,0 0-6 16,0 0-1-16,0 0-12 0,0 0-8 0,0 0 0 0,0 0-2 16,0 0-9-16,0 0-3 0,0 0-5 0,-16 13-11 15,16-13 2-15,-7 9-4 0,5-3-3 0,-1 0-4 16,-1 1-2-16,4-7 0 0,-2 12-1 16,-2-5-1-16,3 1-3 0,-2-1 4 0,2 1 0 0,-1-1-4 15,2 1-3-15,3 2 6 0,-2-3-9 0,1 3 4 16,-2-3-1-16,2 0-1 0,1 1-4 0,1-3 3 15,-2 0-3-15,2 0-2 0,1 0 3 0,-1 0-2 16,-4-5 0-16,9 5-3 0,-3-3 0 0,-6-2-6 16,13 2-14-16,-13-2-14 0,12 0-14 15,-12 0-21-15,11-1-23 0,-11 1-25 0,11-3-19 0,-11 3-23 16,8-2-145-16,-8 2-327 0,5-5 144 0</inkml:trace>
  <inkml:trace contextRef="#ctx0" brushRef="#br0" timeOffset="-211398.45">6094 14192 8 0,'0'0'81'0,"0"0"-4"0,0 0-10 16,5-6 12-16,-5 6-12 0,0 0-4 0,0 0-7 15,0 0-4-15,0 0-3 0,0 0-3 0,0 0 4 16,0 0-7-16,0 0 1 0,0 0 10 0,0 0-15 0,0 0 17 15,0 0-13-15,3-7-3 0,-3 7-10 16,0 0 22-16,0 0 1 0,0 0 6 0,0 0 6 16,0 0-3-16,0 0 2 0,0 0-7 0,0 0-6 15,0 0-1-15,0 0-11 0,0 0 0 0,0 0-2 16,0 0-6-16,0 0-3 0,0 0-2 0,0 0-3 16,-17 15 1-16,17-15-6 0,-6 7-2 0,6-7 2 15,-4 6-5-15,4-6 2 0,-1 10 4 0,1-10-5 16,-3 8-2-16,3-8-4 0,0 10 0 0,0-10 3 15,2 9-2-15,-2-9 0 0,2 7-3 16,-2-7-1-16,4 8 0 0,-4-8-5 0,6 5-3 0,-6-5 6 16,7 5 0-16,-7-5-8 0,5 4 5 0,-5-4-3 15,8 3-1-15,-2-2-7 0,-6-1-7 0,0 0 14 16,14-1-6-16,-14 1 5 0,9 0-5 0,-9 0 0 16,8 0 1-16,-8 0 2 0,0 0 1 0,0 0 1 15,0 0 2-15,11 0-2 0,-11 0 5 0,0 0-3 16,0 0-3-16,0 0 3 0,0 0 0 0,0 0-2 15,0 0-9-15,0 0 16 0,0 0 0 0,0 0 8 16,0 0-1-16,0 0 1 0,0 0 3 0,0 0 3 16,0 0 3-16,0 0 3 0,0 0 2 0,0 0 1 15,-31 6 0-15,26-2-2 0,-1 1-3 0,2 0 2 16,-1 0 1-16,0-1-1 0,5-4-11 16,-8 11 5-16,4-7-3 0,4-4-2 0,-6 7 1 0,6-7-4 15,-3 10 2-15,3-10-4 0,-3 7 3 0,3-7-2 16,3 9-3-16,-3-9 4 0,4 9-3 0,3-7 2 15,-7-2-3-15,9 5 1 0,-3-4 0 0,0 2-2 16,-6-3-6-16,16 0-6 0,-9 0-8 0,-7 0-22 16,14 0-17-16,-14 0-25 0,13-3-31 0,-6 2-32 15,-7 1-31-15,7-3-99 0,-7 3-295 0,0 0 131 16</inkml:trace>
  <inkml:trace contextRef="#ctx0" brushRef="#br0" timeOffset="-210836.96">6291 14214 17 0,'0'0'122'0,"0"0"-5"0,0 0-7 15,0 0-15-15,0 0-3 0,0 0-5 0,0 0-10 16,0 0-4-16,0 0-4 0,0 0-6 0,0 0-1 0,0 0-9 16,0 0-9-16,15 5-8 0,-15-5 2 0,0 0-8 15,9-3-13-15,-9 3-14 0,7-5-29 16,-7 5-19-16,6-6-14 0,0 3-20 0,-6 3-87 15,7-4-181-15,-7 4 80 0</inkml:trace>
  <inkml:trace contextRef="#ctx0" brushRef="#br0" timeOffset="-210645.54">6323 14286 100 0,'0'0'138'0,"-2"5"-4"0,2-5 0 16,0 0-21-16,0 0-4 0,0 0-22 0,0 0-6 16,0 0-19-16,6 7-16 0,-6-7-17 15,0 0-21-15,14-3-27 0,-14 3-15 0,10-6-42 16,-5 3-76-16,2-3-165 0,-2 2 72 0</inkml:trace>
  <inkml:trace contextRef="#ctx0" brushRef="#br0" timeOffset="-209468.6">17361 9473 70 0,'0'0'76'0,"0"0"-9"0,0 0-10 16,0 0-2-16,0 0-3 0,0 0-6 0,0 0-9 15,0 0-10-15,0 0-10 0,0 0-23 0,0 0-17 16,0 0-16-16,0 0-34 0,2 24-79 0,1-17 35 15</inkml:trace>
  <inkml:trace contextRef="#ctx0" brushRef="#br0" timeOffset="-202344.51">6369 14302 13 0,'0'0'46'16,"1"-11"-7"-16,-1 11-1 0,0 0-3 0,0 0 3 16,0 0-6-16,0 0 1 0,0 0 2 0,0 0-1 15,0-9-6-15,0 9 3 0,0 0 12 0,0 0-11 16,0 0-3-16,0 0 4 0,0 0 8 0,-1-10-10 16,1 10-1-16,0 0 1 0,0 0-7 0,0 0 2 15,0 0-5-15,0 0 7 0,0 0-2 0,-3-8-7 16,3 8 1-16,0 0-3 0,0 0 1 0,0 0-1 15,0 0-3-15,0 0 5 0,0 0 5 0,-2-6-4 16,2 6 4-16,0 0 9 0,0 0-25 0,0 0 13 16,0 0-6-16,0 0 3 0,0 0-2 0,0 0-1 15,-5-7-1-15,5 7-6 0,0 0 15 0,0 0-7 16,0 0-12-16,0 0 2 0,-8-3-6 16,8 3 9-16,0 0-8 0,0 0 3 0,0 0-5 15,-6-3 4-15,6 3 5 0,0 0 4 0,0 0-7 0,0 0 0 16,0 0-4-16,0 0 5 0,0 0-4 0,0 0 8 15,0 0 0-15,0 0-7 0,0 0 6 0,0 0-7 16,0 0 6-16,0 0-2 0,0 0-3 0,-5-4 8 16,5 4-6-16,0 0-2 0,0 0 0 0,0 0-3 15,0 0 11-15,0 0-1 0,0 0 0 0,0 0-1 16,0 0-9-16,0 0 5 0,0 0 4 0,0 0-4 16,0 0 1-16,0 0 2 0,0 0 1 0,0 0-9 15,6-16 6-15,-6 16-7 0,0 0 5 0,0 0 1 16,7-3 4-16,-7 3 2 0,0 0-2 15,8-4 3-15,-8 4-6 0,3-4 4 0,-3 4 1 0,0 0-4 16,6-5 5-16,-6 5-2 0,0 0 0 0,5-4-8 16,-5 4-1-16,0 0 13 0,0 0-11 0,0 0 3 15,0 0-8-15,6-3 6 0,-6 3-4 0,0 0 8 16,0 0-2-16,0 0-4 0,0 0-1 16,0 0 5-16,0 0-10 0,0 0 1 0,0 0-3 15,0 0 7-15,0 0 0 0,0 0 0 0,0 0 0 0,0 0-3 16,0 0 0-16,0 0 1 0,0 0 1 0,0 0 2 15,0 0-1-15,0 0-1 0,0 0-5 0,0 0 5 16,0 0 2-16,0 0 4 0,-15 15-11 0,15-15 5 16,0 0 5-16,0 0-3 0,0 0-5 0,0 0 8 15,0 0-4-15,0 0 10 0,0 0 3 0,0 0-3 16,0 0 5-16,0 0-9 0,0 0 8 0,0 0 2 16,0 0-2-16,0 0 7 0,0 0-2 0,0 0-5 15,0 0 3-15,0 0-1 0,0 0 5 16,0 0-3-16,0 0-3 0,0 0 2 0,0 0-3 0,0 0 3 15,0 0-2-15,0 0-4 0,0 0-1 0,0 0-1 16,20-12 1-16,-20 12-4 0,9-3 2 0,-9 3-2 16,9-4 1-16,-4 2-1 0,-5 2-4 0,7-2 4 15,-7 2-3-15,9-2-3 0,-9 2 2 0,7-4 5 16,-7 4-6-16,0 0-3 0,9-2-8 0,-9 2-11 16,0 0-7-16,7-3-17 0,-7 3-11 0,0 0-22 15,0 0-18-15,0 0-12 0,0 0-19 0,10 6-14 16,-10-6-76-16,0 0-234 0,0 0 103 0</inkml:trace>
  <inkml:trace contextRef="#ctx0" brushRef="#br0" timeOffset="-202151.36">6384 14295 146 0,'0'0'149'0,"0"0"-11"0,0 0-8 0,0 0-8 0,0 0-12 15,0 0-10-15,0 0-13 0,0 0-4 0,0 0-2 16,0 0-13-16,22-6-3 0,-22 6-15 0,12-7-2 16,-5 4-29-16,2 0-6 0,-1-3-26 15,3 2-38-15,-3 0-35 0,-2 1-26 0,1 1-80 0,-7 2-207 16,10-9 93-16</inkml:trace>
  <inkml:trace contextRef="#ctx0" brushRef="#br0" timeOffset="-184948.81">6363 14214 36 0,'0'0'96'0,"0"0"-6"0,0 0 17 0,0 0-18 15,0 0 4-15,0 0 4 0,0 0-5 0,0 0 4 16,0 0-8-16,0 0-3 0,0 0-8 0,0 0-6 16,0 0-10-16,-12-7-2 0,12 7-1 15,0 0-5-15,0 0 4 0,0 0-12 0,0 0 2 0,0 0 4 16,0 0 0-16,0 0 1 0,0 0-3 0,0 0 6 15,0 0-8-15,0 0-3 0,0 0 1 0,0 0-6 16,0 0-3-16,-9 0 1 0,9 0-5 0,0 0 1 16,0 0-3-16,0 0 1 0,0 0-1 0,0 0-2 15,0 0-1-15,0 0-2 0,0 0 1 0,0 0-5 16,0 0-2-16,17-6-1 0,-17 6 2 0,15-5-3 16,-7 4-3-16,3-1 0 0,0-2-9 0,-5 1-16 15,0 2-12-15,-6 1-19 0,17-6-31 0,-17 6-20 16,10-3-18-16,-10 3-29 0,10-4-12 0,-6 4-20 15,-4 0-91-15,0 0-285 0,0 0 127 0</inkml:trace>
  <inkml:trace contextRef="#ctx0" brushRef="#br0" timeOffset="-184774.51">6388 14249 115 0,'0'0'152'0,"-5"4"1"0,5-4-16 0,0 0 5 16,0 0-7-16,0 0-9 0,0 0-17 0,0 0-4 15,0 0-6-15,0 0-17 0,0 0-6 16,0 0-6-16,0 0-14 0,22 1-17 0,-14-1-19 0,-8 0-22 16,20-3-24-16,-10 0-28 0,3 2-36 15,-2-1-20-15,4-2-17 0,1-1-75 0,-4 3-217 16,0-2 96-16</inkml:trace>
  <inkml:trace contextRef="#ctx0" brushRef="#br0" timeOffset="-184411.02">6737 14109 61 0,'-6'-8'206'0,"6"8"-9"16,0 0-14-16,0 0-18 0,0 0-14 0,-7-2-12 16,7 2-16-16,0 0-12 0,0 0-15 0,0 0-11 15,0 0-4-15,-9 17-16 0,8-12-1 0,0 2-5 0,1-7-6 16,0 13-8-16,0-5-3 0,0-8-1 15,1 10-7-15,0-3-3 0,-1-7-3 0,4 10 1 16,-4-10-5-16,4 7-9 0,-4-7 5 0,5 6-5 16,0-2 4-16,-5-4 3 0,7 5-5 0,-7-5-1 15,7 0 5-15,-7 0 0 0,0 0 0 0,11-5-1 16,-11 5-4-16,6-7 5 0,-6 7-4 0,5-9 1 16,-4 2-3-16,-1 7 4 0,2-12 2 0,-2 4 1 15,0 8-2-15,-3-14-2 0,0 6-5 0,0 2 2 16,-1-1-2-16,1 1 0 0,-3-2-4 0,1 5-1 15,-2-4-6-15,7 7-6 0,-10-6-8 0,10 6-6 16,0 0-14-16,-11-8-12 0,11 8-18 0,0 0-22 16,-12 0-30-16,12 0-8 0,0 0-33 0,0 0-20 15,-13 6-118-15,13-6-318 0,0 0 140 0</inkml:trace>
  <inkml:trace contextRef="#ctx0" brushRef="#br0" timeOffset="-184180.62">6917 13960 139 0,'0'-5'226'0,"0"5"-7"0,0 0-5 16,0-9-13-16,0 9-11 0,0 0-20 0,3-6-14 15,-3 6-21-15,0 0-12 0,0 0-17 0,0 0-6 16,0 0-10-16,5 22-1 0,-5-11-7 0,0 5-6 16,0 3-9-16,3 7-5 0,-3-3-7 0,0 2 1 15,1-6-14-15,1 0 2 0,-2 0-7 0,2 0-4 16,0-1-4-16,1 0-3 0,-2-1-22 0,2-2-30 15,-1 2-29-15,1-5-30 0,-2 0-38 0,1-2-28 16,1-1-25-16,0-1-37 0,-2-1-111 0,-1-7-351 16,0 0 155-16</inkml:trace>
  <inkml:trace contextRef="#ctx0" brushRef="#br0" timeOffset="-183981.69">7044 14118 116 0,'0'-10'197'0,"0"10"-8"0,0-8-20 0,0 8-20 16,0 0-15-16,0 0-12 0,0 0-7 0,0 0 2 16,0 0-4-16,0 0-8 0,4 27-12 0,-3-15-6 15,0-1-13-15,2 6-3 0,-2-5-15 0,0 5-1 16,-1-2-14-16,0-3-20 0,2-3-19 16,-2 3-23-16,2-3-22 0,0 0-28 0,0-2-31 0,1 0-24 15,-2-1-21-15,-1-6-106 0,0 9-274 0,0-9 122 16</inkml:trace>
  <inkml:trace contextRef="#ctx0" brushRef="#br0" timeOffset="-183782.06">7106 14018 64 0,'0'0'123'0,"0"0"2"0,11 0 10 16,-11 0-6-16,6 8-4 0,-3-1-14 15,-2-1-14-15,0 6-4 0,-2-1-5 0,-2 4-9 16,-2-2-12-16,0 5-10 0,-4-4-21 0,-2 1-19 16,0 0-26-16,1-3-36 0,-1 1-35 0,-1-2-34 0,-2 2-69 15,0-5-199-15,0 1 88 0</inkml:trace>
  <inkml:trace contextRef="#ctx0" brushRef="#br0" timeOffset="-183632.88">6823 14304 123 0,'0'0'105'0,"0"0"-43"0,0 0-64 0,0 0-46 16,0 0-52-16,0 0 23 0</inkml:trace>
  <inkml:trace contextRef="#ctx0" brushRef="#br0" timeOffset="-160692.22">2665 15524 39 0,'0'0'53'16,"0"0"0"-16,0 0-6 0,-10-2 2 0,10 2-13 15,0 0 2-15,0 0-5 0,-9-2 10 0,9 2-19 16,0 0-6-16,0 0 13 0,0 0 0 0,0 0 3 16,0 0-3-16,-16 4 6 0,16-4-7 0,0 0-2 15,-7 2-2-15,7-2 4 0,0 0 10 0,-7 4-20 16,7-4 4-16,0 0-3 0,-8 3 7 0,8-3-20 15,-8 3 1-15,8-3-1 0,-6 2-3 16,6-2 1-16,-8 5-1 0,3-3-3 0,5-2 4 0,-10 6 2 16,5-4-2-16,5-2-7 0,-9 2 15 0,9-2-12 15,-8 4 18-15,8-4 3 0,0 0-3 0,-11 3 4 16,11-3 2-16,-5 4-8 0,5-4-4 16,0 0 17-16,0 0-15 0,-7 3-2 0,7-3-2 0,0 0 2 15,0 0-8-15,-8 1 6 0,8-1-2 0,0 0-1 16,0 0-1-16,0 0 1 0,0 0 6 0,-10 2-11 15,10-2 11-15,0 0 4 0,0 0-3 0,0 0-2 16,0 0-6-16,0 0 2 0,0 0 4 0,0 0-1 16,0 0 5-16,0 0-9 0,0 0 0 15,0 0 5-15,0 0-3 0,0 0 3 0,0 0 5 16,0 0 6-16,0 0 1 0,0 0 7 0,0 0 0 16,0 0-4-16,0 0-1 0,0 0-3 0,0 0-3 15,0 0-1-15,0 0-3 0,0 0-1 0,0 0-1 16,0 0 4-16,0 0 0 0,0 0-3 0,0 0 1 15,0 0-6-15,0 0 6 0,0 0-3 0,25-8 5 16,-25 8-3-16,6-2-6 0,-6 2 3 0,7-2-6 16,-7 2 2-16,0 0-4 0,8-2 6 0,-8 2-2 15,0 0 4-15,8-1-8 0,-8 1-3 0,0 0 3 16,0 0-1-16,0 0 1 0,0 0-4 0,0 0 6 16,0 0-2-16,0 0-3 0,0 0-2 0,0 0 6 15,0 0-1-15,0 0-3 0,0 0 0 0,0 0 1 16,0 0 1-16,0 0-2 0,0 0-1 0,0 0 2 15,0 0-5-15,0 0 7 0,0 0-4 0,0 0-5 16,0 0-3-16,-19-8 1 0,19 8-15 0,-13-1 3 16,13 1-5-16,-10 0 3 0,10 0 4 0,-14 0 1 15,14 0 1-15,-13-1 3 0,6 2 2 0,7-1-2 16,-11 0 6-16,11 0-2 0,0 0-1 0,-13-3 8 16,13 3-3-16,0 0-4 0,-9 0 6 15,9 0-6-15,0 0 1 0,-11-2 5 0,11 2-1 0,0 0-1 16,-7-3 4-16,7 3-1 0,0 0 3 0,0 0-1 15,-7-2 1-15,7 2-2 0,0 0 0 0,0 0 4 16,0 0 7-16,-14 0 2 0,14 0 6 0,0 0 5 16,-7-3 1-16,7 3 2 0,0 0 1 15,0 0-5-15,-10 0-6 0,10 0 2 0,0 0-3 16,0 0 0-16,-9-2-1 0,9 2-2 0,0 0 1 16,-9-3-5-16,9 3 1 0,0 0-3 0,0 0 2 0,0 0 0 15,0 0-5-15,0 0 0 0,0 0 0 0,-9-1 2 16,9 1-5-16,0 0 0 0,0 0 0 0,0 0 1 15,0 0-1-15,0 0 1 0,0 0 0 16,0 0-2-16,0 0-8 0,0 0 11 0,0 0-3 16,0 0 1-16,0 0 0 0,0 0-4 0,-9-2 3 15,9 2-1-15,0 0 3 0,0 0-3 0,0 0-2 0,0 0 2 16,0 0-3-16,0 0 3 0,0 0-2 0,0 0 2 16,-12 2-1-16,12-2 2 0,0 0-2 15,0 0-1-15,0 0-2 0,0 0 3 0,0 0-3 16,0 0-2-16,0 0-4 0,0 0-3 0,0 0-1 15,0 0-2-15,0 0-2 0,0 0 7 0,0 0-5 16,0 0 5-16,0 0-1 0,-7-5 1 0,7 5-1 0,0 0 0 16,0 0 2-16,-8-3-6 0,8 3-1 0,0 0 1 15,0 0-4-15,0 0-3 0,-7-3-20 0,7 3 5 16,0 0-14-16,-9-2-4 0,9 2 0 16,0 0-11-16,0 0-8 0,-10-5 6 0,10 5 9 15,-4-4-10-15,4 4 6 0,-5-5-1 0,5 5 17 16,0 0-9-16,0 0-3 0,-4-9 13 0,4 9 5 0,0 0 0 15,0 0 3-15,-4-7 15 0,4 7-9 0,0 0-2 16,0 0 2-16,-4-7 3 0,4 7 4 0,0 0 0 16,0 0-1-16,0 0 9 0,-1-9-1 15,1 9 3-15,0 0-2 0,0 0 20 0,0 0-6 16,0 0 2-16,0 0 5 0,0 0 7 0,0 0 1 16,0 0-7-16,0 0 6 0,0 0 3 0,0 0-11 0,0 0 6 15,0 0-1-15,-7-8 1 0,7 8-3 16,0 0 1-16,0 0 0 0,0 0 3 0,0 0 2 15,0 0 10-15,0 0-7 0,-11-3 11 0,11 3 1 16,0 0 0-16,0 0 2 0,0 0-14 0,-9 0 10 16,9 0-3-16,0 0-8 0,0 0 9 0,0 0-1 15,-8-2 7-15,8 2 2 0,0 0 5 0,0 0-12 16,0 0 2-16,0 0-9 0,0 0 0 0,0 0 6 0,0 0-7 16,0 0-6-16,0 0 2 0,0 0 3 15,0 0-4-15,0 0-3 0,0 0 0 0,0 0 5 16,0 0-3-16,0 0-2 0,0 0 5 0,0 0 4 15,0 0 3-15,0 0 2 0,0 0-2 0,0 0-4 16,0 0 4-16,0 0 0 0,0 0 6 0,27 4 2 16,-27-4 2-16,9 1 0 0,-9-1 8 0,13 4-7 15,-7-4 0-15,2 0-2 0,2 0-4 0,2 1 2 16,-2 0-3-16,-1-1 1 0,1 0-5 0,-1 0 2 16,1 0-8-16,-10 0 1 0,16 0-2 0,-9 0-6 15,3-1 9-15,-1 2-2 0,3 1 1 0,-3-2 0 16,0 0 0-16,-9 0-2 0,15-2 5 0,-3 1-8 15,-5 1 1-15,1-1-1 0,5 1 1 0,-3 0 1 16,-1 0-3-16,-9 0 3 0,19-4-5 0,-10-1 8 16,1 3-11-16,3 2 5 0,-3-2-4 0,-3 1 1 15,2 0 0-15,1-1 2 0,-4 1-2 0,2 0-1 16,-1-2-1-16,-7 3-2 0,13 0 4 16,-13 0-4-16,11-3 2 0,-11 3-4 0,10-1 0 0,-10 1-1 15,10-1 1-15,-10 1 2 0,9 0-5 0,-9 0 7 16,10 0-2-16,-10 0 1 0,10 0-3 0,-10 0 2 15,12 1-3-15,-6 0 4 0,-6-1-7 16,12-1 5-16,-12 1-4 0,11 0 6 0,-3-1-1 0,-8 1-1 16,10 0 5-16,-10 0-1 0,12 0 0 0,-12 0-2 15,15 1 2-15,-10-1-1 0,-5 0 4 0,13-3-2 16,-4 3 4-16,-9 0-1 0,11-3 3 0,-4 3 3 16,-7 0-3-16,14-1-3 0,-8-2 3 15,-6 3 2-15,12-1-2 0,-12 1 1 0,14-1 0 16,-8-2 0-16,-6 3 0 0,12-3 2 0,-5 1-5 0,-7 2 4 15,12-2-7-15,-7-1 3 0,1-1 0 16,-6 4 0-16,12-3-1 0,-6 0 4 0,1 0-10 0,-1 2 8 16,2-4-1-16,1 1 4 0,-3 2-1 0,4-3 5 15,0 0-4-15,-2 0 3 0,-8 5-5 0,13-8 1 16,-7 6-1-16,-6 2 2 0,13-9-1 0,-9 5-1 16,-4 4-3-16,11-5 1 0,-11 5-1 15,11-7 1-15,-11 7 2 0,7-6 2 0,-7 6-3 16,6-7 0-16,-6 7 0 0,8-7-1 0,-8 7-2 15,7-7 0-15,-7 7 1 0,7-8-4 0,-7 8-1 16,6-9 3-16,-6 9-4 0,5-7 1 0,-5 7 0 16,9-8 0-16,-9 8 6 0,6-9-6 0,-6 9-1 15,6-10 1-15,-2 5-1 0,-4 5 1 0,5-12-3 16,-5 12 4-16,7-10-5 0,-4 5 2 0,-3 5 1 16,7-13 0-16,-3 4 0 0,-3 0 0 0,-1 9 3 15,5-15-4-15,-2 6-2 0,-3 9 8 0,4-15-9 16,1 8 3-16,-5 7-1 0,3-15 2 0,1 9 4 15,-4 6-1-15,2-15 1 0,-2 15-1 0,0-15-2 16,0 15-1-16,-2-17-1 0,4 5 1 0,-2 12 0 16,2-19-3-16,1 9 3 0,-1 1 2 0,0-1 2 15,-1 0-5-15,1-1 1 0,0-1-1 0,-1 2-2 16,0-2 3-16,2 2-4 0,-6-2 10 0,6 0-11 16,-2-1 5-16,-1 2 0 0,3-5-1 0,-2 5 0 15,-2-2-1-15,1 0-4 0,0 1 4 0,1 0-1 16,0-3 3-16,0 2-3 0,1 2 5 0,-1 1 2 15,0-3-1-15,1 2-4 0,-2-1 2 0,0 12 2 16,-3-20 7-16,2 8-3 0,1 2-2 16,1 0 2-16,-1 10 2 0,0-21-1 0,1 9-1 15,-1 12 1-15,-1-26-2 0,0 10 1 0,1 4 1 0,0 12 4 16,0-25 0-16,-3 14-3 0,2-6-3 0,-2 0 0 16,3 6 1-16,-2-7 1 0,-1 0 1 0,1 1-1 15,-1 0-2-15,1 1 2 0,0-1-2 0,1 5 0 16,0-4 0-16,1 2 1 0,-2-2 1 15,0 4-1-15,2 0 7 0,0 1-1 0,-3-5 4 16,3 3-4-16,0 2 1 0,-2-3-9 0,2 0 6 16,-2 1-2-16,0 1 5 0,2-2-2 0,0-1 8 15,-1 4-1-15,2-2-2 0,-2 1 1 0,1 12-1 0,-2-21-1 16,2 11 0-16,-2-1 5 0,2 11-10 16,-1-17 6-16,-1 8-3 0,2 9-1 0,-1-19-2 15,-1 7 3-15,-2 4-3 0,2-2 6 0,2 10 3 16,-1-18-9-16,-3 10-1 0,0-4-1 0,0 4 4 15,4 8-1-15,-3-19-7 0,-1 12 6 0,4 7-4 16,-4-16-2-16,4 16 3 0,-4-12 0 0,4 12 0 16,-4-11-5-16,4 11-1 0,0 0-6 0,-3-17 10 15,3 17-4-15,0 0-2 0,-4-14 0 0,4 14 9 16,0 0-9-16,-4-16-4 0,4 16 8 0,0 0-1 16,-3-15-4-16,3 15 1 0,0 0 0 0,-5-11 3 15,5 11 9-15,0 0-4 0,0 0 4 0,-2-15-12 16,2 15-1-16,0 0 2 0,0 0-5 0,-2-15 13 15,2 15-12-15,0 0 1 0,0 0 4 0,-2-12-4 16,2 12 7-16,0 0-8 0,0 0-3 0,0 0 3 16,0 0 6-16,-4-14-1 0,4 14 1 15,0 0-5-15,0 0 6 0,0 0-9 0,0 0 7 0,0 0-5 16,-3-11 0-16,3 11 5 0,0 0 4 0,0 0-8 16,0 0 3-16,0 0-13 0,0 0-13 0,0 0-4 15,0 0-11-15,0 0-10 0,0 0-20 0,0 0-14 16,0 0-27-16,0 0-31 0,0 0-32 0,0 0-34 15,0 0-20-15,0 0-33 0,0 0-16 0,0 0-153 16,0 0-464-16,0 0 206 0</inkml:trace>
  <inkml:trace contextRef="#ctx0" brushRef="#br0" timeOffset="-157362.86">3162 15270 21 0,'0'0'27'0,"0"0"-5"0,6-7 0 0,-6 7-3 16,2-6-2-16,-2 6-3 0,4-7 1 0,-4 7-2 16,5-6-8-16,-5 6-2 0,5-9-9 0,0 7-4 15,-1-4-17-15,-4 6-30 0,8-9 13 0</inkml:trace>
  <inkml:trace contextRef="#ctx0" brushRef="#br0" timeOffset="-157192.18">3234 15134 46 0,'0'0'37'0,"0"0"-2"0,4-5-7 15,-4 5-5-15,0 0-12 0,0 0-7 0,0 0-16 16,0 0-17-16,0 0-32 0,0 0 15 0</inkml:trace>
  <inkml:trace contextRef="#ctx0" brushRef="#br0" timeOffset="-156862.68">3248 15066 87 0,'0'0'90'0,"0"0"-11"16,0 0 0-16,0 0-13 0,0 0-13 0,0 0 2 16,0 0-8-16,6 31 4 0,-6-31-2 0,3 11 0 15,-2-3-5-15,-1-8 6 0,3 16 2 16,0-7 6-16,0 2 4 0,-1 0-4 0,0-1-7 15,0 2-2-15,1 1 0 0,0-2-3 0,-1 5-3 16,1 0-2-16,-2 1-6 0,0-3 0 0,2 1-1 16,0 3-2-16,-1-1-5 0,-1 0-1 0,1 2-2 15,-2-1 3-15,0 1-9 0,1-1-5 0,-1 2-3 16,-1-4 3-16,1 3-13 0,0-1-12 0,-2-2-17 16,0 0-11-16,2 1-17 0,0 0-28 0,-1-5-25 15,-1 1-102-15,1 3-229 0,0-4 102 0</inkml:trace>
  <inkml:trace contextRef="#ctx0" brushRef="#br0" timeOffset="-150132.98">5945 13866 22 0,'0'0'56'0,"0"0"2"0,0 0 3 0,0 0-3 0,0 0 3 15,0 0-2-15,0 0 4 0,0 0 0 0,0 0-7 16,0 0 5-16,0 0-8 0,0 0 2 0,0 0 4 16,0 0 6-16,0 0 2 0,0 0-10 0,0 0-3 15,0 0-9-15,0 0-5 0,0 0-3 0,0 0-1 16,0 0 5-16,0 0-1 0,0 0 3 0,0 0-5 15,0 0-6-15,0 0-4 0,-9-14 4 0,9 14 2 16,0 0 0-16,0 0-4 0,-5-7-3 0,5 7 1 16,0 0 2-16,-7-4-3 0,7 4-2 15,0 0-3-15,-7-5-4 0,7 5 2 0,-8-6-1 0,8 6 3 16,-8-3-1-16,8 3-5 0,-10-2 1 0,10 2 5 16,-6-6-2-16,6 6-3 0,-12-5 1 15,12 5-5-15,-12 0 0 0,5-1-3 0,7 1 3 0,-17-2-7 16,9 2 5-16,-3 0-2 0,1 0 1 15,-3 0-5-15,2 0 2 0,2 0-3 0,-4 2 3 0,4-1 0 16,-2-1 0-16,-1 2-3 0,0 0 2 0,1 1-4 16,1-1-1-16,2 1 1 0,-2-1 2 15,0 0-3-15,-2 1 5 0,1 0-6 0,0 1 0 0,1 0 3 16,-2 2-5-16,1-3 5 0,1 1-2 0,0 4-2 16,0-4 3-16,-2 2-2 0,1 1 0 0,-1-1 0 15,1 1 3-15,0 0 0 0,-3 2-2 0,3-2 1 16,1-1 0-16,-2 4 2 0,1-1-3 0,-4 1-2 15,2 0 5-15,0 2-17 0,1-5-2 0,-1 5-3 16,2-1 12-16,1-1 4 0,1-1 0 0,0 1-4 16,-4 0 6-16,5 0 9 0,-1-1 0 0,2 0-1 15,-2-1 0-15,2 1-2 0,1 0 6 0,0 0 2 16,-2 0 9-16,3 0-2 0,0 0 4 0,0 1 1 16,1-1-8-16,1 1 3 0,-1-1 8 0,3 1-6 15,-1 0 4-15,2 0 4 0,-2 2 0 0,2-1 1 16,2-1-6-16,0 0 1 0,-1 3-3 0,2-2 5 15,-1 2-4-15,1-3 4 0,2 3-7 0,0-1 4 16,2 2-1-16,-2-4 0 0,1 2 3 0,-1-2-1 16,3 0-6-16,0 2 1 0,-1-2-5 0,1 2 3 15,1 0-5-15,1-1 4 0,2 3-7 0,-2-2 3 16,4 1-2-16,-3-1 1 0,2 1 2 0,1 1-1 16,-1-3 0-16,1 0 1 0,-1 0-5 0,2 0 1 15,-1-3 0-15,1 3-1 0,1 0 3 0,0-2 0 16,-1 0-4-16,-3-4 4 0,4 5-6 0,-2-7-2 15,2 4 4-15,-3-2-3 0,5-1 1 0,1-1 4 16,-1 3-6-16,3-2 6 0,-2 1 0 0,0-1-3 16,4-1 5-16,-1 0-5 0,-2 1 1 0,2-4 4 15,-1 2-9-15,-1-1 1 0,0-2 1 0,1 3-1 16,-2-3 1-16,0 1 0 0,-2-1-5 0,2 1 5 16,1-2-10-16,-2-1 7 0,3 3 0 0,-2-5-1 15,0 1-1-15,1 0 0 0,1-2 2 0,-3 2-1 16,1-2-3-16,-2-2 2 0,0 4-4 0,0-3 5 15,-4 1-3-15,2-3 6 0,0 0-1 0,0 0-2 16,-4 2 2-16,-1-1-2 0,0 0 0 0,1-1-3 16,-1-2 6-16,1-1-2 0,-2 0-3 0,-2 2 3 15,2-4-1-15,-2 2 2 0,0 2-3 0,-4-1 6 16,3 0-3-16,-3 0 2 0,3 0-2 0,-3 0 3 16,-1-1-4-16,-1-4 7 0,-1 2-8 0,-1 2 6 15,-1-1 4-15,1 2 4 0,-1-3 2 0,-2 4-2 16,1-1 0-16,-1-1 9 0,0 2 0 0,1-3-5 15,-2-2 3-15,0 5-2 0,-1-5 3 0,3 4-3 16,-1 0 3-16,-2-5-2 0,0 7-2 0,2-4 4 16,-2 1-4-16,0-2-3 0,-2 1 1 0,0 3 8 15,2 0-2-15,-1-2 7 0,1 3-14 0,0 0-1 16,-6-4-2-16,2 0 1 0,1 5 1 0,-5-4-4 16,1-1 0-16,-1 3-1 0,0-2 2 0,0 2 5 15,1 1-8-15,-2 0 10 0,0 0-8 0,-2 3-3 16,0-1-1-16,-2 0-3 0,0-1 5 0,-7 0-3 15,-2 2-4-15,-2 1-12 0,0-2 1 0,-3 3-5 16,0-1-4-16,-6 2 2 0,0 0 2 0,2 3-2 16,-14 0 1-16,12 3 0 0,0-2 3 0,0 1-12 15,-14 6-16-15,2 1-8 0,12-3-31 0,-12 9-30 16,0 0-47-16,-4 7-62 0,3 5-89 0,-6 1-195 16,-31 17-540-16,-3-1 239 0</inkml:trace>
  <inkml:trace contextRef="#ctx0" brushRef="#br0" timeOffset="-147842.59">2345 13271 11 0,'-5'-5'181'16,"5"5"-5"-16,-4-7-4 0,4 7 0 0,0 0-10 15,-4-7 0-15,4 7-5 0,0 0-15 0,0 0-9 16,-4-5-13-16,4 5-12 0,0 0-11 0,0 0-11 15,0 0-11-15,0 0-8 0,0 0-8 0,0 0-2 16,0 0-10-16,9 19-4 0,-3-10-3 0,3 4-2 16,-1 2-4-16,1-1-6 0,0 1 1 0,1 0-4 15,-1 0-4-15,-3-4 1 0,3 2 0 0,0-1-2 16,-2-5-8-16,-2 1 3 0,1-1 0 0,-2-1-1 16,2-2-7-16,-2 0 6 0,0 1-4 15,-4-5 7-15,5 6 6 0,-5-6 7 0,5 2 5 16,-5-2 4-16,0 0-1 0,0 0-1 0,0 0-5 0,0 0-2 15,0 0-1-15,7-17-1 0,-6 8-3 0,0-1 1 16,3-2-8-16,-4-2 0 0,3-4-1 0,-5 2-2 16,-1-1-2-16,8-2 0 0,-5 2-4 15,0-2-1-15,2 2-3 0,1-10-4 0,-1 11 3 16,0 1 0-16,1 3 0 0,-1 0-3 0,-2 3 0 16,2 1-3-16,0 2-15 0,-2 6-26 0,1-10-24 0,-1 10-27 15,0 0-38-15,0 0-27 0,2-11-11 0,-2 11-17 16,0 0-9-16,0 0-138 0,0 0-362 0,0 0 160 15</inkml:trace>
  <inkml:trace contextRef="#ctx0" brushRef="#br0" timeOffset="-147598.28">2690 13192 84 0,'0'0'177'0,"0"0"2"0,0 0-1 16,-25 12-9-16,19-7-8 0,2 0-11 0,-1 2-12 16,1 0-15-16,-1 1-7 0,1 3-10 0,-1-3-15 15,3 5-8-15,0-2-6 0,1 0-6 0,1 2-11 16,1-2-6-16,1 0-22 0,0 0-23 0,4-3-23 16,-2 1-17-16,2-2-34 0,1-1-33 0,1-1-29 15,3 0-29-15,0-2-106 0,-11-3-282 0,20 0 125 16</inkml:trace>
  <inkml:trace contextRef="#ctx0" brushRef="#br0" timeOffset="-147213.6">2911 13111 48 0,'0'0'176'0,"-8"-6"4"0,8 6-3 0,0 0-6 15,-10 2-9-15,10-2-15 0,-9 8-7 0,3-2-18 16,2 0-6-16,0 4-15 0,-1-2-11 0,2 2-6 15,1 1-13-15,0-2-6 0,2 1-5 0,2 0-8 16,0 0-7-16,3-1-14 0,2 0-11 0,2-1-14 16,-2 0-9-16,2-4-6 0,0 3-1 0,3-5-8 15,-6 0-9-15,6-2 2 0,-1 1 1 16,-2-1 6-16,1 2-6 0,-10-2 7 0,14-5 3 0,-9 3 0 16,-5 2 14-16,8-3 0 0,-8 3 10 0,0 0 5 15,3-6 13-15,-3 6 0 0,0 0-2 0,0 0 18 16,0 0-1-16,-20-2 1 0,20 2-1 0,-19 2 5 15,10 0 0-15,-5 2 1 0,4 2 0 0,-1-1-1 16,-1 1 0-16,2-1-3 0,0 2-5 0,1 2-1 16,1-1-5-16,0 2-2 0,4-1-4 15,-2-2-2-15,4 0-2 0,-1 0-7 0,3 3 2 0,0-10-3 16,3 15 0-16,-1-10-8 0,2 1-19 0,0 0-9 16,2-2-20-16,1-1-24 0,2 0-26 0,-9-3-35 15,24-1-33-15,-10-2-36 0,-3-2-152 0,2 0-374 16,3-6 165-16</inkml:trace>
  <inkml:trace contextRef="#ctx0" brushRef="#br0" timeOffset="-147068.84">3141 13137 118 0,'5'-7'137'0,"-5"7"-12"0,6-7-11 0,-6 7-8 16,0 0-11-16,13-8-11 0,-13 8-22 15,16-7-27-15,-5 2-28 0,-1 0-29 0,-10 5-30 16,22-7-84-16,-14 5-145 0,-8 2 65 0</inkml:trace>
  <inkml:trace contextRef="#ctx0" brushRef="#br0" timeOffset="-146911.05">3207 13171 140 0,'-7'5'157'0,"7"-5"-2"16,-6 7-5-16,6-7 2 0,0 0-4 0,-7 8-9 15,7-8-11-15,0 0-14 0,0 0-7 0,0 0-18 16,0 0-12-16,0 0-19 0,0 0-11 0,0 0-28 0,0 0-29 16,0 0-42-16,41-10-44 0,-23 2-53 0,0-2-81 15,7-3-247-15,-4-3 110 0</inkml:trace>
  <inkml:trace contextRef="#ctx0" brushRef="#br0" timeOffset="-146179.5">3492 12872 69 0,'0'0'210'0,"0"0"3"15,0 0-4-15,0 0-4 0,0 0-7 16,0 0-17-16,0 0-14 0,0 0-15 0,0 0-10 16,0 0-15-16,0 0-15 0,0 0-8 0,0 0-12 15,0 0-10-15,0 0-9 0,0 0-7 0,-7 23-9 0,7-23-3 16,0 0-6-16,5 17-4 0,-5-17 2 0,9 15-13 15,-4-9 0-15,0 1-5 0,0-1-4 16,3 0 0-16,-2 0-5 0,2 0 4 0,-1-1-10 16,-1 1 3-16,1 0-6 0,-7-6 3 0,12 8-2 15,-7-4 0-15,-5-4 2 0,9 5-6 0,-9-5 0 16,7 7 2-16,-7-7 0 0,5 6-1 0,-5-6 3 0,0 0-4 16,0 0-3-16,-10 16 2 0,4-9 0 15,-3-1-6-15,1-3-6 0,-2 2-4 0,1 1-6 16,-2-5-18-16,0 3-7 0,1-1-10 0,0 1-17 15,0-1-15-15,10-3-14 0,-18 3-22 0,18-3-32 16,-15 1-13-16,15-1 1 0,-15-1-14 0,15 1-126 16,-12-6-328-16,12 6 145 0</inkml:trace>
  <inkml:trace contextRef="#ctx0" brushRef="#br0" timeOffset="-146024.89">3413 12919 73 0,'0'0'126'0,"4"-10"-9"16,-4 10-12-16,0 0-4 0,2-9-7 0,-2 9-2 15,0 0-9-15,8-6-8 0,-8 6-12 0,13-7-4 16,-5 6-2-16,2-3-6 0,2 0-14 0,-1-1-24 16,0 3-15-16,6-6-27 0,-4 4-25 0,3-1-11 15,-3 0-19-15,1 0-68 0,-1 1-165 0,0 0 72 16</inkml:trace>
  <inkml:trace contextRef="#ctx0" brushRef="#br0" timeOffset="-145779.52">3671 12801 108 0,'0'0'120'0,"0"0"1"0,0 0 8 0,0 0-5 15,7-5-3-15,-7 5-2 0,0 0-3 0,0 0-13 16,0 0-11-16,0 0-7 0,5-2-4 0,-5 2-9 16,0 0 1-16,0 0 12 0,10 7 14 0,-5-1-5 15,-1-2-4-15,0 3-5 0,5-2-8 0,-6 4-10 16,4-1 0-16,-1-3-8 0,-1 4-2 0,2-1-8 16,-2-2-3-16,-5-6-6 0,9 10-4 0,-4-5 0 15,-5-5-1-15,9 7 4 0,-4-5 9 0,-5-2 6 16,0 0 6-16,10 6-2 0,-10-6-7 0,0 0-6 15,11-12 0-15,-11 12-5 0,8-15-2 0,-3 7-7 16,1-1 4-16,-3-4-10 0,3-1-20 0,-3-2-17 16,4-1-17-16,-5-1-21 0,2-2-36 0,0-5-41 15,5-1-70-15,-5 0-230 0,0-1-462 0,2 1 204 16</inkml:trace>
  <inkml:trace contextRef="#ctx0" brushRef="#br0" timeOffset="-142962.71">3947 13283 79 0,'0'0'189'0,"0"0"-7"0,-2-6-12 0,2 6 0 0,0 0-17 15,0 0-10-15,0 0-16 0,0 0-13 0,0 0-10 16,0 0-15-16,0 0-7 0,0 0-11 0,0 0-3 16,0 0-3-16,0 0-5 0,20 21 2 15,-15-11-5-15,0 3-4 0,2-3-10 0,2 3-4 0,-2 2-2 16,0-1-4-16,-1-3-3 0,-1-1-4 0,3-1-1 16,-3-1-1-16,0 1-8 0,0-2 0 15,-1-1 2-15,0-2-1 0,0 2-6 0,-4-6 1 0,5 8-1 16,-5-8 0-16,4 6-1 0,-4-6 3 15,4 5 3-15,-4-5 6 0,0 0 1 0,0 0 6 0,2 4 4 16,-2-4-2-16,0 0-6 0,0 0-1 0,0 0 6 16,8-22-10-16,-6 11-2 0,1-2-4 15,2-4-1-15,-3-1 1 0,4 0-1 0,-2 0-9 16,1 0 0-16,0-1 0 0,-1 0-4 0,-1 1 1 16,0 2-9-16,-1 6-7 0,1-2-9 0,-2 5-12 0,1 0-20 15,-2 7-28-15,0-12-37 0,0 12-25 0,0-10-26 16,0 10-15-16,0 0-134 0,0 0-346 15,0 0 154-15</inkml:trace>
  <inkml:trace contextRef="#ctx0" brushRef="#br0" timeOffset="-142714.89">4213 13291 76 0,'0'0'174'15,"0"0"4"-15,0 0-5 0,0 0-1 0,0 0-11 16,0 0-10-16,0 0-9 0,0 0-10 0,-19 10-8 0,19-10-10 16,-6 13-5-16,2-4-11 0,1 1-10 0,2 1-10 15,1-1-6-15,-3 1-8 0,3-1-4 0,0 0-13 16,1 3-1-16,3-4-22 0,-1 1-17 0,0-2-23 16,3-1-14-16,-2-2-12 0,5 2-7 15,-4-2-41-15,1 0-22 0,3-3-32 0,3-2-21 0,-1 0-109 16,-3 0-296-16,3-5 130 0</inkml:trace>
  <inkml:trace contextRef="#ctx0" brushRef="#br0" timeOffset="-142363.89">4350 13211 22 0,'-4'-6'186'0,"4"6"-9"0,0 0-13 0,-6-4 0 15,6 4-10-15,0 0-10 0,0 0-9 0,-14 10-17 16,14-10-12-16,-7 11-12 0,6-3-6 15,0 1-10-15,-1 1-14 0,2 0-2 0,2 0-13 16,2 0-14-16,-2 0-11 0,3-1-27 0,1-2-6 16,2 2-13-16,1-1-4 0,3-5-24 0,-2-1-5 0,1 1-8 15,1-3 2-15,-1-1 6 0,0 1 0 16,-1-2 13-16,-3 1-2 0,-7 1 13 0,12-3 12 16,-12 3 0-16,6-5 10 0,-6 5 25 0,0 0 19 15,3-6 6-15,-3 6-1 0,0 0 8 0,0 0 0 16,0 0 8-16,-23-1 8 0,23 1 0 0,-17 4 2 15,7 2 4-15,1-2 4 0,-2 3 0 0,0 0 0 0,2 0-2 16,2 0-2-16,-2 2-3 0,1-2-3 16,2 3 0-16,1-3-12 0,0 1-6 0,3 1-4 15,0-1-5-15,-1-2-3 0,3-6-4 0,2 11-5 16,0-5-18-16,1 0-11 0,2-1-24 0,0 0-14 0,1-1-31 16,1-2-47-16,7-1-50 0,-3-2-44 15,1-1-125-15,4-5-367 0,0-3 164 0</inkml:trace>
  <inkml:trace contextRef="#ctx0" brushRef="#br0" timeOffset="-142214.85">4552 13221 137 0,'0'0'175'0,"0"0"-17"0,0 0-15 16,7-7-13-16,-7 7-18 0,4-3-8 15,-4 3-15-15,8-3-26 0,-2-1-39 0,2 3-42 16,-2-3-42-16,1 2-117 0,-7 2-190 0,0 0 84 15</inkml:trace>
  <inkml:trace contextRef="#ctx0" brushRef="#br0" timeOffset="-142078.81">4589 13324 115 0,'1'7'149'0,"-1"-7"-8"0,0 0-19 15,0 0-11-15,0 0-13 0,0 0-13 0,13-4-24 16,-13 4-15-16,13-5-26 0,-6 0-32 0,4-1-23 15,-1 0-34-15,0-1-70 0,-2-1-150 0,1 0 66 16</inkml:trace>
  <inkml:trace contextRef="#ctx0" brushRef="#br0" timeOffset="-141899.3">4737 13114 171 0,'-1'-13'154'0,"1"13"-15"0,0 0-18 0,0 0 0 16,1-5-14-16,-1 5-1 0,0 0 16 0,0 0 4 15,0 0-15-15,6 19-4 0,-4-9-12 0,0 5-7 16,0-1-15-16,0 3-3 0,1 1-6 0,-1 2-11 16,1-2-23-16,-1 7-32 0,-3-5-40 0,5-2-35 15,-2 0-25-15,0-1-23 0,2-1-23 0,-3-4-79 16,0-2-247-16,0-1 110 0</inkml:trace>
  <inkml:trace contextRef="#ctx0" brushRef="#br0" timeOffset="-141702.12">4852 13264 103 0,'0'0'97'0,"5"-12"8"0,-5 12 1 15,7-11-19-15,-5 5-5 0,-2 6-1 0,7-12-4 16,-7 12 4-16,2-9-18 0,-2 9 26 0,0 0 4 16,3-11-12-16,-3 11-7 0,0 0-7 0,-9-6-7 15,9 6-8-15,-9-2-12 0,9 2-14 0,-15 3-17 16,15-3-13-16,-13 3-25 0,13-3-18 0,-9 10-29 15,1-7-23-15,3 1-104 0,-1 2-221 0,6-6 98 16</inkml:trace>
  <inkml:trace contextRef="#ctx0" brushRef="#br0" timeOffset="-141432.45">4902 13104 140 0,'0'0'147'0,"0"0"-10"15,0 0-8-15,0 0 10 0,0 0-2 0,18 9 2 16,-13 0-14-16,-1 1-7 0,1 1-9 0,0 1-16 16,1-1-4-16,2 5-14 0,-2-4-1 0,0-3-9 15,1-1 7-15,1-2 6 0,0 0 6 0,-3-2 6 16,2-1 0-16,-7-3-4 0,14-3-3 0,-6-3-6 16,0-1-9-16,4-4-1 0,-6 0-6 0,1-3-4 15,0-3-6-15,2-1-2 0,-6 2-8 0,3 0-5 16,-1-9-4-16,-3 7-13 0,1-2-21 15,-2 2-21-15,0 0-28 0,1 1-39 0,-1 1-39 16,0 0-38-16,-1 5-41 0,-2 5-157 0,2 6-395 0,-7-13 175 16</inkml:trace>
  <inkml:trace contextRef="#ctx0" brushRef="#br0" timeOffset="-141264.72">4939 13401 140 0,'9'-9'203'0,"0"1"-26"0,5-8-27 16,5-4-29-16,1-2-47 0,1-1-39 0,6-3-54 15,7-8-46-15,-7 9-71 0,8-11-148 0,3 0 66 16</inkml:trace>
  <inkml:trace contextRef="#ctx0" brushRef="#br0" timeOffset="-141169.54">5499 12885 228 0,'0'0'315'0,"-10"-10"-34"0,10 10-33 0,-12-6-34 16,4 3-37-16,-2 3-46 0,-1 0-56 16,11 0-67-16,-25-2-98 0,9 4-175 0,-3-2-287 15,-3-3 128-15</inkml:trace>
  <inkml:trace contextRef="#ctx0" brushRef="#br0" timeOffset="-122682.78">25549 11364 18 0,'0'0'149'0,"0"0"2"16,0 0-15-16,0 0-11 0,0 0-8 0,0 0-17 15,0 0-9-15,0 0-6 0,0 0-7 0,0 0-4 16,20 1 3-16,-20-1-3 0,0 0-5 0,0 0 1 15,0 0-6-15,0 0-1 0,0 0-2 0,0 0-11 16,0 0 0-16,0 0-7 0,0 0 2 0,0 0-4 16,0 0 1-16,0 0 6 0,0 0 2 0,0 0 7 15,-2 13 1-15,2-13-2 0,0 13-11 0,0-5-2 16,-2 0 0-16,2 1 1 0,-2-2-2 0,2-7-7 16,-2 17-3-16,0-8-6 0,1-3 0 0,1-6-1 15,0 10-5-15,0-10 1 0,0 7 0 0,0-7 7 16,0 0-1-16,0 0-5 0,0 0-4 0,21-25-15 15,-4-1-12-15,2-1-17 0,14-17-23 0,1 2-21 16,4-4-21-16,18-22-44 0,1 6-42 0,-18 16-174 16,22-17-381-16,-2 2 168 0</inkml:trace>
  <inkml:trace contextRef="#ctx0" brushRef="#br0" timeOffset="-88566.18">30245 11636 57 0,'0'0'132'0,"-5"-15"-5"0,0 7-16 0,-1-4-8 16,-2 3-15-16,3-1 7 0,-1-1-19 0,-3 2-1 15,-3-4-17-15,5 4-5 0,-2-1-3 0,-5 1-6 16,-1-4-1-16,0 5-7 0,0-1-8 15,-3 1 3-15,0-2-4 0,-1 1-8 0,-8-1-8 0,8 5 8 16,-7-4-4-16,-2 2-4 0,0 1 5 0,-1 0-10 16,1 2-18-16,-1 1 22 0,1 3-4 0,-2 0 1 15,-2 0 3-15,0 4-6 0,-3-3-3 0,2 3 3 16,2 0 5-16,-1-1-8 0,2 2-3 0,-5-1 5 16,3 2-9-16,0-1 5 0,0-1-2 0,0 4 0 15,3-5-2-15,1 1 4 0,-2 4 5 16,4-2-12-16,-2-1 7 0,6 0-2 0,-6 2-1 15,2 0 6-15,4-1-4 0,-4 0-7 0,4 1 8 0,3-3-7 16,-8 7 11-16,1-3 0 0,1 3-11 0,4-4 22 16,-4 7-15-16,0-3 2 0,0 2 6 0,6-1-16 15,-7 1 13-15,10-1 5 0,-7 4-6 0,3 1-1 16,-1-1-2-16,8-3 3 0,-1 1-6 0,1 1 6 16,-2 2 0-16,-1 2 4 0,4-1 3 0,1-1-9 15,-4 6 3-15,2 0-7 0,2 2 8 0,1 1 4 16,1-2-13-16,1 1 14 0,3 1-5 0,-2-1 3 15,6 2-16-15,0-1 16 0,1 2-1 0,2 1 2 16,3-1-13-16,2-2 19 0,1 4-15 0,3-2 5 16,0 5-5-16,2-3 3 0,1 1-5 0,2 1 6 15,3 0-6-15,0-2-5 0,12 10 9 0,-10-9-5 16,10 6 4-16,6-2-3 0,3-3-8 0,-10-9 6 0,14 4-4 16,-1-1-1-16,2-2-9 0,1-2-5 15,4-4-11-15,0-3 8 0,-2-2 1 0,-9-5 5 16,14-2 4-16,2-3-10 0,0-3 3 0,-5-3 1 15,4-3 2-15,1-2 9 0,0-3-9 0,-4-3 17 0,1-1-1 16,1-4-6-16,-5-3 3 0,3-5 7 16,-3-5-10-16,-4 0 2 0,-3-7 6 0,0-4 15 15,-1-6 1-15,-6 2 3 0,-3-5 5 0,-6-3 10 16,9-22 4-16,-18 22 9 0,-2-2 2 0,-5-27-6 16,-2 0 2-16,-6 2 8 0,-5 24-7 0,-7-23-2 15,-3 24 6-15,-8-21 3 0,-2 24-1 0,-4 6-3 16,-8-1-5-16,-8 4-22 0,-22-10-11 0,-8 9-10 0,14 21-28 15,-36-2-27-15,-9 2-41 0,-13 18-172 16,-17 4-289-16,-16 3 129 0</inkml:trace>
  <inkml:trace contextRef="#ctx0" brushRef="#br0" timeOffset="-84041.86">27076 11454 16 0,'0'0'120'0,"0"0"-13"0,0 0-13 0,0 0-6 15,0 0-8-15,0 0-3 0,0 0-9 16,0 0 2-16,0 0-4 0,5-5-2 0,-5 5-13 16,0 0-2-16,0 0-11 0,0 0-2 0,0 0-5 0,0 0 3 15,0 0-11-15,0 0 7 0,0 0-9 0,0 0-3 16,0 0 2-16,0 0-14 0,0 0-7 0,0 0 0 15,0 0-13-15,0 0-13 0,0 0-17 0,0 0-7 16,0 0-13-16,0 0-2 0,0 0-6 0,0 0-10 16,0 0-50-16,0 0-141 0,0 0 64 15</inkml:trace>
  <inkml:trace contextRef="#ctx0" brushRef="#br0" timeOffset="-83624.83">27195 11365 41 0,'0'0'71'0,"0"0"-1"15,0 0-7-15,0 0-10 0,0 0-1 0,0 0-2 16,0 0-12-16,0 0 1 0,0 0 2 0,0 0-5 0,0 0 1 15,0 0-6-15,0 0 3 0,0 0-3 0,0 0-5 16,0 0-4-16,0 0 0 0,0 0 0 16,0 0-1-16,0 0-3 0,11 16-7 0,-11-16 0 0,0 0-4 15,0 0-5-15,4 7 1 0,-4-7-2 0,0 0-7 16,0 0-3-16,0 0-13 0,0 0-9 16,0 0-20-16,6 6-72 0,-6-6-133 0,0 0 60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03:18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9705 15186 30 0,'-13'2'79'0,"1"-1"-11"0,1-1 2 0,-1 0 1 16,1 0 2-16,-1 1-4 0,0-1 2 0,1 0-8 16,4 0 4-16,7 0-9 0,-16 1 5 0,16-1-2 15,-10-1-12-15,10 1-4 0,-8 3-3 0,8-3 12 16,0 0-23-16,0 0-1 0,0 0-5 0,0 0 7 16,0 0-1-16,0 0 3 0,0 0 0 0,0 0 1 15,27 7 4-15,-11-5 0 0,4-2-5 0,1 0-4 16,7 1-6-16,0 0 0 0,5 2 3 0,3-5-7 15,-2 1 1-15,2 0-6 0,2 1 6 0,13 0-8 16,-12-3 3-16,16 1 8 0,4 2-4 0,-1-1 3 16,5-3-3-16,3-4 1 0,24 3 1 0,-28 0-4 15,4-3-3-15,-1 2-4 0,27-2-3 0,-1 0 6 16,-27 0 1-16,25 0 3 0,0 0-5 0,-22 0-3 16,28-1-1-16,-3-5 2 0,-4 6 2 0,-23-1-1 15,27-2-3-15,-3-4 0 0,-25 6-1 0,28-4 0 16,-2 4 4-16,-26 4-2 0,25-3 1 0,-25 3-1 15,28-4 1-15,-29 4-3 0,2 1 6 0,0 1-7 16,25-4 4-16,-32 3-3 0,3-1 0 0,0 3 1 16,0-2-1-16,4 2 1 0,-3-2-1 0,1 0 1 15,2-1-3-15,0 1 2 0,0-3-2 0,-2 1-5 16,-4 1 4-16,4 0-3 0,-3-5 1 0,-1 2 5 16,-1-1 0-16,-8 3-6 0,3-2 2 0,-1 2 1 15,-14 1 1-15,14-3 1 0,-14 2 3 0,1 0 0 16,-1 2-2-16,-2-3-6 0,2 1 3 0,-1 2-4 15,0-1-1-15,-5 1 2 0,1-2 2 0,-3 3 2 16,-1-4-1-16,-7 6 3 0,-2-2-7 0,-2 1-2 16,-5-1-2-16,-4 2-9 0,-1-1-13 0,-8 2-3 15,11-4-6-15,-11 4-16 0,0 0-34 0,0 0-24 16,0 0-33-16,0-6-15 0,0 6-109 0,0 0-285 16,-40-1 127-16</inkml:trace>
  <inkml:trace contextRef="#ctx0" brushRef="#br0" timeOffset="1109.08">9108 12808 17 0,'-3'-10'127'0,"-2"4"-9"0,3-1 10 0,-1 1-2 0,1-1-10 16,2 7-12-16,-4-10-12 0,4 10-6 15,-4-9-15-15,4 9-1 0,-4-7-4 0,4 7-9 16,0 0-10-16,0 0-3 0,-3-5-9 0,3 5-4 16,0 0-3-16,0 0-1 0,0 0-2 0,0 0-5 0,0 0 6 15,12 21-6-15,-9-15 7 0,2 7 2 0,1 4-14 16,-2 2 6-16,1-4 2 0,-3 4-8 0,5 8-2 16,-4 2 11-16,2 3-3 0,-2 1 7 15,1 0 1-15,1 15-6 0,-3-12-1 0,4 9 1 0,-5 4 2 16,1-1-4-16,0-2 3 0,2 1-5 0,0-2-2 15,2 1 0-15,-1-2-4 0,-1-8 1 16,1 10 4-16,-1-1-5 0,1 3-1 0,4-2-3 16,-2 0 7-16,0 0-5 0,1-10 8 0,2 10-6 15,-5 0 1-15,2 0 1 0,-3-1-1 0,-1-9 2 16,5 9-2-16,-3 0-1 0,0-10 2 0,0 11 1 0,-2-12 0 16,1 13-7-16,2-13 3 0,-1-3 2 0,-2 1-2 15,2 3-1-15,1 1-2 0,-2-2 5 16,2 0-3-16,-2-1 1 0,1 0-1 0,0-1 3 0,1 2 0 15,-4-2-5-15,3 1 2 0,2-2 0 16,-2-2-1-16,-3 1-3 0,2 1 2 0,-3-2 2 0,2-2-1 16,1 1 2-16,0-5-3 0,-2-3-1 0,3 5 1 15,-5-7-2-15,4 1-4 0,-1 0-1 16,-1-1 5-16,2 0-7 0,0-2 5 0,-3 0-1 16,3 1 1-16,-1-6-2 0,-1 5 0 0,2-3 2 15,-5 0 4-15,4-3-2 0,-1 3 0 0,0 0 4 16,0-3 0-16,0 2-7 0,1-2 6 0,-1 1-5 0,0 2 2 15,-2-5-2-15,1 3 1 0,0-2 2 0,-1 1-1 16,0-3-4-16,2 3 2 0,-1 1-4 16,0-4 3-16,-1-7-4 0,0 13 2 0,1-7 2 15,3 1 6-15,-3 2-5 0,1-1 0 0,-1-1 0 16,-1 1 26-16,2-1-4 0,0-1 1 0,-2-6-4 16,1 11-2-16,-1-11-6 0,1 11 1 0,2-5-2 15,-3-6 1-15,1 8-3 0,-1-8-5 0,1 8 1 0,-1-8 0 16,0 0-1-16,0 8 2 0,0-8-3 15,0 0 1-15,0 0 0 0,2 8 0 0,-2-8 1 16,0 0 1-16,0 0-4 0,0 0-5 0,0 0-8 16,0 0-25-16,0 0-18 0,0 0-28 0,0 0-27 15,0 0-40-15,0 0-34 0,0 0-30 0,-3-31-148 16,3 31-385-16,-1-22 170 0</inkml:trace>
  <inkml:trace contextRef="#ctx0" brushRef="#br0" timeOffset="1555.6">9237 15243 123 0,'0'0'131'0,"0"0"-11"0,-9-2-7 16,9 2-8-16,0 0-5 0,0 0-1 0,0 0-4 15,0 0-2-15,0 0-1 0,0 0 4 0,0 0-9 16,0 0-1-16,0 0-7 0,0 0 2 16,0 0-3-16,31 9-7 0,-24-12 0 0,5 6 3 0,3-6-6 15,3 3-5-15,2-4-7 0,2 2 4 0,8-2-10 16,0 1-3-16,1-1-3 0,3-1-3 0,2 1-2 15,1-2-5-15,0 0-1 0,16-1 0 0,-15-1-2 16,2 0 3-16,-3 3-8 0,-1-1-5 0,-2 1-2 16,-2 0 1-16,0 1-2 0,-1 2-1 15,-3-3-2-15,0 5 2 0,-6-1-4 0,-6-2 0 16,-2 3-3-16,-2 0 1 0,-2 0-3 0,-1 0-1 0,-9 0 0 16,14 0 1-16,-14 0-2 0,9 0 0 0,-9 0-2 15,0 0 1-15,0 0-6 0,0 0-10 0,0 0-18 16,0 0-26-16,0 0-38 0,0 0-59 0,0 0-48 15,0 0-157-15,0 0-385 0,0 0 170 16</inkml:trace>
  <inkml:trace contextRef="#ctx0" brushRef="#br0" timeOffset="2478.69">9090 12750 52 0,'0'0'135'0,"0"0"-11"16,-1-13-5-16,1 13 1 0,-3-7-18 0,3 7-10 16,0 0-7-16,0 0-8 0,0 0-6 0,0 0-1 15,0 0 7-15,-18 16 1 0,9 0-8 0,0 1 4 16,-6 4-4-16,1 2-5 0,0 1-7 0,0 2-1 15,2-4-9-15,-4-1-6 0,3-1-2 0,3-2 2 16,1-3-11-16,0 2 1 0,0-3-5 0,3-5-1 16,-1 1-22-16,2 0-29 0,1-2-39 0,1-2-26 15,1-1-33-15,2-5-142 0,0 0-286 0,0 0 127 16</inkml:trace>
  <inkml:trace contextRef="#ctx0" brushRef="#br0" timeOffset="2671.37">9064 12748 115 0,'7'-5'148'0,"-7"5"0"15,5-2 1-15,-5 2-4 0,6-2-12 0,-6 2-8 16,13 1-10-16,-2 0-8 0,1-1-11 0,6 2-8 16,0-2-10-16,2 3-5 0,1-1-10 0,-2 0-19 15,3 1-27-15,-4-2-31 0,1 1-31 0,-5 1-30 16,-1 0-30-16,-1-2-26 0,-2 2-82 0,-3-2-230 15,-1 0 102-15</inkml:trace>
  <inkml:trace contextRef="#ctx0" brushRef="#br0" timeOffset="4875.89">7638 12859 88 0,'0'0'185'0,"-6"-5"-19"0,6 5-4 16,0 0-4-16,0 0 0 0,9-17-14 0,-3 12-15 15,3-1-10-15,1-2-12 0,4-3-25 0,3 2-10 16,-2-2-4-16,2 3-10 0,2-2-6 0,-2 1-14 16,-1 0-19-16,-4 4-19 0,-1-1-25 0,1 2-9 15,-2-1-28-15,-1 1-8 0,-1 2-16 0,-2 0-3 16,-6 2-2-16,9-4 7 0,-9 4 10 0,0 0 10 16,0 0 3-16,0 0 7 0,0 0 6 0,0 0 8 15,0 0 1-15,0 0 10 0,0 0 3 0,-28 7 14 16,28-7 11-16,-12 0 21 0,12 0-2 0,-10 0 11 15,10 0 5-15,-10 3 5 0,10-3 0 0,-9 1 5 16,9-1 7-16,0 0-4 0,-7 2-2 0,7-2-8 16,-5 4 8-16,5-4 0 0,-5 10 3 0,5-5 10 15,0 6 4-15,2 6-3 0,-2 2 9 0,1 6 0 16,3-5-1-16,-1 8-7 0,-1-1-3 0,0 1-4 16,2 0-3-16,-3 3-4 0,2-4-1 0,-2 0-6 15,3-4-3-15,-4 1-4 0,3-6 0 0,-3 0-2 16,1-3-5-16,-1-1 0 0,0-3-2 0,0 0-1 15,-1-2-5-15,0 1 2 0,-1-4-1 0,2-6-4 16,-4 13 1-16,0-7 0 0,1-1 0 0,3-5-2 16,-11 6 2-16,4-4-7 0,0-2 5 0,7 0-6 15,-16 0 2-15,6-2 2 0,-1 0-6 0,2-1 3 16,1 1-6-16,8 2 4 0,-15-4-2 0,10 3-1 16,5 1 2-16,-11-2-3 0,11 2-2 0,-7-3-3 15,7 3 1-15,0 0 0 0,0 0-1 0,0 0-2 16,0 0 8-16,0 0-7 0,0 0 7 0,26-12-3 15,-13 8 1-15,6 1-2 0,0-3-2 0,2 2-15 16,5-3-21-16,-4 4-21 0,6-3-15 0,-1-5-36 16,-1 3-12-16,-6 0-18 0,8-4-7 0,-6 6-6 15,-4-4-2-15,1 0 10 0,-2 1 14 0,-1-1-72 16,-2 3 181-16,-2-3-62 0,-3 3 10 0,-3-2 20 16,2 3 21-16,-3-5-2 0,-3 3 11 0,0 2 14 15,-2 6 25-15,0 0 13 0,-2-18 11 16,1 12 7-16,1 6 16 0,-4-11-8 0,2 7 2 0,2 4 14 15,-7-11 14-15,7 11 4 0,-2-6 6 16,2 6-4-16,-5-5-8 0,5 5-8 0,0 0-10 0,0 0-8 16,0 0-10-16,0 0 4 0,0 0-1 0,0 0 2 15,0 0-1-15,0 20-5 0,1-8-1 0,-1 0-3 16,3 4-4-16,-1 0-1 0,1 1-7 0,-3-1-1 16,3 0 1-16,-1-4-14 0,-2-1 8 0,2 2 1 15,-1-5-7-15,2-1-1 0,-2 3 1 16,-1-10-4-16,0 10 2 0,0-10-3 0,2 9 1 0,-2-9-1 15,0 0 6-15,1 7 1 0,-1-7 4 0,0 0 5 16,0 0 4-16,0 0-4 0,0 0 1 0,0 0-6 16,0 0 0-16,0 0-5 0,0 0-1 15,0 0 1-15,0 0 1 0,-10-24-4 0,8 18 0 16,2 6-5-16,-6-12 3 0,4 5-2 0,-1 0-6 0,0-1 5 16,3 8 1-16,-2-13-7 0,1 8 3 0,1 5-1 15,-2-10 1-15,2 10 3 0,-4-9 6 0,4 9-6 16,-1-6 8-16,1 6-9 0,0 0 1 0,0 0-1 15,-3-7 0-15,3 7-2 0,0 0 3 0,0 0-5 16,0 0 0-16,0 0-1 0,0 0 0 16,-2-7-1-16,2 7 2 0,0 0-3 0,0 0-3 0,0 0-3 15,0 0 5-15,0 0 0 0,0 0-1 16,0 0-4-16,0 0 5 0,0 0 0 0,0 0 1 0,0 0-2 16,0 0 1-16,0 0-3 0,0 0 1 0,14 17-1 15,-14-17 11-15,5 10-5 0,-2-6-2 16,-1 1-2-16,-2-5-2 0,5 7 3 0,-5-7 2 0,3 7-6 15,-3-7 4-15,5 9-1 0,-4-5 4 0,-1-4-2 16,4 7 1-16,-4-7-5 0,3 9 0 0,-2-4 4 16,-1-5-1-16,3 13 2 0,-2-7-1 0,2 1 0 15,-3 4 5-15,0-4-7 0,2 0-3 16,-2 1 3-16,1-1 2 0,-1-7 0 0,4 13 3 16,-4-7-4-16,0-6-2 0,0 11 2 0,0-11 2 0,3 8-3 15,-3-8 5-15,1 7 4 0,-1-7 7 0,0 0 4 16,0 7 5-16,0-7 6 0,0 0 7 0,0 0 0 15,0 0 2-15,0 0 0 0,0 9 3 0,0-9-5 16,0 0-4-16,0 0 5 0,0 0-2 0,0 0-5 16,0 0-9-16,0 0 10 0,0 0-8 15,0 0-8-15,0 0 0 0,0 0 1 0,0 0-4 0,0 0 2 16,0 0 4-16,0 0-8 0,-10-20-2 0,10 20 2 16,-1-8-4-16,1 8-2 0,-3-8-1 0,3 8 3 15,-4-7-3-15,4 7-2 0,-1-8 11 0,1 8-14 16,-4-9 6-16,4 9-2 0,0 0-2 15,-1-10 8-15,1 10-7 0,-3-7-5 0,3 7 4 0,0 0-3 16,0 0 4-16,0 0-2 0,-3-7 3 0,3 7-3 16,0 0-2-16,0 0-1 0,0 0 4 0,0 0-6 15,0 0 4-15,0 0-3 0,-2-9 5 0,2 9-4 16,0 0 2-16,0 0 1 0,0 0-2 16,0 0 2-16,0 0 6 0,0 0-11 0,0 0 6 15,0 0-3-15,0 0-1 0,0 0 0 0,0 0 0 0,0 0 3 16,0 0 5-16,0 0-9 0,0 0-2 0,0 0 3 15,0 0-3-15,0 0-1 0,0 0-3 0,0 0 1 16,0 0-1-16,0 0-2 0,0 0 1 0,0 0 2 16,0 0 4-16,0 0 0 0,0 0 1 15,0 0 1-15,0 0 1 0,0 0-2 0,0 0 0 0,0 0 3 16,0 0 0-16,0 0-1 0,0 0 4 0,0 0-4 16,0 0 3-16,0 0-1 0,0 0 2 0,0 0-3 15,0 0 0-15,0 0-2 0,0 0 1 16,0 0 0-16,0 0 2 0,0 0-4 0,0 0 0 15,0 0 4-15,0 0-2 0,0 0 1 0,0 0-3 16,0 0 2-16,0 0 1 0,0 0-3 0,0 0 2 0,0 0 0 16,0 0-2-16,0 0 1 0,0 0 2 0,0 0-2 15,0 0 6-15,0 0-10 0,0 0 1 0,0 0 0 16,0 0 3-16,0 0-4 0,0 0 0 0,0 0-1 16,0 0 5-16,0 0-4 0,0 0 2 15,0 0 0-15,0 0-2 0,0 0 2 0,0 0 6 0,0 0-4 16,0 0-1-16,0 0 1 0,0 0 2 0,0 0 3 15,0 0 1-15,0 0-5 0,0 0 3 0,0 0 0 16,0 0 5-16,0 0-4 0,0 0 4 16,0 0-3-16,0 0 1 0,0 0-3 0,-6-4 4 15,6 4-2-15,0 0-2 0,0 0 1 0,-4-7-3 16,4 7 3-16,0 0 1 0,-5-9 4 0,5 9-8 0,-4-9 3 16,4 9-4-16,-3-11 2 0,1 5-1 0,0-1 2 15,2 7-3-15,-4-12 2 0,4 2 2 0,-1 0-2 16,1-2-3-16,0 1 1 0,1-1 4 15,3 2-6-15,-1-2 4 0,1 2-2 0,1 0 2 16,0 0-2-16,-1 1-1 0,3 0-1 0,-1 4 1 16,0-2-4-16,1 1 6 0,1 1-1 0,-3 2-2 0,2 0-2 15,-7 3 4-15,13-2 0 0,-6 2-4 0,2 4-1 16,-9-4 0-16,16 4 6 0,-9 3-3 16,-2-3 4-16,1 1-4 0,0 5 2 0,-2 0 3 15,0-4-3-15,-1 4 0 0,0 0 4 0,-3-2-3 16,0 2 0-16,0 1 1 0,-3 0 0 0,0 1 0 0,-1-2 0 15,0-2 1-15,-1 1 7 0,2-2-6 0,-1-1-4 16,4-6 1-16,-4 8-3 0,2-3 6 16,2-5 0-16,-5 5-4 0,5-5 2 0,0 0-1 15,0 0-1-15,-3 7-2 0,3-7 4 0,0 0-2 16,0 0 1-16,12 4 2 0,-12-4-2 0,10 1-1 0,-3 1-3 16,4 2 3-16,-2 0-2 0,0 0-2 15,0 1 4-15,-2 0-1 0,4 0-1 0,-4 1 1 16,2 0-1-16,-4-2 0 0,-1 3 0 0,3-1-5 15,-3 0 5-15,-1 4 1 0,0-5-2 0,-1 1 0 16,0 2 2-16,-6 5 0 0,3-6 0 0,-4 2 1 16,-1 1-6-16,0-3-4 0,-2 2-13 0,-2-1-9 0,0-3-17 15,1 2-18-15,-4 1-10 0,0-2-15 16,3 0-39-16,-1-2-26 0,0-2-45 0,1 0-184 16,0 1-421-16,2-3 186 0</inkml:trace>
  <inkml:trace contextRef="#ctx0" brushRef="#br0" timeOffset="5019.22">8264 13162 45 0,'0'0'121'0,"0"0"-38"16,0 0-28-16,0 0-39 0,0 0-41 0,0 0-25 15,0 0-53-15,12 19 24 0</inkml:trace>
  <inkml:trace contextRef="#ctx0" brushRef="#br0" timeOffset="5923.7">13804 14744 154 0,'0'0'160'0,"-6"-5"-7"16,6 5-9-16,0 0-4 0,0 0-8 0,-7-4-10 15,7 4-4-15,0 0-8 0,0 0-5 0,0 0-10 16,0 0-2-16,0 0-5 0,0 0-10 0,0 0-7 16,0 0-10-16,0 0-4 0,0 0-7 0,0 0-4 15,0 0-5-15,0 0-2 0,0 0-7 0,0 0-4 16,0 0 0-16,0 0 4 0,0 0-3 0,0 0-3 16,16 14-1-16,-9-10-2 0,0 0 4 0,1 0-2 15,3-1 1-15,-1 1-2 0,3 0-2 0,1-1 3 16,-3 1-4-16,2 0-1 0,3 2-3 0,-3-2 0 15,-1-1-3-15,1 3-1 0,-4-3-5 0,2 3 2 16,-2-1 1-16,0-1-3 0,-1-1-1 0,-4 1 2 16,2 2-2-16,-3 1 0 0,3 0 2 0,-4 1 2 15,0 3 7-15,-4 0 1 0,2 1 27 0,-4 2-4 16,-5 1-6-16,2-4 0 0,-2 4-5 0,0 0 1 16,-1-2-5-16,-2 1-1 0,-1 2-4 0,2-2-9 15,-1 1-19-15,-1 1-24 0,-1-4-19 0,5-1-40 16,2-1-33-16,1-1-47 0,1 1-49 0,0-4-163 15,5 0-412-15,0-6 182 0</inkml:trace>
  <inkml:trace contextRef="#ctx0" brushRef="#br0" timeOffset="6473.27">14175 15380 149 0,'-4'-7'223'0,"0"0"-15"0,-1-2-2 16,1 2-2-16,4 7-5 0,-5-11-12 0,0 7-7 15,5 4-8-15,-5-7-11 0,5 7-13 0,-4-7-17 0,4 7-11 16,0 0-16-16,-4-6-6 0,4 6-16 0,0 0-6 16,0 0-12-16,0 0-3 0,0 0-13 15,0 0 0-15,0 0-6 0,13 14-2 0,-7-6-3 16,-2 3-1-16,4-2-6 0,-3 0-6 0,8 4 0 16,-8-3-2-16,4 2-4 0,0-1-1 0,0-1-3 15,-2-1 3-15,1 3-2 0,-1-3-4 0,3 2 4 16,-4-2-3-16,0 0-3 0,1-1 0 0,-1 1-2 15,0-5 2-15,-2 2-5 0,3-1 3 0,-3 0 0 16,2-2 0-16,-6-3-1 0,6 8-5 0,-1-6 8 16,-5-2 4-16,6 3-3 0,-6-3 2 0,0 0 2 15,0 0-1-15,18-9 5 0,-11 2 5 0,0-3-4 16,-1 0 6-16,3-3-7 0,2-6 5 0,-4 1-4 16,4-6 3-16,0 1-4 0,-4-2-2 0,2 1-1 15,-2 0-2-15,-2 5 1 0,-1 3 0 0,1-1-2 16,-3 7 5-16,0-2-8 0,2 3-1 0,-2 1 4 15,2 4-4-15,-4 4-6 0,1-9-16 0,-1 9-22 16,0 0-21-16,0 0-14 0,0 0-16 0,0 0-25 16,0 0-25-16,0 0-52 0,0 0-39 0,-5 32-27 15,5-21-166-15,-2-1-454 0,2-10 201 0</inkml:trace>
  <inkml:trace contextRef="#ctx0" brushRef="#br0" timeOffset="7057.26">14575 15362 92 0,'10'-1'213'0,"-10"1"-3"16,0 0-10-16,0 0-14 0,0 0-18 0,0 0-17 15,0 0-12-15,0 0-1 0,4 7 2 0,-2 0-10 16,0 4-8-16,-2-1-11 0,2 6-10 0,1-4-9 16,-3 1-5-16,1 3-11 0,0-1-3 0,-1 2-7 15,2-3-2-15,-2 3-4 0,4-6-8 0,-3 0-6 16,1-1-6-16,1 0-2 0,-1-5-4 0,0 2-3 15,-2-7-1-15,5 10-3 0,-5-10 0 16,1 6 5-16,-1-6 6 0,0 0-3 0,0 0 15 16,0 0-9-16,0 0-3 0,0 0-1 0,0 0-7 0,0 0-1 15,1-24-3-15,-1 15 0 0,0-4-5 16,0 2-3-16,0-5 1 0,0 1-5 0,0-3 0 0,0-1 1 16,2-1-4-16,-2 1 0 0,2 2-2 15,2 1-5-15,-4-1 5 0,4-1 0 0,1 3-4 16,3 4-2-16,-5-1 1 0,5 1-3 0,-2 2 1 15,2 0-2-15,-2 5-1 0,4-3-1 0,-1 2 1 16,-4 3-7-16,4 0 12 0,0 2-8 0,-9 0 1 16,19 4-2-16,-13 1 0 0,2-1 2 0,-8-4 1 0,11 14-3 15,-5-6 5-15,0 3-4 0,-4 0 3 16,0-2 0-16,-1 1 1 0,-1-1 0 0,0 1 1 16,0 0 3-16,0-2-3 0,-1 1 0 0,1-9-3 15,-2 13-9-15,1-6-10 0,1-7-5 0,-1 12-6 16,2-7-1-16,-1-5 4 0,1 11-3 0,2-5 6 15,-3-6-2-15,4 9-1 0,1-7 3 0,-1 3 2 16,2 0 4-16,0-1 0 0,0 1 1 0,0-1 5 16,-1 0-1-16,3 1 2 0,-4-1-2 0,2 0 1 15,-2 0 2-15,1 1-1 0,-5-5 4 0,6 6-2 16,-2-2 1-16,-4-4 3 0,5 5 0 0,-5-5 0 16,1 7 3-16,-1-7-2 0,0 0-1 0,0 0-1 15,-6 12-7-15,6-12-12 0,-6 7-15 0,2-3-20 16,4-4-17-16,-10 4-22 0,3-1-33 0,0-1-32 15,7-2-28-15,-11 1-155 0,11-1-378 0,0 0 168 16</inkml:trace>
  <inkml:trace contextRef="#ctx0" brushRef="#br0" timeOffset="7469.67">15031 15309 199 0,'5'-9'223'0,"-5"9"-9"15,0 0-13-15,3-7-12 0,-3 7-18 0,0 0-11 16,0 0-10-16,0 0-10 0,0 0-11 0,0 0-7 16,0 0-9-16,-26 20-7 0,19-12-13 15,3 0-3-15,0 3-11 0,1-1-9 0,1 1-5 0,2-2-6 16,-2 1-5-16,2-3-5 0,2 0-7 0,0 1-2 16,1-2-1-16,-3-6-6 0,10 10-4 0,-5-6 0 15,2-1 0-15,-1 0-4 0,-6-3-6 16,15 1-1-16,-7 0-1 0,-3 0 1 0,-5-1-3 15,10 2-3-15,-10-2-1 0,0 0-1 0,9 0-1 16,-9 0 1-16,0 0-4 0,5 6 3 0,-5-6-3 16,0 0 1-16,0 0-1 0,-15 15-1 0,8-7-3 15,0-3 1-15,-2 4-3 0,0 0 4 0,3-3 0 16,-3 2-1-16,-1 0 3 0,4 1 2 0,-1-1 3 16,2 1-1-16,-2-2 4 0,3 0 0 0,3-1-2 15,-1 0 5-15,-1 1-2 0,3-7 2 0,0 13-4 16,0-13 2-16,3 10-3 0,0-6 4 0,4 0-3 15,-2 0-2-15,3-2 0 0,1 0-13 0,3-2-26 16,1 0-10-16,1-2-30 0,4-3-33 0,2 1-42 16,-2-1-35-16,0-1-41 0,4 0-30 0,2-2-139 15,-5-2-420-15,7-4 186 0</inkml:trace>
  <inkml:trace contextRef="#ctx0" brushRef="#br0" timeOffset="18176.71">9553 15240 18 0,'0'0'28'0,"-11"1"-6"0,11-1 3 0,0 0 3 16,-7 2 7-16,7-2-14 0,0 0-1 0,-9 4 3 15,9-4-3-15,-5 3 1 0,5-3-1 0,0 0-2 16,-8 3 3-16,8-3-1 0,0 0-3 0,0 0 3 16,-10 1 5-16,10-1 3 0,0 0-3 0,0 0 9 15,-9 0-6-15,9 0 6 0,0 0-9 0,0 0 0 16,-8 2-6-16,8-2 1 0,0 0-2 0,0 0 2 16,0 0 3-16,0 0-7 0,0 0-7 0,0 0 9 15,0 0-13-15,-10 0 3 0,10 0 1 0,0 0 2 16,0 0-1-16,0 0-1 0,0 0 3 0,-12-2 7 15,12 2-8-15,0 0-6 0,0 0 13 0,0 0-5 16,0 0-2-16,0 0 5 0,0 0 6 0,-9-1-6 16,9 1-8-16,0 0 2 0,0 0-2 0,0 0 6 15,0 0-3-15,0 0-6 0,-10-6 8 0,10 6-10 16,0 0 7-16,0 0 1 0,0 0-12 0,0 0 11 16,0 0-11-16,0 0 10 0,0 0-10 15,-5-2 4-15,5 2 7 0,0 0-13 0,0 0 11 0,0 0-7 16,0 0-6-16,0 0 5 0,0 0 7 0,0 0-10 15,0 0 4-15,0 0 2 0,0 0 10 0,0 0-1 16,0 0-10-16,0 0-1 0,0 0-2 0,0 0 7 16,0 0 3-16,0 0-5 0,0 0 2 0,0 0 1 15,0 0 7-15,0 0-13 0,0 0 4 0,0 0-7 16,0 0 6-16,0 0-12 0,0 0 11 0,0 0 1 16,0 0-6-16,0 0-6 0,0 0 9 0,0 0 0 15,0 0-3-15,0 0 0 0,0 0-5 0,0 0 12 16,0 0-4-16,0 0-3 0,0 0-1 0,0 0 8 15,0 0-8-15,0 0 9 0,0 0 11 0,0 0-6 16,0 0-3-16,0 0 2 0,0 0 3 0,0 0 10 16,0 0-12-16,0 0 12 0,0 0 3 0,0 0 0 15,0 0 0-15,0 0 0 0,0 0-1 0,0 0 0 16,0 0-1-16,0 0 7 0,22 8-10 16,-22-8 5-16,0 0-8 0,0 0-4 0,0 0 0 15,11 0 2-15,-11 0-4 0,0 0-13 0,0 0 17 0,9 0-1 16,-9 0-4-16,0 0-3 0,0 0 4 0,11 0 2 15,-11 0-4-15,6 1-7 0,-6-1 8 0,0 0-1 16,11 0-9-16,-11 0 12 0,7 0 2 0,-7 0-3 16,0 0-2-16,10 0 1 0,-10 0 8 15,9-1-1-15,-9 1 3 0,9 1 0 0,-9-1 7 16,0 0-8-16,14 0 4 0,-14 0 0 0,10 0-5 16,-10 0 2-16,9 0-1 0,-9 0 0 0,10 0-2 0,-10 0 0 15,12 0 0-15,-12 0-1 0,8-1 21 0,-8 1-3 16,0 0-4-16,11-1-1 0,-11 1-3 15,9-2-1-15,-9 2-3 0,0 0-2 0,14 0-4 16,-14 0 1-16,10 0-3 0,-10 0-2 0,12-3 3 16,-12 3-2-16,11 0-2 0,-11 0 3 0,12 0-3 15,-5 0 2-15,-7 0-2 0,12-2 2 0,-6 0 3 16,-6 2-3-16,13-2-6 0,-13 2 2 0,12 0 0 16,-12 0-1-16,11 0 2 0,-11 0-2 0,10-1 1 15,-3-2 1-15,-7 3-2 0,10-3 0 0,-2 2 0 16,-8 1 2-16,10-2-3 0,-10 2-3 0,10-3 3 15,-10 3-4-15,10-2 3 0,-10 2-3 0,9-1 1 16,-9 1-1-16,11-3 7 0,-5 3-7 0,-6 0 3 16,11-5-4-16,-6 3 3 0,-5 2 1 0,11-2 2 15,-11 2 0-15,11-1-1 0,-11 1-1 0,10-3 0 16,-4 1 3-16,-6 2 2 0,12-4 0 0,-5 3 1 16,-2-2-3-16,-5 3 2 0,11-2-2 0,-4 0 3 15,-7 2-7-15,7-2 3 0,-7 2 0 0,11-2-4 16,-11 2 3-16,9-3-2 0,-9 3 2 0,10-2-2 15,-10 2-3-15,9-1 2 0,-9 1 1 0,10-1 0 16,-10 1 0-16,9-2 1 0,-9 2-2 0,9-1 0 16,-9 1-3-16,9-1 3 0,-9 1 0 0,10 0 2 15,-10 0-4-15,0 0 1 0,13-3 1 0,-8 2-1 16,-5 1 0-16,11 0 2 0,-11 0-1 0,8-3-3 16,-8 3 4-16,9-2-2 0,-9 2 1 0,0 0-2 15,13-1 0-15,-13 1 2 0,11-3 1 0,-4 2 2 16,-7 1-1-16,11-1 1 0,-11 1-2 0,10-3-1 15,-10 3 0-15,9-1 4 0,-9 1-4 0,11-2 0 16,-11 2-1-16,8-2 2 0,-8 2 5 0,11-1-5 16,-11 1 5-16,0 0-1 0,13 1-6 0,-7-4 8 15,-6 3-3-15,8-1 4 0,-8 1-8 0,7-1 8 16,-7 1-6-16,9-2 3 0,-9 2-3 0,10-3 2 16,-10 3 1-16,13-2 1 0,-6 0 0 15,0 0-1-15,-7 2-2 0,13-4 0 0,-6 4-1 16,-7 0 1-16,12-5 0 0,-7 4 0 0,-5 1 0 0,12-2-3 15,-12 2 2-15,10-1-2 0,-10 1 0 0,10-2 5 16,-10 2-2-16,9-4 5 0,-5 1-4 0,-4 3 6 16,10-2-5-16,-10 2 2 0,7-4 2 0,-7 4-5 15,9-2 2-15,-4-1-3 0,-5 3 0 0,10-3 2 16,-10 3-2-16,10-3 2 0,-6 0-1 16,2 1 0-16,-6 2-3 0,12-6-2 0,-7 5 3 15,1-3-2-15,-6 4 1 0,9-2-2 0,-1 1 2 0,-8 1 1 16,9-6-2-16,-9 6 1 0,10-4 0 0,-10 4 3 15,7-1-8-15,-7 1 2 0,10-3 3 0,-10 3 0 16,9-5 6-16,-4 3-4 0,-5 2 2 16,11-4 0-16,-6 2-13 0,-5 2 14 0,8-5 0 15,-8 5 5-15,7-1-1 0,-7 1 0 0,7-3 4 16,-7 3 0-16,8-3-4 0,-8 3 8 0,6-4-5 16,-6 4 3-16,7-4 0 0,-7 4-16 0,6-5 12 0,-6 5 0 15,8-4 0-15,-5 0-1 0,-3 4 0 16,4-5-4-16,-4 5-3 0,5-5 3 0,-5 5-4 15,7-4 5-15,-7 4-5 0,4-5 2 0,-4 5-6 16,7-5-9-16,-7 5 13 0,4-6 0 0,-4 6 2 16,5-3 8-16,-5 3-7 0,0 0-3 0,7-6-4 15,-7 6 0-15,5-5-1 0,-5 5 1 0,4-6-3 16,-4 6 0-16,7-4 5 0,-3-1-1 0,-4 5 0 16,7-5 0-16,-7 5-1 0,5-6 1 0,-1 2-10 15,-4 4 9-15,5-6 1 0,-5 6 1 0,7-6-3 16,-3 3 6-16,-4 3-2 0,5-5 7 0,-5 5-2 15,7-6-2-15,-7 6 1 0,5-6 3 0,-5 6-2 16,7-8-1-16,-4 4-1 0,-3 4-17 0,6-6 12 16,-6 6 5-16,5-5 6 0,-5 5-14 0,6-8-11 15,-3 4 18-15,-3 4 4 0,4-7-4 0,-4 7 1 16,7-8-5-16,-7 8 6 0,5-5 0 0,-5 5-2 16,2-5-1-16,-2 5-2 0,4-7 4 0,-4 7-4 15,4-6 3-15,-4 6-1 0,3-7-3 0,-3 7-1 16,3-6 5-16,-3 6-6 0,7-6-1 0,-7 6 5 15,5-5 1-15,-5 5-17 0,4-9 15 0,-2 5-6 16,-2 4 2-16,0 0 0 0,5-8-1 0,-5 8 10 16,0 0-4-16,0 0-3 0,8-8 16 0,-8 8-18 15,0 0 2-15,0 0 2 0,6-6 2 0,-6 6-9 16,0 0 1-16,0 0-13 0,0 0 19 0,0 0-1 16,8-8-4-16,-8 8 1 0,0 0 4 0,0 0 1 15,0 0-25-15,5-8 25 0,-5 8-4 16,0 0 8-16,7-8-11 0,-7 8-10 0,0 0 17 15,5-7 3-15,-5 7-2 0,0 0-2 0,0 0-2 0,9-7 7 16,-9 7-2-16,5-7-18 0,-5 7 30 0,6-7-12 16,-6 7 1-16,8-7 0 0,-8 7 6 0,0 0 3 15,10-8 4-15,-10 8-8 0,6-7 4 16,-6 7-2-16,6-9 2 0,-6 9 0 0,6-8-3 0,-6 8-3 16,4-9-15-16,-4 9 16 0,5-8-2 15,-5 8-1-15,0 0 3 0,7-10 0 0,-7 10 4 16,0 0-5-16,4-10-2 0,-4 10 6 0,5-5-9 0,-5 5 0 15,0 0 0-15,6-12 5 0,-6 12-5 0,0 0-5 16,5-14 1-16,-5 14 7 0,0 0-6 0,9-13-1 16,-9 13 4-16,5-9 1 0,-5 9-7 0,0 0 3 15,6-13 0-15,-6 13 1 0,0 0-3 0,7-11 6 16,-7 11-7-16,6-11 6 0,-6 11-2 16,9-8-3-16,-9 8-3 0,5-11 6 0,-1 5-3 0,-4 6-4 15,6-10 4-15,-6 10 0 0,6-8 3 0,-6 8-4 16,4-9 1-16,-4 9 5 0,4-10-4 0,-4 10-2 15,4-8 4-15,-4 8 3 0,5-10-4 0,-5 10 4 16,3-10-10-16,-3 10 9 0,4-10-4 16,-4 10 0-16,0 0 2 0,3-13 3 0,-3 13-2 0,2-9-3 15,-2 9 5-15,1-12-4 0,-1 12 4 0,5-10-3 16,-5 10-3-16,3-11 2 0,-3 11 1 0,3-11-20 16,-3 11 17-16,3-12 0 0,-3 12-1 0,4-11-2 15,-4 11 9-15,2-11-4 0,-2 11 1 16,6-15-5-16,-6 15 0 0,2-13 2 0,-1 4-1 15,-1 9 1-15,7-14-2 0,-6 7 0 0,-1 7-4 16,1-17 5-16,2 11-1 0,-3 6 2 0,4-13 1 0,-2 5 4 16,-2 8-6-16,5-14 0 0,-2 8-3 0,-3 6 8 15,4-15-7-15,-1 8 1 0,-3 7-5 0,1-10 4 16,-1 10 0-16,2-14 0 0,-2 14 3 0,4-15-1 16,-4 15-4-16,2-14-3 0,-2 14 10 15,2-14 1-15,-2 14-3 0,0-11 3 0,0 11-4 16,1-14 7-16,-1 14-7 0,0-13-7 0,0 13 6 0,0-13 3 15,0 13-7-15,1-13 4 0,-1 13 1 16,2-12 2-16,-2 12-6 0,1-11-5 0,-1 11 10 0,1-13-4 16,-1 13 5-16,0-11-11 0,0 11 10 15,3-13 2-15,-3 13-1 0,0-14 1 0,0 14-8 16,2-11 13-16,-2 11-5 0,3-11 3 0,-3 11 2 16,0-13-2-16,0 13 0 0,3-10-4 0,-3 10 0 0,2-13-2 15,-2 13 2-15,0 0 3 0,-1-16-5 16,1 16 4-16,2-14-1 0,-2 14 2 0,2-11-3 15,-2 11-8-15,1-13 9 0,-1 13-4 0,5-14 2 16,-5 14-3-16,0-12 5 0,0 12-2 0,0-13 3 16,0 13-1-16,2-14-2 0,-2 14-3 0,3-10 6 15,-3 10-7-15,0 0-4 0,1-20 10 0,-1 20-4 0,4-11 2 16,-4 11 2-16,1-10-7 0,-1 10 4 0,2-11-2 16,-2 11-3-16,1-11 9 0,-1 11-5 15,3-9 7-15,-3 9 0 0,0 0 0 0,1-14 0 16,-1 14 2-16,0 0 1 0,0-15-2 0,0 15-1 15,1-12-2-15,-1 12 0 0,1-11 0 0,-1 11 1 16,2-12-1-16,-2 12 2 0,2-11 1 0,-2 11-4 16,3-13 1-16,-3 13-3 0,2-13 3 0,-2 13-5 15,2-10 0-15,-2 10 3 0,2-13-7 0,-2 13 8 16,3-9 0-16,-3 9 1 0,0 0 0 0,2-16-2 16,-2 16 3-16,3-12-4 0,-3 12 3 0,1-11 2 15,-1 11-3-15,3-11-4 0,-3 11 4 0,1-11-1 16,-1 11 7-16,1-13-2 0,-1 13-3 0,2-11-3 15,-2 11 3-15,0-10-2 0,0 10-3 0,2-11 3 16,-2 11 2-16,0-12-3 0,0 12 8 0,0 0-2 16,1-17-2-16,-1 17-2 0,0-11-1 0,0 11 2 15,0-12 0-15,0 12-4 0,2-11 6 0,-2 11-5 16,1-13 0-16,-1 13 1 0,0-11-4 0,0 11 6 16,1-14-7-16,-1 14 3 0,3-12 2 15,-3 12 1-15,0-10-4 0,0 10 3 0,2-10-1 0,-2 10 3 16,-1-14-1-16,1 14-2 0,2-12 7 0,-2 12-2 15,0-13 2-15,0 13-7 0,0-12 3 0,0 12 0 16,3-13-1-16,-3 13 2 0,0-13-3 0,0 13 4 16,0-13-1-16,0 13-4 0,0-13 2 0,3 3-2 15,-3 10 6-15,1-15-2 0,-1 15 0 16,1-11 2-16,-1 11 0 0,2-12 0 0,-2 12-2 0,1-14-6 16,-1 14 3-16,1-12 5 0,-1 12-1 0,1-13-4 15,-1 13 0-15,3-14 1 0,-3 14-1 0,3-14-2 16,-3 14-5-16,2-11 8 0,-2 11-1 0,3-10 1 15,-3 10-2-15,1-11 0 0,-1 11 2 0,3-10-7 16,-3 10 5-16,2-11-4 0,-2 11 3 0,0-12 0 16,0 12 1-16,2-9-1 0,-2 9 4 0,0 0-2 15,2-14 1-15,-2 14-2 0,2-11-1 0,-2 11 1 16,0 0 2-16,3-15 1 0,-3 15-1 0,0 0-1 16,2-14 0-16,-2 14-3 0,2-11-3 0,-2 11 5 15,2-11 2-15,-2 11-5 0,2-11 0 0,-2 11 3 16,1-11-1-16,-1 11 1 0,4-11 0 0,-4 11-3 15,2-11-5-15,-2 11 7 0,2-10 1 0,-2 10 3 16,0 0-2-16,3-13 0 0,-3 13-1 0,0-13-5 16,0 13 5-16,3-10-1 0,-3 10-1 0,0 0 2 15,-1-16 3-15,1 16-2 0,0 0 4 0,1-15-2 16,-1 15-5-16,0-9-3 0,0 9 4 0,0-12 1 16,0 12-1-16,0 0-2 0,0-15 0 0,0 15 6 15,0 0-9-15,0 0 7 0,-1-14 3 0,1 14-5 16,0 0-2-16,-2-12 0 0,2 12-2 0,0 0 1 15,-1-13 3-15,1 13-1 0,0 0-1 0,0 0-2 16,0 0 4-16,0 0 1 0,-2-12-6 0,2 12 3 16,0 0 0-16,0 0-1 0,3-10 1 0,-3 10-1 15,0 0-2-15,0 0 4 0,0 0-3 0,0 0 3 16,0 0-5-16,2-11 4 0,-2 11 3 16,0 0 1-16,0 0-2 0,0 0 4 0,0 0-5 0,0 0-1 15,0 0 3-15,1-12-4 0,-1 12 2 0,0 0-2 16,0 0 3-16,2-10-1 0,-2 10 2 0,0 0-2 15,0 0 2-15,0 0-3 0,0 0 0 0,0-15 2 16,0 15-3-16,0 0 1 0,0 0 1 16,2-9-2-16,-2 9-4 0,0 0 6 0,0 0 1 15,0 0 2-15,0 0-3 0,0-12-2 0,0 12 2 16,0 0 2-16,0 0-2 0,0 0 2 0,0 0-4 0,2-14 2 16,-2 14 1-16,0 0-1 0,0 0-1 0,0-9 0 15,0 9 2-15,0 0-3 0,0 0 0 16,0 0 2-16,4-10-1 0,-4 10 0 0,0 0-2 0,0 0 3 15,0 0 1-15,0 0 0 0,0 0-2 16,0 0 0-16,0 0 1 0,-1-13-2 0,1 13 3 0,0 0 2 16,0 0-7-16,0 0 6 0,0 0-3 0,0 0 0 15,0 0 1-15,0 0 2 0,0 0 0 0,0 0 1 16,1-12-4-16,-1 12 1 0,0 0-2 16,0 0 1-16,0 0 4 0,0 0 0 0,0 0-7 15,3-9 5-15,-3 9-2 0,0 0 1 0,0 0 3 16,0 0-2-16,0 0-1 0,0 0 3 0,2-11-4 0,-2 11-1 15,0 0 5-15,0 0-2 0,0 0 4 0,0 0-2 16,0 0-3-16,0 0 2 0,0 0 2 16,4-10-3-16,-4 10-2 0,0 0 2 0,0 0 0 15,0 0 0-15,1-12-2 0,-1 12-1 0,0 0 4 16,0 0 0-16,4-7-3 0,-4 7 3 0,0 0-7 16,0 0 5-16,0 0-3 0,0 0 1 0,0 0 2 15,0 0 1-15,0 0-4 0,4-9 3 0,-4 9 0 0,0 0 4 16,0 0-8-16,0 0 5 0,0 0 2 0,0 0-3 15,0 0 2-15,0 0-1 0,0 0 1 16,0 0 0-16,0 0 0 0,0 0-3 0,3-11 4 16,-3 11-2-16,0 0 1 0,0 0 1 0,0 0-6 15,0 0 4-15,0 0-5 0,0 0 4 0,0 0 0 16,0 0-2-16,0 0-4 0,0 0-20 0,0 0-10 16,0 0-26-16,0 0-7 0,0 0-8 0,7-5-15 15,-7 5-18-15,0 0-30 0,11-3-29 0,-11 3-46 16,0 0-38-16,0 0-28 0,0 0-31 0,17 5-36 15,-17-5-333-15,0 0-736 0,0 0 326 0</inkml:trace>
  <inkml:trace contextRef="#ctx0" brushRef="#br0" timeOffset="21455.58">10966 14612 21 0,'3'-10'63'0,"-3"10"-7"0,0 0 3 16,0 0 2-16,0 0 14 0,0 0-21 0,0 0-7 16,0 0-5-16,0 0 0 0,0 0-4 15,3-11-1-15,-3 11-5 0,0 0-1 0,0 0-5 16,0 0-4-16,0 0 1 0,0 0-6 0,0 0 3 0,0 0-4 16,0 0-1-16,0 0-2 0,0 0 3 0,0 0-3 15,0 0-6-15,0 0 1 0,0 0-8 16,0 0 7-16,0 0 17 0,0 0-18 0,0 0-4 15,0 0 0-15,0 0 1 0,0 0-3 0,0 0 1 16,0 0 7-16,0 0-3 0,0 0-8 0,0 0-1 16,0 0 8-16,0 0 0 0,0 0-2 0,0 0 3 0,0 0-2 15,0 0 2-15,0 0 3 0,0 0 11 0,0 0-9 16,-12-6 12-16,12 6-1 0,0 0 3 16,0 0-5-16,0 0 7 0,0 0-3 0,-8-5-6 15,8 5 3-15,0 0-3 0,0 0-4 0,0 0-4 16,0 0 7-16,0 0-5 0,0 0-7 0,-6-9 2 15,6 9 0-15,0 0 2 0,0 0-2 0,0 0 3 0,0 0-7 16,0 0 0-16,0 0 7 0,0 0-3 0,0 0-14 16,0 0 8-16,0 0-4 0,0 0 4 15,0 0 4-15,0 0 1 0,0 0-2 0,0 0-3 16,7 31-1-16,-7-31 5 0,1 9-6 0,-1-9 1 16,2 11-1-16,-2-11 3 0,3 12-7 0,-3-12 3 15,2 13 5-15,-2-13 13 0,4 14-21 0,-2-8 8 0,-2-6 0 16,2 14-1-16,-1-6 1 0,-1-8-6 15,4 13 4-15,-3-4-5 0,2-2 3 0,-3-7-1 16,3 15 3-16,0-8-2 0,-2 3 2 0,2-5 2 16,-2 3 0-16,0-1-7 0,-1 0 11 0,3 2-8 15,-1-2-2-15,-2 1 5 0,3-2-3 0,0 1 5 16,-1-1 1-16,1 0-10 0,-1 3 14 0,2 0-9 16,-1-4-22-16,-3-5 11 0,1 12 1 0,1-7-2 15,0 1 3-15,-2-6-6 0,2 11 12 0,0-5-9 16,-2-6-7-16,1 10 6 0,3-4-1 0,-4-6 7 15,1 11-8-15,0-5 7 0,-1-6-4 0,0 10 4 16,0-10 10-16,2 9-3 0,-2-9-7 0,1 10 5 16,-1-10-2-16,3 9 3 0,-3-9-3 0,1 9-2 15,-1-9 0-15,0 10 9 0,0-10-2 0,0 9-3 16,0-9-1-16,0 0 11 0,0 9-11 0,0-9 4 16,1 8-4-16,-1-8-11 0,0 0 19 0,1 10-6 15,-1-10-10-15,3 7 10 0,-3-7 5 0,2 8-10 16,-2-8 11-16,1 6-10 0,-1-6 6 0,0 0 4 15,2 9 5-15,-2-9 2 0,1 8-17 0,-1-8 7 16,1 5-5-16,-1-5 6 0,0 0-2 0,-1 11 9 16,1-11-5-16,0 0-2 0,0 8-1 0,0-8 4 15,0 0-1-15,0 8-1 0,0-8-3 0,0 0-5 16,1 8 9-16,-1-8-8 0,0 0 5 0,0 0 3 16,0 9-6-16,0-9 0 0,0 0 8 0,0 0-3 15,0 0-7-15,3 7 10 0,-3-7-7 0,0 0-8 16,0 0 12-16,0 0-6 0,0 0 9 0,-3 12-1 15,3-12 2-15,0 0-13 0,0 0-9 0,0 0-10 16,0 0-16-16,0 0-16 0,-1 7-16 0,1-7-52 16,0 0-136-16,0 0 60 0</inkml:trace>
  <inkml:trace contextRef="#ctx0" brushRef="#br0" timeOffset="22045.59">10957 14667 22 0,'0'0'54'16,"0"0"-2"-16,0 0-3 0,0 0-11 0,0 0-9 15,0 0 2-15,0 0-4 0,0 0-2 0,0 0-2 0,0 0 6 16,0 0 0-16,0 0 0 0,0 0 2 15,0 0-9-15,0 0 6 0,0 0-6 0,0 0 1 16,0 0-4-16,0 37-5 0,0-37 4 0,3 16-3 16,-1-8 4-16,-1 1-6 0,2 2 0 0,-2-2 0 15,2 2-2-15,-3-2-7 0,3 4 10 0,0-2-8 16,1-1 15-16,-3 1-21 0,2 1 8 0,-1-1-2 16,0 3 10-16,-1-3-12 0,0 1-8 0,1 0 7 15,-2-1 12-15,0 2-18 0,1 0 6 0,-1-3 1 16,2 3 0-16,-2-1-1 0,-2 1-7 0,4 1-1 15,1-3 0-15,-3 1 6 0,1-2 5 0,2 1 0 16,-3 0-7-16,1 0 2 0,0 0 3 0,1 1 2 16,-2-4-15-16,0 4 12 0,1-5-1 0,-4 3 1 15,6-2-2-15,-2 2 4 0,-1-4-5 0,3 4 0 16,-2-4-8-16,-1-6 8 0,1 12 1 0,-1-6 9 16,0-6-9-16,3 11-5 0,-3-11-9 0,1 7-2 15,-1-7-10-15,0 7-6 0,0-7 3 0,1 7-12 16,-1-7-1-16,0 0-15 0,0 0-39 0,0 0-102 15,0 0 45-15</inkml:trace>
  <inkml:trace contextRef="#ctx0" brushRef="#br0" timeOffset="22432.02">10962 14720 53 0,'1'11'65'0,"1"2"0"0,-1 2-5 15,0 1-5-15,1 1-5 0,-1 2-5 0,-1-4-3 16,3 4-2-16,-2-1 2 0,0 1-12 0,0-2 3 16,1 2-3-16,3-2-8 0,-3-1-1 15,1-1-7-15,-2-2 8 0,2 0-10 0,-2-1-8 16,0-1-1-16,-1-1-20 0,1 0-5 0,-1-2-15 15,-2 0-10-15,4-1-51 0,-2-7-106 0,0 14 47 16</inkml:trace>
  <inkml:trace contextRef="#ctx0" brushRef="#br0" timeOffset="25695.3">11077 15356 1 0,'0'0'154'0,"0"0"-2"0,0 0-7 0,0 0-9 0,0 0-6 16,0 0-7-16,0 0-14 0,0 0 0 0,-1-11-6 16,1 11-8-16,0 0-7 0,0 0-12 0,0 0-5 15,0 0-15-15,0 0-5 0,0 0 2 0,0 0-3 16,0 0 0-16,0 0-2 0,0 0-3 0,0 25 0 16,0-15 0-16,0 0-7 0,0-2 1 0,1 3 4 15,2-2-4-15,-3 1-3 0,1-1-3 16,3 2-2-16,-4-1 22 0,1-2-3 0,2 2 5 0,1 0-3 15,-3 0-9-15,1-1 2 0,5-1-7 0,-6 1-4 16,2-2-3-16,-2-1 0 0,1-1-2 0,0 3-2 16,-2-8-3-16,2 11 4 0,0-7-6 0,-2-4 1 15,3 9-4-15,-3-9 1 0,2 7 1 0,-2-7-5 16,1 7 0-16,-1-7-4 0,0 0 2 16,1 7-4-16,-1-7 2 0,0 0 1 0,0 0-2 0,0 0 2 15,0 0-3-15,4 5-3 0,-4-5 1 0,0 0 1 16,0 0-3-16,0 0 2 0,0 0-11 0,0 0-19 15,0 0-26-15,0 0-36 0,0 0-59 16,0 0-60-16,0 0-215 0,0 0-451 0,0 0 200 16</inkml:trace>
  <inkml:trace contextRef="#ctx0" brushRef="#br0" timeOffset="34703.94">10627 14988 53 0,'0'0'45'0,"0"0"-2"0,0 0-4 16,0 0-6-16,0 0-2 0,0 0-2 0,0 0-6 15,0 0-3-15,0 0 0 0,0 0 1 0,0 0-1 16,0 0-9-16,0 0 3 0,0 0-4 0,0 0 0 15,0 0 1-15,0 0-6 0,0 0 1 0,0 0 11 16,0 0-7-16,0 0-3 0,0 0-1 0,0 0 1 16,0 0-1-16,0 0 5 0,0 0-4 0,0 0-1 15,0 0 2-15,0 0 0 0,0 0-3 0,0 0-4 16,0 0 2-16,0 0-1 0,0 0 3 0,0 0 0 16,0 0-5-16,0 0 17 0,-11-4-17 0,11 4 2 15,0 0-2-15,0 0 9 0,0 0 2 0,0 0 4 16,0 0-3-16,0 0 2 0,0 0 4 0,0 0 4 15,-10-1-5-15,10 1 4 0,0 0-6 0,0 0 5 16,0 0-9-16,0 0 1 0,0 0 6 0,0 0-8 16,0 0 3-16,0 0-2 0,0 0 8 0,0 0 3 15,0 0-1-15,0 0 0 0,0 0 2 0,0 0-3 16,0 0 2-16,0 0 8 0,0 0-6 0,0 0 1 16,0 0-3-16,0 0 2 0,0 0-1 0,0 0-7 15,0 0 5-15,0 0-1 0,0 0-4 0,0 0 1 16,0 0-2-16,0 0-3 0,0 0-1 0,0 0 2 15,0 0-3-15,0 0 3 0,0 0 8 0,0 0-16 16,0 0 3-16,0 0 4 0,0 0-9 0,0 0 5 16,0 0-4-16,0 0 3 0,0 0-1 0,0 0-4 15,0 0-2-15,9-17 6 0,-9 17 3 0,0 0 1 16,0 0 19-16,0 0-26 0,5-3 1 16,-5 3 0-16,0 0-4 0,0 0 3 0,4-4-3 15,-4 4 3-15,0 0 0 0,0 0-3 0,0 0 3 0,0 0 2 16,5-6 1-16,-5 6 1 0,0 0-9 0,0 0 7 15,0 0-4-15,0 0 0 0,4-5 2 0,-4 5-2 16,0 0 2-16,0 0 0 0,0 0 0 0,0 0 0 16,0 0 0-16,0 0-1 0,0 0 1 15,0 0 6-15,0 0-2 0,0 0 0 0,0 0-3 16,0 0 3-16,0 0 0 0,0 0 1 0,0 0-5 0,3-5 4 16,-3 5 2-16,0 0-4 0,0 0 0 15,0 0-1-15,0 0 3 0,0 0-1 0,0 0-1 16,0 0 6-16,0 0-2 0,0 0 0 0,0 0 1 15,0 0-2-15,0 0 2 0,0 0 1 0,0 0-2 16,0 0 2-16,0 0 4 0,0 0-5 0,0 0-5 16,0 0 11-16,0 0-8 0,0 0 3 0,0 0-7 0,0 0 1 15,0 0 3-15,0 0-5 0,5-5 4 16,-5 5-3-16,0 0 0 0,0 0-2 0,0 0-4 0,0 0 1 16,5-4 3-16,-5 4-1 0,0 0-2 15,4-5 7-15,-4 5-6 0,0 0 3 0,5-4-5 16,-5 4 8-16,0 0-8 0,0 0 1 0,7-7 3 15,-7 7-1-15,0 0 4 0,5-2 9 0,-5 2-13 0,0 0 2 16,5-5-1-16,-5 5 3 0,0 0 1 16,0 0 1-16,6-6-2 0,-6 6 0 0,4-6-5 15,-4 6 4-15,5-4-2 0,-5 4 0 0,7-6 2 16,-7 6 0-16,5-3 1 0,-5 3-1 0,8-7 2 16,-8 7-2-16,5-7 0 0,-5 7 2 0,4-5-3 15,-4 5 2-15,5-4-2 0,-5 4 7 0,0 0-5 16,7-6 3-16,-7 6-2 0,0 0 1 0,7-6-2 15,-7 6 0-15,0 0 1 0,6-6 2 0,-6 6-3 16,5-1-4-16,-5 1 8 0,0 0 1 0,5-7 2 16,-5 7-2-16,4-4-2 0,-4 4 1 0,4-6 0 15,-4 6-1-15,4-5 10 0,-4 5-13 0,6-4 3 16,-6 4-2-16,5-4-1 0,-5 4 0 0,0 0-5 16,7-7 7-16,-7 7-6 0,0 0 4 0,6-5-3 15,-6 5-3-15,4-4 2 0,-4 4 4 0,0 0-2 16,6-7 0-16,-6 7-1 0,5-5 2 0,-5 5-3 15,0 0 4-15,6-7 0 0,-6 7 1 0,0 0-1 16,6-6 3-16,-6 6-1 0,0 0-2 0,4-5 4 16,-4 5 0-16,0 0-4 0,6-6 0 0,-6 6 4 15,5-4-10-15,-5 4 5 0,0 0 0 0,4-8 1 16,-4 8-3-16,0 0-2 0,7-3 6 0,-7 3 0 16,0 0-3-16,5-7 1 0,-5 7-5 0,4-3 1 15,-4 3 2-15,0 0 1 0,6-7-3 0,-6 7 5 16,6-7-3-16,-6 7 0 0,0 0 1 0,7-5 0 15,-7 5-1-15,2-6 0 0,-2 6 0 0,4-4-5 16,-4 4 5-16,0 0 2 0,0 0-1 0,4-6-2 16,-4 6 4-16,0 0-2 0,0 0 0 0,6-10 0 15,-6 10 2-15,0 0 0 0,12-6-4 0,-12 6 2 16,0 0 1-16,6-6 0 0,-6 6 9 0,0 0-12 16,8-7 1-16,-8 7-1 0,0 0-1 0,9-5 0 15,-9 5 0-15,0 0-1 0,0 0-1 0,6-6 2 16,-6 6-1-16,0 0 4 0,0 0-3 0,8-6 1 15,-8 6 1-15,0 0-4 0,0 0 3 0,9-4 0 16,-9 4 1-16,0 0-1 0,9-5 2 0,-9 5 2 16,0 0-1-16,0 0 0 0,8-4 4 0,-8 4 1 15,0 0 4-15,6-3-2 0,-6 3-6 0,0 0 3 16,0 0 4-16,8-7-5 0,-8 7 3 0,0 0-2 16,8-6-2-16,-5 3 4 0,-3 3-3 0,0 0 0 15,0 0-3-15,0 0 6 0,6-9-6 16,-2 7 4-16,-4 2-4 0,0 0 4 0,9-1-2 0,-9 1 1 15,0 0 0-15,10-4 1 0,-10 4 1 0,4-4-1 16,-4 4 2-16,0 0 0 0,7-5 7 0,-7 5-2 16,0 0 1-16,5-5-1 0,-5 5 1 0,0 0-1 15,5-4 0-15,-5 4-1 0,0 0-2 0,6-5-1 16,-6 5-2-16,0 0-1 0,6-5 1 16,-6 5-1-16,4-4-2 0,-4 4-1 0,7-4-1 0,-7 4 2 15,8-5-1-15,-8 5 1 0,6-2-1 0,-6 2 1 16,9-6-3-16,-9 6 2 0,6-3 0 0,-2-1-3 15,-4 4 4-15,9-4-1 0,-9 4 2 16,8-3 2-16,-8 3 0 0,5-4 3 0,-5 4 2 0,5-5 1 16,-5 5-3-16,5-4 5 0,-5 4-3 15,6-4 3-15,-6 4-2 0,8-4-2 0,-8 4 4 0,6-3 0 16,-6 3-1-16,6-6 3 0,-6 6-1 0,6-4 2 16,-6 4-5-16,4-4 2 0,-4 4-4 0,4-8-3 15,-4 8 5-15,6-5 0 0,-6 5-2 0,5-5 2 16,-5 5-9-16,6-4 4 0,-6 4-1 15,4-6-1-15,-4 6 1 0,6-4-4 0,-6 4 1 16,5-6 1-16,-5 6-3 0,0 0-1 0,5-6 1 0,-5 6-1 16,3-5 1-16,-3 5-2 0,7-4-1 15,-7 4 2-15,6-4 2 0,-6 4-1 0,7-3-5 16,-7 3 1-16,0 0 5 0,7-4-3 0,-7 4 2 16,5-4-2-16,-5 4 2 0,6-4-1 0,-6 4-1 15,5-5 3-15,-5 5-3 0,0 0 1 0,6-4 2 16,-6 4-1-16,0 0 3 0,8-7 0 0,-8 7 1 15,0 0-3-15,6-4 5 0,-6 4-5 0,4-6-1 0,-4 6 5 16,5-7-5-16,-5 7 3 0,8-5 2 16,-8 5 2-16,6-6-4 0,-6 6-6 0,6-6 11 15,-6 6-1-15,7-6 2 0,-3 2-1 0,-4 4 3 16,6-6-4-16,-6 6 1 0,8-8-2 0,-4 3 0 16,-4 5-6-16,6-9 4 0,-1 5 6 0,-5 4-3 15,4-7 1-15,-4 7 2 0,6-8-3 0,-3 3 3 0,-3 5-4 16,7-6 6-16,-7 6-8 0,4-8 1 15,-4 8 4-15,6-7-5 0,-6 7 3 0,5-10 2 16,-2 6-2-16,-3 4 0 0,3-9-4 0,-3 9-2 16,6-10-2-16,-6 10 7 0,5-8 2 0,-3 5-6 15,-2 3-1-15,5-9-2 0,-3 5 1 0,-2 4-1 16,0 0 2-16,4-9 4 0,-4 9-2 0,3-6-4 16,-3 6 7-16,0 0-6 0,4-7-1 0,-4 7 7 15,2-6-6-15,-2 6 8 0,5-6-11 0,-5 6 0 16,0 0-1-16,3-7 1 0,-3 7 3 0,2-8 1 15,-2 8 0-15,4-6-3 0,-4 6 1 0,5-8 0 16,-3 3 2-16,2 0-2 0,-4 5-3 0,6-8-1 16,-6 8 5-16,4-9-4 0,-4 9 1 0,3-6 1 15,-3 6 7-15,5-9-1 0,-5 9-3 0,2-6-1 16,-2 6 1-16,4-8-1 0,-4 8 2 0,2-9-5 16,-2 9 3-16,5-6-2 0,-5 6-8 0,3-10 13 15,-3 10-2-15,1-9 1 0,-1 9 0 0,3-9 4 16,1 5-1-16,-4 4-6 0,3-10 7 0,-3 10 0 15,3-10 6-15,-3 10 1 0,3-5 3 0,-3 5 3 16,2-8-7-16,-2 8-2 0,3-9 0 0,-3 9 1 16,2-7 1-16,-2 7 0 0,2-9 5 0,-2 9-6 15,2-8-11-15,-2 8-13 0,3-9 16 0,-3 9 4 16,2-8-6-16,-2 8-2 0,5-7 16 0,-5 7-12 16,2-7 2-16,-2 7 1 0,1-7 5 0,-1 7-7 15,1-9 6-15,-1 9-3 0,3-7-8 0,-3 7 7 16,2-9-6-16,-2 9 4 0,4-7-2 0,-4 7 0 15,0 0 1-15,1-13 4 0,-1 13 2 0,0 0-2 16,6-11-8-16,-6 11 5 0,2-10-7 0,-2 10-2 16,0 0 4-16,4-13 8 0,-4 13-8 0,0 0-3 15,1-10 0-15,-1 10-13 0,0 0 20 0,7-11-2 16,-7 11-4-16,2-9 8 0,-2 9-5 0,4-9 0 16,-4 9-1-16,3-8 5 0,-3 8-2 0,0 0 4 15,3-10-12-15,-3 10 5 0,0 0 5 0,5-12 1 16,-5 12-6-16,2-10 8 0,-2 10-3 0,4-8-5 15,-4 8 3-15,3-11-6 0,-3 11 7 0,5-11-3 16,-5 11 1-16,2-8-24 0,-2 8 25 0,4-10 1 16,-4 10-1-16,2-10 3 0,-2 10 10 0,0 0-5 15,5-8 1-15,-5 8 0 0,0 0-4 0,3-8 9 16,-3 8-5-16,0 0-1 0,3-12-1 0,-3 12-3 16,3-10-19-16,-3 10 21 0,5-7-6 0,-5 7 3 15,0 0-26-15,2-11 25 0,-2 11 3 0,0 0-4 16,3-9 0-16,-3 9-1 0,0 0 0 0,4-12 3 15,-4 12-3-15,4-6-7 0,-4 6 6 0,4-8-2 16,-4 8-1-16,0 0 0 0,5-13-11 16,-5 13 7-16,4-8 9 0,-4 8-18 0,0 0 22 0,1-11 3 15,-1 11-4-15,0 0-3 0,3-12 7 0,-3 12-5 16,1-10-6-16,-1 10 3 0,3-9 3 0,-3 9-2 16,2-10-2-16,-2 10-1 0,4-9 4 0,-4 9 3 15,3-10 0-15,-3 10-9 0,2-12 4 16,-2 12-4-16,4-11 0 0,-4 11 3 0,2-10 4 15,-2 10-6-15,2-12-2 0,-2 12 3 0,2-9 0 0,-2 9-1 16,6-11-4-16,-6 11 5 0,4-11 2 0,-4 11 1 16,3-11 0-16,-3 11 0 0,1-10-8 0,-1 10 2 15,7-10 6-15,-7 10 1 0,1-10-4 0,-1 10-2 16,4-10 3-16,-4 10 1 0,0 0-2 16,0-15-5-16,0 15 8 0,3-11-7 0,-3 11 3 0,0-10 8 15,0 10-13-15,3-14 4 0,-3 14-12 0,2-9 16 16,-2 9-4-16,3-11 6 0,-3 11-3 0,2-11-6 15,-2 11 6-15,1-10 3 0,-1 10-3 0,2-11-1 16,-2 11 6-16,2-14-4 0,-2 14 0 0,2-8 2 16,-2 8-4-16,2-11 3 0,-2 11-1 15,2-9 5-15,-2 9-4 0,0 0 5 0,3-16 0 0,-3 16-1 16,4-8-3-16,-4 8 6 0,2-10-3 0,-2 10-4 16,3-9 1-16,-3 9 1 0,5-12-12 0,-5 12 11 15,1-9 1-15,-1 9 1 0,0 0-2 16,3-14-6-16,-3 14 4 0,2-10-1 0,-2 10-2 15,3-9 5-15,-3 9-4 0,0 0 7 0,4-16-5 16,-4 16-2-16,0 0-1 0,2-17 0 0,-2 17 2 0,4-11-2 16,-4 11 0-16,4-11 2 0,-4 11-1 0,0 0 0 15,2-16 1-15,-2 16-10 0,6-10 8 16,-6 10 1-16,0 0 2 0,2-14 2 0,-2 14 1 0,5-12-6 16,-5 12-1-16,0 0-5 0,6-14 4 15,-6 14 5-15,0 0-2 0,2-15 4 0,-2 15 0 16,0 0-2-16,1-13-2 0,-1 13-1 0,3-13-10 0,-3 13 14 15,0 0-1-15,5-12 0 0,-5 12-2 0,0 0-9 16,0 0-1-16,2-12 12 0,-2 12 0 16,0 0 0-16,3-17-4 0,-3 17-1 0,5-9 3 15,-5 9 0-15,0 0 1 0,4-17-2 0,-4 17-2 16,0 0 1-16,2-16-3 0,-2 16 2 0,0 0 2 0,0-16 2 16,0 16 1-16,0 0 0 0,3-14-4 0,-3 14-1 15,-1-10 1-15,1 10-3 0,2-9 1 16,-2 9-4-16,1-10 9 0,-1 10-4 0,0 0 1 15,-1-13 3-15,1 13-3 0,0 0-1 0,-2-13-6 16,2 13 10-16,0 0-4 0,0-14 3 0,0 14-6 16,0 0 1-16,0 0 2 0,-2-15 0 0,2 15-10 0,0 0 11 15,0-12-3-15,0 12 3 0,0 0-3 16,-4-11 2-16,4 11-1 0,0 0 3 0,-2-13-3 16,2 13-4-16,0 0 6 0,0-15-4 0,0 15 3 15,0 0-2-15,0-14 0 0,0 14 1 0,0 0 3 16,-1-13-4-16,1 13 2 0,0 0-3 0,-2-13 2 15,2 13 2-15,0 0-4 0,0-12 0 0,0 12 4 0,0 0 0 16,-5-10-3-16,5 10 1 0,0 0 0 16,0 0 2-16,2-14-3 0,-2 14-1 0,0 0 0 15,0 0 1-15,1-14 5 0,-1 14-1 0,0 0-4 16,2-10 4-16,-2 10-9 0,0 0 7 0,0 0-1 16,0 0 3-16,0-15-8 0,0 15 4 0,0 0 3 0,0 0-2 15,-5-8-1-15,5 8 6 0,0 0-5 0,0 0 0 16,0 0 1-16,0 0-2 0,5-11 4 15,-5 11 1-15,0 0-5 0,0 0 2 0,0 0 0 16,0 0 0-16,0 0 1 0,0 0-5 0,0 0 5 16,-5-11-2-16,5 11 1 0,0 0 2 0,0 0-5 15,0 0 4-15,0 0-2 0,-2-8 0 0,2 8 2 0,0 0 1 16,0 0-4-16,0 0 0 0,0 0 1 16,0 0-1-16,0 0-1 0,0 0 1 0,0 0-1 15,0 0-1-15,0 0-20 0,0 0-6 0,0 0-15 16,0 0-20-16,0 0-15 0,0 0-28 0,0 0-21 15,0 0-26-15,0 0-16 0,0 0-28 0,0 0-31 16,0 0-30-16,-17 24-46 0,12-14-55 0,-4 0-191 16,4 1-594-16,0 1 262 0</inkml:trace>
  <inkml:trace contextRef="#ctx0" brushRef="#br0" timeOffset="36396.03">11399 14430 7 0,'0'6'7'16,"4"1"-2"-16,-3-2-4 0,3 5 5 0,1-1-2 16,-3 3 2-16,0-3-3 0,1 3-1 0,-1 0-1 0,0-1 2 15,0 6 1-15,1-7 2 0,-2 7-4 0,-1 0 5 16,1-1-13-16,-1 1 10 0,0 0-5 16,0-1 2-16,2 1-2 0,0-2 0 0,2 1-5 15,-3 1-3-15,2-5-10 0,2 2 4 0</inkml:trace>
  <inkml:trace contextRef="#ctx0" brushRef="#br0" timeOffset="37405.89">11568 15391 54 0,'0'0'66'0,"0"0"-6"0,0 0 4 0,0 0-7 15,0 0-1-15,0 0 3 0,0 0-7 0,10 8-2 16,-10-8-3-16,1 10-10 0,-1-10 8 0,4 12-17 15,-4-7 9-15,0-5-9 0,-2 14 3 0,2-9-3 16,0-5-8-16,2 14-5 0,-2-7 4 0,0-7 4 16,-2 13-1-16,2-13-9 0,-2 11-4 0,2-5 5 15,0-6-8-15,0 9-2 0,0-9-1 16,0 10 9-16,0-10-5 0,2 6 3 0,-2-6-5 0,0 0 2 16,6 6-9-16,-6-6-11 0,7 3-12 15,-7-3-14-15,15 1-21 0,-5-5-12 0,-1 3-58 16,1-1-141-16,1-4 64 0</inkml:trace>
  <inkml:trace contextRef="#ctx0" brushRef="#br0" timeOffset="82480.7">9217 14599 56 0,'0'0'83'0,"0"0"0"0,0 0-4 0,-9-4-6 16,9 4 0-16,0 0-6 0,-10-1-6 0,10 1-2 15,0 0-7-15,0 0-1 0,-11 0-9 0,11 0 1 16,0 0-5-16,0 0-9 0,0 0 0 0,-10 2-1 16,10-2 0-16,0 0-8 0,0 0-4 0,0 0-2 0,0 0 2 15,0 0-8-15,0 0 13 0,0 0 2 16,0 0 5-16,0 0 2 0,0 0-9 0,0 0-4 15,0 0 5-15,32-2 2 0,-21-1 1 0,3 2-7 16,-1-2-3-16,0 1 2 0,4 2-3 0,-4-1 3 0,0-1-1 16,4-1-9-16,-6 1-14 0,2 0-25 15,1-1-28-15,-2 0-30 0,2 1-106 0,-3 1-212 16,1-2 94-16</inkml:trace>
  <inkml:trace contextRef="#ctx0" brushRef="#br0" timeOffset="83074.69">8359 14768 192 0,'0'0'183'0,"-1"-15"-18"15,1 15-5-15,-2-6-7 0,2 6-10 0,0 0-6 16,-2-10-9-16,2 10-11 0,0 0-8 0,-4-6-13 16,4 6-8-16,0 0-8 0,0 0-13 0,0 0-2 15,0 0-5-15,0 0-10 0,0 0-9 0,0 0-4 16,-12 16-2-16,12-16-8 0,2 7-1 0,-2-7 1 15,4 13-4-15,1-8-6 0,0 2 1 0,4 0 0 16,-2 0-2-16,2 1 0 0,-1-1-3 0,5 1-2 16,-4-1 0-16,1 0-3 0,4 3 0 0,-4-3 3 15,2-1-7-15,-5 2 0 0,2-3-1 0,-1 2 2 16,2 0-2-16,-5 1 3 0,1-3 22 0,-1 0-2 16,-3-1 4-16,3 2-9 0,-5-6-1 0,4 12 0 15,-4-12-2-15,-5 15-1 0,0-9-4 0,-3 3 1 16,-1 1-3-16,-1-4-10 0,-4 3-12 0,-1 0-22 15,2-3-18-15,3-1-30 0,-10 2-34 0,10-4-29 16,-4-1-43-16,1-1-143 0,-1-1-357 0,2-3 158 16</inkml:trace>
  <inkml:trace contextRef="#ctx0" brushRef="#br0" timeOffset="83225.39">8319 14763 78 0,'7'-10'149'0,"7"0"2"0,-1-2-11 15,3 1-8-15,0 0-8 0,8-2-14 0,-5 3-14 16,-1 1-12-16,6-3-11 0,-4 3-19 16,-1 3-35-16,-2 0-21 0,1 1-30 0,-1 0-23 0,-4 4-30 15,-1-2-88-15,-3 3-188 0,-9 0 84 0</inkml:trace>
  <inkml:trace contextRef="#ctx0" brushRef="#br0" timeOffset="85072.15">7403 15670 135 0,'0'0'220'0,"0"0"-1"0,0 0-2 0,0 0-11 0,0 0-20 16,0 0-19-16,0 0-17 0,0 0-12 15,-4-16-10-15,4 16-15 0,9-19-10 0,-4 7-8 16,0-3-5-16,-1-1-10 0,4 3-4 0,1-5-6 0,-4 2-7 15,1 2-7-15,-1-1-3 0,-1 2-5 0,0 1-4 16,-1 1-4-16,2-5-3 0,-4 6-5 16,0 0-2-16,2 0-3 0,-2 2-4 0,-1 8 1 15,3-11-3-15,-3 11 0 0,0-10-5 0,0 10-2 16,1-7-1-16,-1 7-5 0,0 0-3 0,1-8 4 16,-1 8-5-16,0 0 2 0,0 0-3 0,0 0-1 15,0 0-3-15,1-7 8 0,-1 7-6 0,0 0-3 0,0 0-1 16,0 0 2-16,0 0 1 0,0 0-1 15,0 0 2-15,0 0-1 0,0 0 0 0,0 0 2 16,0 0-1-16,0 0 2 0,0 0-1 0,0 0 1 16,0 0-2-16,2 24-2 0,-2-24-2 0,0 0 4 15,0 8-3-15,0-8-1 0,0 0 4 0,0 0-1 16,-2 9-2-16,2-9 4 0,0 0-2 0,0 0-1 16,2 9 1-16,-2-9-1 0,0 0 0 0,-2 10 0 15,2-10-2-15,0 10 0 0,-1-4 6 0,1-6-4 16,-1 11 0-16,0-1 3 0,1-10-2 0,0 14-4 15,-2-5 4-15,2-1 3 0,-2 1-3 0,2-2-5 16,0-7 4-16,1 13-2 0,-1-6 2 0,1 0 0 16,-1-7 3-16,2 12 0 0,1-6 0 0,1-2-1 15,-4-4 4-15,9 7-3 0,-4-4-1 0,0 0 1 16,2-1 0-16,-7-2 2 0,14 1-2 0,-6 0 1 16,-8-1 0-16,12-2-3 0,-5 0 4 0,-1-2-2 15,2 1 3-15,-3-2-2 0,0 0 1 0,-1-1-3 16,2-2 5-16,-1-1-5 0,-1 0 4 0,0 0 1 15,-1 3-2-15,0-3 0 0,1-2-2 0,-1 0-2 16,-3 3 3-16,2-1-3 0,1 2 3 0,-3 7 0 16,4-11-1-16,-4 11-2 0,1-7 1 0,-1 7-1 15,0 0-6-15,3-8 0 0,-3 8-1 0,0 0 0 16,0 0-1-16,0 0 4 0,0 0 0 0,0 0 1 16,0 0 0-16,11 15 0 0,-7-8 0 0,0 2 2 15,-2 1 1-15,2-1-2 0,2 0 1 0,0 3-1 16,-1-3-3-16,0 2-23 0,1-3-17 15,1 1-19-15,-2-3-18 0,0 0-17 0,0 0-11 16,0-1-3-16,2-3-12 0,-1 1-6 0,-6-3 8 16,11-1-11-16,-11 1 15 0,12-2 4 0,-5-2 7 0,1 0 16 15,0-4 6-15,-2 2 9 0,3-2 12 0,-2-1 16 16,-2 1-1-16,0-2 7 0,-1 2 14 0,0 1 18 16,-1 0 4-16,0 2 12 0,-2-3 6 0,2 0 17 15,-3 8 8-15,2-11 23 0,-2 11 11 0,2-7 4 16,-2 7-5-16,0 0 5 0,2-6-11 0,-2 6-10 15,0 0-2-15,0 0 4 0,0 0 12 16,0 0 7-16,0 0-1 0,5 20 0 0,-5-12-10 0,2 1-6 16,-2-1-5-16,1 1-4 0,0 1 0 0,-1-2-8 15,0 1-6-15,0-9 3 0,1 13-7 0,-1-8 4 16,0-5 3-16,0 8 11 0,0-8 14 16,0 0 12-16,2 9 7 0,-2-9-5 0,0 0-10 15,0 0-7-15,0 0-7 0,0 0-2 0,0 0-4 16,-9-25-7-16,6 18 0 0,2-3-9 0,0-1 1 15,1-2-7-15,-2-2-8 0,1-1 6 0,1 1-4 16,3-3 0-16,-2 1-5 0,3 2 0 0,0-2-4 0,1-1 0 16,0 8 1-16,-1 0-6 0,1 2 0 15,-1 1-2-15,-4 7-2 0,6-7-1 0,-6 7-1 16,13 0 2-16,-13 0-5 0,11 7 5 0,-2 0-2 16,0 2 1-16,-1 1 3 0,1 4-1 0,0 1 1 15,1 0-2-15,-1-1 3 0,-1-1 1 0,-1 1-2 16,2 1-1-16,-2-5 1 0,-1 5-28 0,-1-5-22 15,1 0-32-15,-2 0-33 0,-1 1-31 0,-2-2-45 16,0-2-50-16,-1 0-194 0,0-7-469 0,-5 11 208 16</inkml:trace>
  <inkml:trace contextRef="#ctx0" brushRef="#br0" timeOffset="85234.02">7885 15517 98 0,'0'0'172'0,"0"0"-8"15,6-12-8-15,-2 5-14 0,4 0-9 0,-1 2-16 16,1-1-11-16,1-2-13 0,2 0-19 16,4-1-22-16,-3 2-37 0,0 3-28 0,2-6-30 0,-1 4-26 15,-2 0-21-15,-1 2-15 0,1-2-62 0,-4 1-182 16,2-1 81-16</inkml:trace>
  <inkml:trace contextRef="#ctx0" brushRef="#br0" timeOffset="85408.74">8093 15324 31 0,'1'-15'45'16,"-1"15"15"-16,2-10 6 0,-2 10 21 0,0 0-1 0,0-13 12 15,0 13 6-15,0 0-13 0,0 0-3 16,1-10-1-16,-1 10 10 0,0 0 10 0,0 0-3 16,0 0-2-16,0 0-1 0,24 20-3 0,-16-12-2 15,-2 4-10-15,2 1-6 0,-2-1-4 0,1 3-2 16,-3 1-8-16,-1 4-11 0,-3-1-2 0,2 7-8 16,-5-9-6-16,2 2-13 0,-3 1-23 0,-4 5-31 15,-3-2-26-15,-2 2-42 0,2-8-42 0,-4 5-169 16,-4-2-330-16,5-8 146 0</inkml:trace>
  <inkml:trace contextRef="#ctx0" brushRef="#br0" timeOffset="85638.21">7214 15473 215 0,'-3'12'212'16,"1"5"-9"-16,0 2-10 0,2 11-14 0,2 1-17 16,2-1-20-16,1 2-10 0,2-1-14 0,4 2-12 15,1-4-9-15,5-5-11 0,0 1-7 16,4-3-28-16,2-4-22 0,5-3-35 0,2-2-41 16,3-2-57-16,4-5-49 0,2-5-130 0,13-2-306 15,-12-1 136-15</inkml:trace>
  <inkml:trace contextRef="#ctx0" brushRef="#br0" timeOffset="87224.74">9081 14049 25 0,'0'0'104'0,"0"0"1"0,0 0-3 0,0 0 9 15,-15 0-3-15,15 0-3 0,0 0-2 0,0 0-5 16,0 0-4-16,-5 1 0 0,5-1-18 0,0 0-10 0,0 0-5 15,0 0-3-15,0 0-3 0,0 0-8 0,0 0-4 16,0 0-6-16,34-11-11 0,-17 5-20 16,-1-1-21-16,2-1-41 0,1 1-27 0,6-5-23 15,0 4-105-15,-8 2-228 0,0-2 100 0</inkml:trace>
  <inkml:trace contextRef="#ctx0" brushRef="#br0" timeOffset="87620.38">8047 14150 107 0,'0'0'181'0,"0"-7"-10"0,0 7-1 0,0 0-8 15,0 0-19-15,-1-10-16 0,1 10-17 0,0 0-9 16,0 0-9-16,0 0-6 0,0 0-5 0,0 0-10 15,0 0-7-15,1 29-1 0,-1-19-7 0,0 0 0 16,-1 2-10-16,2 2-3 0,-1 2-3 0,0-3 2 16,1 3-11-16,-2-1-1 0,1 3-9 0,0-6-23 15,1 3-16-15,1 0-27 0,-2-2-24 0,1-1-42 16,-1-1-38-16,0 2-135 0,-3-1-306 0,3-12 135 16</inkml:trace>
  <inkml:trace contextRef="#ctx0" brushRef="#br0" timeOffset="87917.36">8192 14295 11 0,'0'0'156'0,"0"0"-14"15,0 0-14-15,0 0-11 0,14 4-5 0,-14-4-18 16,10 2-6-16,-10-2-9 0,9 2 0 15,-9-2-10-15,11-2 4 0,-3-1-5 0,-8 3 2 0,10-6 4 16,-3 2-8-16,-2-2-7 0,0 3-5 0,0-3-2 16,0-1-3-16,-2 0 4 0,-1 1-1 0,-2 6 2 15,0-13-6-15,0 13-6 0,-4-13-5 0,4 13-6 16,-8-9-3-16,5 6-2 0,3 3-2 16,-13-4-3-16,7 2-3 0,6 2-1 0,-22 7-6 15,13-2-16-15,0 0-17 0,0 3-23 0,3 1-26 0,3-1-42 16,-1 1-60-16,0-1-107 0,4-8-301 0,-1 14 134 15</inkml:trace>
  <inkml:trace contextRef="#ctx0" brushRef="#br0" timeOffset="89685.25">8952 13425 41 0,'0'0'192'0,"0"0"-9"0,0 0-22 0,0 0-9 0,1-10-17 16,-1 10-12-16,0 0-12 0,14-7-5 0,-5 0-18 16,1 5-6-16,1-3-5 0,3 0-9 0,0-2-9 15,5 0-5-15,-2 0-2 0,2 2-12 0,-4 1-22 16,-2-1-26-16,4 0-32 0,-5 2-28 0,1 0-24 15,-3 0-21-15,-1 2-29 0,-1 1-72 0,-8 0-230 16,11-5 102-16</inkml:trace>
  <inkml:trace contextRef="#ctx0" brushRef="#br0" timeOffset="89951.71">8652 13421 161 0,'-11'0'186'0,"11"0"-14"16,0 0-6-16,-10 4-1 0,10-4-2 16,-4 11-16-16,2-4-11 0,0 4-10 0,1 1-10 0,1 3-10 15,-1 1-10-15,0 1-12 0,3 0-8 0,-3 1-5 16,1-1-3-16,1 0-8 0,-1 1-11 0,1-2-8 15,-1-1-26-15,0-1-31 0,0-3-37 0,0 0-41 16,2 0-38-16,-2-4-44 0,0-7-114 16,0 0-312-16,-5 15 139 0</inkml:trace>
  <inkml:trace contextRef="#ctx0" brushRef="#br0" timeOffset="90213.18">8680 13531 44 0,'0'0'166'0,"5"-5"-6"16,-5 5-9-16,0 0-7 0,0 0 2 0,0 0-10 15,0 0-7-15,16 9-10 0,-11-5-14 16,3 1-6-16,-1-2-2 0,-1 2-11 0,4 0-1 16,0 1-3-16,-1-1-9 0,3-1-9 0,-2 0-9 15,-1 2-2-15,0-2-4 0,-3 0-1 0,2 4-9 0,-3-4-1 16,2 1 1-16,-2-1-6 0,-5-4-2 0,6 8-3 15,-3-3-5-15,-3-5-16 0,0 10-22 16,0-10-22-16,-8 12-36 0,2-9-37 0,1 2-31 16,-4-1-30-16,-2 0-126 0,-3-3-322 0,3 1 142 15</inkml:trace>
  <inkml:trace contextRef="#ctx0" brushRef="#br0" timeOffset="90351.12">8744 13439 88 0,'11'-11'142'0,"4"1"-12"0,1-4-12 16,2 1-16-16,-2 3-8 0,7-6-36 0,2 2-44 15,-6 6-42-15,4-8-92 0,-5 7-130 0,2-1 58 16</inkml:trace>
  <inkml:trace contextRef="#ctx0" brushRef="#br0" timeOffset="92056.72">12394 14999 6 0,'0'0'58'16,"0"0"-7"-16,0 0-3 0,0 0-9 0,0 0-3 16,0 0-8-16,0 0 2 0,0 0 3 0,0 0-10 15,0 0-3-15,0 0-1 0,-9-1 0 0,9 1-3 0,0 0 4 16,0 0-2-16,0 0-1 0,0 0 15 16,0 0 4-16,0 0 12 0,0 0-4 0,0 0-1 15,0 0 2-15,-8-3 0 0,8 3 11 0,0 0 3 16,0 0 5-16,-3-7 6 0,3 7-3 0,-4-5 0 15,4 5-12-15,-6-6 5 0,6 6 1 0,0 0 11 16,-4-8 0-16,4 8 0 0,-2-8 3 0,2 8-4 16,0 0-2-16,0 0-4 0,-5-6-4 0,5 6-8 15,0 0-10-15,0 0-3 0,0 0-9 0,0 0 1 16,0 0-1-16,0 0-5 0,0 0-2 0,0 0-1 16,7 29-2-16,-4-18-1 0,2 1 1 0,-3-1-7 15,2 5 3-15,0 0-3 0,1 0-1 0,-1 1-12 16,-4-3-28-16,3 4-25 0,-2-6-34 0,2 2-59 15,0-1-46-15,-8-1-112 0,4 2-327 0,-1-4 146 16</inkml:trace>
  <inkml:trace contextRef="#ctx0" brushRef="#br0" timeOffset="92413.59">12417 15267 78 0,'0'0'214'0,"6"-4"-11"16,-6 4-12-16,0 0-15 0,14-1-13 0,-14 1-14 15,0 0-22-15,13 4-8 0,-13-4-11 0,10 4-10 16,-4-1-7-16,-3 1-7 0,1 5-9 0,0 0 0 16,-2-4-12-16,1 4-7 0,-2 3-7 0,-1-2-2 15,0 2-5-15,-2-2-3 0,0 2-3 0,0-2-5 16,-2-2-1-16,4 3-8 0,-4-3 0 0,1 2-2 15,3-10-3-15,0 10-10 0,-2-3-10 0,2-7-2 16,2 11-4-16,-2-11-2 0,0 8-3 0,0-8-2 16,3 9-5-16,-3-9 3 0,4 7 3 0,-4-7 2 15,2 6 0-15,-2-6 0 0,4 6 0 0,0-2 1 16,-4-4 5-16,3 6-10 0,-3-6 10 0,3 7-2 16,-3-7 0-16,0 6 0 0,0-6-14 0,0 0-15 15,-7 16-25-15,2-13-22 0,5-3-38 0,-9 8-47 16,-3-3-113-16,4-1-306 0,-3 1 135 0</inkml:trace>
  <inkml:trace contextRef="#ctx0" brushRef="#br0" timeOffset="-20931.51">8829 5928 16 0,'0'0'24'0,"0"0"2"16,0 0 1-16,0 0 1 0,0 0 4 0,0 0-5 15,0 0 4-15,0 0 2 0,0 0-2 0,0 0 4 16,0 0 1-16,0 0 4 0,0 0 3 0,0 0-6 16,0 0-2-16,0 0 0 0,0 0-3 0,0 0-3 15,0 0-6-15,0 0 4 0,0 0-1 0,0 0-5 16,0 0 3-16,0 0-5 0,0 0 2 0,0 0 6 15,0 0-5-15,0 0-2 0,0 0-3 0,0 0 0 16,0 0-3-16,0 0-1 0,0 0-3 0,0 0-2 16,0 0 1-16,0 0-4 0,0 0 9 0,0 0-8 15,0 0 0-15,0 0 3 0,0 0-5 0,0 0-1 16,0 0 6-16,0 0 3 0,0 0-7 0,0 0-4 16,0 0 2-16,0 0-2 0,0 0 10 0,0 0-10 15,0 0-3-15,0 0-2 0,0 0 2 0,0 0-2 16,0 0 2-16,0 0-1 0,0 0 5 0,0 0-7 15,0 0 3-15,0 0-5 0,0 0 5 0,0 0 0 16,0 0-2-16,0 0 2 0,0 0 3 0,0 0-8 0,0 0 5 16,0 0 3-16,0 0 2 0,0 0-8 15,0 0 5-15,0 0 2 0,19-7 0 0,-19 7-1 16,13 3 2-16,-5-3-2 0,3 3-2 0,1-2 7 16,2 2-2-16,4-3-5 0,0 3 5 0,5-3-3 15,5 2 2-15,0 0 0 0,1 1-3 0,2-2 0 16,0 0 1-16,-3 2 5 0,2-2-4 0,1 0 0 15,1 1 3-15,-1-2-4 0,2 0 5 0,0 0-9 16,0 1 5-16,2 1 4 0,-2-1-4 0,0 0-3 16,1 1 5-16,-1-2-2 0,1 3-2 0,-1-2 0 0,-1-2-4 15,2 1 1-15,-4 1 4 0,1 2 4 16,0-2-6-16,1 1-1 0,-3 0 2 0,3 1-2 0,-1-2 5 16,-3 2-7-16,0-1 4 0,-7-1 2 0,-1 2 2 15,2-1-4-15,-3 0 3 0,1 0-6 16,1-1 2-16,-2-1 9 0,-5 0-11 0,-1 2 2 0,-3-2 3 15,1 1-2-15,0 0 4 0,-4 1-5 0,-7-2 1 16,13 0 0-16,-13 0-2 0,8 0 0 0,-8 0 3 16,8 0-1-16,-8 0 5 0,0 0-5 15,0 0 7-15,0 0-1 0,0 0 4 0,0 0 2 16,0 0-3-16,10 0-1 0,-10 0 7 0,0 0-4 0,0 0 8 16,0 0-9-16,0 0-2 0,0 0-5 15,0 0 7-15,0 0-5 0,0 0-5 0,0 0 7 0,0 0-9 16,0 0-7-16,0 0-13 0,0 0-23 15,0 0-7-15,0 0-9 0,0 0-22 0,0 0-67 0,0 0-161 16,0 0 71-16</inkml:trace>
  <inkml:trace contextRef="#ctx0" brushRef="#br0" timeOffset="-17689.51">14991 3179 34 0,'-2'-5'225'0,"2"5"-11"0,-5-12-11 0,5 12-11 16,-5-9-7-16,3 5-15 0,2 4 0 0,-3-8-6 15,3 8-12-15,-4-7 0 0,4 7-10 0,0 0-9 16,-6-7-13-16,6 7-15 0,0 0-6 0,0 0-11 15,0 0-13-15,0 0-15 0,0 0-4 0,0 0-5 16,0 0-2-16,0 0 4 0,-2 18 1 0,3-6-2 16,-2 0-4-16,1 4-2 0,-1 4-4 0,1 5-2 15,-3-6-6-15,-2 6 2 0,5-5-8 0,-4 5 0 16,3-7-2-16,-1 1-2 0,2 0-4 0,-3 1 2 16,-1-4-2-16,4 1-3 0,0-2 0 15,0-1-6-15,0-2-16 0,0 1-16 0,0-2-23 16,2-2-38-16,-4 3-29 0,2-12-46 0,4 15-49 15,-3-11-43-15,-1-4-182 0,0 0-466 0,0 0 206 0</inkml:trace>
  <inkml:trace contextRef="#ctx0" brushRef="#br0" timeOffset="-17522.47">14964 2937 14 0,'0'0'170'0,"-2"-7"-31"0,2 7-54 16,0 0-51-16,0 0-29 0,0 0-26 0,9-2-50 15,-9 2-78-15,0 0 35 0</inkml:trace>
  <inkml:trace contextRef="#ctx0" brushRef="#br0" timeOffset="-17273.64">15230 2973 179 0,'0'0'192'0,"0"0"-26"0,0 0-18 0,3 5-9 16,-3-5-16-16,0 17 2 0,-3-1-6 0,-3 11-3 16,5 3-4-16,-6 4 2 0,-2 1 2 0,-1 10-11 15,-1 3-4-15,4-3-14 0,0-12 0 0,-2 0-10 16,4-2-2-16,-2-4-10 0,1 4-2 0,1-2-10 15,-1-3-3-15,2 3-5 0,1-6-25 0,-1-4-27 16,2 0-25-16,-2-1-27 0,2-1-32 16,0 0-44-16,-3-5-32 0,5-1-29 0,-3 0-103 15,3-11-323-15,0 0 143 0</inkml:trace>
  <inkml:trace contextRef="#ctx0" brushRef="#br0" timeOffset="-17054.66">15359 3300 210 0,'2'-8'262'0,"-1"3"-20"16,-1 5-31-16,1-9-27 0,-1 9-18 0,0 0-16 15,0 0-18-15,0 0-9 0,0 0-11 0,-5 35 4 16,-2-10-19-16,0 2-8 0,2 0-7 0,0 1-6 16,-1-2-8-16,2-1-5 0,-4 1-7 0,6-9-4 15,2 2-5-15,0 0-4 0,0-2-11 0,0 1-18 16,0 1-26-16,0-4-24 0,0 1-30 0,2-3-32 15,-2 0-42-15,3-4-41 0,-2 1-27 0,-1-10-107 16,1 16-341-16,-1-16 152 0</inkml:trace>
  <inkml:trace contextRef="#ctx0" brushRef="#br0" timeOffset="-16835.95">15375 3214 81 0,'0'0'138'0,"9"-2"-11"0,-9 2-3 0,0 0 1 16,15 9-9-16,-8 0-12 0,3 4 0 0,-1 0-6 15,-3 3-4-15,-1 3-2 0,-2-2-10 16,1 8-4-16,-4 1-8 0,0-6-4 0,-4 5-3 16,-2-8-11-16,-1 2-10 0,-1 0-19 0,-4-2-44 15,4-1-29-15,-5-2-41 0,-1-3-50 0,-2 2-89 16,0-6-248-16,-3-1 110 0</inkml:trace>
  <inkml:trace contextRef="#ctx0" brushRef="#br0" timeOffset="-16648.29">14866 3000 2534 0,'-7'-9'-7'0,"-5"-5"8"0,6 7 5 16,-1-1-9-16,1 1 30 0,2 1 13 0,4 6-5 15,-6-8-10-15,3 4-7 0,3 4-6 0,0 0-17 16,-4-7-18-16,4 7-11 0,0 0-28 0,0 0-27 16,0 0-44-16,0 0-39 0,21 17-190 0,-21-17-392 15,14 13 173-15</inkml:trace>
  <inkml:trace contextRef="#ctx0" brushRef="#br0" timeOffset="-14794.25">16087 3151 161 0,'-4'-6'209'0,"4"6"-21"0,-5-5-17 0,5 5-17 16,-11-2-13-16,11 2-15 0,-12 2-8 0,5 1-9 15,-3 6-8-15,-1 1 23 0,0 3-8 0,1 3-13 16,-1-1-10-16,4 3-6 0,0 5-7 15,0-4-10-15,2-1-7 0,1 1-7 0,3 1-4 0,2-2-5 16,4 0-3-16,2 0-5 0,-1-1 0 0,6-2-7 16,3-1-2-16,2-2-10 0,-1-2-4 0,3-3-10 15,-2 0-11-15,3-2-3 0,1-1 1 0,-2-2-3 16,3-2 1-16,-5-1 0 0,2-2 1 0,-3-3-3 16,1-1 5-16,-3 0 1 0,1-2 2 15,-2 0 1-15,0-3 9 0,-6 2 6 0,3-4 3 16,-2-1 1-16,-3-2-6 0,-1 1 3 0,-1-1 0 15,-1 0 9-15,1 5 5 0,-3 1-3 0,1-2 0 0,-1 1-1 16,0 3 4-16,0-1 7 0,2 3-3 0,-2 7 4 16,-2-11-3-16,2 11-1 0,2-10-7 0,-2 10 1 15,0 0-5-15,-2-9-1 0,2 9-5 16,0 0-1-16,0 0-6 0,2-8 1 0,-2 8-1 16,0 0-2-16,0 0-4 0,0 0-1 0,0 0 1 15,0 0-1-15,0 0-1 0,0 0 1 0,0 0 0 16,0 0-2-16,0 0 1 0,2-5-1 0,-2 5 6 0,0 0-2 15,0 0 1-15,0 0 0 0,0 0 2 0,0 0 0 16,0 0 1-16,0 0 0 0,0 0 1 0,0 0 4 16,0 0 2-16,0 0 3 0,0 0-1 15,0 0 2-15,-1-10-2 0,1 10 0 0,0 0 1 16,0 0-3-16,-1-12 1 0,1 12 5 0,-2-11-1 16,2 11 6-16,0-13 1 0,-1 7-2 0,-2-3 9 15,3-2 6-15,-2 1-5 0,-1 0 5 0,2 4-2 0,1 6-5 16,-3-13 8-16,1 9 1 0,2 4-3 0,-1-9-6 15,1 9 3-15,0 0-8 0,-2-8-3 16,2 8-7-16,0 0-9 0,0 0-1 0,0 0-1 16,0 0-1-16,0 0-2 0,0 0-2 0,0 0 2 15,-1 36-4-15,2-17 1 0,-1 6 3 0,0 4-2 16,3 1 1-16,-2-1 3 0,2 1-2 0,-2 2-10 16,2-6 11-16,-3 3 0 0,5-5 1 0,-4 2 0 15,-1-8 0-15,3 1 2 0,-2-7 1 0,-1 2-1 16,1-3 0-16,0 0-1 0,1-1-4 0,-1-3-4 15,-1 0 5-15,0-7-5 0,0 9 2 0,0-9 2 16,0 0 7-16,1 7-1 0,-1-7 2 0,0 0-16 16,0 0 21-16,0 0-19 0,0 0-3 0,0 0 2 15,0-24-7-15,4 12 1 0,-1 1-5 0,0-4 1 16,1-2 0-16,0 2-4 0,4-1-6 0,-3 6 4 16,2 0 3-16,0 1-4 0,-1 0 1 0,0 4-3 15,1 3 3-15,-1-1-5 0,-6 3 7 0,16 2-4 16,-5 1 2-16,-3 2-1 0,0 1-5 0,1 0-4 15,1 3-11-15,-1-1-3 0,-1 0-9 0,4 3-8 16,0 0 0-16,-2-4-8 0,4 3 0 0,-2-4-9 16,3 1-2-16,-2-3 6 0,4-1 1 0,2-2 7 15,1-1 2-15,0-1 6 0,0-2 10 16,-1-4 6-16,0-1 1 0,-1 0 5 0,0-1 2 0,-3-2 5 16,1 2 5-16,-3-4 6 0,0-1 2 0,-1 0 14 15,-3 1 17-15,-4-4-12 0,2 2 0 0,-3 4 20 16,-1-1 11-16,-2 1 3 0,0 0 0 0,-1 5 11 15,0 6 3-15,-4-15-3 0,3 10-4 0,1 5-4 16,-9-4-9-16,9 4-5 0,0 0 1 16,-18 9-5-16,8 0 1 0,-3 5-6 0,-2 6 1 15,2-2 1-15,-2 3 0 0,2 1-3 0,4-4-2 16,0-3-2-16,4 0-1 0,0-4-4 0,4 3 3 0,0-4-3 16,1 1 1-16,1-2 3 0,0 0-6 0,4-2 1 15,0-3 0-15,0 2 1 0,0-3-1 0,2-1 3 16,2-1-6-16,-9-1 2 0,14-3 4 0,-5 0-3 15,3-4 1-15,-5 1-2 0,2-2 4 16,1-2-3-16,0-2 0 0,-3-2 1 0,1-1-2 16,2 2 1-16,-3-2 0 0,-2 2-1 0,-1 1-4 15,1 1 4-15,0-2-1 0,-1 4-2 0,-1 2 2 0,-2 2-4 16,-1 5-4-16,4-10-6 0,-4 10-1 16,0 0-2-16,0 0 4 0,0 0 2 0,0 0 3 15,8 15 0-15,-4-3-2 0,-3-1 2 0,1 2 3 16,2-2-3-16,0-1 4 0,1 0-1 0,0 2 4 15,2-1 3-15,-2-1-2 0,2 0 1 0,0-3-1 16,2 1 3-16,-2-3 0 0,1-1 1 0,2-2 0 16,-3 0 2-16,0-1 3 0,-7-1-5 0,20-6 1 15,-11 2 0-15,2-2 3 0,-2-1-5 0,0-2-4 16,1 0 2-16,0-4-1 0,-3 3 2 0,2-4-3 16,-1 1-1-16,0-2 3 0,-3-2-1 0,1 7-3 15,-1-1 1-15,1 3-1 0,-2 1-2 0,-2 2-4 16,-2 5-3-16,7-7-4 0,-7 7-3 0,0 0 3 15,9 0 1-15,-9 0 5 0,6 10-2 0,-2-1 6 16,0 1-5-16,0-1-2 0,-2 1-3 0,1 1-4 16,1-2-12-16,-1 2-13 0,2-3 4 0,2 2-10 15,-1-2-1-15,3-2-1 0,1 0-6 0,-1-1-7 16,4-4 2-16,1 2-1 0,3-3 5 0,3-3 1 16,-4-1 0-16,2-2 4 0,-6 2 11 0,6-2 0 15,-6 1 13-15,0-3-2 0,-3 2 5 0,0-1 6 16,0-2 7-16,-1 2 7 0,-4-3 9 0,1 3 3 15,-2-2 7-15,-3 1 9 0,0 8 2 0,-2-15 15 16,2 15 3-16,-2-10-2 0,2 10 3 16,-5-8-7-16,5 8-5 0,-10-1-4 0,10 1-3 0,-13 9-1 15,4 1 8-15,-3 1-1 0,-1 4 1 0,2 1-1 16,-1-2-6-16,2 2-3 0,1-2-1 0,1 1 6 16,2-1-5-16,2-1-4 0,0-4 1 0,4 3-8 15,0-5 1-15,2 0-2 0,2-2-5 16,-1 2-2-16,2-3 1 0,-5-4 4 0,13 4-5 15,-5-5-1-15,2 0 2 0,0-2-3 0,-1-3 2 16,0 2-2-16,3-3 0 0,-3 0 0 0,0-1 2 0,-2 1-2 16,1-1 0-16,-2 0 4 0,-2 2 2 0,0-1-3 15,-1 1-3-15,0-1 0 0,-3 7 3 0,4-9-3 16,-4 9-3-16,3-6-3 0,-3 6-2 16,0 0-2-16,0 0 0 0,0 0 5 0,0 0-3 15,0 0 4-15,-3 29-3 0,2-18 7 0,-2 0-5 16,2 2 4-16,-3-1 0 0,3-1-4 0,0 2-12 15,3-1-23-15,0-1-10 0,1 1-20 0,2-3-41 0,2 0-36 16,2-2-47-16,2-3-175 0,1 0-398 16,2-4 177-16</inkml:trace>
  <inkml:trace contextRef="#ctx0" brushRef="#br0" timeOffset="-14579.76">17692 3372 228 0,'-4'-6'230'0,"-1"0"-7"15,0 2-3-15,5 4-8 0,-12-7-13 0,6 5-17 16,6 2-20-16,-15 0-14 0,8 4-14 0,-4 2-9 16,2 2-9-16,-3 4-8 0,0 0-12 0,0 3-10 15,6-4-9-15,-3 6-6 0,1-3-5 0,3 3-5 16,2-2-7-16,2-1-9 0,4-2-17 0,2-2-16 16,1 3-25-16,4-6-19 0,3 4-34 0,5-6-38 15,0 1-36-15,10-2-30 0,0-5-8 0,2-1-21 16,1-3-132-16,0-2-357 0,-1-4 158 0</inkml:trace>
  <inkml:trace contextRef="#ctx0" brushRef="#br0" timeOffset="-14371.85">17942 3178 106 0,'-2'-25'167'0,"-2"10"18"0,3 2 15 16,-3 5-3-16,3 1 3 0,-1 0-13 0,2 7-13 15,-1-8-24-15,1 8-21 0,0 0-8 0,0 0-10 16,0 0 1-16,-5 32 2 0,1-4 7 15,1 4-13-15,0 2 2 0,-4 16 2 0,4-14-13 16,0 9-9-16,-1-10-5 0,2-1-6 0,-1-3-10 16,2 2-1-16,-2-4-9 0,2-2-12 0,1-1-32 0,0-6-33 15,0-1-38-15,0-2-22 0,0-6-70 16,2 1-60-16,1-2-58 0,-3-10-142 0,1 12-440 16,-1-12 196-16</inkml:trace>
  <inkml:trace contextRef="#ctx0" brushRef="#br0" timeOffset="-14216.67">17880 3343 91 0,'0'0'181'16,"2"-10"-23"-16,-2 10-17 0,4-9-14 0,0 5-14 16,-4 4-12-16,13-5-28 0,-6 5-45 0,5 0-48 15,1 2-46-15,1 2-89 0,-3 2-167 0,5 3 74 16</inkml:trace>
  <inkml:trace contextRef="#ctx0" brushRef="#br0" timeOffset="-13398.54">18052 3598 154 0,'0'0'208'0,"3"8"14"0,-3-8-10 16,0 0-22-16,0 0-9 0,0 0-16 0,0 0-3 15,10-18-15-15,-7 11-7 0,0-3-10 0,1-1-10 16,0-1-14-16,1 0-8 0,2-4-5 0,-1-2-10 15,0 3-11-15,0-4-7 0,-3 0-9 0,1 3-1 16,-1-1-5-16,-1 2-6 0,2-1-6 16,-4 6 1-16,1 1-6 0,-1 3 1 0,2-2-2 15,-2 8-5-15,0 0-9 0,0-9-1 0,0 9-6 16,0 0 1-16,0 0-3 0,-21 26 0 0,12-11-2 0,-1 2 3 16,0-1-4-16,1 2 1 0,0 0-4 15,3-1 1-15,0 0 1 0,4-2-3 0,1-2 4 16,-1-1-5-16,5-1 1 0,1 1 2 0,1-2 1 15,1 1 4-15,6-4-1 0,-3-1 0 0,7 2-5 16,1-2 5-16,1-2-5 0,-1 0 5 0,0-3-4 16,0-2 4-16,1-3 3 0,1 0-8 0,-2-1-1 15,0 0 3-15,0-4-1 0,-2 1-1 0,0-1-3 16,-2-3 3-16,0-1-6 0,1 1 6 0,-2-2-1 16,-2 1-2-16,2-3 0 0,-1 0 1 0,-2-1-3 15,1 1 1-15,-3-1 0 0,-1 2 1 0,-1 3-3 16,4-2 1-16,-5 5 2 0,0 0-6 0,0 4-2 15,-2 0-1-15,-2 5-1 0,0 0 1 0,8-1-1 16,-8 1 4-16,0 0-3 0,9 15 0 0,-5-6 4 16,-3 3 3-16,1 4 0 0,0-5 2 0,3 5-3 15,-4-3 7-15,3 2 5 0,-1-2-5 0,-1-1 2 16,3-2 0-16,0 0 5 0,2-3-3 0,-1-1 3 16,2 0-1-16,2-3 0 0,0 0 2 0,2-2-6 15,2 0 4-15,-1-3 0 0,6-2 0 0,-8 0 1 16,3 0-1-16,-3-2-2 0,0-1 0 0,2 1-1 15,-4-3 1-15,-1-1-1 0,0 0 1 0,-3-2-5 16,2-2 4-16,-3-2 0 0,0 0-14 0,-2 0 0 16,1 1 7-16,-2 4-7 0,1 0 0 0,0 2 1 15,-2 3 0-15,0 6-3 0,-4-10-4 0,4 10-5 16,0 0 4-16,0 0 0 0,0 0 0 0,0 0 5 16,0 0-1-16,-5 32 0 0,2-23 5 0,-1 7-2 15,3-4 5-15,0-1-1 0,1 2 6 0,1-3-6 16,0 1 5-16,3 0-1 0,0-4 2 0,0 3 5 15,1-5 4-15,3-1-1 0,-3 0-1 0,1-1-5 16,3-3 3-16,1 0 0 0,-10 0-1 0,21-4 1 16,-11 1-1-16,0-2-3 0,-1 0 6 15,0-1-4-15,1 0 0 0,-2-1 0 0,1-1-1 16,-3 0 1-16,2-1 3 0,-3 0-6 0,3 0-1 0,-4 1-1 16,-1 4-1-16,0-3-3 0,-3 7-1 0,6-8-1 15,-3 4-7-15,-3 4 3 0,0 0 0 0,0 0-2 16,0 0 1-16,0 0 1 0,3 22 5 15,-6-12 0-15,0 3 6 0,-2-1-8 0,1 3 4 16,2-3-9-16,-3 4-25 0,0 0-28 0,2-5-33 16,1 1-33-16,0-2-51 0,2-1-47 0,0-3-180 15,0-6-442-15,-2 13 195 0</inkml:trace>
  <inkml:trace contextRef="#ctx0" brushRef="#br0" timeOffset="-13237.71">18663 3227 121 0,'0'0'107'0,"-9"-12"-33"0,9 12-44 0,-5-8-46 0,5 8-37 16,0 0-58-16,0 0 27 0</inkml:trace>
  <inkml:trace contextRef="#ctx0" brushRef="#br0" timeOffset="-13019.68">19105 3121 209 0,'0'0'223'0,"0"0"-4"0,0 0-10 16,0 0-4-16,12 2-27 0,-12-2-17 0,0 0-12 16,-1 16-8-16,1-2 14 0,-2 7-1 0,-3 6 1 0,3 3 0 15,-5 3-13-15,3 1-5 0,1-2-4 16,-3 1-11-16,1-1-11 0,0-4-14 0,2 1-14 15,-1-3 6-15,1-6-19 0,2-1-11 0,-1-2-19 16,2-1-24-16,2-4-35 0,-1-1-32 0,0 0-34 16,1-4-28-16,-2-7-39 0,2 11-39 0,-2-11-43 15,0 0-195-15,3 3-463 0,-3-3 206 0</inkml:trace>
  <inkml:trace contextRef="#ctx0" brushRef="#br0" timeOffset="-12781.88">18969 3366 49 0,'0'-6'124'0,"0"6"-7"0,5-5-13 0,1 1 1 16,2 2 0-16,2-1-9 0,2-1-2 0,1 0-6 15,4-1-8-15,1 2 1 0,0 3 0 0,1-3-15 16,-1-1 2-16,-5 2 0 0,5 0-11 0,-6 0-9 16,0 4-3-16,1-1-3 0,-3 0-1 15,-2 2-7-15,2 0-6 0,-1 3 9 0,-1 3-5 0,-2-2 1 16,1 5 7-16,-1-1-1 0,-2 1-3 15,-2 0 1-15,1 3-2 0,-3-3-3 0,1 0-3 0,-2 2-15 16,2-3-32-16,-2 0-48 0,1-3-44 0,-3 4-52 16,2-5-110-16,1-7-294 0,-1 13 130 15</inkml:trace>
  <inkml:trace contextRef="#ctx0" brushRef="#br0" timeOffset="-12630.65">19269 3237 10 0,'0'0'108'15,"-3"-9"-52"-15,3 9-33 0,0 0-24 0,0 0-32 16,0 0-36-16,0 0 16 0</inkml:trace>
  <inkml:trace contextRef="#ctx0" brushRef="#br0" timeOffset="-12245.02">19461 3285 70 0,'0'0'203'0,"0"0"-8"0,0 0-5 16,-16 11-9-16,9-6-3 0,-4 2-10 0,0 5-5 15,-2 1-8-15,3 0-10 0,-1 1-8 0,1 0-13 16,3 0-10-16,0 1-8 0,2-3-13 0,4 0-7 16,0-2-11-16,1-2-4 0,1 2-7 0,4-2 0 15,0-2-8-15,3 0 0 0,2-2-8 0,3-1-4 16,6-2-4-16,2 1 2 0,0-6-9 0,0 1 2 15,-1-2-8-15,-2-2 1 0,1 1-4 0,-1-2-3 16,-4-2-2-16,1 1-3 0,-6 0 1 0,0 0-3 16,0-2-1-16,0-2 9 0,-2-1-10 15,-5 2 2-15,1 2-7 0,-1-1 4 0,3 3-3 16,-3-1 1-16,0 2 1 0,-2 7 0 0,1-10-2 16,-1 10-4-16,0 0-7 0,3-5 4 0,-3 5-1 15,0 0-2-15,0 0 5 0,-3 25 2 0,1-12 1 16,-3-1 4-16,1 6 0 0,0 0 0 0,-1 1 5 0,-1-1-2 15,-1 0-1-15,1 2 0 0,1-3 2 0,-2 1 6 16,1-4 0-16,2 0-7 0,0 0 9 16,-2-4-9-16,2 1 1 0,0-3 0 0,4-8-12 15,-3 13-17-15,-1-7-33 0,2-2-32 0,2-4-44 16,0 0-58-16,-6 10-48 0,6-10-233 0,0 0-501 16,0 0 222-16</inkml:trace>
  <inkml:trace contextRef="#ctx0" brushRef="#br0" timeOffset="-11958.15">19850 3421 2041 0,'5'-1'46'0,"-5"1"-25"0,10-5-24 15,-10 5 0-15,9-2 8 0,-9 2 25 0,7-2 26 16,-7 2 9-16,0 0 0 0,0 0-4 0,9-1 0 16,-9 1 8-16,10-1 9 0,-10 1 6 0,16-2 2 15,-7 2 1-15,1-1-1 0,4 1-3 0,-3-1-1 16,3 1-6-16,-2-1-6 0,0 2 1 15,-1-1-2-15,-1-1 8 0,-2 1-7 0,-8 0 6 0,0 0 6 16,19 1 5-16,-19-1 6 0,9-1-2 0,-9 1 10 16,0 0-5-16,10 0-3 0,-10 0-1 0,0 0-6 15,0 0-10-15,6 2-5 0,-6-2-8 16,0 0-4-16,0 0-11 0,0 0-1 0,0 0-21 16,0 0-29-16,0 0-35 0,0 0-49 0,0 0-41 15,0 0-43-15,11 0-37 0,-11 0-46 0,0 0-65 0,8 0-283 16,-8 0-653-16,0 0 289 0</inkml:trace>
  <inkml:trace contextRef="#ctx0" brushRef="#br0" timeOffset="-10911.38">21594 3466 26 0,'0'0'252'0,"0"0"-21"16,0 0-22-16,0 0-18 0,0 0-22 0,0 0-16 16,16-25-7-16,-9 16-10 0,-1-2-9 0,3-4-8 15,4 3-4-15,-3-3-2 0,-1 2-5 0,2-1 0 16,0-1 0-16,-2-1-8 0,1 1-3 0,-6 0-7 15,0 3 3-15,-1 0-3 0,0 0-5 0,0 0 0 16,-3 0-5-16,1 1-1 0,-1 5 1 0,0 6-4 16,0-14-7-16,0 14 5 0,-1-9-6 0,1 9-10 15,-2-10-7-15,2 10-5 0,0 0 1 0,0 0-20 16,0 0 2-16,0 0-5 0,0 0 0 0,-17 29-11 16,12-11 7-16,2-1 1 0,0 2 2 0,-1 0-9 15,4 5 7-15,-1-4-8 0,1-4 6 0,3 1-6 16,-2-2-1-16,3-2-4 0,2-2-15 0,0 0-22 15,5 0-27-15,1-2-31 0,4-2-34 0,-1-2-37 16,3-1-41-16,1-3-41 0,2-2-50 0,-4 0-173 16,3-3-500-16,-5-3 221 0</inkml:trace>
  <inkml:trace contextRef="#ctx0" brushRef="#br0" timeOffset="-10768.66">21784 2983 109 0,'-4'-4'185'0,"0"0"-21"0,4 4-14 16,-5-5-62-16,5 5-28 0,0 0-59 0,0 0-39 0,0 0-83 15,0 0-129-15,0 0 58 0</inkml:trace>
  <inkml:trace contextRef="#ctx0" brushRef="#br0" timeOffset="-10526.2">22000 3014 137 0,'0'0'265'0,"6"-9"3"0,-6 9-15 15,2-7-17-15,-2 7-27 0,2-6-15 0,-2 6-28 16,0 0-16-16,0 0-10 0,0 0-10 0,0 0 11 16,7 35 2-16,-6-10-6 0,-1 7-7 0,0 0-12 15,1 4-3-15,-1 0-15 0,0-3-6 0,-1-1-10 16,1 2-6-16,1-2-8 0,-2-2 3 0,1 0-15 15,0-2-4-15,1-1 1 0,1-2-14 0,-1-6-14 16,0-2-33-16,3 0-36 0,-3 0-34 0,2 0-46 16,-1-3-58-16,1-2-62 0,-2-1-258 0,-1-11-542 15,4 17 241-15</inkml:trace>
  <inkml:trace contextRef="#ctx0" brushRef="#br0" timeOffset="-10305.65">22272 3324 147 0,'-1'-7'297'0,"1"7"-9"0,3-10-21 16,-3 10-26-16,1-7-34 0,-1 7-19 0,0 0-20 15,0 0-3-15,0 0-4 0,-7 28-7 0,4-10-5 16,-1 1-11-16,0 4-13 0,-1 2-10 0,1 0-8 16,0 0-11-16,2-6-6 0,0 0-9 15,0 0-13-15,0-3-9 0,2 1-29 0,0 2-22 16,0-7-26-16,3 2-26 0,-4-3-29 0,2 1-33 15,-1 0-34-15,3-2-47 0,-3-10-43 0,1 13-196 16,-1-13-460-16,0 10 203 0</inkml:trace>
  <inkml:trace contextRef="#ctx0" brushRef="#br0" timeOffset="-10100.01">22268 3264 111 0,'6'-9'178'0,"-1"3"1"0,1 2-31 0,2 0-16 16,-8 4-2-16,13-3-13 0,-5 3 7 0,-8 0-8 16,16 9-2-16,-7-3-6 0,-2 3-6 0,0 2-5 15,-2 5-7-15,0 2-8 0,-4 0-7 0,-1 0-7 16,-1 0-5-16,-2 0-23 0,-2 0-28 0,-2-1-36 16,-2-1-37-16,2-1-48 0,0-4-39 0,0-1-143 15,-3 0-315-15,5-5 139 0</inkml:trace>
  <inkml:trace contextRef="#ctx0" brushRef="#br0" timeOffset="-8577.8">22801 3179 109 0,'3'-4'278'0,"1"0"10"0,-4 4-7 0,5-9-27 16,-5 9-17-16,0 0-5 0,0 0-19 15,0 0-19-15,0 0-24 0,-2-10-14 0,2 10-17 16,0 0-9-16,-16 26-18 0,7-9-9 0,0-1-9 16,2 1-17-16,0 1-2 0,1-2-10 0,3 4-4 15,0-4-7-15,1 3 0 0,1-3-6 0,3 0-8 16,3 0-11-16,-2-4-22 0,3-2-11 0,1-1-19 16,3-2-14-16,0 0-11 0,8-2-13 0,-6-1-6 15,7-3-3-15,-3-1 4 0,3-1-3 0,-1-3 4 16,2-2 6-16,-3 0 5 0,-1-2 5 0,0-2 4 15,-2 0 4-15,-2 0 10 0,1-4-2 0,-6 1 4 16,0-4 4-16,-2 3 5 0,0-2 12 0,0-2 8 16,-2 1 8-16,-1 0 12 0,1 1 6 0,-3 4 15 15,1 1 7-15,-1 3 7 0,0 8 0 0,3-10-8 16,-3 10-10-16,0-7-9 0,0 7-4 0,0 0-1 16,0 0-3-16,0 0 1 0,0 0 0 0,-5 35 0 15,5-18 1-15,-2 1-2 0,1-1-7 0,0-1 5 16,1 2-4-16,1-1-8 0,2-2 11 0,-1-1-1 15,1-3-1-15,-1-1-1 0,3 0-4 0,2-1 2 16,-1-2-3-16,0-1-5 0,1-3-2 0,3 1-3 16,0-2-4-16,1-3 3 0,0 1 1 0,2-4-4 15,-2 0 3-15,5-6-5 0,-6 4 12 0,3-5-6 16,-3 3 3-16,-1-6 2 0,1 1-4 0,-1-1 1 16,0-2 3-16,-1 0 9 0,0 0 4 0,-2-3-3 15,-1 3 5-15,-1 0 10 0,0 6 13 0,-2-2 5 16,2 2 9-16,-3 4-4 0,0 0 5 0,-1 6 0 15,3-8-13-15,-3 8-11 0,0 0-7 0,1-8 1 16,-1 8-12-16,0 0 7 0,0 0-4 0,0 0-7 16,-6 28 9-16,0-16-1 0,2 3-3 0,1 1-7 15,2 1-1-15,-3-3-1 0,1-1 3 0,3 3-3 16,0-5 11-16,3 1-13 0,-2-2 9 0,2 0-5 16,1 0-2-16,0-1 0 0,3 1 6 0,1-5-3 15,1 2 3-15,0-3-2 0,3-1-2 16,0-1 1-16,2-1-15 0,-2-4 17 0,0 3 2 15,2-4-18-15,-2 0 11 0,1-2 2 0,1-1-3 0,-4-1 6 16,0 1-20-16,2-9 0 0,-1 3-6 0,-3-2 6 16,-1-2-8-16,0 3 0 0,-3-4-16 15,1-1 2-15,-4 0 7 0,-1 4-2 0,-4-2 5 0,2 5 0 16,1 0 5-16,-2 2-1 0,-2 0 1 16,1 1 2-16,0 3 5 0,-1 3-5 0,5 3-2 15,-6-7 1-15,6 7 5 0,-7-8-5 0,7 8 0 16,-2-5-3-16,2 5 3 0,0 0-2 0,-5-4 1 0,5 4 2 15,0 0-4-15,0 0 8 0,0 0 6 0,0 0-6 16,25 7 3-16,-17-6 5 0,2 0-5 16,4 3 4-16,-1 0-4 0,-2-2-1 0,0-1-3 15,-4 2 3-15,0-2-1 0,0 5-1 0,0-3 3 16,0 1-4-16,-1 1 4 0,-3 1 6 0,2 2 2 16,0 1 4-16,-2 3 2 0,1-1 7 0,0-1-9 15,-3 2 4-15,0 0 0 0,1-1 1 0,0 0 0 16,1 0-3-16,-3-1-2 0,5-1 0 0,-3-2 5 0,1 2-2 15,2-1-1-15,1-1 4 0,-2-2 2 16,3-1-8-16,-7-4 7 0,11 9-10 0,-4-6 7 16,-7-3-3-16,14 4-9 0,-3-6 13 0,-11 2 1 15,13-1 5-15,-13 1-4 0,15-7 0 0,-10 3-1 16,4-2-4-16,-4 0-5 0,2-1 5 0,-1-4-8 16,-2 0-6-16,-1 1-7 0,-2-3 0 0,0 2 1 15,0 0 3-15,-2-6-14 0,1 5 9 0,0 1 3 16,0 11-1-16,0-22-1 0,0 22-1 0,-2-13-6 15,2 13 9-15,0-10 2 0,0 10 1 0,0 0-4 16,1-12-5-16,-1 12 3 0,4-5-3 0,-4 5 2 16,7-1 5-16,-7 1-2 0,0 0-10 0,18 10 8 15,-10-3 5-15,1 1 2 0,-2 0-4 0,1 3 2 16,-1-1-2-16,-1-1 2 0,2 2 3 0,-3-3 3 16,0 3 0-16,0-1-3 0,0-3 1 15,1 4 2-15,-2-3 5 0,3 1-2 0,-2-2-2 0,1-1 3 16,-1 0-3-16,2-3 9 0,-1 1 2 0,0-1-1 15,2-2-1-15,0 1 0 0,1-2-1 0,-9 0 0 16,16-3-1-16,-6-1 3 0,-3 0 1 0,-2 0 5 16,0-1 2-16,2-2-12 0,0 0 13 0,-3 0-2 15,-1-1 7-15,-1-3 1 0,-1 0 1 0,2 0 4 16,-3 0 3-16,0-1-1 0,-3 1-4 16,2 4 0-16,1-2 5 0,-2 2 2 0,2 7-5 15,-4-10-2-15,4 10-6 0,-3-6-4 0,3 6-7 0,0 0 5 16,0 0-19-16,-16 10-15 0,12-4-14 0,-3 1-25 15,2 2-15-15,-1 2-21 0,0 2-24 0,-2 1-15 16,3-4-24-16,2 5-2 0,2-2-1 0,1-1 4 16,2 0-7-16,1-1-12 0,2-1 14 15,2-1 25-15,-1 0 7 0,4-5 19 0,-2 2 12 16,-3-2 13-16,1-3 25 0,-6-1 21 0,13-1 14 16,-13 1 1-16,10-4 6 0,-5 1 13 0,3-3 15 15,-3 2 12-15,2-3 11 0,-2-1 4 0,2-1 9 0,1-1 2 16,0-1 5-16,2-1 9 0,1-4-1 15,0 3 2-15,-1 1 3 0,3-2 0 0,-1 1 1 16,-5 5 4-16,3-2 0 0,-2 3-5 0,-3 3-8 16,0 2-8-16,-5 2-7 0,11-2-3 0,-11 2 1 15,11 7 6-15,-5 1 1 0,-1-1 5 0,0 3-5 16,-1 1 1-16,0 1-6 0,-2-2 4 0,0 3-7 16,0-2-4-16,0 1 1 0,-1 0-8 0,0-1-26 15,0-1-33-15,1 1-40 0,-1-3-48 0,0 0-72 16,2-3-76-16,-3-5-136 0,0 0-436 0,0 0 192 15</inkml:trace>
  <inkml:trace contextRef="#ctx0" brushRef="#br0" timeOffset="-8367.66">24371 3017 226 0,'0'0'278'0,"4"-7"-23"16,-4 7-27-16,0 0-26 0,0 0-15 0,0 0 7 15,0 0 6-15,5 31-2 0,-4-15-4 0,-2 4-14 16,1-1-15-16,0 8-17 0,-2-1-15 0,2-1-4 16,2-6-14-16,-2-1-10 0,1 1-15 15,0-2-29-15,2-2-34 0,0 1-48 0,-2-3-44 0,1-3-44 16,-1-1-56-16,1-2-66 0,-1-1-223 16,-1-6-493-16,0 0 218 0</inkml:trace>
  <inkml:trace contextRef="#ctx0" brushRef="#br0" timeOffset="-8220.59">24325 3193 143 0,'0'-10'212'0,"0"10"-27"16,2-5-18-16,-2 5-19 0,11-9-23 0,1 2-29 16,4 2-43-16,3-1-53 0,8 0-52 0,3 1-54 15,3-2-57-15,6 1-174 0,11 0 77 0</inkml:trace>
  <inkml:trace contextRef="#ctx0" brushRef="#br0" timeOffset="-7855.41">24866 2992 134 0,'2'-5'271'0,"-2"5"-7"0,0 0-12 0,0 0-25 16,0 0-32-16,0-8-18 0,0 8-19 0,0 0-15 15,10 19-6-15,-6-7 5 0,1 6-8 0,1 1-5 16,2 4-8-16,-2 3-6 0,1-2-12 0,-1-5-10 16,1-1-6-16,0 1-11 0,0 0-3 0,-1-2-6 15,-1 0-2-15,-1-7-6 0,4 3-7 0,-6-3 2 16,2 0-9-16,0-3 3 0,-1-2 2 0,-3-5 4 16,6 8 19-16,-4-4 12 0,-2-4 14 15,3 5 14-15,-3-5 2 0,0 0 0 0,0 0-28 16,0 0 0-16,18-14-5 0,-12 4-2 0,1-1-9 15,0 0-4-15,2-6-7 0,0-1-14 0,3-7 1 16,-6 6-5-16,3-6-7 0,3-3-3 0,0 2-2 0,0-2-14 16,1 1-13-16,-2 2-30 0,-2 6-5 15,1 3-42-15,2 1-28 0,-3 1-32 0,1 6-37 0,-1 1-25 16,-5 3-34-16,5 1-15 0,-9 3-4 16,0 0-19-16,16 14-16 0,-12-4-199 0,-3 9-524 15,-1 7 232-15</inkml:trace>
  <inkml:trace contextRef="#ctx0" brushRef="#br0" timeOffset="-7465.78">25198 3347 216 0,'0'0'257'0,"0"0"15"16,0 0 6-16,0 0-16 0,0 0-18 0,0 0-21 16,15-17-25-16,-9 7-7 0,-1 0-13 0,3-5-10 15,2-2-8-15,3-4-14 0,-3 7-8 0,3-10-13 16,2 3-15-16,-3 4-7 0,-3-2-11 0,4-2-2 15,-2 4-11-15,-6 0-9 0,3 2-9 0,-1 1 6 16,-2 4-3-16,-2 2-4 0,-3 8-4 0,6-14 5 16,-6 14-5-16,4-9-7 0,-4 9-17 0,3-7 0 15,-3 7-6-15,0 0 3 0,0 0-5 0,0 0-11 16,0 0 3-16,0 0-3 0,0 0-1 0,-16 29 0 16,13-20-13-16,-3 1-16 0,3 0-3 0,-1 0-6 15,4 1 6-15,0 1-9 0,0 0-5 0,4-2 0 16,-1 3 0-16,3-4 0 0,4 7 9 15,3-2-1-15,1-3-1 0,-1 2 5 0,1-1 2 16,-1 0 2-16,-4-2-1 0,0-1 1 0,-2 0 8 0,1-1-8 16,1 1 3-16,-5 1 6 0,2-5 0 0,-6 2 0 15,2 0 5-15,-2-7 5 0,0 11-2 0,0-11-2 16,-8 11 5-16,2-6-1 0,-3 0-7 0,1-1-12 16,-4 0-18-16,3 0-40 0,-1-2-42 15,10-2-48-15,-17 0-97 0,17 0-254 0,-21-11-561 16,15 5 248-16</inkml:trace>
  <inkml:trace contextRef="#ctx0" brushRef="#br0" timeOffset="-7290.07">25738 3185 208 0,'0'0'377'16,"9"0"-21"-16,-9 0-16 0,0 0-2 0,8 0-8 15,-8 0-18-15,0 0-11 0,0 0-27 0,0 0-27 16,0 0-25-16,0 0-26 0,10 0-22 0,-10 0-32 15,0 0-60-15,0 0-60 0,0 0-74 0,7-4-73 16,-7 4-94-16,0 0-119 0,0 0-194 0,0 0-575 16,8-13 255-16</inkml:trace>
  <inkml:trace contextRef="#ctx0" brushRef="#br0" timeOffset="-6415.9">25812 3424 174 0,'7'-7'203'0,"4"-1"-5"0,2-3-14 15,-1 0-10-15,-1-2-14 0,2-1-8 0,-1-2-7 16,1 0-5-16,3-5-7 0,-1-1-8 0,-6 4-4 15,1 3 5-15,-2-3 4 0,-1-1-6 0,-3 2-7 16,4 2-7-16,-6 3 11 0,2 0-4 0,-2 2 0 16,-1 0-10-16,-1-1-3 0,0 3 4 0,0 8-10 15,0-13-10-15,0 13-10 0,-3-6-6 0,3 6-28 16,0 0 13-16,0 0-9 0,0 0-5 0,0 0-2 16,-16 18-9-16,8-4 5 0,1 2-11 0,0 0 0 15,2 1 2-15,-1-1-7 0,3 1-10 0,4-4 3 16,-1 2-5-16,4-3-15 0,5 4-27 0,0-3-23 15,4-1-34-15,3-2-30 0,2-2-44 0,4-2-43 16,8-2-48-16,-1-1-43 0,-9-3-158 0,2-3-494 16,-3-2 219-16</inkml:trace>
  <inkml:trace contextRef="#ctx0" brushRef="#br0" timeOffset="-6268.72">26109 2939 108 0,'-7'-2'181'16,"2"-1"-17"-16,-2-2-15 0,7 5-20 0,-8-5-66 16,8 5-47-16,0 0-41 0,0 0-41 15,0 0-55-15,0 0-129 0,0 0 58 0</inkml:trace>
  <inkml:trace contextRef="#ctx0" brushRef="#br0" timeOffset="-6041.94">26367 2920 26 0,'10'1'224'0,"-10"-1"-18"16,0 0-13-16,0 0-17 0,0 0-19 0,6 4-8 15,-6-4 6-15,2 16-1 0,-2-1 3 0,0 3 5 16,0 11 2-16,-4 4-10 0,-2 13-1 0,4-1-8 16,-2-10-9-16,2 10-7 0,-1 1-7 0,1-17-15 15,2 0-7-15,0 1-23 0,-4-2 5 0,2 1-7 16,0-2-7-16,0 1-8 0,4-2-7 0,-2-7-29 15,0 7-32-15,2-9-38 0,0 1-43 0,-2-5-55 16,4-2-68-16,-4 1-65 0,2-1-162 0,-2-11-475 16,0 0 209-16</inkml:trace>
  <inkml:trace contextRef="#ctx0" brushRef="#br0" timeOffset="-5837.68">26596 3288 191 0,'2'-9'260'15,"1"4"-2"-15,-3 5-5 0,2-9-20 0,-2 9-24 16,0-6-25-16,0 6-18 0,0 0-9 0,0 0 2 16,0 0-11-16,2 29 9 0,-2-10-7 0,-2 6-18 15,2 0-8-15,-4 0-16 0,3-5-7 16,1 5-8-16,-2-5-11 0,0-1-9 0,2 0-22 16,0-3-34-16,0 0-29 0,0-3-35 0,-3 3-22 15,1-6-33-15,0 1-52 0,2-1-66 0,-3-3-231 16,-3 0-488-16,6-7 217 0</inkml:trace>
  <inkml:trace contextRef="#ctx0" brushRef="#br0" timeOffset="-5631.67">26598 3233 183 0,'7'-6'204'0,"2"-1"-10"0,-3 4-18 0,0 0-12 16,-6 3-10-16,13 0-11 0,-13 0-3 0,10 9 2 15,-2-2 0-15,-4 1-5 0,-2 2-9 0,1 2-8 16,-1 1-8-16,-4 3-13 0,2 2-6 0,-5-1-9 16,1 1-4-16,-1-3-19 0,-2 2-30 0,-2-2-37 15,-1 0-41-15,-2-3-63 0,1 0-62 0,-1-1-204 16,1-4-406-16,2-2 179 0</inkml:trace>
  <inkml:trace contextRef="#ctx0" brushRef="#br0" timeOffset="-5277.68">26959 3176 153 0,'3'-3'297'16,"-3"3"18"-16,7-5-21 0,-7 5-34 0,4-6-28 16,-4 6-24-16,0 0-27 0,0 0-17 0,0 0-16 15,9 12-13-15,-7-4-8 0,3 3-11 16,-1 3-10-16,-1-2-12 0,2 5 4 0,-1-1-15 15,0-1-11-15,3 2-4 0,-3-1-10 0,0-2-7 16,0-1 0-16,2-3-6 0,-2 2-4 0,1-4-1 0,-1 1-4 16,1-2-1-16,-3-2-6 0,3 1 2 0,-1-2 1 15,-4-4 1-15,0 0 16 0,0 0 23 0,5 11 6 16,-5-11 13-16,0 0-5 0,0 0-5 16,0 0-9-16,0 0-10 0,22-17-6 0,-17 8-6 15,6-5 1-15,-1-1-8 0,-2 1-4 0,3-3-6 16,-2 2 1-16,5-8-7 0,-8 8-5 0,5 0-12 15,-3-2-27-15,-2 0-25 0,0 4-21 0,-1 2-26 0,-1 0-35 16,2 1-35-16,-4 1-37 0,-2 9-40 16,6-14-51-16,-4 10-48 0,-2 4-173 0,0 0-548 15,3-9 243-15</inkml:trace>
  <inkml:trace contextRef="#ctx0" brushRef="#br0" timeOffset="-5021.68">27245 3249 39 0,'-2'7'161'0,"2"1"7"15,-2-1-1-15,2-7 7 0,-5 12-2 0,5-6-12 16,0-6-8-16,-1 9-14 0,1-9-8 0,1 10-6 16,-1-10-7-16,0 9 2 0,5-5 3 0,-5-4-2 15,7 6-4-15,1-3-3 0,-1-3-12 0,7 2 6 16,-3-4-11-16,1 2-1 0,2-3-2 0,-1 0-5 16,-1-2 5-16,-3 0 7 0,2-2-11 0,-3-2-3 15,-2-1-10-15,-1-1-7 0,-4-2-9 0,-1-4-7 16,1-1-1-16,-5 3-7 0,-3-1-8 0,-1 6-11 15,-1-3-14-15,-3 2-8 0,0 6-18 0,-1-5-21 16,-4 4-19-16,0 3-23 0,-1 2-27 0,-9 3-30 16,7 2-46-16,4 2-47 0,1 2-50 0,-2-2-152 15,7 0-465-15,5-1 206 0</inkml:trace>
  <inkml:trace contextRef="#ctx0" brushRef="#br0" timeOffset="-4785.74">27568 3079 50 0,'0'-13'292'16,"3"4"31"-16,-2 1-2 0,0 1-9 0,-1 7-28 15,2-14-22-15,-2 14-17 0,0-5-39 0,0 5-4 16,0 0-26-16,0 0-36 0,0 0 4 16,0 0-15-16,0 0-9 0,10 23-11 0,-8-8-12 15,2 3-10-15,-2 0 6 0,1 6-19 0,0-4-9 16,0 4-8-16,-1-4 0 0,3 0-9 0,-1-4-13 15,-1 1-30-15,-1-2-32 0,0-2-45 0,-2 0-43 0,3-1-35 16,-2-1-49-16,-1-3-60 0,2-1-53 16,-2-7-155-16,-3 10-505 0,3-10 224 0</inkml:trace>
  <inkml:trace contextRef="#ctx0" brushRef="#br0" timeOffset="-4571.74">27771 3049 81 0,'4'-6'255'0,"-4"0"-3"16,0 6-11-16,4-10-26 0,-4 10-25 0,0 0-21 16,0 0-10-16,0 0 12 0,0 0 5 0,1 39-7 15,-2-20-15-15,-3 1-7 0,2 8-10 0,0-2-12 16,0 0-10-16,2-6-5 0,0-1-18 0,-3 6-7 16,2-7-6-16,-3 0-19 0,2-2-26 0,4 0-31 15,-2-3-38-15,0-1-39 0,0-3-39 0,0-1-49 16,0-1-41-16,0-7-39 0,0 11-157 0,0-11-432 15,0 0 193-15</inkml:trace>
  <inkml:trace contextRef="#ctx0" brushRef="#br0" timeOffset="-3515.47">27674 3201 78 0,'0'0'136'0,"0"0"-4"0,11-6-3 0,0 2-3 16,3 2-13-16,5-2-7 0,4 2 6 0,5 0-8 15,0-1-9-15,0-1-3 0,-1 1-10 16,0 0-9-16,-5 1-2 0,1 1-8 0,-3-2 1 16,1 3-2-16,-6 0-8 0,-2-2-5 0,-1 2 0 15,-5 0 1-15,-7 0 10 0,12-1 0 0,-12 1-2 16,10 1-3-16,-10-1 3 0,2 4-1 0,-2-4 8 0,0 0 15 16,-5 15-7-16,-2-5-2 0,-2-1 1 15,-2 5-5-15,-3-2-6 0,3 2-5 0,1-4-6 16,2-2-4-16,2 3-6 0,0-3-7 0,1 1-7 15,1 1 5-15,-1-4-4 0,2 1-4 0,3 0-1 16,0-7-1-16,0 13-3 0,0-13-2 0,5 7 1 16,0-3-3-16,5-3 2 0,-2 1-6 0,3-2-3 15,-2-2 3-15,1-1-6 0,3-1 3 16,-4 0-2-16,-3 1-2 0,3-3-1 0,0-3 0 0,-2 1-1 16,-1 0 2-16,-2-1-1 0,1-2-3 0,1 2 4 15,-4-3-3-15,0 5 2 0,0-5-5 0,0 3 4 16,-2 9 1-16,0-11-5 0,2 6 3 0,-2 5-6 15,0 0-2-15,2-9-6 0,-2 9 4 0,0 0-2 16,0 0 5-16,0 0-3 0,0 0 3 0,6 17-3 16,-5-10 7-16,1-1-3 0,0 1 3 0,5 2 1 15,-5-2 1-15,5 2 3 0,-2-5 1 16,4 3-2-16,3-2 6 0,5-1-4 0,4-2 1 16,-1 1-1-16,2-3 0 0,0-2 0 0,-1 1 1 0,0-4-1 15,0 3 1-15,-1-4 1 0,-2 0 3 0,-6 1 1 16,0-2 8-16,-2 3 2 0,0-3 4 15,-2-1 4-15,0-1-3 0,-3 1 1 0,0-2 1 0,-1 1 2 16,-3-1 8-16,0 1-1 0,-1 3-3 16,0 6 0-16,-1-14 4 0,1 14-3 0,-3-10-8 15,3 10 3-15,-7-8-9 0,7 8-2 0,-13 1 0 16,13-1-7-16,-27 11-2 0,10-2 4 0,2 3-1 0,2-3-6 16,-1 3-1-16,5-2 2 0,3-1-8 15,-2 1-2-15,3-4-9 0,0 2 4 0,4 0-11 0,-2-1 1 16,3-7 3-16,1 11-2 0,-1-11 5 15,3 8-2-15,2-5 6 0,-5-3-3 0,9 4-1 16,-1-2 5-16,-8-2 1 0,10-2 5 0,-10 2 5 16,13-2-8-16,-7-1 4 0,1 1-1 0,-7 2-2 15,11-7-1-15,-5 6 4 0,-6 1-5 0,9-5-2 16,-9 5 6-16,8-3-7 0,-8 3-1 0,5-3-7 16,-5 3 7-16,0 0-2 0,9 12 2 0,-5-3-1 15,-2 8 0-15,2 2 8 0,1 4-3 0,1 7 4 16,-1 1 3-16,0-1 3 0,-1 3 4 0,-3 1 2 15,3-1 3-15,-4 0 4 0,4 2-4 0,-3 0 1 16,0-3-1-16,-1-2 4 0,-1 2-1 0,-2-2 0 16,1-2-1-16,-1-2-1 0,-1-7 0 0,-3-1 0 15,-1-1 0-15,-1-7 0 0,-4 2-3 0,-2-4-1 16,-2 1-7-16,5-5-1 0,-6-1-11 0,0-1 4 16,0-2-13-16,5-4-1 0,-3-1-12 0,3-2 1 15,-1-5-13-15,5-2 0 0,0-3-1 0,-3-7-2 16,6-2 4-16,6-1-3 0,4-2 4 0,4 0 4 15,5 0 3-15,5-2 1 0,10-12 6 0,-6 15-1 16,13-11 2-16,0 5 2 0,0-1-1 0,-8 10 2 16,-3-3 1-16,4 4 7 0,-2-3 2 0,-2 3-4 15,-2-1 5-15,-2 2 8 0,-2 2-3 0,-1-1 12 16,-7 6 2-16,-1 1 6 0,-1 1 8 16,-5 2 2-16,-1 1 13 0,3-2 15 0,-3 4-4 0,-2 3-3 15,0 6 3-15,-2-12-3 0,2 12-6 0,-8-6-2 16,8 6-4-16,-19 5-6 0,5 0-4 0,0 4-2 15,-4 5-1-15,-5 1 1 0,9 1-5 16,2-2-5-16,1 1-12 0,2 3-9 0,5 0-20 0,4 1-23 16,1-2-39-16,6 1-37 0,7-5-50 15,6 1-79-15,5 1-192 0,6-6-488 0,3-4 217 16</inkml:trace>
  <inkml:trace contextRef="#ctx0" brushRef="#br0" timeOffset="-2982.64">28966 2905 2387 0,'8'-18'-144'0,"0"0"154"0,-2 2 24 16,-1 2 34-16,0 5 36 0,-5-2 3 0,3 1 9 15,-2 0 9-15,0 5-13 0,-1 5 4 0,1-13-3 16,-1 13 4-16,2-7-19 0,-2 7-2 0,1-6-17 16,-1 6 1-16,0 0-21 0,0 0 0 0,0 0 14 15,0 34-9-15,-1-8 2 0,1 5 7 0,-3 5 4 16,2 19-5-16,0 5 4 0,1-2 0 0,0 25 0 16,-3-24-3-16,4 0 1 0,2-1-4 0,-8 0-2 15,2-1 2-15,1-2 2 0,2-3 1 0,1 4-5 16,-1-8-2-16,-2 1 1 0,2-1-6 0,-2-13-5 15,2 10 0-15,-1-11-7 0,4-2-3 0,-5 0-4 16,-2-3-3-16,3-3-5 0,1-7 0 16,-1 0-3-16,0-1-5 0,-1-2 0 0,1-5-4 0,0-1 2 15,1-10-14-15,2 13-16 0,-2-13-14 0,0 0-21 16,0 0-34-16,0 0-62 0,0 11-72 0,0-11-98 16,0 0-84-16,0 0-353 0,8-45-805 15,-5 18 356-15</inkml:trace>
  <inkml:trace contextRef="#ctx0" brushRef="#br0" timeOffset="-1433.37">29408 3602 170 0,'3'-7'202'15,"-3"7"0"-15,0 0 2 0,1-10 0 0,-1 10-10 16,0 0-5-16,1-7-5 0,-1 7-2 0,0 0 1 15,2-7-8-15,-2 7 0 0,0 0-13 0,0 0-11 16,-3-11-14-16,3 11-3 0,0 0-15 0,0 0-3 16,0 0-12-16,0 0-25 0,0 0 8 0,-1-8-8 15,1 8-12-15,0 0-4 0,0 0-4 0,0 0 2 16,0 0-23-16,0 0 1 0,0 0-6 0,0 0-4 16,0 0-13-16,0 0 7 0,0 0 2 0,0 0-5 15,0 0-1-15,0 0-6 0,0 0 0 0,0 0-2 16,0 0-4-16,0 0-2 0,0 0 2 0,0 0-2 15,0 0-8-15,0 0 12 0,0 0-4 0,0 0-1 16,0 0-14-16,0 0 15 0,0 0-1 0,0 0 1 16,0 0 0-16,0 0 1 0,0 0-9 0,0 0 7 15,0 0-15-15,0 0 25 0,0 0-12 0,0 0 3 16,0 0-4-16,0 0-1 0,0 0-4 0,0 0 4 16,0 0 8-16,0 0-4 0,0 0-7 0,0 0 2 15,0 0 2-15,0 0-3 0,0 0 6 0,0 0-7 16,0 0 5-16,0 0-1 0,0 0-1 0,0 0 3 15,0 0-1-15,0 0 4 0,0 0-1 0,0 0 7 16,0 0-12-16,0 0 2 0,0 0-1 0,0 0 1 16,0 0-9-16,0 0 14 0,0 0-6 0,0 0 1 15,0 0-13-15,0 0 19 0,0 0-5 0,0 0 4 16,0 0 2-16,0 0-1 0,0 0-2 0,0 0 0 16,2-9-7-16,-2 9 14 0,0 0-6 0,0 0 1 15,0 0 5-15,0 0 2 0,0 0-5 0,0 0 2 16,0 0 8-16,0 0-1 0,0 0-6 0,0 0-8 15,0 0 16-15,0 0-3 0,0 0-3 0,0 0-13 16,0 0 15-16,0 0-6 0,0 0 2 0,0 0-8 16,0 0 9-16,0 0 1 0,0 0-9 0,0 0 5 15,0 0 1-15,0 0-4 0,0 0-7 0,0 0-3 16,0 0 4-16,0 0-2 0,0 0-5 0,0 0 5 16,0 0 2-16,0 0-5 0,0 0 6 0,0 0-3 15,0 0-2-15,0 0 7 0,0 0-5 16,-14 20 1-16,9-17-7 0,5-3-13 0,-7 7 16 15,4-2 4-15,-1 1-8 0,-1 1 10 0,0 0-6 0,-1 2 3 16,1-1-13-16,-1 4 14 0,1-3-3 0,0 1 4 16,0 1-4-16,0-2 4 0,1 2-5 0,3-3 3 15,-2 3 5-15,3-5-5 0,0-6 1 0,2 13 2 16,0-4-14-16,-1-3 15 0,4 1 2 16,-5-7 0-16,9 13 9 0,-1-7-4 0,-1-3-8 15,1 1 10-15,1-1 1 0,-9-3-25 0,21 4 20 16,-14-4 4-16,-7 0-4 0,17 0 2 0,-5-2-2 0,-3-2 5 15,-9 4-6-15,17-9 12 0,-9 1-11 16,-1 0-1-16,0-1 5 0,1 0-3 0,-2-2 4 0,1 0-8 16,-4-6 0-16,1 1-1 0,0-1 1 15,-1 1 2-15,-4 0-3 0,1 0 2 0,-3 0-8 16,2 3 2-16,-2 3-2 0,-2-3 4 0,1 2-9 16,-1 2 6-16,0 1-3 0,-1 1-11 0,0 3-7 0,0 0-18 15,-4 4-10-15,-3 0-19 0,0 1-23 16,-5 4-28-16,7 0-29 0,-6 2-40 0,7 3-39 0,1-3-56 15,0 1-43-15,3 2-179 0,3-3-548 16,3-7 243-16</inkml:trace>
  <inkml:trace contextRef="#ctx0" brushRef="#br0" timeOffset="-1165.83">29674 3483 160 0,'4'-9'248'0,"-2"-1"7"0,-2 3 8 15,-1-1 12-15,0-3 4 0,1 11-11 0,-4-13-17 16,4 13-20-16,-4-6-23 0,4 6-14 0,-2-6-25 16,2 6-21-16,0 0-18 0,0 0-15 0,0 0-12 15,0 0-2-15,0 0-5 0,-5 38-26 0,2-14 25 16,-2 2-17-16,4 3-6 0,-3-3-4 0,0 2-10 16,-1-1-4-16,4 0-3 0,-3 0-22 15,0-3 15-15,3 5 4 0,-2 2-8 0,2-4-6 0,1-7-5 16,-1 4-22-16,-1-4-18 0,2 4-31 0,0-6-35 15,0-2-25-15,2-3-27 0,-1-1-31 0,-1-3-40 16,1 1-54-16,-1-10-44 0,3 13-202 0,-3-13-542 16,0 0 241-16</inkml:trace>
  <inkml:trace contextRef="#ctx0" brushRef="#br0" timeOffset="-945.92">29906 3702 191 0,'2'-10'243'15,"1"3"-6"-15,-1 2 4 0,-2 5 4 16,4-10-3-16,-4 10-25 0,0-7-12 0,0 7-25 16,0 0-23-16,0 0-15 0,0 0 2 0,0 0 1 15,0 0-3-15,-2 33-10 0,-2-19-13 0,1 3-9 16,2 2-10-16,-4 1-26 0,1-1 10 0,-1 0-8 16,0 0-8-16,1-1-9 0,1 1-20 0,-1-1-30 15,2 0-29-15,-1-3-32 0,1-2-34 0,-1-3-32 16,2 0-45-16,-2-1-54 0,3-9-45 0,-4 13-186 15,4-13-484-15,-10 9 214 0</inkml:trace>
  <inkml:trace contextRef="#ctx0" brushRef="#br0" timeOffset="-711.75">29900 3651 118 0,'9'-9'177'16,"3"0"5"-16,-3 3-3 0,0 2-5 0,-2 0-8 15,1 0-11-15,-2 3-9 0,-6 1-14 0,13 1-12 16,-6 1-8-16,-1 2-8 0,2 3 2 0,-3 2-1 16,-1 1 2-16,0 0-5 0,-3 2-1 0,0-1-8 15,-1 0-9-15,-1 0-7 0,-3 2-4 0,0-1-9 16,-2-2-3-16,-1 0-3 0,-4 3-8 0,2 0-22 16,1-5-25-16,-3 0-37 0,4-1-30 0,-2-1-46 15,3-2-55-15,6-4-48 0,-13 4-170 0,13-4-412 16,0 0 182-16</inkml:trace>
  <inkml:trace contextRef="#ctx0" brushRef="#br0" timeOffset="-157.66">30313 3529 154 0,'0'0'250'0,"-5"-12"4"0,5 12-14 16,-4-12-5-16,2 5-10 0,2 7-13 0,-6-7 0 15,4 1 5-15,2 6-14 0,-3-7-1 0,3 7-20 16,0 0-20-16,-5-7-16 0,5 7-13 0,0 0-15 16,0 0-14-16,0 0-17 0,0 0-8 0,0 0-16 15,0 0-2-15,0 0-5 0,0 0-8 0,0 0-6 16,7 31 3-16,-5-16-7 0,1 2-2 0,-1 1-7 16,1 0 1-16,0-1-5 0,2 1 1 0,-3-2-12 15,1-1 6-15,-2-2 2 0,4-1-9 0,-2 0 2 16,0-1-3-16,0 0-4 0,2-1 2 0,-1 1-1 15,3-4 3-15,-1 3 0 0,-1-1-2 0,-1-4 1 16,1 3 2-16,-5-8 1 0,6 7-1 16,-6-7 10-16,5 6 9 0,-5-6 4 0,0 0 13 15,0 0-3-15,0 0-4 0,23-16-3 0,-17 7 1 0,0-2-2 16,0 0-3-16,3-6 4 0,-1-2-8 0,3-3-3 16,-2-2-3-16,2 2-1 0,3-4-3 15,-3 2-3-15,1 2-2 0,-2 6-4 0,-1 1-4 16,-3-1-12-16,2 5-21 0,-3 2-21 0,-1 0-22 15,1 0-29-15,-3 4-30 0,0-1-35 0,-2 6-35 16,2-8-33-16,-2 8-22 0,0 0 7 0,0 0-14 16,0 0-4-16,0 0-196 0,0 0-496 0,0 0 220 0</inkml:trace>
  <inkml:trace contextRef="#ctx0" brushRef="#br0" timeOffset="94.77">30557 3598 80 0,'0'0'102'0,"-1"13"21"16,1-13 5-16,-3 13 4 0,2-9 1 0,1-4 0 15,-1 13-3-15,1-13-9 0,0 9-9 0,0-9-3 16,1 10 7-16,0-5-4 0,-1-5-5 0,3 8-4 16,-3-8-8-16,4 6-3 0,1-3 5 0,1 0 3 15,2-3 1-15,2 0-6 0,3 0-8 0,-3 0 1 16,1-3-4-16,0 1 6 0,-1-3-2 0,1 0-5 16,-1 1-2-16,-3-1 7 0,1-3-2 0,-2 1-9 15,2-2-8-15,-4-1-8 0,0 0-3 0,-3 4-11 16,0-3-3-16,-2-2-3 0,-2 3-15 0,3 8-12 15,-4-14-17-15,2 8-20 0,-7-1-27 0,1 1-24 16,-2 4-32-16,-4 1-35 0,3 1-40 0,-2 1-38 16,0 0-45-16,-4 2-148 0,3-2-447 0,4 1 198 15</inkml:trace>
  <inkml:trace contextRef="#ctx0" brushRef="#br0" timeOffset="339.37">30847 3406 151 0,'0'0'305'16,"5"-9"0"-16,-5 9-25 0,0 0-23 15,4-12-28-15,-4 12-27 0,0 0-25 0,0 0-18 16,0 0-17-16,0 0-10 0,0 0-14 0,0 0 4 16,8 31-15-16,-5-14-7 0,-5-1-6 0,4 1-7 0,-2 0 0 15,-2 0-10-15,2-5 3 0,0 6-17 16,3-1-4-16,-3 0-4 0,2 0-5 0,0 0-7 15,-1-6-8-15,4 1-20 0,-5 0-34 0,1-1-42 16,1-2-38-16,-2-9-43 0,0 0-43 0,5 19-52 16,-5-19-228-16,0 0-504 0,0 0 223 0</inkml:trace>
  <inkml:trace contextRef="#ctx0" brushRef="#br0" timeOffset="566.62">31061 3410 148 0,'0'0'237'0,"6"-11"-4"0,-3 8-9 0,-3 3-23 0,2-5-23 16,-2 5-19-16,0 0-6 0,0 0-2 0,4 18 9 15,-1-6-3-15,-2 4-14 0,0-1-12 0,1 2-5 16,-2-1-10-16,1 0-4 0,-2 2-14 16,2-3-7-16,0 1-16 0,0 0-2 0,-1-1-10 0,0-5-12 15,2 2-19-15,-1-2-33 0,1 0-36 0,-2-10-33 16,0 0-32-16,4 20-32 0,-4-20-36 15,0 0-32-15,0 12-21 0,0-12-140 0,0 0-392 16,0 0 174-16</inkml:trace>
  <inkml:trace contextRef="#ctx0" brushRef="#br0" timeOffset="1599.34">31015 3564 61 0,'1'-11'122'0,"-1"11"-10"0,9-7 3 15,-1 2-3-15,2 1-4 0,3 0-2 0,5-1 8 16,1 0-13-16,1-1-8 0,7 0-8 0,-7 2-2 15,10-1-14-15,-8 1 1 0,-3 1-4 0,2-1-5 16,-1 4-1-16,-8-3-2 0,0 2 7 0,1-1 0 16,-13 2 3-16,14-4 7 0,-14 4 7 0,10-2 7 15,-10 2 0-15,0 0 2 0,0 0-2 0,0 0-13 16,0 0-6-16,0 0-8 0,0 0-3 0,0 0-6 16,-26 22 1-16,15-14-5 0,1 0 0 0,-5 3-6 15,5-3-1-15,0 2-8 0,5-3-3 16,-2 3-2-16,0-2-4 0,2 0-1 0,2 2-1 0,-1-3-4 15,4-7-1-15,-2 13 0 0,2-13-3 0,0 0 4 16,5 15-2-16,-5-15-2 0,9 6 4 0,-9-6-5 16,14 3 6-16,-14-3-10 0,15 0 6 0,-15 0-6 15,16-5 0-15,-16 5 0 0,11-5 2 16,-11 5-4-16,11-9 2 0,-1 4-1 0,-10 5 1 0,10-14-7 16,-6 8 1-16,0-1-4 0,-4 7 3 15,6-12 3-15,-2 6 2 0,-4 6 4 0,5-9-4 16,-5 9-1-16,0 0-3 0,0 0-3 0,4-9-7 15,-4 9 4-15,0 0-1 0,0 0-3 0,0 0 5 16,0 0-5-16,0 0 5 0,0 0 0 0,6 21-3 0,-6-21 1 16,7 8 3-16,-3-1 1 0,-4-7 3 15,10 7-3-15,-4-4 6 0,3 0-1 0,2 0 0 16,-11-3 4-16,18 0-6 0,-5 0 0 0,-1 0 3 16,-12 0-2-16,21-3-4 0,-10-1 7 0,-5 1-3 15,-6 3-2-15,17-9 1 0,-11 4 4 0,0 0-3 16,0-1 7-16,-6 6 5 0,8-11 0 0,-3 2 4 15,-5 9 7-15,3-14 10 0,-2 6-3 0,-1 8-3 16,2-11-1-16,-2 11-2 0,0 0 3 0,-2-15-11 16,2 15-1-16,0 0-6 0,0 0-1 0,-6-8 4 15,6 8-11-15,0 0 0 0,0 0-1 0,-23 11 0 16,23-11 1-16,-14 12-5 0,9-8-9 0,0 2 6 16,5-6-12-16,-8 11-3 0,8-11-4 0,-6 8-1 15,6-8 6-15,-7 10 2 0,7-10-2 0,0 0 1 16,0 13 4-16,0-13-2 0,0 0 2 0,-2 10 1 15,2-10 0-15,0 0-1 0,0 0 2 0,0 0-2 16,7 10 1-16,-7-10 2 0,5 6 1 0,-5-6-8 16,3 10 6-16,-3-10 6 0,6 13-5 0,-2 0 0 15,0-3 3-15,4 7-3 0,-3 1 2 0,4 8 3 16,-3-7 2-16,1 9 1 0,3 1-2 0,-1 4 2 16,-3-6 0-16,-1 6 0 0,3-5-1 0,-2 1 1 15,1-3-1-15,-2 0 2 0,-1 0 5 0,-4-7-5 16,1-2 0-16,-3 1 2 0,-2-2 0 0,1-4 1 15,-5-2 3-15,-1-3-1 0,-2 1-5 0,-6 0 7 16,-1-5-5-16,4-1 7 0,0-1-4 0,14-1 4 16,-36-6-5-16,25 2 1 0,0-2 0 0,2-3 0 15,0-1-8-15,3 0 1 0,-1-1 0 16,4-2 4-16,5-5-8 0,0 0-7 0,6-1-12 16,3-5-7-16,2-2 2 0,5 4-7 0,2-1-1 15,2-3 0-15,2 3-1 0,3 1-4 0,-3-1-2 0,3-1 6 16,-2 3-1-16,-1-2 7 0,0 2 2 0,-1 2 1 15,-2-1 3-15,-2 2 3 0,-6 1 4 0,-2 3-1 16,1-2 37-16,-1 0-3 0,-6 0-8 16,2 0 8-16,-4 0 1 0,1 5-12 0,-2 0 21 15,-4 0 6-15,2 3-3 0,0 8 6 0,0 0-7 16,-4-18 4-16,4 18-3 0,-9-6-3 0,9 6-4 16,-15 2-1-16,15-2-2 0,-25 8 2 0,9 2-1 0,0-1-1 15,-1 2-10-15,2 1 11 0,2 1-4 16,3 0-1-16,0-1 4 0,4 0-6 0,4-1 4 15,2-11-3-15,0 23-3 0,4-12 0 0,2-2-21 16,4 0-17-16,4 2-41 0,5-4-41 0,1 2-48 16,7-4-36-16,1 1-51 0,-7-3-206 0,0-1-489 15,-3 1 217-15</inkml:trace>
  <inkml:trace contextRef="#ctx0" brushRef="#br0" timeOffset="1772.96">31959 3609 95 0,'0'0'235'0,"0"0"-10"0,0 0-6 0,0 0-1 16,0 0-2-16,0 0 3 0,0 0 6 0,-2-14 1 16,2 14-10-16,0 0-25 0,0 0-20 0,0 0-26 15,0 0-7-15,0 0-34 0,3-10-16 0,-3 10-40 16,12-2-45-16,-12 2-52 0,17-4-46 0,-17 4-41 16,19-2-62-16,-10-1-51 0,-9 3-128 0,0 0-406 15,0 0 180-15</inkml:trace>
  <inkml:trace contextRef="#ctx0" brushRef="#br0" timeOffset="1921.33">31941 3650 72 0,'0'0'149'0,"-13"9"2"0,13-9 6 0,-6 4 6 0,6-4 3 15,0 0 8-15,-5 7-2 0,5-7-10 16,0 0-15-16,0 0-9 0,0 0-5 0,0 0-5 16,0 0-12-16,19 8-12 0,-1-6-15 0,0-3-30 15,1 0-34-15,0 0-45 0,3-2-36 0,5-1-57 16,-4 0-53-16,-5 1-159 0,0-1-353 0,3-2 156 15</inkml:trace>
  <inkml:trace contextRef="#ctx0" brushRef="#br0" timeOffset="3084.02">32368 3457 123 0,'0'0'222'0,"3"-12"-2"15,-3 12-3-15,0 0-8 0,0 0-16 0,2-6-19 16,-2 6-23-16,0 0-7 0,0 0-1 0,0 0 1 15,-21 23-1-15,7-9-3 0,2 2-4 0,-3-1-4 16,2-1-13-16,0 1-21 0,0-1 1 0,4 0-6 16,1 1-12-16,1-5-2 0,3 1-3 0,0-1-11 15,0 1-6-15,4-11-4 0,-1 20-10 0,1-20-3 16,4 15-15-16,-4-15-16 0,13 13-29 0,-3-8-18 16,2 1-25-16,4-2-21 0,-2-3-22 15,3 2-14-15,-3-3-12 0,-14 0-11 0,25-1-3 0,-13-1-9 16,2-1-4-16,-2 0-2 0,-2-2 4 15,3 0 6-15,-4-1 7 0,-2-2 17 0,3 0 9 0,-1 0 23 16,-1-1 15-16,-1 2 30 0,0-3 13 16,-2 2 21-16,-1-4 9 0,2 6 21 0,-2 0 15 15,-4 6 16-15,5-11 19 0,-5 11 9 0,4-8 16 16,-4 8 5-16,4-6 2 0,-4 6-7 0,0 0-4 16,0 0 6-16,0 0 8 0,0 0 11 0,0 0 1 15,0 0-2-15,-20 28-14 0,14-19-10 0,0 0-10 16,0 0-1-16,1 1-10 0,1 1-5 0,0 0-5 15,0-3-6-15,4-8-5 0,-1 17-5 0,2-7 0 16,3-1-1-16,-4-9-5 0,10 15-5 0,-1-7-1 16,3-2-1-16,0-2-8 0,2 0-1 0,-2-1-10 15,3-2 2-15,-2 1-6 0,0 0 3 0,-13-2 0 16,20-2 2-16,-11-1-4 0,3-3-5 0,-5 1 3 16,2-1-3-16,-1 1-3 0,-3-2 5 0,-1 0-1 15,0-2-1-15,0-1-3 0,-2 1-2 0,0-4-4 16,-1 4 0-16,0-5 2 0,2 2-1 0,-3 3 3 15,2-2 2-15,-1 3-4 0,-1 8 3 0,3-14 2 16,-2 10 5-16,-1 4 2 0,0-9-1 0,0 9 1 16,0 0-5-16,4-10-3 0,-4 10-1 0,0 0 0 15,0 0 2-15,0 0 1 0,0 0 4 0,0 0 1 16,0 0-2-16,0 0-2 0,0 0 0 0,52 42 3 16,-52-42-3-16,0 0-8 0,15 28 13 0,-15-28 2 15,0 0 1-15,11 26 4 0,-11-26 6 0,0 0-8 16,0 0 6-16,9 24-8 0,-9-24 7 0,0 0-1 15,0 0 2-15,0 0 6 0,0 0 12 0,0 0 2 16,0 0 17-16,0 0 9 0,0 0-7 0,0 0 5 16,0 0-7-16,0 0 1 0,0 0-8 0,0 0 2 15,0 0-7-15,0 0-7 0,0 0 3 0,0 0-8 16,0 0-6-16,0 0 1 0,0 0-1 0,0 0-3 16,42-61-14-16,-42 61 8 0,24-28-11 0,-12 12 4 15,-12 16 3-15,27-24-2 0,-27 24-7 0,21-14-9 16,-21 14-6-16,0 0 5 0,27-16 6 15,-27 16-15-15,0 0 5 0,0 0 0 0,0 0 3 16,0 0 3-16,0 0-3 0,0 0-1 0,0 0 4 16,43 37 2-16,-43-37 3 0,0 0-2 0,6 31 0 15,-6-31-5-15,0 0 5 0,5 29-1 0,-5-29 2 16,0 0 5-16,0 0 0 0,0 0-3 0,8 31 1 0,-8-31 4 16,0 0-2-16,0 0 11 0,0 0-1 15,0 0 5-15,0 0-6 0,16 21 7 0,-16-21-1 16,0 0 6-16,0 0-7 0,0 0-10 0,0 0 7 15,0 0-3-15,0 0 5 0,0 0-4 0,60-41-2 16,-60 41 2-16,16-19-1 0,-16 19-7 0,18-28 9 16,-18 28-5-16,15-25-5 0,-15 25 1 0,15-30 0 15,-15 30 1-15,10-22-7 0,-10 22 2 0,0 0 4 16,0 0-3-16,15-32 0 0,-15 32 5 0,0 0-8 16,0 0 1-16,0 0-11 0,0 0-9 0,0 0 14 15,0 0 2-15,0 0 2 0,0 0 1 0,0 0-3 16,0 0-8-16,0 0-3 0,0 0-7 0,0 0-9 15,0 0 6-15,0 0 4 0,0 0 2 0,-85 44-3 16,85-44-1-16,0 0 0 0,0 0 2 0,5 40 0 16,-5-40 1-16,0 0-9 0,0 0 5 0,29 40 8 15,-29-40-6-15,0 0 5 0,24 27-6 16,-24-27 7-16,14 16 1 0,-14-16-13 0,0 0 16 0,0 0 2 16,15 25 2-16,-15-25-2 0,0 0 3 0,0 0-2 15,0 0 4-15,7 27-7 0,-7-27-2 0,0 0-3 16,0 0 3-16,0 0-7 0,0 0-12 0,0 0-16 15,-36 25-30-15,36-25-25 0,0 0-36 0,0 0-37 16,0 0-41-16,0 0-39 0,0 0-160 0,0 0-454 16,0 0 202-16</inkml:trace>
  <inkml:trace contextRef="#ctx0" brushRef="#br0" timeOffset="3347.03">33331 3392 120 0,'0'0'222'0,"0"0"4"16,0 0-12-16,0 0-16 0,0 0-23 0,0 0-16 16,0 0-19-16,0 0-9 0,0 0-13 15,0 0-1-15,0 0 11 0,0 0-1 0,0 0-3 16,0 0 4-16,0 0 5 0,6 74 8 0,-6-74-8 16,0 0-6-16,-6 54-2 0,6-54-16 0,-6 36-4 15,6-36-14-15,-2 35-8 0,2-35-13 16,0 0 2-16,1 45-13 0,-1-45-2 0,0 0-8 0,1 32-14 15,-1-32-12-15,0 0-36 0,0 0-32 0,2 36-41 16,-2-36-46-16,0 0-41 0,0 0-43 16,0 0-30-16,0 0-27 0,0 0-154 0,0 0-460 0,0 0 204 15</inkml:trace>
  <inkml:trace contextRef="#ctx0" brushRef="#br0" timeOffset="3492.36">33290 3575 182 0,'0'0'183'0,"0"0"-8"0,0 0-6 0,0 0-10 16,0 0-16-16,0 0-14 0,0 0-12 16,0 0-14-16,0 0-21 0,35-34-24 0,-35 34-51 15,35-5-45-15,-35 5-46 0,48-8-43 0,-48 8-83 16,43-5-227-16,-43 5 100 0</inkml:trace>
  <inkml:trace contextRef="#ctx0" brushRef="#br0" timeOffset="3615.04">33598 3529 90 0,'0'0'177'0,"0"0"8"0,0 0 15 15,0 0 17-15,0 0 23 0,0 0 6 0,0 0-16 16,0 0-19-16,0 0-21 0,0 0-22 0,0 0-13 16,0 0-20-16,0 0-45 0,0 0-58 0,0 0-59 15,0 0-78-15,0 0-91 0,0 0-177 0,0 0-405 16,0 0 179-16</inkml:trace>
  <inkml:trace contextRef="#ctx0" brushRef="#br0" timeOffset="5048.52">15265 4475 7 0,'0'0'235'0,"-3"-9"-4"0,3 9-15 0,-1-6-13 0,1 6-15 16,-7-7-15-16,7 7-11 0,-8 0-22 0,8 0-16 15,-11 0-10-15,11 0-6 0,-16 11-3 0,6 0-8 16,-3 5 1-16,-4 6-2 0,2 2-4 0,4 2-5 16,0-4-14-16,1-2-5 0,5-2-7 0,-1 1-3 15,6-2-7-15,0 0-4 0,0-1-7 16,5-1 4-16,0-3-9 0,2 0 7 0,0-3-13 16,3-1-1-16,5-1-6 0,-3-1 1 0,2-2-1 0,0-2 1 15,-1-2-2-15,1-2-1 0,0 0-1 0,2-2 1 16,-4-4-2-16,3 0-2 0,-1-2 2 0,-2-2-4 15,-2-3 4-15,-1-2 4 0,-2-1-1 0,-4-1 0 16,1 0 0-16,-3 1 2 0,-4-1 7 16,-1 0-1-16,-4-5-11 0,0 5 7 0,-3 3-13 0,-3-4-1 15,1 5 6-15,-2 2-2 0,0 4 1 0,-1 0-4 16,-1 2-6-16,3 3 5 0,-2 3-6 0,-3 3-11 16,1-1-17-16,1 4-22 0,-1 0-16 0,2 5-18 15,-4 0-34-15,6 3-28 0,-2 1-39 0,4-1-32 16,4-2-35-16,1 2-172 0,1-1-455 15,4-1 202-15</inkml:trace>
  <inkml:trace contextRef="#ctx0" brushRef="#br0" timeOffset="5296.02">15450 4396 16 0,'7'-11'201'0,"-2"2"7"0,1-1 17 0,-3 3 7 0,-1 3 5 16,-2 4-2-16,7-9-10 0,-6 4-24 0,-1 5-19 15,4-4-26-15,-4 4-19 0,0 0-14 0,0 0-9 16,0 0-2-16,2 31 8 0,-4-11-11 0,2 11 0 16,0 15-13-16,-2-10 3 0,0 13-7 15,-1-14-8-15,-2 1-3 0,3 11-12 0,-1-15-7 16,1 2-4-16,0 1-2 0,0-3-1 0,-2 1-13 0,3-1-29 16,-3-1-29-16,1-4-28 0,1-2-27 15,-3-8-35-15,5 2-39 0,-3-6-39 0,4-2-43 16,-1-2-28-16,2-2-196 0,-1-1-487 0,-1-6 216 0</inkml:trace>
  <inkml:trace contextRef="#ctx0" brushRef="#br0" timeOffset="5500.7">15650 4746 75 0,'5'-19'170'0,"-1"3"13"0,2 0 22 16,-5 4 15-16,0 2 3 0,2 3-3 0,-2 1-9 15,-1 6-13-15,3-10-21 0,-3 10-20 0,0 0-19 16,0 0-10-16,0 0-6 0,0 0-5 0,0 29-9 15,-3-8-1-15,2 4-11 0,0 3-3 0,-2 0-10 0,1 0-4 16,-1 0-5-16,-2 1-7 0,3 0-9 0,-1-3-7 16,3-1-30-16,-3-7-33 0,3 0-31 15,-2-1-28-15,-1-2-30 0,0 2-24 0,1-7-50 16,0-1-44-16,-5 1-221 0,2-3-476 0,5-7 211 16</inkml:trace>
  <inkml:trace contextRef="#ctx0" brushRef="#br0" timeOffset="5721.38">15654 4610 101 0,'8'-11'176'0,"-1"1"-3"16,2 3-12-16,1 0-3 0,0 4-12 0,-2 1-5 16,-8 2 4-16,19 3-6 0,-10 1-12 0,0 1-2 15,0 4-14-15,2 4-8 0,-2 1-3 0,-3 1-8 16,2 2-7-16,-5-1-6 0,-2 1-6 0,-2-2-7 15,-2 4-6-15,-2-2-4 0,2-1-24 0,-4-1-18 16,1-1-28-16,-2-4-39 0,0 1-37 0,2-3-40 16,-2-2-56-16,-1 1-146 0,-1-1-360 0,1-2 160 15</inkml:trace>
  <inkml:trace contextRef="#ctx0" brushRef="#br0" timeOffset="7167.03">16167 4519 238 0,'0'0'269'0,"-2"-12"7"15,2 12-2-15,-3-11-10 0,3 11-20 0,-8-7-23 16,8 7-24-16,0 0-22 0,-16 0-20 0,16 0-14 16,-21 18-8-16,11-6-4 0,0 5-15 0,1 0-7 15,-1 7-5-15,3 1-12 0,3-6-14 16,1-1-4-16,3 0-8 0,0 2-5 0,6-2-5 0,-1-3-26 15,3 0-19-15,2 0-29 0,-1-5-33 16,0-3-31-16,8 3-34 0,-1-4-31 0,3-1-33 0,1-4-24 16,3-1-13-16,3-5-3 0,-4 1 14 0,-1-1 11 15,-1-1 21-15,0-3 22 0,-2-1 19 0,4-7 25 16,-7 4 19-16,1-6 19 0,2-6 5 0,-9 9 12 16,-2-9 21-16,-2 8 21 0,2-9 7 0,-2-1 4 15,-5 2 22-15,2-2 27 0,-3 1 17 0,-1 6 10 16,0 3 9-16,1-2 0 0,-3 2 15 0,3 0 9 15,0 5 6-15,-1 1 8 0,1 4 6 0,-1 1-9 16,2 6-12-16,0-10-15 0,0 10-18 16,0 0-6-16,0 0 7 0,0 0 2 0,-7 36-2 0,5-11-6 15,-2 4-4-15,-1 3-4 0,-2 1 1 16,4-2-7-16,0-2 0 0,-1-2 0 0,3 0-14 16,-2-3-6-16,3-5 0 0,-2-2-3 0,2-2 0 0,0-4-5 15,0-2-3-15,-2-2 4 0,2-7-2 0,-1 9-1 16,1-9-3-16,0 10 1 0,0-10 2 15,-1 6 1-15,1-6-2 0,0 0-1 0,0 0-1 0,0 0 3 16,0 0-1-16,0 0 4 0,0 0-9 16,6-23 0-16,1 14-3 0,-3-1-9 0,7-3 4 15,-3 5 1-15,3-5-5 0,-1 5-7 0,1 0-2 16,-2 4 0-16,-1 1 1 0,3 3 0 0,-1-1-7 0,0 3 5 16,0 0-2-16,-1 3 4 0,4 1-1 0,-3-1 10 15,1 4-5-15,2-2-2 0,0 2-1 0,0-2-10 16,-3-1-2-16,2 0-19 0,6 0-6 15,-3-2-4-15,6-3 3 0,0-1-2 0,1-2 4 16,5-4 2-16,-7 0 6 0,8-3 0 0,-8 1 7 0,4-2-2 16,-5 3 5-16,-4-2 3 0,2 0 4 0,-4-3 1 15,-3 3 8-15,1-2 6 0,-4 2 8 0,-2-5 1 16,0 3-1-16,-2-1 6 0,-2-1 3 16,-1 2 5-16,0 1-3 0,0 10 9 0,-8-23-5 15,6 15 1-15,-2 3-1 0,-4-4-2 0,8 9 1 16,-11-4-6-16,11 4 1 0,-25 6-1 0,9 3-4 0,0 1-3 15,-5 5-1-15,7-2-1 0,0 2 2 0,2 0-5 16,1 2-1-16,2-4-4 0,4-3 4 16,-1 0-2-16,4-1 0 0,1 1 0 0,-1-5-4 15,2-5 5-15,0 0-2 0,8 18 3 0,-3-14 12 16,-5-4-14-16,15 4-5 0,-4-4 5 0,-11 0 0 16,21-7 3-16,-10 3-1 0,0-2-4 0,2 1 7 15,-4 0-5-15,1-1 2 0,0-1 1 0,-3 0 2 16,0 0-7-16,-1 1 7 0,-1-1-6 0,1-2 3 15,-6 9 0-15,8-10 4 0,-6 5-7 0,-2 5 1 16,7-8-8-16,-7 8-2 0,0 0-1 0,5-6 0 16,-5 6-1-16,0 0 4 0,0 0-3 0,0 0 1 15,14 16 3-15,-14-16-2 0,5 12 4 0,-3-5 0 0,-2-7 0 16,9 15 1-16,-2-8 0 0,-2-3-4 16,1 4 6-16,2-5-3 0,0 2 7 0,-8-5-1 15,14 5-2-15,-4-4 8 0,-10-1-8 0,18 0 2 16,-18 0-3-16,14-1 7 0,-14 1 0 0,13-5 0 15,-13 5 2-15,11-8-1 0,-6 3 0 0,-5 5-3 16,10-12-1-16,-6 6-4 0,1-4 0 0,-1 2 5 16,0-1 1-16,1 0-1 0,-2-1-1 0,4 0-1 15,-2 1-2-15,1 1-3 0,-1 0 3 0,-1 3-3 16,-2-1-1-16,2 0-1 0,-4 6-1 0,6-6 0 16,-6 6-3-16,7-3-3 0,-7 3 0 0,0 0 0 15,11 7 1-15,-11-7-1 0,7 10 4 0,-2-2 4 16,-2 1 1-16,1 1-1 0,-1 0 2 0,0 0-9 15,-1 2-18-15,1-3-26 0,1 0-21 0,-1 3-21 16,1-4-23-16,-4-8-28 0,4 12-21 0,0-3-6 16,2-5 0-16,3 1-15 0,4 0-14 0,-2-3 9 15,7 2 16-15,-2-5 17 0,1 1 16 0,0-1 20 16,-3-2 14-16,-1 0 11 0,0-1 13 0,-2-2 24 16,-2 0 7-16,3 0 10 0,-6-3 13 0,2 4 13 15,-4-2 6-15,0-2 16 0,-4 9 9 0,2-17-1 16,-3 7 18-16,1 10 17 0,-4-21 7 0,-1 11 20 15,2 1 11-15,-2 3-2 0,-1 0 12 0,-3-1 1 16,2 4-6-16,1 2-11 0,6 1-5 0,-15-1 1 16,6 5-2-16,-2 1 7 0,0 3-3 15,2-3-5-15,-1 4-8 0,-2 4 1 0,5-3-8 0,-2-1-5 16,4 2-4-16,1-2-6 0,-3 1-5 0,6-3 2 16,1 0-6-16,0-7-4 0,3 11-4 0,-2-5-8 15,-1-6-2-15,8 5-7 0,-3-2 0 0,-5-3 1 16,13-1 0-16,-5 1-1 0,-8 0-2 0,16-4 4 15,-10 2-2-15,2-4-1 0,-3 2 0 0,0 1 0 16,1-5-1-16,-2 2 3 0,0 1 0 0,-4 5 4 16,8-6 0-16,-8 6-4 0,5-2-3 0,-5 2-4 15,0 0-5-15,8-3 2 0,-8 3 0 0,0 0 1 16,7 10 1-16,-4-6 3 0,-3-4-3 0,4 13 1 16,2-7-18-16,-2-2-28 0,-4-4-31 0,9 15-47 15,-4-10-43-15,1 0-46 0,-6-5-158 0,13 6-399 16,-3-5 177-16</inkml:trace>
  <inkml:trace contextRef="#ctx0" brushRef="#br0" timeOffset="7391.95">17666 4448 65 0,'-9'-6'236'0,"3"2"1"0,-2 2-10 0,-2 2-9 0,-1 0-19 16,-2 5-1-16,-2 2-13 0,0 1-9 0,-2 6-8 15,4-2-10-15,-1 4-9 0,2-1-16 0,-1 6-13 16,5-4-7-16,1 0-20 0,5-2-3 0,-1 1-6 16,4 1-9-16,3-5-15 0,1 0-26 0,7 1-19 15,-1-2-23-15,7-1-32 0,-1-2-35 16,4-7-39-16,6 1-27 0,3 0-22 0,-9-4-40 16,8-2-2-16,-9 0-143 0,-1 0-376 0,0-5 167 15</inkml:trace>
  <inkml:trace contextRef="#ctx0" brushRef="#br0" timeOffset="7596.46">17855 4550 547 0,'6'-16'-29'0,"-1"-3"8"0,-1 0 25 0,-1 0 5 16,1-6 9-16,-1 6 18 0,-1-5 28 16,0 0 5-16,-2 3 19 0,1 2 22 0,-1-1 17 15,-1 10 27-15,1-1 12 0,-4 3 6 0,1 0-5 16,3 8-12-16,-1-10-16 0,1 10-16 0,-3-6-15 16,3 6-7-16,0 0 1 0,0 0 3 0,0 32 13 15,2-13 3-15,-5 8 0 0,2-2-8 0,-3 2-6 16,1 2-9-16,1-1-13 0,-1 1-9 0,2 1-4 15,1-2-8-15,1-1-28 0,1-8-30 0,-2 2-40 16,3-3-28-16,-1 0-34 0,-1-1-44 0,2 0-38 16,0-5-45-16,-3-2-55 0,0-10-142 0,-2 12-455 15,2-12 201-15</inkml:trace>
  <inkml:trace contextRef="#ctx0" brushRef="#br0" timeOffset="7771.96">17784 4532 100 0,'0'0'169'15,"0"0"-13"-15,0 0-17 0,10-5-14 0,-10 5-15 16,10-2-7-16,1 0-32 0,3 2-46 0,5-3-34 16,0 2-32-16,0 2-28 0,-1 2-78 0,0 2-158 15,0 1 69-15</inkml:trace>
  <inkml:trace contextRef="#ctx0" brushRef="#br0" timeOffset="8683.44">17991 4679 36 0,'0'0'123'0,"0"0"5"0,0 0 11 15,1 9 0-15,-1-9 0 0,3 4-3 0,-3-4 6 16,0 0-4-16,0 0-1 0,0 0-2 0,0 0-4 16,20-13-7-16,-15 11-11 0,2-5 2 0,2-2-8 15,-4 0-8-15,2-1-7 0,-1 1-4 0,4-4-1 16,-4 2-10-16,3-3-5 0,-2 2-7 0,-1-3-4 15,-1 3-2-15,-1 2-3 0,-2-2 0 0,-2 1-9 16,-1-1-1-16,1 3 0 0,-1-1-1 0,-2 3 0 16,1 1-2-16,2 6-8 0,-7-9-5 0,7 9-6 15,-6-6-1-15,6 6-3 0,0 0-2 0,-22 10-5 16,13 0 2-16,-1 4 0 0,-3 1-5 0,4 2 0 16,0-1 0-16,-2 1 3 0,3 0-2 0,3-2-1 15,1 0-2-15,0 0-4 0,1-3 2 0,0-3 0 16,3 2 0-16,1-2 2 0,2 1-4 0,-1-3 4 15,1 1-3-15,2-4 1 0,-2 2 3 0,6-1-1 16,-1 0 1-16,0-4-3 0,3-1 4 0,1 2-1 16,0-2 2-16,-1 0-5 0,2-3 2 0,-1-1-5 15,0-1 2-15,0 1 4 0,-2-2-1 0,0-3-1 16,0 1-2-16,0-1-3 0,0-5 1 0,-1 2 0 16,0-4 3-16,-2 1-5 0,0 4 6 0,0-5-4 15,0 0 1-15,0 0 0 0,0 2-1 0,-2 2-6 16,0 1 6-16,-1 3 0 0,1-1-3 15,-1 2-1-15,1 3 6 0,-3-2-8 0,-2 6 2 0,7-6-3 16,-7 6-3-16,9 0 1 0,-9 0 0 0,11 5 2 16,-4 0 6-16,-1 0-8 0,-1 3 3 0,2 2 2 15,-1 4 11-15,-1-3-13 0,-1 0 2 0,0 4-1 16,0-3 4-16,-3 1-1 0,1-2 1 0,1-2 0 16,-2 0 0-16,1 1-2 0,0-3 0 15,-1-1 5-15,3 0 1 0,0-1 2 0,-4-5 9 0,9 7 2 16,-9-7-2-16,12 5-3 0,-1-5 5 0,-11 0-1 15,22-6-3-15,-8 2-4 0,0-3 0 0,4 0 2 16,-7 1-1-16,3-5 0 0,-5 3 0 0,4-4-2 16,-2-1 1-16,0-1-2 0,-1 1 0 15,-1 0 0-15,-4-3-1 0,1 0 0 0,-2 5 6 16,-1 0-10-16,-1 0-4 0,2 2 0 0,-3-1 1 16,-1 10 5-16,3-12-2 0,-3 12 0 0,1-10-8 0,-1 10-4 15,0 0 1-15,0 0-6 0,0 0 6 0,0 0 3 16,0 0 3-16,0 0-5 0,-15 35 1 0,12-24 1 15,1 1 2-15,-2-1-1 0,4 0 4 0,-3-1-1 16,2 1 1-16,1-11 0 0,5 21 1 16,-1-14 4-16,0 1 3 0,2-2-1 0,-6-6 2 15,14 11-2-15,-5-9-1 0,5 1 2 0,-1-3-2 0,0 0 0 16,5-5-9-16,0 2 15 0,-3-3-7 0,2-2 1 16,-6 3 4-16,-1-1-4 0,0-1-3 0,0 0 2 15,-4-1 1-15,0 1 0 0,2-3 3 0,-2 1-1 16,-2-1-6-16,-1-2 4 0,2 3-2 15,-4-2 1-15,2 2-8 0,-1 0 8 0,1 4-6 0,-3 5 8 16,0-9-4-16,0 9-3 0,2-7-4 0,-2 7-3 16,0 0-7-16,0 0 8 0,0 0 2 0,0 0 0 15,0 0 14-15,0 0-8 0,5 30 0 16,-5-30-1-16,-2 18 1 0,1-8 0 0,-2 3-1 16,2-3 3-16,1 2-3 0,0-1-7 0,0-11-17 15,0 23-23-15,1-14-31 0,-1 0-36 0,-1 3-31 0,1-12-27 16,-4 15-36-16,4-15-67 0,-1 12-211 15,1-12-525-15,-11 7 232 0</inkml:trace>
  <inkml:trace contextRef="#ctx0" brushRef="#br0" timeOffset="8849.26">18475 4350 1 0,'-5'-7'179'0,"5"7"-15"0,0 0-27 0,-5-5-31 16,5 5-49-16,0 0-21 0,0 0-24 0,0 0-30 16,0 0-17-16,19-5-20 0,-5 4-43 0,4 1-105 15,12-1 46-15</inkml:trace>
  <inkml:trace contextRef="#ctx0" brushRef="#br0" timeOffset="9089.84">18934 4301 70 0,'0'0'172'0,"7"-6"5"15,-7 6-2-15,5-6 14 0,-5 6 9 0,5-4 12 16,-5 4 6-16,0 0 7 0,0 0-9 0,4-5-6 16,-4 5-17-16,0 0-19 0,0 0-19 0,0 0-17 15,0 0-3-15,7 15-4 0,-7-4 9 0,-1 7-1 16,1 1 3-16,-3 8-5 0,3 1-5 0,-3-2-6 16,0 2-15-16,2-2-9 0,0-1 4 0,-2 0-16 15,2-6-13-15,-2 2-14 0,2-2 3 0,1 0-9 16,0-1-11-16,1-2-35 0,0-4-34 0,1 0-31 15,-2-3-26-15,1-3-32 0,0 0-28 0,-1-6-35 16,5 10-38-16,-5-10-43 0,0 0-23 0,0 0-17 16,10 0-175-16,-10 0-510 0,0 0 226 0</inkml:trace>
  <inkml:trace contextRef="#ctx0" brushRef="#br0" timeOffset="9348.53">18886 4527 98 0,'0'0'138'0,"-6"-10"0"0,6 10-8 16,-5-8-4-16,5 8-8 0,-2-6-12 0,2 6-1 15,0 0-17-15,0 0 0 0,0 0-1 0,9-8-6 16,-3 5 3-16,6 0-2 0,0 2-4 0,2-2-3 16,4 1-5-16,1 0-6 0,-2-2-5 0,-2 2 1 15,-2 0-10-15,6 2 0 0,-6-1-3 0,1 1-6 16,-2 0-1-16,-1-2-4 0,-2 2-3 0,0-1-2 16,-9 1-4-16,14 1-1 0,-7-1 1 0,-2 4-1 15,0 0 5-15,0 2 2 0,0-1 7 0,1 4-1 16,-2 0 1-16,1 2-2 0,-5-1 5 0,2 3-9 15,-2-4-3-15,-2 1-2 0,2 2-19 0,-1-1-23 16,0 3-27-16,1-14-36 0,-3 16-43 16,2-9-35-16,1-7-55 0,-1 13-136 0,1-13-373 15,-4 8 165-15</inkml:trace>
  <inkml:trace contextRef="#ctx0" brushRef="#br0" timeOffset="9515.44">19067 4350 3 0,'-3'-8'195'15,"1"3"-20"-15,-2 0-18 0,4 5-16 0,-8-11-33 0,8 11-43 16,-6-1-33-16,6 1-41 0,0 0-33 0,0 0-29 16,0 0-55-16,0 0-136 0,0 0 60 0</inkml:trace>
  <inkml:trace contextRef="#ctx0" brushRef="#br0" timeOffset="9934.19">19239 4418 4 0,'4'1'150'0,"-4"-1"11"0,0 0-3 15,0 0-1-15,-2 12 3 0,2-12-4 16,-7 7 10-16,2 1-6 0,0-1-1 0,0 4 0 16,-1-2-7-16,-1 6-12 0,0-3-9 0,3-2-14 15,0 1-12-15,0 0-9 0,4-1-6 0,-1-1-11 16,1-1-6-16,2 2-6 0,-2-2-5 0,3-3-3 0,-3-5-2 15,8 11-3-15,1-8-5 0,0 0-4 0,-9-3-2 16,20 0-7-16,-10-3-4 0,2 0-2 16,-2-2-6-16,-1 0 1 0,2 0-2 0,0-1-3 15,-2-2-1-15,-3 1-4 0,0-1 1 0,2-2-6 16,-3 1-1-16,0-2 0 0,-1 0-1 0,0 1-4 16,1 0 3-16,-2 0 0 0,-1 1-6 0,-1 1 2 0,1 2-1 15,-2 6 0-15,0-8-5 0,0 8 0 16,0 0 5-16,2-10-13 0,-2 10-2 0,0 0 1 15,0 0 4-15,0 0 1 0,0 0 9 0,0 0 2 16,-1 40 9-16,-5-25 4 0,4 2 2 0,-3-2 9 16,3 3 5-16,-1-7 6 0,-1 5 9 0,2-3-8 15,-1 0-2-15,-1 1 3 0,2 1 6 0,-3-4-8 0,2-1-1 16,2-2-7-16,-3 2 3 0,1-2-6 16,3-8-3-16,-3 14-1 0,3-14 3 0,-2 10-35 15,0-7-20-15,2-3-30 0,0 0-25 0,-3 9-31 16,3-9-35-16,0 0-46 0,0 0-45 0,0 0-33 15,0 0-182-15,0 0-490 0,0 0 216 0</inkml:trace>
  <inkml:trace contextRef="#ctx0" brushRef="#br0" timeOffset="10194.93">19610 4513 20 0,'0'0'164'0,"0"0"3"0,12 2 6 16,-7 1 2-16,-5-3 1 0,7 3 2 0,-2 0 7 15,-5-3 4-15,13 1 8 0,-2 1-6 0,1-2-10 16,1 0-8-16,8 0-8 0,-5 0-2 0,3 0-7 16,0 0-9-16,-7-2-1 0,2 2-11 0,-14 0-1 15,21 0-5-15,-10 0-4 0,-11 0 4 0,13-1-8 16,-8 1 1-16,-5 0-5 0,0 0-4 0,11 0-6 16,-11 0-8-16,0 0-10 0,0 0-15 0,0 0-1 15,11-1-11-15,-11 1-5 0,0 0-13 0,0 0-36 16,0 0-40-16,0 0-51 0,0 0-62 0,0 0-76 15,0 0-77-15,2-10-79 0,-2 10-211 0,0 0-637 16,0 0 281-16</inkml:trace>
  <inkml:trace contextRef="#ctx0" brushRef="#br0" timeOffset="11924.18">21351 4259 11 0,'-7'-8'195'16,"7"8"3"-16,0 0-7 0,-6-5-17 0,6 5-9 16,-9-4-11-16,9 4-9 0,0 0-12 0,-10-4-10 15,10 4-8-15,-12 1-5 0,12-1-11 0,-9 4-3 16,1 2-6-16,2-2-3 0,-3 6-10 0,0 0-3 15,-5 2-4-15,3 4-3 0,1-2-8 0,-1 2-4 16,4 0-7-16,0 0-2 0,0-1-5 0,2 2-4 16,3-5-3-16,1 4 2 0,1-1-7 0,-1-3-4 15,2-1-1-15,-1-2 1 0,3 4-6 0,1-4 1 16,1 2-2-16,2-3-3 0,1 0 0 0,0-2 1 16,6-3 1-16,-5 1 0 0,0-2-3 0,6-2 3 15,2-2-3-15,0 1 6 0,0-2 2 0,1-1 1 16,-3-2 0-16,2-1 5 0,-3-3 3 0,1-2-2 15,-3 1 9-15,0-1-10 0,-1-1 3 0,-4-2 1 16,2 0 2-16,-5-1-4 0,-1 0 1 0,-2-2-4 16,-2 1-3-16,-3-1 34 0,-1-2-4 0,-4 4-2 15,0-1-8-15,-1 4-5 0,-4-2 4 16,2 4-11-16,-3 2-5 0,2 3-8 0,0 2-1 0,-3 0 3 16,-3 2-14-16,0 5-16 0,0 1-22 0,3 2-24 15,-1 3-33-15,2 1-38 0,2 2-42 0,1 0-64 16,7-4-59-16,0 5-189 0,5-4-520 0,0-9 230 15</inkml:trace>
  <inkml:trace contextRef="#ctx0" brushRef="#br0" timeOffset="12197.32">21785 4181 194 0,'0'-10'262'0,"0"3"2"0,-2-4-9 0,2 11-7 15,-3-12-2-15,2 7 11 0,1 5-18 16,-3-9-22-16,3 9-28 0,0 0-20 0,0 0-18 16,0 0-18-16,0 0 7 0,-5 26 4 0,3 2 9 0,-2 1-16 15,0 2-9-15,-1 1-3 0,1 2-7 16,2 0-20-16,0-2 0 0,1-1-10 0,1 5-10 16,0-4 2-16,0 1-11 0,-1-7-9 0,-1 6 0 15,2-6-15-15,0 3-18 0,2-5-21 0,-2 2-36 16,0-9-43-16,1-2-39 0,-2 0-28 0,-1-2-33 0,1-1-59 15,1-12-50-15,0 16-52 0,-2-7-183 0,2-9-561 16,-7 9 248-16</inkml:trace>
  <inkml:trace contextRef="#ctx0" brushRef="#br0" timeOffset="12410.93">21936 4423 174 0,'2'-6'225'0,"1"1"-9"0,-3 5-14 0,5-7-14 15,-5 7-19-15,0 0-9 0,0 0 4 16,0 0 25-16,5 16-12 0,-5-16-6 0,-2 24-14 16,-2-8-11-16,-1 4-14 0,3 6-11 0,-2-1-10 15,2-6-9-15,-2 0-7 0,2-2-12 0,1 0-9 16,1 0-27-16,0-5-25 0,-2 1-25 0,2-2-28 16,2 0-32-16,-2-11-42 0,0 17-22 0,0-17-41 15,1 11-31-15,-1-11-34 0,0 0-133 0,-4 10-397 16,4-10 175-16</inkml:trace>
  <inkml:trace contextRef="#ctx0" brushRef="#br0" timeOffset="12619.34">22004 4363 24 0,'7'-8'146'16,"0"-2"2"-16,-1 3-10 0,-6 7-12 0,8-8-13 15,-2 5 6-15,-6 3 11 0,8 0-2 0,-8 0-6 16,10 4 19-16,-5 0-1 0,-1 1-13 0,3 4-6 15,-2-1-2-15,0 1-5 0,-3 2-8 0,1 0-11 16,0 1-6-16,-3 0-8 0,-2-3-6 0,2-9-8 16,-4 25-8-16,1-14-24 0,-3 4-28 0,1-5-38 15,-6 1-42-15,2-3-55 0,1-2-62 0,-1 0-168 16,9-6-389-16,-16 6 172 0</inkml:trace>
  <inkml:trace contextRef="#ctx0" brushRef="#br0" timeOffset="14121.64">22446 4274 2 0,'0'0'297'0,"1"-8"-2"0,-1 8-11 16,0 0-10-16,0 0-17 0,0 0-20 15,-5-13-13-15,5 13-20 0,0 0-19 0,0 0-20 16,0 0-13-16,-20 22-17 0,12-12-12 0,0 4-15 15,1 1-6-15,0-1-10 0,1 1-10 0,0 2-7 0,3-4-8 16,2 2-6-16,1-2-5 0,0 0-7 0,2-2-16 16,2 0-15-16,0 0-17 0,2-2-14 15,1 1-12-15,3-4-24 0,-1 1-5 0,0-2-5 16,2-3 3-16,2 1 5 0,1-3 0 0,0 0 7 16,3-4 1-16,-3 1 8 0,-2 0 4 0,3-4 2 15,-5 0 1-15,5-5 5 0,-7 6 3 0,5-7 2 0,-3 6 1 16,0-6 5-16,1-1 6 0,0 1 9 0,-3-1 9 15,-1 0 4-15,-1 2 1 0,0 2 11 16,-4 0 1-16,2 0 12 0,-1 4 8 0,-1 1 6 16,-2 5 0-16,3-8-8 0,-3 8-8 0,2-5-5 15,-2 5-7-15,0 0-1 0,0 0 3 0,0 0-4 16,-9 37 6-16,6-22 10 0,-4 0-12 0,4 4-5 0,-1-2-2 16,2-4-1-16,2 3-3 0,0-4 6 0,3 1-6 15,0-2 1-15,3 3-13 0,-2-3 11 0,5-1 0 16,0-3-1-16,2-2-11 0,-1 0 8 0,4-3 0 15,4-2-4-15,-5 0-2 0,5-5-2 16,-6 2 3-16,0-1-2 0,1-1 5 0,-4-2-3 16,2 0-1-16,-3-2-2 0,0 0 0 0,2-2 2 15,-6 2-14-15,1-3 9 0,0-3-1 0,-2 2-1 0,-1-1 0 16,1-2 9-16,-3-1-3 0,1 4-5 16,-1 2-5-16,0 0-3 0,-1 1 13 0,1 2 2 15,0 8 0-15,-1-10 2 0,1 10-4 0,1-9 2 16,-1 9-5-16,0 0-5 0,0 0-2 0,0 0-3 15,0 0 2-15,0 0 5 0,0 0 1 0,-7 24-12 16,6-12 13-16,-2-1-2 0,1 2 8 0,2-13-4 0,0 24 9 16,-1-12-8-16,1 0 2 0,1-1-1 15,-1 0 2-15,1 0 3 0,-1-11-6 0,4 17 4 16,0-10 3-16,0 0 2 0,3 0-2 0,-7-7 3 16,13 9 4-16,-6-5 1 0,4-1-1 0,-11-3-3 15,18 1-1-15,-9-2-1 0,-9 1 8 0,23-4-13 16,-13 0 0-16,0 0-2 0,-3-2 0 0,3-3-3 15,-1 2 8-15,-1-4-5 0,-3 2 1 0,1-2-18 16,-2-5 6-16,1 4 0 0,-3 0-10 0,0-4 10 16,-4 1-14-16,2 2 26 0,-1 1-8 0,-1 0-2 15,-2 0 2-15,1 2-4 0,-2 1 4 0,3 3-3 16,-2 0-2-16,4 6 0 0,-4-10 8 0,4 10-12 16,-4-7 2-16,4 7-1 0,0 0-3 0,-4-7 2 15,4 7-4-15,0 0 1 0,0 0-3 0,0 0 6 16,0 0-2-16,0 0 0 0,0 0-11 0,30 11 21 15,-21-8-3-15,4 2-2 0,-1-1 2 0,-2-1-1 16,0 1-6-16,0-1 8 0,-1 1-4 0,0 0 4 16,-4 0-2-16,1 0-2 0,-2 2 2 0,0-1 2 15,0 0-1-15,-1 4 5 0,0 0 5 0,0 1 2 16,-2 0 11-16,1 1-8 0,0-1-1 0,0 2-3 16,1-1 5-16,-2-2-4 0,0 2 0 0,0-3-4 15,2-1 7-15,1 3-7 0,-2-4 6 0,4 0 1 16,-1-2-4-16,0 2-3 0,1-3 3 0,1 1 5 15,-2-2 9-15,1 0-11 0,-6-2-3 0,13 0-1 16,-13 0-2-16,11-3 0 0,-4-2-10 0,-2 2 12 16,2-1-6-16,-3-2 9 0,1-3-6 0,-1 1 0 15,0-2-3-15,0 1-2 0,0-3-2 0,-2 3 4 16,-2-3-9-16,5 1 1 0,-2 1-15 0,2-6 7 16,0 4 4-16,0 2-2 0,3 1 0 0,-3 2 0 15,2 0 1-15,0-1 2 0,-2 4-2 0,3 1 0 16,-2 1-1-16,-6 2-1 0,0 0-2 0,23 7 0 15,-18-3-1-15,2 5 8 0,-1 0-5 0,0 2 8 16,-4 1 1-16,3 0 0 0,-2 1 4 0,-1-2-4 16,1 0 1-16,-2 0 4 0,2-1 1 0,-1 2-4 15,2-3 3-15,0 0 3 0,-2-3 2 16,3 0 1-16,-1-1 2 0,1 0 11 0,2-2-1 0,1-1 4 16,-8-2-4-16,17 4 1 0,-6-6-1 0,-11 2-11 15,23-4 13-15,-14 1-2 0,2-2-2 0,-1 0-5 16,-2-1 10-16,1-1 0 0,0-2-3 0,-4 1-3 15,1-4-2-15,0 2-9 0,-3-1 9 0,1 0-4 16,1-2 0-16,-4 1-3 0,1 1-5 0,-2-2 5 16,0 3 2-16,0 10 9 0,-3-12 1 0,3 4-6 15,0 8-3-15,-2-8-7 0,2 8 3 16,-9-1-2-16,9 1-5 0,-16 9 5 0,5 0-8 0,-1 1-18 16,2 4-23-16,0-1-30 0,1 0-27 0,3-2-35 15,-1 3-29-15,3-2-38 0,2 0-25 0,2-2-58 16,0-10-201-16,2 23-532 0,3-15 236 0,2 1 2037 15,3-2-1416-15,3-4 26 0,-2 2 25 0,3-2 15 16,-1 0 19-16,-1 0 16 0,-12-3 23 0,19-2 29 16,-19 2 35-16,14-2 11 0,-14 2 21 15,13-6 7-15,-13 6 10 0,10-7 0 0,-5 5 13 0,-5 2-1 16,9-9 5-16,-4 2-6 0,-5 7-6 0,9-13 13 16,-5 7 10-16,2-3 2 0,2 1 4 0,-2-1-4 15,-2 3 4-15,1 1 10 0,3-2 0 0,-3 2-6 16,0 0-5-16,-1 1-10 0,-4 4-10 0,8-4-15 15,-8 4 2-15,10-1-13 0,-10 1-5 16,13 5-5-16,-8-1-10 0,3 3 3 0,-3-1-4 0,-2-1-8 16,1 4-28-16,-1-2-36 0,2 0-33 0,-5-7-33 15,5 13-39-15,-5-13-55 0,5 13-48 0,-1-7-230 16,-4-6-510-16,0 0 226 0</inkml:trace>
  <inkml:trace contextRef="#ctx0" brushRef="#br0" timeOffset="14337.94">24021 4213 160 0,'2'-12'220'0,"2"0"23"0,-1 5 9 0,-2 0-4 16,-1 7-13-16,1-9-20 0,-1 9-22 0,0 0-19 16,0 0-12-16,0 0 2 0,0 0 11 0,0 0-17 15,-5 37-4-15,1-17-9 0,0-1-14 0,2 0-3 16,-2 5-8-16,0-3-7 0,0 4-20 0,2-5-9 15,-1-3-32-15,3 0-44 0,-1-2-45 0,2 0-48 16,-1-2-49-16,0-13-69 0,0 22-84 0,-1-16-194 16,1-6-519-16,0 0 230 0</inkml:trace>
  <inkml:trace contextRef="#ctx0" brushRef="#br0" timeOffset="14498.72">23935 4332 4 0,'0'0'188'0,"0"0"-20"16,9-1-12-16,-9 1-20 0,11-1-22 0,-11 1-33 15,22-5-60-15,-4 1-70 0,1 1-88 0,0 0-148 16,2-2 66-16</inkml:trace>
  <inkml:trace contextRef="#ctx0" brushRef="#br0" timeOffset="14910.25">24381 4317 205 0,'0'0'304'0,"1"-8"-7"0,-1 8-18 0,0 0-28 16,0 0-22-16,1-7-20 0,-1 7-20 0,0 0-20 16,0 0-24-16,0 0-14 0,0 0-16 0,0 0-6 15,7 19-4-15,-5-8-1 0,1 4-5 0,1 1-7 16,-1-1-9-16,0 2-5 0,2 0-5 0,0-1-3 16,-2-4-6-16,1 1-7 0,2 4-6 0,-4-5-7 15,0-5 5-15,2 2-10 0,1-1-4 0,-5-8-4 16,1 12 7-16,-1-12 6 0,0 0 0 0,3 10 9 15,-3-10-5-15,0 0 20 0,0 0 5 0,0 0-6 16,0 0-7-16,0 0-1 0,0 0-9 0,0 0-5 16,17-21-8-16,-13 12 0 0,0-4-4 0,0-2 4 15,2-2-12-15,2 1-10 0,-1-2-12 0,4-6-23 16,2-2-9-16,-3 2-24 0,4-1-19 0,-1 1-31 16,2 2-27-16,-3 8-34 0,2 0-34 0,-5 5-36 15,0 0-31-15,0 2-28 0,-2 5-205 0,-7 2-538 16,0 0 239-16</inkml:trace>
  <inkml:trace contextRef="#ctx0" brushRef="#br0" timeOffset="15271.31">24648 4532 87 0,'0'0'233'16,"0"0"4"-16,17 2-3 0,-17-2 5 15,0 0 0-15,18-11-5 0,-10 6-2 0,-1-4-14 0,2 2-16 16,0-3-19-16,0-4-11 0,1 0-10 0,-1 0-6 15,2 0-8-15,-3-1-7 0,0 0-15 0,2-2-13 16,-1-1-13-16,-4 2-6 0,1-1-7 0,-2 0-7 16,-1 6-2-16,-2 0 1 0,2 1-10 0,-2 3 3 15,-1 0-10-15,0 7-6 0,0 0-7 0,-1-12-7 16,1 12-9-16,-8-3-5 0,8 3-4 0,0 0-1 16,-24 12-6-16,12-4-14 0,1 1-11 0,2 1-13 15,0 0-6-15,2 1-6 0,5 1-1 0,-1-1 0 16,3 1-4-16,3-1 1 0,-1 0 3 0,7 5 1 15,2 0 15-15,-2-2-13 0,1 0 7 16,1-1-2-16,-1-3 8 0,-4 0-2 0,0 1 5 0,0-1 4 16,-3 0-2-16,1 0 3 0,-2 2 0 0,0-3-1 15,-2-9-9-15,-4 21-5 0,-1-11-9 0,-4-1-20 16,0-1-21-16,-2-1-39 0,-1-1-32 0,-4-1-52 16,5-1-39-16,-2-4-51 0,-5 0-155 0,18 0-479 15,-24-1 212-15</inkml:trace>
  <inkml:trace contextRef="#ctx0" brushRef="#br0" timeOffset="15416.77">24987 4427 135 0,'10'0'170'0,"-10"0"-15"0,0 0-18 15,0 0-27-15,0 0-50 0,0 0-56 0,11-2-60 16,-11 2-64-16,0 0-129 0,0 0 58 0</inkml:trace>
  <inkml:trace contextRef="#ctx0" brushRef="#br0" timeOffset="15795.93">25387 4247 124 0,'0'0'281'16,"0"0"-25"-16,4-6-17 0,-4 6-24 0,0 0-17 0,0 0-12 16,0 0 0-16,-12 25-9 0,5-12-12 0,-2 3-11 15,-2-1-15-15,4 0-12 0,0 2-7 16,-2-2-18-16,4-1-5 0,1-2-13 0,6 1-8 16,0-2-5-16,0 0-4 0,6 0-8 0,-1-3 6 15,6 3-16-15,-1-6-2 0,7 1-6 0,1-2 1 16,6-3 0-16,-5 0-8 0,2-5-7 0,6 2 5 0,-8-2-3 15,-4 1 6-15,-1-3 4 0,-2-3 1 0,-3 3 0 16,0-2 0-16,-2-1 0 0,0-1-13 16,-4-2 5-16,-1-1 7 0,-2 0-14 0,-2-2 3 15,-4-2-8-15,0 1-3 0,-1 0 11 0,-7 2-19 16,1 3 3-16,3 3-2 0,-4 2-4 0,3 0-7 0,-5 2-19 16,-5 4-4-16,-2 2-18 0,-6-1-24 0,7 6-34 15,-2-4-42-15,2 5-50 0,4-2-61 0,-1 2-50 16,1-1-177-16,5-3-519 0,5 1 231 15</inkml:trace>
  <inkml:trace contextRef="#ctx0" brushRef="#br0" timeOffset="16035.77">25751 4179 15 0,'3'-8'230'0,"3"2"0"15,-1 1 1-15,-2 1 2 0,-3 4-4 0,6-6 29 16,-6 6-1-16,4-4-12 0,-4 4-29 0,0 0-26 15,0 0-18-15,0 0-8 0,4 14 9 0,-6 1 3 0,2 2 1 16,-2 8-7-16,2 2-14 0,-4 0-12 16,-1-2-6-16,1 2-9 0,-1 2-8 0,0-2-12 15,1 3-8-15,2-5-10 0,0 2-3 0,2 0-17 16,-4-4-4-16,1-3-8 0,1 0-11 0,2-1-37 16,0-1-30-16,0-2-52 0,-2 0-61 0,2-4-44 15,0-2-60-15,0-10-82 0,-2 19-307 0,2-19-677 0,-5 10 301 16</inkml:trace>
  <inkml:trace contextRef="#ctx0" brushRef="#br0" timeOffset="16260.34">25944 4428 68 0,'6'-7'230'0,"-2"4"9"0,-4 3-6 0,4-7-5 15,-4 7-10-15,4-5-1 0,-4 5-15 16,0 0-4-16,0 0-9 0,0 0 10 0,0 0-10 15,2 22-3-15,-3-13-16 0,1-9-9 0,-5 22-14 16,3-7-16-16,-2 0-14 0,1 2-13 0,0-2 4 16,1-2-17-16,-2 3-19 0,4-3-26 0,-4-1-22 15,4 0-24-15,-1 0-34 0,1-3-40 0,0 1-31 16,0-10-37-16,-4 16-50 0,4-16-57 0,0 9-247 16,0-9-536-16,0 0 237 0</inkml:trace>
  <inkml:trace contextRef="#ctx0" brushRef="#br0" timeOffset="16474.02">26017 4309 183 0,'10'-4'185'0,"3"0"-4"0,-3 1-1 0,-3 2-8 16,-1 0 8-16,-6 1 4 0,14 3 7 0,-10 0-8 15,1 1-9-15,-3 4 1 0,5-1-9 0,-5-1-7 16,0 4-9-16,1 0-8 0,-3 2-2 0,0-3-5 15,3 0-16-15,-4 2-12 0,-1-1-12 0,-3 1-3 16,-4-2-28-16,2 1-42 0,-7 0-56 0,-1 0-71 16,-3-1-80-16,1-2-104 0,-4-1-172 0,1-1-500 15,4 1 221-15</inkml:trace>
  <inkml:trace contextRef="#ctx0" brushRef="#br0" timeOffset="16872.43">26432 4345 218 0,'0'0'275'0,"-5"-6"-10"0,5 6-9 15,0 0-3-15,0 0-3 0,-2-8-25 0,2 8-22 16,0 0-29-16,0 0-10 0,0 0-27 0,0 0-16 15,0 0-13-15,0 0-4 0,11 26-3 0,-11-12-5 16,5 2-7-16,-2-1-6 0,-1 2-8 0,2 0-7 16,0-1-6-16,-2-2-5 0,1 2-8 15,1-3-8-15,-4-2 1 0,2-2-2 0,1 0-6 0,-3-9-4 16,5 12 2-16,-5-12 10 0,4 7 12 16,-4-7-9-16,0 0 15 0,4 10 20 0,-4-10-9 0,0 0 3 15,0 0-2-15,0 0 7 0,0 0-6 0,25-16-7 16,-18 9-8-16,-1-2-3 0,1-1 0 15,0 0-7-15,2-3-5 0,0-1-11 0,-1-1 5 0,-2 2-9 16,3-2 1-16,1-1-12 0,-3 1-22 0,3 0-26 16,-4 4-26-16,1-4-28 0,-3 6-47 0,-2-1-54 15,0 1-44-15,-2-1-44 0,4 5-36 0,-4 5-23 16,-8-9-189-16,8 9-564 0,0 0 249 0</inkml:trace>
  <inkml:trace contextRef="#ctx0" brushRef="#br0" timeOffset="17124.3">26611 4443 42 0,'5'10'148'0,"-1"-2"-6"0,1 1 7 0,0 2 7 16,-1-3-2-16,-2 1-6 0,1-4 0 0,-3-5 11 15,4 10 8-15,-2-8-4 0,-2-2-6 0,4 6-1 16,-4-6 5-16,0 0-1 0,0 0-4 0,0 0-2 16,8 7-5-16,-8-7-8 0,0 0-9 0,0 0-13 15,0 0-7-15,17-11-8 0,-17 11-10 0,7-9 1 16,-7 3-9-16,2-1-9 0,0 0-11 0,1-2 0 15,-3 9-11-15,0-16-6 0,-3 8-6 0,3 1-4 16,-4 0-8-16,4 7-17 0,-11-12-16 0,4 7-18 16,-4 2-19-16,-2 0-24 0,-4 2-32 0,-2 1-35 15,0 2-34-15,2 0-49 0,3 2-35 0,1-1-40 16,-1 3-167-16,5-4-494 0,9-2 219 16</inkml:trace>
  <inkml:trace contextRef="#ctx0" brushRef="#br0" timeOffset="17359.32">26926 4297 87 0,'4'-6'262'0,"-1"0"4"16,-3 6 9-16,5-6-9 0,-5 6-13 0,4-6-10 16,-4 6-17-16,0 0-30 0,4-5-15 0,-4 5-26 15,0 0-3-15,0 0-3 0,-2 25 4 0,0-14-9 16,-2 5-11-16,4 1-14 0,-1-2-15 0,-1 3-6 15,0-1-7-15,2 1-4 0,0 0-16 0,0 0 1 16,4-3-10-16,-3 1-19 0,-1-4-32 0,4-3-30 16,-4 4-43-16,2-4-39 0,0 1-51 0,-2-10-56 15,5 12-61-15,-5-12-246 0,0 0-558 0,0 14 248 0</inkml:trace>
  <inkml:trace contextRef="#ctx0" brushRef="#br0" timeOffset="17584.18">27151 4285 159 0,'5'-8'205'0,"1"0"11"0,-4 4 8 0,-2 4-3 15,4-9-19-15,-4 9-18 0,3-5-21 0,-3 5-8 16,0 0 7-16,0 0 8 0,-3 23-1 0,-1-6 2 16,2 1-10-16,-2-2-12 0,-1 4-8 0,-2-1-11 15,2-1-17-15,-1 1-10 0,2 1-8 0,1-1-8 16,-1 0-13-16,2-3-15 0,0 2-33 0,2-5-27 15,-1-1-30-15,0 0-33 0,-1-1-32 0,2-11-45 16,-4 18-58-16,4-18-56 0,-4 7-204 0,4-7-497 16,0 0 220-16</inkml:trace>
  <inkml:trace contextRef="#ctx0" brushRef="#br0" timeOffset="18636.87">27013 4428 31 0,'0'0'131'0,"0"0"-18"15,0 0-8-15,11-11-6 0,-1 8-5 0,1 3-3 16,5-2-12-16,3 0 8 0,7-2 0 0,-6 2 1 16,3-1 2-16,-4 0-2 0,0 0-5 15,2 1-2-15,-2 2-2 0,1-4-10 0,-2 2-6 0,0 0-2 16,-7 2-2-16,1-2-5 0,-3 2-2 0,-1-1 8 16,-8 1 3-16,12 1 6 0,-12-1 4 0,9-2 2 15,-9 2 5-15,0 0-7 0,0 0 3 0,0 0 4 16,-16 17 8-16,5-8-2 0,-2 1 7 0,-3 1-2 15,3 1-5-15,-2-2-8 0,2 3 3 0,2-6-7 16,4 2-9-16,-2 3-2 0,3-3-12 0,-2 0 7 16,2-1-15-16,2 0-5 0,4-8-3 0,-5 12 0 15,5-12-2-15,0 0-3 0,9 13-4 0,-1-10-7 16,-8-3-3-16,23-2-10 0,-11 2-4 0,5-4-8 16,-3 3-4-16,-1-4 0 0,1-2-2 0,0 4 1 15,-1-1-4-15,-4-3 4 0,-2 1 1 0,2-2-7 16,-1 0-1-16,-2 1-1 0,-2-2-1 0,0 2 1 15,0-1 5-15,-3 4 1 0,1-3 3 0,-2 7 4 16,2-6-1-16,-2 6 7 0,4-8-11 0,-4 8 2 16,0 0 0-16,0 0-1 0,0 0 11 0,0 0 1 15,0 0 5-15,-17 13-5 0,17-13-1 0,-5 12 5 16,0-5-5-16,5-7 1 0,-2 10 0 16,2-3 1-16,0-7 3 0,2 15-1 0,4-12 1 0,-2 3 1 15,5-2 2-15,0 1-3 0,5-2 0 0,3-2-3 16,1 2 8-16,1-6-12 0,0 2 6 0,-1-1-4 15,-4 1 2-15,2-2-4 0,-3 0 2 0,-1 0 2 16,-2-1-1-16,-1-1-1 0,-2-1 1 0,0 1 2 16,-2-1 0-16,-1 1 0 0,0-2-3 0,0-1 1 15,-1-1-1-15,-1-1-1 0,-2 5 1 0,0-3 1 16,0 8 11-16,0-8 4 0,0 8-6 0,0 0-1 16,-4-10 2-16,4 10-6 0,-9 0 0 0,9 0 4 15,-16 8 1-15,5-4 1 0,0 1 0 0,1 2 0 16,-1 0 0-16,1-1-1 0,2 1-1 15,1-3-2-15,-1 2 2 0,4 2-6 0,-1-4 4 0,3 2-3 16,2-6 1-16,-3 11-2 0,3-11-1 0,0 0 2 16,5 11 2-16,-5-11-6 0,0 0 0 0,11 11 10 15,-7-12-5-15,-4 1-5 0,9 1 3 0,-9-1-7 16,8 3 5-16,-8-3-6 0,8 0 7 0,-8 0-8 16,0 0 9-16,5 7-12 0,-5-7-1 0,8 7 2 15,-2-1 0-15,-2 4 2 0,2 5 2 0,-1 2 3 16,6 9 9-16,-4 1-9 0,2 0 3 0,-1 2 2 15,1 4 6-15,1 0-7 0,-5 1 6 0,1 0 1 16,-2 0 2-16,1 1-4 0,0-2 5 0,-3 1-7 16,0-3 7-16,-2 1-2 0,-2-6 4 0,0 0-3 15,-4-7-3-15,2-1 1 0,-2-4 2 0,-3 1-5 16,-1-1 4-16,-3-4 5 0,-2-1-5 0,1-4 0 16,-3 1 1-16,-1-2-1 0,-1-2 2 0,1-5-6 15,0-2 2-15,3-1-5 0,1-2-3 16,1-3 7-16,3 1-6 0,6-2-6 0,0-5-1 0,6 4-3 15,4-6-5-15,10-7 3 0,5-2-4 0,3-1 4 16,13-7-5-16,5-1-3 0,0 2 0 16,2-1 0-16,-2 2 0 0,3 0 2 0,-2 3-1 0,-3-4 3 15,3 3-2-15,-16 8 2 0,11-12 3 0,-11 12 1 16,-5-1-1-16,1 2 2 0,-8-1-2 0,-4 8 1 16,-2 1 5-16,-4-2 1 0,0 2 1 15,-7-2 3-15,-3 4 2 0,2 3 2 0,-9-2 5 16,-3 4 4-16,4 2-8 0,-9 1 1 0,2 3 3 15,-2 3 0-15,-7 5 2 0,0 5 0 0,5 2 4 0,2 1-1 16,4 0-8-16,0-1 3 0,7 1 0 16,0 3-5-16,4-2 7 0,1 4-2 0,4-2-12 15,8-1-25-15,3 0-24 0,2-2-34 0,5-1-45 16,5 3-33-16,4-3-45 0,1-4-38 0,5 0-34 16,-3 0-174-16,-10-3-491 0,8 0 218 0</inkml:trace>
  <inkml:trace contextRef="#ctx0" brushRef="#br0" timeOffset="18933.49">28422 4410 63 0,'5'-18'228'16,"-1"1"3"-16,-2-1 10 0,0 6 37 0,-2 1 3 16,2 1-1-16,-1 3-4 0,-1 7 1 0,0-11-5 0,0 11-19 15,2-8-22-15,-2 8-30 0,0 0-19 0,0 0-16 16,0 0-10-16,3 25 1 0,-6-6 9 15,1 7-11-15,1 4 2 0,-1 3-6 0,-1 3-4 16,2-1-4-16,-1 10-10 0,0-10-6 0,-1-2-9 16,3 2-13-16,-4-4-7 0,4 2-7 0,0-1-7 15,-1-3-11-15,2 4-5 0,-2-4-5 0,1-2-6 16,1 0-7-16,-1-8-4 0,2-1-5 0,-2-1-13 16,2-5-28-16,1 5-19 0,-2-6-36 0,2 0-27 15,-1 0-25-15,0-4-36 0,1 0-27 0,1-1-37 16,-1 0-40-16,-3-6-48 0,9 7-76 0,-5-5-326 15,-4-2-754-15,0 0 334 0</inkml:trace>
  <inkml:trace contextRef="#ctx0" brushRef="#br0" timeOffset="19751.95">28722 4891 215 0,'0'0'228'0,"5"-8"-8"0,-2 4-9 15,1-2-5-15,1-3-16 0,-3 2-17 16,2-3-3-16,4 2-2 0,-2 0-8 0,-1-2-12 0,3 0-15 16,-2 0-11-16,3 0-3 0,0-2-8 15,-1 2-11-15,-2-6-4 0,1 8-3 0,-2-3 2 16,1 2-4-16,-2-2-7 0,1-1-7 0,-2 3-2 16,2-2 0-16,-3 2 8 0,-2 4 4 0,0 5-10 15,2-9-3-15,-2 9-11 0,0 0-5 0,0 0-4 0,0 0-8 16,0 0-12-16,0 0 1 0,0 0-4 0,-22 19 1 15,14-8-6-15,-3 5-5 0,3-2 12 16,2 1-4-16,-2 4-13 0,0-2-8 0,2 1 3 16,2 1-2-16,4-2-5 0,1-2-23 0,3-3-23 15,-1 0-32-15,3-2-26 0,-1 0-35 0,3-1-48 16,2-2-63-16,4-4-54 0,-2 0-216 0,2-2-558 0,-1-2 247 16</inkml:trace>
  <inkml:trace contextRef="#ctx0" brushRef="#br0" timeOffset="19915.9">28874 4498 156 0,'0'0'150'0,"0"0"-17"0,0 0-23 0,0 0-42 15,0 0-32-15,0 0-41 0,0 0-39 0,0 0-57 16,0 0-110-16,0 0 50 0</inkml:trace>
  <inkml:trace contextRef="#ctx0" brushRef="#br0" timeOffset="20152.3">29040 4532 92 0,'2'-9'195'0,"-2"9"1"0,2-10-7 16,-2 10 17-16,1-5-6 0,-1 5-2 0,0 0-6 15,0 0-14-15,3-8-13 0,-3 8-9 0,0 0-24 0,0 0-14 16,0 0-8-16,0 0 6 0,0 0 1 15,3 37 8-15,-5-18-2 0,1 8-6 0,-4 4-3 16,2 2-3-16,3-1-6 0,-5 1-15 0,-1 0-3 16,2-3-12-16,0 3 1 0,0-4-7 0,2 0-2 15,0-2-22-15,2 1 9 0,-1-9-12 0,1 7-22 16,1-9-29-16,1 2-22 0,-2-4-35 0,1 2-29 16,0-5-34-16,-1-2-43 0,0 1-51 0,0-11-33 15,3 14-228-15,-3-14-523 0,0 10 232 0</inkml:trace>
  <inkml:trace contextRef="#ctx0" brushRef="#br0" timeOffset="20368.64">29231 4841 80 0,'4'-11'186'0,"1"2"3"0,-2 2-3 0,0 2-4 16,-3 5-17-16,4-8-19 0,-4 8-10 0,0 0 1 15,0 0 19-15,0 0 2 0,0 0 19 0,1 27 4 16,-5-11-15-16,-2 3-18 0,0-2-9 0,0 7-13 15,1-7-14-15,1 2-12 0,-1-2-10 0,-1 2-7 16,4-2 1-16,-2 0-14 0,0-2-14 0,0 0-22 16,3-2-24-16,1-3-38 0,-3 0-28 0,0 0-35 15,3-10-42-15,0 16-58 0,0-16-40 0,-2 9-198 16,2-9-463-16,0 0 206 0</inkml:trace>
  <inkml:trace contextRef="#ctx0" brushRef="#br0" timeOffset="20596.48">29260 4755 33 0,'9'-15'155'0,"0"6"-11"0,-3-3-3 15,3 3-2-15,-1 3-5 0,0 0-11 0,-2 3 2 16,4 0-2-16,-3 2-3 0,2-1 1 0,-9 2-6 16,11 3-6-16,-4 0 0 0,-4 0 5 0,5 1 4 15,-4 3-5-15,-2 2-4 0,2 1-8 0,-2-1-9 16,-2 1-6-16,0 0-7 0,-3 3-6 0,2-1-7 15,-3-1-8-15,-3 1-8 0,1-2-22 0,0 2-26 16,1-2-27-16,-3-1-37 0,1 0-51 0,1-3-43 16,0-1-50-16,-2 1-164 0,8-6-400 0,-10 6 176 15</inkml:trace>
  <inkml:trace contextRef="#ctx0" brushRef="#br0" timeOffset="22181.65">29842 4661 188 0,'0'0'249'15,"3"-4"-12"-15,-3 4-14 0,0 0-13 0,0 0-14 0,0 0-14 16,-11-10 2-16,11 10-2 0,-15 4-15 16,6 1-15-16,-3 0-11 0,-1 3-14 0,4 0-6 0,-3 4-13 15,-1 1-8-15,4-4-11 0,1 1-8 16,-1 5-8-16,4-4-6 0,1 1-2 0,2-1-11 15,3 2-7-15,0-3 2 0,4 2-13 0,2-3-25 16,-1 0-6-16,7-2-17 0,1 0-8 0,4-1-7 0,-3-2-3 16,-1-1-2-16,4-2 2 0,1-1 3 0,-5 0 3 15,3-4 5-15,1 1-2 0,-6 0 5 0,5-4-2 16,-4 1 7-16,4-2-1 0,-7 1 1 16,3-3 10-16,-3 0-6 0,-4 2-1 0,2-3 4 15,-1 2-4-15,0-6 7 0,2 2 0 0,-5 1 10 0,2-2 11 16,0 3 2-16,-3 2-4 0,1 3 8 0,0 3 0 15,-4 3-5-15,2-11 0 0,-2 11-6 0,3-5-4 16,-3 5-5-16,0 0 5 0,0 0 17 0,0 0 0 16,-3 26-1-16,1-14-2 0,-2-2 13 15,0 3-16-15,3 1 2 0,0-2-5 0,0 1 3 16,1-2-2-16,1 0-4 0,0 0 0 0,3-1-3 0,1-1 6 16,-1-2 0-16,2-2-1 0,3 1 1 0,2-1 0 15,-1-2-3-15,1-1-2 0,0-2 1 16,2-2-4-16,-1 0-2 0,-1-1-2 0,-3 0-1 0,1-2 2 15,0-1-1-15,0 0-3 0,-1-3 2 16,0 0-6-16,0-1 2 0,-1 2 2 0,-2-2-2 16,0-2-7-16,0 1 5 0,2-5-3 0,-3 0 0 0,-1 8-1 15,1-4 4-15,-2 3-3 0,0-1 0 0,0 6 8 16,-2 4-7-16,4-9 12 0,-4 9-5 16,5-5-3-16,-5 5-5 0,0 0-1 0,0 0 3 15,0 0-4-15,0 0 10 0,0 0 0 0,0 0-1 16,0 0 5-16,-9 30-5 0,8-21 8 0,-2 2 0 15,1-1 1-15,2 0-3 0,1 0 1 0,0-1 3 0,-1-2-3 16,3 5 6-16,1-6-6 0,1 2-2 16,0 1 4-16,1 0 0 0,1-3-2 0,0 0 0 15,5-1 7-15,-1-2-3 0,2-1 0 0,-1-1 1 16,-1-1-2-16,1-1-2 0,-2-2 1 0,-2 0-4 16,3 0 6-16,-1-2-2 0,-3-2-2 0,0 0-5 15,2-2 7-15,-5 2-7 0,1-5 2 0,0 1-4 16,-2-2 1-16,-2 1-2 0,3-1-2 0,-4-3-5 15,0 5 5-15,-2-5-1 0,2 5 3 0,-3 2-1 16,3 9-7-16,-5-16 2 0,1 10-5 0,0 1 4 16,1-2-4-16,3 7 7 0,-7-7-7 0,2 3-3 15,5 4 3-15,-7-4 4 0,7 4-4 0,0 0-5 16,-7-5-2-16,7 5 2 0,0 0-1 0,-6-3-3 16,6 3 1-16,0 0 2 0,0 0-1 0,0 0-1 15,0 0 9-15,20 11 9 0,-9-10-11 0,-1 0 3 16,3-1-1-16,5 2 2 0,-5 0 2 0,1-3-3 15,-2 1 0-15,-1-1 4 0,-3 1 1 0,2-2 0 16,-10 2-5-16,16 2-3 0,-10-1-2 0,-6-1-3 16,10 4 3-16,-10-4 4 0,9 5 0 0,-5 0 4 15,-1 2 1-15,1-1 2 0,0 0 4 0,1 4 0 16,-1-1-2-16,1 1 3 0,-4-3-4 0,3 3 4 16,0-1 3-16,-1 3-1 0,1-3-5 0,-1-1-2 15,0 1 4-15,0-3 1 0,0-1 3 0,4 3-4 16,-4-2 2-16,1-1 8 0,0-1-5 0,-4-4-4 0,7 5 4 15,-3-2 3-15,-4-3-3 0,10 3-1 16,-10-3 2-16,0 0-7 0,12-4-1 0,-12 4-3 16,9-8-2-16,-1 4-5 0,-4-1 2 0,0-2-5 15,0-2-1-15,1 1-1 0,-1-3 0 0,-2 0-2 16,3-1 0-16,-4-3-4 0,2 2 6 0,-1 3 1 16,-2-2 8-16,0-1-8 0,0 4 8 0,2-2-6 15,-2 11 3-15,0-10-4 0,0 10 2 0,0-11-1 16,0 11-5-16,0 0-1 0,0-9 3 0,0 9 3 15,0 0-2-15,4-4 1 0,-4 4 1 0,0 0 1 16,16 8-7-16,-8-6 6 0,0 4 4 0,-1 2-7 16,0-1 4-16,0 0 3 0,0 3 31 0,-2 0 3 15,-1-1-5-15,1 1-8 0,-3 2 1 0,5-1 0 16,-4 0 1-16,1 0-2 0,0-3-1 0,0 2-3 16,1-3 0-16,-2 4-1 0,4-5 5 0,0 2 1 15,-1 0 4-15,2-4-5 0,3 1 1 0,1-1-3 16,1-3 1-16,1 0 0 0,2-1-6 0,0 0 2 15,-5-2-2-15,2-1 0 0,-3-1 4 0,0-1 1 16,0 1-5-16,1-2 4 0,-3-3-7 0,0 1 8 16,-1-1-2-16,-3-4-1 0,-1 3 3 0,3-6-2 15,-6 3 1-15,1 1-9 0,-1-1 24 0,-1 5-7 16,-1-2 4-16,2 10 0 0,-2-14 7 0,2 14-10 16,-2-7 5-16,2 7-7 0,-5-4 1 0,5 4-10 15,0 0-3-15,-21 6 2 0,8 4 2 0,-2-2-9 16,4 0 5-16,0 3-21 0,1-2-8 0,1-2-24 15,3 2-31-15,1 0-19 0,4 1-27 0,-3 0-25 16,3-3-14-16,1-7-24 0,5 15-23 0,1-7-25 16,1-1-7-16,-2-2 3 0,4 1 14 0,2 0 25 15,-3-2 22-15,2-3 25 0,0 3 29 0,0-1 31 16,0-2 28-16,-1-1 37 0,-9 0 31 0,14 0 22 16,-14 0 15-16,11 0 13 0,-3-3 7 15,-8 3-2-15,10-5-6 0,-5 1-5 0,0 1 10 0,0-3 6 16,-5 6-5-16,9-10-2 0,-3 1-2 0,-1 4-3 15,0-4 8-15,1 0 6 0,0 1 8 0,1-1 14 16,-1 0 9-16,0-1 4 0,0 1-10 0,0 2 15 16,-2 1 3-16,-1 2-1 0,-3 4-8 0,5-7-13 15,-5 7-18-15,6-4-4 0,-6 4-8 0,0 0-7 16,0 0-2-16,10 14-7 0,-6-9 4 0,-1 5-9 16,-1-2-5-16,0 2-3 0,0-1 2 0,2 2-16 15,-3-2-30-15,2 2-31 0,-1-3-40 0,0 0-26 16,0-2-46-16,2 0-63 0,0 0-68 0,-4-6-176 15,4 6-506-15,-4-6 224 0</inkml:trace>
  <inkml:trace contextRef="#ctx0" brushRef="#br0" timeOffset="22411.19">31325 4611 54 0,'3'-15'140'0,"0"-1"2"15,0 0 1-15,2 5 11 0,-3-1 3 0,0 1 1 16,-1 1 11-16,1 4 3 0,-2 6 3 15,2-9-13-15,-2 9-11 0,3-7-16 0,-3 7-17 16,0 0-6-16,0 0 13 0,0 0 21 0,0 0 8 16,-13 29-19-16,6-15 1 0,1 2-10 0,0 1-13 0,-1 1-11 15,1-2-6-15,1 1-3 0,1 0-12 0,0 1-14 16,3-2-15-16,1 0-14 0,-1-3-45 16,1-1-42-16,-1 0-36 0,1 0-37 0,0-3-55 15,1-3-58-15,-1-6-54 0,-3 13-152 0,-1-10-477 16,4-3 211-16</inkml:trace>
  <inkml:trace contextRef="#ctx0" brushRef="#br0" timeOffset="22559.93">31237 4678 95 0,'2'-7'171'0,"-2"7"-10"0,0 0-18 0,3-5-8 16,-3 5-12-16,0 0-12 0,7-5-10 0,-7 5-13 15,7-1-6-15,-7 1-6 0,13-3-11 0,-4 2-3 16,4-2-11-16,-2 0-37 0,10-2-72 0,-1-1-70 0,0 4-88 15,0-4-233-15,9-1 103 0</inkml:trace>
  <inkml:trace contextRef="#ctx0" brushRef="#br0" timeOffset="24153.9">31799 4405 16 0,'3'-7'251'15,"-3"7"-17"-15,0 0-14 0,0 0-11 0,0 0-7 16,0 0-4-16,0 0-8 0,-32 11-9 0,19-5-7 16,-1 7-17-16,3 1-6 0,-2-1-5 0,1 2-14 15,0 1-14-15,3 0-18 0,0 0-6 0,0 0-9 16,4-1-6-16,3-3-11 0,1 4-5 0,2 0 0 15,3-4-10-15,3 3-2 0,0-4-3 0,4-2-6 16,0 2-6-16,7-5-15 0,-3 1-18 0,3-2-6 16,0-1-1-16,-3-4-6 0,-3 0 1 0,1 0-3 15,-2-3 2-15,-11 3-3 0,21-9 0 0,-12 5-1 16,1-1 0-16,-1 0 2 0,0-2 0 16,0-1 0-16,-2-1-1 0,1 4 7 0,-3-4-3 0,0-1 1 15,0-1-3-15,0 3 8 0,0 0 7 0,-5 8 7 16,6-11 3-16,-6 11 2 0,4-8-3 0,-4 8 1 15,0 0-3-15,3-10-6 0,-3 10-1 16,0 0-2-16,0 0-4 0,0 0-1 0,0 0 7 0,0 0 9 16,0 0 0-16,-13 26 3 0,8-15 0 0,2 1-1 15,-1-5-7-15,1 3 4 0,3-10-3 0,-5 18-2 16,4-11-2-16,1-7 4 0,0 16-3 0,0-16 0 16,2 14-2-16,1-7 7 0,-3-7-2 0,6 10 2 15,1-6-6-15,-7-4 4 0,13 7-1 0,-6-4-3 16,-7-3 3-16,14 0 1 0,-14 0-2 0,13 0 0 15,-13 0 3-15,9-6-1 0,-9 6-4 16,11-11 3-16,-4 6-7 0,-7 5 5 0,6-12-3 16,-2 3 0-16,0-2-2 0,-2 3-1 0,2-4-5 0,-2 2 5 15,1-5-3-15,-1 4 0 0,0 0-4 16,0 0 1-16,0-1 5 0,1 4 3 0,-3 8-9 16,2-13 9-16,-2 13-5 0,4-11 1 0,-4 11-2 0,3-8-2 15,-3 8-6-15,0 0 0 0,0 0-2 16,17 3-1-16,-17-3 4 0,13 13 3 0,-5-4-1 15,-3 1 4-15,-2 1 0 0,2 0 1 0,1 3 5 0,-2-1 11 16,0 1-5-16,-2-3 5 0,1 0 3 0,-1-1 5 16,0-1-2-16,-1 1-5 0,-1-10 6 0,1 13-1 15,-1-13 4-15,2 9 4 0,-2-9 11 0,0 0 7 16,2 11 10-16,-2-11-7 0,0 0 22 16,0 0-6-16,0 0-4 0,0 0-10 0,0 0-1 15,0 0-11-15,0 0-2 0,0 0 7 0,0 0-15 16,0 0-1-16,0 0-5 0,0 0-8 0,-6-36-5 15,6 36-3-15,2-20 10 0,2 7-21 0,3-1-1 0,3 0-8 16,0 0 3-16,0 0-4 0,3-1 1 16,0 1 4-16,2 3 0 0,-1 2-1 0,-2 1-2 15,-1 3 2-15,-1-1 2 0,2 4-4 0,-3-1 4 16,-9 3-10-16,15 0-4 0,-15 0 1 0,17 10 8 16,-8-6 0-16,-3 6-2 0,0 1 8 0,0 0 0 15,-4-2-1-15,3 7 7 0,-2-7-10 0,-1 3 6 0,2-1-1 16,1-1 1-16,-1 0 1 0,-1-1 11 15,-3-9-7-15,5 12 6 0,-1-8 13 0,-4-4-6 16,6 10 6-16,1-6 7 0,-7-4-1 0,12 2 10 16,-12-2-19-16,17 0 5 0,-17 0-3 0,20-4 2 15,-9 1-4-15,-1-2 0 0,0-1 5 0,-1 0-6 0,1 1 1 16,-2-5-3-16,1 0 2 0,-2-1-4 16,2 1-4-16,0-5 5 0,-1 1-4 0,0 0-2 15,0-1-3-15,-2 1 6 0,-1 3-9 0,-1-2 4 16,0 2-4-16,-1 3 3 0,1 1-3 0,-1 1 3 15,-3 6 2-15,2-8-1 0,-2 8-5 0,3-6-5 16,-3 6-3-16,0 0 5 0,2-7-5 0,-2 7 1 16,0 0 0-16,0 0 4 0,0 0-10 0,0 0 11 15,-19 15 1-15,13-9-5 0,-1 0-12 0,1 2-5 16,-2 0 0-16,5 0 3 0,-3-1-8 0,4 0-13 16,1 3 2-16,-1 0-7 0,2-1 6 0,2 1 1 15,1-1 7-15,4 1-2 0,2 4 4 0,-2-4 7 16,0 1 1-16,3 0 1 0,-2-2 3 0,-1 0 2 15,2-1 1-15,-2 0 3 0,0 0-4 0,-2 0 5 16,1 1 1-16,-4-3-1 0,3 1-1 0,-1-1-5 16,-1-1 3-16,-3-5-5 0,3 9-4 0,-3-9 2 15,-3 9-2-15,3-9-4 0,-5 5-5 0,5-5-12 16,-8 6-20-16,8-6-13 0,-9 0-15 0,9 0-17 16,0 0-22-16,0 0-16 0,0 0-16 0,-23-4-16 15,23 4 5-15,-5-8-2 0,2 4 8 0,3 4 1 16,-2-10 14-16,2 10-85 0,1-13 208 0,1 6-162 15,1-2 172-15,2-1-69 0,3-6 23 0,1 0 9 16,0 2 18-16,1 0 17 0,1-2 35 0,0 0-13 16,-11 16 18-16,23-32 5 0,-23 32 3 0,19-32 24 15,-19 32 6-15,19-35 15 0,-11 18 0 0,-8 17 8 16,16-33 19-16,-16 33-8 0,0 0 4 0,13-28 0 16,-13 28 31-16,0 0 0 0,0 0-3 0,0 0-7 15,10-23-11-15,-10 23-8 0,0 0-14 0,0 0-12 16,0 0-4-16,0 0-5 0,0 0 6 0,0 0 8 15,0 0 9-15,0 0 4 0,0 0 8 0,0 0 2 16,21 86 5-16,-21-86-5 0,2 34-11 0,-2-34-5 16,3 36-3-16,-3-36-12 0,1 33-3 0,-1-33-3 15,4 32-5-15,-4-32-18 0,0 0 12 0,4 43-17 16,-4-43-29-16,0 0-26 0,2 32-31 16,-2-32-29-16,0 0-35 0,0 0-32 0,0 0-44 15,2 35-45-15,-2-35-215 0,0 0-494 0,0 0 219 0</inkml:trace>
  <inkml:trace contextRef="#ctx0" brushRef="#br0" timeOffset="24317.64">32763 4566 179 0,'0'0'170'0,"0"0"-14"0,0 0-15 15,0 0-23-15,0 0-4 0,0 0-13 0,0 0-13 16,0 0-33-16,45-17-26 0,-45 17-18 0,0 0-37 15,43-6-34-15,-43 6-28 0,32-4-77 0,-32 4-179 16,0 0 79-16</inkml:trace>
  <inkml:trace contextRef="#ctx0" brushRef="#br0" timeOffset="24689.02">33079 4560 166 0,'0'0'184'0,"0"0"-9"0,0 0-21 0,0 0 5 16,0 0 12-16,0 0-2 0,0 0-1 0,0 0-8 15,0 0-1-15,0 0-8 0,0 0-11 0,0 0-18 16,0 0-9-16,0 0-5 0,0 0-11 0,0 0 7 16,0 0-17-16,0 0 4 0,0 0-4 0,-97 12-11 15,97-12-11-15,-21 16-7 0,21-16-4 0,-15 20-5 16,15-20-19-16,0 0 12 0,-14 24-4 0,14-24-7 16,0 0-1-16,0 0-2 0,0 0-3 0,0 0 3 15,0 0-5-15,0 0-1 0,0 0-9 16,0 0 5-16,41 34 1 0,-41-34-5 0,0 0 1 15,0 0 0-15,0 0-4 0,0 0 3 0,0 0-1 16,64-24-3-16,-64 24-8 0,0 0 9 0,0 0-2 16,26-24 2-16,-26 24 0 0,0 0 0 0,0 0 6 15,18-17 3-15,-18 17-9 0,0 0-1 0,0 0 1 16,0 0 0-16,0 0-11 0,0 0 2 0,0 0-14 16,0 0 10-16,0 0-2 0,0 0-3 0,0 0 12 15,0 0-1-15,0 0 0 0,0 0-10 0,0 0-27 16,0 0-36-16,0 0-37 0,0 0-40 0,13 50-40 15,-13-50-58-15,0 0-230 0,0 0-513 0,0 0 228 16</inkml:trace>
  <inkml:trace contextRef="#ctx0" brushRef="#br0" timeOffset="24888.34">33148 4657 137 0,'0'0'158'0,"0"0"-7"15,0 0-9-15,24-39-10 0,-24 39-5 0,13-21 2 16,-13 21 2-16,0 0 6 0,20-28 1 0,-20 28-1 15,0 0-4-15,17-20-6 0,-17 20-14 0,0 0-11 16,0 0-16-16,0 0-9 0,0 0-8 0,0 0-6 16,0 0-4-16,0 0-3 0,0 0-4 0,0 0-5 15,0 0-2-15,0 0-12 0,0 0-24 0,0 0-28 16,38 50-30-16,-38-50-34 0,0 0-51 0,0 0-59 16,0 0-159-16,0 0-382 0,9 22 169 0</inkml:trace>
  <inkml:trace contextRef="#ctx0" brushRef="#br0" timeOffset="25110.5">33415 4431 185 0,'0'0'172'15,"0"0"9"-15,0 0 4 0,0 0 20 0,0 0 0 16,0 0-4-16,0 0-7 0,0 0-9 0,0 0 1 15,-3 74-4-15,3-74-8 0,-10 34-22 0,10-34-13 16,-10 31-16-16,10-31-11 0,0 0-37 0,-10 45-33 16,10-45-45-16,-6 25-44 0,6-25-51 0,0 0-58 15,0 0-52-15,0 0-190 0,-3 30-431 0,3-30 190 16</inkml:trace>
  <inkml:trace contextRef="#ctx0" brushRef="#br0" timeOffset="25245.59">33378 4532 36 0,'0'0'24'0,"0"0"-34"16,0 0-12-16,0 0 6 0</inkml:trace>
  <inkml:trace contextRef="#ctx0" brushRef="#br0" timeOffset="145380.74">14117 3198 49 0,'0'0'62'0,"0"0"-3"0,0 0-5 15,0 0-8-15,0 0-4 0,0 0-8 0,-5-5 2 16,5 5-12-16,0 0 5 0,0 0 4 0,0 0-16 16,0 0-7-16,0 0 0 0,0 0 2 0,0 0-6 15,0 0 6-15,0 0-1 0,0 0-3 0,0 0 1 16,0 0-1-16,0 0-5 0,0 0 5 0,0 0-2 15,0 0 12-15,0 0-3 0,10 21-3 0,-10-21 6 16,0 0 6-16,0 0 2 0,4 1 19 0,-4-1 13 16,0 0 2-16,20-6-7 0,-2-5 0 0,9-5-6 15,20-9-24-15,9-4-5 0,32-15-19 0,6-4-20 16,7 1-36-16,5-4-38 0,3 1-53 0,0-5-159 16,6-7 70-16</inkml:trace>
  <inkml:trace contextRef="#ctx0" brushRef="#br0" timeOffset="145827.07">13959 4605 19 0,'0'0'62'0,"0"0"9"0,0 0-6 15,0 0 5-15,0 0-1 0,0 0-9 0,0 0-6 16,0 0-2-16,0 0 6 0,25-7-12 0,4-6 2 15,14-11-19-15,38-16-23 0,13-8-16 0,12-4-30 16,13-6-71-16,2-9-118 0,12-8 52 0</inkml:trace>
  <inkml:trace contextRef="#ctx0" brushRef="#br0" timeOffset="148166.69">16781 5377 2 0,'0'0'3'0,"0"0"-5"0,0 0 5 0,0 0-4 15,0 0 4-15,0 0 0 0,0 0-1 0,0 0-2 16,0 0-3-16,0 0-2 0,0 0 10 0,0 0-6 16,0 0 3-16,0 0-2 0,0 0 8 0,0 0 1 15,0 0-7-15,0 0 2 0,0 0 4 0,0 0-5 16,0 0 2-16,0 0 1 0,0 0 1 0,0 0-5 15,0 0 3-15,0 0-2 0,0 0-1 0,0 0-1 16,0 0 0-16,0 0-2 0,0 0-1 0,0 0-5 16,0 0 4-16,0 0 1 0,0 0-1 0,0 0 0 15,0 0-1-15,0 0 1 0,0 0-6 0,0 0-8 16,0 0 33-16,0 0-23 0,0 0 5 0,0 0-1 16,0 0 1-16,0 0 0 0,0 0 2 0,0 0 5 15,0 0-6-15,0 0-4 0,0 0 3 0,7 9-2 16,-7-9-3-16,0 0 1 0,0 0 17 0,0 0-8 0,0 0 0 15,0 0-5-15,0 0 2 0,0 0-2 16,0 0 2-16,0 0 0 0,0 0 3 0,0 0-3 16,0 0 1-16,0 0-2 0,0 0 1 0,0 0 0 0,0 0 0 15,0 0-4-15,0 0 5 0,0 0-1 0,0 0 0 16,0 0 0-16,0 0 4 0,0 0-3 16,0 0-1-16,4 3-2 0,-4-3 2 0,0 0-4 15,0 0 5-15,0 0 0 0,0 0-2 0,0 0 0 16,0 0-2-16,0 0-2 0,0 0 0 0</inkml:trace>
  <inkml:trace contextRef="#ctx0" brushRef="#br0" timeOffset="-203590.6">19615 14350 8 0,'-15'0'9'0,"10"1"2"16,5-1-5-16,-13 0 5 0,13 0 0 0,-13 0 0 16,6 0-4-16,7 0 7 0,-16-2-7 0,9 0 2 15,7 2-2-15,-14-2-2 0,6 1-3 0,8 1 4 16,-21-3 2-16,12 2-4 0,-2 1-3 0,1-1 1 16,1-1-1-16,-3-1 5 0,12 3-6 0,-18 0 2 15,7 0 4-15,2 0-1 0,0 0-4 0,9 0 1 16,-19 0-1-16,10 0 3 0,2 2-5 0,7-2 7 15,-16 3-2-15,8-2-4 0,2-1 4 0,-3 1-7 16,1 1 9-16,2 0-3 0,6-2-1 0,-17 2-1 16,10-2 1-16,-2 3 0 0,1-2 0 0,-1 1-2 15,9-2 1-15,-15 1 2 0,7-1-2 0,-3 0 0 16,3 0-3-16,8 0 0 0,-14 2 4 0,14-2-1 16,-14 0-2-16,6 0 0 0,8 0 2 0,-13 1-1 15,13-1 3-15,-11 0-1 0,11 0 6 0,-12-1 1 16,12 1-4-16,-11-2 2 0,11 2 2 0,-9 0 0 15,9 0-2-15,-9-1-6 0,9 1 5 0,0 0-3 16,0 0-2-16,-14-2 0 0,14 2 2 0,0 0-3 16,0 0 4-16,-9-1-5 0,9 1 6 0,0 0-2 15,0 0 1-15,0 0-5 0,-9-3 7 0,9 3-5 16,0 0 3-16,0 0-4 0,0 0 2 0,0 0-3 16,0 0 7-16,0 0-5 0,0 0-6 0,0 0-3 15,0 0 4-15,0 0 5 0,0 0-1 0,0 0 0 16,0 0 3-16,0 0 1 0,0 0-3 0,0 0-2 15,0 0 4-15,32 3 3 0,-24-4-10 0,3 1 0 16,0 0-1-16,2 0 3 0,-1 0 1 0,-1 0 0 0,0-2-1 16,1 2 6-16,-1-2-2 0,0 1-3 15,3 0 0-15,-2-1 5 0,2 1-3 0,-3 0-2 16,2-2 0-16,1 1 3 0,-1 0-4 0,5 0 6 16,-5 0-4-16,4-1-3 0,-4 1 3 0,4-1 3 15,-4 1-3-15,-1 0 2 0,1 1-7 0,-1-3 2 16,2 2 1-16,-3 0-1 0,2 0 3 0,-2 2-2 15,0-2 3-15,0 1-3 0,-1 0-2 0,-2-1 1 16,1 1 4-16,-9 1-4 0,12 0 6 0,-12 0-3 16,9-3 6-16,-9 3-3 0,8-3-2 0,-8 3 1 15,0 0 3-15,8-1-1 0,-8 1 1 0,0 0-1 16,0 0-2-16,5-3 4 0,-5 3 1 0,0 0-1 16,0 0 0-16,0 0-1 0,0 0-3 0,0 0 2 15,0 0-9-15,0 0 4 0,-20-8-2 0,20 8 1 16,-13 0 2-16,5 0-3 0,8 0 7 0,-19 2-3 15,6-2-1-15,-2 0-2 0,3 0 4 0,-1 0-5 16,0 0 2-16,-5 2 1 0,1 0-1 0,-1-2-1 16,5 0 2-16,0 0-3 0,0 2-4 0,-5-4 6 15,1 4-3-15,-1-2 4 0,2-2-3 0,-4 2-3 16,3 0 6-16,-3 0-7 0,0-2 6 0,3 0-8 16,-4 2 7-16,0 0-2 0,1-2 5 0,1 2-1 15,-3 0 2-15,1-1-3 0,1 1 5 0,-2-2-9 16,4 1 19-16,-2 0-13 0,1-1 1 0,5 2 0 15,0-1-8-15,1-1 1 0,1 0 4 0,1 2 2 16,-1 0-7-16,2-1 1 0,10 1 8 0,-13-1 0 16,13 1-4-16,-9 0 1 0,9 0 6 0,0 0-6 15,-11-2 9-15,11 2-3 0,0 0 3 0,0 0-4 16,0 0-8-16,0 0 11 0,0 0-5 0,0 0 2 16,32-5-4-16,-16 5-4 0,2 0 10 0,2-1-8 15,1 2 3-15,1 0-5 0,5-2 1 0,2 1-4 16,-2 1 6-16,2 0 0 0,1-1 0 0,-1 3-6 15,1-3 9-15,-2 2-6 0,0-1-1 0,0 0 4 16,1-1-1-16,-7 2-2 0,-1 0-3 0,1-2 2 16,-1 0 5-16,-1 3-5 0,0-3 0 0,-3 1-2 15,0 2 11-15,-3-3-12 0,-2 0 9 0,-3 0-3 16,3 0 1-16,-4 0 0 0,-2 1-7 0,-6-1 4 16,11 0 6-16,-11 0-9 0,10 2 5 0,-10-2 0 15,8 0-3-15,-8 0-2 0,0 0 6 0,9 0 4 16,-9 0-10-16,0 0 5 0,0 0-6 0,0 0 2 15,0 0 3-15,0 0-3 0,0 0 1 0,0 0 1 16,0 0-1-16,0 0 3 0,-22-9-3 0,14 6-8 16,-2 3 9-16,0-1-5 0,-3 0 2 0,-1 0 0 15,-4 1 2-15,0-1-8 0,-1 1 8 0,-2 0-5 16,1-2 1-16,1 2-2 0,-3-2-1 0,1 1 1 16,2 1 10-16,-2-1-4 0,1 0 1 0,-1 1 2 15,2 1-1-15,-1-2 1 0,0 1 2 0,2 0-5 16,-1 0 3-16,1-1-1 0,3 1 10 0,-1 0-7 15,4-1 2-15,0 1-5 0,1-2-2 0,11 2 3 16,-16-1 4-16,9 1-4 0,7 0-1 0,0 0 1 16,-14 0 2-16,14 0 1 0,0 0 1 0,-11-1 3 15,11 1-3-15,0 0-6 0,0 0 4 0,0 0 6 16,0 0 0-16,0 0-6 0,0 0 3 0,39 1-2 16,-19 2 6-16,-1-2-4 0,9 2 3 0,2-2-7 15,0 1 6-15,-1 0-9 0,0-1 3 0,0 1-1 16,-1 2-3-16,3-2 1 0,-2-1-2 0,1 2-5 15,-2-2 2-15,0 1 3 0,-1-2 2 0,-7 2 0 16,3-4-2-16,-5 6 3 0,4-6-2 0,-3 2-2 16,-1 0 1-16,-4 0 4 0,3-2 4 0,-5 2-4 15,-1 0 0-15,-1 0 0 0,1 0-1 0,-4 0 5 16,-7 0 0-16,10 0-1 0,-10 0-7 0,9-2-1 16,-9 2 2-16,0 0 2 0,0 0-5 0,0 0 0 15,0 0-1-15,0 0-4 0,0 0-13 0,0 0 6 16</inkml:trace>
  <inkml:trace contextRef="#ctx0" brushRef="#br0" timeOffset="-203112.64">19383 14240 9 0,'-17'-3'13'15,"-3"2"-2"-15,2-1 3 0,4 2 3 0,0 1-8 16,2-2-4-16,2 1 1 0,10 0 4 0,-15 0 0 16,15 0-2-16,-8 0-4 0,8 0 5 0,0 0 0 15,0 0-6-15,0 0 5 0,0 0-1 0,0 0 1 16,33 6-2-16,-12-5-1 0,-2 1 3 0,8-1 3 15,-6-2-7-15,9 2 1 0,-2-1 3 0,0 0-2 16,0 0 0-16,-6 0-2 0,3-1 11 0,-4 1-6 16,-1-2-8-16,1 1 2 0,-1-2-3 0,-1 2 3 15,-2 1 2-15,1-2-4 0,-1 2 0 0,-4-2 5 16,-1 1-2-16,-2 1-3 0,2 0 2 0,-5-1-3 16,-7 1-7-16,16 0-2 0,-11 1-4 0,-5-1-2 15,6 3 2-15,-6-3 0 0,0 0 3 0,0 0-2 16,0 0 6-16,0 0-8 0,0 0 4 0,-20 6 0 15,10-6-1-15,-2 0-1 0,-2 0 7 0,-3 0 2 16,-1 0 0-16,-1 0 2 0,1 0 2 0,-1 1 1 16,0-1 2-16,0 2-5 0,-4-6 1 0,4 5 2 15,-3 0 1-15,2 1-4 0,-1-2 7 0,3 0 1 16,5 0 2-16,-1 1-4 0,7-1 0 0,7 0 2 16,-14 1 1-16,7-1-7 0,7 0 4 0,0 0 1 15,0 0-1-15,0 0 6 0,0 0 1 0,0 0-3 16,0 0 7-16,0 0-2 0,41 0-6 0,-20 0-4 15,5 0 4-15,-4 0 1 0,6 2 2 0,0-4-11 16,-6 2 9-16,1 0 1 0,-1 0-3 0,-2 2-5 16,2-2 0-16,-3 1 3 0,-5 0-2 0,-1-1-11 15,-1 0 3-15,-5 0-2 0,0 1-8 0,-7-1-1 16,12 0-1-16,-12 0-1 0,7 1-6 0,-7-1-12 16,0 0-38-16,0 0 17 0</inkml:trace>
  <inkml:trace contextRef="#ctx0" brushRef="#br0" timeOffset="-162381.47">22331 12581 13 0,'0'0'23'0,"0"0"-7"0,0 0-4 0,0 0-6 16,0 0 3-16,0 0-1 0,0 0-2 0,0 0-6 15,0 0 9-15,0 0-7 0,0 0 11 0,0 0-9 16,0 0 1-16,0 0-1 0,0 0 1 0,0 0-3 15,0 0 2-15,0 0 1 0,0 0-8 0,0 0 5 16,0 0-4-16,0 0 2 0,-25-5 3 0,25 5-6 16,0 0 0-16,0 0 2 0,0 0 0 0,0 0 1 15,0 0 1-15,0 0-9 0,0 0-15 0,0 0-22 16,0 0 9-16</inkml:trace>
  <inkml:trace contextRef="#ctx0" brushRef="#br0" timeOffset="-157105.38">22656 8087 8 0,'0'0'8'0,"0"0"1"0,0 0 1 16,0 0-4-16,0 0 0 0,0 0 0 0,0 0 2 15,0 0 3-15,0 0 1 0,0 0-2 0,0 0 0 16,-13 0 1-16,13 0 3 0,0 0-3 0,0 0 1 16,-13 0-1-16,13 0 0 0,-11 0 3 0,11 0 1 0,-11 0 1 15,11 0-4-15,-10 0-1 0,10 0-1 16,-13 0 2-16,13 0-3 0,-14 0 2 0,4 0 1 16,0 2-2-16,0-4-5 0,1 4 4 0,9-2 3 0,-17-2-4 15,7 2 0-15,0 0-6 0,10 0 8 0,-16-1-6 16,9 0-2-16,7 1 3 0,-17-2 2 15,17 2 0-15,-10-1 5 0,10 1 2 0,-13 0-1 16,13 0-2-16,-10-2 0 0,10 2-1 0,-12-1-4 0,12 1 5 16,-11 0-1-16,11 0 4 0,-8-2-2 0,8 2 5 15,-9-3-8-15,9 3 0 0,-11 0 1 0,11 0-1 16,-11-1 1-16,11 1 2 0,0 0 2 16,-10-2 9-16,10 2-4 0,0 0-7 0,-9-1-2 15,9 1 2-15,0 0 1 0,0 0-1 0,0 0 0 0,-10 0-1 16,10 0 0-16,0 0-2 0,0 0 0 0,0 0 1 15,0 0-5-15,0 0 7 0,0 0-2 16,0 0 2-16,0 0-5 0,0 0-4 0,0 0 12 16,0 0-16-16,0 0 9 0,0 0-2 0,-9-2-4 0,9 2 1 15,0 0-6-15,0 0-3 0,0 0 5 0,0 0 10 16,0 0-8-16,0 0 5 0,0 0-2 0,0 0-3 16,0 0 5-16,0 0 3 0,28 6-11 15,-15-4 10-15,5-1-1 0,1 1 4 0,9 0-6 0,2 0-1 16,0 1 1-16,2 0-5 0,2-1 7 0,0 2-5 15,4 0 3-15,2-2-1 0,11 2 1 0,-11-2 6 16,11 2 1-16,-3-1-1 0,-9-1-4 0,12 1-5 16,-13 1 10-16,2-2-5 0,-2 2-9 0,2-2 11 15,-2 0 1-15,0 0 0 0,1-1-8 0,-4 2 0 16,-1-1-3-16,-4-1 6 0,1 3-3 0,-2-3 4 16,-8-1-3-16,-1 2-3 0,0-2-9 0,-3 0 15 15,0 0-3-15,-7 0 4 0,2 2-5 0,-5-4 8 16,1 4-7-16,-8-2 2 0,15 0 7 0,-8 0 8 15,-7 0 1-15,0 0 4 0,11 0-3 0,-11 0 8 16,0 0 3-16,10-2 6 0,-10 2-4 0,0 0-1 16,0 0-3-16,0 0-2 0,0 0 0 0,0 0 0 15,9 0-2-15,-9 0-2 0,0 0-4 0,0 0-2 16,0 0 3-16,0 0-6 0,0 0 3 0,0 0-1 16,0 0-5-16,0 0 4 0,0 0 0 0,0 0-8 15,0 0 3-15,0 0 1 0,0 0-3 0,0 0 1 16,0 0-5-16,6-3 3 0,-6 3-4 0,0 0 1 15,0 0-5-15,0 0 5 0,0 0 2 0,0 0 1 16,0 0-4-16,0 0 6 0,0 0-13 0,0 0 6 16,0 0-3-16,0 0 0 0,0 0 0 0,0 0 4 15,0 0-5-15,0 0-11 0,0 0-14 0,0 0-5 16,0 0-24-16,0 0-14 0,0 0-11 0,0 0-11 16,0 0-11-16,0 0-21 0,0 0-82 0,0 0-220 15,0 0 98-15</inkml:trace>
  <inkml:trace contextRef="#ctx0" brushRef="#br0" timeOffset="-154663.3">23089 8203 14 0,'0'0'59'0,"0"0"-2"0,0 0-10 0,0 0-6 16,0 0-4-16,0 0-9 0,0 0 4 0,0 0-4 15,0 0-4-15,0 0-2 0,0 0 0 0,0 0-5 16,0 0-7-16,0 0-9 0,0 0-3 0,0 0-8 15,0 0-6-15,0 0-10 0,0 0-7 0,0 0-26 16,0 0-64-16,0 0 29 0</inkml:trace>
  <inkml:trace contextRef="#ctx0" brushRef="#br0" timeOffset="-153786.76">24170 8371 4 0,'0'0'35'0,"-8"2"-1"0,8-2-1 15,0 0-10-15,0 0 0 0,0 0-1 0,0 0-2 16,0 0 2-16,0 0-2 0,0 0-11 0,0 0 0 16,0 0 5-16,0 0-4 0,0 0-4 0,0 0 0 15,0 0 9-15,0 0-7 0,0 0-4 0,0 0 5 16,0 0 0-16,0 0 3 0,0 0-8 0,0 0 11 16,0 0-2-16,0 0-3 0,0 0 0 0,0 0 6 0,0 0-4 15,0 0-11-15,0 0 7 0,0 0 3 0,0 0-2 16,0 0 6-16,0 0-4 0,0 0 0 15,0 0 0-15,0 0-1 0,0 0-1 0,0 0 5 16,0 0-15-16,0 0 14 0,0 0 3 0,0 0-5 0,0 0 2 16,-7-10-2-16,7 10 8 0,0 0-13 15,0 0 6-15,0 0-5 0,0 0-1 0,0 0 0 16,0 0-7-16,0 0 10 0,0 0-9 0,0 0 3 0,0 0-1 16,0 0-1-16,0 0 3 0,0 0 3 0,0 0-10 15,0 0 1-15,0 0 1 0,0 0 1 0,0 0 0 16,0 0-1-16,0 0-7 0,0 0 6 15,0 0-7-15,0 0-3 0,0 0-6 0,0 0-11 0,0 0-8 16,0 0-4-16,0 0-7 0,0 0-31 0,0 0-85 16,0 0 38-16</inkml:trace>
  <inkml:trace contextRef="#ctx0" brushRef="#br0" timeOffset="-152398.59">24320 8200 77 0,'0'0'75'0,"0"0"-16"0,0 0-5 0,0 0 1 15,0 0-8-15,0 0-15 0,3-12 3 0,-3 12-5 16,0 0 2-16,0 0-6 0,0 0-3 0,0 0-4 16,0 0-3-16,0 0 0 0,0 0 2 0,-2-9-3 15,2 9-4-15,0 0-6 0,0 0 1 16,0 0 2-16,0 0 4 0,0 0-8 0,0 0 6 0,0 0 3 15,0 0-8-15,0 0 0 0,0 0-10 0,0 0-11 16,0 0-3-16,0 0-13 0,0 0 0 0,0 0-7 16,0 0-6-16,0 0-42 0,0 0-94 0,0 0 42 15</inkml:trace>
  <inkml:trace contextRef="#ctx0" brushRef="#br0" timeOffset="-151600.96">24242 7864 73 0,'-5'-6'70'16,"5"6"4"-16,-6-3-7 0,6 3-4 16,0 0 2-16,-5-4-6 0,5 4-4 0,0 0-8 15,-7-8-9-15,7 8 3 0,0 0-3 0,-7-5 4 16,7 5-1-16,-5-3 1 0,5 3 0 0,0 0-5 0,-6-4-3 15,6 4-2-15,-7-6-7 0,7 6-9 0,-8-2 2 16,8 2 10-16,-8-5-8 0,8 5-4 16,-8-5 13-16,8 5-5 0,0 0-3 0,-8-7-2 15,8 7 2-15,0 0 1 0,-7-1 3 0,7 1-11 0,0 0 4 16,0 0 4-16,0 0 1 0,-5-3-10 0,5 3 6 16,0 0-4-16,0 0-1 0,0 0-4 15,0 0 0-15,0 0-7 0,0 0 8 0,0 0-12 16,0 0 7-16,0 0 6 0,0 0-6 0,0 0-1 0,0 0-2 15,0 0-8-15,0 0 12 0,0 0-3 0,0 0-1 16,0 0-2-16,0 0-4 0,0 0 1 0,0 0 6 16,0 0-1-16,23 4 7 0,-4 0-6 15,0-2-1-15,12 4 4 0,2-3-4 0,3 1-6 16,4 2 9-16,12 0-6 0,4 2 11 0,-2-1-10 0,3-1-3 16,-2 3-1-16,-1-2 2 0,2 2 0 0,-1 0 2 15,-1-2 0-15,-1 0 3 0,1 0-6 0,-2-2 0 16,-13-2 9-16,-1 1-4 0,-1-1-4 0,-6 1 3 15,0-3-3-15,-5 2 1 0,-5-3 3 0,-1 1-4 16,-7 0 1-16,-1-1-3 0,-1 0 2 0,-6 0 0 16,3 0 7-16,-8 0 4 0,14 1 1 15,-14-1 4-15,7 0-1 0,-7 0 4 0,0 0 3 16,11-1 6-16,-11 1-8 0,0 0 3 0,0 0 2 0,0 0-6 16,0 0 0-16,0 0 0 0,0 0-1 0,5-5-7 15,-5 5 1-15,0 0-2 0,0 0 2 0,0 0 0 16,0 0-6-16,0 0 4 0,0 0-5 0,0 0 3 15,0 0-3-15,0 0 1 0,0 0-1 0,0 0 0 16,0 0-1-16,0 0 3 0,0 0-2 0,0 0 2 16,0 0-4-16,0 0 2 0,0 0-4 0,0 0-2 15,0 0-1-15,-16-9-6 0,16 9-12 0,0 0-14 16,0 0-8-16,0 0-22 0,0 0-4 0,-19 7-16 16,15-3-21-16,4-4-19 0,-11 7-95 0,2-3-238 15,-4-2 105-15</inkml:trace>
  <inkml:trace contextRef="#ctx0" brushRef="#br0" timeOffset="-149515.65">20500 14207 5 0,'0'0'16'15,"0"0"-4"-15,0 0 1 0,0 0-6 0,0 0-3 16,0 0-1-16,0 0-2 0,0 0 2 0,0 0-3 16,0 0 0-16,0 0-5 0,0 0-6 0,0 0-9 15,-3-12 4-15</inkml:trace>
  <inkml:trace contextRef="#ctx0" brushRef="#br0" timeOffset="-146900.3">20639 14090 5 0,'0'0'60'0,"0"0"1"0,1-9-7 0,-1 9-3 16,0 0-10-16,0 0 0 0,0 0-2 0,0 0-10 15,0 0-4-15,0 0-4 0,0 0 1 0,0 0-1 0,0 0 1 16,0 0-9-16,0 0 3 0,0 0-6 0,0 0 0 16,0 0 0-16,0 0-1 0,0 0-7 0,0 0 7 15,0 0 0-15,0 0-2 0,0 0-2 16,0 0 5-16,0 0-9 0,0 0-4 0,0 0 2 16,0 0 10-16,0 0-8 0,0 0 7 0,0 0-6 0,0 0 8 15,0 0-3-15,0 0 5 0,0 0 3 0,0 0-5 16,0 0 12-16,0 0-6 0,0 0 3 0,0 0 4 15,0 0-2-15,3-5-9 0,-3 5 1 0,0 0 7 16,0 0-6-16,0 0-6 0,0 0 4 16,0 0-2-16,0 0-5 0,0 0 4 0,0 0-8 0,0 0 4 15,0 0 1-15,0 0-6 0,0 0 23 0,0 0 7 16,5 17-8-16,-1-11-1 0,-3 2 10 0,-1-8-3 16,2 14 0-16,0-5-5 0,-2 0 0 0,0 0 2 15,1-2-1-15,0 4-2 0,-2-2 0 0,2-2-5 16,-1 1-8-16,0-8 3 0,0 17 6 0,0-10-7 15,0-7 11-15,0 11-9 0,0-4-5 0,0-7 5 16,0 13 6-16,0-13-2 0,2 9-2 0,-2-2 0 16,1-1-8-16,-1-6 3 0,4 12 15 0,-2-7-15 15,1 0-6-15,-3-5 0 0,4 10 1 16,-2-5 4-16,2 0-5 0,-4-5-3 0,4 9 3 0,-4-9 5 16,2 7 7-16,-2-7-12 0,3 5 1 0,-3-5-3 15,0 0 2-15,4 6-3 0,-4-6 4 0,0 0-3 16,0 0 0-16,4 4-4 0,-4-4 3 0,0 0-3 15,0 0 4-15,0 0 1 0,0 0 2 16,0 0-8-16,0 0 9 0,0 0-4 0,0 0-1 0,0 0-1 16,0 0-4-16,0 0 7 0,0 0-10 0,0 0 3 15,0 0-3-15,0 0-6 0,0 0 5 0,0 0-1 16,0 0 0-16,0 0-1 0,0 0-8 16,0 0 3-16,0 0-5 0,0 0-3 0,0 0 3 0,0 0 0 15,0 0 0-15,0 0-3 0,0 0 8 0,0 0-12 16,0 0-14-16,0 0 2 0,2-22-12 0,-2 22 0 15,3-9-10-15,-2 4 1 0,-1 5-4 0,0 0-2 16,-2-13 10-16,2 13-5 0,-2-9-2 0,2 9 5 16,-2-12-2-16,2 12-31 0,0-9-100 0,0 9 45 15</inkml:trace>
  <inkml:trace contextRef="#ctx0" brushRef="#br0" timeOffset="-144428.41">2632 9095 48 0,'-11'5'47'0,"11"-5"0"0,-8 3-9 16,8-3 0-16,-6 4-10 0,6-4 1 0,-4 5-9 16,4-5 8-16,0 0-11 0,7 12 1 0,2-7 6 15,9 5-2-15,8-4-5 0,8 0 6 0,18 4-6 16,4-4-9-16,4-1 3 0,6 0 1 0,26-5-8 15,-1 4-11-15,-26-1-20 0,32-1-50 0,-2 3-84 16,-2-4 37-16</inkml:trace>
  <inkml:trace contextRef="#ctx0" brushRef="#br0" timeOffset="-135572.44">23369 8819 51 0,'0'0'47'0,"0"0"-5"0,0 0-2 16,0 0-5-16,0 0-4 0,0 0-2 15,0 0-5-15,0 0 4 0,0 0-10 0,0 0 2 0,0 0-3 16,0 0-2-16,0 0 1 0,0 0-8 16,0 0-1-16,0 0 4 0,0 0-3 0,0 0 5 0,0 0-1 15,0 0-7-15,0 0 0 0,0 0-2 0,0 0 1 16,0 0 0-16,0 0 1 0,0 0 5 0,0 0-3 15,0 0-1-15,0 0-1 0,0 0-2 0,0 0 0 16,0 0-3-16,0 0 3 0,0 0 0 0,0 0-1 16,0 0 2-16,0 0 1 0,0 0-1 0,0 0-4 15,0 0 1-15,0 0 5 0,0 0-1 0,0 0-1 16,0 0 1-16,0 0-5 0,0 0 1 0,0 0-4 16,0 0 3-16,0 0-4 0,0 0-2 0,0 0-1 15,0 0-10-15,0 0-6 0,0 0-11 16,0 0-3-16,0 0-2 0,0 0-29 0,0 0-73 15,0 0 33-15</inkml:trace>
  <inkml:trace contextRef="#ctx0" brushRef="#br0" timeOffset="-132731.66">2765 9172 33 0,'0'0'47'0,"0"0"-10"16,0 0-6-16,0 0-18 0,0 0-8 0,0 0-15 16,0 0-16-16,0 0-29 0,0 0 13 15</inkml:trace>
  <inkml:trace contextRef="#ctx0" brushRef="#br0" timeOffset="-132510.38">2713 9214 13 0,'-13'1'20'0,"4"-1"-2"0,-1 2 6 16,-1-2-2-16,-1 0 12 0,0 1-2 0,-2 0-5 16,3-1 5-16,-2 0-1 0,-1 1-4 0,2-1 2 15,1 2-5-15,1-2 0 0,2 0 9 0,8 0-1 16,-15 0-4-16,15 0 0 0,-9 0-1 15,9 0-7-15,-7 3-2 0,7-3 2 0,0 0 6 0,0 0 6 16,35 2-18-16,1-3 8 0,20-2 7 0,10 2-7 16,38-4-15-16,2-1-6 0,9 1-16 0,6 2-9 15,6-1-23-15,7-5-58 0,6 1-114 0,0-1 50 16</inkml:trace>
  <inkml:trace contextRef="#ctx0" brushRef="#br0" timeOffset="-125545.45">20020 14277 10 0,'0'0'12'15,"0"0"3"-15,0 0-11 0,0 0-3 0,0 0-1 16,0 0-7-16,0 0-9 0,0 0 4 0</inkml:trace>
  <inkml:trace contextRef="#ctx0" brushRef="#br0" timeOffset="-121040.07">20493 14027 2 0,'0'9'17'0,"0"-9"-8"0,-2 11 4 0,1-5-7 15,-1 0 5-15,1 3-2 0,0 0-4 0,-1 1 1 0,1 2-6 16,1 0-2-16,1-1-11 0,-1 1-14 0,-1 1 7 16</inkml:trace>
  <inkml:trace contextRef="#ctx0" brushRef="#br0" timeOffset="-113542.22">22585 7965 46 0,'0'0'99'0,"0"0"-1"0,0 0 0 0,0 0-5 16,0 0-21-16,0 0 1 0,0 0-13 0,0 0-4 15,45-5-3-15,-12 5-19 0,18 0-17 0,8 0-25 16,8-2-29-16,26 1-89 0,7-2-136 0,-1-3 60 16</inkml:trace>
  <inkml:trace contextRef="#ctx0" brushRef="#br0" timeOffset="-107404.38">24109 7765 30 0,'-3'-7'63'0,"3"7"-4"0,0 0-1 16,0 0-6-16,0 0-2 0,0 0-8 0,5-13 2 0,-5 13-5 15,3-5 2-15,-3 5-3 0,4-5-8 16,2 2-7-16,6 0-10 0,6 1-20 0,12-3-14 16,10 1-15-16,15 2-51 0,7-1-94 0,42-1 43 0</inkml:trace>
  <inkml:trace contextRef="#ctx0" brushRef="#br0" timeOffset="-93446.38">27522 13969 47 0,'-6'-9'52'15,"0"1"-8"-15,-1 0 0 0,0 1 2 0,-4-3-3 16,5 1 1-16,-3 2-4 0,-2-3-3 0,-1 0 2 16,-1-2 12-16,-3 2-15 0,1-1-3 0,-2 0 0 15,0-3-3-15,-6 2-2 0,-2-1 7 0,0-1-11 16,4 0 4-16,-6 2 2 0,1 0-5 0,-1 0 2 15,-4 2 1-15,4 2-11 0,-4-1-2 0,1-1 2 16,-1 2 4-16,1 1-6 0,-3 1-3 0,2 0 1 16,3 2-2-16,-3-1 0 0,2 0-8 0,2 7 4 15,-2-5-16-15,9 4 17 0,-3 1-11 0,3-1 6 16,-9 2 5-16,11 1-5 0,-2 0 6 0,0 1 0 16,1 1-5-16,-3 2 1 0,4 2-10 0,0-1 1 15,-7 7 3-15,3 0-4 0,-2 0 7 0,3 2 1 16,-2 0 5-16,8-4-1 0,-5 6-2 0,-3-3 1 15,3 3-3-15,0-2-6 0,2 2 4 0,4-5 0 16,-6 5 5-16,2-1-3 0,0-2-4 0,0 3-2 16,-2 0 12-16,5-1-6 0,1-2-8 0,3 1 11 15,1-1-14-15,2 1 10 0,1-1 0 0,-2 7 9 16,2-4 6-16,3-2 3 0,1 9-3 0,1-1 3 16,6-2 0-16,-3 1-2 0,8 1-1 0,0 0 6 15,-1 3 0-15,6-3-3 0,-1 2 3 0,6-1-6 0,1 0 2 16,4 1 4-16,12 7-15 0,-9-11-1 15,2 2 7-15,11 3-6 0,2 2-3 0,-2-3 7 16,7 1-7-16,0-5 1 0,3-1 4 0,-1 0-1 16,3 0-3-16,0-4-2 0,-4 1 0 0,4-1-4 15,2-1 1-15,-7-2-6 0,3 0 10 0,-1-3-11 16,3-1 13-16,-2 0-7 0,-12-4-4 0,0-3 5 0,1 2-4 16,12-3 4-16,-13 2-4 0,2-5 6 15,10-1-7-15,3-1 6 0,0-5-5 0,-2-1 9 16,-2 1-7-16,-11-3 1 0,12-4 1 0,-12 0-2 15,9-7 5-15,0-5-1 0,-13 8-4 0,9-10 4 0,-7-4 0 16,2 1-9-16,-14 2-8 0,6-19 20 16,-8 6-4-16,-1-1 4 0,-3-3-4 0,-6-1 4 15,-4-4 4-15,-7 1-8 0,-5-5-3 0,-4 1 4 16,-6-3 3-16,-4 0-3 0,-15-22 2 0,-13 7-5 0,-1 2 2 16,-7 3-4-16,-15 5-11 0,-8 2 0 0,-10 2-5 15,-12 8-11-15,-6-2-24 0,-11 4-5 0,-9 2-21 16,-10 4-18-16,-13 7-90 0,-11 1-202 15,-6 6 89-15</inkml:trace>
  <inkml:trace contextRef="#ctx0" brushRef="#br0" timeOffset="-90087.83">4359 8925 35 0,'0'0'52'0,"0"0"-10"0,0 0-4 15,0 0 1-15,0 0-9 0,0 0-6 0,0 0 3 16,0 0 6-16,0 0-4 0,0 0 21 0,0 0-4 16,0 0 7-16,0 0 2 0,0 0 9 0,0 0 7 15,0 0 1-15,28-9-9 0,-11-3-8 0,11-6 1 16,13-14-16-16,10-7-1 0,24-16-7 0,4-5-5 16,2 2-2-16,6-7-32 0,15-2-33 0,4 3-16 15,9 0-34-15,1 1-61 0,3-2-163 0,0-6 71 16</inkml:trace>
  <inkml:trace contextRef="#ctx0" brushRef="#br0" timeOffset="-84409.31">23057 8200 33 0,'0'0'35'0,"-9"-3"-10"0,9 3 0 16,0 0-3-16,0 0 1 0,0 0-4 16,0 0-1-16,0 0-2 0,0 0-2 0,0 0 0 0,-8-1-4 15,8 1 0-15,0 0-2 0,0 0 2 0,0 0 0 16,0 0-8-16,0 0 5 0,0 0-7 0,0 0 7 15,0 0 0-15,0 0-13 0,0 0 11 0,-9 7 1 16,9-7-11-16,-6 4-12 0,6-4-8 0,-6 5-21 16,6-5-50-16,-5 6 23 0</inkml:trace>
  <inkml:trace contextRef="#ctx0" brushRef="#br0" timeOffset="-83396.69">24198 8709 4 0,'0'0'4'0,"0"0"-6"0,0 0 6 16,-5 4-3-16,5-4-1 0,0 0-1 0,-6 3 5 16,6-3-4-16,0 0 0 0,0 0-3 0,0 0-3 15,0 0 3-15</inkml:trace>
  <inkml:trace contextRef="#ctx0" brushRef="#br0" timeOffset="-83068.74">24178 8725 1 0,'0'0'4'0,"0"0"-1"16,0 0 1-16,0 0-2 0,0 0 0 0,0 0 1 0,0 0-1 16,0 0 0-16,0 0-3 0,0 0 4 0,0 0-3 15,0 0-5-15,0 0 9 0,0 0-3 16,0 0 2-16,0 0-1 0,0 0-2 0,0 0 0 15,0 0 3-15,0 0-6 0,0 0 3 0,0 0 0 0,0 0-5 16,0 0-6-16,0 0 24 0,0 0-14 0,0 0 1 16,0 0 1-16,0 0-2 0,0 0 0 0,0 0 1 15,0 0 3-15,0 0-6 0,0 0-2 16,0 0 9-16,0 0-3 0,0 0-2 0,0 0 1 0,0 0 1 16,0 0-1-16,0 0 1 0,0 0-1 0,0 0 2 15,0 0-7-15,0 0 3 0,0 0 3 0,0 0-2 16,0 0 1-16,0 0 0 0,0 0-4 0,0 0-4 15,0 0 2-15</inkml:trace>
  <inkml:trace contextRef="#ctx0" brushRef="#br0" timeOffset="-79627.29">20721 14062 14 0,'0'0'25'0,"0"0"3"0,0 0-3 15,0 0 1-15,0 0 2 0,0 0-2 0,0 0 4 16,0 0-1-16,0 0-10 0,0 0 6 0,0 0-5 15,0 0-5-15,-4-6-4 0,4 6-2 0,0 0 5 16,0 0-7-16,0 0 2 0,0 0 3 0,0 0-6 16,0 0 1-16,0 0-4 0,0 0 1 0,0 0 1 15,0 0 3-15,0 0-5 0,0 0-4 0,0 0 7 16,0 0-4-16,0 0-1 0,0 0 5 0,0 0-5 16,0 0-1-16,0 0 4 0,0 0-3 0,0 0 1 15,0 0-1-15,0 0 1 0,0 0 4 0,0 0-3 0,0 0 2 16,0 0-7-16,0 0-7 0,0 0 5 15,0 0 1-15,0 0 1 0,-11 0-3 0,11 0 14 16,0 0-15-16,0 0 2 0,-10-3-1 0,10 3 2 16,0 0-3-16,-10 0 1 0,10 0 5 0,0 0-2 15,-7-3 0-15,7 3 0 0,0 0-3 0,0 0 2 16,0 0-3-16,0 0-3 0,0 0 4 0,0 0-6 16,0 0 8-16,-8-2 0 0,8 2-2 0,0 0-4 15,0 0 3-15,0 0 7 0,0 0 0 0,0 0 1 16,0 0-5-16,0 0 4 0,0 0 0 0,0 0-1 15,0 0 4-15,0 0-9 0,0 0 2 0,0 0 2 16,0 0-2-16,0 0 3 0,0 0-2 0,0 0-1 16,0 0 3-16,0 0 0 0,0 0 2 0,0 0-2 15,0 0-3-15,0 0 4 0,0 0-3 0,0 0 1 16,-10 0 2-16,10 0-2 0,0 0 4 0,0 0 3 16,0 0-4-16,0 0 0 0,0 0 4 0,-12 1-3 15,12-1 2-15,0 0 1 0,0 0 4 0,0 0-11 0,0 0-1 16,0 0 3-16,-5 4 3 0,5-4-4 15,0 0-4-15,0 0 10 0,0 0-3 0,0 0-1 16,0 0-5-16,0 0 2 0,0 0 4 0,0 0 6 16,0 0-7-16,0 0 9 0,0 0 3 0,0 0 5 15,0 0-5-15,0 0-1 0,0 0 3 0,0 0-5 16,0 0 2-16,0 0 0 0,0 0-2 0,0 0-5 16,0 0 2-16,0 0-5 0,0 0 1 0,0 0 6 15,0 0-7-15,0 0-3 0,0 0 5 0,0 0-4 16,0 0-2-16,0 0 5 0,0 0 1 0,0 0 1 15,0 0-2-15,0 0 1 0,0 0 1 0,0 0 1 16,0 0-2-16,0 0-8 0,0 0 2 0,0 0 4 16,0 0-7-16,0 0 0 0,-9 1 7 0,9-1-7 15,0 0 4-15,0 0 6 0,0 0-9 0,0 0 2 16,0 0-2-16,0 0 6 0,0 0-3 0,0 0-5 16,0 0 3-16,-5 3 9 0,5-3-7 0,0 0-4 15,0 0 8-15,0 0-6 0,0 0 4 0,0 0-3 16,0 0 1-16,0 0-2 0,0 0 6 0,0 0-5 15,0 0 0-15,0 0 4 0,0 0 0 0,0 0-7 16,0 0 7-16,0 0-4 0,0 0 8 0,0 0-9 16,0 0-6-16,0 0 4 0,0 0 3 0,0 0 1 15,0 9 3-15,0-9-1 0,0 0-3 0,-3 7 0 16,3-7 3-16,0 0-2 0,0 0 3 0,0 0-6 16,0 0 3-16,-1 8 9 0,1-8-19 0,0 0 9 15,0 0 0-15,-1 9-1 0,1-9 1 0,0 0 5 16,0 0 1-16,-1 8 0 0,1-8 0 0,0 0 3 15,0 0-1-15,0 7-1 0,0-7-1 0,0 0-2 16,0 0 1-16,1 11 3 0,-1-11-6 0,0 0-4 16,0 0 5-16,-1 10 2 0,1-10 0 0,0 0-1 15,0 0-2-15,-2 8 4 0,2-8-5 0,0 0 7 16,2 10-5-16,-2-10 1 0,0 0-1 0,0 0 1 16,0 10-3-16,0-10 0 0,0 6 2 0,0-6-6 15,0 0 0-15,0 12-2 0,0-12 13 0,0 0-19 16,0 9 10-16,0-9-3 0,1 5 10 0,-1-5-6 15,1 10 4-15,-1-10-2 0,1 11 0 0,1-6-3 16,-2-5-9-16,1 12-1 0,0-7-4 0,2 1-1 16,-3-6 0-16,4 12 1 0,-3-5-7 0,2-1 3 15,-1 2-9-15,1-1-3 0,-1 0 1 0,2 1-8 16,-2 0-28-16,1-2-70 0,0 1 31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47:12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18487 16818 98 0,'0'0'225'0,"0"0"2"0,0 0-23 0,0 0-21 16,0 0-12-16,0 0 0 0,0 0-5 0,13-28-9 15,-3 14-10-15,1-1-9 0,2 2-10 0,-1-1-6 16,8-8-2-16,-1 0-6 0,2-3-6 16,0 3-11-16,-1-5-11 0,3 3-3 0,-2-5-10 0,0 0-8 15,-3-2-3-15,5-12-10 0,-9 10-2 0,5-10-6 16,-10 10-4-16,-3-2-4 0,3 0-5 16,-5-1-5-16,-3 3 4 0,2 2-7 0,-6 3 2 0,2 1 1 15,-4 9-1-15,-4 2 6 0,0 3 4 0,1 3-8 16,-2 0 5-16,-8 4-3 0,-1 3 2 0,0 1-1 15,-4 6-8-15,-4 3 2 0,-2 4-6 0,2 5-2 16,4 0-1-16,-2 0 2 0,6 2-8 16,6-3 2-16,2 0-6 0,6 0 7 0,0 1-9 15,4-1 5-15,2 2 4 0,4-2-6 0,4 2 1 16,5-3-9-16,0 0-9 0,3-2-1 0,8-1-8 16,3 0 6-16,-1 0-4 0,0-2 5 0,0-5-4 15,-5 0 8-15,-1-1-5 0,0 0 3 0,-1-1-1 16,-1 3 2-16,-1 0 0 0,-1 1 0 0,0-1 4 15,-4 3-5-15,-1-1 5 0,2 5 7 0,-4 2-1 16,1-1 4-16,-1 1 0 0,-3-1 1 0,1 3-2 16,-3 1 2-16,0-3-1 0,3 4-1 0,-3-1-1 15,-2-2-2-15,2 0-11 0,-1 2-20 16,-2-1-30-16,0 0-36 0,1 0-46 0,-3-5-32 0,3 2-43 16,-1-2-39-16,1 0-175 0,-3 2-466 0,0-13 207 15</inkml:trace>
  <inkml:trace contextRef="#ctx0" brushRef="#br0" timeOffset="203.14">19206 16577 65 0,'3'-4'231'0,"-3"4"-15"16,4-6-8-16,-4 6-15 0,4-5-13 0,-4 5-15 16,0 0-15-16,3-6-16 0,-3 6-7 0,0 0-3 15,0 0 0-15,0 0-8 0,0 0-15 16,0 23-13-16,0-15-10 0,-1 2-6 0,0 1-5 15,1 0-9-15,-3-1-27 0,2 2-24 0,1-1-27 16,0 0-43-16,-1 1-38 0,-1-1-46 0,2 1-33 0,-1-1-158 16,-1 1-365-16,2-12 161 0</inkml:trace>
  <inkml:trace contextRef="#ctx0" brushRef="#br0" timeOffset="632.83">19343 16688 61 0,'4'-5'207'0,"-4"5"-9"0,4-12 0 16,-3 6-9-16,0-1-6 0,6-2-20 16,-5 0-11-16,1-1-16 0,-1 0-10 0,3-1-11 15,1 1 4-15,0 1-12 0,2-2 2 0,1 2-8 16,-3 0-7-16,0 4-7 0,2 0-7 0,-2 3-12 15,5-2 0-15,-2 3-11 0,-9 1-1 0,17 4 1 16,-6 1-1-16,-1-1-1 0,-2 6-2 0,1-1-4 16,-3 2-3-16,3 0-4 0,-3 2-6 0,2 2 0 15,-7 0-10-15,4-2-18 0,-2-2-27 0,-1 1-34 16,0 0-49-16,0 1-56 0,1-3-65 0,-1 0-208 16,-2-10-466-16,0 14 206 0</inkml:trace>
  <inkml:trace contextRef="#ctx0" brushRef="#br0" timeOffset="784.9">19844 16448 41 0,'4'-5'192'0,"-4"5"-28"0,6-3-18 16,-6 3-14-16,0 0-9 0,9-2-20 0,-9 2-5 15,11 0-6-15,-11 0-34 0,0 0-34 0,17 7-47 16,-10-3-41-16,-3 0-44 0,-2 1-55 0,-2-5-178 15,0 0 79-15</inkml:trace>
  <inkml:trace contextRef="#ctx0" brushRef="#br0" timeOffset="926.34">19845 16558 197 0,'0'9'262'0,"0"-9"-27"0,0 0-26 16,0 0-22-16,-1 6-14 0,1-6-16 0,0 0-16 15,0 0-14-15,0 10-13 0,0-10-10 16,0 0-17-16,11 9-18 0,-11-9-25 0,16 5-37 15,-3-4-45-15,3 0-52 0,5-3-61 0,2-1-155 16,2-1-331-16,6-3 146 0</inkml:trace>
  <inkml:trace contextRef="#ctx0" brushRef="#br0" timeOffset="2471.11">21330 15881 40 0,'0'0'164'0,"0"0"-9"16,0 0-10-16,4-5-5 0,-4 5 15 0,0 0-14 15,0 0-12-15,0 0-2 0,0 0-4 0,0 0-4 0,0 0-6 16,-14 20-7-16,9-11-9 0,-3 1-9 16,-1 2-5-16,-2 2-8 0,2 2-4 0,0-1-6 15,-4-2-5-15,6 2-1 0,-4-2-6 0,0 2-2 16,1 0-2-16,1-1 3 0,-1-5-6 0,3 0-1 16,-1 6-3-16,2-7 3 0,-2-1-3 0,2-1 0 15,1-1-5-15,0-2 0 0,5-3-5 0,-8 6-3 16,3-1-3-16,5-5 2 0,-5 4 0 0,5-4-3 15,-7 4 0-15,7-4-4 0,0 0-2 0,0 0-2 16,0 0-1-16,0 0-1 0,0 0-3 0,-3 3 1 16,3-3-3-16,0 0 1 0,0 0-7 0,0 0 0 15,0 0-10-15,0 0 0 0,0 0-6 0,0 0-2 16,0 0-2-16,0 0 4 0,0 0-3 0,12 6 7 16,0-5-2-16,-2-1 2 0,2 2-6 0,2 0-3 15,-1 0 1-15,6 1-3 0,9 0-2 0,-9-2 3 16,1 1 1-16,-1-2-2 0,0 2-6 0,2 0 2 15,-2-3 2-15,1 0 0 0,0-1 1 0,-1 1 4 16,-2 0 2-16,2-1 0 0,-6 1 8 0,-1-2 8 16,-3 0 4-16,0-2 4 0,-2 1-3 15,-1 0 8-15,-2-4-4 0,-2-1 2 0,0-2-1 0,-1 0 10 16,-2-1-4-16,-2 1 3 0,-1 0-6 0,-3-4 5 16,-3-2-3-16,0 4 3 0,-2-3-2 0,-2 1-3 15,-5-4 1-15,-2 2 0 0,5 4-3 0,-6-3 1 16,6 3-3-16,-1 0 0 0,-4-1-4 0,6 4 2 15,2 4-4-15,2-2-3 0,2 1-4 0,-1 3-19 16,3-1-24-16,3 1-37 0,4 4-44 0,-8-1-9 16,8 1-26-16,0 0-30 0,0 0-194 15,0 0-416-15,18 14 185 0</inkml:trace>
  <inkml:trace contextRef="#ctx0" brushRef="#br0" timeOffset="2815.53">21631 15850 87 0,'1'-9'181'0,"-1"9"1"0,0 0-12 15,4-5-6-15,-4 5-13 0,0 0-11 0,0 0-8 0,0 0-25 16,0 0 0-16,0 0-14 0,0 0 14 0,0 0-7 16,13 20-3-16,-7-9-7 0,0 5-8 0,2-1-6 15,2 8-5-15,-3-6-7 0,-1 2-6 16,3-1-5-16,1 6-5 0,-2-5-4 0,-2-2-1 15,4-4-4-15,-1 2-1 0,-2-5 1 0,2 0-6 16,-4-1 1-16,0-1-1 0,-1-3 14 0,0 2 8 16,0-3 15-16,-4-4 12 0,6 5-1 0,-6-5-10 0,10-2-7 15,-10 2-1-15,10-7-7 0,-3-3-7 0,2 1 0 16,-2-5-6-16,2-1-5 0,-1-1-3 16,1 1-4-16,-1-3 0 0,-2 2-18 0,0 1 13 15,2-2-8-15,-3 1 2 0,0-1-10 0,3 1-12 16,-4 4-11-16,0 1-22 0,2 1-19 0,-2 1-19 15,-2 4-32-15,-2 5-31 0,0 0-48 0,4-13-37 16,-4 13-15-16,0 0-14 0,0 0-135 0,0 0-416 16,0 0 185-16</inkml:trace>
  <inkml:trace contextRef="#ctx0" brushRef="#br0" timeOffset="3032.41">22021 15953 152 0,'0'0'168'15,"3"5"-1"-15,-3-5-4 0,3 9 0 0,-3-9-4 16,-3 10-8-16,3-10-10 0,-2 17-8 0,-1-7-13 16,2-1-4-16,-2 0-13 0,2 4-9 0,1-1-9 15,-3 4-9-15,2-4-4 0,-1 3-10 0,2 0-6 16,0 2-7-16,-2-6-16 0,5-3-23 0,-3 3-17 16,1-4-29-16,-1-7-24 0,5 18-34 0,-3-9-18 15,0-5-25-15,0 3-18 0,-2-7-9 0,1 10-88 16,-1-10-272-16,1 8 121 0</inkml:trace>
  <inkml:trace contextRef="#ctx0" brushRef="#br0" timeOffset="3349.34">22027 16052 20 0,'3'-18'124'0,"-2"-1"0"0,1 3-4 16,1 4-10-16,-2 0-2 0,2 3-8 0,-1-1-11 16,1 4-8-16,-3 6-11 0,7-10-6 0,-3 7-5 15,1 0 2-15,-5 3-6 0,13-3-3 16,-13 3 2-16,9 1 0 0,-9-1 3 0,13 7-5 0,-6-2 11 15,-1 1 2-15,0 0-7 0,-3 3 1 0,2-2 2 16,-3 4-4-16,2-2-6 0,-4-2-3 0,-2 2-5 16,2-2-7-16,-3 4-1 0,3-11-10 15,-1 12 2-15,2-5-6 0,-1-7 0 0,1 12-5 16,-1-5-6-16,5-1-1 0,-1 0-1 0,-1-1-13 16,2 0-1-16,0-1-3 0,0 1 3 0,3 0-4 15,1-2 2-15,-4 2-1 0,1-2 0 0,2-1 3 0,-8-2 1 16,10 4-1-16,-10-4-2 0,7 4 9 15,-7-4 6-15,5 3 5 0,-5-3 1 0,0 0-1 16,0 0 5-16,-7 14-11 0,2-8 0 0,0-2-21 16,-4 2-10-16,1 0-28 0,8-6-31 0,-12 10-21 15,3-5-48-15,4-1-134 0,-1 0-310 0,6-4 137 16</inkml:trace>
  <inkml:trace contextRef="#ctx0" brushRef="#br0" timeOffset="3719.43">22551 15945 109 0,'3'-5'230'0,"0"2"-23"0,-3 3-10 0,0 0-13 15,0 0-14-15,0 0-12 0,-14-5-11 0,14 5-11 16,-23 7-8-16,9 2-12 0,0 0-10 0,3 0-10 16,0-3-11-16,-1 7-9 0,4-3-8 0,3-1-8 15,0 0-6-15,0 0-5 0,2-1-5 0,4 2-8 16,3 0-15-16,0-1-3 0,2-2-9 0,2 0-8 15,1-1-3-15,1-1-1 0,-1-1-3 0,1-2 6 16,2 1-1-16,-3-1 5 0,-4 1 5 0,-5-3 4 16,13 0 6-16,-10 4 13 0,-3-4 5 0,7 1 6 15,-7-1 5-15,0 0-4 0,0 0-2 0,0 0-5 16,0 0-6-16,-15 12 2 0,6-6-7 0,0-1 4 16,-2 2-2-16,1-1 2 0,1 2-4 0,2-2-2 15,-2 1-2-15,1 2-2 0,3-1-3 0,0 1-3 16,1-1 3-16,3 0-3 0,-1 2-3 0,2-10 2 15,4 13-22-15,0-4-17 0,0-4-19 0,5 1-17 16,2 0-24-16,0-4-21 0,0-1-31 0,4 2-35 16,-3-1-30-16,1 1-25 0,-3-2-122 15,-10-1-380-15,13 1 169 0</inkml:trace>
  <inkml:trace contextRef="#ctx0" brushRef="#br0" timeOffset="3998.68">21821 16476 113 0,'-34'8'219'0,"3"-2"-14"15,12-1-22-15,5-2-13 0,4 0-19 0,2-1-15 16,8-2-13-16,-10 8-8 0,10-8-3 0,0 0-6 16,0 0-8-16,38 10-7 0,-4-10-4 0,20 0-12 0,4-1-2 15,8-4-5-15,31-5-11 0,-5-4-4 16,0 4-5-16,-28 3 7 0,27-5 6 0,-26 2 1 15,-1 2-1-15,0 2-4 0,-3-3-1 0,-7 4-8 16,-3-2-2-16,-13 3-5 0,-3-1-2 0,-6 2-7 16,-11 1-4-16,0 1-3 0,-5 2-7 0,-7-2-19 15,-6 1-17-15,16 0-29 0,-16 0-20 0,0 0-28 16,0 0-44-16,0 0-44 0,0 0-53 0,-31 24-119 16,11-16-384-16,-12-1 171 0</inkml:trace>
  <inkml:trace contextRef="#ctx0" brushRef="#br0" timeOffset="4653.31">21907 16795 186 0,'0'0'192'0,"0"0"-6"0,7-5-17 15,-7 5-6-15,0 0-4 0,0 0 5 0,0 0 1 16,0 0-1-16,0 0-6 0,-12 31-11 0,3-14-11 16,-2-3-11-16,-5 7-5 0,-1 1-9 0,1 1-9 15,-3-3-7-15,2 3-8 0,-4-1-1 0,6-3-9 16,-3 1 22-16,3-7-10 0,1 0-6 16,2-3-9-16,2-1-9 0,2-2-4 0,2-2-5 15,0 0-2-15,6-5-12 0,-8 7 0 0,8-7-2 16,0 0-6-16,-8 6 3 0,8-6-6 0,0 0-8 15,0 0 7-15,0 0-10 0,0 0-4 0,40-14 1 16,-20 5-3-16,7 4-8 0,1-3-1 0,2 4-2 0,-1 0-7 16,0 0 3-16,-8 0-4 0,12 4-3 0,-7-2-1 15,-5 2 2-15,8-2-1 0,-12 2-8 0,0 0-1 16,-3 0-1-16,-1 0-4 0,0 2 0 16,-13-2-3-16,20-2 2 0,-20 2 5 0,10 2-1 15,-10-2 7-15,0 0 11 0,13-2-1 0,-13 2 3 16,0 0-5-16,5-6 5 0,-5 6 10 0,0 0 10 15,0 0 6-15,-10-28-2 0,2 20 3 0,8 8-2 16,-11-20 12-16,2 3-5 0,0 7 0 0,-1-4-2 0,-2 1 0 16,-2-3-3-16,3 4-3 0,-3-1-5 15,1-1-5-15,-1 1 1 0,-2 4 0 0,0-4-3 16,0 4-1-16,1 1-5 0,1 2-2 0,4 1-5 16,-2 1-16-16,12 4-23 0,-15-6-18 0,15 6-29 15,-13-2-28-15,13 2-22 0,0 0-32 0,0 0-38 16,0 0-61-16,0 0-211 0,0 0-517 0,0 0 228 15</inkml:trace>
  <inkml:trace contextRef="#ctx0" brushRef="#br0" timeOffset="5167.21">22318 16758 158 0,'0'0'253'0,"0"0"-14"16,0 0-12-16,0 0-9 0,0 0-17 0,0-11-16 15,0 11-23-15,0 0-12 0,0 0-14 0,0 0-13 16,0 0-12-16,10-2-12 0,-10 2-24 0,0 0-23 16,21 2-31-16,-21-2-30 0,0 0-23 0,22 4-17 15,-22-4-25-15,0 0-6 0,19 0-8 0,-19 0 17 16,0 0 6-16,11 3-11 0,-11-3 36 0,0 0 13 16,0 0 18-16,0 0 19 0,0 0 18 0,0 0 10 15,0 0 0-15,0 0-2 0,13 1-2 0,-13-1-4 16,0 0-2-16,0 0 4 0,5 7 1 15,-5-7 7-15,4 11-1 0,-1-4 10 0,-2 3 1 0,-1-10-6 16,4 22-4-16,-2-10-1 0,2-2-6 0,-1 7-2 16,-1-5 2-16,-1-2-3 0,2 3-2 15,-2-1 2-15,2-1-1 0,-3 0-1 0,1-2 1 16,-1-9-4-16,1 18 9 0,-1-18-3 0,-1 15-1 0,1-15-5 16,0 11 10-16,0-11-4 0,-4 8 7 0,4-8-12 15,-7 9 4-15,-2-6 0 0,0 2-2 0,9-5-8 16,-21 5 1-16,11-3-1 0,-1-1-6 15,11-1 4-15,-16 1-3 0,16-1 4 0,-10 2-6 0,10-2-2 16,0 0-1-16,-14 2-3 0,14-2 1 16,0 0-7-16,0 0-2 0,0 0 1 0,0 0 1 15,0 0 2-15,0 0-7 0,0 0 3 0,0 0-4 16,36-9-2-16,-20 5-7 0,2 1-4 0,3-2-17 0,6 2-11 16,-6-1-11-16,7-2-12 0,-6 4-8 0,4-7-15 15,1 6-15-15,-7-1-24 0,-2 3-5 0,-2-1-24 16,-3 0-17-16,1-1-7 0,-14 3-132 15,23-4-341-15,-23 4 150 0</inkml:trace>
  <inkml:trace contextRef="#ctx0" brushRef="#br0" timeOffset="5715.29">22962 16841 77 0,'0'0'204'0,"0"0"-7"16,0 0-18-16,0 0-8 0,0 0 12 0,0 0 13 15,0 0 7-15,0 0-20 0,0 0-18 0,-14 38-7 16,12-27-17-16,0 1-5 0,2-12-14 0,-2 25-10 16,2-13-11-16,0 3-8 0,-1-2-9 15,1 3-6-15,-2-4-12 0,2 1-4 0,0-2-5 16,-1 0-7-16,1-11-2 0,1 19-12 0,1-10-24 15,-2-9-18-15,2 12-31 0,-2-12-30 0,0 0-32 16,1 18-34-16,-1-18-42 0,0 6-43 0,0-6-179 16,0 0-430-16,0 0 191 0</inkml:trace>
  <inkml:trace contextRef="#ctx0" brushRef="#br0" timeOffset="6039.63">23029 16835 138 0,'15'-11'167'0,"-8"7"-2"0,-7 4 4 0,20-1 2 16,-20 1 5-16,22-4-8 0,-22 4 3 0,15 1-6 15,-15-1-7-15,17 6-10 0,-17-6-4 0,11 7-1 16,-11-7-8-16,10 8-6 0,-10-8-7 0,4 14-22 16,-4-14 11-16,-2 15-1 0,2-15-6 0,-12 17-21 15,6-10-8-15,-2 2-11 0,2 0-8 0,-2-4-13 16,2 3-6-16,1-3-9 0,5-5-13 0,-8 7-10 15,8-7-8-15,-3 10-1 0,3-10-11 0,0 0-1 16,0 0-6-16,4 16-2 0,-4-16 4 0,12 7 1 16,-5 0 2-16,5-3-10 0,-3 2 17 15,0-3-3-15,1 1 0 0,-1 1 4 0,-9-5 0 16,12 7 2-16,-5-3 7 0,-7-4 8 0,5 10 7 16,-5-10-2-16,1 9 2 0,-1-9-5 0,0 0-4 15,-10 16-22-15,4-10-22 0,-2-1-33 0,0 1-41 16,8-6-49-16,-16 8-68 0,4-2-190 0,12-6-454 0,-20 4 202 15</inkml:trace>
  <inkml:trace contextRef="#ctx0" brushRef="#br0" timeOffset="6162.41">23106 16981 173 0,'0'0'180'0,"0"0"-17"0,0 0-18 16,0 0-39-16,0 0-63 0,0 0-78 0,0 0-95 15,0 0-139-15,0 0 62 0</inkml:trace>
  <inkml:trace contextRef="#ctx0" brushRef="#br0" timeOffset="29328.08">27241 14582 8 0,'0'0'3'0,"0"0"-6"0,0 0-1 15,0 0 1-15</inkml:trace>
  <inkml:trace contextRef="#ctx0" brushRef="#br0" timeOffset="35282.28">18919 17045 15 0,'0'0'51'0,"0"-7"6"16,0 7 0-16,0 0-1 0,0 0-9 0,-4-11 5 16,4 11-13-16,0 0-2 0,0 0-1 0,-5-5-1 15,5 5 7-15,0 0-10 0,0 0 3 0,-8-3-7 16,8 3 0-16,-9-3-7 0,9 3 3 0,0 0 3 16,-11 1 5-16,11-1-4 0,-12 2-2 0,12-2-3 15,-14 2 4-15,8-1-1 0,-3 1-6 16,2 0 16-16,-3 1-14 0,3 1 1 0,-2-3 1 15,-3 1 0-15,4 0 9 0,-1 1 1 0,9-3 0 0,-15 4-1 16,9-1-4-16,1 1 3 0,5-4 2 0,-9 5 5 16,2-4-11-16,7-1 0 0,-7 2-3 15,7-2 7-15,0 0-13 0,-7 3-3 0,7-3 3 0,0 0-3 16,0 0 5-16,0 0 10 0,0 0 2 16,0 0 3-16,21 11 3 0,-10-11-2 0,2 3 2 15,5-3-5-15,4 0 2 0,8-1 7 0,-2-2-9 16,4 1 2-16,0-2-6 0,1 2 2 0,-1-3-1 15,2 3-2-15,-1-1 0 0,-2 2-2 0,-1-5-8 16,1 3 3-16,-4-1-2 0,-4 4-3 0,-4-3-3 16,3 1-4-16,-4 0 4 0,1 1-12 0,0-1 13 15,-6 1-5-15,4 0 1 0,-5-1-3 0,-2 2 1 16,-10 0-3-16,18 0-3 0,-18 0 5 0,11-1-1 16,-11 1-3-16,0 0 5 0,0 0-7 0,0 0 5 15,0 0-5-15,2 7 1 0,-2-7 0 0,0 0-3 16,-22 6 0-16,8-1 3 0,-3 0 3 0,-3 3-15 15,0-4 11-15,-8 2-6 0,1 0-2 0,-5-2 5 16,4 2 4-16,7-3-6 0,-8 0 1 0,1-1 1 16,1 1-3-16,6-1 0 0,0-3 1 15,0 2 0-15,6 1 8 0,0-2-5 0,3 1 7 0,12-1-7 16,-18 2-6-16,18-2-19 0,-11-3-17 0,11 3-6 16,0 0-12-16,0 0-12 0,0 0 0 0,21-22-26 15,-4 12-22-15,1-1-24 0,9-1-123 0,-8 5-290 16,1 0 128-16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07:08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22571 2802 17 0,'-2'-5'95'0,"2"5"0"0,0 0-4 16,-4-10 3-16,4 10 1 0,-3-7 5 0,3 7-17 15,0 0-5-15,-2-9-3 0,2 9 4 0,0 0-10 16,-4-5-3-16,4 5-5 0,0 0-2 0,-2-7-6 16,2 7-4-16,0 0-2 0,-4-7-3 0,4 7-1 15,0 0 0-15,0 0-1 0,-3-8-1 0,3 8 1 16,0 0-4-16,0 0-3 0,0 0 3 16,0 0-4-16,-5-12-4 0,5 12-1 0,0 0-5 0,-4-7 2 15,4 7 2-15,-1-6 1 0,1 6-1 16,0 0 11-16,-4-5-1 0,4 5-2 0,0 0 2 0,0 0-3 15,0 0-4-15,-4-7 4 0,4 7-6 0,0 0-3 16,0 0-9-16,0 0-2 0,0 0-2 16,0 0-4-16,0 0 2 0,0 0-6 0,0 0 2 15,0 0 4-15,0 0-7 0,1 35 1 0,1-18 0 16,-4-1 1-16,2 1 1 0,-1 8-1 0,1 1 5 16,0 0 1-16,1 2-1 0,1-2-2 0,-2-1 6 15,1 2-4-15,0 3 5 0,-1-1-1 0,3 2 1 16,-2 0 2-16,2-3-3 0,-1 3 2 0,-2-1 3 15,1-1-4-15,1-1 8 0,-1 0-5 0,-1-2-1 16,1 1 2-16,1-1-3 0,0 2-2 0,0-4 0 16,-2-1-2-16,0-4-4 0,1 1 7 0,0-1-4 15,0 0-1-15,2 7-2 0,-2-8 2 0,-1 0-6 16,1 0 4-16,1 1 0 0,-1-2 0 0,1-2-1 16,0 2 1-16,-1 0-3 0,0 2 3 0,2-2-2 15,-2-5-2-15,0-1-1 0,2 2 6 0,-2 0-2 16,-1-13 2-16,3 24 0 0,-3-14-1 15,0-10-2-15,4 21 1 0,-4-10 1 0,0-11 4 0,2 21-3 16,-2-11-1-16,0-10-1 0,4 21 4 0,-4-11 2 16,0-10-2-16,1 19 0 0,-1-19 1 15,2 21-2-15,-2-10 0 0,0-11 3 0,2 21 4 16,-1-9-2-16,1-2-2 0,-2-10-4 0,4 22 2 0,-3-12 5 16,-1-10-4-16,1 20 0 0,2-7-3 0,-3-13 1 15,2 22 0-15,-3-7 1 0,1-15 3 0,0 23-1 16,0-10-1-16,0-13-3 0,-1 22 3 15,-1-12-4-15,2-10 3 0,-1 22-1 0,1-22 0 16,-2 18 0-16,0-10-2 0,2-8-1 0,-2 20 6 16,0-10-5-16,2-10 2 0,-1 18-3 0,1-18 3 15,-1 21-2-15,1-10 4 0,0-11 0 0,0 18 2 16,0-18-2-16,-1 22 3 0,1-12-4 0,0-10 1 16,0 17-3-16,0-17-2 0,-2 18 4 0,2-18-4 15,-1 15-1-15,1-15 3 0,3 17 0 0,-3-17-2 16,-2 19 4-16,2-19-3 0,0 21 5 0,0-21-2 15,0 0 1-15,0 22-4 0,0-22 0 0,0 15-2 16,0-15 0-16,0 0 1 0,2 19-5 0,-2-19 2 16,2 16-1-16,-2-16 6 0,0 0-4 0,3 21 5 15,-3-21-3-15,2 20-1 0,-2-20 12 0,-1 20-2 16,1-20-2-16,0 18 7 0,0-18-8 0,0 19-3 16,0-19 1-16,0 0-3 0,-1 23-2 15,1-23 0-15,1 16 0 0,-1-16 4 0,0 19-2 16,0-19-2-16,-1 18-3 0,1-18 4 0,1 15 2 15,-1-15 1-15,0 0-2 0,3 22-6 0,-3-22 6 0,1 18-2 16,-1-18 1-16,0 17 0 0,0-17-6 0,0 0 4 16,1 24 3-16,-1-24-5 0,0 19 0 0,0-19 3 15,0 14 1-15,0-14 4 0,0 20-4 16,0-20-3-16,0 0-2 0,0 23 0 0,0-23 2 0,-1 17 1 16,1-17 0-16,-1 22-4 0,1-22 3 15,0 19-4-15,0-19 2 0,0 20-3 0,0-20 8 16,1 23-4-16,-1-23 1 0,2 22-3 0,-2-22 2 15,0 19 2-15,0-19 1 0,-1 19-4 0,1-19-2 16,1 17 0-16,-1-17 2 0,-1 17-2 0,1-17 4 16,0 18 1-16,0-18-6 0,0 0-2 0,1 23 5 15,-1-23 1-15,0 0-2 0,0 20-4 0,0-20 6 16,0 0 0-16,-1 17 0 0,1-17-5 0,0 0 6 16,-2 15-1-16,2-15 1 0,0 0-18 0,0 0-18 15,0 0-17-15,-2 19-26 0,2-19-35 0,0 0-38 16,-5 11-47-16,5-11-58 0,-11 11-46 0,-1-4-198 15,-2 0-535-15,-1 3 237 0</inkml:trace>
  <inkml:trace contextRef="#ctx0" brushRef="#br0" timeOffset="1324.89">22594 5106 19 0,'0'0'63'16,"0"0"-3"-16,0 0 1 0,-28 2-9 0,28-2 5 15,-6 2 2-15,6-2-3 0,0 0-6 0,0 0 5 16,-14-1-8-16,14 1-4 0,0 0 0 0,-11 0-1 16,11 0 2-16,0 0 1 0,-8 1 15 0,8-1-1 15,0 0-3-15,-8 1-5 0,8-1-3 0,0 0-6 16,0 0-3-16,0 0-2 0,0 0-4 0,0 0 7 15,0 0-12-15,0 0-2 0,0 0-8 0,0 0 3 16,0 0-4-16,0 0 5 0,0 0 4 0,0 0-1 16,0 0 12-16,0 0-14 0,31 0 10 0,-19 0-5 15,1-1 2-15,-1 0 5 0,6 0-4 0,1 0 3 16,0 0-2-16,0 0 1 0,4-1 0 0,3 1-5 16,4-1-2-16,2 1 2 0,1-2 5 0,2 0-5 15,-1-1 6-15,1 0-8 0,2 1 2 0,0-2-3 16,13-2 4-16,1 1-3 0,-13-1 2 0,16 0-10 15,-17 4 8-15,13-4 1 0,0 0-1 0,-13 2 3 16,15-5 0-16,-15 6-2 0,1-3 0 0,1 2 0 16,-1-1-3-16,12-1 1 0,-9 3-1 0,-3-2-2 15,0 2 4-15,14-5-6 0,-1 0-1 0,-14 4 5 16,0-1-2-16,2 0-2 0,1-1 3 0,-1 2-4 16,-1 0-1-16,2 0 0 0,-1 0-1 0,11-2 5 15,-13 3-8-15,1 1-3 0,-3-3 2 0,2 2-5 16,-4 0 2-16,4-1 0 0,-6 2 0 0,3-1 2 15,1 0-1-15,-3 1-3 0,5 3 1 0,-5-5 1 16,3 3-1-16,-2-1 0 0,3 2-4 0,-3-3 6 16,1 0-2-16,2 3 0 0,0-3 2 0,-3 1-3 15,3 1 4-15,2-1-3 0,-2-1 4 0,2 1-5 16,-2-3 4-16,-1 4-5 0,-1-6-1 0,2 6 3 16,-3-1-3-16,0 0-3 0,5 0 2 0,-5-1 1 15,-1 1-2-15,1-1 0 0,3 1 0 0,-2 1 3 16,-1-1-4-16,3 0 0 0,-2-1-3 0,0 2 2 15,2 0 4-15,-2-2-2 0,-1 2-1 0,3-1-1 16,-2-1 4-16,0 0-6 0,1 2 3 0,-1 1-1 16,3-4 1-16,-1 2-2 0,-1 1 0 0,-1 0 0 15,-1 0 7-15,-3 0 1 0,3 1-9 0,-1-1 0 16,1 2-2-16,-1 0 1 0,-3 0 7 0,2-2-3 16,1 4-1-16,-3-4 3 0,3 1-1 0,1 0 4 15,-2-1-1-15,1 4-4 0,5-4-1 0,-4 0 0 16,3 2 4-16,-2 0-7 0,2 0 5 0,-1 0-2 15,-1-2 2-15,0 2 0 0,4 0-1 0,-6 0 7 16,1-2-6-16,-1 4-6 0,1-2 5 0,-1-2-2 16,1 2 2-16,3-1-2 0,-5 0 3 0,-3-1 1 15,1 1 1-15,0-2 2 0,0 2-2 0,-8 0 3 16,8-2 0-16,-9 2 9 0,3 0-9 0,-1-1 2 16,6 1-2-16,-9 1-1 0,4 0 2 0,-3-3 0 15,-2 3 3-15,-4-2-2 0,3 1-2 16,-3 1-1-16,-3-2 1 0,0 0 2 0,-2 2-4 0,-9 0 1 15,13-2 0-15,-6 1 0 0,-7 1-2 0,12-3 0 16,-5 3-2-16,-7 0 12 0,0 0-14 0,11-2-4 16,-11 2 4-16,6-2-21 0,-6 2-15 0,0 0-23 15,0 0-31-15,0 0-23 0,0 0-27 0,0 0-31 16,0 0-26-16,-32-6-19 0,19 6-184 16,-16-1-430-16,9-4 190 0</inkml:trace>
  <inkml:trace contextRef="#ctx0" brushRef="#br0" timeOffset="2173.62">22519 2743 35 0,'0'0'83'0,"0"0"-3"0,0 0-1 16,0 0-6-16,0 0-5 0,0 0-16 0,0 0 15 16,0 0-7-16,0 0 12 0,0 0-4 0,-3 32-8 15,3-32 2-15,-3 16-2 0,-3-5 0 0,1 1-6 16,-6 1-2-16,2 2-4 0,-1 2 1 0,-10 2-5 15,1 1-3-15,-1-2-8 0,-1 0-2 0,1 1-4 16,1-1-4-16,-2 0-19 0,6-5-15 0,1-1-18 16,2 2-18-16,1-3-21 0,1-3-31 15,2 1-90-15,8-9-204 0,-13 12 90 0</inkml:trace>
  <inkml:trace contextRef="#ctx0" brushRef="#br0" timeOffset="2385.52">22527 2805 42 0,'6'-4'145'0,"-6"4"-16"0,0 0-8 0,0 0-16 16,8-5-7-16,-8 5-4 0,0 0-5 0,0 0-13 16,0 0-4-16,23 8 1 0,-14-3-8 0,1 1-8 15,0 0-4-15,2 3-3 0,-2-4-19 0,1 2-19 16,-1 0-20-16,1 3-29 0,0-3-21 0,-2 2-20 15,0-1-14-15,-1 0-82 0,-2 1-187 0,-6-9 83 16</inkml:trace>
  <inkml:trace contextRef="#ctx0" brushRef="#br0" timeOffset="3022.01">21367 3130 130 0,'0'0'145'0,"0"0"-16"16,21-17-10-16,-10 10-12 0,5-1-10 0,2 2-10 15,1-2-9-15,-3 3-5 0,2-1-13 0,-1 2-13 16,-6 0-20-16,0 1-28 0,-4 2-28 0,0 1-16 16,-7 0-11-16,11-1 3 0,-11 1 2 0,8 0 6 15,-8 0 1-15,0 0 9 0,0 0-2 0,0 0 6 16,0 0 6-16,0 0 5 0,0 0 21 0,0 0 11 16,0 0 24-16,-30-1-11 0,30 1 20 0,-10-4 5 15,10 4 7-15,-10-2 5 0,10 2-6 0,0 0-3 16,-9-2-4-16,9 2-11 0,0 0-4 0,0 0 0 15,-5 6 2-15,5-6-2 0,1 16 6 0,1-5 10 16,0 4-5-16,2 2 7 0,0 1-5 0,3 7 7 16,-4-8-10-16,1 8 3 0,0-6-3 0,-2 0-5 15,5 6 0-15,-5-5 1 0,1-3-5 0,-1-1-5 16,2 3-3-16,-3-3 0 0,-1 1-6 16,0-1 3-16,0-3 3 0,0-1-7 0,-1-1 3 15,1 0-6-15,-4-2-1 0,3 1 2 0,-3-2-4 16,2-1 0-16,-4-2-1 0,1 0-4 0,0-2-11 15,-4 3 0-15,3-3 3 0,-2 0 0 0,8-3-2 0,-15 0 3 16,9 1 0-16,6-1 3 0,-13-3 0 16,13 3 0-16,-13-2 1 0,13 2 3 0,-6-2 1 15,6 2 3-15,-8-3 0 0,8 3-2 0,0 0-3 16,0 0 3-16,0 0-1 0,-9-4-5 0,9 4 1 16,0 0 0-16,0 0-4 0,0 0-4 0,0 0 6 15,0 0-1-15,28-3 1 0,-18 3 1 0,2-2 1 16,2 0-6-16,-1 1 4 0,6-3-18 0,-1 2-23 15,3-3-23-15,0 3-27 0,1-3-27 0,-1 2-36 16,0-1-24-16,-1 0-100 0,-1 1-295 0,-1-3 131 16</inkml:trace>
  <inkml:trace contextRef="#ctx0" brushRef="#br0" timeOffset="3243.86">21867 3291 95 0,'0'0'184'0,"0"0"-13"15,0 0-15-15,-10-4-16 0,10 4-14 0,0 0-6 16,-19 11 0-16,11-1-6 0,-5 3-5 0,1 2-11 16,-1 6 0-16,0 1-4 0,3-6-10 15,1-1-8-15,1 0-6 0,3 0-9 0,1-3-2 16,3 0-7-16,1 0-4 0,1 0-1 0,2-2-9 16,2 1 0-16,1-1-4 0,4-2-2 0,1-2-1 0,6 0-15 15,2-2-19-15,0 0-17 0,0-2-38 0,1-1-61 16,3-2-36-16,-1 2-171 0,-4-3-354 15,1 1 157-15</inkml:trace>
  <inkml:trace contextRef="#ctx0" brushRef="#br0" timeOffset="5988.2">27090 4569 25 0,'0'0'140'0,"0"0"-10"16,-9 4 0-16,9-4-6 0,0 0-12 0,0 0-5 16,0 0-12-16,0 0-5 0,-7 2-5 0,7-2-1 0,0 0-1 15,0 0-11-15,0 0-11 0,0 0-3 16,0 0-5-16,0 0-8 0,0 0-5 0,0 0 2 16,0 0-4-16,11 12-3 0,-1-10 3 0,0 4-1 15,1-4-2-15,3 2-1 0,-5-1-4 0,5 1-5 16,4-1 0-16,-2 2-1 0,-3 0-19 0,-1-3-3 0,-1 2 8 15,2 1-7-15,-2 1-2 0,-2-4 4 0,0 3-3 16,0 2 1-16,-2-2 1 0,0 4 1 0,-3-1 2 16,0 1 3-16,-4-1-5 0,0-1 4 15,0 5 1-15,-2-1-2 0,0 1-1 0,-2 0 3 16,-1-1 2-16,-1 3 0 0,-2 2-4 0,2 0 5 0,1 1-10 16,-1-2-17-16,-1 1-20 0,-2 0-24 0,0-2-32 15,4 2-31-15,-5-1-33 0,0 2-110 16,3 0-285-16,-1-5 126 0</inkml:trace>
  <inkml:trace contextRef="#ctx0" brushRef="#br0" timeOffset="6495.1">27200 5083 18 0,'-3'-5'210'0,"3"5"-1"0,-6-8-3 0,6 8 0 15,-4-7-4-15,4 7-5 0,-2-4-13 16,2 4-12-16,0 0-18 0,-5-6-12 0,5 6-17 16,0 0-11-16,0 0-17 0,0 0-13 0,0 0-7 15,0 0-11-15,0 0-6 0,0 0-7 0,0 0-9 16,0 0 5-16,0 0-13 0,0 0-2 0,7 25-3 0,-1-17-1 15,-2 2-5-15,1-1-1 0,1 0-6 16,0 1 1-16,-2-2-1 0,1 1-3 0,1 1-3 16,-2 0 1-16,4-3-2 0,-4 2 1 0,1-4-3 15,1 2 2-15,1 3-3 0,-3-5 1 0,-2 0-5 16,4 0 5-16,-2-1 0 0,0 1 2 0,1 0-5 16,-1-1 3-16,-4-4-4 0,12 6 3 0,-8-3-1 15,-4-3 5-15,7 2-2 0,-7-2 1 0,9 4 2 16,-9-4 5-16,0 0-3 0,8-6 1 0,-8 6 2 15,12-10-6-15,-5 0 2 0,-1 2-1 0,2-3-2 16,-4-2 2-16,6-1-1 0,-5-1-1 0,4-1 0 16,-2-1 0-16,0 1-4 0,2 3 1 0,-5 0 0 15,0 1 0-15,2 3-6 0,-2-2 0 0,0 3 1 16,-2 1-3-16,0 2-3 0,-2 5-15 0,3-10-18 16,-3 10-22-16,2-9-21 0,-2 9-32 0,0 0-29 15,0 0-33-15,0 0-6 0,0 0 3 0,7-2-8 16,-7 2-7-16,0 0-5 0,9 16-103 0,-9-16-321 15,9 13 142-15</inkml:trace>
  <inkml:trace contextRef="#ctx0" brushRef="#br0" timeOffset="6720.18">27667 5100 152 0,'0'0'183'0,"0"0"-7"0,0 0-3 15,2-4-3-15,-2 4-11 0,0 0-12 0,0 0-12 16,0 0-11-16,0 0-10 0,0 0-4 0,0 0-12 15,0 0-9-15,0 0-7 0,-26 0-8 0,16 5-6 16,0 0-5-16,0 0-5 0,-1 3-5 0,4 0-7 16,-2-1-3-16,0 3-7 0,3-1 0 0,-1 1-4 15,3-3-4-15,-1 3-5 0,3-1 3 16,2-1-3-16,0 1-2 0,0 1-3 0,0-10-17 0,2 16-29 16,3-8-34-16,-5-8-54 0,13 12-54 0,-4-7-195 15,0 2-394-15,-9-7 175 0</inkml:trace>
  <inkml:trace contextRef="#ctx0" brushRef="#br0" timeOffset="7136.69">27894 5109 45 0,'0'0'231'0,"-6"-9"-13"0,6 9-9 0,0 0-12 0,-10-2-22 15,10 2-17-15,0 0-15 0,-15 3-11 0,10 1-16 16,-6 0-12-16,6 4-9 0,1-2-9 0,-3 0-12 16,0 2-8-16,3-1-3 0,1-1-5 0,2 1-10 15,1-7-1-15,0 15-5 0,3-8-1 16,-2-1-6-16,6 2 0 0,-2-2-3 0,3-1-10 16,-1 1-4-16,3 0 1 0,0-2-7 0,-4-3 4 0,2 2-3 15,-1-2-1-15,-7-1-3 0,11 2 3 16,-11-2-2-16,9 0-2 0,-9 0 5 0,0 0 8 0,11 0-1 15,-11 0 2-15,0 0-2 0,0 0-3 0,0 0-3 16,0 0 1-16,0 0-4 0,0 0-3 0,0 0-3 16,0 0 6-16,0 0-7 0,0 0 5 0,-34 8-2 15,27-3 0-15,0-3-5 0,-1 3 5 0,3 1-4 16,-2-2 3-16,1 3-4 0,1-2 0 0,3 1-1 16,-2-2 0-16,4-4 2 0,-2 12 2 0,2-12-1 15,2 9 1-15,4-4 0 0,-1-1-10 0,4 1-14 16,5-2-29-16,3-2-46 0,6-2-36 0,-3-2-55 15,2 3-51-15,-4-3-120 0,1-2-386 16,-2 3 172-16</inkml:trace>
  <inkml:trace contextRef="#ctx0" brushRef="#br0" timeOffset="7909.71">27679 5120 49 0,'0'0'90'0,"0"0"10"0,0 0-13 15,0 0 2-15,0 0-1 0,0 0 3 0,0 0-4 16,-5-5 1-16,5 5-11 0,0 0 6 0,0 0-7 15,0 0 0-15,0 0-5 0,0 0-4 0,-9-2-5 16,9 2-6-16,0 0 0 0,0 0 1 0,0 0-4 16,0 0-5-16,-9-4-1 0,9 4-7 0,0 0-5 15,0 0-2-15,0 0-5 0,-9 0-1 0,9 0-5 16,0 0 4-16,0 0-2 0,0 0-3 0,0 0-1 16,-11-1 0-16,11 1 2 0,0 0-8 0,0 0 4 15,0 0-6-15,-12 2-2 0,12-2 2 16,0 0 1-16,-6 4-7 0,6-4 5 0,0 0-2 0,-9 5-6 15,9-5 5-15,-9 5 1 0,6-2-3 0,3-3 4 16,-10 7-4-16,5-4 2 0,0 1-3 0,0 0-1 16,-1 1 1-16,2 0 2 0,4-5 2 0,-7 9-1 15,3-1-2-15,-1-5 2 0,2 4 3 0,-3 0-5 16,3 0 5-16,0 2 2 0,0-1-5 0,1-1 2 16,-2-2 1-16,4 4-1 0,-1-2-1 0,-4-1 1 15,5-6 0-15,0 14 1 0,0-7-4 0,0-7 5 16,3 10-5-16,0-3 1 0,-1-3 3 0,-2-4-2 15,10 13-3-15,-5-10 6 0,2-1-1 0,2 5-17 16,0-4-24-16,4 1-28 0,1-4-40 0,-1 2-49 16,1 0-185-16,-3-3-359 0,0-2 160 0</inkml:trace>
  <inkml:trace contextRef="#ctx0" brushRef="#br0" timeOffset="8740.2">27669 5142 10 0,'0'0'147'0,"0"0"-6"16,0 0-10-16,0 0-5 0,-5-14-10 16,5 14-10-16,0 0-2 0,-6-3 0 0,6 3-9 15,0 0-3-15,-8-4-9 0,8 4-4 0,0 0-9 16,-13 2-13-16,13-2-1 0,0 0-2 0,-15 4-3 16,7-3 2-16,2 3-9 0,-2-2 1 0,3 3-5 15,-3-1 2-15,3 2-8 0,-2 1 0 0,-2 0-2 16,2 3-9-16,1-3 0 0,-1 2 3 0,0 1 0 15,2-3-4-15,1 5 8 0,0-3-3 0,0 2-2 16,1 0-4-16,0-3 3 0,-1 1-2 0,4 1-2 16,0-1 1-16,0-9-1 0,0 17 0 0,2-8 0 15,0-3 0-15,3 0 0 0,-4-1 2 0,5-2-1 16,0 2 1-16,-1-3 0 0,7 2 4 0,-3-1-5 16,2 0 5-16,0-1-9 0,0-2 1 0,0 1-3 15,1 1-28-15,-4-2-24 0,-8 0-38 0,14 0-53 16,-7-3-51-16,-7 3-177 0,0 0-386 0,18-2 172 15</inkml:trace>
  <inkml:trace contextRef="#ctx0" brushRef="#br0" timeOffset="-152800.96">11592 3946 143 0,'0'-7'180'0,"0"7"-8"0,0 0-6 15,2-9-7-15,-2 9-14 0,0 0-10 0,0 0-7 16,0 0-19-16,0 0-11 0,0 0-9 0,3-6-12 15,-3 6-7-15,0 0-11 0,0 0-1 0,0 0 3 16,0 0-10-16,11 19-6 0,-9-9 3 0,3 0-6 16,-1 2 2-16,4 4-9 0,-2 2-2 0,1 0 1 15,3 7 0-15,-2 1-5 0,2-3 6 0,0 1-6 16,-1 1 3-16,-2-1-7 0,-1-6 4 16,-1 0-4-16,1 0 2 0,-2 0-7 0,2-1 5 0,1 0-8 15,-2-1 3-15,0-1-5 0,-1-3 1 0,1-1 1 16,0-2-5-16,-1 1 2 0,-2-2-3 15,3-1-1-15,-2 0 3 0,0-1 0 0,2 0-3 0,-3-2 0 16,-2-4 4-16,8 5 8 0,-8-5 13 0,6 4 4 16,-6-4-2-16,0 0-3 0,11-9-3 0,-5 0 2 15,2 0 12-15,-1-3-9 0,4-4-2 0,0-1 0 16,1-9-3-16,-2 3-4 0,2-3-2 16,-1-3-1-16,5 1-6 0,-5-1 1 0,2-2-1 0,1 1-2 15,-3-1-4-15,3 1-2 0,-1 2-4 0,-3 3 0 16,0 7-1-16,-1 1-1 0,-4 2 0 0,1 5-3 15,-4-1 5-15,3 4-7 0,-2 0-3 0,-1 2-11 16,-2 5-16-16,4-9-26 0,-4 9-12 16,0 0-20-16,0 0-12 0,0 0-13 0,0 0-5 15,0 0-18-15,3 24-33 0,-3-13-9 0,0 7-31 0,-3-1-124 16,3 2-360-16,-4 0 159 0</inkml:trace>
  <inkml:trace contextRef="#ctx0" brushRef="#br0" timeOffset="-152514.13">12257 4205 169 0,'-9'-7'189'0,"0"2"-6"15,0 1-9-15,-1 0-8 0,-2 1-12 0,2 2-15 16,0-1-13-16,-2 4-12 0,3-1-13 0,-1 1-6 15,0 5-11-15,-1 2-6 0,-4 1-8 0,1 5-4 16,5 1-9-16,-3 0-1 0,4 1-8 0,-1 0-4 0,2 1-3 16,1 0-3-16,2-3-3 0,3 2-4 15,0-1-3-15,1 0 1 0,1-5-2 0,3 1-4 16,3-3-3-16,-1 1 5 0,4 3-4 0,4-4-5 16,0 0-33-16,3-1-26 0,0-2-41 0,1-2-66 15,5-1-48-15,-6-2-129 0,2-2-352 0,3-3 156 16</inkml:trace>
  <inkml:trace contextRef="#ctx0" brushRef="#br0" timeOffset="-147647.78">12446 4242 74 0,'0'0'185'0,"0"0"-1"0,-3-11-13 16,3 11-4-16,0 0-8 0,3-8-5 0,-3 8-17 16,0 0-16-16,0 0-9 0,0 0-16 0,0 0-10 15,0 0-10-15,0 0-8 0,0 0-3 0,0 0-2 16,0 0-3-16,0 0 3 0,-5 40-4 0,3-21-4 15,-2 0-5-15,0 0 0 0,-4-1-10 16,2 5-1-16,3 1-4 0,-1-4-6 0,-1-4-1 0,2 1-1 16,0 0-3-16,1-2-1 0,-1-2-4 0,1 2 0 15,2-4-1-15,-1 1 2 0,1-2-15 0,-1 0-17 16,1-2-23-16,0-8-32 0,0 14-31 0,0-8-25 16,0-6-12-16,0 0-25 0,1 11-12 0,-1-11-125 15,0 0-321-15,0 0 142 0</inkml:trace>
  <inkml:trace contextRef="#ctx0" brushRef="#br0" timeOffset="-147268.95">12450 4304 26 0,'2'-11'142'0,"6"3"-18"16,-6 0 3-16,4-3-9 0,1 5-13 0,0-1 5 16,2 0-11-16,-4 3-4 0,5-1-8 0,-1 2 2 15,3 3 8-15,-1-2-4 0,-2 4-23 0,4-2 1 16,-4 3-5-16,2 2-3 0,-1-1-7 0,-2 3 1 15,-1 1-2-15,0-1-2 0,-2 0 2 0,-1 3-9 16,-4-3-4-16,0 3-2 0,0-3-2 0,-2 2-4 16,-2 0-4-16,1-1-2 0,-2 0 0 15,5 0-2-15,-4 0-5 0,2-1-2 0,-1 1-5 0,3-8-8 16,-2 11-4-16,2-11-2 0,1 10-3 0,-1-10 0 16,1 9-2-16,-1-9-4 0,5 10 1 0,-1-7 1 15,-2 1-5-15,2 2 8 0,0 0 3 0,0-1-3 16,-1 0 4-16,1 0-5 0,2 0 1 15,-4 3 1-15,1-3 1 0,2 4-1 0,-3-2 1 0,1-1-2 16,0-1 5-16,-3-5-1 0,0 14 0 0,0-8 0 16,0-6 1-16,-4 12 7 0,0-7-4 15,-4 1 2-15,2 1-3 0,-3-3 0 0,1 2 3 0,-2-3-1 16,4 1-4-16,-3-1-10 0,1 0-20 0,1 0-20 16,7-3-38-16,-15 0-29 0,9 0-49 0,6 0-125 15,0 0-313-15,-18-3 138 0</inkml:trace>
  <inkml:trace contextRef="#ctx0" brushRef="#br0" timeOffset="-146974.56">12911 4313 95 0,'0'0'120'0,"16"1"-18"16,-8-1-20-16,-8 0 3 0,13 2-26 0,-7-1-14 15,-6-1-19-15,8 7-11 0,-3-3-22 0,-5-4-14 16,2 10-2-16,-2-10 2 0,-4 13 1 16,4-13-8-16,-5 10 10 0,3-3 0 0,-2-1 2 0,-2-2-2 15,6-4 12-15,-6 13 2 0,-1-8 14 16,3 0 5-16,-2-1 8 0,1 2 7 0,0-3 9 16,5-3-2-16,-9 7 5 0,9-7-7 0,-6 3 6 0,6-3 0 15,-5 5-11-15,5-5 7 0,0 0-8 0,0 0 0 16,0 0 1-16,0 0-3 0,11 11-1 0,-11-11-15 15,21-2-27-15,-4 0-22 0,13 0-39 0,-1-1-62 16,4-7-150-16,3 3 67 0</inkml:trace>
  <inkml:trace contextRef="#ctx0" brushRef="#br0" timeOffset="-146476.93">13895 3847 4 0,'-1'-13'189'16,"-3"-4"16"-16,2 6 2 0,0 0-15 15,2 1 3-15,-2 3-10 0,1 0 12 0,1 7-16 0,-2-11-19 16,2 11-18-16,0-7-23 0,0 7-14 15,0 0-14-15,0 0-11 0,0 0-6 0,0 0-10 16,13 18-4-16,-4 0-12 0,3 5 2 0,1 5-5 16,-1-2-5-16,1 4-3 0,0 1-7 0,1 2 0 15,-3-2-3-15,0-5-2 0,0 0-4 0,-4 0 1 16,0-2-1-16,0-5-8 0,0 0 4 0,-5-8-3 16,2 0-4-16,1 1 2 0,-1 0-3 0,4-2 0 15,-6-2 0-15,0-2-2 0,0 0 1 0,2-2 2 16,-4-4-1-16,4 8 1 0,-4-8 8 0,1 6 20 15,-1-6 22-15,0 0 10 0,0 0-9 0,0 0-8 0,0 0-6 16,14-18-1-16,-10 9-3 0,2-8-8 16,-1-1 0-16,2-8-6 0,2 0-3 0,0 0-5 15,0 0-6-15,2-3-1 0,-2-2-11 0,2 2 9 16,1 2-3-16,-2 1-1 0,2 1-2 0,2 3 1 16,-6 5-4-16,-2 1 2 0,-1 6-2 0,0 0-12 15,-1 0-11-15,-3 4-28 0,1 1-29 0,-2 5-26 16,0 0-17-16,0 0 4 0,0 0-18 0,0 0-16 15,0 0-44-15,15 18-29 0,-11-5-30 0,-4 3-141 16,1 1-422-16,-1-2 186 0</inkml:trace>
  <inkml:trace contextRef="#ctx0" brushRef="#br0" timeOffset="-146223.93">14461 4052 144 0,'0'0'230'0,"0"-9"-9"0,0 9-14 0,0 0-9 16,0 0-17-16,0 0-17 0,0 0-17 0,0 0-18 15,0 0-10-15,0 0-15 0,0 0-7 0,-25 13-6 16,14 0-1-16,-1 0-11 0,-6 6-5 0,1 0-8 16,8-5-3-16,-1 2-7 0,4-2-5 0,-1 1-6 15,1-1-2-15,3-1-4 0,-2-2-3 0,3 2-2 16,2-1 0-16,2-1-9 0,-2-1-19 0,8-2-34 15,-2 1-37-15,3-2-48 0,11 1-73 0,-4-4-212 16,7-1-429-16,-3-3 191 0</inkml:trace>
  <inkml:trace contextRef="#ctx0" brushRef="#br0" timeOffset="-145826.1">14842 4021 143 0,'0'0'194'0,"-14"0"-8"16,14 0-13-16,-21 9-9 0,5-1-3 16,0 3-14-16,0-1-16 0,1 2-11 0,1 0-7 15,1 0-15-15,8-1-11 0,-4 0-7 0,4-1-5 16,1-1-9-16,0 2-6 0,4-1-5 0,4 0-7 16,1-2 2-16,4 2-10 0,-2-2-1 0,4-1-4 15,-3 0 0-15,4-3-3 0,-3 2 0 0,4-3-7 16,-4 2 0-16,-4-3 3 0,1-2 5 0,-6 0 2 15,9 3 4-15,-9-3 3 0,8 1 5 0,-8-1 2 16,0 0 6-16,8 3-1 0,-8-3-1 0,0 0-3 16,0 0-10-16,0 0-3 0,0 0-6 0,0 0-1 15,0 0-5-15,-21 7-4 0,11-4-2 0,-1 2 1 16,-5 1-1-16,4 0-1 0,-4 1-4 0,3 0 3 16,0 0-4-16,-1 0 5 0,4 2 2 0,0-1-4 15,2 0 2-15,0-1-5 0,3 0-2 0,-1 0 4 16,4 0-1-16,2 1-9 0,0-8 9 0,0 13-2 15,2-8-1-15,4 2 6 0,2-1-9 0,5 0-15 16,3-1-31-16,4-1-41 0,0-2-43 0,0 1-71 16,10-2-57-16,-11-1-201 0,3-2-490 0,-3 0 217 15</inkml:trace>
  <inkml:trace contextRef="#ctx0" brushRef="#br0" timeOffset="-145592.69">15020 4182 50 0,'6'-3'190'16,"-6"3"-9"-16,8-1-11 0,-1 0-3 0,-7 1 4 15,17-3-1-15,-4 3-11 0,-3 0-10 16,-1 1-3-16,1-3-7 0,0 3-7 0,1-1-3 16,-11 0-8-16,13 0-2 0,-5-1-9 0,-8 1-12 0,11 1-7 15,-11-1-5-15,6 0-13 0,-6 0-4 0,0 0-10 16,11 1-4-16,-11-1-6 0,0 0-18 0,0 0-26 15,0 0-35-15,0 0-44 0,0 0-64 0,0 0-62 16,0 0-214-16,0 0-447 0,0 0 199 16</inkml:trace>
  <inkml:trace contextRef="#ctx0" brushRef="#br0" timeOffset="-145060.65">15363 3785 116 0,'0'0'193'15,"0"0"-18"-15,0 0-15 0,0 0-11 0,-5-4-16 16,5 4-13-16,0 0-15 0,0 0-9 0,0 0-3 16,0 0-9-16,8 30-3 0,-4-13 0 0,4 1 2 15,-2 6-8-15,1 2-1 0,2 3-6 0,-3-1-2 16,4 1-11-16,-6-1 2 0,5 0 2 0,-3 0-5 16,0-2-2-16,1-1-4 0,-1-6 6 0,-3-2-2 15,2 1-3-15,0-2-1 0,-1-5-7 0,-2 0-3 16,3-3 0-16,-1 2-2 0,-1-3-2 0,-3-2 7 15,5 0 12-15,-5-5 20 0,2 7 27 0,-2-7 21 16,0 0 25-16,0 0 1 0,0 0-12 0,0 0-6 16,0 0-13-16,26-17-13 0,-14 2-18 0,0-1-11 15,6-8-9-15,1-2-1 0,2 1-3 0,-3-3-7 16,1-1-9-16,0-1-8 0,1 2-2 0,1 0-7 16,-6 2 4-16,1 1 2 0,-6 8-13 0,0 0-4 15,-1 2 15-15,0 1-17 0,-3-1-7 0,0 7 5 16,-1-2-3-16,0 5-17 0,-5 5 11 0,5-10 2 15,-5 10-11-15,2-9-13 0,-2 9-27 0,3-3-20 16,-3 3-32-16,0 0-8 0,0 0-13 0,0 0-15 16,0 0-12-16,0 0-26 0,10 23-42 0,-5-12-45 15,-1-3-36-15,0 5-190 0,-3-1-522 0,3-1 231 16</inkml:trace>
  <inkml:trace contextRef="#ctx0" brushRef="#br0" timeOffset="-144583.95">15811 4179 188 0,'0'0'237'0,"2"-7"-13"0,-2 7-16 0,0 0-15 16,0 0-18-16,3-7-18 0,-3 7-20 0,0 0-15 16,0 0-16-16,0 0-12 0,0 0-7 0,0 0-4 15,6 19-5-15,-7-7-4 0,1-1-5 0,1 6-5 16,-3-2-5-16,2 2-1 0,-2-1-2 0,1 0-4 16,-3-2-4-16,3 0-3 0,0 3-4 0,-2-5-2 15,1 0-5-15,0 0-3 0,1-3-2 0,0 4-1 16,-1-4-3-16,1-2-3 0,0 0-17 0,1-7-20 15,-3 11-23-15,3-11-26 0,-2 12-31 0,2-12-35 16,0 0-38-16,0 13-21 0,0-13-18 0,0 0-120 16,0 0-355-16,0 0 157 0</inkml:trace>
  <inkml:trace contextRef="#ctx0" brushRef="#br0" timeOffset="-144210.33">15878 4185 106 0,'8'-8'143'0,"-8"8"-14"16,8-4-9-16,-8 4-10 0,0 0 2 0,18-1-9 16,-12 2 1-16,-6-1 0 0,12 5-9 0,-5-1-8 15,3 1-5-15,-2 0-6 0,1 1-6 0,-3-1-8 16,-1 2-4-16,-5-7 9 0,8 15-17 16,-7-8 1-16,-1-7 2 0,0 14-9 0,0-7-4 15,0-7-2-15,-5 13 1 0,3-6-9 0,-1 0-2 0,3-7-3 16,-9 15-2-16,7-9-3 0,2-6-4 0,-5 12-15 15,5-12 2-15,-3 8-9 0,3-8 1 16,0 12-4-16,0-12 2 0,0 0-1 0,8 16-2 0,-2-12 1 16,0 3 4-16,1 1 1 0,-7-8 1 15,10 11-2-15,-5-5 0 0,2 1-2 0,-7-7 0 16,6 10-2-16,-6-10 7 0,4 10-2 0,-4-10 5 0,4 12 7 16,-4-12 2-16,0 0 5 0,-8 14 5 15,8-14 3-15,-13 9-2 0,4-4-1 0,-1-1-4 16,-3 0 0-16,2 0-1 0,-1-2-1 0,0-1-2 15,0 2-15-15,-1-3-15 0,13 0-23 0,-16 2-20 16,16-2-33-16,-12 0-37 0,12 0-45 0,0 0-100 16,-15-6-298-16,15 6 133 0</inkml:trace>
  <inkml:trace contextRef="#ctx0" brushRef="#br0" timeOffset="-143813.98">16315 4263 1806 0,'16'-12'29'0,"-6"3"47"15,-1 1 17-15,-4 1 3 0,0 0-9 0,-2 2-16 16,-3 5-14-16,5-10-10 0,-5 10-5 0,-3-9-2 16,3 9-3-16,0 0-1 0,0 0-5 0,-11-3 1 15,11 3-2-15,-14 7 1 0,4-1-6 0,1 1-3 16,0 1 1-16,0-1 1 0,1 3-8 0,3-2 2 16,0 1-3-16,2 1-2 0,1-1 1 0,2 0 1 15,1 1-3-15,1-1 2 0,4 0-3 0,1-2 1 16,2 2 1-16,3-3-1 0,-1 0-3 0,2-2 3 15,-1 0-3-15,-1 1-1 0,0-2-1 0,-4 1 0 16,1-3 0-16,-8-1 3 0,11 1 0 0,-7 2 1 16,-4-3 0-16,0 0 4 0,9 2 8 0,-9-2 1 15,0 0-7-15,0 0 6 0,0 0-5 0,-19 10-2 16,7-7-3-16,-6 3 7 0,2 0-2 0,-2-1 2 16,1 0 0-16,-1 3 2 0,5-2-1 0,0 2 2 15,-3 2-3-15,6-2-5 0,1-1 5 0,1-2-2 16,4 2-4-16,-1 2 4 0,4 0-4 0,1-9-9 15,0 0 13-15,6 20-4 0,5-11-1 0,3-2 1 16,2 0 0-16,11 2-1 0,4-2-18 0,1-2-28 16,1-1-51-16,-2 0-43 0,-1 5-28 0,0-5-54 15,-9-4-274-15,-4 1-521 0,-3-1 231 0</inkml:trace>
  <inkml:trace contextRef="#ctx0" brushRef="#br0" timeOffset="-110578.8">25010 4747 95 0,'0'0'110'0,"0"0"-6"16,0 0-8-16,-7-14-2 0,7 14 0 0,-2-8 5 15,2 8-6-15,0-8-4 0,0 8-9 0,0 0-4 16,-2-11 1-16,2 11-4 0,-2-8 2 0,2 8-6 15,0-9 0-15,0 9-2 0,0 0 2 0,-3-11-1 16,3 11-12-16,0-8 5 0,0 8-1 0,0 0-4 16,0 0-5-16,-1-10 2 0,1 10-7 0,0 0-4 15,0 0-2-15,0 0-8 0,0 0-3 0,0 0 1 16,0 0-7-16,0 0-5 0,0 0-2 0,0 0-5 16,0 0-2-16,0-9-4 0,0 9-2 0,0 0 4 15,0 0-3-15,0 0 2 0,0 0-4 0,0 0 5 16,0 26-6-16,0-15 0 0,0-1 3 0,1 3 0 15,2-1-3-15,-1 3 2 0,-2 2 2 0,0-3-2 16,0-2-5-16,3 5 6 0,-2-6-7 0,1 5 5 16,-1-4 0-16,0 1 3 0,0 3 0 0,1-3-3 15,0-3 2-15,-2 3-1 0,2-4 2 0,-2 1-2 16,1 0-2-16,-1-3 2 0,1-2-3 0,-1-5 3 16,-1 13-4-16,1-13 1 0,0 8 1 0,0-8-7 15,1 7 8-15,-1-7 3 0,0 0-4 0,0 8 2 16,0-8-1-16,0 0 5 0,0 0-2 0,0 0-3 15,0 0 1-15,2 8-2 0,-2-8-18 16,0 0-25-16,0 0-32 0,0 0-44 0,0 0-34 0,0 0-28 16,0 0-115-16,0 8-318 0,0-8 141 0</inkml:trace>
  <inkml:trace contextRef="#ctx0" brushRef="#br0" timeOffset="-110156.29">24885 5153 196 0,'0'0'223'0,"0"0"-11"0,0 0-16 0,0 0-13 15,0 0-4-15,0 0-23 0,0 0-15 0,0 0-11 16,0 0-17-16,0 0-11 0,0 0-10 0,0 0-14 15,0 0-4-15,0 0-12 0,0 0-8 16,0 0-7-16,0 0-4 0,0 0-7 0,0 0 0 0,0 0-5 16,0 0 0-16,0 0-3 0,8 0-5 0,-5 6 2 15,2-2-5-15,1 3 3 0,1 0-6 16,-1 1-3-16,1 0 3 0,2 1-6 0,-2-1 3 0,1 0-11 16,1-1 7-16,-3 2-3 0,2-1-2 0,-3 0 1 15,1-4 0-15,-3 3 0 0,3 1 0 0,-1-3 0 16,-3-1-3-16,2 1 1 0,-4-5-2 15,3 9-1-15,-3-9 4 0,4 7-5 0,-4-7 3 0,0 0 6 16,-2 8-2-16,2-8-1 0,-9 7-1 16,2-4 2-16,0-1-1 0,7-2-6 0,-17 2-15 0,3-2-13 15,5-2-12-15,-4 2-25 0,1-2-26 0,0-1-17 16,1 0-28-16,0-2-21 0,1-3-17 0,2 2-13 16,0-1-100-16,1-2-310 0,-1 1 137 0</inkml:trace>
  <inkml:trace contextRef="#ctx0" brushRef="#br0" timeOffset="-110013.92">24849 5134 84 0,'6'-6'93'0,"-6"6"2"0,8-4-22 0,1 1 10 15,1 2-2-15,3-1-6 0,1 1 3 0,-1-2-6 16,4 2-24-16,0-1-3 0,-1 4-14 0,-3-4-19 16,1 1-29-16,-1 1-16 0,1 1-22 0,-1-2-15 15,-2 2-47-15,3 1-125 0,-3-1 57 16</inkml:trace>
  <inkml:trace contextRef="#ctx0" brushRef="#br0" timeOffset="-109629.93">25159 5113 74 0,'0'0'156'0,"0"0"-9"0,0 0-18 0,0 0-8 0,0 0-5 15,0 0-18-15,0 0-9 0,0 0-13 0,0 0-8 16,0 0 0-16,0 0 6 0,3 11-10 0,-3-11-4 15,3 7 2-15,-1-1-12 0,1 0 8 0,0 0 3 16,3 4-5-16,-3-1 1 0,2 0-1 16,0-1-13-16,-1-1 8 0,0 3-1 0,1-1-3 0,2 1 1 15,-2-2-3-15,1 1-7 0,-1-1 0 0,-1-1-9 16,1-1 3-16,2-1 3 0,-4 2-10 16,1 1-4-16,2-4-3 0,-3 1 2 0,1 0-1 15,0 0 1-15,1-1 0 0,-5-4-2 0,5 8 0 0,-5-8-3 16,4 5 8-16,-4-5 12 0,2 6 10 0,-2-6 23 15,0 0 16-15,0 0 22 0,0 0 19 0,0 0-18 16,0 0-6-16,0 0-12 0,15-14-5 0,-9 6-8 16,0-2 0-16,1-1-8 0,3-3-10 15,0-1-18-15,1-1 12 0,6-4-15 0,-3 6-4 16,-1-3-8-16,1 1 0 0,-1 3-5 0,1 1 0 0,-4-2-10 16,1 7-26-16,-4-2-29 0,0 4-33 0,-1-1-35 15,-2 2-49-15,-2-1-76 0,-2 5-76 0,0 0-159 16,0 0-510-16,0 0 226 0</inkml:trace>
  <inkml:trace contextRef="#ctx0" brushRef="#br0" timeOffset="-100492.13">11822 5175 22 0,'-5'-5'182'0,"5"5"-6"0,-4-7-2 15,4 7 5-15,-6-6-7 0,6 6-13 0,0 0-6 0,-2-8-7 16,2 8-9-16,-4-5-9 0,4 5-14 0,0 0-9 16,0 0-9-16,0 0-7 0,0 0-18 15,0 0-25-15,0 0-5 0,0 0-10 0,-2-8-5 16,2 8 2-16,0 0-9 0,0 0 5 0,0 0-9 0,9 17 5 16,-2-7-6-16,-1 1-2 0,-1-2-1 0,0 3 4 15,5 3-3-15,-2-1-2 0,-1 2-3 16,-1-2 2-16,0 1-3 0,1 1 5 0,0 1-3 15,-2-2-2-15,1-3-3 0,-1 0 3 0,2-2 0 16,-4 3 2-16,3-3-3 0,-2 2-1 0,0-3-4 16,0 2 3-16,3-4 2 0,-3-1-2 0,0 0 0 15,0 0 1-15,-1-3 0 0,-3-3 0 0,3 8 2 16,-3-8 1-16,3 5 2 0,-3-5 4 0,0 0 6 16,6 4 16-16,-6-4 2 0,0 0-1 0,0 0-2 15,0 0-3-15,0 0-2 0,10-12 4 0,-8 5-14 16,0-4-1-16,1-1-1 0,1 2-4 0,-2-3 4 0,1 0-5 15,2-4-3-15,1 2 4 0,-3-2-5 0,2 2 3 16,-2-2-7-16,1 1 2 0,3-3-1 0,-3 3-2 16,0 4-3-16,-2 1 5 0,2-1-4 15,0 3 3-15,-3 1-4 0,1 1 1 0,-2 7 4 16,3-10-6-16,-3 10 1 0,3-8-5 0,-3 8 0 0,0 0 0 16,2-7-7-16,-2 7-12 0,0 0-21 0,0 0-21 15,0 0-25-15,2-7-20 0,-2 7-24 0,0 0-12 16,0 0-22-16,0 0-20 0,0 0-143 15,2 23-359-15,-2-14 160 0</inkml:trace>
  <inkml:trace contextRef="#ctx0" brushRef="#br0" timeOffset="-100090.21">12282 5370 108 0,'0'0'170'0,"0"0"2"0,4-6 0 0,-4 6 0 15,2-8-8-15,-2 8-15 0,0 0-10 0,0 0-8 16,-3-11-8-16,3 11-11 0,0 0-8 0,-3-8-11 16,3 8-8-16,0 0-9 0,-7-3-8 0,7 3-6 15,0 0-11-15,-13 0-6 0,13 0-3 0,-14 6-5 0,5-3-6 16,0 2 0-16,0 2-4 0,0 1-4 0,0-1-4 15,0 1 1-15,0 0-4 0,0 1-3 16,0 4 7-16,2-2-4 0,1-2-4 0,-1 0-2 16,2 1 2-16,1-1-3 0,4 1 1 0,-5 1-4 15,4-3 2-15,1 2 4 0,-2-3 0 0,2-7-6 16,0 14-1-16,2-9 9 0,-1 3-8 0,-1-8-3 16,5 9-1-16,-1-2 1 0,1-2 2 0,0 1-2 15,1-5 2-15,1 5-2 0,-1-3 2 0,4-1-2 16,3 0 1-16,-4 1-12 0,1-2-18 0,1 1-14 15,-1 0-27-15,0-1-19 0,-1-1-33 0,1-2-20 16,3 1-24-16,0 0-14 0,-2-1-127 0,1 2-330 16,-12 0 146-16</inkml:trace>
  <inkml:trace contextRef="#ctx0" brushRef="#br0" timeOffset="-99505.57">12535 5428 137 0,'3'-9'150'0,"-3"9"1"0,0 0-4 15,2-6-2-15,-2 6-5 0,0 0-5 0,0 0-3 16,0 0-5-16,0 0-6 0,-5-10-7 0,5 10-8 15,0 0-6-15,0 0-2 0,0 0-6 0,0 0-5 16,0 0-6-16,0 0-7 0,0 0-3 0,0 0-8 16,0 0 1-16,0 0-6 0,0 0-8 0,0 0-4 15,0 0-5-15,0 0-6 0,0 0-5 0,0 0-4 16,0 0-5-16,0 0-5 0,0 0-2 0,0 0-3 16,0 0-2-16,0 0 9 0,0 0-8 0,0 0-2 15,0 0 0-15,0 0-2 0,0 26 8 0,0-26-13 16,0 15 4-16,0-6-5 0,-1 1 2 0,1 0 0 15,0-1 3-15,-1 2-1 0,1-3-1 0,0 2-2 16,1 0 1-16,-2 1 0 0,0-1 4 16,0 0-5-16,1 1 5 0,0-3-3 0,-2-1-1 0,2-7 0 15,0 17 2-15,0-17-4 0,0 9 2 0,0-9 2 16,0 8-4-16,0-8 2 0,0 9 0 0,0-9-13 16,0 8-19-16,0-8-17 0,-2 7-27 0,2-7-24 15,0 0-31-15,-2 9-30 0,2-9-26 16,0 0-163-16,-5 6-376 0,5-6 167 0</inkml:trace>
  <inkml:trace contextRef="#ctx0" brushRef="#br0" timeOffset="-99008.16">12475 5400 1 0,'4'-11'171'0,"-4"8"-10"0,0 3-10 0,2-10 0 0,-2 10-11 16,3-9-3-16,2 5-14 0,-5 4-12 15,4-6-4-15,-4 6-18 0,9-7-7 0,-9 7-11 16,9 0-4-16,-9 0-9 0,0 0-8 0,18 0-5 0,-14 3 1 16,3 0-10-16,-7-3-3 0,12 9-7 0,-6-4-2 15,-4 2 1-15,5 2-5 0,-5 0 2 0,0-2-5 16,-2 4 5-16,2 0-4 0,-4-1 5 0,2-2-3 15,-2 1-1-15,0-1-2 0,0-1-4 16,-2 1-2-16,4-8 2 0,-3 12 0 0,1-6-2 0,2-6-1 16,-2 9-2-16,2-9-2 0,-2 8 0 15,2-8-1-15,0 0 0 0,-5 6-3 0,5-6-1 0,0 0-1 16,0 0 4-16,0 0-5 0,7 10 3 16,-7-10-1-16,6 6 4 0,-1-2-4 0,-1-1 3 15,3 2 0-15,-3-1-2 0,2 1-3 0,4 2-1 0,1 0 6 16,-1 0-4-16,-3-2 3 0,-1 2-3 0,0-1 0 15,2 1 2-15,-6 0-2 0,1-1 1 16,-2 0-2-16,4 2 4 0,-3 1-1 0,-2-9-3 0,-5 16 2 16,1-9 7-16,-3 3-2 0,-2-3-2 15,0 1-1-15,-2-1 0 0,0-1-1 0,0 0 1 16,-1 0-2-16,1-2 3 0,2 0 0 0,-3 0-15 0,4-2-5 16,-1-1-12-16,1 1-13 0,8-2-25 0,-12 1-22 15,12-1-40-15,0 0-46 0,-11-4-111 0,11 4-308 16,0 0 137-16</inkml:trace>
  <inkml:trace contextRef="#ctx0" brushRef="#br0" timeOffset="-98795.11">12909 5508 139 0,'8'-3'145'0,"-8"3"-7"0,12-1-8 16,-6-1-14-16,-6 2-6 0,13-3-13 0,-5 1-12 16,-8 2-8-16,15-1-23 0,-10 2-27 15,-5-1-33-15,14 0-23 0,-14 0-16 0,11 2-21 16,-7 1-26-16,-4-3-55 0,10 6-159 0,-8-3 70 16</inkml:trace>
  <inkml:trace contextRef="#ctx0" brushRef="#br0" timeOffset="-98647.32">12942 5592 136 0,'-7'3'151'0,"7"-3"-5"0,0 0-10 15,0 0-6-15,0 0-16 0,0 0-7 0,0 0-8 16,0 0-6-16,0 0-10 0,25-2-6 0,-14 2-16 16,1-1-54-16,5 0-44 0,2-3-72 0,-2 2-90 15,4-4-217-15,-1 2 96 0</inkml:trace>
  <inkml:trace contextRef="#ctx0" brushRef="#br0" timeOffset="-97967.86">13872 5274 168 0,'0'0'217'0,"0"0"-6"0,3-6-8 0,-3 6-31 16,0 0-6-16,0 0-11 0,4-8-7 0,-4 8-10 15,0 0-7-15,0 0-11 0,0 0-14 0,0 0-10 16,0 0-7-16,0 0-10 0,0 0-9 0,0 0-11 16,0 0-5-16,0 0-5 0,0 0-8 0,0 0-2 15,0 0-8-15,0 0 1 0,0 0-7 0,0 0-3 16,0 0-1-16,0 0-3 0,-7 25-1 0,7-25-4 16,-3 10 8-16,3-3-10 0,0-7 0 0,2 13-2 15,-1-3-1-15,4-1-2 0,-3-2 3 0,2 2-1 16,1-2 3-16,-1 1-5 0,3-1 3 0,0 2-2 15,-2-1-1-15,1 2-1 0,3-3 1 0,-3 0-3 16,4 0 1-16,-3 1-2 0,-1 0 0 0,1-1 6 16,0 0-5-16,-2-1 6 0,-1 1-3 0,0-2-6 15,1 0 3-15,-1 1 6 0,-4-6-9 0,9 8-1 16,-7-2 4-16,-2-6-8 0,3 8 7 0,-3-8 1 16,0 8 0-16,0-8 2 0,-7 10-2 0,0-5 2 15,-2 0-2-15,-2 3 1 0,-1-5-6 0,-5 2-9 16,3-1-10-16,-1-3-19 0,-2 1-11 0,4-1-16 15,-1-1-14-15,3-1-33 0,-1 1-24 0,0-2-41 16,3-2-32-16,0-1-120 0,0-1-358 0,9 6 159 16</inkml:trace>
  <inkml:trace contextRef="#ctx0" brushRef="#br0" timeOffset="-97795.18">13894 5229 81 0,'5'-2'148'0,"9"-2"-15"0,-1-1-8 16,5 0-10-16,0-2-13 0,-2 3-8 0,4-1-17 15,0 4-3-15,-2-3-21 0,0 3-42 0,2-1-40 16,-1 2-41-16,-6 2-83 0,0-1-165 0,-1 2 73 16</inkml:trace>
  <inkml:trace contextRef="#ctx0" brushRef="#br0" timeOffset="-97594.97">14180 5453 106 0,'0'0'204'0,"11"0"-14"16,-6 2-12-16,-5-2-9 0,13 2-14 0,-6 0-14 15,2-1-10-15,-2-1-14 0,1 1-12 0,1 1-9 16,-2-2-9-16,2 1-12 0,-1 1-15 0,4-2-32 15,-12 0-33-15,16 6-40 0,-6-5-45 0,0-1-50 16,-5 2-121-16,-5-2-282 0,20 4 125 0</inkml:trace>
  <inkml:trace contextRef="#ctx0" brushRef="#br0" timeOffset="-96976.44">14795 5334 174 0,'0'0'213'0,"0"0"-4"0,0-9-3 16,0 9-13-16,0 0-6 0,0 0-13 0,0 0-9 16,0 0-1-16,0 0-21 0,0 0-13 0,0-8-12 15,0 8-13-15,0 0-11 0,0 0-12 0,0 0-8 0,0 0-5 16,0 0-10-16,0 0-6 0,0 0 1 15,0 0-12-15,-22 19-3 0,14-10-3 0,0-1-4 16,2 3-5-16,-3-2 2 0,1 2-6 0,2 0-2 16,-1-1-1-16,3 0-5 0,-3 0-1 0,2 3-2 15,1-5 1-15,2 3-1 0,-1-2 0 0,1-1-6 16,4 1 7-16,-2-9-7 0,2 14 2 0,-1-9 3 16,3 2-3-16,1-1 1 0,1-2-1 0,-1 0 2 15,6 0-3-15,0 0 10 0,-1-2-10 0,3-1 1 16,1 0 1-16,-2-1 4 0,-1-1-7 0,2-1 1 15,-3-1 0-15,0-1 1 0,2 0 7 0,-2 1-2 0,1-5 5 16,-4 2 7-16,2-1-2 0,0-3 4 16,-3 0-4-16,-1 1-5 0,0-2-2 0,-1-1 2 15,-2 1-3-15,-2-5 1 0,0 0-6 0,-3 0 0 16,-1 0 3-16,0 3-4 0,-1 2-1 0,0 1 0 16,-1 1-3-16,1 0 1 0,-3 2-4 0,4 1-2 15,-3 1 1-15,1 1-1 0,6 4-9 0,-12-3-22 16,5 3-20-16,7 0-22 0,-14 5-23 0,6 1-30 15,1 0-39-15,0-2-45 0,-2 3-35 0,2 3-168 16,3-1-446-16,4-9 197 0</inkml:trace>
  <inkml:trace contextRef="#ctx0" brushRef="#br0" timeOffset="-96777.91">15021 5445 35 0,'0'0'247'0,"6"2"-11"15,-6-2-14-15,0 0-13 0,0 0-12 0,0 0 0 16,8 3-10-16,-8-3-11 0,0 0-15 0,0 0-13 16,0 0-15-16,0 0-10 0,0 0-15 0,0 0-10 15,0 0-13-15,0 0-17 0,0 0-41 0,0 0-32 16,0 0-37-16,0 0-35 0,0 0-33 0,0 0-44 16,10 3-39-16,-10-3-153 0,0 0-376 0,13 4 167 15</inkml:trace>
  <inkml:trace contextRef="#ctx0" brushRef="#br0" timeOffset="-94998.81">15335 5218 23 0,'-7'-2'138'0,"7"2"2"0,-9-2-5 0,9 2-3 16,-8-3-5-16,8 3-2 0,0 0-10 0,0 0-7 15,-12 0-2-15,12 0-14 0,0 0-13 0,-11-1 0 16,11 1-9-16,0 0-5 0,-8-1-3 15,8 1-6-15,0 0-2 0,0 0-9 0,0 0-1 16,0 0-9-16,0 0-1 0,0 0-1 0,-9-1-10 0,9 1-3 16,0 0-1-16,0 0 3 0,0 0 1 0,0 0-12 15,0 0 5-15,0 0 1 0,0 0 4 0,26 7-7 16,-20-6 3-16,2 1-3 0,0-2 0 16,1 2 4-16,0-1-5 0,0 2 6 0,-1-2-5 15,-1 2-5-15,-7-3 4 0,13 3-3 0,-13-3 0 16,10 1-3-16,-10-1 3 0,9 1-2 0,-9-1 5 0,10 1 3 15,-10-1-4-15,9 1 6 0,-9-1-6 0,8 0 1 16,-8 0-1-16,9 2-4 0,-9-2-2 16,0 0 1-16,9 1-2 0,-9-1-2 0,6 2-2 15,-6-2 3-15,0 0 3 0,0 0-1 0,0 0-1 16,0 0-4-16,10 1 1 0,-10-1-2 0,0 0 0 0,0 0 3 16,0 0 4-16,4 4-5 0,-4-4-3 15,0 0 3-15,0 0-1 0,0 0-1 0,0 0 1 0,0 0-1 16,0 0 7-16,0 0-5 0,0 0-4 15,0 0-3-15,0 0 4 0,0 0 4 0,0 0 1 16,0 0-2-16,0 0 3 0,0 0-5 0,0 0 1 0,0 0-4 16,0 0 6-16,0 0-3 0,0 0 0 0,0 0 2 15,0 0-1-15,0 0-4 0,0 0-3 0,0 0 4 16,0 0 5-16,0 0-10 0,0 0 5 16,0 0-4-16,0 12 5 0,0-12-2 0,-1 7 2 15,1-7 5-15,-4 15 6 0,2-7 1 0,0 3 2 16,-3 0 1-16,4 4 4 0,-3 2 1 0,1-1 4 0,-2 3 0 15,1-4 8-15,2 2-12 0,-3-1 3 0,2 2 2 16,-3-3 2-16,1 2 0 0,2-2-2 16,0-2-1-16,2-2-4 0,-1-1-3 0,-2 1-1 15,4-3 2-15,-2 0-5 0,1-1 0 0,1-7 1 16,-1 13 0-16,0-8-4 0,1-5 0 0,-2 11 0 0,2-11-22 16,-1 9-14-16,1-9-22 0,0 0-20 0,0 9-20 15,0-9-20-15,0 0-15 0,0 0-30 0,0 0-33 16,0 0-159-16,0 0-373 0,0 0 166 15</inkml:trace>
  <inkml:trace contextRef="#ctx0" brushRef="#br0" timeOffset="-94839.95">15271 5437 106 0,'0'0'154'0,"0"0"-16"0,0 0-7 16,0 0-14-16,0 0-15 0,0 0-1 0,16-6-7 15,-5 3-19-15,1 3-5 0,6-3-29 0,0 3-45 0,1-1-41 16,1 2-56-16,-8-1-63 0,0 0-177 16,1-2 79-16</inkml:trace>
  <inkml:trace contextRef="#ctx0" brushRef="#br0" timeOffset="-94090.46">12014 6185 37 0,'0'0'238'0,"-4"-10"-14"0,2 4-11 15,2 6-4-15,-4-6-18 0,4 6-10 0,-4-6-13 16,4 6-17-16,0 0-19 0,0 0-11 0,-3-6-11 15,3 6-18-15,0 0-13 0,0 0-8 0,0 0-7 0,0 0-8 16,0 0-8-16,0 0-3 0,7 28-5 16,-1-16-4-16,-3-1-2 0,3 5-3 0,2 2-1 15,0 0-4-15,-1-2-4 0,1 3 0 0,-2-2-4 16,3-2 0-16,-1 1-2 0,-3-2-2 0,1-4-2 16,-1 1-1-16,0 1-1 0,3-4 2 0,-3 2-1 0,-1 0-3 15,3-3-16-15,-2-1 2 0,-1 0-1 0,-1-2 0 16,1 1 0-16,0 0 3 0,-4-5 4 15,4 6 0-15,-4-6 8 0,4 5 15 0,-4-5 14 16,0 0 13-16,6 3 15 0,-6-3 6 0,0 0-3 16,0 0-3-16,0 0-3 0,5-15-9 0,-2 5-4 0,2-3-3 15,-1-2-10-15,3-4 1 0,-2 2-9 16,0-8-5-16,4 2 2 0,-1 4-2 0,-1-5-9 16,2 0 3-16,-3 7-6 0,4-8 2 0,-4 13-4 15,-1 0 1-15,-1 1-2 0,-1 5 0 0,-3 0-17 0,4-1-21 16,-4 7-33-16,2-8-27 0,-2 8-31 0,0 0-21 15,4-5-11-15,-4 5-13 0,0 0-30 0,9 13-26 16,-4-4-9-16,-2 1-136 0,-1 0-397 16,2 1 176-16</inkml:trace>
  <inkml:trace contextRef="#ctx0" brushRef="#br0" timeOffset="-93826.15">12613 6308 92 0,'0'0'200'0,"0"0"-11"0,6-5-15 0,-6 5-13 16,0 0-16-16,0 0-10 0,0 0-11 15,0 0-13-15,0 0-5 0,0 0-4 0,-29 10-6 16,17-4-4-16,1 0-4 0,0 5-8 0,-3-1-7 16,3-1-6-16,3 0-8 0,-2 0-5 0,3 2-8 15,-1-2 0-15,3 3-8 0,-2-3-2 0,2 1-5 0,3 1 1 16,-2-4-5-16,4 1-3 0,0 1 0 0,0-9-3 15,4 14-1-15,-2-8 1 0,6 1-1 0,-3-3-12 16,7 1-31-16,-1-1-37 0,5-1-44 16,7-1-46-16,-5-4-40 0,4 2-147 0,-1-5-363 15,-2 1 161-15</inkml:trace>
  <inkml:trace contextRef="#ctx0" brushRef="#br0" timeOffset="-93593.96">12835 6327 10 0,'0'0'251'0,"0"0"-12"0,0 0-19 16,-3-9-23-16,3 9-16 0,0 0-24 0,0 0-16 15,0 0-18-15,0 0-12 0,0 0-13 16,0 0-1-16,0 0-14 0,0 0-7 0,-4 31-4 16,4-19-1-16,-5 0-8 0,5 1-1 0,-2 3-8 15,0 0-4-15,1 1-7 0,1-1-4 0,0-1 0 0,0 0-3 16,0-3-10-16,0 4-16 0,0-4-20 15,-2-1-40-15,2 0-28 0,-2 0-40 0,2-1-36 0,-2-4-33 16,2-6-139-16,-2 11-352 0,2-11 156 16</inkml:trace>
  <inkml:trace contextRef="#ctx0" brushRef="#br0" timeOffset="-93209.65">12818 6289 112 0,'5'-1'167'0,"3"-1"-13"0,2-2-12 0,-3 3-2 16,-7 1-11-16,18 0-11 0,-9 1-2 0,0 0-15 15,0 2-2-15,0 0-6 0,2 1-6 0,-2 2-5 16,-2 0-12-16,-1 0-1 0,1 1-8 16,-3 0-7-16,-2-1-2 0,2 4-2 0,-2-1-5 0,-4 1-3 15,-2 0-1-15,0 0-2 0,2-1-5 0,-2 1-6 16,1-3-4-16,1 3 0 0,-2-5-4 0,0 2 0 15,1 0-5-15,3-7-10 0,-2 11 3 16,2-11-5-16,-5 8-6 0,5-8 8 0,0 6-5 16,0-6 3-16,5 8-2 0,-5-8-2 0,5 8-2 0,-1-5 4 15,-4-3 4-15,6 7-5 0,-1-6-2 0,-5-1-1 16,6 6 1-16,0-4 2 0,-6-2-3 0,4 7 2 16,-4-7 8-16,2 9 6 0,-2-9 1 0,2 8 3 15,-2-8-1-15,-4 10 6 0,4-10-8 0,-8 11-1 16,4-6 0-16,2 1 1 0,-2-2-5 0,-1 1-10 15,1-1-15-15,4-4-24 0,-9 6-25 0,2-2-30 16,7-4-34-16,-5 5-33 0,5-5-153 16,0 0-340-16,0 0 151 0</inkml:trace>
  <inkml:trace contextRef="#ctx0" brushRef="#br0" timeOffset="-92940.01">13241 6447 123 0,'7'-1'146'0,"-7"1"-17"0,13-4-18 0,-8 3-20 16,-5 1-25-16,0 0-30 0,13 0-16 0,-13 0-18 15,6 4-16-15,-6-4-7 0,3 6-15 0,-3-6 1 16,0 8-6-16,0-8 5 0,-5 12-1 0,1-5 8 16,0-2 6-16,-1 1 6 0,-1 1 12 0,-2-1 5 15,4-2 14-15,2 1 7 0,-3-1 1 0,1 2 9 16,4-6 5-16,-7 7 4 0,7-7-4 0,-2 6-2 15,2-6 0-15,-4 4 2 0,4-4 11 0,0 0 12 16,0 0-15-16,0 0-6 0,0 0 7 0,15 4-19 16,-2-6-10-16,6 0-22 0,10-5-26 15,0 0-32-15,0 0-88 0,3-1-164 0,4-4 73 0</inkml:trace>
  <inkml:trace contextRef="#ctx0" brushRef="#br0" timeOffset="-92389.97">14095 6345 11 0,'0'0'238'0,"8"0"-19"15,-8 0-17-15,0 0-16 0,0 0-13 0,0 0-6 16,0 0-4-16,0 0 0 0,0 0-8 0,-16 18-2 16,8-11-8-16,-3-3-11 0,-1 2-4 0,1-1-7 15,0 1-9-15,-1-1-2 0,-3 4-6 0,1-5-9 16,1 0-7-16,-1-1-6 0,1 0-7 0,-2 1-8 15,-2-2-5-15,-3 2-10 0,3-2-3 16,2 1-9-16,0-3-1 0,-3 0 0 0,5 0-5 0,-1-2 7 16,5 2-12-16,-2-1 0 0,1-2-6 15,10 3 0-15,-15-1-4 0,15 1-1 0,-10-3 0 0,4 0-3 16,6 3-2-16,-6-6-6 0,1 1 4 0,5 5-2 16,-2-10-6-16,2 10 10 0,2-15-9 0,3 7-6 15,-1-2 3-15,-2 3-3 0,4 0-3 0,-2-3 3 16,4 2 2-16,-3-2 0 0,3 3 1 15,-2-3-7-15,3 3 7 0,-3-1-3 0,1 1 0 0,2 0 0 16,-4 0-3-16,1 0 5 0,1 2-1 16,-3 0-1-16,6 1 0 0,-10 4 0 0,6-5 0 0,-2 1 6 15,-4 4-2-15,5-4-1 0,-5 4-6 0,0 0 2 16,4-4 0-16,-4 4 3 0,0 0-3 0,0 0-5 16,5-5 3-16,-5 5-2 0,0 0-3 0,0 0-5 15,0 0 4-15,0 0-2 0,0 0 2 0,0 0-3 16,0 0 9-16,9 11-3 0,-9-11 5 0,2 10-1 15,1-3-1-15,1 3-4 0,-4 1 6 0,4 0 0 16,-3 1 1-16,-1 0 1 0,1 4 2 0,0 0-3 16,1 2 2-16,-4 1 6 0,2-4-3 0,2 2-4 15,-2 0 4-15,0-1-1 0,0 1 2 0,0-2-2 16,0 1 3-16,0 0-18 0,0-4-24 0,0 0-27 16,0-1-33-16,0-2-31 0,0 3-35 15,0-5-42-15,0-7-39 0,0 15-221 0,-2-9-500 0,2-6 221 16</inkml:trace>
  <inkml:trace contextRef="#ctx0" brushRef="#br0" timeOffset="-92180.05">14206 6380 250 0,'0'0'239'16,"0"0"-22"-16,5-3-21 0,-5 3-21 0,0 0-18 15,7-4-15-15,-7 4-14 0,0 0-15 0,0 0-11 16,0 0-11-16,0 0-9 0,0 0-16 0,0 0-31 16,0 0-33-16,0 0-35 0,0 16-36 0,0-16-43 15,3 6-39-15,-3-6-121 0,0 0-295 0,0 0 131 16</inkml:trace>
  <inkml:trace contextRef="#ctx0" brushRef="#br0" timeOffset="-91769.29">14322 6279 2004 0,'4'-6'71'0,"0"-2"-35"16,1 2 0-16,0 0-7 0,-1-4 5 0,1 5 2 15,-1 1-2-15,2-2-3 0,6 0 3 0,-5 3 3 16,3-2 2-16,-1 2 0 0,-1 2 1 0,0-2-5 16,-1 1-5-16,3 1-4 0,-10 1-2 0,13 1-1 15,-1 3-2-15,-6 0-3 0,-1 0 4 0,3 4-4 16,-2-1 3-16,-1 2-5 0,-3-2 3 0,0 2-3 15,1 3 4-15,-6-2-3 0,1 2 0 0,0-1 1 16,-3 1-2-16,-1-2-6 0,2 1 4 0,-1-3-3 16,1 0 0-16,-1 0-1 0,-2-1-1 0,3 0-3 15,2-2-3-15,-2 0 0 0,4-5-2 0,-1 9 2 16,1-9-2-16,-2 10-2 0,2-10 2 0,5 12-4 16,-4-7 0-16,4 0-2 0,-1 2 2 0,1-1 1 15,2-1 1-15,-1 0 2 0,-1 0-1 0,0 0-2 16,1 2 2-16,-2-4 0 0,3 1-2 0,-2 1 1 15,-5-5-1-15,7 10-3 0,-5-8 4 0,-2-2 0 16,4 7 3-16,-4-7-2 0,2 7 2 0,-2-7-4 0,0 0 2 16,-8 13-1-16,3-7 5 0,-4-2-4 15,-2 2 2-15,2-1 1 0,-4 0-3 0,-5 1 0 16,7-2-5-16,-1 0-12 0,1 0-13 0,2-2-26 16,0 1-26-16,-2-3-30 0,5 1-51 0,6-1-48 15,-11 0-167-15,11 0-408 0,-10-4 180 0</inkml:trace>
  <inkml:trace contextRef="#ctx0" brushRef="#br0" timeOffset="-91573.48">14714 6437 292 0,'0'0'288'15,"0"0"-16"-15,10-2-21 0,-10 2-12 0,0 0-24 16,8-1-18-16,-8 1-12 0,0 0-22 0,0 0-15 15,0 0-15-15,10-2-16 0,-10 2-15 0,0 0-25 16,0 0-30-16,0 0-37 0,0 0-33 0,0 0-55 16,0 0-49-16,0 0-50 0,0 0-212 0,10 0-421 15,-10 0 187-15</inkml:trace>
  <inkml:trace contextRef="#ctx0" brushRef="#br0" timeOffset="-90873.69">14998 6535 115 0,'0'0'230'0,"0"0"-12"15,11-22-10-15,-4 13-12 0,3-5-12 0,-1 0-11 16,5-2-4-16,1-3-6 0,2-1-6 0,-2-2-9 15,4 0-17-15,0-4-6 0,1 3-8 0,-4-2-3 16,0 1-5-16,0 0-11 0,-2 0-10 0,0 3-2 16,-7 4 5-16,-1 3 1 0,-2-1-13 0,-2 5-6 15,0-2-2-15,-2 4-6 0,0-2-6 0,0 10-13 16,-4-9-3-16,-1 3-6 0,-3 5-5 0,-3-1-3 16,-1 5-9-16,-4 4-5 0,3 1-1 0,-2 2-8 15,2 0-9-15,1-3-8 0,4 1-3 0,2 3-4 16,1 0 1-16,3 1 3 0,0 4-8 0,6-2-1 15,3 1 4-15,-3 0 2 0,7-1-1 0,-3 2 2 16,3-3 2-16,2 1 1 0,1 0 1 0,-1-2-2 16,-4 1 8-16,1 1-2 0,-3-4-1 0,1 0 0 15,0 0 1-15,-3 2-1 0,-1-2 3 16,-2 0-2-16,0 0 3 0,0-1-1 0,-1 1-9 0,-2-4-13 16,1-6-13-16,-10 15-13 0,7-7-26 0,0-2-22 15,-1-2-18-15,4-4-33 0,-7 9-23 0,7-9-15 16,-7 4-37-16,7-4-121 0,0 0-379 0,0 0 168 15</inkml:trace>
  <inkml:trace contextRef="#ctx0" brushRef="#br0" timeOffset="-90507.09">15371 6311 96 0,'3'-5'220'0,"-3"5"-23"15,0 0-22-15,4-5-22 0,-4 5-17 0,0 0-8 0,0 0-11 16,0 0-8-16,0 0-4 0,7 18-4 15,-6-12-5-15,1 0-15 0,0 1-2 0,1 1-10 16,-1 0-6-16,2-1-3 0,0 2-4 0,1-4-3 16,3 3-8-16,-1-2 1 0,1-2-5 0,0-1-1 15,2 0 1-15,2-3 0 0,-2 0-4 0,4 0-1 16,0-4-2-16,0 1 0 0,-4 0 2 0,3-3 1 16,-2 1-4-16,-3-3 4 0,0 1 0 0,-1 0-2 15,-3 1 1-15,-1-1 3 0,-1 1 0 0,-2-4-4 16,0 1-2-16,0 9 2 0,-2-12 10 0,2 12-10 15,1-10-2-15,-1 10 2 0,0 0-10 0,-3-10-2 16,3 10-7-16,0 0-4 0,0 0-3 0,0 0 0 16,0 0 0-16,0 0 0 0,0 0 1 0,-12 24-4 15,9-13 2-15,-2 5-1 0,0 0-1 0,3-1-2 16,1-1 3-16,0 1-2 0,2 1 3 0,0-5-7 0,1 3-14 16,1-2-26-16,0-2-27 0,2 0-35 15,1-1-49-15,4-2-33 0,-1-4-57 0,-3 0-169 16,6-3-443-16,-1-3 197 0</inkml:trace>
  <inkml:trace contextRef="#ctx0" brushRef="#br0" timeOffset="-90261.21">15761 6073 119 0,'-4'-7'256'15,"3"2"-26"-15,-3-1-25 0,4 6-25 0,0 0-16 16,0 0-13-16,0 0-14 0,-13 27-6 0,8-9-6 0,0 10-6 15,-3 0 1-15,2 3-4 0,3 0-10 0,-3 1-6 16,3 0-10-16,-1-1-3 0,3 0-11 16,-1 0 0-16,-2 0 4 0,1-2-3 0,2-4-12 15,1 1-3-15,-1-7-3 0,3 0-4 0,1-1-9 0,-3-1-4 16,2-2-8-16,0-3-17 0,-1-2-21 16,-1 0-29-16,1-3-24 0,-1 0-36 0,0-7-30 15,0 9-26-15,0-9-51 0,0 0-211 0,0 0-446 16,0 0 197-16</inkml:trace>
  <inkml:trace contextRef="#ctx0" brushRef="#br0" timeOffset="-90121.93">15662 6355 59 0,'11'-8'150'0,"4"-2"-10"0,4 1-23 0,2 1-23 0,7-2-28 15,-3 0-27-15,2-2-32 0,-1 2-23 16,-6 2-23-16,-3 1-15 0,3-2-41 0,-3-2-100 0,-2 2 44 15</inkml:trace>
  <inkml:trace contextRef="#ctx0" brushRef="#br0" timeOffset="-89923.94">15973 6191 132 0,'6'-15'27'0,"-2"5"15"0,-1-2 22 16,-1 2 13-16,-2-1 5 0,-1-1-2 0,-2 2 21 0,1 1 9 15,1 0 11-15,-2 2-2 0,3 7 4 0,-5-11 0 16,5 11 2-16,-3-8-12 0,0 4-12 0,3 4-11 16,0 0-11-16,0 0-3 0,0 0-2 0,0 0 7 15,-3 19 12-15,2-2 5 0,0 2 0 0,-1 0-5 16,2 7-11-16,-4-1-3 0,3 0-6 0,2 2-3 15,-2 0-9-15,2-8-2 0,-1 1-5 0,2 3-5 16,-1-2-1-16,-1-1-7 0,1 1-3 0,2-4-7 16,-4-1-4-16,3 1-20 0,-1-1-29 0,1-4-31 15,-2 0-40-15,0-1-54 0,2-6-41 0,-2-5-50 16,-2 13-146-16,2-13-415 0,-3 5 184 0</inkml:trace>
  <inkml:trace contextRef="#ctx0" brushRef="#br0" timeOffset="-89654.19">15927 6289 126 0,'5'-3'156'15,"5"-1"-17"-15,3 0-14 0,5-2-14 0,1 1-9 16,-1 1-4-16,-1-2-9 0,2 0-4 0,-1 3-7 16,-7 0-2-16,1-2-3 0,0 3 6 0,-3-2 3 15,2 2 3-15,-4 1 1 0,-2-2 3 0,-5 3 0 16,11-3 1-16,-11 3-6 0,6-2-4 0,-6 2-5 15,0 0-8-15,9-1-10 0,-9 1-10 0,0 0-2 16,0 0-5-16,8 6-4 0,-8-6 1 0,5 10-3 16,-5-2-7-16,4 1 0 0,-2 3 1 0,1 0-4 15,-2 0-3-15,0 5 2 0,4-3-11 0,-3 0-36 16,-2-1-28-16,2-2-36 0,1 1-39 0,-1 0-36 16,1 0-43-16,-1-2-121 0,0-3-355 0,-1 1 157 15</inkml:trace>
  <inkml:trace contextRef="#ctx0" brushRef="#br0" timeOffset="-89501.04">16195 6091 120 0,'0'0'128'0,"0"0"-30"0,0 0-59 0,0 0-52 16,0 0-49-16,15 2-68 0,-15-2 31 0</inkml:trace>
  <inkml:trace contextRef="#ctx0" brushRef="#br0" timeOffset="-89119.32">16469 6141 138 0,'0'0'208'0,"0"0"-13"15,0 0-15-15,0 0-12 0,-28 9-4 0,19-2-4 16,-1 3-5-16,1-2-9 0,-3 5-8 0,-1 1-12 15,4-2-9-15,3-1-13 0,-2-2-12 0,2 3-10 16,2-3-6-16,0 1-8 0,3 1-3 0,2-1-5 16,2 0-7-16,2 0-6 0,0-2-10 0,5-1-18 15,-1 1-20-15,3-2-26 0,2-1-18 0,4-2-17 16,0-2-16-16,-1 0-9 0,0-2-1 0,-3 0-8 16,3-2-11-16,-3-1 16 0,-1 0-7 0,-2-3 20 15,0 2-1-15,0-4 9 0,-3 0 7 0,4-4 7 16,-5 3 11-16,0-5 10 0,0-2 13 0,-1 1 8 15,-2-4 9-15,1 4 20 0,-2-2 23 0,2 0 16 16,-1 1 6-16,-3 6 18 0,0 1 13 0,2 0 9 16,-2 4 2-16,0 0-6 0,-1 6-9 0,3-8-14 15,-3 8-9-15,0 0-11 0,0 0-4 0,0 0 0 16,0 0 1-16,1 25 1 0,-1-9-3 0,-4 1-2 16,0 1-5-16,1 0-2 0,1 1-7 0,0 5 2 15,0-7-14-15,2 2-27 0,0-2-34 0,3-1-50 16,-3-3-49-16,1-2-41 0,1 2-197 0,-2-3-408 15,0-3 182-15</inkml:trace>
  <inkml:trace contextRef="#ctx0" brushRef="#br0" timeOffset="-88965.89">16506 5951 97 0,'0'0'109'0,"0"0"-51"16,0 0-46-16,0 0-58 0,0 0-51 0,24 18 23 16</inkml:trace>
  <inkml:trace contextRef="#ctx0" brushRef="#br0" timeOffset="-88688.13">16755 6265 182 0,'0'0'251'0,"7"-8"-15"0,-7 8-20 16,6-9-21-16,-1 3-13 0,-1 2-13 0,1-6-14 16,0 1-15-16,2-1-10 0,0-2-13 0,-2 3-10 15,0-2-10-15,4-3-8 0,0 0-10 0,0-2-6 16,-4 4-8-16,-1 0-3 0,-1 2-4 0,1 0 2 16,-3 4-2-16,0 1-1 0,-1 5-6 0,4-8-3 15,-4 8-8-15,0 0-3 0,0 0-8 0,0 0-2 16,0 0-3-16,-23 9-3 0,8 5 1 0,2 1-7 15,-1-2-2-15,1 1 0 0,3 2-2 0,0-3-1 16,-1 1-7-16,5 3-11 0,1-2-19 0,1-4-20 16,3-1-22-16,2 2-34 0,4-2-35 0,1 1-35 15,2-5-36-15,2 3-186 0,2-2-428 0,-1-4 190 16</inkml:trace>
  <inkml:trace contextRef="#ctx0" brushRef="#br0" timeOffset="-88475.49">17016 6134 144 0,'4'-13'232'0,"-1"5"-1"0,3-3-9 16,-1 1-14-16,-3 3-14 0,2 0-12 15,-1 2-15-15,-3 5-18 0,5-10-22 0,-5 10-12 16,6-2-15-16,-6 2-9 0,0 0-11 0,0 0-6 16,18 11-10-16,-12-3-5 0,-1 1-4 0,-1 2-5 15,0 0-4-15,0 1-7 0,0 0-20 0,-1 2-20 0,-1-3-41 16,1 2-43-16,-1-1-52 0,1-2-48 0,-2 0-182 15,-1-1-397-15,0-2 176 0</inkml:trace>
  <inkml:trace contextRef="#ctx0" brushRef="#br0" timeOffset="-86827.38">18562 5852 84 0,'-1'-10'224'0,"0"1"-27"0,-1 1-18 0,2 8-20 15,-1-10-31-15,1 10-31 0,0 0-42 0,0 0-33 16,0 0-30-16,0 0-32 0,0 0-51 0,0 0-77 16,0 0-182-16,0 0 81 0</inkml:trace>
  <inkml:trace contextRef="#ctx0" brushRef="#br0" timeOffset="-83677.83">17260 5977 76 0,'0'0'199'0,"-3"-14"-13"0,2 6-6 0,0-1-9 0,-2 0-8 16,2 3-6-16,0-4-3 0,-1 1-24 0,2 1 3 16,0 8 1-16,-1-15-10 0,1 15 1 0,0-10-15 15,0 10-2-15,-1-6-20 0,1 6-9 16,0 0-13-16,0 0-10 0,0 0-9 0,0 0-8 0,0 0-1 16,0 0 3-16,0 0-10 0,0 29-5 0,0-10-4 15,0 6 0-15,0 2-2 0,-1 0 3 16,-1 1-5-16,2 1 3 0,0-4-6 0,0 1 5 0,0 0-11 15,0-6 4-15,0 0 0 0,2-2-2 0,-1-1-4 16,1-1 6-16,0-3-7 0,2-1 1 0,-1-1-9 16,1-2-20-16,3 2-25 0,-1-3-33 0,0 3-22 15,1-3-32-15,4-3-51 0,-2 1-44 0,-2-4-121 16,-1-1-380-16,-6-1 169 0</inkml:trace>
  <inkml:trace contextRef="#ctx0" brushRef="#br0" timeOffset="-83538.29">17218 6099 32 0,'9'-6'139'0,"2"4"-15"0,6-2-28 16,3 2-39-16,2-1-21 0,6 0-49 0,0 1-66 16,-6-1-85-16,7-1 38 0</inkml:trace>
  <inkml:trace contextRef="#ctx0" brushRef="#br0" timeOffset="-82936.91">17710 6313 27 0,'0'0'265'0,"0"0"-11"0,0 0-25 0,9-12-14 15,-9 12-14-15,4-12-5 0,-1 7-1 0,1-5-15 16,0 1-16-16,1-2-8 0,-1 0 8 0,0-1-18 15,0-4-13-15,2-3-10 0,-1-4-15 0,0-4-8 16,-1 2-5-16,0 8-10 0,-3-2-7 0,-1 2-9 16,0 0 0-16,0 0-5 0,0 5-7 0,-2 0-5 15,-1 3-8-15,-1-1-5 0,3 3-5 0,-2 0-8 16,0 0-4-16,3 7-3 0,-10-6-6 0,10 6 0 16,-12-3 5-16,12 3-9 0,-13 2-6 0,13-2-1 15,-13 6-6-15,7-3-4 0,2 1-7 0,4-4-4 16,-5 10 0-16,4-5 4 0,1-5-2 0,5 11-1 15,0-3 1-15,4 0 1 0,2-2 1 0,1-2 2 16,3 2-1-16,-2-1 1 0,4 0-2 0,-3-2 10 16,-3 3-6-16,1-4-1 0,-3 2 0 0,1 0-3 15,-1 3 3-15,-3 0 2 0,2 2-3 0,-2 1 1 16,-1-2 5-16,-2 3-3 0,1-1 7 0,0 2-3 16,-2-2 1-16,-1 2-1 0,2-1-1 0,-2-2 3 15,2 1 0-15,-2-2 2 0,2 0 0 0,-1-3-3 16,1 0 5-16,2 3 2 0,1-2 0 0,-1-1-1 15,4-1 2-15,4-2 3 0,1-1-1 0,4-1-1 0,-1-3-2 16,2 1-1-16,-1-3 4 0,1 2-3 16,0-4-2-16,-2 0 0 0,-1-1 0 0,-2 1 3 15,-3 0 1-15,0-2-7 0,-2 1 5 0,0-6-3 16,-1 4 0-16,-5-3 0 0,3 3-2 0,-5-3-1 16,0 0 3-16,-2 4-5 0,-2-2 2 0,1 2-2 0,-1 3 1 15,-1 0-3-15,4 6 3 0,-12-7-5 0,4 6 1 16,8 1 0-16,-22 7 3 0,9-1 3 15,-1 5-5-15,0 1-1 0,7-2-2 0,-3 5-11 16,2-1-14-16,3-2-19 0,2 4-11 0,2 0-20 0,3-5-32 16,2 1-35-16,4 0-23 0,5 0-22 0,1-2-21 15,0-1-129-15,-1-4-377 0,-2-2 167 0</inkml:trace>
  <inkml:trace contextRef="#ctx0" brushRef="#br0" timeOffset="-82624">18272 6121 127 0,'0'-11'160'0,"1"0"-14"16,2 1 3-16,-3 3 2 0,1-1-6 16,-1 8-9-16,4-10-22 0,-4 10-12 0,3-8-9 15,-3 8-9-15,0 0-12 0,0 0-6 0,0 0-7 0,0 0-8 16,15 14-5-16,-10-4-1 0,-1 2 0 0,1-2-9 16,0 6-2-16,-1-3-3 0,0-2-4 0,1 1-1 15,0-2-3-15,0 1 2 0,0-1-2 0,-1-4-3 16,-1-1 10-16,0 3 7 0,-3-8 14 15,7 8 21-15,-3-6 15 0,1 2 10 0,-5-4 3 0,0 0-6 16,0 0-7-16,14-6-2 0,-12 0-5 0,2 1-5 16,1-4-5-16,-2 0-2 0,2-1-11 0,0-6-5 15,3-1-9-15,-4-2 0 0,7-3-10 16,-6 3-11-16,3 2-18 0,-2 0-21 0,2 3-17 0,-2 3-23 16,-1 1-33-16,-1 5-32 0,0-4-38 0,0 5-27 15,1 2-21-15,-5 2-2 0,0 0-10 0,0 0-117 16,0 0-364-16,1 18 162 0</inkml:trace>
  <inkml:trace contextRef="#ctx0" brushRef="#br0" timeOffset="-81771.19">18506 6167 143 0,'0'0'172'0,"0"0"-9"0,0 0-16 0,17-10 0 16,-11 5-14-16,0-2-5 0,-1 2 2 0,1-3-1 15,-1 0-5-15,0 0-2 0,0 0-12 0,-1-1 1 16,0 2-10-16,-2-3-4 0,1 5 0 0,-2-5-16 15,0 3-3-15,-1 7-2 0,3-11-7 16,-3 11-10-16,-1-12-7 0,1 12-9 0,-6-8-5 0,6 8-3 16,-9-4-7-16,3 3-3 0,6 1-4 0,-18 5-5 15,8 0 1-15,-3 2-4 0,3 1 0 0,-3 4-1 16,3 0-5-16,-2 2 3 0,0 1-4 0,3 2 2 16,0-2-4-16,2 1-2 0,4-3 9 0,0-1-7 15,2-1 1-15,1-1-2 0,2 0 0 0,2-1-1 16,0-1 7-16,2 0 2 0,-2-1-8 0,4-2-2 15,2-2 2-15,-1-1 5 0,3 0-3 0,0-2 3 16,0 0-3-16,-2-3-2 0,3 1 2 0,-2-2-2 16,1-3 0-16,-3 2 3 0,0-3 0 0,1 0-2 15,1 0-2-15,-2-5-1 0,5-1-3 0,-3 2 1 16,-2-4 2-16,2 3 0 0,1-1-1 0,-2 2 3 16,-4 3 0-16,1 2-3 0,-4 1 1 0,1 2-1 15,-4 4-4-15,4-10-2 0,-4 10-4 0,5-2 1 16,-5 2-2-16,0 0 2 0,0 0 0 0,10 14 0 15,-8-4 1-15,-2 2 3 0,2-2 0 0,-3 4 4 16,2-3-1-16,-2 2-2 0,2-1 1 0,0-2 1 16,-1 2 1-16,3-4 0 0,0 2 2 0,-1-6 1 15,0 4 0-15,1-5 7 0,-3-3-3 0,16 4 1 16,-6-5-2-16,8-2-1 0,-3 1 1 0,4-2 2 0,-2-1-5 16,1-3 4-16,-3-1 0 0,0 0-3 15,0-2-1-15,-4 3 2 0,1-3 2 0,-1-4 1 16,-2 6-3-16,1-6-2 0,-3-1 0 0,2 3 4 15,-3 1-3-15,-1-4 0 0,-1 4-2 0,0-1-1 16,-2 2-2-16,0 1 2 0,-1 3-1 0,0 1 1 16,-1 6-4-16,2-11 0 0,-2 11-4 0,1-5 2 15,-1 5 1-15,0 0-5 0,0 0 2 0,0 0-1 16,-9 19 2-16,6-7 1 0,-1-1-2 0,0 4 6 16,-1 2 0-16,-1 1-2 0,4-1 1 0,-4 2 2 15,3-2-4-15,-1-1 3 0,2 0 2 0,0-3 1 0,-1-2 0 16,1 1-1-16,-3-2 0 0,3-2 3 15,-1-2-3-15,3-6 2 0,-2 11-2 0,2-11 1 16,0 8 0-16,0-8 0 0,-1 8-4 0,1-8 1 0,0 0 1 16,0 0-1-16,0 0-6 0,0 0-2 15,0 0-7-15,0 0-4 0,16-5-1 0,-8-2-1 16,1 1-2-16,1-1-3 0,1-1 2 0,0-5 3 16,3 1-2-16,-2-1 5 0,0 1 2 0,-1-1 0 15,-1-1 6-15,-4-1 2 0,2 5-1 0,-3-3 4 0,1 0-5 16,-2 3 3-16,-1-1 2 0,0 2 5 0,-2 1 2 15,1-1 2-15,-2 9 2 0,0-10 4 16,0 10-2-16,0 0-6 0,0 0 0 0,0 0-3 16,0 0 0-16,0 0 2 0,0 0 2 0,-22 15 1 15,14 1-1-15,-1-4 1 0,0 2 1 0,1 2 2 16,0 0 0-16,5-3-3 0,0 3-17 0,2-5-21 0,2 3-24 16,4-3-36-16,8 2-47 0,1-5-46 0,2 0-135 15,4-1-350-15,7-2 156 0</inkml:trace>
  <inkml:trace contextRef="#ctx0" brushRef="#br0" timeOffset="-81354.95">19284 5875 177 0,'-2'-9'261'0,"0"2"-27"15,2 7-22-15,-3-10-28 0,3 10-20 0,0 0-21 16,0 0-8-16,0 0-21 0,0 0-9 0,-3 32-11 15,3-16-6-15,1 11-7 0,1-3-3 0,0 2-8 16,-1 1-1-16,1 0-4 0,-2-1-6 0,2-6-5 16,0 5-1-16,0-8-7 0,-1-1 0 0,2-4-5 15,-2-2-6-15,2 0 3 0,-3-1 5 16,1-4 17-16,-1-5 15 0,1 10 10 0,-1-10 7 0,0 0-6 16,2 5-11-16,-2-5-2 0,0 0-11 15,0 0 2-15,0 0-13 0,0 0 0 0,0 0-7 0,-2-27-8 16,5 17-7-16,3 1-6 0,5-5-4 0,1-1 0 15,2 5-7-15,2-1-6 0,0 5 5 0,1 1 1 16,-4 1-5-16,6 0-6 0,-2 3-4 0,-4 1 6 16,-1 2-6-16,-2 1-3 0,0 0 1 0,-3 1 1 15,2 4-4-15,-3 3 2 0,1-3 2 0,-4 0 5 16,-1 0-1-16,-2-2-3 0,0 2 7 0,-4 0-1 16,-4 2-1-16,-2-1 1 0,4-3 3 0,-5 3-8 15,-5 0-1-15,0-4-11 0,4 0-19 0,0-1-27 16,-1-1-28-16,2-2-27 0,1 2-29 0,10-3-38 15,-18-1-33-15,18 1-33 0,-9-5-179 0,9 5-462 16,0 0 205-16</inkml:trace>
  <inkml:trace contextRef="#ctx0" brushRef="#br0" timeOffset="-81186.09">19643 6032 33 0,'7'-4'203'0,"-2"1"-8"15,-1 0-15-15,-4 3-25 0,7-3-15 0,-7 3-16 16,0 0-14-16,0 0-11 0,0 0-15 0,0 0-7 15,11 10-3-15,-13 2-5 0,2-3 5 16,0 4-11-16,-2 2-4 0,2 0-8 0,-4 2-3 16,4-6-3-16,-3 6-19 0,3-4-35 0,0-1-46 0,2-1-60 15,0-2-53-15,-2-3-93 0,0-6-282 0,4 12 125 16</inkml:trace>
  <inkml:trace contextRef="#ctx0" brushRef="#br0" timeOffset="-81032.02">19652 5906 183 0,'-3'-2'165'0,"3"2"-35"0,-10-4-38 16,10 4-32-16,0 0-35 0,-11 9-32 0,9-4-39 16,2-5-55-16,-2 13-108 0,2-13 48 0</inkml:trace>
  <inkml:trace contextRef="#ctx0" brushRef="#br0" timeOffset="-80422.86">19877 6021 218 0,'0'0'227'0,"0"0"-17"15,0 0-10-15,0 0-17 0,0 0-18 0,0 0-17 16,0 0-15-16,0 0-6 0,0 0-12 0,-25 6-14 16,13 1-5-16,2 0-8 0,0-1-7 0,-2 3-8 15,3-1-9-15,2 2-3 0,-2-1-4 0,2 1-8 16,3 1-2-16,-1-2-8 0,3-1-2 15,2 2-2-15,0-10 2 0,1 13-7 0,2-8-2 0,-3-5-5 16,7 8 0-16,-1-6-2 0,-6-2 2 0,12 0-5 16,-4 0 1-16,-8 0-2 0,18-5 1 0,-9 0 0 15,-2-2-4-15,1 3-1 0,0-3 3 0,-1 0-3 16,0 1-4-16,-1-4 1 0,3 1-2 0,-4-3-2 16,0 2 0-16,0 0-2 0,1-1 3 0,-3 1 1 15,1 1 4-15,0 1-7 0,-3 3-4 0,-1 5 2 16,4-10-2-16,-1 5-1 0,-3 5-8 0,2-6-2 15,-2 6-2-15,0 0-1 0,0 0 2 0,0 0 1 16,0 0 2-16,4 19 1 0,-5-9 3 0,1 0-1 16,0-1 3-16,0 0 5 0,1 1-7 0,-1-10-1 15,0 13 5-15,3-5 0 0,-1 0 3 0,2-5-1 16,0 4 4-16,2-5-1 0,-6-2 1 0,13 4 2 16,-3-5 1-16,3 1 1 0,-3-5 3 0,3 1-2 15,-3-2 3-15,1 2 0 0,-1-5 1 0,1 2-1 16,-3-2 0-16,2 2-3 0,-2-2 3 0,-2-2 2 15,3-3-1-15,-1 4-7 0,-1-3 5 0,-1 0-5 16,-1 6 3-16,0-2 4 0,-1 1-8 0,-3 2-5 16,3 0 4-16,-4 6-6 0,2-7-4 0,-2 7-3 15,0 0-2-15,0 0 6 0,0 0-5 0,0 0 0 16,-15 17 12-16,6-3-11 0,-1 0 0 0,-2-1 0 16,2 4 4-16,2-3-3 0,-3 4 6 0,3-1-4 15,2 0 2-15,-2-3-1 0,3 0 1 0,1-1-4 16,2-1 6-16,-1-2 0 0,1 3-1 0,0-4-3 15,1 1 3-15,0-1 1 0,1 1-1 0,0-3 2 16,-3 0 0-16,3-7 2 0,-2 12 2 0,-1-5-2 16,3-7 1-16,-6 10 8 0,2-5-7 0,4-5-12 15,-7 8-21-15,5-4-31 0,2-4-42 0,-7 4-60 16,7-4-51-16,0 0-208 0,0 0-454 0,0 0 201 16</inkml:trace>
  <inkml:trace contextRef="#ctx0" brushRef="#br0" timeOffset="-80142.93">20497 6057 152 0,'0'0'189'16,"0"0"-43"-16,0 0-62 0,0 0-61 0,0 0-42 15,0 0-78-15,-26-10-103 0,26 10 46 0</inkml:trace>
  <inkml:trace contextRef="#ctx0" brushRef="#br0" timeOffset="-69350.26">24962 4184 25 0,'0'0'55'0,"0"0"-3"0,0 0-9 0,0 0 2 16,0 0-18-16,0 0 2 0,0 0 5 0,0 0 0 16,0 0-4-16,0 0-2 0,0 0-6 0,0 0 7 15,0 0 1-15,0 0-4 0,0 0-3 0,0 0 2 16,0 0 6-16,0 0 2 0,0 0-1 0,0 0-2 15,0 0 2-15,0 0-1 0,0 0-1 0,0 0 0 16,0 0-2-16,0 0 3 0,0 0-7 0,0 0 5 16,0 0-5-16,0 0 3 0,0 0-13 0,0 0 2 15,0 0 2-15,0 0-4 0,0 0-6 0,0 0-5 16,0 0 5-16,-12-1 5 0,12 1 2 0,0 0-7 16,0 0 2-16,0 0 6 0,-8-2-10 0,8 2 5 15,0 0-2-15,0 0 7 0,0 0-7 0,0 0-1 16,-6-4 0-16,6 4-1 0,0 0-3 0,-11-2-1 15,11 2-5-15,0 0 13 0,0 0-1 0,0 0-10 16,0 0 7-16,-10 0 1 0,10 0-8 0,0 0 6 16,0 0 2-16,0 0-1 0,-8 3-4 0,8-3 1 15,0 0 2-15,0 0-3 0,0 0 7 0,0 0 2 16,-10 1-6-16,10-1-3 0,0 0 4 0,0 0-3 16,0 0 1-16,0 0 1 0,0 0-2 0,0 0 5 15,0 0-2-15,0 0-1 0,0 0 1 0,0 0-2 16,0 0 0-16,0 0-10 0,0 0 11 0,0 0 0 15,-9 2 6-15,9-2-1 0,0 0-5 0,0 0 4 16,0 0-3-16,0 0 1 0,0 0-6 0,-10 1 6 16,10-1-9-16,0 0 7 0,-10 1 0 0,10-1-9 15,0 0 15-15,-13-1-8 0,13 1 2 0,0 0 3 16,-11-1-5-16,11 1-3 0,0 0 5 0,-14 0-5 16,14 0 0-16,-9 1-1 0,9-1 7 0,-11 0-6 15,11 0 2-15,-12 1-11 0,4-1 8 0,8 0 0 16,-17 0 0-16,17 0 8 0,-10-1-6 0,1 1-2 15,9 0 4-15,-14 1 1 0,8 0 7 0,6-1-1 16,-11 0-9-16,11 0 9 0,0 0-2 0,-10 1 3 16,10-1-7-16,0 0 6 0,-11 0-3 0,11 0-1 15,-8 2 0-15,8-2 0 0,0 0-3 0,-13 0 3 16,13 0-4-16,0 0 7 0,-10 0-17 0,10 0 10 16,0 0 5-16,-13-2-2 0,13 2-4 0,-12 0-3 15,12 0 5-15,-13 0 0 0,5 2 2 0,-2-2-7 16,10 0 4-16,-16-2 3 0,5 2-4 0,11 0 1 15,-14 0-2-15,6-2 1 0,8 2 1 0,-12 0-2 16,12 0-5-16,-11 0 4 0,11 0 4 0,-9 0-4 16,9 0 4-16,0 0-1 0,-12 0 0 15,12 0-5-15,0 0 4 0,-8-1-2 0,8 1 1 0,0 0 1 16,0 0-5-16,-9 1 9 0,9-1 5 0,0 0-8 16,0 0 5-16,0 0-1 0,0 0-5 0,0 0 6 15,0 0 2-15,0 0-3 0,0 0 2 0,0 0-4 16,0 0 3-16,0 0-4 0,0 0-2 0,0 0-5 15,0 0 4-15,0 0 7 0,0 0-11 0,0 0 7 16,0 0-11-16,0 0 9 0,0 0-4 0,0 0 5 16,0 0-3-16,0 0-6 0,0 0 11 0,0 0-4 15,28 4-1-15,-18-2 2 0,1-2 2 0,1 0 1 16,0 2-6-16,1-1 4 0,1-1 1 16,2 0-4-16,-2 0-1 0,-1 1 2 0,5-1-4 0,3 0 5 15,-5 2 3-15,-1-2-1 0,2-2-5 0,-2 2 2 16,-2 0-4-16,-3 0 3 0,4-1 4 0,0 1-4 15,-2 1 2-15,-2-2-2 0,2 1 9 0,-1 0-9 16,2 0 2-16,-2 0-8 0,1 0 10 0,-4-1-1 16,-8 1-1-16,17-2 1 0,-10 2-6 15,1 0 6-15,-8 0-2 0,16-2 0 0,-6 0-3 16,2 1 6-16,-2-1-5 0,0 2 4 0,1-1-2 16,-1-1 1-16,-3 1 9 0,3 0-8 0,-10 1-3 0,17 0 0 15,-10 0-2-15,-7 0 1 0,15-2 1 0,-8 1 2 16,-7 1-9-16,14-1 5 0,-7 0 1 0,-7 1 1 15,13 0 3-15,-13 0-1 0,13-1 3 0,-4 1-2 16,-9 0 3-16,12-1-2 0,-4 0 2 0,-8 1-2 16,14-2 5-16,-5 1-7 0,-9 1 4 0,13 0-1 15,-4 0-7-15,-2-2 9 0,1 2-4 0,2-2 4 16,1 2 1-16,0-3-1 0,-1 1-2 0,-1 1 6 16,0 1-11-16,-9 0 2 0,18-1-4 0,-10 1 7 15,-1-2 1-15,-7 2-2 0,16-3 0 16,-10 1-3-16,1 1 6 0,-7 1 0 0,12-2-7 15,-4 0-3-15,-8 2 6 0,12-2 1 0,-12 2-1 0,12-1-3 16,-4-1 3-16,-8 2 4 0,9 0-5 0,-9 0 1 16,10-1 2-16,-10 1-1 0,10-1 1 0,-10 1 2 15,9-2-3-15,-9 2 2 0,8-1 0 0,-8 1-1 16,10-2-1-16,-10 2-1 0,11 0-6 16,-6-3 10-16,-5 3-3 0,10-1 0 0,-10 1 1 15,0 0-4-15,13-2 2 0,-13 2 0 0,8-1-2 0,-8 1 5 16,9 0-1-16,-9 0-4 0,9-1 4 0,-9 1 5 15,0 0-8-15,12-2-2 0,-12 2 3 0,11-1 5 16,-11 1-3-16,9-3 6 0,-9 3 1 16,11 0-5-16,-11 0-4 0,12-2 1 0,-12 2 3 15,11-1-4-15,-11 1 4 0,10 0-3 0,-10 0 5 16,8-2-6-16,-8 2 5 0,7-1 3 0,-7 1-5 0,8-2 3 16,-8 2-4-16,8-2 3 0,-8 2-4 0,10-2 1 15,-10 2 1-15,7-3-2 0,-7 3 0 0,8-2 3 16,-8 2-2-16,10-2 2 0,-10 2-1 15,13 0-3-15,-13 0 0 0,11-3 0 0,-4 3 3 16,-7 0-1-16,10-2 1 0,-10 2-4 0,12 0 4 16,-5-1-4-16,-7 1 0 0,12-3 5 0,-6 2-1 0,-6 1-6 15,12-1 3-15,-5-1 0 0,-7 2-6 16,13 0 6-16,-7-2 1 0,-6 2 1 0,12 0 0 16,-12 0 23-16,13-1-5 0,-13 1 1 0,11 0-6 15,-11 0 1-15,12 0-4 0,-12 0 2 0,11 0 0 16,-4-1-5-16,-7 1 6 0,13 0-6 0,-13 0-4 15,11 0 1-15,-11 0 2 0,12 0 3 0,-12 0-5 0,15 0 2 16,-15 0-2-16,9 0 1 0,-9 0 4 0,12-2-2 16,-12 2 3-16,11-1 0 0,-11 1 0 15,10-2-2-15,-10 2-1 0,11 0 4 0,-11 0-4 16,8-1-2-16,-8 1 0 0,9-2 1 0,-9 2-2 16,10-2 2-16,-10 2-1 0,12 0-1 0,-12 0-3 15,11-1 0-15,-11 1-1 0,8 0 1 0,-8 0-2 16,9-2 3-16,-9 2-1 0,0 0-2 0,10-2 0 15,-10 2 2-15,0 0 0 0,7 0 2 0,-7 0-2 16,0 0 3-16,10-3 2 0,-10 3 0 0,0 0 0 16,10-1 2-16,-10 1-3 0,0 0 0 0,9-3 0 15,-9 3 3-15,0 0-2 0,10 0-1 0,-10 0 1 16,0 0-2-16,0 0-1 0,11 0-2 0,-11 0 1 16,0 0-2-16,8-3 0 0,-8 3 4 0,0 0-3 15,8-4 0-15,-8 4 0 0,0 0-1 0,9 0 0 16,-9 0-2-16,0 0 4 0,10-1 0 0,-10 1-2 15,0 0 1-15,10-1-2 0,-10 1-4 0,5-3 5 16,-5 3-6-16,0 0 6 0,0 0-1 0,11-1 3 16,-11 1-2-16,0 0-5 0,0 0 1 0,8-3 4 15,-8 3-5-15,0 0 0 0,0 0 2 0,0 0-1 16,0 0 2-16,0 0-3 0,10 0 1 0,-10 0 0 16,0 0-2-16,0 0 6 0,0 0-5 0,0 0 4 15,0 0-4-15,0 0 4 0,0 0 0 0,0 0 0 16,0 0 0-16,0 0 1 0,0 0-2 0,0 0 4 15,0 0-3-15,0 0 4 0,0 0 2 0,0 0 0 16,0 0-2-16,0 0 1 0,0 0 3 0,0 0-1 16,0 0 0-16,0 0 3 0,0 0-3 0,0 0 3 15,0 0-2-15,0 0 4 0,0 0-2 16,0 0-3-16,0 0-1 0,0 0-1 0,0 0 1 0,0 0 2 16,0 0-2-16,0 0 1 0,0 0 2 0,0 0-9 15,0 0 10-15,0 0-5 0,0 0 2 0,0 0-3 16,0 0 1-16,0 0 2 0,0 0-14 15,0 0 12-15,0 0 1 0,0 0-2 0,0 0 0 0,0 0 0 16,0 0-1-16,0 0-1 0,0 0 0 16,0 0 5-16,0 0-6 0,0 0 3 0,0 0 1 0,0 0-5 15,0 0-7-15,0 0 11 0,0 0-4 0,0 0 1 16,0 0 4-16,0 0 0 0,0 0-7 0,0 0 2 16,0 0-1-16,0 0 1 0,0 0-2 0,0 0 4 15,0 0-5-15,0 0 6 0,0 0-17 0,0 0 15 16,0 0-2-16,0 0-2 0,0 0-9 15,0 0 15-15,0 0-7 0,0 0 3 0,0 0-3 16,0 0-2-16,0 0 3 0,0 0 0 0,0 0-1 0,0 0 1 16,0 0 0-16,0 0 0 0,0 0-2 0,0 0 2 15,0 0-1-15,0 0 0 0,0 0-3 0,0 0-2 16,0 0 4-16,0 0 0 0,0 0-3 16,0 0 2-16,0 0 0 0,0 0 1 0,0 0-1 15,0 0 2-15,0 0 1 0,0 0-2 0,0 0 1 16,0 0-14-16,0 0 14 0,0 0 1 0,0 0 5 15,0 0-3-15,0 0 3 0,0 0-3 0,0 0-3 0,0 0 2 16,0 0-2-16,0 0 3 0,0 0-1 16,0 0-2-16,0 0 3 0,0 0-7 0,0 0 4 15,0 0 1-15,0 0 0 0,0 0 0 0,0 0-4 16,0 0 7-16,0 0-6 0,0 0 1 0,0 0-2 16,0 0 6-16,0 0-3 0,0 0-8 0,0 0 7 15,0 0 3-15,0 0 0 0,0 0-1 0,0 0 0 16,0 0-1-16,0 0 3 0,0 0-3 0,0 0-1 15,0 0 4-15,0 0-2 0,0 0 3 0,0 0 3 16,0 0-6-16,0 0 1 0,0 0-5 0,0 0 4 16,0 0 4-16,0 0-5 0,0 0-1 0,0 0 0 15,0 0 3-15,0 0-4 0,0 0 2 0,0 0 1 16,0 0-3-16,0 0 0 0,0 0 4 16,0 0-1-16,0 0 2 0,0 0-4 0,0 0 4 0,0 0-14 15,0 0 16-15,0 0-5 0,0 0-1 0,0 0 0 16,0 0 1-16,0 0 0 0,0 0 0 0,0 0-2 15,0 0 1-15,0 0 0 0,0 0 0 0,0 0 0 16,0 0 1-16,0 0-2 0,0 0 3 0,0 0-3 16,0 0-3-16,0 0 6 0,0 0-5 0,0 0 1 15,0 0-5-15,0 0 2 0,0 0-2 0,0 0 3 16,0 0-3-16,0 0 3 0,0 0-5 0,0 0 0 16,0 0-5-16,0 0 0 0,0 0-7 0,0 0 10 15,0 0-6-15,0 0 0 0,0 0 1 0,0 0-3 16,0 0 0-16,0 0-3 0,0 0 3 0,0 0-2 15,0 0-1-15,0 0 0 0,0 0 1 0,0 0 3 16,0 0 0-16,0 0-2 0,0 0 2 0,0 0-1 16,0 0-1-16,0 0-1 0,0 0 0 0,0 0 2 15,0 0-1-15,0 0-2 0,0 0 3 0,0 0-1 16,0 0 0-16,0 0-2 0,0 0 3 0,0 0 1 16,0 0-1-16,0 0 1 0,0 0 1 0,0 0-1 15,0 0 2-15,0 0 3 0,0 0-5 0,0 0 4 16,0 0-1-16,0 0 1 0,0 0-5 0,0 0 5 15,0 0 1-15,0 0-2 0,0 0 2 16,0 0 0-16,0 0-2 0,0 0 4 0,0 0-2 0,0 0 0 16,0 0 2-16,0 0 1 0,0 0 0 0,0 0 2 15,0 0 3-15,0 0-2 0,0 0 3 0,0 0-3 16,0 0 4-16,0 0 0 0,0 0 0 0,0 0 7 16,0 0-6-16,0 0 0 0,0 0-2 0,0 0 8 15,0 0-8-15,0 0 3 0,0 0-2 16,0 0 2-16,0 0 0 0,0 0-1 0,0 0 1 15,0 0 2-15,0 0 0 0,0 0-1 0,0 0 3 0,0 0-2 16,0 0-3-16,0 0 1 0,0 0 3 0,0 0-3 16,0 0-5-16,0 0 0 0,0 0 0 15,0 0 0-15,0 0 4 0,0 0-1 0,0 0 5 0,0 0-13 16,0 0 1-16,0 0-3 0,0 0-3 16,0 0 3-16,0 0-5 0,-17 13 1 0,17-13 3 15,0 0-3-15,0 0 4 0,0 0-2 0,0 0-2 16,0 0 0-16,0 0 4 0,0 0-5 0,0 0 5 0,0 0-1 15,0 0-1-15,0 0 4 0,0 0 1 16,0 0-3-16,0 0 3 0,0 0 7 0,0 0-3 16,-4 4-5-16,4-4 4 0,0 0 4 0,0 0-4 15,0 0 2-15,0 0 0 0,0 0 4 0,0 0-5 16,0 0 9-16,0 0-5 0,0 0-1 0,0 0-1 16,0 0 5-16,0 0-3 0,0 0-1 0,0 0 5 15,0 0-3-15,0 0-3 0,0 0-1 0,0 0 4 0,0 0 4 16,0 0-4-16,0 0 1 0,0 0-2 15,0 0-2-15,0 0 5 0,0 0 0 0,0 0-3 16,0 0 3-16,0 0 3 0,0 0-1 0,0 0-2 16,0 0-1-16,0 0-5 0,0 0 8 0,0 0 0 15,0 0-1-15,0 0-3 0,0 0 7 0,0 0-3 16,0 0-4-16,0 0-1 0,0 0-1 0,0 0 2 16,0 0-4-16,0 0 2 0,0 0-6 0,0 0-3 0,0 0-2 15,0 0-10-15,0 0-4 0,0 0-14 16,0 0-9-16,0 0-19 0,0 0-13 0,0 0-1 15,0 0-11-15,0 0-7 0,0 0-18 0,0 0-99 16,-9 4-237-16,9-4 105 0</inkml:trace>
  <inkml:trace contextRef="#ctx0" brushRef="#br0" timeOffset="-64233.96">25871 4091 2 0,'1'-8'14'0,"-1"8"0"0,0 0 2 16,0 0 1-16,0 0-3 0,0 0-1 0,0 0-2 16,0 0-2-16,0 0-1 0,0 0 1 0,0 0-1 15,0 0-3-15,0 0 3 0,0 0-7 0,0 0 7 16,0 0-10-16,0 0 5 0,0 0 8 0,0 0-3 16,0 0-6-16,0 0 0 0,0 0 3 0,0 0 0 15,0 0-2-15,0 0-2 0,0 0 3 0,0 0-6 16,-22-1 3-16,22 1 3 0,0 0-2 0,-9-1-1 15,9 1 5-15,0 0 2 0,-11 0 0 0,11 0-2 16,0 0 0-16,-14 1 2 0,14-1 6 0,-6 1-2 16,6-1 1-16,0 0 2 0,0 0-1 0,-11-2-3 15,11 2 2-15,0 0 3 0,0 0-8 0,0 0 6 16,-12-2 2-16,12 2-5 0,0 0-1 0,0 0-2 16,0 0 10-16,0 0 0 0,0 0-1 0,0 0-1 15,0 0-2-15,0 0 5 0,0 0-6 16,0 0 4-16,-7-1 5 0,7 1-8 0,0 0 5 0,0 0-9 15,0 0 7-15,0 0 0 0,0 0-12 0,0 0 4 16,0 0-1-16,0 0 3 0,0 0-5 0,0 0 2 16,0 0-7-16,29 1 7 0,-29-1 5 0,9 2-9 15,-9-2 3-15,10 0 0 0,-4 1 2 16,-6-1-7-16,9 1 6 0,-9-1-7 0,9 0 6 16,-9 0 0-16,14 0-3 0,-14 0 0 0,9-1 2 0,-9 1 0 15,11-3 5-15,-11 3-7 0,11 2 0 0,-11-2 4 16,11 0-2-16,-11 0-1 0,14 0-2 0,-14 0 2 15,11 0 3-15,-11 0 1 0,11-2 1 16,-11 2 0-16,12 2-5 0,-12-2 2 0,11 0 3 0,-11 0-2 16,14-3 0-16,-8 3 3 0,-6 0 1 15,9-2 13-15,-9 2-24 0,14-1 0 0,-7 0 7 16,-7 1-8-16,11-1 6 0,-11 1 3 0,13-2-5 0,-13 2 3 16,11 0-7-16,-6-2 10 0,-5 2-6 15,8 0 5-15,-8 0-3 0,0 0 7 0,16-3-13 0,-11 1 5 16,-5 2 2-16,0 0 0 0,16-1-3 15,-16 1 16-15,11-1-19 0,-11 1 0 0,9-3 2 16,-9 3-2-16,0 0 1 0,10 1-1 0,-10-1 5 16,0 0 1-16,0 0-2 0,15 0 1 0,-15 0-6 15,0 0 10-15,0 0-2 0,16-1 1 0,-16 1-2 16,0 0-7-16,11 0 6 0,-11 0-2 0,0 0 2 16,0 0 3-16,13-3-2 0,-13 3 0 0,0 0 1 15,9-3-3-15,-9 3-1 0,0 0-1 0,0 0 5 16,14 2-4-16,-14-2-7 0,0 0 12 0,0 0 1 15,0 0-3-15,16 0-7 0,-16 0 10 0,0 0 1 0,15-3-8 16,-15 3-2-16,11-1 9 0,-11 1-11 16,0 0 5-16,14-1-4 0,-14 1 3 0,0 0-2 15,13-1 4-15,-13 1-6 0,12-2 7 0,-12 2-7 16,8 0-2-16,-8 0 5 0,9-1 3 0,-9 1 10 16,0 0-10-16,16 0-7 0,-9 0 4 0,-7 0-1 15,8-1-2-15,-8 1 0 0,10-3 8 0,-10 3 1 0,0 0 1 16,11 1 2-16,-11-1 5 0,0 0-2 15,11 0-4-15,-11 0 2 0,0 0-1 0,6-1 1 16,-6 1 3-16,0 0 8 0,0 0-9 0,0 0 5 16,10-2-5-16,-10 2 0 0,0 0 2 0,0 0-3 15,0 0 4-15,0 0-2 0,0 0-1 0,9-1-1 16,-9 1 1-16,0 0-4 0,0 0 4 0,0 0-6 0,0 0-1 16,0 0-1-16,11-1-1 0,-11 1 1 15,0 0 4-15,0 0-2 0,12 0-3 0,-12 0 2 16,0 0-9-16,8-1 5 0,-8 1-4 0,0 0 0 15,0 0 9-15,0 0-5 0,9-2 3 0,-9 2-4 16,0 0 6-16,0 0 0 0,0 0 1 0,0 0-5 16,10-1 6-16,-10 1-1 0,0 0-2 0,0 0-4 15,0 0 2-15,0 0 7 0,6-4 0 0,-6 4 0 16,0 0-3-16,0 0 4 0,0 0 0 0,0 0-2 16,0 0 1-16,0 0 0 0,0 0-3 0,0 0 3 15,0 0-1-15,9 0 0 0,-9 0-1 0,0 0-1 16,0 0 5-16,0 0-7 0,0 0 9 0,0 0-2 15,0 0 0-15,0 0-1 0,0 0 2 0,0 0 5 16,0 0-4-16,0 0-4 0,0 0 6 0,0 0-1 16,0 0-2-16,0 0 4 0,0 0-3 0,0 0-1 15,0 0-1-15,0 0-2 0,0 0-2 0,0 0-3 16,0 0 0-16,0 0-2 0,0 0 1 0,0 0 2 16,0 0-1-16,0 0-1 0,0 0 3 0,0 0-1 15,0 0-3-15,0 0 2 0,0 0 0 0,0 0 1 16,0 0 4-16,0 0-5 0,0 0-3 0,0 0 0 15,0 0-1-15,0 0 0 0,0 0 0 0,0 0-2 16,0 0-2-16,0 0 2 0,0 0 0 0,-23-9-3 16,23 9 1-16,0 0 1 0,-11 0 1 0,11 0-2 15,0 0 2-15,-11-1-1 0,11 1 1 0,-11 0-5 16,11 0 5-16,-7-3-3 0,7 3 0 0,0 0 2 16,-11 0-3-16,11 0 3 0,0 0-4 0,-12 0 1 15,12 0-2-15,0 0 0 0,-8 1-4 0,8-1-1 16,-9 2-1-16,9-2-4 0,0 0 7 0,-9 1-4 15,9-1 0-15,-10 2 4 0,10-2-4 0,0 0-1 16,-8 1 3-16,8-1-4 0,0 0 2 0,-9 1-2 16,9-1 1-16,0 0 1 0,-10 2-4 0,10-2 6 15,-6 3-1-15,6-3 2 0,0 0 0 0,-7 2-1 16,7-2 4-16,0 0-2 0,0 0 2 0,-11 0-4 16,11 0 5-16,0 0-5 0,0 0 4 0,-13 2 4 15,13-2-5-15,0 0-3 0,-9 1 0 0,9-1-1 16,0 0-2-16,-9 0 4 0,9 0-2 0,0 0-3 15,-12 3 6-15,12-3-1 0,-10 1 1 0,10-1-1 16,-5 2 0-16,5-2-3 0,0 0 5 0,-12 0-8 16,12 0 1-16,0 0-2 0,-11-1 1 0,11 1 1 15,0 0-7-15,-13 0-2 0,13 0 0 0,-11 1 0 16,11-1 2-16,-9 4 8 0,9-4-3 0,-7 0-4 16,7 0 8-16,-12 0 0 0,12 0 4 15,0 0-8-15,-10 0 2 0,10 0 6 0,0 0-3 0,-13-2 0 16,13 2-4-16,-10 0 3 0,10 0-2 0,0 0-1 15,-13 2 2-15,13-2 1 0,0 0 10 0,-12-2-9 16,12 2-3-16,0 0 6 0,-9 2 0 0,9-2 10 16,0 0-8-16,-9 0 2 0,9 0 0 0,0 0 0 15,0 0-1-15,-6 2-3 0,6-2 8 0,0 0-10 16,0 0 9-16,0 0-1 0,0 0 9 0,0 0-8 16,0 0-3-16,0 0 2 0,0 0 4 0,0 0-4 15,0 0-1-15,0 0 5 0,0 0-2 0,0 0 6 16,0 0 8-16,0 0-14 0,0 0 0 0,0 0-2 15,0 0 1-15,0 0-2 0,0 0 5 0,0 0-4 16,0 0 4-16,0 0-1 0,0 0-6 0,0 0 4 16,0 0 0-16,0 0 0 0,0 0-2 0,0 0 1 15,0 0 1-15,0 0 4 0,29-5-1 0,-29 5 4 16,9-1-4-16,-9 1 4 0,11 0-1 0,-11 0-6 16,0 0 3-16,12-1 4 0,-12 1-9 0,10-2 6 15,-10 2 1-15,9 0-3 0,-9 0 2 16,12 0 1-16,-12 0 0 0,9 0-2 0,-9 0 1 0,0 0-2 15,13-3 5-15,-13 3-3 0,0 0 2 0,16 0-7 16,-16 0 3-16,0 0 2 0,13 0 1 0,-13 0-7 16,0 0 3-16,16-1-3 0,-16 1 1 0,11 0 3 15,-11 0-3-15,16-1 5 0,-16 1-3 16,13 0-3-16,-8-1 5 0,-5 1-3 0,12-2 8 16,-4 2-11-16,-8 0 12 0,9 0-4 0,-9 0 5 0,12 0-6 15,-12 0 2-15,11-3 6 0,-5 3-3 0,-6 0 3 16,0 0-4-16,16 0-2 0,-16 0 8 0,11-2-12 15,-11 2 5-15,9 0-6 0,-9 0 1 0,0 0 3 16,14 0 6-16,-14 0-9 0,9 2 3 0,-9-2-6 16,9 0 8-16,-9 0-3 0,13 0-1 15,-13 0 1-15,9-2 2 0,-9 2-4 0,9 0-2 0,-9 0 5 16,0 0 2-16,14 0-6 0,-14 0 5 0,8-1-11 16,-8 1 12-16,7-1-3 0,-7 1 2 15,0 0 0-15,0 0 5 0,12-2-5 0,-12 2 7 16,6-1-5-16,-6 1 3 0,0 0-2 0,11 0 3 15,-11 0-6-15,0 0-2 0,10-3 6 0,-10 3-1 16,0 0-1-16,0 0 3 0,6-1-1 0,-6 1 1 0,0 0-5 16,0 0 1-16,0 0-2 0,0 0 0 15,0 0 0-15,9 0 0 0,-9 0-4 0,0 0 3 16,0 0-5-16,0 0 3 0,0 0 5 0,0 0-5 16,0 0 1-16,0 0 1 0,0 0-4 0,0 0 6 15,0 0-1-15,0 0 3 0,0 0-3 0,0 0 2 16,9 1 3-16,-9-1 7 0,0 0-1 0,0 0-1 0,0 0 2 15,0 0-2-15,0 0-3 0,0 0-1 0,0 0 3 16,0 0-1-16,0 0-4 0,0 0-1 16,0 0 1-16,0 0 5 0,0 0-6 0,0 0 5 15,0 0-3-15,0 0 2 0,0 0 1 0,0 0-1 16,0 0 4-16,0 0 1 0,0 0-6 0,0 0 6 16,0 0 1-16,0 0 1 0,0 0 1 0,0 0 2 15,0 0-4-15,0 0 3 0,0 0-3 0,0 0 2 0,0 0-3 16,0 0-1-16,0 0-1 0,0 0 1 15,0 0 1-15,0 0 1 0,0 0-2 0,0 0 0 16,0 0-3-16,0 0-1 0,0 0 2 0,0 0 0 16,0 0-3-16,0 0-3 0,0 0 4 0,0 0-4 15,0 0-2-15,0 0 3 0,0 0-3 0,0 0 2 0,0 0-3 16,0 0 3-16,0 0-3 0,0 0-2 16,0 0 0-16,0 0 1 0,0 0 0 0,0 0-2 15,0 0 4-15,0 0-4 0,0 0 0 0,0 0-1 16,0 0 1-16,0 0-2 0,0 0 1 0,0 0-3 15,0 0 3-15,0 0 0 0,0 0 1 0,0 0-1 0,0 0 2 16,0 0 0-16,0 0-4 0,0 0 5 16,0 0-3-16,0 0-3 0,0 0-4 0,0 0-6 15,0 0-5-15,0 0-4 0,0 0-12 0,0 0-2 16,0 0-12-16,0 0-2 0,0 0-6 0,0 0-1 16,0 0-8-16,0 0-5 0,0 0 0 0,0 0-6 15,0 0 8-15,0 0-5 0,0 0-1 0,0 0-7 0,0 0-12 16,0 0-7-16,-22 6-4 0,22-6-8 15,0 0-3-15,-10 1-64 0,10-1-194 0,-8 3 87 16</inkml:trace>
  <inkml:trace contextRef="#ctx0" brushRef="#br0" timeOffset="-39572.49">11627 8443 42 0,'0'0'163'0,"0"0"-15"0,0 0-16 16,0 0-9-16,0-7-5 0,0 7-4 15,0 0-10-15,0 0-4 0,0 0-8 0,0 0-9 0,0 0-2 16,0 0-10-16,0 0-11 0,0 0-5 0,0 0-9 16,0 0-2-16,0 0-7 0,0 0-6 0,0 0-5 15,0 0 1-15,0 0-2 0,0 0-4 0,0 0-2 16,0 0-1-16,17 14-3 0,-13-10-3 0,-1 3 0 16,0-1 1-16,1 0-5 0,-1-2-1 0,1 2 2 15,0-1-2-15,0 0-4 0,-2 1 3 0,-2-6 2 16,6 11-5-16,-3-8 3 0,-3-3 0 0,7 9-7 15,-5-4 6-15,-2-5 2 0,5 11-4 0,-2-6-3 16,-1 1 5-16,0 0-2 0,-1 3-3 0,2-2 0 16,-1 4 0-16,0-1 1 0,0 1 4 0,2-3-5 15,0 4 2-15,1 4-2 0,-4-6 0 0,2-1-2 16,-1 4 1-16,2-3 7 0,0-1-6 0,-2 1 2 16,6-1 0-16,-6 0-1 0,2 1-4 0,-1-3 4 15,1-3 3-15,-4-4-2 0,2 10 2 0,-2-10-1 16,4 6 1-16,-1-2 17 0,-3-4-4 0,0 0 14 15,0 0 6-15,5 5 12 0,-5-5 0 0,0 0-5 16,0 0-1-16,0 0 1 0,11-13-2 0,-7 7-2 16,1-3 1-16,-1-1 2 0,1 1-6 0,4-7-3 0,-2 1-5 15,0-2-1-15,1 2-1 0,3-8 0 0,0-2-3 16,-2 9-2-16,3-7-3 0,-5 7 5 16,1 1-7-16,0 0 6 0,0 1-4 0,-3 2 0 15,-1 0-4-15,0 3 3 0,1 2-4 0,0-3 3 0,-4 4-10 16,2 0 2-16,2 1-4 0,-5 5 0 0,0 0-10 15,3-9-11-15,-3 9-17 0,2-6-15 16,-2 6-14-16,0 0-7 0,0 0-27 0,0 0-21 16,10 11-24-16,-7-5-23 0,2 1-15 0,-3 2-148 0,2 1-354 15,0-1 158-15</inkml:trace>
  <inkml:trace contextRef="#ctx0" brushRef="#br0" timeOffset="-39282.96">12144 8631 39 0,'0'0'174'16,"0"0"-6"-16,-14-3-5 0,14 3-1 0,-10 0-12 16,10 0-8-16,-11 1-11 0,11-1-10 0,-11 6-11 15,4-4-8-15,0 3-8 0,-2 0-5 0,2 6-9 16,-1-4-8-16,-4 7-5 0,2-1-7 0,1 1-5 15,-1 1-4-15,1-1-12 0,3 0 3 0,-1 1-6 16,2-1-3-16,3-2-3 0,-1-2-2 0,2 0-3 16,2-2 0-16,-1 2-5 0,3-3 2 0,1 1-4 15,2-1 0-15,-1-2-8 0,3 1-13 0,0 0-28 16,4-2-28-16,-3-1-34 0,3 0-29 0,0-3-32 16,1 1-165-16,0 0-347 0,-2-2 154 0</inkml:trace>
  <inkml:trace contextRef="#ctx0" brushRef="#br0" timeOffset="-38689.96">12345 8682 126 0,'0'0'197'0,"0"0"-22"15,0 0-18-15,0 0-12 0,0 0-11 0,0 0-10 16,0 0-11-16,-8 31-5 0,7-21-8 0,-2 2-6 0,1-1-11 15,2 0-6-15,-3 0-6 0,2-1-14 0,1 2 2 16,0-2-7-16,-1 0-1 0,2-1-6 16,-2 1-4-16,1 0-6 0,0-10 1 0,1 10-5 15,-1-4-9-15,0-6 3 0,0 10-4 0,0-10 0 0,1 8 0 16,-1-8-2-16,0 0 0 0,3 8-3 16,-3-8 5-16,0 0-5 0,0 0 5 0,0 0-5 0,0 0 2 15,0 0-6-15,0 0 2 0,0 0-4 0,0 0 3 16,0 0 1-16,-4-33 2 0,2 24-1 0,1-4-1 15,-1 2 0-15,2-5 4 0,0-1 1 0,0 2-6 16,0-1-1-16,4 0 1 0,-3 5-3 0,3 0 5 16,1-1-3-16,-2 3 1 0,3 0-3 15,-1 3-1-15,3 0-3 0,1 0 1 0,-2 1-3 0,6 3 2 16,-6 0-2-16,4 2 0 0,1-1 1 0,-4 2-3 16,2 1 0-16,-2 4 2 0,-1 1-4 0,-1-1 6 15,4 2-4-15,-6 0 1 0,1 0-2 0,-1 4 1 16,-2-3-3-16,-1 1 5 0,-1-3-1 15,-1 5 5-15,-1-3-5 0,-2 2 0 0,2-1 1 0,-3-3 1 16,1 0-2-16,2 1 0 0,0-2-4 0,2-6 0 16,-8 9-9-16,8-9-4 0,-4 8-6 0,4-8-6 15,-2 7 3-15,2-7 4 0,0 0 0 0,0 9 2 16,0-9 0-16,0 0 0 0,6 7 3 0,-6-7-3 16,8 4 7-16,-4-2-2 0,-4-2 4 0,9 6-4 15,-9-6 1-15,2 7 2 0,2-2-4 0,-4-5 2 16,0 9 8-16,0-9 0 0,-4 11-1 0,2-4 0 15,-5 1 3-15,3 0-2 0,-6-1 0 0,1-1 0 16,1 2-11-16,1-3-1 0,-4 0-9 0,4 2-25 16,-1-3-20-16,0-1-19 0,3-1-33 0,5-2-38 15,-12 1-152-15,12-1-336 0,0 0 149 0</inkml:trace>
  <inkml:trace contextRef="#ctx0" brushRef="#br0" timeOffset="-38526.75">12709 8788 53 0,'7'-1'106'0,"-7"1"-13"0,0 0-10 0,13 3-25 16,-13-3-15-16,4 3-18 0,-4-3-24 0,0 0-17 16,0 0-10-16,0 0-10 0,-9 17-28 0,9-17-70 0,-8 8 31 15</inkml:trace>
  <inkml:trace contextRef="#ctx0" brushRef="#br0" timeOffset="-38400.08">12705 8831 213 0,'-6'6'4'16,"0"0"12"-16,-1-1 7 0,-1 2 13 0,8-7 12 15,-10 12 15-15,1-8-10 0,9-4 10 0,-10 10 9 16,7-6-1-16,-4 0-4 0,4-1 3 0,3-3 0 16,-6 5-2-16,6-5 2 0,0 0-5 0,0 0 5 0,0 0-4 15,0 0 1-15,18 9-5 0,-11-9-6 16,6-2-8-16,5 1-3 0,-2-1-26 0,2 0-44 16,3-1-44-16,0-1-60 0,-3-1-85 0,3 1-231 15,-4-1 101-15</inkml:trace>
  <inkml:trace contextRef="#ctx0" brushRef="#br0" timeOffset="-36404.24">14517 7906 49 0,'0'0'168'0,"-1"-9"-14"16,1 9-12-16,0 0-14 0,0 0-9 0,1-7-17 15,-1 7-9-15,0 0-9 0,0 0-3 0,0 0-4 16,0 24-2-16,0-13-6 0,0 1-4 0,0 2-5 15,0 3-8-15,0-4-2 0,-1 2-2 0,-1-1-4 16,2 0-5-16,0-1-4 0,0-3-4 0,-2 1 0 16,2-2-3-16,0 1-11 0,0-10 1 0,0 10 5 0,0-10-4 15,0 9 0-15,0-9 3 0,0 0-4 0,2 10 0 16,-2-10 2-16,0 0-5 0,0 0 2 16,0 0-3-16,0 0 0 0,17-5-6 0,-6 0-1 15,0-1 5-15,6-2-3 0,2 0 0 0,1 1-4 0,0 1 5 16,0 1-4-16,-4 0-1 0,2 1-3 15,-5-1 4-15,1 4-3 0,0-2 4 0,-1 0-5 0,0 3 3 16,-1-3-1-16,-1 0 0 0,0 1 2 16,0-1 0-16,0 2 0 0,-4 0 1 0,-7 1 8 15,11-2 7-15,-11 2 3 0,10-5 4 0,-6 3 6 0,3-3 0 16,-5 0-7-16,-2 5 6 0,5-11 3 16,-3 5 15-16,-1-1-8 0,-1 7 0 0,1-12-3 0,-1 5-6 15,0 7 3-15,-1-13 0 0,1 13-7 16,-3-14 2-16,2 8-4 0,1 6 2 0,-4-8-7 0,4 8-6 15,-2-5-1-15,2 5-7 0,0 0 3 0,-11 0-5 16,11 0-2-16,-12 11 0 0,4-4 0 0,0 3-1 16,-3 3 1-16,4-1-5 0,1 1 0 15,2-2 2-15,1 1-6 0,1-1-11 0,6-1-11 0,0 1-14 16,1-2-20-16,4 1-30 0,5-1-33 0,4-4-45 16,2 1-33-16,7 1-179 0,-5-5-409 0,-4-2 181 15</inkml:trace>
  <inkml:trace contextRef="#ctx0" brushRef="#br0" timeOffset="-36197.82">15105 7810 213 0,'0'0'204'0,"0"0"-27"16,-1-10-20-16,1 10-19 0,0 0-11 0,0 0-17 15,0 0-4-15,0 0 0 0,-5 35-1 0,4-16-11 16,-1 0-7-16,0 0-9 0,4 4-6 0,-2-2-5 15,2 3-9-15,-1-5-1 0,-2 2-6 0,3-3-10 16,1-1-27-16,-2-1-13 0,-1 0-43 0,1-4-37 16,2-4-30-16,-1 1-36 0,0-1-137 0,-4-1-305 15,2-7 135-15</inkml:trace>
  <inkml:trace contextRef="#ctx0" brushRef="#br0" timeOffset="-36050.89">14986 7954 33 0,'0'0'172'0,"0"0"-27"16,0 0-19-16,0 0-21 0,14-8-20 0,-5 7-29 15,5-1-33-15,1 1-40 0,1 0-44 0,-3 1-51 16,3-2-120-16,1 0 53 0</inkml:trace>
  <inkml:trace contextRef="#ctx0" brushRef="#br0" timeOffset="-35729.43">15340 7843 191 0,'0'0'210'0,"3"-6"-23"0,-3 6-24 15,0 0-16-15,0 0-19 0,0 0-12 0,0 0-11 16,15 9-9-16,-10-1-3 0,0 3-6 0,3 3-6 16,0 2-3-16,-3 2-9 0,1-2-7 0,1 3-4 15,-3-2-5-15,1-1-4 0,2-2-1 0,-5-1-9 16,3-2 0-16,-1-1-4 0,-2 0-2 0,2-3-2 15,-1 1-2-15,-1-4 2 0,1 1 11 0,-3-5 17 16,5 5 20-16,-5-5 22 0,2 6 2 0,-2-6 2 16,0 0-17-16,0 0-4 0,14-11-10 0,-8 2-6 15,1 0-8-15,-1-1-3 0,2-5-11 0,1-1 0 16,0-2-8-16,3-4 3 0,0 0-12 0,1-1 0 16,-1-1-4-16,-3 7 2 0,-1 2-8 0,1-1 1 15,-1 1-13-15,-5 6-13 0,4-1-20 0,-4 2-31 16,-1 2-37-16,-2 6-44 0,3-7-45 0,-3 7-27 15,0 0-11-15,0 0-14 0,0 0-155 0,0 0-421 16,-14 30 186-16</inkml:trace>
  <inkml:trace contextRef="#ctx0" brushRef="#br0" timeOffset="-35500.11">15670 7961 203 0,'0'0'210'0,"-1"-9"-9"15,1 9-2-15,0 0-6 0,0 0-10 0,-4-11-10 16,4 11-20-16,-6-5-13 0,6 5-14 0,-9 0-14 16,9 0-12-16,-14 5-11 0,3 1-6 0,1 2-10 15,1 1-5-15,-5 1-5 0,3 3-6 0,-1 0-7 16,2 0-4-16,4-3-1 0,0 2-1 0,1-1-12 16,3 0-1-16,-2-1-3 0,4 2-2 0,5-4-4 15,-1 1-16-15,1 0-25 0,4-3-44 0,2 0-55 16,7-1-57-16,0-2-223 0,1-3-429 0,3-1 191 15</inkml:trace>
  <inkml:trace contextRef="#ctx0" brushRef="#br0" timeOffset="-35093.96">15864 7935 132 0,'0'0'230'0,"-10"0"-19"0,10 0-17 16,-14 3-14-16,5 2-14 0,-1 0-12 0,0 1-19 0,2-2-16 16,2 5-8-16,-1-3-16 0,0 1-6 15,2 0-9-15,1-1-10 0,1 1-2 0,2 1-10 16,1-8-5-16,0 14-4 0,0-14-5 0,2 11 1 16,2-6-11-16,0-1-1 0,2 0-4 0,-2 1-4 15,1-2-2-15,-5-3-2 0,9 4-3 0,-5-2-1 16,-4-2-1-16,10 1 1 0,-10-1-2 0,0 0-2 15,11 0 1-15,-11 0-1 0,0 0-2 0,9-4 0 16,-9 4-1-16,0 0 3 0,0 0 0 0,0 0 7 16,0 0 1-16,0 0 0 0,0 0 3 0,0 0-3 0,0 0-4 15,0 0 1-15,-25-5 1 0,25 5 3 0,-15 9 2 16,7-5-3-16,-2 1-4 0,4-1 3 16,-2 3-3-16,1 1 0 0,0-1-4 0,3 2-1 15,-1 0-1-15,5-3 1 0,0-6-3 0,-1 13 4 16,1-13-4-16,1 12 2 0,5-6-11 0,2 0-14 0,1-2-27 15,3-1-36-15,3 1-44 0,4-2-50 0,0-2-44 16,0 0-182-16,1-2-430 0,-1-5 191 0</inkml:trace>
  <inkml:trace contextRef="#ctx0" brushRef="#br0" timeOffset="-34916.76">16097 7955 202 0,'0'0'189'0,"0"0"-19"0,8-4-8 0,-8 4-23 0,9 0-13 16,-9 0-11-16,12 0-15 0,-12 0-24 0,12 0-32 15,-12 0-36-15,11 3-27 0,-3-2-31 0,-2 1-30 16,-6-2-22-16,11 6-78 0,-7-4-195 16,-4-2 86-16</inkml:trace>
  <inkml:trace contextRef="#ctx0" brushRef="#br0" timeOffset="-34789.47">16133 8032 39 0,'0'0'189'0,"0"0"-12"0,0 0-16 16,0 0-21-16,0 0-11 0,0 0-13 0,0 0-11 15,0 0-7-15,11 10-10 0,-11-10-18 0,13 0-28 0,-3 0-48 16,1 0-53-16,2-1-62 0,-1-2-74 0,2 0-211 16,-1-3 93-16</inkml:trace>
  <inkml:trace contextRef="#ctx0" brushRef="#br0" timeOffset="-34469.23">16471 7893 181 0,'0'0'191'0,"0"0"-22"16,0 0-17-16,0 0-12 0,0 0 5 0,0 0 0 16,0 0 4-16,-11 25-6 0,6-15-7 0,0 0-17 15,1 0-8-15,0 0-12 0,1-1-7 0,2 1-9 16,-1-1-5-16,2-2-7 0,1 3-6 0,3-2-5 15,-2 0 1-15,5-2 1 0,3 2 3 0,-1-3-3 16,0-1-2-16,2 0-6 0,3-2 1 0,-2 0-2 16,1-1 1-16,-2-2 4 0,1 1-4 0,-1-3-1 15,1 0-4-15,-5-2 1 0,2 1 4 0,-1-3-9 16,-2 1 1-16,1-3-2 0,-1-1-1 16,-3 0 1-16,0 1-5 0,-3-2-5 0,-1-2 0 0,0 3-7 15,-3-2-2-15,-1 1-3 0,0 1-6 0,-3-1-4 16,0 2-14-16,-3 2-22 0,-6 0-31 0,-2 3-25 15,-1 2-32-15,-10 2-47 0,2 2-49 0,-4 1-43 16,0 2-202-16,0 1-489 0,-1 0 216 0</inkml:trace>
  <inkml:trace contextRef="#ctx0" brushRef="#br0" timeOffset="-32827.72">13601 8732 75 0,'0'0'186'0,"0"0"-6"16,0 0-7-16,-2-9-4 0,2 9-9 0,0 0-8 16,0 0-12-16,0 0-7 0,0 0-16 0,0 0-14 15,-4-6-10-15,4 6-10 0,0 0-6 0,0 0-9 16,0 0-2-16,-13 18-9 0,5-11-2 0,1 5-3 15,-3 1-4-15,0 2-3 0,1 0-5 0,-1 1 0 16,-1 2 0-16,2-2-10 0,-2 2-1 0,4-2-1 16,-1 2-4-16,3-2-2 0,0 1-1 0,3-5-5 15,0 0-1-15,2 0 1 0,2 1-4 0,0-2 3 16,3 0-4-16,0 0 0 0,3-1 2 0,-1-1-1 16,-1-2-1-16,6 2 2 0,-1-4 1 0,5 1-6 0,-3-3 2 15,1 1 3-15,4-4-3 0,-4-2-1 16,3 1 1-16,2-2 7 0,-2 0-4 0,-1-3-2 15,1 1 7-15,-2-3 1 0,-5 2 4 0,2-1 4 16,-3-1-6-16,0-1-2 0,3-4-2 0,-4 0-2 0,-3-1 2 16,5 0 0-16,-7 0-5 0,2-2 1 15,-5 0-7-15,2-2 3 0,-4 1 0 0,-3 1-4 16,0 0 3-16,-1 0-3 0,-1 0 1 0,-2 3 0 16,0 4-4-16,-2-3 0 0,-3 1-1 0,5 4 5 0,-2-1-4 15,0 3-3-15,-1 2 3 0,-6-1-1 0,7 2 0 16,1 1-1-16,-3 4-2 0,3-2-1 15,-1 2 1-15,1 1-12 0,-1 1-14 0,3 2-14 16,-2 0-28-16,3 2-30 0,1-1-49 0,1 1-31 0,1 0-40 16,2 1-154-16,2-3-406 0,0-7 180 0</inkml:trace>
  <inkml:trace contextRef="#ctx0" brushRef="#br0" timeOffset="-32643.9">13930 8978 37 0,'0'0'182'0,"12"0"-1"0,-5 2-13 15,-1-1-16-15,3 0-14 0,5 0-13 0,-1-1-10 16,5 2-10-16,0-1-12 0,0-1-11 0,3-1-19 16,0-2-33-16,9 2-36 0,-3-2-46 0,-5-1-58 15,-3-1-108-15,2-1-235 0,-2 1 105 0</inkml:trace>
  <inkml:trace contextRef="#ctx0" brushRef="#br0" timeOffset="-32201.67">14393 8724 185 0,'-2'-9'242'0,"2"9"-11"0,-1-8-19 16,1 8-17-16,0 0-14 0,0 0-22 15,0-10-19-15,0 10-13 0,0 0-15 0,0 0-9 16,0 0-11-16,0 0-2 0,0 0-6 0,11 24-3 16,-7-12-4-16,2 1-6 0,1 4-1 0,0-1-6 15,0 1-4-15,2 2 2 0,-5-2-13 0,3 1 0 16,2 6-9-16,-1-7-3 0,-3 0 2 0,1-2-5 16,1 1-5-16,-1 0 3 0,-2-4-7 0,0-1 2 15,0-2-2-15,-1 1-4 0,1-2-2 0,-2-2-1 0,1-1-1 16,2 1-2-16,-5-6-4 0,4 9 3 15,-1-5 0-15,-3-4 3 0,4 5 1 0,-4-5 12 16,4 5 4-16,-4-5 7 0,0 0-1 0,0 0-2 0,16-10-5 16,-11 6 2-16,1-4-3 0,1 0-1 0,1-2-5 15,-1-5 2-15,1 2-4 0,0-3 5 0,4-1-8 16,-3-1-3-16,4-5 2 0,0-1-4 0,1-1-3 16,-1 2 3-16,-2 2-4 0,-2 2-4 0,-2 4 4 15,4-1-4-15,-4 6 0 0,-2-1 0 0,-1 4-5 16,-2-2-5-16,3 4-15 0,-1 1-20 0,-4 4-27 15,2-8-28-15,-2 8-26 0,0 0-5 0,0 0-15 16,0 0-19-16,0 0-21 0,8 17-21 0,-8-7-13 16,3 0-17-16,-3 1-139 0,3 0-399 0,-1 0 177 15</inkml:trace>
  <inkml:trace contextRef="#ctx0" brushRef="#br0" timeOffset="-31967.97">14887 8882 157 0,'0'0'207'0,"0"0"0"15,0 0-10-15,0 0-10 0,0 0-17 0,0 0-20 16,0 0-12-16,0 0-17 0,0 0-2 0,6 7-5 16,-6-7 0-16,0 0 0 0,-8 17-6 0,6-8-6 15,-2 2-1-15,-1-1-16 0,3 0-5 0,-1 4-9 16,0-3-7-16,-2-2-3 0,1 1-7 16,3 1-7-16,-1 1-3 0,0-3-1 0,-1 2-4 0,1-3-4 15,2 3-5-15,0 0-3 0,0-3-14 0,0-2-22 0,4 3-23 16,-4-9-18-16,4 11-26 0,-4-5-23 15,2-2-17-15,-2-4-26 0,0 0-13 0,4 8-11 16,-4-8-20-16,0 0-142 0,0 0-356 0,0 0 158 16</inkml:trace>
  <inkml:trace contextRef="#ctx0" brushRef="#br0" timeOffset="-31613.79">14897 8941 116 0,'1'-10'154'0,"2"1"3"0,1 0-5 0,-1 0-11 0,3 1-12 16,-3 2-1-16,5 1-6 0,0-1-12 0,-2 2-11 15,1 2-5-15,0 1-10 0,1 0-3 0,-8 1-3 16,18 2-13-16,-11-1 4 0,0 2-10 16,2-1-8-16,-3 2-1 0,2-2-8 0,-2 2-5 0,-1 4 0 15,-1-2-5-15,3-3-2 0,-4 1-4 0,-3-4 1 16,1 12 1-16,-1-7-6 0,0-5-2 0,-4 14-8 16,0-8 6-16,1 1-3 0,-2-3-2 15,0 3-2-15,0 2 0 0,1-3-2 0,0-1-5 0,0 0-6 16,4-5 0-16,-2 10 7 0,2-10-5 0,0 10-1 15,0-10-1-15,2 12 4 0,0-8-2 0,3 2 0 16,0 0 0-16,-1-2-3 0,-4-4 2 0,9 10-5 16,-7-5 6-16,1-1-3 0,1 3 3 0,-4-7 0 15,4 8 5-15,-1-3-8 0,-3-5-1 0,3 7 4 16,-3-7 2-16,0 11-2 0,0-11 0 0,-7 10 8 16,2-7-2-16,0 2-6 0,-1-2 2 0,-1 1 0 15,-3 0-1-15,0-1-12 0,-2-1-22 0,5 0-25 16,-1 0-29-16,8-2-32 0,-14 0-37 0,14 0-157 15,-13-2-339-15,13 2 151 0</inkml:trace>
  <inkml:trace contextRef="#ctx0" brushRef="#br0" timeOffset="-31220.38">15425 8893 123 0,'0'0'217'0,"0"0"-16"0,0 0-22 15,0 0-15-15,0 0-11 0,0 0-8 0,0 0-4 16,-23 13-6-16,14-4-5 0,-3-2-10 0,2 0-12 16,0 1-13-16,0 0-9 0,2-1-9 0,4-1-8 15,0-1-5-15,2 1-5 0,-3 0-8 0,5-6-1 0,0 10-5 16,0-10-5-16,11 8-3 0,-3-4-1 16,2 2-5-16,-1-4-5 0,4 2 4 0,1-3-5 15,-4 0-4-15,3-1-2 0,-4 0-3 0,-9 0-1 0,14-1 5 16,-9 2-3-16,-5-1-3 0,11 0-2 15,-11 0 6-15,7 2 6 0,-7-2-2 0,0 0 0 16,0 0-2-16,0 0 0 0,0 0 2 0,0 0 4 16,-31 13-3-16,18-6 4 0,-3-1-1 0,3 0 10 0,2 0-10 15,-1 0 3-15,1 0 3 0,0 0-4 0,4 2 3 16,-2-2-3-16,1 2-7 0,4-2 1 16,2 0 1-16,2-6-2 0,-3 10-1 0,3-10 10 15,5 9-12-15,5-3 3 0,2-3-5 0,5 1 0 0,4-2-6 16,2-2-1-16,7-1-21 0,2 1-19 0,-4 0-23 15,-8-1-31-15,-6 1-35 0,-2-2-52 0,-1 0-56 16,-4 3-232-16,-7-1-497 0,5-3 219 16</inkml:trace>
  <inkml:trace contextRef="#ctx0" brushRef="#br0" timeOffset="-30566.02">11701 9726 215 0,'-1'-6'211'0,"1"6"-15"15,-4-7-10-15,4 7-20 0,0 0-20 0,-3-8-13 16,3 8-17-16,0 0-13 0,0 0-13 0,0 0-7 16,0 0-11-16,18 21-4 0,-13-11-6 0,5 7-9 15,2-1-2-15,-3 2-3 0,5 6-2 0,-4-2 1 16,3 4 3-16,-4-2-6 0,1 0-1 0,0-8-2 15,-3 1-7-15,-1-3 2 0,2 3-8 0,-1-3 4 16,0-4-5-16,0-1-5 0,-3-1-1 0,3-2 6 16,-3 2-1-16,1-3 4 0,-2 0 4 0,-3-5 11 15,6 7 6-15,-6-7 14 0,7 5 9 0,-7-5-2 16,0 0 1-16,0 0-3 0,0 0-10 0,11-13-5 16,-8 4-2-16,1-7-7 0,0 5 0 0,1 0-8 15,-1-6-6-15,0-2 0 0,1-5-2 0,0 6-6 16,-2 0-2-16,1-1-3 0,1 0-1 0,-2 0 3 15,2 1-12-15,-1 4-10 0,-2-3-13 0,4 6-9 16,-4 3-16-16,-2 2-23 0,3 0-37 0,-3 6-29 16,4-6-22-16,-4 6-15 0,10-3-28 0,0 3-14 15,-10 0-204-15,16 5-444 0,-4 2 197 0</inkml:trace>
  <inkml:trace contextRef="#ctx0" brushRef="#br0" timeOffset="-30317">12368 9867 32 0,'-12'-2'211'0,"1"4"-11"0,-3-1-3 0,1-1-5 0,0 3-8 16,-1-3-9-16,1 4-14 0,1 1-6 16,1 2-10-16,-3 5-10 0,-1 3-11 0,4-3-11 0,-1 4-10 15,3 1-10-15,0 0-6 0,5 0-12 16,-1-3-6-16,3 2-9 0,2 0 1 0,0-5-9 15,2 1-3-15,3 0-10 0,2-2-5 0,0 0-13 0,5 0-19 16,0-3-21-16,-1 0-23 0,7-2-31 0,-3 0-29 16,4-1-32-16,-3-3-26 0,-2 1-27 0,2-2-155 15,-1-2-371-15,2 0 164 0</inkml:trace>
  <inkml:trace contextRef="#ctx0" brushRef="#br0" timeOffset="-30112.07">12560 9903 158 0,'0'0'215'0,"3"-6"-17"0,-3 6-21 0,0 0-20 0,0 0-14 16,0 0-11-16,0 0 0 0,0 0-3 0,0 0 0 15,2 21-8-15,-2-7-10 0,-2 1 0 0,4 3-11 16,-6-1-12-16,3 0-3 0,1 1-10 0,-2 1-4 16,2-2-9-16,0 1-7 0,0-5-5 0,2 3-13 15,-1-1-19-15,1-3-33 0,0 0-23 0,-2-4-26 16,2 1-31-16,-2-4-30 0,0-5-29 0,4 12-17 15,-4-12-145-15,0 8-341 0,0-8 150 0</inkml:trace>
  <inkml:trace contextRef="#ctx0" brushRef="#br0" timeOffset="-29726.82">12596 9946 77 0,'7'-10'173'0,"3"0"-4"0,1 2-5 0,-1 3-9 16,4-1-7-16,-3 2-12 0,2 1-1 15,-1 0-14-15,3 5-9 0,-3-2-7 0,-1 2-10 16,3 0-3-16,-3 2-10 0,0 3-10 0,-5-3-1 0,2 1-7 16,-2 3-5-16,-3-2-10 0,3 4 0 15,-6-2-1-15,0 5-6 0,-2-4-3 0,-3 1-2 0,-1 0-6 16,0 3 0-16,-4-1-5 0,3-3-1 16,-3-1-5-16,2 1 2 0,-1-1-5 0,1 0-1 15,3-3-6-15,-3 3-10 0,4-3-4 0,2 0-6 0,-2 0-3 16,4-5 3-16,-3 9 2 0,3-9 0 0,0 0 1 15,7 9-5-15,-2-5 5 0,-5-4 2 0,11 6-2 16,-4-3 3-16,4 0-2 0,-2 0 2 0,0 0-1 16,-4 1 0-16,5 0 1 0,-4 0 2 0,-2-1 2 15,2 2 2-15,-3-1 2 0,-3-4 7 0,9 9 0 16,-4-3 8-16,-5-6 1 0,2 7 2 0,-2-7 3 16,-2 10 6-16,-4-4-1 0,0 1 0 0,-1 1-2 15,-3-2-5-15,0 1-3 0,1 0 2 0,-9 1-7 16,5-3-2-16,2 2-17 0,-1-3-27 0,1 1-32 15,2-1-36-15,-3-2-53 0,6 1-58 0,-3-5-147 16,9 2-386-16,0 0 171 0</inkml:trace>
  <inkml:trace contextRef="#ctx0" brushRef="#br0" timeOffset="-29555.89">13117 10039 92 0,'9'-3'153'16,"1"3"-22"-16,1 0-9 0,-11 0-37 0,13 0-31 16,-6 3-20-16,-7-3-20 0,9 3-18 0,-9-3-17 15,6 7-12-15,-6-7-14 0,0 9-50 0,0-9-105 16,-2 10 47-16</inkml:trace>
  <inkml:trace contextRef="#ctx0" brushRef="#br0" timeOffset="-29437.93">13169 10084 281 0,'0'0'13'0,"-9"7"17"0,4-2 20 0,-1 0 3 15,-1 0 15-15,1-1 12 0,0 0 10 0,2 1 3 0,-2-2 4 16,1 1 2-16,5-4-5 0,-8 7-6 15,4-4-7-15,4-3-1 0,-4 4 1 0,4-4-5 16,0 0-2-16,0 0-9 0,0 0-5 0,8 10-7 16,-8-10 0-16,19 1-19 0,-5-2-33 0,4 0-61 0,11-4-52 15,-8 1-159-15,12-1-293 0,-4-2 130 0</inkml:trace>
  <inkml:trace contextRef="#ctx0" brushRef="#br0" timeOffset="-28725.49">13714 9903 69 0,'0'0'239'16,"-4"-9"-19"-16,4 9-18 0,0 0-16 0,0 0-12 16,-6-4-11-16,6 4-14 0,0 0-10 0,0 0-8 0,-19 10-2 15,11-3-11-15,-3 4-5 0,-1 2-6 0,1 1-7 16,-2-1-2-16,1 3-7 0,1 7-8 15,3-6-9-15,0 0-7 0,1 0-1 0,1 0-4 16,2 2-6-16,-1 0-4 0,5-3-4 0,0 1-9 0,0-2-3 16,0-2-2-16,3-2 1 0,-1 1-6 0,4-3-2 15,1 2-1-15,4-3-1 0,-2 0-2 16,2 0-4-16,3-4 0 0,-5 0 3 0,4-2-4 0,7 0-2 16,-7-3-4-16,2 0 5 0,2-3-3 0,4-1 5 15,-3-1-2-15,-1-3-2 0,2-1-1 0,-4 0-2 16,1-2 2-16,-1 0-2 0,-1-3 3 15,-1 2 1-15,-3-1-4 0,-3-2 3 0,-1-2 1 16,0 0-1-16,-5 0-1 0,1 0-6 0,-2-1 3 0,-3 2-2 16,1-2 3-16,-4 2-1 0,-1 3 4 15,1-1 1-15,-4 1 2 0,2 4 0 0,-1 1-2 0,-1-1-5 16,-1 3-2-16,2 2-1 0,-3-1-1 0,-1 2-4 16,-1 2-1-16,-3 2 4 0,-1 3-3 0,3 0-6 15,-4 2 6-15,0 5-5 0,3-1-18 0,2 1-17 16,0 1-14-16,4 0-22 0,-2 2-19 0,5 1-30 15,1-4-32-15,3 2-45 0,1-3-47 0,0 3-211 16,6-2-495-16,1-3 219 0</inkml:trace>
  <inkml:trace contextRef="#ctx0" brushRef="#br0" timeOffset="-28166.99">14366 10081 220 0,'0'0'219'0,"0"0"-13"0,0 0-14 0,0 0-11 15,0 0-10-15,0 0-12 0,0 0-1 0,0 0-12 16,0 0-7-16,0 0-11 0,0 0-2 0,0 0-12 15,0 0-7-15,0 0-5 0,0 0-7 16,-26-6-4-16,26 6-2 0,0 0-5 0,0 0-6 0,-12 3 0 16,12-3-6-16,0 0-6 0,0 0-1 15,0 0-6-15,0 0-3 0,0 0 0 0,0 0-3 16,0 0-5-16,0 0-1 0,0 0-2 0,0 0-4 0,-6 4 9 16,6-4-14-16,0 0-1 0,0 0-4 0,0 0-8 15,0 0-2-15,0 0 0 0,0 0-1 0,0 0 0 16,0 0 2-16,0 0-2 0,0 0-2 0,33 0 0 15,-19 1-4-15,3-2 4 0,1 0 3 0,0-1-4 16,1 2-8-16,-4 0 5 0,1-1-7 0,-3 0 1 16,1 1 2-16,-5-2 2 0,3 2-7 0,-2 0 10 15,-1 0-2-15,-9 0-1 0,14 0-1 0,-14 0-4 16,11 0-1-16,-11 0 6 0,0 0 0 0,8 0-4 16,-8 0 12-16,0 0 4 0,0 0-3 0,0 0 12 15,7-1 1-15,-7 1-8 0,0 0 5 0,0 0 3 16,0 0-2-16,0 0 6 0,0 0-10 0,0 0 0 15,0 0-3-15,0 0 1 0,0 0-9 0,10 1 0 16,-10-1-1-16,0 0-7 0,0 0-1 0,0 0-8 16,0 0-28-16,0 0-26 0,0 0-35 0,0 0-32 15,0 0-37-15,0 0-32 0,0 0-41 0,0 0-45 16,0 0-54-16,0 0-179 0,0 0-549 0,4 7 244 16</inkml:trace>
  <inkml:trace contextRef="#ctx0" brushRef="#br0" timeOffset="-27023.8">14956 9880 237 0,'0'0'228'15,"0"0"-15"-15,-6-9-10 0,6 9-12 16,0 0-7-16,0 0-12 0,0 0-11 0,-4-6-18 0,4 6-7 16,0 0-15-16,0 0-11 0,0 0-13 0,0 0-7 15,0 0-8-15,0 0-6 0,0 0-4 16,0 0-4-16,0 0-10 0,0 0-1 0,0 0 5 0,-20 10-1 16,19-5-3-16,-7 2 1 0,3 0-8 0,1-1-3 15,-3 3-6-15,3-2-3 0,-1 1 0 0,-2 0-3 16,2-1-9-16,1 1 8 0,0-1-10 0,1 4 0 15,-3-2-4-15,4 2-1 0,-3-1-4 16,3-2 0-16,-1-1-2 0,1 3 2 0,0-1-1 0,2-1 0 16,-1 1-5-16,1 0 5 0,1-2-5 0,-1 3 1 15,0-4 3-15,4 1-4 0,-1 2 0 0,-1-3-1 16,1 0-3-16,3-1 2 0,0 3 2 0,1-2-3 16,-1-3 4-16,4 1-5 0,1 0 12 0,-2-1-10 15,3 0-2-15,-3 0-3 0,-1-2 2 0,2 0 1 16,1-1 3-16,-4 2-3 0,-7-2 3 0,14-2 1 15,-6 2 2-15,-8 0 0 0,11-3 1 0,-6 1 0 0,-5 2 3 16,12-3 0-16,-8-1-1 0,0 0-3 16,-4 4-2-16,7-9-1 0,-4 5 5 0,0-4-6 15,-3 8 1-15,7-7-2 0,-5 1 2 0,1-1 1 16,-1 1-2-16,-2 6-3 0,4-10 0 0,-2 4 2 16,-2 6 9-16,2-10-14 0,-2 10-1 0,3-9 2 0,-3 9 0 15,0-8 2-15,0 8-3 0,0-8 7 16,0 8-4-16,0 0 1 0,0-10 1 0,0 10 4 15,0 0-1-15,0-11 0 0,0 11 3 0,0 0 1 0,-3-5 12 16,3 5-11-16,0 0-1 0,0 0-3 0,-1-10-3 16,1 10 5-16,0 0-5 0,0 0-1 15,0 0-1-15,-3-7-3 0,3 7 2 0,0 0 0 16,-4-7 1-16,4 7 0 0,0 0-1 0,0 0 0 0,-3-9-1 16,3 9-1-16,0 0 3 0,-4-5-5 0,4 5-5 15,0 0 5-15,0 0 1 0,-4-8 0 0,4 8 2 16,0 0-5-16,0 0 4 0,-6-7-8 0,6 7 2 15,-4-4 1-15,4 4 6 0,-4-7-4 0,4 7 2 16,0 0 2-16,-5-6-1 0,5 6-11 16,0 0 10-16,-5-6-4 0,5 6 2 0,0 0-1 15,-5-5 0-15,5 5-1 0,0 0 3 0,0 0 3 0,-7-8-8 16,7 8 2-16,0 0-1 0,-3-4 6 0,3 4-2 16,0 0 0-16,0 0 3 0,0 0-6 0,-4-7 0 15,4 7 2-15,0 0-2 0,0 0-3 0,-7-4 4 16,7 4 2-16,0 0-2 0,-5-4 5 0,5 4-1 15,0 0-6-15,0 0-1 0,0 0 1 0,0 0 5 16,0 0-7-16,0 0 7 0,-11-2-7 0,11 2 5 16,0 0-3-16,0 0-2 0,0 0-1 0,0 0 3 15,0 0 2-15,0 0-2 0,0 0 7 0,0 0-7 16,0 0 1-16,-9 0 1 0,9 0 2 0,0 0-2 16,0 0 4-16,0 0-5 0,0 0-3 0,-11 2 4 15,11-2-5-15,0 0 0 0,0 0 8 0,-6 4-7 16,6-4 6-16,0 0-1 0,0 0-1 0,-7 2-4 15,7-2-5-15,0 0 8 0,0 0 0 0,0 0-7 0,0 0 12 16,-7 5-8-16,7-5-5 0,0 0-6 16,0 0 12-16,0 0-16 0,0 0-9 0,0 0-8 15,0 0-5-15,-5 4-15 0,5-4-12 0,0 0-16 16,0 0-13-16,0 0-20 0,0 0-24 0,0 0-30 16,-1 8-33-16,1-8-29 0,0 0-36 0,0 0-138 15,2 11-440-15,-2-11 196 0</inkml:trace>
  <inkml:trace contextRef="#ctx0" brushRef="#br0" timeOffset="-26491.9">15310 10012 163 0,'0'0'259'0,"0"0"-14"0,4-5-14 0,-4 5-14 16,0 0-10-16,0 0-1 0,0 0-16 0,0 0-7 16,0 0-10-16,0 0-8 0,0 0-12 0,0 0-6 15,0 0-23-15,0 0-12 0,0 0-10 0,0 0-12 16,0 0-10-16,0 0-7 0,0 0-6 0,0 0-10 16,0 0-8-16,0 0-15 0,0 0-20 0,0 0-23 0,0 0-29 15,0 0-26-15,0 0-30 0,0 0-38 0,-15 16-36 16,15-16-38-16,-3 3-55 0,3-3-135 15,-10 3-427-15,10-3 190 0</inkml:trace>
  <inkml:trace contextRef="#ctx0" brushRef="#br0" timeOffset="-25878.87">15444 9849 2 0,'-11'-3'211'0,"11"3"-13"15,-8-2-13-15,8 2-12 0,0 0-8 0,-16-2-3 16,16 2-7-16,-10 0-4 0,10 0-7 0,-6-2-12 16,6 2-12-16,0 0-12 0,0 0-13 0,0 0-7 15,-12 0-7-15,12 0-9 0,0 0-6 0,0 0-3 16,0 0 1-16,0 0-10 0,25 9 5 0,-13-8-11 15,0 1-3-15,1 0 0 0,1 0-7 0,2 0-5 16,2-1 3-16,-5 1-7 0,1-2 0 0,-2 2-1 16,-1-4-4-16,-2 5 0 0,1 0 4 0,-3-2-4 15,1-1 1-15,-8 0-6 0,13 1 4 0,-6-1-2 16,-7 0 0-16,10 2-1 0,-10-2 0 0,10 2-3 16,-10-2 2-16,8 2 0 0,-8-2-4 0,9 2 1 15,-9-2 2-15,6 3-1 0,-6-3-3 0,4 5 3 16,-4-5 0-16,0 0-4 0,8 3 3 0,-8-3-1 15,4 3-1-15,-4-3-2 0,3 6 0 0,-3-6-1 0,0 0 0 16,7 7-2-16,-7-7 4 0,0 0-7 16,3 9 5-16,-3-9 1 0,0 10-1 0,0-10 4 15,2 10 1-15,-1-4-1 0,-1-6-2 0,-1 13 2 16,1-4 3-16,-2 1 8 0,1-2-1 0,0 3 0 0,-2 2 4 16,0-2-4-16,-1 1-5 0,1 4 1 0,-1 0 5 15,1 0 3-15,-3 0-1 0,3 0 1 16,-4-2-1-16,4-1-4 0,0 3 2 0,0-2-1 15,1 0-9-15,-3-4 8 0,3 0-2 0,1 4-4 0,-3-2 3 16,3-2-2-16,-2 0-6 0,2 0 1 0,-3-2-2 16,2 2-6-16,2-3 4 0,0-7 5 0,-5 16 0 15,2-10-5-15,2-1 1 0,1-5 0 0,-3 8-20 16,3-8-13-16,-2 6-17 0,2-6-24 0,0 0-20 16,0 0-19-16,-4 8-22 0,4-8-31 0,0 0-29 15,0 0-28-15,-8 0-24 0,8 0-28 0,0 0-184 16,0 0-485-16,0 0 215 0</inkml:trace>
  <inkml:trace contextRef="#ctx0" brushRef="#br0" timeOffset="-25547.81">15499 10133 35 0,'-5'-4'171'15,"5"4"-14"-15,0 0-12 0,0 0-1 0,0 0 0 16,0 0 7-16,0 0 3 0,18-3 0 0,-8 3-5 15,-1-1-5-15,5 2-6 0,-1-2-11 0,1 1-4 16,4 0-6-16,-1-3-5 0,0 3-11 0,-3-3 0 16,-1 2-5-16,1 0 2 0,-4-2-2 0,1 0-3 15,-5 3-5-15,-6 0-6 0,14-1-5 0,-14 1-5 16,9-1 2-16,-9 1-5 0,0 0-5 0,10-2-8 16,-10 2 2-16,5-1-4 0,-5 1-1 0,0 0-8 15,0 0-8-15,0 0 4 0,0 0-4 0,10-2-4 16,-10 2-3-16,0 0-4 0,0 0-3 0,0 0-5 15,0 0 1-15,0 0 1 0,0 0-5 0,0 0 1 0,0 0-6 16,0 0-3-16,7-1-17 0,-7 1-23 0,0 0-17 16,0 0-17-16,0 0-23 0,0 0-17 15,0 0-21-15,0 0-22 0,0 0-31 0,0 0-22 16,0 0-34-16,0 0-200 0,0 0-472 0,-28 4 209 16</inkml:trace>
  <inkml:trace contextRef="#ctx0" brushRef="#br0" timeOffset="-6798.31">22864 4349 5 0,'0'0'13'0,"10"0"0"16,-10 0-7-16,0 0 3 0,12-2-8 0,-12 2 1 15,0 0-4-15,10 0 2 0,-10 0-3 0,0 0 0 16,0 0-5-16,13 0-6 0,-13 0 2 0</inkml:trace>
  <inkml:trace contextRef="#ctx0" brushRef="#br0" timeOffset="-2594.36">24628 4227 21 0,'0'0'63'0,"0"0"-7"0,0 0-4 0,0 0-4 16,0 0 4-16,0 0-7 0,0 0 0 0,0 0-1 15,0 0 0-15,0 0-6 0,0 0 7 0,0 0-10 16,0 0 9-16,0 0-6 0,0 0 3 0,0 0-9 15,0 0 6-15,0 0-7 0,0 0-7 0,0 0 3 16,0 0 5-16,0 0 0 0,-17-17 6 0,17 17-6 16,-8-1-3-16,8 1-6 0,-8-2 9 0,8 2-13 15,-11-1 2-15,11 1-2 0,-9-3 5 0,9 3-3 16,0 0 4-16,-9-2 3 0,9 2-4 0,0 0 1 16,-10-3 2-16,10 3-8 0,-9-3-4 0,9 3-4 15,-8-2 1-15,8 2 1 0,-7-2 2 0,7 2-2 16,-10-2-2-16,10 2 1 0,-9-2-7 0,9 2 3 15,0 0-2-15,-13-3 1 0,13 3 4 0,-9-2-3 16,9 2 1-16,0 0-2 0,-11-1-3 0,11 1 6 16,-8-2 8-16,8 2-13 0,-9-1 0 15,9 1-1-15,-9-1 2 0,9 1 2 0,0 0 2 0,-13-2 0 16,13 2-8-16,-10 0 8 0,10 0-7 0,-9-1 2 16,9 1 4-16,-13 4-1 0,13-4 1 0,-13 0-7 15,13 0 6-15,-13 0-3 0,13 0 0 0,-12 0-2 16,5 0 5-16,7 0-1 0,-13 0-4 15,6 1 0-15,7-1 6 0,-12 0-2 0,12 0-3 0,-11 0 5 16,2 2-2-16,9-2-3 0,-14 1-3 0,6 0 3 16,8-1-1-16,-15 1 3 0,7-1 0 0,-2 1 1 15,-1 1 1-15,2 0-2 0,-2-2 3 0,2 0-3 16,-2 2 1-16,2-1-2 0,-2 0 6 0,3 1-3 16,-2 1 1-16,-2-3-3 0,4 2 5 0,-1 0-6 15,2-1 8-15,-5-1-3 0,2 0-2 0,1 4 8 16,-2-4-15-16,0 1 7 0,-1 0-2 0,4 0-2 15,-1 0 1-15,-1 1 1 0,-2-2 1 0,2 1-4 16,10-1 4-16,-17 3-7 0,8-3 2 0,-1 2-2 16,0-1 4-16,0-1-1 0,2 1-1 0,8-1 1 15,-16 2 1-15,9-1-1 0,-1 0 1 0,8-1-4 16,-17 2 5-16,6-2-3 0,4 1-1 0,-3-1-7 16,2 3 4-16,8-3 4 0,-13 1-3 0,5 1 2 15,8-2-1-15,-14 0-4 0,7 2 5 0,7-2-3 16,-14 1 2-16,6 0 1 0,8-1-7 0,-12 0 6 15,5 1-9-15,7-1 11 0,-12 3-1 0,12-3 0 16,-11 1-6-16,11-1 8 0,-10 1 6 0,3 1-6 16,7-2-2-16,-9 0 4 0,1 1-2 0,8-1 0 15,-12 2-2-15,12-2 4 0,-12 1-4 0,7 0-1 16,5-1 3-16,-13 2-3 0,8 0 0 0,5-2-2 16,-14 1 3-16,8 0 2 0,-2 1-3 0,8-2-2 15,-14 1 2-15,8 0 3 0,6-1 0 0,-11 2 1 16,11-2-3-16,-11 0 0 0,11 0-1 0,-13 0 8 15,13 0-15-15,-11 2 9 0,4-2 1 0,7 0 2 16,-12 1-5-16,12-1 2 0,-13 0-2 0,6 2 9 16,7-2-9-16,-15 0 5 0,7 1 1 0,8-1-4 15,-11 0 5-15,2 2-1 0,9-2 2 0,-12 1-1 16,5-1 3-16,7 0-5 0,-16 0 3 0,10 0-5 16,6 0 4-16,-15 1-2 0,7 0 0 0,-2-1 0 15,10 0-2-15,-18 0 2 0,13 1 1 0,5-1-4 16,-13 0 0-16,5 2 3 0,8-2-4 0,-14 1 2 15,6 0-4-15,8-1 1 0,-13 1-1 0,6 1-1 16,7-2 5-16,-13 0-1 0,13 0 2 0,-11 0-6 16,11 0 1-16,-12 0 4 0,12 0-2 0,-10 1 6 15,10-1-6-15,-11 0-2 0,11 0 2 0,-11 2 1 16,11-2-2-16,-9 2-1 0,3 0 0 16,6-2 0-16,0 0 1 0,-15 0 2 0,15 0 1 0,-9 0-5 15,9 0 3-15,-13 2 4 0,13-2-5 0,-10 1 0 16,10-1 1-16,-9 3 4 0,9-3-8 0,-9 1 5 15,9-1 0-15,-10 1-4 0,10-1 5 0,-9 1 4 16,9-1-8-16,-12 1 1 0,12-1-2 0,-10 3 3 16,10-3 1-16,-10 0-2 0,10 0-1 0,-13 2 1 15,7-1 0-15,6-1 3 0,-11 1-3 0,11-1-2 16,-10 3 6-16,10-3-4 0,-8 1-5 16,8-1 8-16,-9 3-7 0,9-3 0 0,-10 1 1 0,10-1 2 15,-9 3-2-15,9-3-5 0,-11 4 9 0,6-4 3 16,5 0-5-16,-10 4 0 0,10-4 1 15,-9 5-2-15,9-5 2 0,-8 2 2 0,3 0-4 0,5-2 2 16,-10 4 1-16,10-4-3 0,-7 3 5 16,7-3-6-16,-9 4 1 0,9-4 3 0,0 0 0 15,-15 6-3-15,15-6 4 0,-9 5-1 0,9-5-4 0,-8 5 2 16,8-5 3-16,-6 5 1 0,6-5-1 0,-8 7 0 16,8-7-2-16,-8 4-2 0,8-4 2 0,0 0-1 15,-10 6 0-15,10-6-1 0,-6 6 1 16,6-6-1-16,0 0 5 0,-10 7-4 0,10-7 0 15,-4 6 1-15,4-6 4 0,-7 7-3 0,7-7-2 16,-6 5 0-16,6-5 1 0,0 0 2 0,0 0-3 16,-10 9-5-16,10-9 9 0,-5 8-1 0,5-8-1 0,0 0 0 15,-7 9 1-15,7-9-3 0,-5 8 1 0,5-8 2 16,-5 5 3-16,5-5-6 0,-6 8 2 16,6-8-3-16,-7 8 2 0,7-8 3 0,-5 6-7 15,5-6 2-15,-5 8 1 0,5-8 0 0,0 0 2 16,-4 8 0-16,4-8-2 0,0 0 0 0,-9 10 3 15,9-10-5-15,-3 8 6 0,3-8-3 0,-6 10-1 0,6-10 2 16,-2 11-1-16,2-11 9 0,-4 9-9 16,4-9 1-16,-4 10-1 0,4-10 1 0,-5 10-4 15,5-10 4-15,-6 10-2 0,6-10 1 0,-2 11-1 16,2-11-1-16,-6 15 2 0,3-11 4 0,3-4-1 16,-3 12 0-16,3-12-2 0,-3 10-1 0,3-10-3 15,-4 10 5-15,4-10 0 0,-2 9-2 0,2-9 3 0,0 0-1 16,-3 15 1-16,3-15-6 0,-4 8 3 15,4-8 0-15,-2 10 3 0,2-10-4 0,-3 8 2 16,3-8 1-16,0 0-4 0,-2 12 1 0,2-12 1 16,-4 7-2-16,4-7 2 0,0 0 0 0,-4 11 1 15,4-11 3-15,0 0-6 0,-1 13 2 0,1-13-2 16,0 0 3-16,0 0 0 0,0 16 2 0,0-16 0 16,-6 8-4-16,6-8 2 0,-2 9-1 0,2-9 1 15,-3 10 0-15,3-10 0 0,-3 8 2 0,3-8-4 16,-4 9 3-16,4-9-1 0,-4 8-1 0,4-8 2 15,0 0-2-15,-5 13 2 0,5-13 3 0,-4 6-3 16,4-6 1-16,-4 9-4 0,4-9 4 0,0 0-1 16,-3 10 5-16,3-10-5 0,0 0 3 0,-3 12 3 15,3-12-6-15,0 0 7 0,-5 9-3 0,3-5-5 16,2-4 6-16,0 0-4 0,-3 11 0 0,-1-7 2 16,4-4-1-16,0 0 2 0,-5 12 0 0,3-7-2 15,2-5 0-15,-4 10 7 0,2-5-6 0,2-5 0 16,-5 12 2-16,1-6-3 0,1-2 4 0,1 3-1 15,2-7-2-15,-5 8-5 0,3-4 8 0,2-4-2 16,-3 8 3-16,3-8-2 0,-4 8 1 0,4-8 0 16,-4 7-2-16,4-7-3 0,-4 5-1 0,4-5 8 15,-4 7-3-15,4-7 2 0,0 0-4 0,-3 7 3 16,3-7-5-16,0 0 3 0,-4 8 2 0,4-8-3 16,-3 6-2-16,3-6 0 0,-4 6 0 0,4-6 2 15,-2 6-2-15,2-6-1 0,0 0 2 0,-3 7 1 16,3-7 1-16,0 0-2 0,-4 7-2 0,4-7-1 15,-4 6 4-15,4-6-2 0,0 0 0 0,0 0-7 16,-5 7 7-16,5-7 0 0,0 0-1 0,0 0-1 16,-2 7 2-16,2-7-3 0,0 0 4 0,-3 5 0 15,3-5-1-15,0 0 0 0,0 0 0 0,0 0-6 16,-2 7 3-16,2-7 0 0,0 0 3 0,-2 8-5 16,2-8 4-16,0 0-2 0,0 0-1 0,0 0 3 15,-1 8 2-15,1-8-4 0,0 0 1 0,-4 8-1 16,4-8-1-16,0 0-2 0,0 0 0 0,0 0 4 15,-4 12-1-15,4-12 2 0,0 0 2 0,-2 8-5 16,2-8 7-16,0 0-7 0,-3 6 1 0,3-6 3 16,0 0-5-16,0 0 5 0,-1 6-6 15,1-6 3-15,0 0-1 0,0 0 4 0,0 0-2 16,0 0-1-16,0 0 0 0,0 0 1 0,0 0-1 16,0 0 0-16,0 0 4 0,0 0-7 0,0 0 3 0,0 0-2 15,0 0 6-15,0 0 0 0,0 0-4 0,0 0 2 16,0 0-1-16,0 0-2 0,0 0-7 0,0 0-14 15,0 0-27-15,0 0-34 0,0 0-37 0,0 0-47 16,0 0-183-16,0 0-378 0,0 0 168 16</inkml:trace>
  <inkml:trace contextRef="#ctx0" brushRef="#br0" timeOffset="-499.96">23155 4251 16 0,'0'0'57'0,"0"0"-4"15,0 0-5-15,0 0-5 0,0 0-4 0,0 0-2 16,0 0-8-16,0 0 3 0,0 0-4 0,0 0 3 16,0 0-10-16,0 0 4 0,0 0 5 0,0 0-9 15,0 0-5-15,0 0-6 0,0 0 6 0,-6 4 4 16,6-4-10-16,0 0 5 0,-8 2-1 0,8-2-3 16,0 0-2-16,-5 6 6 0,5-6-9 0,-5 5 0 15,5-5 6-15,-6 5-1 0,6-5-5 0,-6 5 4 16,6-5 0-16,-7 4-5 0,7-4 4 0,0 0 1 15,-8 5-7-15,8-5 0 0,-5 2 0 0,5-2 4 16,0 0-5-16,-6 6 0 0,6-6 2 0,0 0 4 16,-7 4-8-16,7-4 0 0,0 0 0 0,0 0 2 15,-8 5 3-15,8-5 4 0,0 0 6 0,-7 3 7 16,7-3-8-16,-5 4 1 0,5-4-2 0,0 0-2 16,-8 4 5-16,8-4 1 0,0 0-1 0,-7 3-13 15,7-3 15-15,0 0 0 0,-5 5-8 0,5-5 3 16,0 0-3-16,-7 4-9 0,7-4 10 0,-6 3-2 15,6-3 1-15,0 0-9 0,0 0 1 0,0 0 0 16,-7 3 5-16,7-3 0 0,0 0-1 0,0 0-4 16,0 0 4-16,-7 4-16 0,7-4 16 0,0 0-1 15,0 0-8-15,0 0 0 0,0 0 9 0,0 0-6 16,0 0 3-16,0 0 0 0,-9 3-1 0,9-3-4 16,0 0 4-16,0 0 8 0,0 0-8 0,-5 3 0 15,5-3-2-15,0 0 4 0,0 0-4 0,0 0 5 16,-8 4 2-16,8-4-5 0,0 0-4 0,0 0 7 15,0 0-7-15,0 0-2 0,-5 5 1 16,5-5 0-16,0 0 2 0,0 0-1 0,-8 3-4 0,8-3 5 16,0 0 5-16,0 0-9 0,-8 4 11 0,8-4-4 15,0 0-1-15,-5 2-5 0,5-2 5 0,0 0 2 16,0 0-2-16,-6 5 2 0,6-5-2 16,0 0 1-16,0 0-3 0,0 0-2 0,0 0 4 0,-5 5 0 15,5-5 3-15,0 0-5 0,0 0-4 0,-5 6-2 16,5-6 8-16,0 0-5 0,-5 5 8 0,5-5-8 15,0 0-5-15,-6 7 8 0,6-7 4 0,-2 6-9 16,2-6 7-16,0 0-2 0,-5 9 2 0,5-9-5 16,-3 3 4-16,3-3 3 0,-4 7-6 0,4-7 6 15,0 0 5-15,-5 7-9 0,5-7-2 0,-3 8 4 16,3-8-2-16,-6 5 2 0,6-5-3 0,-3 7-2 16,3-7 2-16,-3 7 5 0,3-7 5 0,-4 7-8 15,4-7 4-15,-4 8 1 0,4-8-5 0,-2 7-9 16,2-7 6-16,-4 7 0 0,4-7 5 0,0 0-6 15,-4 11 3-15,4-11 13 0,0 0-12 0,-4 12-3 16,4-12 5-16,0 0-8 0,-4 11 10 16,4-11 2-16,0 0 0 0,-2 9-10 0,2-9 5 0,-4 10 7 15,4-10-3-15,-5 8 10 0,5-8-12 0,-3 9-9 16,3-9 6-16,0 0-7 0,-7 12 9 0,7-12-3 16,-4 7-1-16,4-7 4 0,-4 8 2 0,4-8-9 15,0 0 8-15,-4 9-7 0,4-9 9 0,-4 9-10 16,4-9 16-16,-4 7-8 0,4-7 0 15,0 0-4-15,-5 12-3 0,5-12 3 0,-5 7 4 0,3-2-1 16,2-5 4-16,-4 9-5 0,4-9-3 0,-4 7-4 16,4-7 6-16,-2 8-4 0,2-8 4 0,-6 6-2 15,6-6 0-15,-4 10 1 0,2-4 7 0,2-6-6 16,-5 7 4-16,5-7 5 0,-4 9-6 16,0-6 5-16,4-3-7 0,-4 7-4 0,4-7 6 15,-2 9 0-15,2-9 10 0,-4 7-15 0,4-7 6 0,-3 7 0 16,3-7 6-16,-3 6-2 0,3-6-5 0,-3 7 12 15,3-7-14-15,-5 6 3 0,5-6-3 0,-2 6-1 16,2-6 2-16,-4 5-6 0,4-5 3 0,0 0 7 16,-4 9 2-16,4-9-8 0,-4 7 5 15,4-7-3-15,0 0 7 0,-4 8 1 0,4-8-2 0,-5 5 0 16,5-5-10-16,-3 6 11 0,3-6 7 0,-3 6-1 16,3-6-5-16,-5 7 7 0,5-7-8 0,-4 6 3 15,4-6 12-15,-4 8-2 0,4-8-15 0,-3 7 0 16,3-7 0-16,-4 7-2 0,4-7 1 15,-4 7 4-15,4-7-6 0,-2 7-1 0,2-7 2 16,-1 8-7-16,1-8 4 0,0 0 7 0,-5 7-4 0,5-7 1 16,-3 8 0-16,3-8-5 0,-2 7 6 0,2-7-6 15,-3 6 7-15,3-6-5 0,-1 8-1 0,1-8 4 16,0 0 2-16,-4 5-5 0,4-5 2 16,-3 6 1-16,3-6-3 0,0 0-1 0,-2 9 2 15,2-9 4-15,-2 6-5 0,2-6-6 0,0 0 8 0,-2 10-5 16,2-10 5-16,-1 6-4 0,1-6 5 15,0 0-9-15,-3 10 8 0,3-10 2 0,-1 7-7 0,1-7 11 16,0 0-8-16,-5 10-4 0,5-10 1 0,-2 6 4 16,2-6-3-16,0 0 3 0,-3 7 0 15,3-7-4-15,-2 6 4 0,2-6-3 0,0 0-4 0,0 0 3 16,-2 9 5-16,2-9-1 0,0 0 0 0,-4 6-4 16,4-6 1-16,0 0 5 0,-3 8 2 15,3-8 0-15,0 0 3 0,-2 6-3 0,2-6-4 0,0 0 3 16,0 0-3-16,0 0 1 0,-3 7-3 15,3-7 5-15,0 0 8 0,0 0-5 0,-2 6 0 16,2-6 3-16,-3 6-10 0,3-6 13 0,0 0-8 0,-4 6 0 16,4-6-1-16,0 0-3 0,0 0 4 15,-2 7-6-15,2-7-1 0,0 0 2 0,-3 6 2 0,3-6-2 16,0 0 2-16,0 0-4 0,0 0 7 16,-2 6-10-16,2-6 6 0,0 0-5 0,0 0 2 15,-3 7 2-15,3-7-3 0,0 0 4 0,0 0-3 0,0 0-1 16,-1 7 3-16,1-7 3 0,0 0-5 0,0 0 4 15,0 0-4-15,0 0-1 0,0 0 1 0,0 0 1 16,0 0-5-16,0 0-1 0,0 0 1 16,-2 8 10-16,2-8-4 0,0 0 0 0,0 0 2 15,0 0 6-15,-2 5-12 0,2-5 2 0,0 0-2 0,0 0 5 16,0 0-3-16,0 0-3 0,0 0 5 0,-4 8-3 16,4-8-2-16,0 0 1 0,0 0-14 0,-3 6-15 15,3-6-32-15,0 0-25 0,0 0-25 0,0 0-22 16,-5 4-102-16,5-4-253 0,0 0 112 15</inkml:trace>
  <inkml:trace contextRef="#ctx0" brushRef="#br0" timeOffset="1472.93">23138 4256 30 0,'0'0'48'16,"0"0"-4"-16,0 0-3 0,0 0-5 16,0 0-7-16,0 0 2 0,0 0-3 0,0 0 0 0,0 0 7 15,0 0-14-15,0 0 2 0,0 0-4 0,0 0-3 16,0 0-1-16,0 0 6 0,0 0 3 0,-15 10-1 15,15-10-1-15,-6 3-4 0,6-3 7 0,-8 4-4 16,8-4 0-16,-6 4 0 0,6-4-2 16,-5 5 1-16,5-5 0 0,-7 3-6 0,7-3 4 0,-7 4-2 15,1 2-3-15,6-6-2 0,-8 4 3 0,8-4 5 16,-8 5-20-16,8-5 11 0,-8 6-7 16,3-2 8-16,5-4-2 0,-7 4 2 0,3-1-3 15,4-3-2-15,-7 7-2 0,7-7 6 0,-7 7-1 16,3-4 2-16,4-3 1 0,-6 7 0 0,6-7 3 0,-4 5-6 15,4-5 3-15,-4 5 4 0,4-5-9 16,-7 4 6-16,7-4 1 0,-3 4 11 0,3-4-20 0,0 0 15 16,0 0-4-16,-7 7 2 0,7-7-3 0,-4 5-5 15,4-5 2-15,0 0-4 0,-2 6 5 0,2-6-5 16,-5 4 4-16,5-4 0 0,0 0-1 16,-5 7-2-16,5-7-11 0,-6 3 23 0,6-3-14 15,0 0-2-15,-3 6 3 0,3-6-2 0,-4 5 9 0,4-5 0 16,0 0-12-16,-6 8-2 0,6-8 4 0,0 0-2 15,-7 4 3-15,7-4-1 0,0 0 0 16,0 0 3-16,-4 7 5 0,4-7-1 0,-4 6 1 0,4-6-2 16,-4 5-10-16,4-5 5 0,-5 4-4 15,5-4 9-15,-5 6-1 0,5-6 0 0,-3 6-13 0,3-6 3 16,-4 4 4-16,4-4 1 0,0 0-4 0,-3 8 7 16,3-8-9-16,0 0 7 0,-5 6-3 15,5-6 0-15,-4 3 9 0,4-3-8 0,-4 6-4 16,4-6 9-16,-2 6-4 0,2-6 2 0,0 0-5 15,-8 7 3-15,8-7 4 0,-4 6 2 0,4-6-5 16,-1 7-1-16,1-7-2 0,0 0 2 0,-5 8 2 0,5-8 7 16,-3 6-6-16,3-6 0 0,-4 5-14 0,4-5 16 15,0 0 0-15,-6 7 1 0,6-7 5 0,-6 6-1 16,6-6-5-16,-4 5 5 0,4-5-8 16,0 0 11-16,0 0-7 0,-5 7-6 0,5-7-5 15,-3 7 3-15,3-7 5 0,0 0 6 0,-5 5-11 0,5-5 5 16,-4 5 0-16,4-5 4 0,-5 8-3 0,5-8-1 15,-5 8 1-15,3-2 5 0,2-6-3 0,-6 8 1 16,6-8-6-16,-6 6 1 0,3 0 1 16,3-6 0-16,-5 8 2 0,3-3-2 0,2-5-4 15,-9 10 3-15,6-7-3 0,3-3 1 0,-4 8 3 16,1-4 0-16,0 2 0 0,3-6-6 0,-5 8-1 0,5-8 0 16,-8 8 2-16,8-8 2 0,-3 7-3 0,3-7 3 15,-4 10-1-15,1-6-8 0,3-4-2 0,-4 9 7 16,4-9-4-16,-2 6 0 0,2-6 5 15,-4 6 1-15,4-6 1 0,-3 7 2 0,3-7-6 16,-4 6 4-16,4-6 1 0,-5 8-1 0,5-8-3 0,-2 6 1 16,2-6-1-16,-3 6 1 0,3-6-1 0,-4 7 0 15,4-7 3-15,0 0-3 0,-2 6-2 0,2-6 1 16,-4 8 0-16,4-8 4 0,-3 6-5 16,3-6 2-16,-1 8-3 0,1-8 3 0,-4 8 2 15,4-8-3-15,-2 7 0 0,2-7 3 0,-4 8 4 0,4-8-3 16,-4 8-3-16,4-8-2 0,-4 6 1 0,4-6 8 15,-4 9-7-15,4-9 1 0,-3 8-4 0,0-3 0 16,3-5 1-16,-4 7-1 0,4-7 5 16,-2 9-4-16,2-9-4 0,-3 4 1 0,3-4 7 0,-4 6 2 15,4-6-4-15,-2 7 2 0,2-7-4 16,-4 8 4-16,4-8-3 0,-4 7 3 0,4-7-1 0,-3 6-3 16,3-6 1-16,0 0 0 0,-1 8 2 0,1-8 1 15,-2 6-6-15,2-6 0 0,-4 6 3 16,4-6-1-16,-3 7 1 0,3-7 2 0,-4 6-6 0,4-6 3 15,0 0 1-15,-2 7-1 0,2-7 6 16,-5 6-5-16,5-6 0 0,0 0 3 0,-1 6-3 0,1-6 2 16,0 0-4-16,0 0 3 0,-4 8 2 15,4-8 0-15,0 0-4 0,-3 6 1 0,3-6 0 16,-3 6-3-16,3-6 3 0,0 0 1 0,-3 6-3 16,3-6 5-16,0 0-4 0,0 8 4 0,0-8-1 15,0 0-1-15,-3 8-4 0,3-8 3 0,0 0 1 16,-4 8-3-16,4-8 0 0,-2 6 1 0,2-6 5 0,0 0-3 15,-2 7 6-15,2-7-9 0,0 0 5 0,-5 8-2 16,5-8-2-16,0 0 3 0,0 0-8 16,0 0 7-16,-1 9 0 0,1-9 0 0,0 0-2 15,0 0 4-15,-1 8-3 0,1-8 5 0,0 0 0 16,0 0-4-16,0 0-4 0,-3 6 4 0,3-6-2 0,0 0-1 16,0 0 4-16,-1 8-4 0,1-8-1 0,0 0 4 15,0 0 1-15,0 0-2 0,0 0-3 16,0 0 3-16,-3 5 0 0,3-5-5 0,0 0 8 0,0 0-1 15,0 0 0-15,0 0 3 0,0 0-4 16,0 0-1-16,0 0 0 0,0 0-2 0,0 0 1 0,0 11-1 16,0-11 2-16,0 0-4 0,0 0 8 15,0 0-8-15,-3 5 6 0,3-5-7 0,0 0 6 16,0 0-1-16,0 0 2 0,0 0-3 0,0 0 3 16,0 0-4-16,0 0 1 0,0 0-2 0,0 0 8 15,-2 8-6-15,2-8-3 0,0 0 6 0,0 0 0 16,0 0-4-16,0 0 5 0,0 0-5 0,0 0 5 15,0 0 0-15,0 0-2 0,0 0 3 0,0 0-4 0,0 0 1 16,0 0-2-16,0 0-1 0,0 0 4 16,0 0 4-16,0 0-4 0,0 0-1 0,0 0-12 15,0 0-6-15,0 0-9 0,0 0-3 0,0 0-22 16,0 0-24-16,0 0-4 0,0 0-20 0,0 0-1 0,0 0-13 16,0 0-11-16,17-15-89 0,-12 9-230 15,0 3 101-15</inkml:trace>
  <inkml:trace contextRef="#ctx0" brushRef="#br0" timeOffset="37918.07">25067 4731 2 0,'0'0'31'0,"0"0"0"0,0 0-6 0,0 0 0 15,0 0 1-15,0 0 3 0,0 0-5 0,0 0 1 16,0-8 1-16,0 8-4 0,0 0 2 0,0 0 2 16,0 0-9-16,0 0-1 0,0 0 6 0,0 0-5 15,0 0-5-15,0 0 4 0,0 0-1 0,0 0 1 16,0 0-3-16,0 0-2 0,0 0 3 0,0 0 6 16,0 0-10-16,0 0-2 0,-2-11 6 0,2 11-2 15,0 0-6-15,0 0 2 0,-3-8-2 0,3 8 4 16,0 0 5-16,0 0-4 0,-4-8 0 0,4 8-4 15,0 0 5-15,0 0 0 0,0 0 19 0,-1-8-20 16,1 8 1-16,0 0 3 0,0 0-6 0,0 0 7 16,0 0-14-16,0 0 5 0,0 0 3 0,-1-9-5 15,1 9 8-15,0 0-3 0,0 0-2 0,0 0-1 16,0 0 0-16,0 0 6 0,0 0-6 0,0 0 1 16,0 0 6-16,0 0-2 0,-4-6 13 0,4 6-6 15,0 0 3-15,0 0-4 0,0 0 2 0,0 0-6 16,0 0-12-16,0 0 6 0,0 0 11 0,0 0 3 15,0 0-8-15,0 0 8 0,0 0-2 0,0 0 5 16,0 0-8-16,0 0 8 0,0 0-12 0,-4-5 7 16,4 5-4-16,0 0-3 0,0 0-9 0,0 0 8 15,0 0 4-15,0 0-5 0,0 0 0 0,0 0-5 16,0 0 5-16,0 0-8 0,0 0 5 0,0 0-1 16,0 0-2-16,0 0 0 0,-4-8 2 0,4 8-8 15,0 0 0-15,0 0 8 0,0 0-13 0,0 0 6 16,0 0 3-16,0 0-6 0,-5-3 5 0,5 3 2 0,0 0 3 15,0 0-12-15,0 0 0 0,-8-6 2 16,8 6-1-16,0 0 1 0,0 0-4 0,0 0 5 16,0 0-7-16,0 0 9 0,-5-4 2 0,5 4-8 15,0 0 9-15,0 0-5 0,0 0 14 0,0 0-13 0,0 0-2 16,0 0 7-16,0 0 3 0,-8-2-3 16,8 2-7-16,0 0 5 0,0 0-3 0,0 0 2 15,0 0-2-15,0 0 3 0,0 0 3 0,0 0 2 16,0 0 0-16,0 0 1 0,0 0 3 0,0 0 3 15,0 0-10-15,0 0 9 0,0 0-1 0,0 0 1 0,0 0 6 16,-2-8 0-16,2 8-11 0,0 0 8 0,0 0 1 16,0 0 4-16,0 0-10 0,0 0 2 15,0 0-3-15,0 0 0 0,0 0-7 0,0 0-1 16,0 0 1-16,0 0-5 0,0 0 0 0,0 0 2 16,0 0 2-16,0 0-1 0,0 0 15 0,0 0-13 0,0 0 0 15,0 0-3-15,0 20-7 0,0-20 5 0,-1 7-1 16,1-7 0-16,-1 10 3 0,1-10-2 15,-2 9 1-15,0-3 5 0,-1 1-4 0,2 2 5 16,0-2-5-16,-1 0 2 0,1 1-1 0,-2-1 0 16,3 0 0-16,-2 0 0 0,-1 0-3 0,3-7 4 0,-1 14-2 15,-1-8 0-15,0 1-5 0,2-7 7 0,-1 9 1 16,1-9-3-16,0 11-4 0,0-11 2 16,-1 8-6-16,1-8 19 0,0 9-14 0,0-9 6 15,0 0-3-15,1 8 1 0,-1-8 4 0,0 0-7 0,0 0 4 16,-2 7 8-16,2-7-4 0,0 0-4 0,0 0-5 15,0 0 10-15,0 0-11 0,0 0-14 0,0 0-25 16,0 0-16-16,0 0-36 0,1 9-32 0,-1-9-84 16,0 0-227-16,-8 6 101 0</inkml:trace>
  <inkml:trace contextRef="#ctx0" brushRef="#br0" timeOffset="40694.08">25040 4763 59 0,'0'-10'59'0,"0"10"-23"0,0 0 15 0,0 0-4 0,0 0-8 16,0 0-6-16,0 0-1 0,0 0-9 15,0 0 1-15,0 0-5 0,-1-8 1 0,1 8-3 0,0 0 0 16,0 0-11-16,0 0 10 0,0 0-5 15,0 0 3-15,0 0-5 0,0 0 3 0,0 0 2 0,0 0-4 16,0 0-5-16,0 0 1 0,0 0-3 0,0 0 14 16,3-8-3-16,-3 8-2 0,0 0-7 0,0 0 1 15,0 0 5-15,0 0 12 0,0 0-18 0,0 0 3 16,0-10 6-16,0 10 2 0,0 0 0 0,0 0-2 16,1-8 21-16,-1 8-5 0,0 0 2 0,0 0 3 15,0 0-9-15,0 0 11 0,0-12 0 0,0 12-7 16,0 0 2-16,1-9 6 0,-1 9 7 0,2-6-14 15,-2 6 3-15,0 0-6 0,0-10-5 16,0 10-2-16,0 0-4 0,0-11 8 0,0 11-8 0,0 0-7 16,2-8-2-16,-2 8 6 0,0 0-4 0,0-8 8 15,0 8 2-15,0 0 4 0,0 0-3 0,0 0 0 16,0-10 3-16,0 10 2 0,0 0 1 0,0 0 1 16,0 0-2-16,0 0 3 0,0 0-6 0,0 0 2 15,0 0-5-15,0-8-2 0,0 8 2 0,0 0-8 16,0 0 2-16,0 0-8 0,0 0-1 0,0 0-4 15,0 0 5-15,0 0-4 0,0 0 0 0,0 0-3 16,0 0 2-16,0 0 3 0,0 0-2 0,0 0 3 16,0 0-6-16,0 0-1 0,-5 26-2 15,4-19 3-15,1-7 3 0,0 15 0 0,0-5 0 16,0 0-2-16,-2-1 0 0,5 2 1 0,-3-2 1 0,-1 3 2 16,3-3-4-16,0 1-1 0,0-1 2 0,0-1 0 15,-1-1-3-15,0 0 5 0,-1 0-3 0,0-7-1 16,4 11-1-16,-4-11 0 0,1 13 0 0,0-9 5 15,-1-4 2-15,1 8-8 0,-1-8 4 16,0 8 0-16,0-8 0 0,-1 10 3 0,1-10-4 0,0 0-18 16,0 11-12-16,0-11-10 0,1 7-26 0,-1-7-24 15,0 7-24-15,0-7-13 0,3 10-92 0,-3-10-238 16,0 10 105-16</inkml:trace>
  <inkml:trace contextRef="#ctx0" brushRef="#br0" timeOffset="41174.95">24858 4866 16 0,'0'0'31'0,"0"0"-11"0,0 0-6 16,0 0-17-16,0 0-10 0,0 0-15 0,0 0 7 15</inkml:trace>
  <inkml:trace contextRef="#ctx0" brushRef="#br0" timeOffset="41829.08">22699 5127 13 0,'0'0'58'0,"0"0"2"0,0 0-17 16,0 0-6-16,0 0 0 0,0 0 0 0,0 0-2 16,0 0-6-16,0 0 0 0,0 0 4 15,0 0-2-15,0 0 0 0,0 0-2 0,0 0 0 16,0 0 0-16,0 0-1 0,0 0 5 0,0 0 0 0,0 0-3 16,0 0 3-16,0 0-1 0,0 0 0 0,0 0-6 15,0 0-5-15,0 0 4 0,0 0-11 0,0 0 2 16,0 0-3-16,0 0 2 0,0 0 2 15,0 0 1-15,0 0-5 0,0 0-1 0,0 0-9 16,0 0 7-16,0 0-5 0,0 0 3 0,0 0 5 0,0 0-6 16,0 0 0-16,0 0-4 0,0 0-6 0,0 0-22 15,0 0-8-15,0 0-12 0,0 0-13 0,0 0-18 16,0 0-56-16,0 0-142 0,0 0 64 16</inkml:trace>
  <inkml:trace contextRef="#ctx0" brushRef="#br0" timeOffset="45781.59">24943 4134 13 0,'0'0'27'0,"0"0"-8"0,0 0 2 16,0 0-1-16,0 0-6 0,0 0-4 16,0 0 0-16,0 0 2 0,0 0-6 0,0 0 5 15,0 0-4-15,0 0 2 0,0 0 3 0,0 0-1 0,0 0-4 16,0 0 3-16,0 0 4 0,0 0 0 0,0 0-2 15,0 0-1-15,0 0-7 0,0 0 3 0,0 0 4 16,0 0-3-16,0 0-3 0,0 0-1 16,0 0 2-16,0 0-3 0,0 0 7 0,0 0-4 15,0 0-3-15,0 0 3 0,0 0-1 0,0 0 3 16,0 0-9-16,0 0 6 0,0 0-5 0,0 0 0 0,0 0 0 16,0 0 6-16,0 0-6 0,0 0-1 0,0 0-1 15,0 0 4-15,0 0-6 0,0 0 9 16,0 0-11-16,0 0 10 0,0 0 0 0,0 0 2 15,0 0-7-15,27 7 4 0,-27-7 2 0,9 2-4 16,-2 0-3-16,-7-2 6 0,13 1-6 0,-7 0-2 16,-6-1 23-16,13 1-21 0,-5 1 0 0,-1-2 2 0,2 2-2 15,0-2 2-15,2 1-3 0,-3-1 1 0,1 0 4 16,-9 0-4-16,18 0-4 0,-11 0 3 16,5 2 3-16,-5-2 3 0,1 1-1 0,-8-1-1 15,13-1 4-15,-13 1-15 0,12 1 12 0,-12-1-1 16,11 0 4-16,-11 0-9 0,9-1 4 0,-2 2 0 15,-7-1 6-15,11 0-4 0,-11 0 1 0,9-1-4 0,-9 1 0 16,0 0 2-16,10-2 0 0,-10 2 2 0,0 0-5 16,10 0 2-16,-10 0-5 0,0 0 4 15,9-1-3-15,-9 1 3 0,0 0 0 0,14 0 5 16,-14 0-4-16,9 0-1 0,-9 0-3 0,9-2 7 16,-9 2-4-16,13-2-1 0,-13 2 2 0,10-1 4 15,-2 1 0-15,-8 0-3 0,10-1-3 0,-10 1 4 0,13-1-1 16,-7-1-4-16,-6 2 5 0,12 0-3 15,-12 0 3-15,11 0-1 0,-11 0-5 0,9 0 3 16,-9 0-3-16,0 0 3 0,14 0-2 0,-14 0 3 16,8 0-5-16,-8 0 8 0,0 0 1 0,11 0-2 15,-11 0-5-15,0 0-6 0,10 2 13 0,-10-2-8 16,0 0 1-16,8 0 3 0,-8 0 6 0,0 0-3 16,11 0-8-16,-11 0 4 0,0 0 1 0,12 0 5 15,-12 0-4-15,12-2-3 0,-12 2-3 0,13 2 3 16,-6-2 5-16,1 0-9 0,1 1 4 0,1-1 3 15,-1 0-4-15,-1 0 7 0,4 1-5 0,-3-1 4 16,2 0-7-16,-1 1 1 0,0-1 2 0,3 2 2 16,-5-2-1-16,0 0-1 0,1 2 2 0,0-4 0 15,0 5-2-15,1-3-2 0,-2 0 9 0,-8 0-9 16,18 2 0-16,-13-1 3 0,-5-1 3 0,16 1-6 16,-10 1 2-16,3-1 2 0,-9-1 2 0,16 2-3 15,-11-2-3-15,3 0 6 0,1 0 2 0,3 1-7 16,-3-1 4-16,-1 0-3 0,4 0-3 0,-5 0 3 15,3 0-1-15,0-1 2 0,1 1 0 0,-4-2 1 16,3 2-5-16,0 0 5 0,-1-1 0 0,-9 1-4 16,13 0 4-16,-4-2-2 0,-9 2-2 0,11 0-3 15,-11 0 9-15,9-1-4 0,-9 1-3 0,12 0 2 16,-12 0 1-16,9-1-1 0,-9 1 2 0,0 0 3 16,11 0 1-16,-11 0-2 0,9-2-2 0,-2 1 2 15,-7 1 1-15,11 0-6 0,-11 0 1 0,14-2 0 16,-8 0 0-16,-6 2 0 0,11-2 0 0,-3 1 7 15,-8 1-5-15,11-2-5 0,-5 1 1 0,1-1 5 16,-7 2 1-16,12-3 0 0,-12 3 2 0,12-3-7 16,-5 3 6-16,-7 0-7 0,12-3 6 0,-5 3-3 15,-7 0 7-15,12-2-9 0,-12 2 4 0,12-2 6 16,-12 2-14-16,9-2 7 0,-3 1-11 0,-6 1 12 16,13-1 2-16,-13 1-1 0,10-2-3 0,-10 2 6 15,9-1-1-15,-9 1-5 0,0 0 1 0,12-1-2 16,-12 1-2-16,0 0 4 0,6-2 3 0,-6 2 0 15,0 0-5-15,0 0-5 0,9 0-4 0,-9 0-9 16,0 0-7-16,0 0-20 0,0 0-50 0,9-3 22 16</inkml:trace>
  <inkml:trace contextRef="#ctx0" brushRef="#br0" timeOffset="46613.39">25958 4078 5 0,'18'0'24'15,"2"-3"-3"-15,-1 2-4 0,2 0 8 0,-2-2-13 16,1 2 3-16,0-2 3 0,-2 3-10 16,-1-3 5-16,4 2 0 0,-3 1-7 0,-7-2 8 15,8 2-3-15,-4 0-2 0,1 0-4 0,-3-1 7 16,5 1-4-16,-5 0 3 0,4 0 0 0,0 1-3 0,-3-1 0 16,-1 2 3-16,6-4-3 0,-6 4 0 0,1-2 13 15,-4 1-7-15,4 0-5 0,0-1 1 16,-3 0 0-16,2 0 2 0,-4 0-2 0,0 0-4 15,-2 2 2-15,-7-2 7 0,18 0 2 0,-12 0 5 16,-6 0-2-16,14 0-1 0,-14 0-4 0,11 0 13 16,-11 0-13-16,7-2 1 0,-7 2 7 0,0 0 3 0,0 0-4 15,12 0-3-15,-12 0-2 0,0 0 0 16,0 0 5-16,6 2-7 0,-6-2 10 0,0 0 0 16,0 0-2-16,0 0-5 0,0 0 2 0,0 0-5 15,0 0 8-15,0 0 2 0,0 0 1 0,11 0 1 16,-11 0 0-16,0 0 7 0,0 0-2 0,0 0 3 15,0 0 3-15,0 0 12 0,0 0-8 0,0 0-1 0,0 0 1 16,0 0 0-16,0 0-5 0,0 0-1 16,0 0 1-16,0 0-4 0,0 0-1 0,0 0 2 15,0 0 1-15,0 0 2 0,0 0-7 0,0 0-2 16,0 0 5-16,0 0 1 0,0 0-12 0,0 0 4 16,0 0-2-16,0 0 6 0,0 0-1 0,0 0-7 0,0 0 4 15,0 0-3-15,0 0 0 0,0 0-1 16,0 0-2-16,0 0 2 0,0 0-1 0,0 0-4 15,0 0-2-15,0 0-2 0,0 0 1 0,0 0 3 16,0 0-5-16,0 0-3 0,0 0 5 0,0 0-7 16,0 0 3-16,0 0-6 0,0 0 2 0,0 0-3 15,0 0 0-15,0 0-2 0,0 0-3 0,0 0-13 0,0 0-6 16,0 0-16-16,0 0-14 0,0 0-27 16,0 0-19-16,0 0-15 0,0 0-14 0,0 0 2 15,0 0-9-15,0 0-7 0,0 0-71 0,0 0-228 16,0 0 100-16</inkml:trace>
  <inkml:trace contextRef="#ctx0" brushRef="#br0" timeOffset="46826.92">26358 4062 15 0,'27'0'5'16,"0"0"-9"-16,-7 0-3 0,-2 1 1 0</inkml:trace>
  <inkml:trace contextRef="#ctx0" brushRef="#br0" timeOffset="52730.18">30082 4350 65 0,'0'0'90'0,"6"-7"11"15,-6 7 10-15,5-4-7 0,-5 4 5 0,4-5 0 16,-4 5 4-16,0 0-6 0,0 0-4 0,4-7-4 16,-4 7-9-16,0 0-5 0,-1-9-11 0,1 9-4 15,0 0-13-15,-7-11-2 0,7 11-9 0,-7-5-8 16,1 1-3-16,-2 2-3 0,-3-2-6 0,0 0-3 16,-4 3 3-16,-2-3-9 0,-2 3 4 0,-2 1-7 15,0-2-1-15,-1 1-2 0,-1 0-1 0,2 1 0 16,1 0 0-16,0 0 5 0,3 0-8 0,-1 0 6 15,5 0-10-15,-1 0 4 0,0 0-6 0,1 1 5 16,1-1-7-16,-1 1 5 0,0 1-5 0,1-2 6 16,0 0-4-16,0 3 2 0,1-1 1 0,-1-1-5 15,3 0 4-15,2 2-2 0,-5 0-3 0,3 0 1 16,1 0 3-16,2-2 2 0,-1 2-7 0,0 1 1 16,7-4 0-16,-10 5 0 0,5-2 1 0,5-3 1 15,-9 4-3-15,4-1 0 0,5-3-2 0,-5 7 3 16,5-7 1-16,-4 9-2 0,1-3 3 0,2 1-3 15,-2 0 3-15,2 3-6 0,-2-1 6 0,1 3-2 16,2 1-1-16,0-2 0 0,-1 5 1 0,1 3 2 16,0-2 8-16,-3 7-8 0,3 0-3 0,0 3 3 15,1-3 4-15,-1-5-3 0,0 7 5 0,0-6-6 16,-1 6 3-16,0-7 1 0,-2 6-2 0,3 1-2 16,-2-2 8-16,2 3-2 0,-3 0-1 0,1-7-5 15,0-1 4-15,0 0-4 0,-2 0 5 0,3-2-3 16,-1 2 1-16,1-4-3 0,0-3 1 0,-2 0 5 15,3 0-1-15,0-2-1 0,-1 0-5 0,0-3-1 16,1 2 2-16,0-9 11 0,0 14-8 0,-1-9-4 16,1-5 2-16,-2 10 2 0,2-10-6 0,0 0 4 15,0 11-5-15,0-11 8 0,0 0-4 0,0 8 0 16,0-8 1-16,0 0 12 0,0 0-13 0,0 0 0 16,0 0 3-16,0 8-3 0,0-8-1 15,0 0-2-15,0 0 4 0,0 0-1 0,0 0 1 0,0 0-2 16,0 0 6-16,0 0-5 0,0 0 2 0,0 0-4 15,0 0 3-15,0 0 2 0,0 0-4 0,2 8 1 16,-2-8-3-16,0 0 4 0,0 0 2 0,0 0-3 16,0 0 3-16,0 0-4 0,0 0-1 0,10 0 5 15,-10 0 0-15,0 0-1 0,0 0 0 16,9 0-1-16,-9 0 1 0,0 0-4 0,0 0 5 0,10 0-2 16,-10 0 3-16,9 1-3 0,-9-1-3 0,10-1 4 15,-2-1-4-15,-8 2 0 0,17 0 0 0,-4 0 4 16,1-1-3-16,-1-1 5 0,9 1-4 0,-2 1 2 15,10-3-3-15,-3 3 1 0,1-3 1 0,4 3 1 16,0-1-3-16,3 0 1 0,1-1 2 0,2 2-4 16,2 0 4-16,-1 2-2 0,-4-4 6 0,5 2-10 15,-2 0 3-15,-3 0 0 0,-2-2-3 0,-1 2 6 16,-4 0-4-16,-6 0 2 0,-2 2 0 0,1-2-3 16,-4 0 2-16,-4 0 1 0,1 0 0 15,-1 0 3-15,-1 0-2 0,-2 0 8 0,1 0 1 0,1-2 1 16,-12 2 2-16,14 0-3 0,-14 0-1 0,10-1 2 15,-10 1 8-15,10 1-1 0,-10-1 4 0,8 2 3 16,-8-2 3-16,0 0 2 0,0 0-2 0,8 0 0 16,-8 0-3-16,0 0-3 0,0 0 4 15,0 0-7-15,0 0-4 0,0 0 0 0,0 0-6 0,10 0-1 16,-10 0-14-16,0 0-8 0,0 0-30 0,0 0-26 16,0 0-41-16,0 0-33 0,0 0-50 15,0 0-116-15,0 0-336 0,0 0 150 0</inkml:trace>
  <inkml:trace contextRef="#ctx0" brushRef="#br0" timeOffset="53774.16">30478 4773 73 0,'-5'-8'184'0,"5"8"-11"0,-3-6-16 0,3 6-14 16,0 0-8-16,0 0-19 0,-1-9-9 0,1 9-12 16,0 0-9-16,0 0-10 0,0 0-13 0,0 0-2 15,0 0-6-15,0 0-10 0,0 0-3 0,0 0-10 16,0 0 0-16,0 0 0 0,0 0-16 0,0 0 3 16,0 0 1-16,0 0 0 0,0 0-2 0,0 0-5 15,0 0-8-15,0 0 4 0,6 28 2 16,-4-22 1-16,-2-6-4 0,1 11 3 0,0-6-2 0,-1-5-3 15,0 9 2-15,0-9-2 0,2 11 0 0,-2-11 3 16,1 7 1-16,-1-7-1 0,1 7-3 0,-1-7-1 16,0 0 3-16,0 0-1 0,0 0 0 0,0 0 10 15,0 0 8-15,1 7 0 0,-1-7 12 0,0 0 1 16,0 0 4-16,0 0 0 0,0 0-6 0,0 0-1 16,0 0-4-16,0 0-4 0,0 0-3 0,0 0-5 15,0 0 0-15,0 0 0 0,6-24 0 0,-6 24-4 16,1-10-2-16,-1 10-3 0,0-11-1 0,0 11-1 15,0-10 0-15,2 6 0 0,-2 4-1 0,2-10-4 16,-2 10 4-16,1-8-1 0,-1 8-2 0,0-9-1 16,0 9 1-16,3-9-5 0,-3 9 5 0,0-8-1 15,0 8 2-15,0 0-4 0,1-9 0 0,-1 9 0 16,0 0 2-16,0-10-2 0,0 10-2 0,0 0 4 16,0 0-3-16,4-7 5 0,-4 7-5 0,0 0 3 15,0 0-2-15,0 0-1 0,0 0 1 0,0-8 2 16,0 8 1-16,0 0-7 0,0 0 3 0,0 0 6 15,0 0-10-15,0 0 3 0,0 0 2 0,0 0-3 16,0 0 1-16,0 0-2 0,0 0 4 0,0 0-1 16,0 0-2-16,0 0-4 0,0 0 4 0,0 0 0 15,0 0 2-15,0 0-4 0,0 0 1 0,0 0 2 16,0 0-2-16,0 0 1 0,0 0-1 0,0 0-3 16,0 0 0-16,0 0 1 0,0 0-3 0,0 0-2 15,0 0 4-15,0 0 0 0,0 0-3 0,0 0 3 16,-4 27 0-16,1-16 1 0,5 4 4 0,-2 3 2 15,-2 2-1-15,2 8-3 0,-2-1 1 0,-1 5-2 16,1-4 4-16,-1 3 0 0,2 1 0 0,-1 0-1 16,0 1 1-16,1-1-1 0,-1-1 3 0,2 2-2 15,-1-1 3-15,1 3 1 0,0-3-2 0,0-1-3 16,0-2 6-16,1-1-4 0,1-2 5 0,-2-7-5 16,1-1 3-16,-1-4 2 0,1-3-3 0,-2 0 0 15,1 0 1-15,0-1 4 0,0-4-2 0,0-6-21 16,-1 13-8-16,1-13-16 0,1 6-13 0,-1-6-21 15,0 0-22-15,-1 9-29 0,1-9-34 0,0 0-163 16,0 0-347-16,0 0 154 0</inkml:trace>
  <inkml:trace contextRef="#ctx0" brushRef="#br0" timeOffset="54411.1">30619 4640 42 0,'5'-9'141'0,"5"3"-10"0,9 2-12 0,11-2-16 16,10 2-17-16,17-2 9 0,8 6-24 16,29-3-4-16,-29 3-12 0,28-4-1 0,-31 4-14 0,28 4 1 15,-32-4-2-15,6 2-1 0,-4 5-22 0,0-7 9 16,-4 0 5-16,-4 0-13 0,-1 3 5 0,-13-1-5 15,-2-2 12-15,-3 2 18 0,1-2-5 0,-4 0 1 16,-2 2-2-16,-9-4-3 0,0 2 3 0,-6 0 1 16,-1 0 5-16,-1-2 1 0,-3 2 2 0,1 0-1 15,-9 0 1-15,13 0 4 0,-13 0-7 0,9-1-6 16,-9 1 2-16,0 0-9 0,9 0-4 0,-9 0-9 16,0 0-4-16,0 0 0 0,8 3-6 0,-8-3 0 15,3 3-1-15,-3-3-2 0,8 11 2 0,-4-5-3 16,0 1 2-16,1 4-5 0,0 1 5 0,2 5-1 15,0 2-3-15,1 6 1 0,1 1-1 0,-2 1 1 16,-1 0-7-16,-2 1 5 0,1 1 1 0,1-3-2 16,-4 3 1-16,0 0-2 0,-1 0 3 0,-1 2-1 15,2 0-1-15,3-3 1 0,-3-1-3 0,1 1 6 16,0-9-5-16,-3 10 0 0,0-4 2 0,1-1-4 16,-5-4 5-16,6-4 0 0,-4 2-4 0,5 6 3 15,-3-8 9-15,-1-3-5 0,1 4-7 0,-2-1 4 16,1-5-5-16,-1 3 3 0,0 2 0 0,2-4 2 15,-5 3-5-15,4-1 7 0,-3 0-6 0,2-2 3 16,-1 1 2-16,-1-3-4 0,0 2 5 0,-3-1-3 16,-5 1 1-16,1-1 3 0,-3 1-7 15,-2-2 6-15,0 1-3 0,-11 0 0 0,1 0 6 0,-2-2-6 16,-1-1 3-16,-1-4-4 0,0 3 4 0,-4-4-2 16,-1 0-2-16,-1 1-1 0,-1-4-2 0,0 1-3 15,-2-1-3-15,-18 0-3 0,3-3-1 0,-1-1-6 16,0 3-5-16,2-4-8 0,-1 3-12 15,0-4-6-15,4 2-7 0,12-1-7 0,-3 1-16 0,4 1-33 16,0-3-14-16,1-1-24 0,2 2-132 0,-2-2-302 16,3-4 133-16</inkml:trace>
  <inkml:trace contextRef="#ctx0" brushRef="#br0" timeOffset="54711.11">31168 4769 123 0,'3'-12'130'0,"-3"12"-5"16,2-7-7-16,-2 7-2 0,2-7-1 0,-2 7-17 16,0 0-12-16,2-7-16 0,-2 7-24 0,0 0-34 15,0 0-36-15,4-5-29 0,-4 5-20 0,0 0-7 16,0 0 6-16,0 0 2 0,0 0-39 16,0 0-119-16,0 0 52 0</inkml:trace>
  <inkml:trace contextRef="#ctx0" brushRef="#br0" timeOffset="54963.66">31181 4731 30 0,'0'0'13'0,"0"0"11"0,0 0 17 15,0 0 0-15,0 0 7 0,0 0-1 16,0 0 24-16,0 0 5 0,0 0-3 0,5-10 8 0,-5 10 1 16,-1-7 6-16,1 7 8 0,0 0 9 15,0-10 2-15,0 10-7 0,0 0-8 0,0 0-14 0,0 0-3 16,0 0-21-16,0 0-4 0,0 0-8 16,0 0-5-16,0 0 0 0,2 23-2 0,-3-4-4 15,2 7-5-15,-3 3 1 0,0 4 2 0,-1-1 4 16,3 13 0-16,-3-11-2 0,-1 0 5 0,-1 1-3 0,1 1 3 15,-2-2-6-15,2-3 2 0,0 0-8 0,2 2 4 16,-1-6-5-16,-1 4 3 0,2-2-3 16,-2-2-2-16,1-2-1 0,1 0-4 0,-1-1 3 15,1-5 0-15,0-2-16 0,-1-1-24 0,1-4-20 16,1 0-24-16,-1 5-39 0,-2-7-23 0,-1 2-17 16,1-3-143-16,0-1-311 0,-1-3 138 0</inkml:trace>
  <inkml:trace contextRef="#ctx0" brushRef="#br0" timeOffset="55244.2">30864 4874 20 0,'-4'-10'243'0,"2"5"-22"0,2 5-17 16,-3-10-25-16,0 5-22 0,3 5-16 0,-3-7-17 15,3 7-14-15,0 0-17 0,0 0-10 0,0 0-8 16,0 0-2-16,0 0-2 0,-9 27-8 0,6-9-11 16,1 6 1-16,-3 2-8 0,1-1-4 0,-2 1-5 15,0 1 1-15,0-1-3 0,-2-1-7 0,2 2 1 16,-3-4-1-16,0-3-1 0,1-4-6 0,3 3 2 16,-3 1-2-16,1-2-21 0,2-1-27 0,-2 2-33 15,2-7-43-15,2 0-41 0,-3 3-47 0,-1 2-107 16,-1-3-325-16,1-6 144 0</inkml:trace>
  <inkml:trace contextRef="#ctx0" brushRef="#br0" timeOffset="55510.11">30739 5051 1638 0,'8'-15'0'0,"2"0"14"15,-3 5-8-15,0 1-9 0,0-1-7 0,2 3 9 16,2 1 1-16,-1 1-3 0,2 0 6 0,-1 4 1 15,3-1 4-15,-3-1 2 0,2 3-3 0,-1 0 4 16,-2 3-3-16,0 0 11 0,-2-1-16 0,1 4 3 16,-2-1-8-16,0 2 6 0,-2-1-6 0,-1 4 6 15,-2-1-3-15,-1 0 4 0,-1 2 0 0,-1-2 5 16,-3 1-4-16,-3 2 5 0,-2 2 2 0,-3-4 1 16,-6 3 1-16,2-1 0 0,-7-1 0 15,2-2 0-15,-4 2-6 0,4-3-4 0,1-1-23 0,-2-1-20 16,5 0-29-16,0 0-35 0,4-2-28 0,1-1-122 15,1-1-272-15,11-2 121 0</inkml:trace>
  <inkml:trace contextRef="#ctx0" brushRef="#br0" timeOffset="55891.86">31411 5021 63 0,'0'0'216'0,"10"-2"-20"16,-10 2-20-16,0 0-17 0,12 5-15 16,-7-2-18-16,-5-3-11 0,5 9-12 0,-1-2-12 15,-3 0-5-15,2 0-11 0,-2 3-18 0,0-2 4 16,3 3-8-16,-3-4-2 0,4 2-2 0,-5-1-9 0,3-1-3 16,-3-7-1-16,2 10-5 0,-2-10 2 0,0 7-1 15,0-7-1-15,3 7 22 0,-3-7 18 16,0 0 14-16,0 0 5 0,0 0-7 0,0 0-11 15,0 0-5-15,0 0-8 0,0 0-4 0,0 0-5 16,1-23-5-16,2 13-7 0,-2 1-11 0,2-2 3 16,1-7-5-16,2 3-2 0,3 1-6 0,-1 4-6 0,1 3 0 15,-1 0-3-15,0 0-1 0,-3 3-3 16,4 0 1-16,0 4-2 0,3 0-2 0,-12 0-3 16,19 5 1-16,-10 2-2 0,4 2-2 0,-3-1 4 15,-3 3-12-15,1 2-10 0,-1 4-19 0,-4 0-12 16,0-1-11-16,-3-1-36 0,-5-1-31 0,1-1-34 15,-4 3-27-15,-3-2-174 0,-11 2-397 0,4-7 175 16</inkml:trace>
  <inkml:trace contextRef="#ctx0" brushRef="#br0" timeOffset="57223.84">29976 4263 61 0,'0'0'67'0,"0"0"-4"0,0 0 1 0,-8-2-7 16,8 2 0-16,0 0-12 0,-8-5 3 0,8 5 2 16,0 0-7-16,-6-3 8 0,6 3-1 0,0 0 5 15,0 0-3-15,0 0-3 0,-8-4-4 0,8 4 4 16,0 0-4-16,0 0 2 0,0 0-13 0,0 0-9 15,0 0 0-15,0 0-5 0,0 0-1 0,0 0-3 16,0 0 3-16,30-2-4 0,-8 2 5 16,12 0-3-16,2-1-6 0,15 2 3 0,3-1 0 15,-4 0 0-15,2 0 0 0,4 2-6 0,-4-1 1 0,5-1-5 16,-1-1 1-16,3 2 2 0,1-2 0 0,1 2 0 16,2-2-4-16,1 2-4 0,26 0 3 0,-28 1 3 15,-1-4-4-15,-2 2-2 0,5-1 2 0,-3 2 1 16,-3-1 7-16,0 0-2 0,-4 2-1 15,0-2 0-15,-2 0 0 0,-16 2 0 0,15 0 4 16,-14 0-6-16,2-1-1 0,-1 2-23 0,-2-1-2 0,-3-1 7 16,-1 4-4-16,1-4 13 0,-4 2-5 0,-1 0 2 15,-7-1 4-15,1 0 1 0,-2-1 2 16,-4 1 2-16,-3 1-3 0,0-2 3 0,-1 1-3 16,-1-2 8-16,-4 1-3 0,0 0 8 0,-7-1-1 15,16 2 7-15,-16-2-2 0,7 1 4 0,-7-1 2 16,8 0-6-16,-8 0 2 0,0 0 3 0,9 1-4 0,-9-1 12 15,0 0-9-15,0 0 2 0,8 1 6 16,-8-1 0-16,0 0-3 0,0 0 10 0,0 0-6 16,0 0 1-16,0 0-7 0,0 0 6 0,7 1-11 15,-7-1 4-15,0 0-8 0,0 0 2 0,0 0-8 16,0 0-16-16,0 0-25 0,0 0-28 0,0 0-36 16,0 0-20-16,0 0-22 0,0 0-78 0,0 0-235 15,0 0 104-15</inkml:trace>
  <inkml:trace contextRef="#ctx0" brushRef="#br0" timeOffset="57753.39">31848 4195 62 0,'0'0'70'0,"0"0"-5"0,23-3-8 0,-9 4 0 16,5 4-4-16,9-5-1 0,0 3-1 0,2-1-14 15,1 3 3-15,-2-2-7 0,-8 0-3 0,7 0 2 16,0-1-8-16,-7 2 6 0,1-3-3 0,-5-1 1 16,3 1 2-16,-7 1 0 0,2-2-7 0,-2 0 1 15,-3 1-8-15,2-1 19 0,-5 2-15 0,1-2 4 16,-8 0-6-16,10 0 7 0,-10 0-4 16,11 1-2-16,-11-1-3 0,0 0-4 0,9-1 4 0,-9 1-7 15,0 0-13-15,8 1-17 0,-8-1-29 0,0 0-22 16,8 1-21-16,-8-1-48 0,0 0-153 0,0 0 67 15</inkml:trace>
  <inkml:trace contextRef="#ctx0" brushRef="#br0" timeOffset="58146.2">32166 3928 29 0,'0'0'169'0,"-3"-9"-7"16,3 9-4-16,-3-8-4 0,3 8-18 0,0 0-10 15,0 0-19-15,0-9-9 0,0 9-18 0,0 0-13 16,0 0-5-16,0 0-6 0,0 0-2 15,0 0-12-15,0 0-9 0,1 39-1 0,2-15-1 16,2 4 5-16,-3 2-7 0,3 0 2 16,2 2-8-16,-5 0-1 0,2 1 4 0,3-1-2 0,-1-4 7 0,-3 1-2 15,2-2 4-15,0-4-2 0,1 1-5 0,-6-5-3 16,4 0 4-16,1-1-4 0,-2 1 1 16,0-2-4-16,1 1 1 0,-2-7-6 0,-1 2 0 15,0 3 0-15,2-6 2 0,-1 2-3 0,-3-1-6 16,2 0-16-16,-1-11-23 0,0 20-31 0,2-13-35 0,0 1-26 15,-2-8-35-15,4 11-122 0,-4-11-304 16,0 0 135-16</inkml:trace>
  <inkml:trace contextRef="#ctx0" brushRef="#br0" timeOffset="58535.6">32559 3869 126 0,'0'0'161'0,"0"0"-12"16,-2-10-11-16,2 10-11 0,0 0-6 0,0 0-23 15,0 0-2-15,0 0-12 0,0 0-15 0,0 0-5 16,0 0-11-16,0 0-6 0,0 0 2 0,0 0-5 16,0 42-2-16,3-13 0 0,0 1-2 15,-2 2-5-15,1 3-1 0,-3 0-3 0,2-1 5 0,-1 15-4 16,0-5-4-16,-2-9-2 0,2 0 6 0,-3-3-5 16,-1 1 5-16,3-1-10 0,0 0 3 0,-2 1-5 15,-1-1-2-15,2 0 2 0,-2 1-3 0,0-5 0 16,2 4 3-16,-2-8-5 0,1 2-11 0,1-8-11 15,0 0-20-15,0-3-30 0,1 4-40 0,-1-7-25 16,1-1-21-16,1-1-122 0,0-10-287 16,-3 11 127-16</inkml:trace>
  <inkml:trace contextRef="#ctx0" brushRef="#br0" timeOffset="59498.65">32657 4189 51 0,'0'0'98'0,"0"0"-7"0,0 0-7 0,6-10-3 0,-6 10-12 16,0 0-6-16,0 0-6 0,0 0-9 15,84-6-6-15,-52 6-3 0,-32 0 1 0,62 0-5 16,-30 1-4-16,-32-1-6 0,64 1-11 0,-35 2 11 16,-29-3-4-16,57 3 2 0,-57-3 0 0,43 1 0 15,-43-1-4-15,40 1 1 0,-40-1 2 0,41 0-2 16,-41 0 0-16,0 0 36 0,47 1-5 0,-47-1-4 16,0 0 2-16,37-1-2 0,-37 1-7 0,0 0 5 15,0 0-1-15,0 0-8 0,33-8 2 0,-33 8 4 16,0 0-9-16,0 0 2 0,0 0-6 0,0 0-1 15,0 0-2-15,0 0 2 0,0 0-8 0,0 0-1 16,0 0-1-16,0 0-3 0,0 0-5 0,0 0 5 16,0 0-21-16,0 0 13 0,0 0-2 0,0 0-3 15,0 0 1-15,0 0 6 0,0 0-6 0,39 14-1 16,-39-14 0-16,0 0-2 0,0 0 5 0,12 28-4 16,-12-28 2-16,0 0-2 0,7 34-1 0,-7-34 5 15,3 29-6-15,-3-29 1 0,7 33 1 0,-7-33-1 16,4 37 0-16,-4-37 4 0,1 38 0 0,-1-38 3 15,0 45-3-15,0-45-3 0,2 51-1 0,-5-25 5 16,3-26-3-16,0 51 0 0,0-51-2 0,-2 52 4 16,2-26-1-16,0-26 2 0,-1 50 5 0,1-50-6 15,-1 53 2-15,1-28-1 0,0-25-2 0,-1 51 2 16,1-51-1-16,1 50 0 0,-2-25 1 0,1-25-1 16,1 45-2-16,-1-45 1 0,1 38 0 0,-1-38 1 15,-1 42-5-15,1-42 4 0,1 35-5 0,-1-35 12 16,1 39-8-16,-1-39 3 0,2 39-4 0,-2-39 3 15,0 33-1-15,0-33 1 0,1 35-3 0,-1-35 1 16,0 0 4-16,0 42-6 0,0-42 0 16,4 32-2-16,-4-32 4 0,0 0-2 0,0 48 2 0,0-48 1 15,-4 34 0-15,4-34-1 0,0 0 1 0,-3 47-2 16,3-47 3-16,-1 27 6 0,1-27-8 0,0 0 1 16,-5 35-2-16,5-35 1 0,0 0 1 15,0 0-8-15,-3 33 8 0,3-33 2 0,0 0-7 0,0 0 3 16,0 0-5-16,0 0 5 0,0 0 1 15,-2 34 1-15,2-34 6 0,0 0-5 0,0 0 6 16,0 0-5-16,0 0 8 0,0 0-1 0,0 0 4 16,0 0 5-16,0 0 4 0,0 0 3 0,0 0-4 0,0 0-1 15,0 0-3-15,-26 16-1 0,26-16 0 16,0 0-2-16,0 0-1 0,-48-9-1 0,48 9-2 16,0 0 0-16,-72-7-4 0,42 1 2 0,30 6-4 15,-69-7-10-15,30 2 3 0,-11 1-9 0,-3 0 4 16,1-2-2-16,0 2-9 0,-1-2 1 0,-1 3 2 15,3 0 4-15,11 2-5 0,-1-2 3 0,2 1 3 16,0-1-2-16,2 4 3 0,-2-3-2 0,3-1 1 16,-1-1 2-16,1 4 0 0,-1 0-1 0,-3-3 1 15,4 1 3-15,-1 0-4 0,0-1 6 0,-2 0 0 16,0 1-1-16,1 0 1 0,1 0 2 0,5-2-3 16,-1 2 1-16,3 0-2 0,2 4-8 0,1-4-23 15,7 2-25-15,2-1-34 0,-2 1-34 0,20 0-36 16,-35 3-130-16,21-3-316 0,14 0 140 0</inkml:trace>
  <inkml:trace contextRef="#ctx0" brushRef="#br0" timeOffset="61979.89">31741 3906 25 0,'-14'-1'115'0,"3"-1"2"16,11 2-8-16,-21-2-5 0,21 2-7 0,-14-1-9 15,14 1-9-15,-10-2-6 0,10 2-5 0,0 0-20 16,-11-2 0-16,11 2-4 0,-6-1 9 16,6 1-10-16,0 0 11 0,0 0-11 0,0 0 2 0,0 0-2 15,0 0-1-15,0 0-23 0,0 0 16 0,0 0 0 16,0 0-4-16,28 10-4 0,-9-6-6 0,8-2-31 16,5 2-25-16,4-2-33 0,2-2-55 0,0 2-89 15,-3-2-230-15,2-2 103 0</inkml:trace>
  <inkml:trace contextRef="#ctx0" brushRef="#br0" timeOffset="62320.06">32895 3817 89 0,'0'0'174'16,"0"0"-1"-16,0 0-6 0,0 0-1 0,0 0-9 15,0 0-7-15,0 0-13 0,0 0-8 0,0 0-16 16,0 0-11-16,0 0-12 0,0 0-11 0,0 0-12 15,0 0-3-15,0 0-12 0,0 0-5 0,0 0-2 16,0 0-8-16,0 0-14 0,19-39-23 0,-19 39-20 16,0 0-25-16,50-2-21 0,-50 2-27 15,0 0-22-15,43 0-24 0,-43 0-18 0,0 0-81 16,31-7-257-16,-31 7 113 0</inkml:trace>
  <inkml:trace contextRef="#ctx0" brushRef="#br0" timeOffset="62493.47">32934 3646 189 0,'0'0'185'0,"0"0"-17"16,0 0-24-16,0 0-10 0,0 0-19 15,0 0-15-15,0 0-14 0,0 0-4 0,0 0 5 16,0 0-2-16,0 0-12 0,0 0-1 0,0 0-10 16,-28 55-6-16,28-55-1 0,-6 56-6 0,2-28-34 15,-4 1-38-15,1-1-39 0,-5 2-46 0,-1-1-153 16,-2-2-283-16,2-2 125 0</inkml:trace>
  <inkml:trace contextRef="#ctx0" brushRef="#br0" timeOffset="63019.28">32750 3685 8 0,'0'0'107'0,"0"0"-9"0,0 0-16 16,0 0 1-16,0 0-17 0,0 0 5 0,0 0-9 15,0 0 5-15,0 0-5 0,0 0 0 0,0 0-8 16,94 17-2-16,-57-14-14 0,0-2-9 0,-37-1-37 15,69 4-28-15,-37-3-38 0,-32-1-64 0,49 0-148 16,-49 0 65-16</inkml:trace>
  <inkml:trace contextRef="#ctx0" brushRef="#br0" timeOffset="63645.32">32523 3704 28 0,'0'0'132'16,"1"-8"-9"-16,-1 8-14 0,1-11 2 0,-1 11-9 15,2-8-5-15,-2 8 10 0,1-8-7 0,-1 8 11 16,0 0-4-16,3-8-9 0,-3 8-3 0,0 0-12 16,0 0-3-16,0 0-12 0,0 0-4 0,-2-10-12 15,2 10-2-15,0 0-10 0,0 0-7 0,0 0-10 16,0 0 5-16,0 0-5 0,0 0-1 0,0 0-3 16,0 0-1-16,-2 34-7 0,0-15 2 15,0 11-1-15,-3 0 5 0,2 1-5 0,-1 2 1 0,-2 13-13 16,5-11-17-16,-2 2-22 0,2 10-28 0,-2 0-59 15,-1 1-24-15,2-13-117 0,-5-1-290 16,6 0 128-16</inkml:trace>
  <inkml:trace contextRef="#ctx0" brushRef="#br0" timeOffset="66539.92">31131 7086 60 0,'0'-8'142'0,"0"8"-16"16,0 0-12-16,0-9-17 0,0 9 0 0,0 0-21 15,0 0-4-15,0 0-9 0,0 0-12 0,0 0-6 16,0 0 1-16,0 0-5 0,5 28 1 0,-5-3 1 15,3 0 0-15,-3 6 3 0,0-1-6 0,-3 1 2 16,-1 13 5-16,2 4-14 0,-3-1 0 0,0 6 3 16,0-1 2-16,-2 3-8 0,3-1 12 0,3 4-11 15,0-1-2-15,-2 0-4 0,2 1-5 0,0-3 5 16,-1-3-8-16,-2 0 0 0,4-5 2 0,0-1-2 16,-3-11 0-16,4 1-3 0,-1 0 2 0,0-2-6 15,-1 0-2-15,-2 0 5 0,3-2-8 0,0-2 2 16,-2 2 2-16,2-6 0 0,-2 3-5 0,2-4-3 15,-2 0-9-15,2-11-24 0,0 4-23 0,0-5-22 16,0-1-14-16,1-1-16 0,-1 0-11 0,-1-2-111 16,1-1-247-16,0-8 110 0</inkml:trace>
  <inkml:trace contextRef="#ctx0" brushRef="#br0" timeOffset="67477.95">30798 8286 64 0,'-12'-2'120'0,"-2"0"0"0,4-2-10 0,3 4-4 16,-1-3-11-16,8 3-9 0,-11-2-8 0,11 2-5 15,-9-1-10-15,9 1-5 0,0 0-11 16,-9-1-6-16,9 1 6 0,0 0-9 0,0 0-5 0,0 0-8 15,0 0 2-15,0 0 2 0,0 0 3 0,0 0 7 16,0 0-3-16,0 0-4 0,0 0 10 0,29 10-2 16,-1-7 0-16,9-1 3 0,18 2 0 15,5-2 0-15,36 3-10 0,-2-5-2 0,7 3 0 16,8-3 0-16,7-1-1 0,5 1-6 0,6 0-4 0,3 2-13 16,2 0-9-16,-4-2 8 0,1 1-3 0,-3-2-1 15,0 1 4-15,-3 0 1 0,-6 0 0 0,-5 0 1 16,-6 0 3-16,-10 3 1 0,-32-3 21 0,0 1-2 15,0 1-2-15,-3 2-4 0,-7-3 1 0,-16 1-5 16,-2-1-1-16,-36-1-3 0,50 5 0 0,-50-5-19 16,29 1-2-16,-29-1 8 0,0 0 12 0,0 0 2 15,0 0 5-15,0 0 1 0,39 0-4 0,-39 0-2 16,0 0-8-16,0 0-27 0,0 0-18 0,0 0-31 16,0 0-32-16,0 0-34 0,0 0-31 15,0 0-129-15,0 0-317 0,0 0 140 0</inkml:trace>
  <inkml:trace contextRef="#ctx0" brushRef="#br0" timeOffset="69777.23">33083 8493 96 0,'0'0'232'0,"0"0"-14"0,0 0-10 0,0 0-19 16,0 0-15-16,0 0-13 0,0 0-12 0,0 0-17 16,0 0-11-16,0 0-12 0,0 0-18 0,0 0-5 15,0 0-11-15,0 0-11 0,0 0-2 0,0 0-9 16,0 0-5-16,0 0-7 0,0 0 23 0,0 0-5 15,0 0-6-15,0 0-7 0,55 48-7 0,-55-48-1 16,0 0-4-16,10 26-4 0,-10-26-2 0,0 0-2 16,0 0-2-16,0 0-1 0,4 30-3 0,-4-30-2 15,0 0 3-15,0 0-2 0,0 0-4 0,0 0 5 16,0 0 4-16,0 0 6 0,0 0 3 0,0 0 8 16,0 0 6-16,0 0 5 0,0 0-2 0,0 0-4 15,0 0-13-15,0 0 2 0,0 0-2 0,0 0-7 16,0 0-1-16,0 0-7 0,0 0 1 0,69-27-5 15,-69 27-3-15,32-23-1 0,-32 23 0 0,30-25-4 16,-30 25-3-16,32-21 0 0,-32 21 2 0,19-15-3 16,-19 15 4-16,0 0-3 0,0 0 0 0,22-15-1 15,-22 15-14-15,0 0 10 0,0 0-8 0,0 0 3 16,0 0 2-16,0 0-2 0,0 0 3 0,0 0 0 16,0 0-3-16,0 0 4 0,0 0-2 0,0 0 0 15,0 0 2-15,0 0-1 0,-31 92 1 0,31-92 0 16,-3 32 1-16,3-32-1 0,0 0-14 0,19 40-53 15,-4-29-44-15,9 4-40 0,7-2-39 0,4-5-67 16,-2 0-171-16,-1-5-464 0,-32-3 205 0</inkml:trace>
  <inkml:trace contextRef="#ctx0" brushRef="#br0" timeOffset="71743.78">31322 7325 92 0,'0'0'133'0,"0"0"0"0,0 0-14 0,0 0-4 15,0 0-3-15,0 0-11 0,0 0-6 0,0 0-1 16,0 0-3-16,0 0-6 0,0 0-7 16,0 0-7-16,0 0-2 0,0 0-4 0,0 0 1 0,0 0-6 15,0 0-1-15,0 0-1 0,0 0 0 0,0 0-8 16,0 0 1-16,0 0-5 0,0 0-2 0,0 0-4 15,0 0-1-15,0 0-4 0,0 0-2 0,0 0-1 16,5-26-5-16,-5 26-2 0,1-8 1 0,-1 8 2 16,5-10-9-16,-5 10 4 0,4-7 0 0,-3 1-4 15,4 2-5-15,-5 4-3 0,9-13 3 0,-5 4-4 16,3 3-4-16,1-3 3 0,0 3 3 16,0-1-6-16,-1-1-1 0,4 1 3 0,-2 1-9 0,-2-1 4 15,-2 3-1-15,3 2-3 0,-2-1-1 0,-1-3 2 16,2 2 3-16,4 2-3 0,-6-2 1 0,2 2-3 15,-7 2 1-15,14-2 4 0,-4 1-4 0,-2-1-1 16,2 1-5-16,1 1 7 0,2 0-3 0,0 0 3 16,-1 0-5-16,2 3 5 0,0-2-2 0,-1 1 0 15,-1-2 1-15,1 2 3 0,-3 0 0 0,2-1-1 16,-2 0 1-16,-2 1-1 0,3-2-2 0,1 0 0 16,-3 3 0-16,3 0-1 0,-1-2 1 0,3 2-2 15,4 0 2-15,-4 0-1 0,-3 0-1 0,2-2 5 16,1 5-4-16,-2-3-4 0,0 3 4 0,0-2-1 15,-2 2 1-15,1 1 0 0,-2-2-1 0,-1 3-1 16,2-1 6-16,1 1-3 0,-4 0 1 0,2 4-1 16,-1-5-4-16,0 1 5 0,-2 1-1 0,3-1 1 15,-3-1-2-15,4 0 3 0,-4 0 0 0,0 0-1 16,4 1 5-16,-3-4-5 0,2 4 3 0,-3-4-6 16,3 3 3-16,0 2 2 0,-1-5-3 0,2 2 0 15,-1 0 4-15,1 1-4 0,3-1-5 0,-3 0 0 16,0-1-4-16,7 3-6 0,-7-1-1 0,1-4-2 15,1 4 2-15,0-4-2 0,0 3-2 0,0-3-3 16,-2 1 2-16,3 2 1 0,0-3-2 0,0 3 4 16,-2-1-1-16,0-1 2 0,1 2 4 0,-1-1-2 15,-2 0-1-15,1 2-4 0,-2-2 0 0,1 1 0 0,0 2 6 16,-4-4-5-16,3 2-2 0,0 1 4 16,-1 0 3-16,-2-3-6 0,2 4 6 0,-1-1 1 15,1 1-1-15,0 1 1 0,-2-5-5 0,0 5-7 16,2-4 5-16,-1 4 2 0,2 0 8 0,-1-4-6 15,1 4 2-15,0-4-8 0,1 1 9 0,0 1 0 0,-2 1-2 16,1-3 0-16,1 0 0 0,0 2-5 16,-4-4 5-16,1 2-6 0,3 2 7 0,-2-3-6 15,-1-2 10-15,2 3-1 0,-1 1 3 0,-2-4-4 16,1 2 4-16,-1-2-2 0,0 2 1 0,0 0-6 0,3-1 22 16,-3 1-8-16,0-1-4 0,0 1 4 0,2 2-4 15,0-3 2-15,-2 1 1 0,2 0-8 0,-1 1 13 16,2 0-13-16,2 0 7 0,-6-1-10 15,2 0 3-15,2 0 7 0,-2 1-7 0,-6-5 15 16,0 0-9-16,0 0 2 0,0 0 8 0,0 0-9 0,0 0 4 16,47 28-12-16,-47-28 1 0,0 0-9 0,25 17 2 15,-25-17 0-15,0 0 3 0,0 0-6 16,28 18 6-16,-28-18 0 0,0 0-1 0,0 0 7 16,25 13-6-16,-25-13 3 0,0 0-2 0,0 0 8 0,25 11-6 15,-25-11 15-15,0 0-8 0,0 0 0 0,32 14 0 16,-32-14-8-16,0 0 6 0,23 14-1 15,-23-14 7-15,0 0-13 0,0 0 7 0,26 18-2 0,-26-18 0 16,0 0 4-16,0 0 3 0,22 16-1 16,-22-16-1-16,0 0 4 0,0 0 5 0,0 0 0 0,22 16 11 15,-22-16 0-15,0 0-11 0,0 0-2 0,0 0 2 16,37 11 0-16,-37-11 1 0,0 0-3 0,0 0 6 16,0 0-6-16,34 4-3 0,-34-4-3 0,0 0 4 15,0 0-1-15,0 0-11 0,0 0-2 0,35 5 9 16,-35-5-10-16,0 0-1 0,0 0-2 0,0 0-1 15,0 0-4-15,33 5-6 0,-33-5 17 0,0 0-1 16,0 0-8-16,0 0 4 0,0 0-2 0,0 0 0 16,33 6 3-16,-33-6 1 0,0 0 3 0,0 0-1 15,0 0-2-15,0 0 9 0,0 0-6 0,0 0 4 16,35 3-1-16,-35-3 3 0,0 0 5 0,0 0-4 16,0 0-5-16,0 0 8 0,0 0-3 0,0 0 2 15,0 0-1-15,0 0 3 0,45-3 1 0,-45 3-1 16,0 0 2-16,0 0-2 0,0 0-3 0,0 0-7 15,0 0-17-15,37-4 1 0,-37 4-7 16,0 0-4-16,0 0 7 0,0 0-6 0,33-9 2 0,-33 9 5 16,0 0 2-16,0 0 8 0,0 0 1 0,0 0 2 15,0 0-2-15,0 0 1 0,0 0 3 0,32-6 10 16,-32 6 6-16,0 0 3 0,0 0 9 16,0 0 2-16,0 0 0 0,0 0-3 0,0 0 0 0,0 0 0 15,0 0-19-15,0 0-12 0,0 0-17 16,0 0-23-16,0 0-61 0,0 0 28 0</inkml:trace>
  <inkml:trace contextRef="#ctx0" brushRef="#br0" timeOffset="71981">33393 7948 2 0,'0'0'51'0,"0"0"-7"0,0 0-6 0,0 0-7 15,0 0-5-15,0 0 1 0,0 0 1 0,0 0-3 16,0 0 4-16,0 0-8 0,0 0-1 0,0 0-10 16,0 0 1-16,0 0-10 0,0 0-19 0,0 0-15 0,58 6-20 15,-58-6-56-15,0 0 25 0</inkml:trace>
  <inkml:trace contextRef="#ctx0" brushRef="#br0" timeOffset="76563.68">31579 7170 2 0,'6'3'6'0,"-6"-3"-3"0,10 0 2 15,-10 0 1-15,13 1-6 0,-7-1 7 0,-6 0-7 16,12 3 2-16,-6-1 0 0,-6-2 0 0,14 1-1 16,-14-1 2-16,9 0-4 0,-9 0 3 0,9 2-2 15,-9-2 4-15,9 2-12 0,-9-2 14 0,10 2-6 16,-10-2-2-16,8 0 3 0,-8 0-3 0,9 0 7 16,-9 0-9-16,10 1 3 0,-10-1 1 0,0 0 2 15,12-1-1-15,-12 1 4 0,7 1-2 0,-7-1-3 16,9 3 0-16,-9-3 1 0,0 0 4 0,8 2-3 15,-8-2-7-15,0 0 11 0,6 1-6 0,-6-1 4 16,0 0-6-16,8 3 8 0,-8-3-9 0,0 0 0 16,0 0 5-16,5 7-3 0,-5-7 3 0,0 0-2 15,5 3 2-15,-5-3-5 0,0 0 2 0,5 6 3 16,-5-6-5-16,5 3 2 0,-5-3-3 0,0 0 2 16,5 7 8-16,-5-7-7 0,6 2 3 0,-6-2-2 15,0 0 0-15,6 4 0 0,-6-4 3 0,6 4 1 16,-6-4-7-16,5 4 2 0,-5-4 1 0,6 2 0 15,-6-2 3-15,5 4-1 0,-5-4-1 0,5 4-4 16,-5-4 6-16,7 4 2 0,-7-4-7 0,7 4 1 16,-7-4 2-16,6 2-1 0,-6-2 3 0,8 5-2 15,-8-5 1-15,9 6-1 0,-5-5 0 0,-4-1-1 16,7 5 0-16,-7-5 5 0,8 4-4 0,-8-4 0 16,7 3-2-16,-7-3-2 0,3 6 1 0,-3-6-2 15,5 3 7-15,-5-3-4 0,5 6 0 0,-5-6-2 16,4 4 3-16,-4-4 0 0,5 7-2 0,-1-4 2 15,-4-3 4-15,9 5-3 0,-5-1 0 0,-4-4 0 16,5 3 3-16,-5-3-2 0,7 6-3 0,-7-6-1 16,5 4 4-16,-1 0-4 0,-4-4 3 0,6 3-1 15,-6-3-1-15,6 5-2 0,-6-5 3 0,5 3 1 16,-5-3-3-16,0 0 3 0,5 4 0 0,-5-4 2 16,0 0-3-16,7 4 1 0,-7-4-1 0,0 0-3 15,0 0 9-15,0 0-4 0,0 0 3 0,4 4 5 16,-4-4 5-16,0 0-4 0,0 0 4 0,0 0 1 15,0 0-2-15,0 0-6 0,0 0 5 0,0 0-3 16,0 0-7-16,0 0 6 0,0 0-6 0,0 0 2 16,0 0-6-16,0 0-1 0,0 0-2 0,0 0-6 15,0 0-7-15,0 0-16 0,0 0-35 0,0 0 16 16</inkml:trace>
  <inkml:trace contextRef="#ctx0" brushRef="#br0" timeOffset="78866.82">31775 7268 5 0,'9'0'9'0,"-9"0"5"15,10 2 5-15,-10-2-5 0,11 1 6 16,-11-1-7-16,9 2-1 0,-9-2-2 0,7 0 1 0,-7 0 2 15,10 1-2-15,-10-1 2 0,8 2-5 0,-8-2 2 16,0 0-1-16,9 1-1 0,-9-1-8 16,0 0 6-16,10 0 5 0,-10 0-6 0,9 0 5 15,-9 0-5-15,0 0 1 0,9 3-3 0,-9-3 2 16,7 1-3-16,-7-1-1 0,6 2-1 0,-6-2 4 16,8 3-5-16,-8-3-1 0,6 3 6 0,-6-3-3 15,5 4 1-15,-5-4 8 0,7 3-14 0,-7-3 7 16,0 0-12-16,8 3 10 0,-8-3-2 0,0 0 6 0,7 1-11 15,-7-1-2-15,0 0 12 0,0 0-1 16,5 4-6-16,-5-4 6 0,0 0-1 0,0 0-1 16,6 4 4-16,-6-4-8 0,0 0 5 0,0 0 2 15,7 2 4-15,-7-2-11 0,0 0-2 0,7 4 9 16,-7-4 0-16,4 5-2 0,-4-5 1 0,8 3-2 16,-8-3-9-16,0 0 6 0,5 6 3 0,-5-6-1 15,7 5 4-15,-7-5-6 0,6 5 3 0,-4-1-5 16,-2-4 6-16,9 5 3 0,-5-3-8 0,-4-2 3 15,9 5-4-15,-9-5 3 0,9 1 1 0,-4 2-3 0,-5-3 6 16,10 3-6-16,-4 1 2 0,-6-4-1 0,8 2 4 16,-8-2-6-16,8 3 6 0,-8-3-4 15,5 4 1-15,-5-4 2 0,7 2 0 0,-7-2 0 16,7 4-1-16,-7-4-2 0,8 5 1 0,-8-5 4 16,8 4-8-16,-8-4 2 0,3 4 2 0,-3-4 7 15,6 4-6-15,-6-4 3 0,5 5-4 0,-5-5-2 0,3 4 4 16,-3-4-2-16,6 5 1 0,-6-5-3 15,0 0 2-15,5 6 1 0,-5-6 2 0,0 0-8 16,4 5 4-16,-4-5 1 0,0 0-1 0,5 3-1 16,-5-3 4-16,0 0-2 0,0 0 2 0,0 0-4 15,2 8 0-15,-2-8 8 0,0 0-7 0,7 5 2 16,-7-5-1-16,0 0 4 0,6 4 0 0,-6-4-1 16,5 5-4-16,-5-5 2 0,0 0 3 0,7 3-2 15,-7-3-1-15,0 0 2 0,3 4 1 0,-3-4-7 16,0 0 3-16,7 3 2 0,-7-3 1 0,0 0 2 15,6 6-4-15,-6-6-2 0,0 0 1 0,5 4 4 16,-5-4-3-16,4 3 6 0,-4-3-9 0,0 0 3 16,6 4-3-16,-6-4 3 0,4 4 3 0,-4-4-6 15,0 0 3-15,7 5-2 0,-7-5 1 0,6 3 4 16,-6-3-3-16,6 4-3 0,-6-4 3 0,0 0-2 16,6 5 4-16,-6-5 1 0,0 0-3 0,6 4-1 15,-6-4 3-15,0 0-2 0,5 2 1 0,-5-2 0 16,0 0-3-16,6 4-1 0,-6-4 3 0,0 0-1 15,0 0-1-15,8 1 5 0,-8-1-1 0,0 0 1 16,5 4-6-16,-5-4-2 0,8 3 7 0,-8-3-1 16,0 0 1-16,10 2 0 0,-10-2-2 0,8 1-2 15,-8-1 5-15,5 3-2 0,-5-3-5 0,0 0 6 16,8 3-2-16,-8-3-1 0,5 3-1 0,-5-3 0 16,0 0 3-16,7 6-6 0,-7-6-2 0,7 5 7 15,-7-5-2-15,5 5-4 0,-5-5-7 0,5 3 6 16,-5-3-1-16,4 4-2 0,-4-4 7 0,5 3-6 15,-5-3 1-15,0 0 4 0,10 4 3 0,-6-2-1 16,-4-2-1-16,6 3-2 0,-6-3-3 0,0 0 0 16,9 3 4-16,-9-3 7 0,7 2-5 0,-7-2 6 15,0 0-4-15,7 2 3 0,-7-2-4 0,0 0 2 16,8 3-10-16,-8-3 12 0,0 0-2 0,8 2-1 16,-8-2 0-16,0 0 6 0,7 2 0 0,-7-2-4 15,0 0-1-15,5 4 1 0,-5-4 1 0,0 0 1 16,8 4-5-16,-8-4 4 0,0 0-1 0,5 1 0 15,-5-1 2-15,0 0 4 0,0 0-3 0,8 5-3 16,-8-5-1-16,0 0 1 0,8 3 2 0,-8-3-2 16,0 0-3-16,5 2-2 0,-5-2 5 0,0 0 1 15,5 4 0-15,-5-4-5 0,0 0 6 0,5 6-9 16,-5-6 8-16,0 0-3 0,6 3-1 0,-6-3-3 16,0 0 1-16,7 5 8 0,-7-5-4 0,5 3 2 15,-5-3-2-15,6 4-1 0,-6-4-2 0,5 4 0 16,-5-4 4-16,3 3-7 0,-3-3 5 0,0 0 2 15,6 6-1-15,-6-6 0 0,0 0 0 0,7 4-3 16,-7-4 4-16,0 0-1 0,6 3-3 0,-6-3 3 16,0 0 1-16,5 4-4 0,-5-4 1 0,0 0 0 15,3 5 0-15,-3-5 1 0,0 0 0 0,5 4 4 16,-5-4 6-16,0 0-11 0,0 0 7 0,5 5-8 16,-5-5 5-16,0 0 2 0,0 0-2 0,0 0 4 15,5 4-5-15,-5-4 3 0,0 0-2 0,5 4-2 16,-5-4-2-16,0 0 4 0,0 0-1 0,5 5 1 15,-5-5-5-15,0 0 12 0,5 4-14 0,-5-4 6 16,0 0-3-16,0 0 2 0,7 4 0 0,-7-4 1 16,0 0-2-16,6 5-5 0,-6-5 3 0,4 4-3 15,-4-4 4-15,0 0 3 0,6 4-2 0,-6-4-1 16,4 5 1-16,-4-5 2 0,0 0-4 0,5 6 7 16,-5-6-5-16,0 0 4 0,6 5-7 0,-6-5 7 15,0 0-9-15,7 1 10 0,-7-1-5 0,5 3-1 16,-5-3 4-16,4 5-12 0,-4-5 13 0,0 0-3 15,5 7-1-15,-5-7 0 0,0 0 4 0,5 3-8 16,-5-3 4-16,4 4 4 0,-4-4-7 0,0 0 3 16,0 0 1-16,5 4 2 0,-5-4-4 0,0 0 2 15,0 0-7-15,0 0 5 0,5 5-2 0,-5-5 10 16,0 0-8-16,0 0 4 0,0 0 0 0,0 0 2 16,0 0 4-16,0 0-5 0,5 4 3 0,-5-4-1 15,0 0-6-15,0 0 2 0,6 4 11 0,-6-4-10 16,0 0-4-16,0 0 8 0,0 0-7 0,0 0 1 15,0 0 3-15,5 4-5 0,-5-4 3 0,0 0-5 16,0 0 10-16,5 3-5 0,-5-3-5 0,0 0 3 16,0 0-5-16,0 0 3 0,5 5 1 0,-5-5 5 15,0 0-2-15,0 0 3 0,5 5-5 0,-5-5-3 16,0 0 3-16,5 4 6 0,-5-4-4 0,0 0 1 16,0 0-2-16,7 2 2 0,-7-2-4 0,0 0-3 15,0 0 0-15,6 4-5 0,-6-4 5 0,0 0-3 16,5 5 7-16,-5-5-7 0,0 0 3 0,5 4 2 15,-5-4 7-15,0 0-5 0,0 0 0 0,8 4 5 16,-8-4-2-16,0 0 2 0,5 4-4 0,-5-4-8 16,0 0 5-16,5 2 0 0,-5-2 4 0,0 0 1 15,0 0-3-15,0 0-1 0,8 1-1 0,-8-1 2 16,0 0 5-16,0 0-6 0,0 0 0 16,0 0-2-16,11 4 1 0,-11-4 4 0,0 0-2 15,0 0 5-15,0 0-7 0,0 0 2 0,0 0 0 0,0 0 0 16,0 0 1-16,0 0-2 0,0 0 1 0,0 0 2 15,0 0-2-15,0 0 1 0,0 0-2 0,0 0 2 16,0 0 2-16,0 0 0 0,0 0-4 0,0 0 0 16,0 0 0-16,0 0 0 0,0 0 5 0,0 0-5 15,0 0 1-15,0 0-1 0,0 0 6 0,0 0-12 16,0 0-1-16,49 16 2 0,-49-16-4 16,0 0-8-16,0 0 2 0,0 0-4 0,0 0 0 0,0 0 1 15,0 0-1-15,0 0 3 0,0 0-12 0,0 0-32 16,28 10 14-16</inkml:trace>
  <inkml:trace contextRef="#ctx0" brushRef="#br0" timeOffset="83808.28">32452 7674 1 0,'7'4'4'0,"-7"-4"-1"15,0 0 9-15,8 4-7 0,-8-4 0 0,5 2-2 16,-5-2-2-16,6 3 5 0,-6-3-4 0,6 3 7 15,-6-3-8-15,8 7 3 0,-8-7-1 0,7 4 4 16,-2-2 0-16,-5-2-5 0,7 3 5 0,-7-3-1 16,8 6-4-16,-4-3 3 0,-4-3-3 0,8 7 6 15,-5-5-1-15,-3-2 4 0,7 3-10 0,-7-3 2 16,6 2 1-16,-6-2 3 0,0 0 1 0,9 4-1 16,-9-4-3-16,7 5 5 0,-7-5-6 0,8 4 2 15,-4-1-1-15,-4-3 1 0,7 4-2 0,-7-4 3 16,6 2-2-16,-6-2-1 0,8 6-1 0,-3-3 4 15,-5-3-2-15,7 5-2 0,-3-2-4 0,-4-3 7 16,7 5-8-16,-7-5 5 0,6 5-2 0,-6-5 2 16,9 3-2-16,-5 0 0 0,-4-3 10 15,6 4 2-15,-6-4-6 0,7 5 6 0,-7-5-3 0,6 6-1 16,-6-6-2-16,8 4 6 0,-8-4-1 16,9 3-2-16,-9-3-1 0,0 0 4 0,0 0-6 0,0 0 0 15,0 0 0-15,0 0 6 0,0 0-4 0,0 0-5 16,0 0 3-16,0 0 0 0,41 22 1 0,-41-22-2 15,0 0 2-15,0 0 0 0,0 0-2 0,0 0-1 16,0 0 1-16,26 17-1 0,-26-17 3 16,0 0-7-16,0 0 6 0,0 0 0 0,26 9 0 15,-26-9 7-15,0 0-9 0,0 0-2 0,0 0-2 0,0 0 4 16,29 13 0-16,-29-13 4 0,0 0-8 0,0 0 2 16,0 0-1-16,0 0-1 0,28 16 8 15,-28-16-8-15,0 0 2 0,0 0 0 0,23 12-1 16,-23-12 4-16,0 0 0 0,0 0-2 0,0 0 5 15,26 13-5-15,-26-13-2 0,0 0-2 0,0 0 4 16,0 0-1-16,23 14-4 0,-23-14 4 0,0 0 0 0,0 0-4 16,0 0 7-16,22 16-3 0,-22-16 2 0,0 0 2 15,0 0 3-15,0 0 0 0,28 12-4 16,-28-12-2-16,0 0 5 0,0 0-4 0,0 0-4 16,0 0 7-16,28 14-5 0,-28-14 4 0,0 0 0 15,0 0-1-15,0 0 0 0,0 0 3 0,27 10-7 16,-27-10-1-16,0 0 3 0,0 0-2 0,0 0 5 15,0 0-1-15,25 10 6 0,-25-10-8 0,0 0 0 0,0 0-2 16,0 0 3-16,0 0 2 0,0 0-3 0,0 0-2 16,29 9 3-16,-29-9-1 0,0 0 0 15,0 0 2-15,0 0-2 0,0 0 2 0,25 13 2 16,-25-13-1-16,0 0 0 0,0 0-3 0,0 0 1 16,0 0-1-16,33 13-3 0,-33-13 2 0,0 0-3 15,0 0-2-15,27 10 2 0,-27-10-1 0,0 0 7 0,0 0-3 16,0 0 1-16,30 13-4 0,-30-13 2 15,0 0 6-15,0 0-11 0,0 0 0 0,25 10-2 16,-25-10 6-16,0 0-1 0,0 0 2 0,0 0-7 16,0 0 6-16,0 0-2 0,0 0-1 0,28 9 3 15,-28-9 0-15,0 0 2 0,0 0 0 0,0 0-11 16,0 0-2-16,0 0-1 0,0 0 2 0,0 0 1 16,0 0-4-16,0 0 5 0,0 0 4 0,0 0-3 15,0 0 1-15,28 13 5 0,-28-13 2 0,0 0-1 16,0 0 2-16,0 0 4 0,0 0-9 0,0 0 18 15,0 0-28-15,0 0 12 0,0 0 6 0,0 0-9 16,0 0 6-16,0 0-1 0,0 0-3 0,0 0 3 16,0 0-1-16,0 0 1 0,0 0 6 0,0 0-2 15,30 9 1-15,-30-9-1 0,0 0-5 0,0 0 1 16,0 0-9-16,0 0 11 0,0 0 0 0,0 0 9 16,0 0-9-16,0 0-2 0,0 0 2 0,0 0-1 15,0 0-2-15,0 0 3 0,0 0-2 0,0 0 3 16,0 0 3-16,0 0-9 0,0 0-3 0,0 0 8 15,0 0-2-15,0 0 2 0,0 0-1 0,0 0-4 16,0 0 5-16,0 0-6 0,0 0 2 0,0 0-18 16,0 0-9-16,0 0-3 0,0 0-19 15,0 0-46-15,0 0-102 0,0 0 46 0</inkml:trace>
  <inkml:trace contextRef="#ctx0" brushRef="#br0" timeOffset="86008.62">31828 7568 19 0,'0'0'67'0,"0"0"-5"0,-11 4-10 0,11-4-8 15,0 0-2-15,0 0-10 0,-18 0 1 0,18 0-2 16,-14 1-6-16,14-1-5 0,0 0 7 0,-20 3-11 15,20-3 4-15,0 0-5 0,-22 1 2 0,22-1-5 16,-19 1-4-16,19-1-1 0,-19 1 7 0,19-1-5 16,-19 2 4-16,19-2 2 0,-19 2-14 0,19-2 2 15,0 0-2-15,-21 0 21 0,21 0-26 0,0 0 8 16,-23 0-1-16,23 0 4 0,0 0 4 0,-24-1 4 16,24 1 3-16,0 0-4 0,-19 0 10 0,19 0 8 15,0 0-2-15,0 0 2 0,0 0-11 0,-21 1 3 16,21-1-7-16,0 0 7 0,0 0-3 0,0 0 0 15,0 0-4-15,0 0 10 0,0 0-10 0,0 0 2 16,0 0 0-16,0 0-3 0,0 0 0 0,0 0-7 16,0 0 6-16,0 0-2 0,53 9-12 0,-26-5 15 15,2-1-7-15,3-2-4 0,1 2 1 0,3 1 4 16,1 0-4-16,-1-2 5 0,1 1-5 0,-1-1 8 16,2 0-2-16,-1-4-1 0,-3 2 0 0,5 2 4 15,-6-2-5-15,0-2-2 0,3 8 8 0,0-8-3 16,1 2-2-16,-3 0 2 0,3 0-3 0,-1-2 4 15,1 4-4-15,0-2 2 0,-1 2-9 16,1-1 7-16,0-2-3 0,-37 1 7 0,72 4 0 16,-40-4-8-16,1 1 1 0,-33-1-8 0,60-1 10 15,-60 1-1-15,55 3 0 0,-26-3-11 0,-29 0 9 0,42 0-3 16,-42 0 5-16,58 0 0 0,-58 0-5 0,41 2 3 16,-41-2-5-16,38 5-1 0,-38-5 5 15,35 2-5-15,-35-2-17 0,0 0-16 0,41 4-16 0,-41-4-17 16,0 0-16-16,0 0-26 0,33 2-80 15,-33-2-204-15,0 0 91 0</inkml:trace>
  <inkml:trace contextRef="#ctx0" brushRef="#br0" timeOffset="86926.02">31569 6975 30 0,'0'0'115'0,"0"0"-10"0,-11-5 5 15,11 5-4-15,0 0-9 0,-11-6-4 0,11 6 2 16,-6-4 6-16,6 4-2 0,0 0-4 0,0 0-13 16,0 0 0-16,0 0-10 0,0 0-7 0,0 0-7 15,0 0-5-15,0 0-8 0,0 0-1 0,25-6-3 16,-4 6-7-16,10 0-1 0,6 0-4 15,15-3-6-15,2 3 0 0,4-1-5 0,0 2 1 16,1-1-9-16,-1 0 0 0,0 3 5 0,-3-3-6 0,-2 6 2 16,2-6-2-16,-4 1 1 0,-17-1-3 0,2 3 3 15,0-3-4-15,-4 1-4 0,-4 3-3 16,-6-4 1-16,-5 1 0 0,0-1-1 0,-5 0 2 16,-1 2 3-16,0 0-4 0,-5-2 2 0,-6 0-3 0,13-1 0 15,-13 1 4-15,9 1 0 0,-9-1 5 0,7 0 4 16,-7 0 4-16,0 0 4 0,0 0 0 15,0 0 2-15,7 3 4 0,-7-3-4 0,0 0-1 0,0 0-2 16,0 0 1-16,0 0-2 0,0 0 5 0,0 0-8 16,0 0-4-16,10 0-1 0,-10 0-2 0,0 0 1 15,0 0-2-15,0 0-4 0,0 0 2 16,0 0-5-16,0 0 2 0,0 0-4 0,0 0 5 16,0 0-2-16,0 0-1 0,0 0 2 0,0 0-2 15,0 0 0-15,-17 14 0 0,11-10 0 0,-3 2 5 16,-1-1-2-16,-2 0-3 0,1 0 3 0,-2 1-3 0,4 0 3 15,-4 1-1-15,3-2-3 0,0 0 2 0,-2 1-13 16,3-1-26-16,3-1-22 0,0 1-43 16,6-5-16-16,-14 9-37 0,7-1-132 0,-2-3-311 15,9-5 138-15</inkml:trace>
  <inkml:trace contextRef="#ctx0" brushRef="#br0" timeOffset="87150.48">32514 6964 11 0,'0'0'205'0,"-4"-21"-11"0,0 5-5 16,2 7-7-16,-1-3-9 0,-2 2-10 0,0-1-11 16,2-1-12-16,-2 4-10 0,1 0-13 0,-1 1-8 15,4 1-8-15,1 6-17 0,-4-12-8 0,4 12-13 16,-5-5-24-16,5 5-30 0,0 0-33 0,0 0-43 15,-5-10-47-15,5 10-25 0,0 0-7 0,0 0-129 16,0 0-297-16,0 0 132 0</inkml:trace>
  <inkml:trace contextRef="#ctx0" brushRef="#br0" timeOffset="87649.08">31515 7111 87 0,'0'0'105'0,"0"0"1"0,0 0-10 16,38 4-11-16,-10-2-1 0,10-1-8 16,12 3-1-16,5-1-12 0,-1-3-4 0,1 0 6 15,-3 0-20-15,6 0 2 0,-6 2-7 0,-1-1 0 16,3 2-4-16,-13-3 1 0,7 0 0 0,-12 0-5 16,1 0-6-16,-5 0 2 0,-3 0-5 0,-9 0-3 15,-1 0-1-15,-2 1 1 0,-4-2 6 0,-2 2 2 16,-5-2-1-16,-6 1-4 0,15 1 12 0,-9-1 6 0,-6 0 4 15,0 0-5-15,11-1 2 0,-11 1 3 16,0 0-5-16,10 1-7 0,-10-1 2 0,0 0-5 16,0 0-1-16,0 0-1 0,0 0-4 0,9 0-6 15,-9 0-4-15,0 0-4 0,0 0 1 0,0 0-1 16,0 0-8-16,0 0 6 0,-1 9-5 0,1-9 3 16,0 0-3-16,0 0 2 0,-8 16 0 0,4-10 2 15,-1-2 1-15,0 3-2 0,0 0-6 0,1 1 2 16,-2-2 5-16,-3 2-6 0,3-1-11 0,0 0-27 15,0 0-32-15,6-7-38 0,-9 10-36 0,2-3-138 16,-1-1-303-16,8-6 134 0</inkml:trace>
  <inkml:trace contextRef="#ctx0" brushRef="#br0" timeOffset="87857.04">32376 7117 87 0,'-3'-7'222'0,"1"2"-2"0,-1-4-5 0,3 9-16 16,-5-14-12-16,2 9-15 0,2-3-9 15,-3 3-17-15,4 5-12 0,-5-11-16 0,5 11-15 0,-5-8-12 16,5 8-13-16,-2-5-27 0,2 5-30 16,0 0-36-16,0 0-47 0,0 0-54 0,-5-9-46 15,5 9-147-15,0 0-335 0,0 0 148 0</inkml:trace>
  <inkml:trace contextRef="#ctx0" brushRef="#br0" timeOffset="88340.19">31888 7286 1383 0,'-31'-3'88'15,"4"0"-56"-15,-2-1 27 0,1 2-53 0,-1-4 2 16,1 5-1-16,2-5 6 0,7 5 4 0,-1-2 0 16,4 0 8-16,1 1 2 0,3 0 11 0,2-1 7 15,1 3 2-15,9 0 0 0,-13-1-3 0,13 1-5 0,-9-1-3 16,9 1-8-16,0 0 6 0,0 0-10 16,0 0 4-16,0 0-9 0,33 9 3 0,-2-7-5 15,2 2-4-15,19-3 1 0,2 3-4 0,0-2 1 16,-1 4-2-16,0-6-1 0,-15 1 0 0,1 1 1 15,13-1-4-15,-15 0 3 0,-1-1-4 0,-3 1 2 16,3-1-5-16,-6 0 1 0,1 1 1 0,-4 0-1 0,-8-1-1 16,2 0 4-16,-3 0-4 0,-3 0 3 15,-2 0-1-15,-2 1-1 0,-1-1 1 0,-2 0 4 16,-8 0-3-16,15 1 3 0,-10-1 0 0,-5 0 3 16,9 0-1-16,-9 0 2 0,0 0 2 0,9 0-4 15,-9 0-1-15,0 0-1 0,0 0-2 0,0 0 1 16,10-2-1-16,-10 2-5 0,0 0 0 0,0 0 4 15,0 0-6-15,0 0-2 0,0 0 3 0,0 0-2 16,2 10-1-16,-2-10 5 0,0 0 0 0,-12 15 1 16,7-8 1-16,1 0 1 0,-3 0 0 0,0 2-3 15,0 1 2-15,-1-2-18 0,0-1-18 0,2 2-21 16,-3-3-33-16,4 1-24 0,0 0-30 0,5-7-33 16,-9 10-124-16,5-4-322 0,4-6 143 0</inkml:trace>
  <inkml:trace contextRef="#ctx0" brushRef="#br0" timeOffset="88530.86">32449 7279 193 0,'-9'-8'230'0,"1"-2"-18"0,0 3-12 0,2-1-13 0,-4-1-17 15,2 1-15-15,3 3-13 0,0-1-18 0,2 1-11 16,3 5-13-16,-6-7-17 0,6 7-33 0,0 0-41 15,0 0-52-15,-9-7-56 0,9 7-38 0,0 0-26 16,0 0-92-16,0 0-276 0,0 0 124 0</inkml:trace>
  <inkml:trace contextRef="#ctx0" brushRef="#br0" timeOffset="88983.72">31738 7411 7 0,'-11'0'149'0,"11"0"-11"0,0 0-10 15,0 0-18-15,-7 4-3 0,7-4-11 0,0 0-6 16,0 0-6-16,31 5 0 0,-3-3-8 15,3 0-9-15,5-2-9 0,3 1-6 0,14-2 0 16,-14 1-5-16,14 1-3 0,-14 3-8 0,1-2-3 0,-2-1-2 16,-1 0 3-16,-1-1-13 0,-3 2-1 15,-3-5 14-15,-2 3-19 0,-8-1-1 0,-1 1 0 16,-1 1-3-16,1 0 0 0,-6-1-4 0,-1-1 3 16,2 2 2-16,-4-2-8 0,-2 1 0 0,-8 0 5 15,14 0 0-15,-8-1 1 0,-6 1 2 0,0 0 1 0,15 0 4 16,-15 0 10-16,0 0-7 0,8 0-2 15,-8 0 5-15,0 0-5 0,0 0-1 0,0 0-6 0,0 0 2 16,6 2-3-16,-6-2 2 0,0 0 0 16,0 0 3-16,0 0 7 0,0 0-11 0,-14 16 2 15,7-11 2-15,-1 2-2 0,2-3 5 0,0 1-10 16,-2 2 4-16,3-1-1 0,-2 2-5 0,-2-2-7 0,3 2-23 16,-2-3-25-16,3 1-41 0,1-2-40 0,-1 3-35 15,5-7-108-15,-8 8-296 0,3-5 131 0</inkml:trace>
  <inkml:trace contextRef="#ctx0" brushRef="#br0" timeOffset="89161.07">32452 7431 136 0,'-6'-8'235'0,"-3"0"-14"0,4 2-10 0,-1 0-11 16,1 0-23-16,1 2-17 0,-3 0-21 0,7 4-10 15,-7-8-18-15,3 3-20 0,4 5-37 0,0 0-52 0,-5-5-58 16,5 5-61-16,0 0-166 0,0 0-305 16,10-8 135-16</inkml:trace>
  <inkml:trace contextRef="#ctx0" brushRef="#br0" timeOffset="89523.18">32744 6757 18 0,'0'0'61'0,"0"0"-28"0,0 0-20 0,0 0-35 0,0 0-22 16,0 0 10-16</inkml:trace>
  <inkml:trace contextRef="#ctx0" brushRef="#br0" timeOffset="91800.95">32759 6696 13 0,'0'0'50'0,"0"0"-2"16,0 0 1-16,0 0-7 0,0 0-1 0,0 0-3 15,0 0-6-15,39 60-6 0,-39-60 3 0,0 0 0 16,10 40-5-16,-10-40-1 0,9 33-6 0,-9-33 0 16,4 38 6-16,-4-38-2 0,1 38-2 0,-1-38-7 15,1 44 2-15,-1-44-1 0,1 52 1 16,-1-52-1-16,-3 44-1 0,-1-18-2 0,4-26 1 0,-10 52 0 15,3-26 3-15,7-26-5 0,-14 50-5 0,8-32 7 16,6-18-4-16,-17 47-6 0,9-29 5 0,-2 4-1 16,3-4 4-16,-4 6-1 0,1-7-4 15,1-2 1-15,0 0-2 0,-2 1 1 0,-2-1-3 0,0 0 8 16,-5 3 0-16,5-5-1 0,-2 2-2 16,-3-4-1-16,3 0-6 0,2 0 3 0,-2-1 6 0,3-3-4 15,0-1 1-15,0 0 6 0,-1 0-5 0,-2 0-4 16,2-2 0-16,-5 1-3 0,-1-1 7 0,2 0 0 15,-3-2-3-15,1 2-2 0,-2-3 7 0,1-1 3 16,-7 0-8-16,-2 0 9 0,-3 0-9 0,0-1 5 16,0 2 1-16,-1-3 2 0,1-2-6 15,1 3 9-15,-1-3-7 0,0 2 1 0,3-3-4 16,-2 1-3-16,3 0 5 0,1-3-10 0,-1 2 6 16,2-2 8-16,5 4-10 0,-5-5 6 0,6 1-10 0,-1 2 7 15,2 0-4-15,1-1 18 0,-2 1-15 0,-1-3 1 16,3 4 5-16,-2-2-7 0,1 1-1 15,-1-1-1-15,3 1 6 0,-1 1 5 0,0-2-11 0,-1 3 4 16,1-2-3-16,0 0 6 0,1 1-6 16,-1-2 9-16,3 1-4 0,2 1 9 0,0 0-11 15,13 4 8-15,-22-12 0 0,13 8 8 0,-3-2 4 16,3 0 9-16,9 6-3 0,-14-14 3 0,8 10 0 16,6 4-1-16,-12-16-3 0,6 8-2 0,1 0 6 15,1-2-1-15,-1 0-4 0,1 0-3 0,4 10-1 0,-4-18-3 16,2 6-4-16,0 1-2 0,2-2-5 15,0 1 6-15,0 12-1 0,4-33-6 0,-1 20-3 16,-1-7 0-16,3 1-2 0,-1 0-1 0,2 1-1 16,5-5-3-16,-5 5 2 0,7-7-1 0,-5 9 1 0,4-7 5 15,-4 7-3-15,4-7 0 0,-1 0-3 0,-1 8 2 16,2-2-3-16,-1 0-1 0,1 2 2 0,-2 1 4 16,1 1 8-16,-2-2-6 0,0 5-7 15,7-5 1-15,2-1-9 0,3-2 6 0,4 3 0 16,1-2 0-16,4 2-4 0,-3 0 3 0,1 2-4 0,1 1 4 15,-1 0-7-15,-1 0 1 0,1 2-1 16,3-1 4-16,-4-1 3 0,1 6-4 0,0-1-2 16,-1-2 4-16,0 7-4 0,3-3 5 0,-1-2-9 15,4 4 13-15,-1 3-7 0,2-2 5 0,-3 2-1 16,1 0-1-16,0 0 2 0,1 0 2 0,-2 2-8 0,-2-2 6 16,0 1-2-16,-2 1 3 0,1 1-7 0,-7 0 1 15,2-1 0-15,4 4 6 0,-8-3-5 0,3 1 4 16,-2 1-10-16,-1 0 3 0,2 0 4 15,-1 2-3-15,-20-7-2 0,36 15-18 0,-36-15-9 16,32 16-19-16,-32-16 7 0,28 19-5 0,-28-19-14 16,25 24-12-16,-13-10-3 0,-12-14-49 0,24 32-144 15,-12-17 64-15</inkml:trace>
  <inkml:trace contextRef="#ctx0" brushRef="#br0" timeOffset="102076.38">25205 4150 6 0,'0'0'8'16,"0"0"1"-16,0 0-1 0,0 0 1 0,0 0 1 15,0 0 0-15,0 0 1 0,0 0 2 0,0 0-5 16,0 0-2-16,0 0 4 0,0 0-3 0,0 0-5 16,0 0 5-16,0 0 1 0,0 0-5 0,0 0-1 15,0 0 4-15,0 0 0 0,0 0-1 0,0 0 1 16,0 0-5-16,0 0 2 0,0 0-3 0,0 0 5 15,0 0-2-15,0 0 3 0,0 0-2 0,0 0-1 16,0 0 1-16,0 0 6 0,0 0-6 0,0 0 4 16,0 0 1-16,0 0-11 0,0 0 8 0,0 0-4 15,23-10 0-15,-23 10 2 0,0 0 0 0,0 0-4 16,0 0 8-16,7-2-8 0,-7 2 8 0,0 0-2 16,0 0-7-16,12-1 5 0,-12 1-3 0,0 0 7 15,10-1-3-15,-10 1 1 0,6-2-6 0,-6 2-3 16,0 0 6-16,10 0-1 0,-10 0 2 0,0 0-2 15,11-3-4-15,-11 3 4 0,7 0-10 0,-7 0 9 16,8-2-2-16,-8 2-1 0,8-2 1 0,-8 2 10 16,0 0-10-16,8-2 4 0,-8 2-2 0,11-2 0 15,-11 2-1-15,6-3 2 0,-6 3-4 0,0 0 4 16,0 0-3-16,11-3-2 0,-11 3 0 16,9 0 4-16,-9 0-1 0,8-3 5 0,-8 3-4 0,0 0 7 15,14 0-3-15,-14 0 2 0,8-3-3 0,-8 3-3 16,11-1 4-16,-11 1-2 0,10 0-6 0,-10 0 10 15,7-3-5-15,-1 1 1 0,-6 2-5 0,12-3 7 16,-12 3 0-16,11-4-3 0,-7 4 2 0,-4 0-4 16,12-3 1-16,-12 3 2 0,11-2-4 15,-11 2 6-15,9-4 4 0,-9 4-12 0,8-1 3 0,-8 1 3 16,0 0-2-16,10-1-4 0,-10 1 5 0,9-2-1 16,-9 2-5-16,8-2 13 0,-8 2-13 0,13-1 2 15,-5-2 4-15,-8 3 1 0,11-1-3 0,-11 1 4 16,8 0-5-16,-8 0-7 0,9-2 4 15,-9 2 3-15,12-1 2 0,-12 1-2 0,12-1-1 16,-12 1 2-16,9-1 9 0,-9 1-8 0,10 0-2 0,-10 0 1 16,11-2-1-16,-11 2 2 0,13-1 5 0,-13 1-4 15,10-1 10-15,-10 1-18 0,10-3 7 0,-10 3 1 16,5 0-5-16,-5 0 8 0,0 0-9 16,12 0 1-16,-12 0 3 0,10 0 1 0,-10 0-2 0,9 0 1 15,-9 0 0-15,10 0 8 0,-10 0-8 0,10 0 1 16,-10 0-4-16,9 0-3 0,-9 0 9 0,13 0-4 15,-13 0 0-15,10 0 0 0,-10 0 6 0,9 0-5 16,-1 2-5-16,-8-2 6 0,12-2 3 0,-12 2-1 16,13 0-3-16,-7-2 0 0,-6 2-3 0,15 0 17 15,-9-1-15-15,-6 1 4 0,13-1-1 16,-5-1 3-16,-8 2-2 0,15-1-5 0,-9 1 3 16,-6 0-1-16,13 0-2 0,-5 0-1 0,1-2 6 0,-9 2-1 15,16-1-3-15,-5 0 1 0,-5 1-3 0,6-2 5 16,-3 2 4-16,-9 0-5 0,13 0-2 15,-5-1-2-15,-8 1 8 0,13 0-2 0,-13 0-6 0,18 0 6 16,-12-1-4-16,3 1-1 0,0 0 8 16,-9 0-11-16,14-1 7 0,-8 2-1 0,-6-1 4 15,11 1-3-15,-11-1 0 0,12-1-1 0,-5 2 3 16,-7-1-2-16,12 0-5 0,-12 0 5 0,10 1-7 0,-10-1 5 16,11 0 3-16,-11 0-2 0,9-1 7 0,-9 1-7 15,10-1 0-15,-10 1 0 0,11-1 5 0,-11 1 1 16,10 1-3-16,-10-1 4 0,12-1-3 15,-12 1-5-15,11-3 5 0,-11 3 3 0,9 0 2 16,-9 0-4-16,10 0 1 0,-10 0 1 0,0 0-6 16,10-1 3-16,-10 1 1 0,0 0-1 0,14 0 1 0,-14 0 7 15,9-1-1-15,-9 1 0 0,9-2-4 0,-9 2 0 16,8-1 3-16,-8 1-3 0,12 0-2 16,-12 0 8-16,9-1-9 0,-9 1 1 0,7 1-3 15,-7-1 6-15,0 0-4 0,14-1 2 0,-6 0-3 16,-8 1 2-16,11 1 6 0,-11-1-4 0,12-1-5 15,-12 1-5-15,13 1 7 0,-13-1 2 0,12-1 0 0,-12 1 2 16,8 1 5-16,-8-1-7 0,9 1-4 16,-9-1 3-16,11 0-1 0,-11 0 4 0,12-1 4 15,-12 1 0-15,11 1-2 0,-11-1 5 0,12-1-6 16,-12 1 3-16,8 0 2 0,-8 0-9 0,11-1 8 16,-11 1 0-16,12-1 5 0,-5 0-5 0,-7 1-9 15,11 0 7-15,-11 0 1 0,14-1 0 0,-14 1-8 16,12-2 1-16,-3 2 8 0,-9 0-3 0,14-1 1 15,-5 0-9-15,-2 0 8 0,4-1-3 0,-11 2-2 16,18 0 8-16,-9 0-8 0,0 0 3 0,-2-2-12 16,-7 2 9-16,16-1-4 0,-7 1 0 0,-1 0-3 15,-1-2 10-15,-7 2 0 0,18 2-11 0,-11-1 13 16,1-1-6-16,-8 0-5 0,16 0 3 0,-16 0 2 16,11 0-2-16,-11 0 2 0,12 0 1 0,-12 0-4 15,9 2-1-15,-9-2 4 0,11 0-6 0,-11 0 10 16,12 0-9-16,-12 0 2 0,11 0-1 0,-11 0 6 15,8 0-11-15,-8 0 5 0,12 0-2 0,-12 0-4 16,9 0 3-16,-9 0 1 0,0 0 9 0,16 0-7 16,-12-2 4-16,-4 2-4 0,11 0 1 0,-11 0 4 15,9 0 3-15,-9 0-6 0,14-1-2 0,-14 1 1 16,9 0 5-16,-9 0-6 0,11 0 5 0,-11 0 4 16,11-2 8-16,-11 2-7 0,9 0-8 0,-9 0 8 15,0 0-1-15,9 2-3 0,-9-2-1 0,0 0 11 16,10 0-4-16,-10 0-7 0,0 0-2 0,0 0 5 15,10-2-2-15,-10 2-4 0,0 0 9 0,7 2 1 16,-7-2-10-16,0 0 5 0,0 0-8 0,0 0 10 16,0 0-3-16,0 0 8 0,0 0-6 0,0 0 6 15,0 0 5-15,0 0 0 0,0 0 5 0,0 0 4 16,10 1-4-16,-10-1 1 0,0 0-3 0,0 0-3 16,0 0 1-16,0 0 7 0,0 0-8 0,0 0 3 15,0 0-7-15,0 0 3 0,0 0-4 0,0 0 4 16,0 0-7-16,0 0 2 0,0 0-5 0,0 0 9 15,0 0-5-15,0 0-6 0,0 0 2 0,0 0-2 16,0 0 0-16,0 0 0 0,0 0 2 0,0 0-3 16,0 0-4-16,0 0 3 0,0 0 0 0,0 0 4 15,0 0-6-15,0 0 2 0,0 0 4 0,0 0-6 16,0 0 3-16,0 0-1 0,0 0-3 0,0 0-3 16,0 0 6-16,0 0-1 0,0 0 4 0,0 0-4 15,0 0 12-15,0 0-1 0,0 0 3 0,0 0-4 16,0 0-1-16,0 0 1 0,0 0 2 0,0 0 2 15,0 0-7-15,0 0 4 0,0 0-6 0,0 0-2 16,0 0 3-16,0 0-2 0,0 0-3 0,0 0 1 16,0 0 4-16,0 0-7 0,0 0 1 0,0 0 0 15,0 0-1-15,0 0 1 0,0 0-4 0,0 0-1 16,0 0 2-16,0 0 0 0,0 0 1 0,0 0 0 16,0 0 2-16,0 0 2 0,0 0-1 0,0 0 3 15,0 0 1-15,0 0-1 0,0 0 1 0,0 0 2 16,0 0-1-16,0 0 2 0,0 0-1 0,0 0 0 15,0 0 1-15,0 0 2 0,0 0-6 0,0 0 0 16,0 0-2-16,0 0 5 0,0 0-1 0,0 0 0 16,0 0 2-16,0 0 0 0,0 0 2 0,0 0 2 15,0 0 0-15,0 0-7 0,0 0 2 0,0 0 1 16,0 0-2-16,0 0 0 0,0 0 1 0,0 0-6 16,0 0 4-16,0 0-3 0,0 0 0 0,0 0-2 15,0 0 2-15,0 0-6 0,0 0 3 0,0 0-3 16,0 0 4-16,0 0-2 0,0 0 0 0,0 0-1 15,0 0-1-15,0 0 2 0,0 0 0 0,0 0 0 16,0 0 2-16,0 0-6 0,0 0 3 0,0 0 0 16,0 0-3-16,0 0-12 0,0 0-17 0,0 0-14 15,0 0-28-15,0 0-31 0,0 0-34 0,0 0-38 16,0 0-156-16,0 0-360 0,0 0 159 0</inkml:trace>
  <inkml:trace contextRef="#ctx0" brushRef="#br0" timeOffset="146886.16">23002 4375 5 0,'0'0'31'0,"0"0"3"0,0 0-4 0,0 0-6 15,0 0 5-15,0 0 0 0,0 0-3 0,0 0-1 16,0 0-16-16,0 0 10 0,0 0-2 0,0 0 3 15,0 0-7-15,0 0-1 0,0 0-1 0,0 0-4 16,5-2 1-16,-5 2 3 0,0 0-1 16,0 0-4-16,0 0-3 0,0 0 3 0,0 0-3 15,0 0 3-15,0 0 0 0,0 0 8 0,0 0-8 0,0 0 5 16,0 0 2-16,0 0 4 0,0 0 1 0,0 0 1 16,0 0 2-16,0 0-1 0,0 0 4 15,0 0-6-15,0 0-6 0,0 0 7 0,0 0 1 0,0 0 1 16,0 0-4-16,0 0-10 0,0 0 5 15,0 0-1-15,0 0-5 0,0 0 2 0,0 0-2 0,0 0 3 16,0 0-4-16,0 0 2 0,0 0-6 0,0 0 0 16,0 0 1-16,-18 19-1 0,14-15 0 0,-2 5-4 15,0-2 5-15,0 4 6 0,0-3-8 0,-1 3-1 16,-3-1 4-16,0 3-2 0,-1 0 1 16,3 1 1-16,2-3-7 0,-3 3-1 0,0-6 5 15,1 3-7-15,2-3-3 0,-1 3 1 0,-3 2 1 0,5-3 1 16,-5 4-17-16,0 2-17 0,2-6-2 0,-1 4-58 15,1-4-110-15,-2 3 50 0</inkml:trace>
  <inkml:trace contextRef="#ctx0" brushRef="#br0" timeOffset="148052.65">27003 4071 31 0,'0'0'140'0,"0"0"0"16,0 0-4-16,0 0-4 0,0 0-22 0,0 0-8 15,0 0-9-15,4-7-9 0,-4 7-13 0,0 0-4 16,9-4-7-16,-9 4-5 0,11-3-6 0,-11 3-5 15,11-2-11-15,-2 2-9 0,-2-3-14 0,2 0 0 16,2 0 1-16,0 0-10 0,-1 2-3 0,-4-3 0 16,1 3 0-16,-7 1-12 0,12-5 22 0,-12 5-3 15,8-2-5-15,-8 2 9 0,7-7-4 0,-7 7-7 16,8-3-1-16,-8 3 5 0,6-6 0 0,-6 6 0 16,2-7 4-16,-2 7-2 0,0 0 5 0,2-5-2 15,-2 5-1-15,0 0 3 0,0 0-6 0,0 0-5 16,0 0-4-16,0 0 1 0,0 0 1 0,0 0 4 15,0 0-6-15,0 0-1 0,0 0-2 0,0 0 7 16,0 0-1-16,-4 22 4 0,1-12-9 0,1 2 11 16,-1 2-11-16,1 0 4 0,-2 0 6 0,1-1-6 15,3 3 6-15,-1-4-4 0,0 1 11 0,-1-2-6 16,0 1-3-16,-2 0 8 0,4-1 4 0,-4-1-12 16,0-1 0-16,2 1 0 0,2 0 5 0,-4-3-1 15,4 0 0-15,0-7-3 0,-4 12 9 0,1-9-9 16,3-3 1-16,-4 9-1 0,4-9 2 0,-4 7 4 15,1-2-2-15,3-5-4 0,-9 6-3 0,2-4-4 16,7-2-5-16,-11 2-3 0,11-2-1 0,-11 1 4 16,11-1-11-16,-14-1-4 0,14 1-2 0,-14 0 2 15,14 0 20-15,-9-2-13 0,9 2 16 0,-10-2-10 16,10 2 0-16,0 0 10 0,-12-1-10 0,12 1 5 16,0 0 4-16,-5-3 7 0,5 3-5 0,0 0-5 15,0 0 8-15,0 0 2 0,0 0-3 0,-6-5-3 16,6 5 0-16,0 0 1 0,0 0 1 0,0 0-2 15,0 0 1-15,27-3-6 0,-16 3 10 0,3 0-17 16,-1 0-3-16,3-2-18 0,2 2-15 0,0 0-17 16,2-1-1-16,-2 1-25 0,1-2-49 0,0 2-154 15,-3 0 69-15</inkml:trace>
  <inkml:trace contextRef="#ctx0" brushRef="#br0" timeOffset="148283.07">27365 4182 110 0,'0'0'100'16,"0"0"0"-16,-6-7-17 0,6 7 7 0,0 0-8 15,0 0-17-15,-8-1-11 0,8 1-4 0,0 0 7 16,-11 9-4-16,6-5 12 0,-2 0-8 0,2 1-10 16,-1 0 1-16,1 1 0 0,-1 1-3 0,1 3-6 15,-2-2 1-15,5 2-6 0,-3-2-6 0,1 2 4 16,4-4-5-16,0-6-2 0,4 16-16 0,-3-10-4 15,3 3-29-15,4-1-6 0,-2-2-48 0,3 0-25 16,3 0 0-16,3 2-74 0,-2-5-190 0,5 1 85 16</inkml:trace>
  <inkml:trace contextRef="#ctx0" brushRef="#br0" timeOffset="148458.84">27526 4232 109 0,'0'0'114'0,"0"0"-22"16,0 0-8-16,0 0-5 0,0 0-11 0,0 0-11 15,0 0-24-15,0 0-22 0,19-2-16 0,-19 2-15 16,10 1-14-16,-10-1-23 0,0 0-32 16,13 3-96-16,-13-3 43 0</inkml:trace>
  <inkml:trace contextRef="#ctx0" brushRef="#br0" timeOffset="149375.37">27348 4189 41 0,'0'0'182'16,"-2"-6"-11"-16,2 6-2 0,0 0-12 0,0 0-9 0,0 0-14 16,-4-8-16-16,4 8-11 0,0 0-18 0,0 0-7 15,0 0-4-15,0 0-10 0,0 0-8 0,0 0-9 16,0 0-3-16,0 0-11 0,0 0 3 15,0 0-10-15,0 0-4 0,0 0-6 0,0 0-1 16,0 0-2-16,0 0 0 0,-7 23-1 0,4-14 0 0,1 1-3 16,0 0 0-16,1-1 1 0,1 2-3 0,0 1 2 15,-2-3-8-15,1 1 6 0,0-1-2 0,1 2-3 16,0-2 3-16,-2 1-3 0,0-3 1 16,2 1 3-16,0-8-6 0,-2 13 0 0,0-6 0 15,2-7 5-15,0 14-3 0,-3-9-1 0,1 2 4 16,2-7-3-16,0 11-4 0,0-11 1 0,-2 9 4 0,2-9-1 15,-2 8-8-15,2-8 8 0,0 0-1 0,-2 8-2 16,2-8 3-16,0 0 2 0,0 0 1 0,0 0 10 16,0 7 5-16,0-7 2 0,0 0 5 15,0 0 4-15,0 0 7 0,0 0-1 0,0 0 5 16,0 0 5-16,0 0 0 0,0 0-3 0,0 0-5 0,0 0 7 16,0 0-11-16,0 0-3 0,0 0-2 0,0 0-5 15,0 0 1-15,0 0-5 0,0 0-5 0,0 0 0 16,0 0-4-16,0 0-1 0,0 0 3 15,0 0-6-15,0 0-1 0,0 0-4 0,0 0 1 16,0 0-2-16,0 0 3 0,0 0-3 0,0 0 0 16,0 0-1-16,0 0 2 0,0 0-2 0,0 0-2 0,0 0 4 15,0 0-4-15,0 0 0 0,0 0 4 0,0 0-3 16,0 0-1-16,0 0 0 0,0 0 2 16,0 0-3-16,0 0 5 0,0 0-3 0,0 0 1 15,0 0-2-15,0 0 3 0,0 0-1 0,0 0-1 16,0 0 1-16,0 0 4 0,0 0 2 0,0 0 2 15,0 0-2-15,0 0 1 0,0 0-2 0,0 0 2 0,0 0 1 16,0 0-8-16,4-25 2 0,-4 25-1 16,2-5-2-16,-2 5 0 0,5-6-3 0,-5 6 2 15,2-9-2-15,0 4 2 0,-2 5-1 0,8-5-1 16,-5 0-2-16,-3 5 1 0,12-8-3 0,-8 6 4 16,-4 2-2-16,6-5 1 0,-6 5-2 0,7-4 0 15,-7 4 6-15,0 0-3 0,7-3-1 0,-7 3-5 0,0 0-1 16,0 0-1-16,7-2 1 0,-7 2 0 15,0 0 2-15,11 1-1 0,-11-1 23 0,0 0 4 16,9 1-4-16,-9-1-3 0,9 2-4 0,-9-2 2 16,5 1-3-16,-5-1 1 0,9 3-5 0,-9-3-8 15,0 0-10-15,6 2-8 0,-6-2-5 0,0 0-7 16,0 0-5-16,0 0-7 0,8 4-7 0,-8-4-10 0,0 0-13 16,0 0-19-16,0 0-15 0,0 0-19 15,2 5-19-15,-2-5-13 0,0 0-18 0,0 0-7 16,-17 4-8-16,17-4-106 0,-13 4-322 0,2-4 143 15</inkml:trace>
  <inkml:trace contextRef="#ctx0" brushRef="#br0" timeOffset="149866.17">27267 4268 112 0,'2'-5'165'0,"3"-2"-17"0,-2 0-7 0,1 1-8 16,3-1-3-16,1 1-11 0,-3 0-8 0,2-1-8 15,0 4-9-15,2-2-11 0,-1 2-5 0,2-1-14 16,1 2-1-16,1 0-11 0,-2 0-1 0,1 2-11 16,1 0-4-16,1 2 0 0,-4 0-5 0,2 1-2 15,-4 0-5-15,0 0-3 0,1 1-4 0,0 2-3 16,-2-1-2-16,-3-1 4 0,1 2-1 0,1 1 1 16,-3-2-5-16,-2-5 0 0,2 10-2 0,-2-3 0 15,0-7 4-15,-7 10-4 0,3-4 2 0,-5 0-2 16,-1 0 3-16,-3 0-3 0,-3-1 3 0,1 0-2 15,2-1-3-15,1 0-1 0,-1-2 2 0,3 1 0 16,4-2 0-16,-1 1-1 0,7-2-2 0,-10 2-1 16,4 1 3-16,6-3-7 0,0 0 4 0,-9 2-5 15,9-2 4-15,0 0-1 0,0 0-3 0,0 0 0 16,0 0-1-16,0 0 1 0,0 0 3 0,23 4 0 16,-10-3-1-16,-1 3-3 0,-1-1-1 0,0 2 2 15,3-1-2-15,-3 2 2 0,1-3-1 0,-2 3-2 16,-3-2 1-16,0 1-1 0,2-1 3 0,-4 2 2 15,-1-2-2-15,0 2 0 0,-4-6 0 0,5 9 2 16,-3-3 5-16,-2-6-2 0,-2 9 2 0,2-9-1 16,-9 9 4-16,0-4-2 0,-3 0 4 15,-1-2-5-15,-1 1 1 0,-3-2-1 0,3 1 1 16,0-3-2-16,1 2 1 0,0-1-3 0,0 1-4 0,1-4-15 16,3 4-9-16,-2-4-23 0,11 2-18 0,-12 0-34 15,12 0-38-15,-8-3-26 0,8 3-112 0,0 0-298 16,0-9 132-16</inkml:trace>
  <inkml:trace contextRef="#ctx0" brushRef="#br0" timeOffset="150031.37">27582 4342 38 0,'0'0'186'0,"0"0"-20"0,9-1-18 0,-9 1-11 16,13-1-20-16,-6 0-14 0,-7 1-21 0,12 0-29 15,-12 0-28-15,12-1-33 0,-4 2-29 0,-8-1-28 16,11 1-22-16,-5 1-56 0,-1 1-156 0,-5-3 70 0</inkml:trace>
  <inkml:trace contextRef="#ctx0" brushRef="#br0" timeOffset="150169.17">27631 4414 7 0,'0'0'96'0,"0"0"-25"0,0 0 3 16,14 5-21-16,-5-5-22 0,1 0-10 0,3 0-40 16,-1 0-37-16,5-4-61 0,0 1 28 0</inkml:trace>
  <inkml:trace contextRef="#ctx0" brushRef="#br0" timeOffset="150559.87">27908 4261 25 0,'-3'-10'222'0,"3"10"-11"16,0 0-10-16,0 0-7 0,0 0-8 0,0 0-15 16,0 0-16-16,0 0-14 0,0 0-10 0,0 0-19 15,0 0-12-15,0 0-12 0,0 0-12 0,0 0-11 16,0 0-7-16,0 0-6 0,0 0-6 0,0 0-4 15,0 0-4-15,0 0-5 0,0 0-1 0,0 0-4 16,0 0-5-16,0 0 3 0,6 29-3 0,-5-24-5 16,1 3-5-16,3 1 1 0,2-1 5 0,-3 0-6 15,2 1-2-15,1-2-2 0,1 1 1 16,-1 1-4-16,-3-3 0 0,2 3 3 0,1-2-3 0,-2-1-4 16,1 2-2-16,-1 0 4 0,-1-3-1 0,1 2 3 15,-1-2-3-15,0 1 0 0,-4-6-2 0,5 10 2 16,-5-5-2-16,0-5 6 0,0 0 0 0,-10 13-4 15,0-7-4-15,-1-3-10 0,0-1-7 16,-2 1-12-16,0 0 3 0,2-2-15 0,-1 0-17 0,-1 0-11 16,2-1-30-16,11 0-14 0,-20-5-35 15,13 4-25-15,-1-3-137 0,-2 0-336 0,4 0 149 0</inkml:trace>
  <inkml:trace contextRef="#ctx0" brushRef="#br0" timeOffset="150691.26">27962 4288 11 0,'11'-5'109'0,"1"0"-6"0,0 1-6 0,-1 1 3 0,1-2-20 16,-1 2-16-16,1 1-6 0,0 0-19 0,0 0-35 15,4 1-31-15,1 0-80 0,1-1-115 0,-6 2 51 16</inkml:trace>
  <inkml:trace contextRef="#ctx0" brushRef="#br0" timeOffset="151221.13">28094 4443 47 0,'-1'7'220'0,"1"-7"-16"16,0 0-18-16,0 0-18 0,0 0-14 16,0 0-9-16,0 0-14 0,0 0-13 0,27-9-9 15,-18 4-9-15,1-2-13 0,1-1-4 0,2 1-5 16,-1-2-5-16,1 0-3 0,-3 2-7 0,2-1 1 0,-5 1-2 15,3-1 0-15,-1 2 6 0,-2-1 0 16,-2 4-8-16,-2-2-4 0,-3 5-4 0,6-8 2 16,-6 8-7-16,6-5-4 0,-6 5-6 0,4-5-8 15,-4 5-5-15,0 0-6 0,0 0-4 0,0 0-4 16,0 0-1-16,0 0-4 0,0 0 1 0,0 0 2 16,0 0-5-16,0 0 0 0,0 0 0 0,-5 25-2 0,4-18 2 15,-1 0 1-15,2-7-2 0,2 12 3 16,-2-5-2-16,1 1 1 0,-1-8 2 0,5 11-3 15,3-4 5-15,-2-4-2 0,5 1 0 0,0-1 4 16,2-1-4-16,1-1 1 0,4-1-1 0,-4 0 2 16,-1-3-1-16,-1 0-4 0,1-1 3 0,0-1-1 15,0-2 1-15,-4 1-3 0,3-1 3 0,1-4-3 16,-3 4 1-16,0-3 0 0,-3 2 0 0,2-2-1 16,-3 0 1-16,1 1-2 0,-2 1 6 0,-1 2 2 15,-1 0 7-15,-3 6 2 0,4-8-1 0,-1 4-1 16,-3 4-5-16,0 0-6 0,2-7-3 0,-2 7-3 15,0 0-3-15,0 0 0 0,0 0 1 0,0 0 2 16,0 0-4-16,0 0 3 0,0 0-3 0,-2 22 2 16,2-22 1-16,-5 17-3 0,3-8 3 0,0 1-9 15,-1 2-18-15,2-6-13 0,1 3-18 0,0 2-10 16,0-11-11-16,1 17-38 0,1-10-27 0,-2-7-51 16,5 16-18-16,-1-10-139 0,-4-6-381 0,6 7 168 15</inkml:trace>
  <inkml:trace contextRef="#ctx0" brushRef="#br0" timeOffset="151644.57">28622 4401 68 0,'0'0'182'0,"0"0"-21"16,0 0-17-16,0 0-18 0,0 0-9 0,0 0-10 16,0 0-7-16,5 17-5 0,-5-17-1 0,0 0-7 15,-3 16-5-15,3-16-6 0,-3 13 1 0,1-4-15 16,2-9-5-16,-4 13-6 0,4-13-7 0,0 9-1 15,0-9-7-15,0 0-3 0,-3 11 15 0,3-11 19 16,0 0 17-16,0 0 21 0,0 0 16 0,0 0 9 16,0 0-9-16,0 0-7 0,0 0-12 0,0 0-9 15,0 0-12-15,0 0-2 0,0 0-11 0,-1-26-2 16,1 26-8-16,4-18-7 0,0 7-7 0,-2-2-2 16,2-2-2-16,0 1-9 0,5-2-5 0,-2 1 2 15,6 1-6-15,-5 0-3 0,2 1-2 0,-2 4-3 16,0 0-5-16,-2 2 2 0,-1-3-2 0,3 5-1 15,-3 0-15-15,-2 2 7 0,-3 3-2 16,8-3-1-16,-8 3-1 0,10 2-6 0,-10-2-2 0,7 7 6 16,-1 0-3-16,-3 3 5 0,1-1 1 15,1 1-3-15,-1 1 5 0,-3 3 3 0,2-3-4 0,-1 5 2 16,-2-5-3-16,3 5 4 0,-3-3-2 16,0-2 1-16,1 1-2 0,-1-1 1 0,1 1-5 15,-1-12-16-15,0 17-21 0,-1-8-21 0,1-9-12 16,-3 17-10-16,3-17-31 0,-4 12-35 0,4-12-28 15,0 0-29-15,-3 14-18 0,1-8-156 0,2-6-414 0,0 0 183 16</inkml:trace>
  <inkml:trace contextRef="#ctx0" brushRef="#br0" timeOffset="151777.94">28647 4463 183 0,'0'0'178'0,"0"0"-20"0,0 0-15 0,0 0-24 15,0 0-25-15,0 0-41 0,0 0-52 0,25-10-41 16,-12 9-109-16,-13 1-160 0,29-5 71 0</inkml:trace>
  <inkml:trace contextRef="#ctx0" brushRef="#br0" timeOffset="171003.69">23026 4388 22 0,'0'0'21'0,"0"0"5"0,0 0-4 0,0 0-5 16,0 0 0-16,0 0-5 0,0 0 0 0,0 0 7 15,0 0-7-15,0 0 5 0,0 0-8 0,0 0 3 0,0 0-2 16,0 0 6-16,0 0-6 0,0 0 3 15,0 0-2-15,0 0-2 0,0 0 2 0,0 0 3 16,0 0 3-16,0 0-5 0,0 0 4 0,0 0-10 16,0 0 5-16,0 0 0 0,0 0 1 0,0 0-3 15,0 0 0-15,0 0 1 0,0 0-4 0,0 0 11 16,0 0-9-16,0 0 2 0,0 0 1 0,0 0-1 16,0 0 2-16,0 0-6 0,0 0 2 0,0 0-6 15,0 0 1-15,0 0 5 0,0 0-2 0,0 0 9 16,0 0-19-16,0 0 6 0,0 0 2 0,0 0 1 15,0 0-2-15,0 0 0 0,0 0-2 0,0 0 0 16,0 0-4-16,0 0 1 0,0 0 1 0,12-17 5 16,-12 17-2-16,0 0 4 0,0 0-4 0,0 0-1 15,0 0-3-15,0 0 1 0,0 0 1 0,0 0-8 16,0 0 20-16,0 0-16 0,0 0 10 0,0 0-10 16,0 0 5-16,0 0-5 0,0 0 5 0,0 0 1 15,0 0 0-15,0 0 0 0,0 0-2 0,0 0 4 16,0 0 4-16,0 0-6 0,0 0-3 0,0 0-1 15,0 0 1-15,0 0 3 0,0 0-1 0,0-10-3 16,0 10 1-16,0 0 1 0,0 0-8 0,0 0-2 16,0 0 4-16,0 0-3 0,0 0 4 0,0 0-3 15,0 0-1-15,0 0 4 0,0 0-4 0,0 0 7 16,0 0-3-16,0 0-1 0,0 0 7 0,0 0-2 16,0 0-7-16,0 0 3 0,0 0 1 0,0 0 8 15,0 0-12-15,0 0-8 0,0 0 11 0,0 0-5 16,0 0 0-16,0 0-3 0,0 0-1 0,0 0-5 15,0 0 1-15,0 0-2 0,0 0-1 0,0 0-5 16,0 0 5-16,0 0 9 0,0 0-5 0,0 0 0 16,0 0 3-16,0 0 2 0,0 0-1 0,0 0 3 15,0 0 2-15,0 0 0 0,0 0-1 0,0 0 3 16,0 0 6-16,0 0-2 0,0 0 5 0,0 0 6 16,0 0 3-16,0 0-4 0,0 0-3 0,0 0 5 15,0 0 0-15,0 0 5 0,0 0-8 0,0 0 4 16,0 0-3-16,0 0 4 0,0 0-6 0,0 0 2 15,0 0 1-15,0 0-1 0,0 0-3 0,0 0-2 16,0 0 6-16,0 0-7 0,0 0 6 0,0 0-4 16,0 0 0-16,0 0-2 0,0 0 0 0,0 0 4 15,0 0-5-15,0 0 1 0,0 0 2 0,0 0 0 16,0 0-4-16,0 0 0 0,0 0 9 0,0 0-10 16,0 0 2-16,0 0 8 0,0 0 2 0,0 0-5 15,0 0 0-15,0 0 2 0,0 0-2 0,0 0-2 16,0 0 2-16,0 0 0 0,0 0-6 15,0 0 4-15,0 0-3 0,0 0 3 0,0 0 2 0,0 0-6 16,0 0 12-16,0 0-4 0,0 0-10 0,0 0 2 16,0 0 3-16,0 0 1 0,0 0-5 15,0 0 4-15,0 0-2 0,0 0-7 0,0 0 5 0,0 0 6 16,0 0-5-16,0 0 1 0,0 0 2 0,0 0-1 16,0 0 2-16,0 0-5 0,0 0 4 0,0 0-4 15,0 0 1-15,0 0-2 0,0 0 3 0,0 0 4 16,0 0-2-16,0 0-3 0,0 0-9 0,0 0 15 15,0 0-3-15,0 0-4 0,0 0 6 0,0 0-1 16,0 0-1-16,0 0 2 0,0 0-1 0,0 0-5 16,0 0 4-16,0 0-4 0,0 0 2 15,0 0-5-15,0 0 2 0,0 0-1 0,0 0 2 0,0 0 1 16,0 0-2-16,0 0 3 0,0 0-3 0,0 0 0 16,0 0 0-16,0 0-3 0,0 0 5 0,0 0 2 15,0 0-3-15,0 0-5 0,0 0 10 0,0 0-10 16,0 0 2-16,0 0-2 0,0 0 3 15,0 0 9-15,0 0-4 0,0 0-5 0,0 0 4 16,0 0 0-16,0 0-8 0,0 0 5 0,0 0-5 0,0 0-4 16,0 0 5-16,0 0 0 0,0 0-2 15,0 0 1-15,0 0-4 0,0 0-2 0,0 0 5 0,0 0 1 16,0 0 1-16,0 0-2 0,0 0 2 16,0 0-4-16,0 0-7 0,0 0 8 0,0 0-8 0,0 0 3 15,0 0 1-15,0 0 0 0,0 0-2 16,0 0-6-16,0 0-2 0,0 0-13 0,0 0-37 0,0 0 18 15</inkml:trace>
  <inkml:trace contextRef="#ctx0" brushRef="#br0" timeOffset="175306.01">22657 4960 22 0,'0'0'41'0,"0"0"-3"0,0 0 5 15,-1-9-6-15,1 9 4 0,0 0-2 0,0 0-5 16,0 0-3-16,0 0-7 0,0 0 0 0,0-9 3 15,0 9 5-15,0 0-7 0,0 0 6 0,0 0 0 16,0 0 0-16,0-9-8 0,0 9 3 0,0 0 1 16,2-8-2-16,-2 8 3 0,0 0-5 0,0 0 1 15,3-7-1-15,-3 7 2 0,0 0-2 0,1-7-2 16,-1 7 1-16,0 0-5 0,1-7-2 0,-1 7-3 16,0 0-8-16,2-8 4 0,-2 8 1 0,0 0-3 15,3-9 0-15,-3 9 7 0,2-5-8 0,-2 5 10 16,0 0-8-16,0 0 6 0,2-12-2 0,-2 12 15 15,0 0-5-15,2-7 0 0,-2 7-4 0,3-4 5 16,-3 4 14-16,0 0-9 0,0 0-5 0,2-10 0 16,-2 10-13-16,0 0 5 0,0 0-1 0,1-10 1 15,-1 10-7-15,5-5 5 0,-5 5-3 0,0 0 3 16,1-7-3-16,-1 7-3 0,0 0 2 0,2-8 4 16,-2 8-2-16,0 0-5 0,2-9 3 0,-2 9 2 15,1-8 0-15,-1 8-10 0,3-6 7 0,-3 6 1 16,0 0-5-16,1-11-2 0,2 7 0 0,-3 4-5 15,2-8 6-15,-2 8 0 0,0 0 2 0,4-9 4 16,-4 9-5-16,3-5-10 0,-3 5 10 0,2-9 1 16,0 4 4-16,-2 5 2 0,0 0-2 0,3-9-2 15,-3 9 0-15,4-7-4 0,-4 7 1 0,1-8 3 16,-1 8-3-16,4-7-2 0,-4 7-3 0,3-8 4 16,-3 8 1-16,5-8-4 0,-2 5 5 0,-3 3-1 15,4-8 7-15,-4 8-6 0,3-8-1 0,-3 8-1 16,5-6 1-16,-1-1 2 0,-4 7-1 0,4-9 4 15,-4 9-7-15,4-8 11 0,-4 8-6 0,4-8 7 16,0 5-8-16,-4 3 15 0,4-8-10 0,-2 1-6 16,-2 7-4-16,5-9 1 0,-5 9-1 0,4-9-1 15,-2 5 1-15,-2 4 1 0,6-10 0 0,-6 10 0 16,5-6 3-16,-5 6-2 0,4-7-2 0,-4 7 2 16,3-8 4-16,0 4 6 0,-3 4-2 0,5-7 9 15,-5 7-13-15,4-8 1 0,-4 8-2 0,4-8 3 16,-4 8-5-16,5-9 5 0,-3 5 3 0,-2 4-4 15,6-9 6-15,-4 5-4 0,-2 4-4 0,3-7 9 16,-3 7-21-16,5-10 9 0,-4 5-5 0,-1 5 6 16,4-10-4-16,0 6 7 0,-4 4-4 0,5-9-3 15,-5 9 1-15,0-7 3 0,0 7 3 0,6-8-5 16,-4 4 0-16,-2 4 7 0,6-10-8 0,-4 7-1 16,-2 3 2-16,7-9 7 0,-7 9 1 0,4-8 0 15,-2 4 3-15,-2 4 2 0,5-8-12 0,-5 8 4 16,4-9-7-16,-1 5 2 0,-1-2 0 0,-2 6 5 15,8-10-1-15,-4 6-4 0,-2-1 0 0,-2 5 3 16,5-9 0-16,-2 4-1 0,-3 5 2 0,5-10-5 16,-1 6 4-16,-4 4 1 0,7-8 0 0,-4 3 3 15,-3 5 1-15,5-7-8 0,-5 7 7 0,4-8-8 16,-4 8 0-16,4-7 7 0,-4 7-1 0,5-6 0 16,-5 6-2-16,5-7 1 0,-5 7 1 0,4-9-1 15,-2 6-3-15,-2 3 7 0,7-7-6 0,-3 2 0 16,0 0-4-16,-1 0-4 0,-3 5 6 0,9-10 1 15,-6 7 0-15,-3 3 2 0,6-8-3 0,-2 3-1 16,0 0 1-16,1 1 0 0,-5 4 1 0,9-8 4 16,-5 5 0-16,0-3 2 0,-4 6-1 0,6-6 1 15,-2 2 1-15,-4 4-4 0,8-9 0 0,-3 5 3 16,0-1-5-16,0 1 1 0,-5 4-5 0,6-9 10 16,0 4-6-16,-3 0 5 0,-3 5 3 0,9-8-6 15,-6 3-2-15,2-1 0 0,-5 6-1 0,10-8 3 16,-2 3-4-16,-5 1-3 0,3-1 7 0,-6 5-4 15,7-5 1-15,-3 1 7 0,-4 4-2 0,9-8-1 16,-5 6-7-16,-4 2 1 0,6-5-2 0,-2 1 1 16,-4 4 6-16,7-8-5 0,-7 8-1 0,10-5-1 15,-10 5 3-15,7-7-4 0,-3 5 4 0,-4 2-5 16,7-3 1-16,-7 3 6 0,6-6-5 0,-6 6 2 16,8-4-2-16,-8 4 1 0,6-5 5 0,-6 5-2 15,8-5-5-15,-8 5 4 0,8-5-2 0,-8 5 4 16,6-3-1-16,-6 3-3 0,10-6-1 15,-5 4 3-15,0-3 0 0,-5 5-1 0,12-4 0 0,-7 3 3 16,1-2-4-16,-6 3-1 0,11-4 0 0,-6 2 1 16,1-2-1-16,-6 4 2 0,9-5-1 0,-9 5-1 15,8-3 1-15,-8 3-2 0,7-3 3 0,-7 3 2 16,9-3-6-16,-9 3-1 0,7-2 7 0,-7 2-2 16,7-3 2-16,-7 3-2 0,8-3-1 15,-8 3 4-15,8-3-5 0,-8 3 2 0,9-4 1 0,-4 3 1 16,-5 1-4-16,8-4 2 0,-8 4 0 0,7-4-3 15,-7 4 3-15,9-3-2 0,-9 3 2 0,9-3 3 16,-3 1-2-16,-6 2-2 0,12-2 1 0,-12 2-5 16,10-3 3-16,-5 2-4 0,-5 1 5 0,12-2 2 15,-12 2 0-15,9-3 2 0,-9 3-6 16,11-4 3-16,-3 1 1 0,-2 2-3 0,-6 1 3 16,13-5 2-16,-7 4-3 0,2-2-2 0,-8 3 2 0,13-3 2 15,-7 1-5-15,-6 2 7 0,10-3-4 0,-10 3 0 16,11-2 2-16,-11 2-2 0,9-2-3 0,-9 2 1 15,11-4-1-15,-6 0 5 0,-5 4 1 0,0 0-3 16,17-3 0-16,-13 1 3 0,-4 2-2 16,10-5-2-16,-10 5 3 0,10-3-1 0,-10 3-2 15,10-5 3-15,-10 5-3 0,12-6-1 0,-12 6 2 0,13-2-2 16,-13 2 2-16,12-5 2 0,-12 5-3 0,14-4-5 16,-14 4 2-16,12-4 1 0,-12 4 6 0,11-2-5 15,-11 2 4-15,15-3-3 0,-15 3 0 0,13-4-1 16,-13 4 4-16,13-1-1 0,-13 1 1 15,13-1-4-15,-13 1-1 0,12-3 3 0,-12 3 2 16,13-3 0-16,-5 2-1 0,-8 1-4 0,20-4 1 16,-9 2 1-16,1 0 3 0,-3 1-1 0,3-1 0 0,-3 2-4 15,3-2 5-15,-2 0-13 0,1 1 8 16,-2-1 4-16,3 1-1 0,-4 0 2 0,1 1 0 16,-9 0-4-16,20-2 5 0,-11 1-3 0,1 1 0 15,0-3 0-15,2 3 3 0,-2-1-4 0,0-1 4 16,2 2-2-16,-1-2-2 0,0 1 1 0,-1-2 3 15,0 2-1-15,0-2-3 0,-2 3 0 0,-8 0-1 0,18 0-1 16,-11 0 8-16,5 0-4 0,-3 0-1 0,1 0 3 16,-1 0-3-16,3 2 2 0,-5-2-4 15,4-2 4-15,0 0-1 0,-1 1-2 0,0-2 1 16,2 2 2-16,-2 0 1 0,0 1 3 0,2 0-7 16,-12 0 3-16,24-3-3 0,-11 3 1 0,-5-2-2 15,4 0 3-15,0 0-2 0,-1 0-1 0,2 2 1 0,-1-2 1 16,0 1 1-16,1-1 2 0,-1 2 0 15,-12 0 0-15,25-1-5 0,-11 1 5 0,-5 1 0 16,-9-1-6-16,22 0 6 0,-12-1-2 0,-10 1 1 16,19 0 1-16,-8-1 2 0,0 1-5 0,-11 0 3 15,23-3 1-15,-13 3-3 0,3-1 0 0,0-1-2 16,-1 0 6-16,-1 2-4 0,-11 0 5 0,24 0 1 16,-12 2-7-16,-2-4 2 0,1 1 0 0,-1 0-9 15,2 1 8-15,-2 0-1 0,1 0 3 0,0-2-1 16,-1 2-1-16,-2 0 7 0,0 2-7 0,-8-2-3 15,15 0 5-15,-7 1-5 0,-8-1 0 0,19 1 7 16,-12-2-5-16,4 1 3 0,-1-3-5 0,0 3 2 16,0 3 8-16,2-6-4 0,-2 3-3 0,-10 0 2 15,18-1-2-15,-8 1-4 0,2 0 7 0,0 0-10 16,-1-2 10-16,-2 2-1 0,3-1-2 0,-4 2-2 16,1-3-2-16,-9 2 3 0,18 1 2 0,-12-2-1 15,-6 1 2-15,19 0-1 0,-12 0 3 0,3 0 0 16,2 0-2-16,-1-1-2 0,0 2 1 0,1-1 0 15,-1 0 3-15,1-1-1 0,3-1-4 0,-7 2 4 16,6-1-3-16,-4 2 2 0,3-2-1 0,-1 2 1 16,1-2-3-16,-1 2 3 0,1-1 3 0,-3 0-2 15,4-1-3-15,-1 2-1 0,-1-1-4 0,-1 2 2 16,-11-2 4-16,22 0 0 0,-12-2-5 0,2 4 6 16,0-2-1-16,-12 0 1 0,23-2-3 0,-12 2 4 15,2 0-3-15,-13 0 0 0,21 0 1 0,-11-1 0 16,-10 1 2-16,18-2-6 0,-9 2 4 15,-9 0 0-15,21-2 0 0,-14 2-3 0,-7 0 1 0,22 0 1 16,-9 0 1-16,-3 0 5 0,1 0-5 0,-3-2-4 16,4 1 1-16,-12 1 4 0,16 0-4 0,-8-1 3 15,4-1-3-15,-6 1 6 0,5 1-5 0,-1 0 3 16,1 0-2-16,0 0-4 0,-1 0 2 0,-1-2 6 16,-1 1-4-16,2 0 3 0,2-2 0 15,-3 3-1-15,3-2 0 0,-1 2 1 0,0 0-1 0,1-1 1 16,-1-1 4-16,-2 1-4 0,3 1 3 0,-2-1-6 15,-1 1-1-15,1 0 3 0,0-2 0 0,-1 1-4 16,1 0 6-16,0 0-2 0,0 1 0 0,1-1-2 16,0 0 0-16,0 0-2 0,1 3 2 15,-1-3 2-15,-3 1-5 0,4 0 5 0,-1 0 1 0,-2 0-2 16,3-1 0-16,-3 1 1 0,5-2-3 0,-2 2 5 16,-1-1-6-16,1 1 0 0,-1 0 4 0,3-1 2 15,-3 0-10-15,0 1 9 0,7 1 1 0,-9-1 0 16,0 0-4-16,4-1 1 0,-2-1 3 0,1 2 0 15,-1-2-4-15,-2 2 3 0,5 0-2 0,-5-1 3 16,4 1-5-16,-3 0 8 0,0 0-9 16,-10 0 5-16,16 1-1 0,-9-1 0 0,-7 0 4 15,15 0 3-15,-3-1-2 0,-3 1 0 0,-1-2-1 0,2 2-6 16,-10 0 14-16,22-1-9 0,-12 0 3 0,3 1-1 16,-3 0-5-16,4-2 5 0,-3 2-5 0,1 0-1 15,1-1 2-15,-2 1 1 0,3-2-3 16,-3 2-1-16,5-1 3 0,0 1-1 0,-2 0 2 15,-2 0-2-15,0 1-1 0,2-1 4 0,-1 0-3 16,-2-1 1-16,2 2-5 0,-4-1 2 0,3-1 1 0,-1 1 3 16,-3-1 0-16,4 1 2 0,-3-1-5 0,0 2 4 15,-9-1 26-15,18-1 0 0,-11 1-5 0,-7 0-1 16,14 0-3-16,-8-1-3 0,-6 1 0 16,13-1-1-16,-13 1-4 0,14-2 2 0,-3 1-4 15,-2 2 1-15,1-1-2 0,-2 0-1 0,1 2-2 16,-9-2 0-16,16-2 3 0,-9 1-4 0,6 2 3 15,-4-2-3-15,-9 1 0 0,18 0 0 0,-6-1 6 0,-4 1 1 16,1 1-6-16,-2-1 4 0,-7 0 0 16,18-3-1-16,-10 3-1 0,-8 0 2 0,17 0-5 15,-11-1 2-15,-6 1-1 0,19 1 0 0,-11-1-3 16,1-1-1-16,-9 1 0 0,16-1 3 0,-5 0-4 16,-11 1 1-16,14-2-1 0,-9 2-2 0,-5 0 5 15,11 0 3-15,-11 0-2 0,8-1-1 0,-8 1 1 0,0 0 3 16,0 0-3-16,12 0-4 0,-12 0 1 15,6-3 5-15,-6 3-6 0,0 0-14 0,0 0-14 16,0 0-18-16,0 0-28 0,0 0-30 0,0 0-28 16,0 0-33-16,9-1-38 0,-9 1-35 0,0 0-132 15,0 0-396-15,0 0 175 0</inkml:trace>
  <inkml:trace contextRef="#ctx0" brushRef="#br0" timeOffset="176594.15">27250 3574 6 0,'0'0'163'0,"0"0"4"15,-3-5-10-15,3 5-6 0,0 0-13 0,0 0-7 16,-4-7-8-16,4 7-10 0,0 0-7 0,0 0-14 16,0 0-10-16,9-9-9 0,-9 9-14 0,13-1 1 15,-1-2-10-15,-1 2-1 0,-1-1-7 0,2 2-6 16,-5-3-4-16,1 3-5 0,-8 0 0 0,17-2 0 16,-11 2 4-16,3-2-10 0,-9 2-2 0,12-2-3 15,-5 1 0-15,-7 1-6 0,10-2-5 0,-10 2 1 16,7-1-5-16,-7 1 4 0,0 0-5 0,11-2 5 15,-11 2-5-15,0 0 4 0,5-3-2 0,-5 3 5 16,0 0-6-16,0 0 6 0,7-3-6 0,-7 3 0 16,0 0 3-16,0 0 0 0,0 0-6 15,0 0 5-15,0 0-7 0,0 0 2 0,0 0 2 0,0 0-6 16,0 0 2-16,0 0-6 0,0 0 7 16,0 0-5-16,0 0 5 0,4 9-2 0,-4-9-3 0,2 11 4 15,-2-11 1-15,0 0-2 0,2 19 1 0,-2-11 7 16,3 2 5-16,-1-1-3 0,-2-9 0 15,2 19 0-15,1-8-3 0,1-2 2 0,-4 2 1 16,4-2 0-16,-2 0 1 0,1 1 3 0,-1 1-4 16,0-3-3-16,-2-8 0 0,6 18 5 0,-2-8 1 0,-4-2-4 15,0-8 2-15,2 14 0 0,-2-14-2 0,0 13-1 16,0-13 0-16,0 17 1 0,0-17 4 16,-6 13-4-16,3-6 1 0,-2 1 0 0,0 0 1 15,-3-1 0-15,2-1 0 0,6-6-2 0,-13 8-3 16,13-8 2-16,-12 5-1 0,12-5 1 0,-12 4 0 15,12-4 2-15,-11 0-7 0,11 0 6 0,0 0 0 16,-13 0 1-16,13 0-1 0,0 0 0 0,0 0 6 16,0 0-7-16,0 0-1 0,0 0 1 0,-14-1-2 15,14 1-4-15,0 0 1 0,0 0-2 0,0 0-7 16,0 0-7-16,0 0-1 0,0 0-6 0,0 0-4 16,45-13-6-16,-34 12-6 0,5-1-3 0,1-1 1 15,-4-1 1-15,-13 4-6 0,24-4 9 0,-12 2 6 16,-12 2 0-16,19-6 5 0,-19 6 1 0,14-6 4 15,-5 1 4-15,-3 0 4 0,2 1 4 0,-2-3 17 16,-6 7 9-16,9-9 1 0,-5 0-8 0,-4 9 6 16,9-11 6-16,-6 6 5 0,-3 5 1 0,7-10 7 15,-7 10 9-15,0 0-1 0,4-10 3 0,-4 10-4 16,0 0 1-16,5-8-7 0,-5 8-3 0,0 0-6 16,0 0-6-16,0 0-6 0,0 0-3 0,4-7-1 15,-4 7 1-15,0 0-1 0,0 0-1 0,0 0-1 16,0 0-1-16,2 26-2 0,-2-26 3 0,0 13-3 15,0-13 1-15,0 18 1 0,0-18 0 0,0 12-1 16,0-4 0-16,0-8-2 0,2 16 2 0,-2-16-4 16,0 10 1-16,0-10 0 0,0 10 2 0,0-10 2 15,0 0-4-15,4 12 2 0,-4-12 3 0,0 0-3 16,0 0 8-16,1 7-5 0,-1-7 0 0,0 0 3 16,0 0 6-16,0 0 15 0,0 0 7 15,0 0-2-15,0 0-5 0,0 0-3 0,0 0-4 0,0 0-1 16,0 0-5-16,0 0-1 0,11-28-1 0,-7 18-1 15,-1-1-5-15,1 1 3 0,1-1-8 0,-1 0 2 16,1 0 0-16,1 2-1 0,-1 0-1 0,2 0-4 16,-1 0 1-16,-1 4-3 0,2-3-1 0,-1 0 2 15,1 2 1-15,2 1-1 0,-2 1-3 0,0 0-2 16,3 1 1-16,-2 3 1 0,-8 0-3 16,16-3 4-16,-16 3-4 0,16 3 1 0,-16-3 0 0,14 3 0 15,-4 0 5-15,-10-3-7 0,11 6 3 0,-6-2-2 16,-5-4 1-16,6 9-3 0,-6-9 1 0,4 8 1 15,-4-8 0-15,0 0 2 0,-2 13-5 0,2-13 5 16,0 0-2-16,-7 14-4 0,7-14-6 0,-10 7-1 16,10-7-6-16,-6 7-7 0,6-7-1 15,-8 6-7-15,8-6-2 0,-5 8 3 0,5-8-3 16,0 0 1-16,-4 12 8 0,4-12 0 0,0 0 3 0,0 0 2 16,0 0 10-16,6 20-5 0,-6-20 5 0,7 9-1 15,-7-9 0-15,0 0 0 0,10 8 7 0,-10-8 1 16,0 0 0-16,0 0-8 0,6 10 8 15,-6-10 2-15,0 0-3 0,0 0 14 0,4 9-9 16,-4-9 3-16,0 0-5 0,0 0 6 0,0 9 1 16,0-9-3-16,0 0 1 0,-15 8 4 0,15-8-3 15,-14 5 1-15,4-3-4 0,10-2-14 0,0 0-14 0,-21 5-20 16,21-5-20-16,-8 2-31 0,8-2-23 16,0 0-22-16,-13 2-77 0,13-2-243 0,0 0 108 15</inkml:trace>
  <inkml:trace contextRef="#ctx0" brushRef="#br0" timeOffset="176858.04">27937 3788 90 0,'0'0'154'0,"0"0"-17"0,13-6-12 16,-13 6-20-16,0 0-11 0,0 0-9 0,0 0-14 15,0 0-25-15,16-1-20 0,-16 1-28 0,0 0-27 16,0 0-15-16,0 0-5 0,11 8-12 0,-11-8-7 15,0 0 1-15,0 0-36 0,0 0-110 0,0 0 49 16,-11 25 425-16,11-25-296 0,-11 13 11 0,11-13 7 16,-9 7-2-16,9-7 7 0,0 0 6 0,-7 8-1 15,7-8 3-15,0 0-2 0,0 0 11 0,0 0 7 16,-9 10 0-16,9-10 2 0,0 0-4 0,0 0 2 16,0 0 1-16,0 0-6 0,28 7-13 0,-28-7-12 15,19-2-37-15,-5 1-58 0,-1 0 26 0</inkml:trace>
  <inkml:trace contextRef="#ctx0" brushRef="#br0" timeOffset="177067.07">28194 3718 61 0,'0'0'143'0,"8"-9"-5"0,-8 9 2 0,5-7-6 0,-5 7-4 16,0 0-13-16,4-7-12 0,-4 7-15 0,0 0-11 15,0 0-11-15,0 0-4 0,0 0-1 0,0 0-7 16,0 0-5-16,0 0-1 0,18 16-2 15,-17-9-4-15,-1-7-6 0,5 19-2 0,-2-10 0 16,-3 1-7-16,4 2 4 0,-3-2-8 0,0 5 0 16,0-3-17-16,1 0-26 0,-2-12-30 0,1 21-33 15,0-11-19-15,-1 1-37 0,0-11-102 0,-2 19-256 0,-1-10 113 16</inkml:trace>
  <inkml:trace contextRef="#ctx0" brushRef="#br0" timeOffset="177329.07">28233 3862 123 0,'0'0'146'15,"5"-5"-16"-15,-5 5-13 0,0 0-6 0,13-2-7 16,-13 2-11-16,19 1-6 0,-19-1-8 0,16 1-11 16,-3-1-10-16,-13 0-3 0,17 2-3 0,-5-2-6 15,-12 0-7-15,12 0 3 0,-12 0 18 0,0 0 6 16,15-3 2-16,-15 3-10 0,8-6-5 0,-8 6-4 15,5-5 9-15,-5 5-1 0,0 0-5 0,5-11-3 16,-5 11-6-16,0 0-5 0,-1-14-4 0,1 14-11 16,0 0-1-16,0 0-11 0,-2-13-8 15,2 13-21-15,0 0-8 0,0 0-31 0,0 0-21 0,-11-11-41 16,11 11-33-16,0 0-122 0,-14 2-298 0,14-2 132 16</inkml:trace>
  <inkml:trace contextRef="#ctx0" brushRef="#br0" timeOffset="177801.92">28447 3887 137 0,'0'0'205'0,"0"0"-11"16,0 0-15-16,17-10-18 0,-17 10-11 0,10-7-18 16,-6 2-9-16,-4 5-12 0,11-13-11 0,-5 4-11 15,1 0-8-15,1 2-9 0,0-3-6 0,-3 4-7 16,2-1-3-16,4-2-6 0,-5 1-5 15,-1 2-4-15,-5 6-5 0,9-13-2 0,-4 7-4 16,-5 6-2-16,6-7-3 0,-6 7-6 0,0 0-4 16,5-8-2-16,-5 8-5 0,0 0-1 0,0 0-4 15,0 0 0-15,0 0 0 0,0 0-5 0,0 0 4 0,0 0 3 16,0 0-10-16,0 0 7 0,0 0-2 16,7 21 3-16,-7-21-3 0,1 10 4 0,-1-10-2 15,3 9 1-15,-3-9 1 0,9 9 0 0,-9-9 0 16,10 8 3-16,-10-8 2 0,12 3-4 0,-4-1 9 15,-8-2-9-15,15 0 2 0,-15 0-2 0,17-2 0 16,-17 2-2-16,13-3 3 0,-13 3-1 0,12-8-1 16,-2 4-4-16,-5-1 2 0,-5 5 3 0,12-9 0 15,-7 5-3-15,-5 4 2 0,10-10-1 0,-6 5 0 16,-4 5 0-16,6-9 4 0,-6 9-1 0,5-8 0 16,-5 8 5-16,7-4 6 0,-7 4-4 0,0 0-1 15,0 0-7-15,6-8 2 0,-6 8-7 0,0 0 2 16,0 0-2-16,0 0 4 0,0 0-6 0,0 0 1 15,0 0 5-15,0 0-1 0,0 0-5 0,-3 32-14 16,3-32-11-16,0 0-32 0,3 20-26 0,-3-20-26 16,8 13-24-16,-4-4-35 0,-4-9-146 0,12 8-341 15,-4-3 150-15</inkml:trace>
  <inkml:trace contextRef="#ctx0" brushRef="#br0" timeOffset="178176.4">28941 3805 56 0,'3'-4'204'0,"-3"4"-10"0,0 0-8 0,0 0-25 0,0 0-11 16,0 0-15-16,0 0-19 0,0 0-13 0,0 0-10 16,0 0-12-16,0 0-8 0,0 0-6 0,0 0-2 15,0 0-12-15,0 0-2 0,0 0-6 0,0 0-6 16,0 0-1-16,0 0-5 0,6 16-3 0,-6-16 1 16,0 0-4-16,0 0 4 0,0 0 8 0,0 0 8 15,0 0 0-15,0 0-3 0,0 0-3 0,0 0 13 16,0 0 3-16,0 0-8 0,0 0-7 0,0 0-3 15,2-22-6-15,-2 22-3 0,5-17-1 0,-2 9-7 16,-3 8 0-16,6-17-2 0,0 9-2 0,-3-2-4 16,4 2 1-16,-5-3-7 0,6 1 0 15,-1 2 0-15,0-1 3 0,-2 4-7 0,0 1 0 16,-1-2 0-16,-4 6-4 0,9-8 0 0,-7 5-3 16,-2 3 0-16,5-4-2 0,-5 4 1 0,0 0-2 15,0 0-1-15,0 0 1 0,12 6 1 0,-12-6 0 16,0 0 0-16,7 15 5 0,-7-15-2 0,7 12 1 0,-5-3-1 15,1 1 4-15,-3-10-12 0,7 17-16 0,-5-6-19 16,1-1-22-16,-3-10-37 0,5 21-40 16,-3-12-30-16,3 0-26 0,-3 1-126 0,-2-10-351 15,0 0 156-15</inkml:trace>
  <inkml:trace contextRef="#ctx0" brushRef="#br0" timeOffset="178319.19">28999 3817 112 0,'0'0'104'0,"0"0"-25"0,26-13-23 15,-13 11-38-15,2 1-27 0,4-2-51 0,2 1-65 16,-2 1 28-16</inkml:trace>
  <inkml:trace contextRef="#ctx0" brushRef="#br0" timeOffset="178432.57">29330 3770 61 0,'0'0'122'0,"12"-2"-35"16,-12 2-34-16,0 0-33 0,0 0-50 0,0 0-23 15,0 0-56-15,0 0 25 0</inkml:trace>
  <inkml:trace contextRef="#ctx0" brushRef="#br0" timeOffset="183375.43">22888 3169 10 0,'0'0'21'0,"0"0"-2"0,0 0 6 15,0 0 3-15,0 0-7 0,0-9 10 0,0 9-12 16,0 0 4-16,0 0-7 0,0 0 1 16,0 0-5-16,0 0-1 0,0 0-5 0,0 0-6 15,0 0-2-15,0 0-2 0,0 0 2 0,0 0 0 0,0 0-5 16,0 0 1-16,0 0 3 0,0 0-5 0,0 0 0 16,0 0 0-16,0 0 1 0,0 0-4 0,0 0 0 15,0 0 2-15,0 0-2 0,0 0 0 0,0 0 1 16,0 0 1-16,0 0-3 0,0 0 0 15,0 0 4-15,0 0 0 0,0 0-7 0,0 0 13 16,0 0-1-16,0 0-2 0,0 0-1 0,0 0-5 16,0 0 10-16,0 0-8 0,-2-7 13 0,2 7-4 15,0 0 13-15,0 0-2 0,0 0 4 0,0 0-5 0,-2-8 4 16,2 8-1-16,0 0 1 0,0 0-4 16,0 0 0-16,3-10 1 0,-3 10 0 0,0 0 6 15,4-5-7-15,-4 5 1 0,0 0 0 0,0 0 1 16,0 0-4-16,0 0 1 0,0 0 0 0,4-7 0 15,-4 7 0-15,0 0 5 0,0 0 1 0,0 0 6 16,0 0-1-16,0 0 9 0,0 0-7 0,0 0 1 16,0 0-7-16,0 0 0 0,1-8 2 0,-1 8-4 15,0 0 0-15,0 0-1 0,0 0 5 0,0 0-12 16,0 0 6-16,0 0 6 0,0 0-9 0,0 0 2 16,0 0-1-16,0 0 5 0,0 0-6 0,-3-11 1 15,3 11-3-15,0 0 4 0,0 0 0 0,0 0 3 16,0 0-5-16,0 0-1 0,0 0 4 0,0 0 8 15,0 0-5-15,-6-9-8 0,6 9 6 16,0 0-5-16,0 0 2 0,0 0 2 0,-5-10-7 0,5 10 0 16,0 0-4-16,0 0 5 0,-7-7-7 0,7 7 7 15,0 0-5-15,0 0 0 0,-6-6-1 0,6 6 8 16,0 0-9-16,0 0 6 0,-10-6-8 0,10 6 9 16,0 0-11-16,0 0 3 0,-5-7 0 0,5 7 0 15,0 0 1-15,0 0-1 0,0 0 4 0,0 0-1 16,-11-6-2-16,11 6-3 0,0 0-4 0,0 0 5 15,0 0 4-15,0 0-2 0,0 0 1 16,-11-2 1-16,11 2-1 0,0 0-3 0,0 0 6 16,0 0-9-16,0 0 4 0,0 0-1 0,-5-9-1 15,5 9 2-15,0 0-2 0,0 0-1 0,0 0 9 0,0 0-3 16,-3-10 1-16,3 10 2 0,0 0 1 16,0 0-1-16,0 0 2 0,0 0-6 0,0 0 0 15,0-13 2-15,0 13-5 0,0 0 7 0,0 0 4 0,0 0-7 16,-1-9 4-16,1 9-3 0,0 0 2 15,0 0-2-15,-1-8 6 0,1 8-9 0,0 0 6 16,0 0-3-16,-4-6 1 0,4 6-3 0,0 0 3 16,-5-5-3-16,5 5-3 0,0 0 4 0,-4-4 4 0,4 4-6 15,0 0 2-15,0 0-1 0,0 0 0 0,-8-6 5 16,8 6 4-16,0 0-2 0,0 0 0 16,0 0-4-16,-3-6 5 0,3 6 3 0,0 0 6 15,0 0-2-15,0 0-1 0,0 0 2 0,0 0-1 16,0 0-4-16,-6-4-7 0,6 4 9 0,0 0-10 15,0 0 9-15,0 0-8 0,0 0 0 0,0 0 1 16,0 0 2-16,0 0-3 0,0 0 3 0,0 0-6 16,0 0 3-16,0 0 0 0,0 0 4 0,0 0-6 15,0 0 6-15,0 0-6 0,0 0 1 0,0 0-2 16,0 0 3-16,0 0-6 0,0 0 5 0,0 0 0 16,0 0-9-16,0 0 3 0,0 0 6 0,0 0-6 15,0 0 2-15,0 0 1 0,0 0 4 0,0 0-8 16,-6 13 3-16,6-13-2 0,-5 12 11 0,2-6-13 15,3-6 10-15,-7 9-4 0,7-9 0 0,-4 13-2 16,1-7 6-16,2 1-11 0,1-7 6 0,-5 12 5 16,4-5-2-16,-1-1-5 0,1 4 5 0,0-4-1 15,1-6-2-15,-4 13 1 0,3-8 1 0,-2 1 0 16,3-6 3-16,-2 12-2 0,0-6 0 0,2-6 0 16,-1 13 3-16,-1-7-2 0,2-6 4 0,0 12 1 15,-2-4-2-15,2-8 4 0,-1 14 2 0,1-8-5 16,-1 2 1-16,1-8-5 0,-2 15 7 0,4-7-2 15,-2-8-1-15,0 13-4 0,0-7 6 0,1 1-5 16,-1-7 4-16,1 13-4 0,1-6 3 0,-1-1-1 16,-1-6-3-16,1 11 4 0,-1-3 1 0,0-8-10 15,1 10 3-15,-1-10 0 0,2 11 2 0,0-5 1 16,-2-6 21-16,1 11-21 0,3-5 3 0,-4-6-6 16,-1 11 4-16,1-11-2 0,0 10 8 0,0-10-5 15,-1 13 7-15,1-6-13 0,0-7 3 0,-2 11 3 16,2-11 0-16,0 11-2 0,-1-4 2 0,1-7 1 15,0 11-2-15,1-4-1 0,-1-7 0 0,0 10-1 16,0-10 3-16,0 12 0 0,2-6 4 0,-2-6-6 16,0 12 7-16,0-12-10 0,-2 11 7 15,4-5-2-15,-2-6 3 0,0 9 6 0,0-9-8 16,1 10-2-16,-1-10 1 0,0 9-5 0,0-9 5 16,0 9-6-16,0-9 8 0,1 8-4 0,-1-8 5 0,1 9-3 15,-1-9 2-15,0 10 0 0,0-10-3 0,2 9 3 16,-2-9 1-16,0 10-5 0,0-10 4 0,2 9-3 15,-2-9-3-15,3 8 3 0,-3-8-1 0,0 8-3 16,0-8 4-16,2 7 0 0,-2-7-3 16,2 8 3-16,-2-8 2 0,4 8-8 0,-3-3 6 15,-1-5-3-15,1 7 3 0,-1-7-6 0,3 7 2 16,-3-7 1-16,2 7 2 0,-2-7 1 0,4 6-5 0,-4-6 1 16,4 8-2-16,-2-3 4 0,-2-5-1 0,6 5 3 15,-6-5-7-15,5 9 0 0,-5-9-5 16,4 8 5-16,-4-8 1 0,5 10 1 0,-5-10 1 0,6 10 2 15,-4-3 0-15,-2-7 0 0,6 9-4 16,-2-3-2-16,-4-6 4 0,6 11 1 0,-5-4 0 16,-1-7 0-16,5 11 3 0,-5-11-6 0,7 10-3 15,-4-4 0-15,-3-6 9 0,6 9-6 0,-6-9 3 16,5 10-2-16,-5-10 4 0,6 9-6 0,-6-9 1 16,4 12-3-16,-4-12 7 0,5 9-5 0,-1-4 4 15,-4-5-5-15,4 8 4 0,-4-8 0 0,4 8 1 16,-4-8-3-16,0 0 0 0,6 12-4 0,-6-12 6 15,3 8 0-15,-3-8 2 0,2 8-1 0,-2-8 3 16,0 0-8-16,5 11 5 0,-5-11 13 0,5 10-15 16,-1-5-1-16,-4-5 2 0,1 10-6 0,-1-10 6 15,6 9-3-15,-6-9 5 0,2 10-9 0,-2-10 6 16,4 9-3-16,-4-9 3 0,1 10-1 0,-1-10 0 16,0 0 1-16,3 15 2 0,-3-15-2 0,0 0 1 15,1 13-4-15,-1-13 6 0,1 11 4 0,-1-11-7 16,0 11 0-16,0-11 0 0,0 10 0 0,0-10 3 15,0 0-3-15,0 15 2 0,0-15 0 0,0 11-2 16,0-11 1-16,0 11 2 0,0-11-4 0,0 0 2 16,-3 16-1-16,3-16-1 0,-2 11 0 0,2-11 3 15,-1 11 0-15,1-11-1 0,0 0-1 0,-3 12 1 16,3-12-2-16,0 0 6 0,-1 11-6 0,1-11 3 16,0 0-4-16,0 10-9 0,0-10-17 0,0 0-6 15,0 0-12-15,0 0-11 0,-1 14-23 0,1-14-22 16,0 0-19-16,0 0-115 0,0 0-254 0,0 0 113 15</inkml:trace>
  <inkml:trace contextRef="#ctx0" brushRef="#br0" timeOffset="184305.71">22892 3764 14 0,'0'0'49'0,"0"0"0"0,0 0-3 0,0 0 0 16,0-9 3-16,0 9-2 0,0 0-2 0,0 0-1 15,0 0 4-15,0 0 2 0,0 0-2 0,0 0-4 16,0 0-5-16,0 0-10 0,0 0 3 0,0 0-10 16,0 0 2-16,0 0-8 0,0 0-4 0,0 0 3 15,0 0-4-15,0 0-3 0,0 0-2 0,0 0 3 16,0 0-3-16,0 0 2 0,0 0-4 0,-10 28 4 15,9-19-2-15,-5-1-3 0,4 3 3 0,1 1 0 16,1-1-2-16,-4 5-2 0,-1-4 6 0,2 0-10 16,1 3 3-16,-1 2-1 0,-1-2 6 0,2-2-5 15,-1-1 2-15,0 1 5 0,2-3 1 0,-1 1-3 16,-1 0-3-16,1 0-3 0,0 0 2 16,1-1 1-16,-1 1-3 0,-1 0 0 0,3 0 6 15,1 1 5-15,-2-2-8 0,0 1-3 0,1 0 3 0,0 1-7 16,-2-3 5-16,2 3-1 0,0-3 2 0,-1 2 4 15,1-1-4-15,0-1 4 0,1 1-2 0,-2 0-1 16,1 0-3-16,-1-1-2 0,1 3 5 16,0-3-4-16,0 1 0 0,-1-1 7 0,-1 1 0 15,1 1-7-15,0-3 4 0,-1 3-2 0,2-1 13 16,-2-1-14-16,2 1 3 0,0-3-7 0,0 3 7 16,-2-4-5-16,2-6-1 0,0 16 4 0,0-9-2 15,0-7-2-15,2 11-2 0,-2-3 2 0,0-1 8 0,0-7-7 16,0 0-5-16,-2 20-6 0,2-14-3 15,0-6-2-15,-1 13 4 0,1-13-3 0,-1 14-8 16,1-14-3-16,0 15-3 0,0-15-3 0,0 15-3 16,0-15-11-16,1 14-11 0,-1-5-1 0,0-9-33 15,0 15-101-15,0-15 45 0</inkml:trace>
  <inkml:trace contextRef="#ctx0" brushRef="#br0" timeOffset="186746.06">22605 5137 43 0,'-20'-9'56'0,"20"9"-12"0,0 0 1 15,0 0-4-15,0 0-10 0,-12 0 2 0,12 0-8 0,0 0-7 16,0 0-6-16,-12 1-4 0,12-1-9 0,0 0-8 16,0 0-5-16,-11 3-8 0,11-3-6 15,0 0 3-15,0 0 2 0,0 0-16 0,0 0-43 16,-6 4 19-16</inkml:trace>
  <inkml:trace contextRef="#ctx0" brushRef="#br0" timeOffset="187036.41">22544 5136 58 0,'0'0'-2'0,"0"0"3"0,0 0 5 16,0 0 1-16,0 0 2 0,0 0 0 0,25 2 5 0,-25-2 2 15,0 0-8-15,9-1 12 0,-9 1-3 0,0 0 3 16,0 0 2-16,0 0-1 0,0 0 7 16,0 0 6-16,9 0 2 0,-9 0 6 0,0 0 0 15,0 0-5-15,0 0 7 0,0 0 0 0,0 0 5 16,0 0-1-16,0 0 1 0,0 0-10 0,0 0-2 15,0 0-10-15,0 0 7 0,0 0-8 0,0 0 2 16,0 0-3-16,0 0-3 0,0 0-2 0,0 0-1 16,-31-1-2-16,31 1 1 0,-14 1-1 0,6 0-4 15,-2 0-5-15,-3 2 0 0,2-2 4 0,-3 0-3 16,1 1-3-16,-2 1 2 0,2-2 3 0,-1-1-2 16,1 3-3-16,1-3-8 0,1 2 6 0,-1-1 4 15,5 0-12-15,7-1 7 0,-14 4-8 0,9-2 3 16,5-2-10-16,-9 0-6 0,9 0-6 0,0 0-3 15,0 0-8-15,-10 0-8 0,10 0-8 0,0 0-2 16,0 0-7-16,0 0-11 0,0 0-47 0,0 0-127 16,0 0 55-16</inkml:trace>
  <inkml:trace contextRef="#ctx0" brushRef="#br0" timeOffset="189839.86">22772 3209 34 0,'0'0'52'0,"0"0"-6"0,0 0-2 0,0 0-1 15,0 0-6-15,0 0 2 0,0 0-3 0,0 0 1 16,0 0-11-16,0 0-4 0,0 0-2 0,0 0 0 15,0 0-9-15,0 0 3 0,0 0-6 0,0 0-1 16,0 0-1-16,0 0 5 0,0 0-6 0,0 0 0 16,0 0 2-16,0 0-2 0,0 0 0 0,0 0 0 15,5 22-5-15,-5-22 4 0,-4 12 2 0,4-12-3 16,0 13-4-16,0-5 2 0,0 1 1 0,0 1 7 16,-1-1-8-16,2 1 6 0,-2 2-9 0,1-1 4 15,0 1-1-15,0 0 1 0,0 0 1 0,0 0 0 16,1 0-1-16,-2 1 0 0,2 3-4 0,-1 0 12 15,0-4-11-15,0 1 1 0,-1 2 6 0,1-3-1 16,4 4-4-16,-4-2 6 0,-3 2-3 0,6-3 2 16,-2 2 0-16,0-2-2 0,1-1-2 0,-1 0 1 15,0 4 6-15,0-5 1 0,-1 1-4 0,3 0 1 16,0 4-5-16,-1-6 1 0,1 2 6 0,-1-1-4 16,2 1-1-16,2 0-1 0,-1 1 2 0,-1-2-4 15,5 4 4-15,-1-2 1 0,-2-1-1 0,1-1 1 16,-1 2-9-16,1 2 11 0,-1-5-9 0,0 0 4 15,-1 0-4-15,-1-1 4 0,1 1 1 0,-1-1 1 16,0 0-1-16,0 2-2 0,0-1-4 0,0-1 9 16,-2 1-8-16,2 1 5 0,-3-2-5 0,1 1 2 15,-1-1-5-15,0 2 10 0,-1-11-3 0,-1 19 2 16,1-13-4-16,0-6 1 0,0 19 0 16,-1-8 2-16,1-11 2 0,0 17-7 0,0-9 7 0,0-8-9 15,-2 17 15-15,2-17-11 0,-1 18 2 0,1-9 3 16,0-9-4-16,1 18 3 0,-2-8-9 0,1-10 7 15,0 18-6-15,1-9 8 0,1 0 3 16,-2-9-10-16,1 18 6 0,0-8-5 0,2 0 1 0,-1 0-3 16,1 0 5-16,-3-10-1 0,5 16-4 0,-1-6 8 15,-3 0-3-15,3-3 5 0,-2 2-7 16,1-1-1-16,-1 2 5 0,-2-10 5 0,0 14-2 16,0-14-3-16,4 17 8 0,-1-8-2 0,-3-9 1 15,3 13-1-15,-3-6 0 0,0-7-7 0,2 13 6 16,-1-4-5-16,-1-9 2 0,0 13 5 0,0-13 3 15,0 17 1-15,3-10-2 0,-3-7 3 0,4 16-6 16,-4-16 7-16,0 0-9 0,0 19 8 0,0-19-6 0,0 12 0 16,0-12-9-16,0 0 10 0,1 18-10 15,-1-18 7-15,1 11-4 0,-1-11 10 0,0 0-7 16,1 15 8-16,-1-15-8 0,3 11 4 0,-3-11-4 16,0 0 3-16,4 16 2 0,-4-16-1 0,1 12-3 15,-1-12-2-15,4 11-3 0,-4-11 8 0,3 11-2 16,-3-11-1-16,0 0-2 0,2 16 1 0,-2-16-1 15,0 0-4-15,3 16 8 0,-3-16-7 0,0 13 3 16,0-13 0-16,0 0-4 0,1 16 7 0,-1-9-6 16,0-7 4-16,1 13 1 0,-1-13 2 0,3 12-10 15,-1-3 5-15,-2-9 6 0,0 12-6 0,0-12-2 16,0 11 3-16,0-11 0 0,2 12 6 0,-2-12-10 16,1 13 1-16,-1-13 2 0,1 13-7 0,-1-13 8 15,3 11-2-15,-3-11-4 0,0 12 4 0,0-12-1 16,1 11 5-16,-1-11-4 0,3 11 19 0,-3-11-21 15,1 11-2-15,-1-11 3 0,2 12 3 0,-2-12-10 16,0 10 5-16,0-10-1 0,3 12-1 0,-3-12-4 16,3 10 12-16,-3-10-9 0,1 11 4 0,-1-11 0 15,2 11 2-15,-2-11-9 0,3 14 10 0,-3-14-4 16,2 11 1-16,0-3-5 0,-2-8 5 0,1 14-5 16,-1-14 6-16,0 14-2 0,0-14 0 0,1 13 1 15,-1-13-1-15,1 12-7 0,-1-12 10 0,0 12-3 16,0-12 2-16,0 12-2 0,0-12-2 0,2 14 4 15,-2-14 3-15,-3 12-8 0,3-12 3 0,-1 13 5 16,1-13-2-16,-1 13-7 0,1-13 4 0,-2 10 11 16,2-10-13-16,0 13 0 0,0-13 1 0,0 12 2 15,0-12 2-15,-2 11-1 0,2-11 0 16,-1 12-4-16,1-12 2 0,-2 12 4 0,2-12-2 0,2 10-3 16,-2-10-2-16,0 0 3 0,-2 15 2 0,2-15-6 15,0 0 4-15,-2 12-6 0,2-12 9 0,0 0-2 16,-1 10-2-16,1-10-2 0,0 0 2 0,0 0 1 15,0 14 7-15,0-14-5 0,0 0 2 0,0 0-4 16,0 0-1-16,0 0 2 0,1 17 4 16,-1-17-15-16,0 0 12 0,1 5-3 0,-1-5 3 0,0 0 0 15,0 0 0-15,0 0-6 0,0 0 0 0,0 0 2 16,0 13 7-16,0-13-9 0,0 0 4 0,0 0-1 16,0 0-3-16,0 0 4 0,0 0 2 15,0 0 0-15,0 0-2 0,0 0-4 0,0 16 7 16,0-16-7-16,0 0 8 0,0 0-2 0,0 0-3 15,0 0-1-15,0 0 3 0,0 0-1 0,0 0 0 16,0 0 4-16,3 12-4 0,-3-12 4 0,0 0 0 0,0 0-2 16,0 0-5-16,0 0 7 0,0 0-12 0,0 0-4 15,0 0-7-15,0 0-21 0,0 0-12 0,0 0-12 16,0 0-17-16,0 0-8 0,7 8-10 16,-7-8-87-16,0 0-200 0,0 0 89 0</inkml:trace>
  <inkml:trace contextRef="#ctx0" brushRef="#br0" timeOffset="190519.07">22924 4389 26 0,'0'0'27'0,"0"0"-4"0,0 0-7 0,0 0-7 15,0 0-2-15,0 0-11 0,0 0-14 0,0 0-19 0,0 0 9 16</inkml:trace>
  <inkml:trace contextRef="#ctx0" brushRef="#br0" timeOffset="190787.37">22542 4930 112 0,'0'0'118'15,"0"0"-13"-15,0 0-10 0,0 0-13 0,0 0-9 16,0 0-5-16,0 0-13 0,0 0-14 0,0 0-10 15,0 0-19-15,0 0-4 0,0 0-25 0,0 0-10 16,0 0-13-16,0 0-12 0,0 0-59 0,0 0-120 16,0 0 53-16</inkml:trace>
  <inkml:trace contextRef="#ctx0" brushRef="#br0" timeOffset="192556.23">26306 3698 53 0,'0'0'61'0,"0"0"-7"0,0 0-4 0,0 0 1 15,0 0-8-15,0 0 1 0,0 0-4 0,0 0-2 16,0 0 4-16,0 0-4 0,0 0-3 0,0 0-9 16,0 0-4-16,0 0 4 0,0 0-5 0,0 0 3 15,0 0 0-15,0 0-5 0,0 0-1 0,0 0-4 16,0 0 0-16,0 0 0 0,0 0-4 0,0 0 3 15,0 0-2-15,0 0 1 0,0 0-5 0,0 0 5 16,0 0-10-16,0 0-4 0,0 0-3 0,0 0-11 16,0 0-7-16,0 0-19 0,0 0-22 0,0 0-51 15,0 0-124-15,0 0 56 0</inkml:trace>
  <inkml:trace contextRef="#ctx0" brushRef="#br0" timeOffset="193769.27">26040 3778 8 0,'0'0'49'16,"0"0"3"-16,0 0-10 0,0 0-2 0,0 0-6 16,0 0-3-16,0 0 0 0,0 0-12 0,0 0 10 15,0 0-7-15,0 0-4 0,0 0-5 0,0 0 3 16,0 0-3-16,0 0-5 0,0 0 2 0,0 0-2 16,0 0-2-16,0 0-2 0,0 0-5 0,0 0-1 15,0 0-2-15,0 0-1 0,0 0-2 0,0 0-5 16,0 0-1-16,0 0-5 0,0 0 1 0,0 0-6 15,0 0-8-15,0 0-23 0,0 0-58 0,0 0 26 16</inkml:trace>
  <inkml:trace contextRef="#ctx0" brushRef="#br0" timeOffset="195878.96">28829 13637 1 0,'0'0'46'0,"0"0"-2"0,0 0-3 16,0 0-6-16,0 0-8 0,0 0 1 0,0 0 3 15,0 0-9-15,0 0-6 0,0 0 1 0,0 0-2 16,0 0-1-16,3-6-5 0,-3 6 0 16,0 0-2-16,0 0 4 0,0 0-10 0,0 0 2 0,0 0-2 15,0 0-8-15,0 0-4 0,0 0-1 0,0 0-4 16,0 0-7-16,0 0-29 0,0 0-56 0,0 0 25 15</inkml:trace>
  <inkml:trace contextRef="#ctx0" brushRef="#br0" timeOffset="196887.07">29008 13677 21 0,'0'0'57'0,"0"0"-3"16,0 0-11-16,0 0-1 0,0 0-4 0,0 0-6 16,-2-12 1-16,2 12-7 0,0 0-1 0,0 0 3 0,0 0-9 15,0 0 5-15,0 0-6 0,0 0 2 0,0 0-1 16,0 0-7-16,0 0-3 0,0 0 3 16,0 0 3-16,0 0-4 0,0 0-1 0,0 0-5 15,0 0 4-15,0 0-1 0,0 0-4 0,0 0-7 16,0 0-10-16,0 0-11 0,0 0-12 0,0 0-12 0,0 0-31 15,0 0-85-15,0 0 38 0</inkml:trace>
  <inkml:trace contextRef="#ctx0" brushRef="#br0" timeOffset="-118922.51">32295 7547 39 0,'0'0'63'15,"0"0"0"-15,0 0-16 0,0 0 2 0,0 0-12 16,0 0 3-16,0 0-4 0,3-8-4 0,-3 8-3 16,0 0-5-16,0 0-3 0,0 0 1 0,0 0-6 15,0 0-2-15,0 0 5 0,0 0-5 0,0 0 5 16,0 0-2-16,0 0-7 0,0 0-5 0,0 0 8 16,0 0-9-16,0 0 5 0,0 0 5 0,-18-4-11 15,18 4 4-15,-14 0 6 0,14 0-13 0,-18 0 2 16,8 0-5-16,0 0 9 0,-1 0-6 0,1 0-2 15,-1 0 7-15,0-4 6 0,0 4-11 0,0 0 1 16,0-2-2-16,1 1 0 0,0 1 2 0,0-1 3 16,-1 1 1-16,11 0-4 0,-15-2 3 0,7 1-6 15,8 1 12-15,-14-2-12 0,14 2 2 0,-13 0 4 16,13 0 0-16,-10-2-2 0,10 2 0 0,0 0-4 16,-9-2 11-16,9 2-5 0,0 0 1 0,0 0 3 15,-9-3 5-15,9 3-6 0,0 0 11 0,0 0-13 16,0 0 3-16,-7-1-15 0,7 1 19 0,0 0-15 15,0 0 26-15,0 0-17 0,0 0-2 0,0 0 4 16,0 0-3-16,0 0-3 0,0 0 1 0,0 0 2 16,0 0-2-16,0 0-4 0,0 0 6 0,-7-4-2 15,7 4-4-15,0 0-1 0,0 0 7 0,0 0-10 16,0 0-8-16,0 0 6 0,0 0 10 0,0 0-10 16,0 0 12-16,-11 6 7 0,11-6-14 0,-7 4-1 15,7-4 0-15,-9 4 4 0,9-4-4 0,-10 3 2 0,4-1-1 16,6-2 1-16,-10 2 5 0,10-2-13 15,-9 4-2-15,9-4 0 0,-13 3 2 0,8-2-10 16,5-1 7-16,-9 3-4 0,9-3 2 0,-10 3-8 16,10-3 17-16,-8 5-8 0,3-4-1 0,5-1 10 15,0 0-6-15,-8 2 7 0,8-2-2 0,0 0 4 0,0 0-7 16,-9 2 8-16,9-2-3 0,0 0-3 16,0 0 3-16,0 0-5 0,0 0 4 0,0 0-4 15,0 0 6-15,0 0-6 0,0 0 7 0,-6 4-4 16,6-4 5-16,0 0-2 0,0 0-7 0,0 0 7 15,0 0-2-15,0 0-2 0,0 0 3 0,0 0 2 0,0 0 1 16,0 0-3-16,0 0 6 0,-9 1-10 16,9-1 0-16,0 0-5 0,0 0 14 0,0 0-2 15,0 0-3-15,0 0-2 0,-8 1-1 0,8-1 11 16,0 0-2-16,0 0-5 0,0 0 2 0,0 0 4 16,0 0-6-16,0 0-3 0,0 0 11 0,0 0-2 0,-9 0 9 15,9 0-11-15,0 0-9 0,0 0 9 16,0 0-2-16,0 0 4 0,0 0-1 0,0 0 3 15,0 0-2-15,0 0 5 0,0 0-3 0,0 0-1 16,0 0-2-16,0 0 7 0,0 0-5 0,0 0-1 16,0 0 4-16,0 0 1 0,0 0-2 0,0 0-4 0,0 0 8 15,0 0-9-15,0 0-2 0,0 0 8 0,27 0-10 16,-14 0 16-16,1 0-6 0,4 0 5 16,2-1 0-16,2 1 0 0,0 0-2 0,5 0 8 15,1-1-13-15,0 2 3 0,-1 0 10 0,1-1-16 16,-6 0-3-16,6 0 5 0,0 2 10 0,-2-2-10 0,-4 1 4 15,5 0-7-15,0-1-1 0,2 2-2 0,-1-1 8 16,-6 1 5-16,8-2-2 0,-2 2-9 16,-9-2 7-16,4 1 1 0,-3-1-7 0,1-1 9 15,-1 3-2-15,-1-3-11 0,-1 2 6 0,1 2 2 16,-19-3-7-16,0 0-1 0,0 0 3 0,59-1-5 0,-59 1 13 16,0 0-9-16,44 2 1 0,-44-2-3 0,0 0 10 15,34 1 3-15,-34-1-13 0,0 0 3 0,0 0-2 16,0 0-2-16,0 0 16 0,42 0-3 0,-42 0 8 15,0 0-10-15,0 0 8 0,0 0 2 16,0 0-2-16,0 0 11 0,0 0-8 0,0 0-9 0,0 0 9 16,0 0 3-16,0 0 1 0,0 0-1 0,0 0-10 15,0 0 5-15,0 0-8 0,0 0 4 0,0 0 7 16,0 0-11-16,0 0 0 0,0 0-3 16,0 0-9-16,0 0 5 0,0 0-1 0,0 0-15 0,0 0-4 15,-57-14-1-15,43 14 1 0,1 0-9 0,-1-1-2 16,-3 2 2-16,0-2 4 0,-1 1 1 15,0 1-7-15,4-2 8 0,-4 2-6 0,1-2-5 0,-1 0 9 16,5 1 3-16,-2 0 10 0,0 0 0 16,-4 0-9-16,1 0 5 0,1-2 8 0,1 2-9 15,-1-2 10-15,-4 2-4 0,1-2 4 0,-1 2 4 0,4-2-1 16,-3 1-1-16,1-2 4 0,2 1-2 16,2 1-4-16,4 0-4 0,-1 1 6 0,3 0 6 0,9 0-3 15,-10 0 0-15,10 0-3 0,0 0 3 0,0 0 0 16,0 0 1-16,0 0-2 0,0 0-4 15,35 2 12-15,-16-1-14 0,13 3 10 0,1-3-3 0,4 1 9 16,-1 2-7-16,1-2-2 0,-1-1 3 0,0 0-1 16,-36-1-6-16,70 7 4 0,-37-5-4 0,-1 1 3 15,-32-3 0-15,50 4 1 0,-50-4 2 0,43 2-5 16,-43-2-2-16,31 4 9 0,-31-4-9 16,0 0 8-16,0 0-6 0,42 3 1 0,-42-3 5 0,0 0-3 15,0 0 6-15,0 0-10 0,0 0 5 0,0 0-1 16,0 0-7-16,0 0-1 0,0 0-1 0,0 0 7 15,0 0-3-15,0 0 1 0,0 0 5 0,0 0-5 16,-60-8 0-16,38 7 5 0,2-2-12 16,-2 3 6-16,-6-2-2 0,0 0 2 0,1 2-5 15,-1-4 4-15,2 2 5 0,-2 1-5 0,7-1 10 0,-1 0-7 16,1 0-2-16,0 2 5 0,2-2-3 0,1 2 7 16,0-2-6-16,6 2-3 0,2-2-2 0,2 1 16 15,8 1-11-15,-9-1-6 0,9 1 6 0,0 0-2 16,0 0-2-16,0 0 6 0,0 0 0 15,28 4-4-15,-8 0 6 0,9-2 0 0,3 2-4 0,-1 1-2 16,4-3 10-16,-3 1-8 0,-32-3-9 0,67 8 2 16,-35-5 3-16,-2 0-5 0,-30-3-6 0,55 12-11 15,-55-12-1-15,31 4-4 0,-31-4-6 0,0 0-45 16,31 5-91-16,-31-5 40 0</inkml:trace>
  <inkml:trace contextRef="#ctx0" brushRef="#br0" timeOffset="-118664.76">32338 7583 33 0,'53'4'45'0,"0"-1"-4"0,2 2-3 15,-3-1-2-15,-1-2-4 0,-14 0-17 16,1 1 7-16,-2-2-5 0,-36-1 5 0,63 5-8 0,-63-5 0 16,37 2-5-16,-37-2-14 0,0 0-2 15,31 2-4-15,-31-2 1 0,0 0-3 0,0 0-1 0,0 0-5 16,0 0 2-16,0 0-24 0,0 0-43 0,0 0 19 16</inkml:trace>
  <inkml:trace contextRef="#ctx0" brushRef="#br0" timeOffset="-118290.44">32431 7600 3 0,'-32'-3'5'0,"0"1"1"0,5-1 5 0,7 1 8 0,3 2-8 16,7-2 7-16,-2 1-3 0,6 1 2 16,6 0-6-16,0 0 5 0,0 0-5 0,0 0 0 15,0 0 4-15,43 5 0 0,-12-6-4 0,6 5 5 0,-1-3 1 16,4 0-1-16,-2 1-2 0,3-1 1 0,-3 0 0 16,-1-1-6-16,-37 0 2 0,65 2 2 0,-35-2-6 15,-30 0-3-15,39 3 2 0,-39-3-4 0,0 0 4 16,0 0 3-16,40 1-6 0,-40-1 6 0,0 0-6 15,0 0-4-15,0 0-2 0,0 0 0 0,0 0 6 16,-23-4-4-16,23 4 2 0,-46-3 0 0,15 2-1 16,-1-3 2-16,2 2-5 0,-2 1 5 0,-3 0-5 15,1 0 4-15,-2 1 1 0,0-3 1 0,3 3-6 16,1-2 2-16,-3 2 1 0,0-2 3 16,5 1-2-16,-2 0 0 0,5-1 1 0,6 2 3 15,3 0-4-15,5 0 3 0,-1-1 2 0,6 1-4 16,8 0 0-16,-11-1-2 0,11 1-5 0,0 0 6 0,0 0 4 15,0 0 4-15,29 6-1 0,2-2-2 16,6-1-3-16,17 0 0 0,4 0 9 0,0 1-19 16,2-3 3-16,5 3-8 0,-1 1 5 0,-6-3-5 15,-3-1-5-15,-2 1 0 0,-14 1 1 0,-4 1 0 0,0-1-3 16,-2 3-9-16,-33-6-20 0,45 7-50 0,-45-7 23 16</inkml:trace>
  <inkml:trace contextRef="#ctx0" brushRef="#br0" timeOffset="-117664.74">31992 6889 19 0,'58'-6'54'0,"-1"5"-11"0,5-2-5 16,-1 7 10-16,3-5-17 0,1 2-2 0,2 3-6 16,-3-2-10-16,-3 1 5 0,0 0-8 0,-6-2-10 15,-18 0 1-15,-2 2-5 0,-35-3-1 0,53 3-4 16,-53-3-7-16,36 4-8 0,-36-4-22 0,0 0-48 16,0 0 22-16</inkml:trace>
  <inkml:trace contextRef="#ctx0" brushRef="#br0" timeOffset="-114960.97">25079 4106 7 0,'0'0'6'0,"32"-1"4"0,-32 1 1 0,18 1-3 16,-7 0-5-16,3-1 2 0,5 2 5 0,3-2 0 16,6 1 4-16,-5 0-5 0,6-1 7 15,3 1-2-15,0-1 0 0,-2 2-1 0,0-2 0 16,1 0 0-16,1 0-5 0,-1 0 7 0,-3 0-1 16,3 0-2-16,-2 0 5 0,-5 0-6 0,-2 0 2 0,6 0-3 15,-1 0 3-15,0 0 1 0,-4 0 1 0,-2-2-10 16,0 4 5-16,1-4-5 0,-2 2-1 15,-1 0 4-15,3-1-4 0,-2 1-2 0,1-2-1 16,-1 2 9-16,-2-2-9 0,6 2 5 0,-8-1-3 16,-2 1 3-16,3 0-8 0,3-1 6 0,-7 1-4 15,6 0 4-15,-3 1 0 0,1 0-1 0,2-1 1 0,0 0-6 16,-2 0 2-16,5 0 1 0,-4 0-4 16,2 2 5-16,1-1-1 0,-2-1 1 0,-2 1-2 15,0-1 6-15,1 1-6 0,3 1 9 0,-2-4-2 16,0 2 0-16,-2 2 2 0,2-2 1 0,1 0 2 15,0 0-8-15,0 1-2 0,1 1-5 0,-4-2 10 16,4 0-2-16,0 0-1 0,-2 0 5 0,2 0 0 16,-4 0-1-16,3 0 1 0,-1 0-4 0,-2 0 0 15,2 0 2-15,-2 0-3 0,-1-2 16 0,3 4-7 16,-6-2 1-16,5 0-4 0,-5 0-7 0,-2 2-2 16,3-2-1-16,-3 1 11 0,1 0-3 0,-2 1-2 15,1-2-9-15,-1 1 8 0,-1 0-11 0,-3 1 3 16,-6-2 5-16,11 1-1 0,-5 2-4 0,-6-3-2 15,10 0-10-15,-10 0 4 0,5 3-8 0,-5-3-8 16,0 0-2-16,8 6-5 0,-8-6-46 0,0 0-86 16,1 6 39-16</inkml:trace>
  <inkml:trace contextRef="#ctx0" brushRef="#br0" timeOffset="-114735.91">26804 4114 12 0,'34'-2'16'0,"-3"2"-9"0,-3 0-14 15,-8 0-5-15,1 2 3 0</inkml:trace>
  <inkml:trace contextRef="#ctx0" brushRef="#br0" timeOffset="-113142.68">26481 4078 5 0,'11'1'12'0,"1"-1"-3"0,-1 0-1 0,2 2 0 16,-1-2-1-16,-1 0-1 0,-2 0-5 0,5 0 0 16,-1 0 2-16,-1 1-6 0,1-1 5 0,1 0 0 15,-2 0 3-15,-1 0-2 0,1 0 6 0,-3 0-6 16,0 1 3-16,-3-1 3 0,-6 0-1 0,12 0-2 15,-12 0 8-15,9 2-2 0,-9-2 2 0,0 0 6 16,8 0 1-16,-8 0-1 0,0 0 5 0,0 0 2 16,0 0-3-16,0 0 1 0,10 0-8 0,-10 0 8 15,0 0-8-15,0 0 5 0,0 0-4 0,0 0 2 16,0 0-1-16,0 0-4 0,0 0-1 0,0 0 6 16,0 0-4-16,0 0-10 0,0 0-7 0,0 0 9 15,9 0-4-15,-9 0-6 0,0 0 7 16,0 0-3-16,0 0 4 0,8 2-3 0,-8-2 5 0,0 0-16 15,12 1 11-15,-12-1-1 0,7 1 3 0,-7-1-1 16,0 0-7-16,11 2 1 0,-11-2-2 0,10 1 2 16,-10-1 9-16,10 1-1 0,-10-1-9 0,9 0 4 15,-9 0 3-15,0 0 2 0,10 2-2 0,-10-2 0 16,8 0 6-16,-8 0 1 0,0 0 0 16,11 0 0-16,-11 0-2 0,0 0 3 0,0 0 2 0,0 0 3 15,7 1 5-15,-7-1-4 0,0 0 1 0,0 0 7 16,0 0-1-16,0 0 4 0,0 0 12 0,0 0-2 15,0 0 3-15,0 0 6 0,0 0 0 0,0 0-13 16,0 0 6-16,0 0-1 0,0 0-11 16,0 0-2-16,0 0-5 0,0 0 9 0,0 0-11 0,0 0-5 15,0 0 2-15,0 0-3 0,0 0-4 16,0 0 1-16,0 0 1 0,0 0 7 0,0 0-5 16,0 0-5-16,0 0-11 0,0 0 1 0,0 0 9 0,0 0-7 15,0 0 6-15,0 0-2 0,0 0-3 0,0 0-1 16,0 0 4-16,0 0 0 0,0 0-2 0,0 0-9 15,0 0 6-15,0 0-2 0,0 0-5 0,0 0 0 16,0 0 6-16,0 0 4 0,0 0-8 0,0 0 6 16,0 0-8-16,0 0-11 0,0 0 21 0,0 0-17 15,0 0-13-15,0 0 2 0,0 0-6 0,0 0-2 16,0 0-22-16,0 0-2 0,0 0-10 16,0 0-5-16,0 0-5 0,0 0-8 0,0 0 6 0,0 0-48 15,0 0-139-15,0 0 62 0</inkml:trace>
  <inkml:trace contextRef="#ctx0" brushRef="#br0" timeOffset="-111675.88">24964 4185 2 0,'0'0'-1'0,"0"0"2"0,-10-13-2 0,10 13 2 16,0 0-2-16</inkml:trace>
  <inkml:trace contextRef="#ctx0" brushRef="#br0" timeOffset="-104725.13">22601 5070 2 0,'0'0'6'0,"0"0"2"0,0 0 4 0,0 0-3 16,0 0 3-16,0 0 0 0,0 0 4 0,0 0-3 15,0 0 0-15,0 0-10 0,0 0 10 0,0 0-3 0,0 0-5 16,0 0 3-16,0 0 1 0,0 0-6 15,0 0-5-15,0 0 7 0,-3 11 1 0,3-11-2 16,0 0-1-16,-4 5 0 0,4-5 1 0,0 0 2 16,-1 7-7-16,1-7 2 0,0 0 0 0,0 0 6 15,0 0-6-15,0 0 3 0,-5 7-4 0,5-7 1 16,0 0 1-16,0 0-3 0,0 0 2 0,0 0 0 16,0 0-2-16,0 0-1 0,0 0 2 0,0 0 2 15,0 0 0-15,0 0-2 0,0 0 1 0,0 0-5 16,0 0 5-16,0 0 2 0,0 0-4 0,0 0 2 15,0 0 9-15,0 0 11 0,0 0 0 0,0 0 3 16,0 0 3-16,0 0 0 0,0 0 1 0,0 0-3 16,0 0-1-16,0 0-2 0,0 0-6 0,0 0 5 15,0 0-6-15,0 0-4 0,0 0 7 0,0 0-7 16,0 0 1-16,13-19-9 0,-13 19 5 0,2-8-3 16,-2 8 0-16,3-6 2 0,-3 6-7 0,2-6 2 15,-2 6-4-15,3-8 7 0,-3 8-5 0,3-8 2 16,-3 8-1-16,5-9-6 0,-2 4 7 0,-3 5-3 15,5-12 2-15,-1 7-4 0,0-4 11 0,0 0-4 16,-1 2-4-16,1-1-2 0,-1 2 4 0,1-3-6 16,1 0-3-16,-1 1 4 0,1-2-14 0,-1 2 6 15,1-2 5-15,-1 2-8 0,1-3 1 0,0 4 3 16,0-3 0-16,-1 2 8 0,1-3-1 0,0 5-5 16,0-4 1-16,-2 2 5 0,2 0-5 0,-2 1 5 15,1-2-1-15,-1 0-9 0,0 2 10 0,2-2 1 16,0 4-2-16,-2-2-1 0,-1 0 3 0,2 2-4 15,-4 5 2-15,4-13 5 0,0 7-2 0,-3 1 1 16,-1 5-4-16,5-11 6 0,-1 6-2 0,-4 5-3 16,6-10 1-16,-2 5-1 0,-1 1 2 0,-3 4-5 15,5-10 7-15,-4 5-6 0,-1 5 6 0,7-12-5 16,-7 12-1-16,6-9 6 0,-6 9-1 0,5-11 2 16,-1 5-5-16,-4 6-2 0,8-11 5 0,-8 11-4 15,5-11 4-15,-5 11-2 0,5-10 1 0,-5 10-1 16,4-9 0-16,-4 9-3 0,6-14 1 0,-6 14 4 15,5-9-2-15,-5 9-4 0,5-11 8 0,-1 6 3 16,-4 5-4-16,4-9 1 0,-4 9-4 0,5-8 6 16,-5 8-3-16,6-10-2 0,-6 10 4 0,5-9-6 15,-5 9 1-15,6-7 3 0,-5 1-5 0,-1 6 0 16,5-8 4-16,-2 5-1 0,-3 3-4 0,6-8 6 16,-6 8-3-16,6-8-1 0,-3 5 5 0,-3 3 6 15,2-9-2-15,-2 9-1 0,6-7-8 0,-4 3 3 16,-2 4-1-16,7-9-1 0,-7 9 3 0,5-9-1 15,-2 5 2-15,-3 4 0 0,7-8 2 0,-7 8-4 16,5-7-6-16,-5 7 6 0,5-7-3 0,-5 7 5 16,4-5-3-16,-4 5-1 0,5-8 1 0,-5 8-1 15,4-6 1-15,-4 6 2 0,5-6-5 0,-5 6 4 16,5-5-4-16,-5 5 7 0,5-6-6 0,-5 6-1 16,4-6 7-16,-4 6-14 0,0 0 14 0,6-7-5 15,-6 7 4-15,4-6 0 0,-4 6-2 0,0 0-3 16,8-5-1-16,-8 5 4 0,4-4-2 0,-4 4-3 15,0 0 5-15,0 0 4 0,5-4-6 0,-5 4 4 16,0 0-3-16,0 0 0 0,0 0-1 0,0 0 3 16,0 0 0-16,0 0 1 0,0 0 1 15,5-6-2-15,-5 6 1 0,0 0 1 0,0 0 12 0,0 0-9 16,0 0 1-16,0 0 2 0,0 0-2 0,0 0 0 16,0 0 6-16,0 0 0 0,0 0-3 0,0 0-5 15,0 0 7-15,0 0 1 0,0 0-4 0,0 0 1 16,0 0-1-16,4-7 0 0,-4 7 1 15,0 0 2-15,0 0-5 0,0 0 1 0,0 0-1 0,0 0 9 16,0 0-22-16,0 0 11 0,0 0-6 0,0 0 4 16,0 0-2-16,0 0-5 0,0 0 0 0,0 0 7 15,0 0-5-15,0 0 6 0,0 0-7 0,0 0 6 16,0 0-7-16,0 0-6 0,0 0 5 0,0 0 0 16,0 0 0-16,0 0 8 0,0 0-2 0,0 0-5 15,0 0 3-15,0 0-5 0,0 0 2 0,0 0 0 16,0 0-6-16,0 0 12 0,0 0-4 0,0 0-7 15,0 0 0-15,0 0 1 0,0 0 3 16,0 0 4-16,0 0-6 0,0 0 8 0,0 0-9 0,0 0 7 16,0 0-6-16,0 0 3 0,0 0-7 15,0 0 7-15,-18 11 5 0,18-11-7 0,0 0 3 0,-5 4 0 16,5-4 5-16,0 0-3 0,0 0 4 0,0 0-2 16,-9 3 1-16,9-3-2 0,0 0 1 0,0 0-8 15,-7 4 5-15,7-4 3 0,0 0-3 0,0 0 1 16,0 0-3-16,0 0 7 0,-5 4-4 15,5-4-1-15,0 0 4 0,0 0-1 0,0 0-3 0,-7 4-6 16,7-4 5-16,0 0 3 0,-7 4-3 16,7-4-1-16,0 0 10 0,-6 6-10 0,6-6 2 0,-7 5 4 15,4 1-1-15,-1-1-9 0,-1 0 0 0,-2 2-8 16,2-1 0-16,-1 1 1 0,-1 1-5 0,0 0-7 16,-1-1-1-16,2 3-2 0,-2-2 0 0,-1 3 5 15,2-1-1-15,0-1 1 0,1 0 3 16,-2 0 7-16,0-1-10 0,2 2 0 0,0-1 0 0,0 0 1 15,1 0 3-15,-2-2 2 0,3 0-11 0,1-1-32 16,-1 2 15-16</inkml:trace>
  <inkml:trace contextRef="#ctx0" brushRef="#br0" timeOffset="-103385.52">22983 4406 5 0,'0'0'0'0,"0"0"6"0,0 0 2 15,0 0-6-15,0 0 2 0,0 0-9 0,0 0 11 0,0 0-3 16,0 0 0-16,0 0 0 0,0 0-5 0,0 0 3 16,0 0-2-16,0 0 1 0,0 0-1 15,0 0-1-15,0 0 2 0,0 0-1 0,0 0 1 16,0 0 1-16,0 0 0 0,0 0-3 0,0 0 0 16,0 0 2-16,0 0 3 0,0 0-4 0,0 0-1 0,0 0 0 15,0 0 5-15,0 0-4 0,0 0 2 16,0 0-1-16,0 0 0 0,0 0-3 0,0 0 1 0,0 0 4 15,0 0-2-15,0 0 0 0,0 0 3 16,0 0-3-16,0 0-1 0,0 0 1 0,0 0 1 16,0 0-6-16,0 0-6 0,0 0 21 0,0 0-10 15,0 0-4-15,0 0 9 0,0 0-2 0,0 0-3 0,0 0 0 16,0 0 2-16,0 0-7 0,0 0 5 16,0 0-5-16,0 0-3 0,0 0 16 0,0 0-7 15,0 0-1-15,0 0-4 0,0 0-3 0,0 0 2 16</inkml:trace>
  <inkml:trace contextRef="#ctx0" brushRef="#br0" timeOffset="-100941.73">12695 10504 19 0,'-18'0'93'0,"0"0"-7"15,3 1-8-15,-4 1 10 0,6 0-16 0,0-1-8 16,0 0-1-16,1-2-1 0,3 2 12 0,2 2-9 15,7-3-4-15,-12 0-18 0,12 0 1 0,-8 0-7 16,8 0-1-16,0 0-16 0,0 0 14 0,0 0 2 16,0 0 3-16,0 0-5 0,23 12 2 0,-1-9 0 15,7 1 2-15,7-2 10 0,2 0 5 0,17 0-6 0,3-1-7 16,7 0-3-16,25-1 0 0,-25 0 1 16,27 0-2-16,-27 1 6 0,34-3-1 0,-3 4-4 15,5 2 10-15,1-5-1 0,0 2-5 0,2 0 2 0,4 5 0 16,-3 1-5-16,4-3-6 0,5 0 2 0,-7 0-8 15,0 1 2-15,0 3-3 0,-4-2-2 0,0 3-1 16,-10-5-2-16,1 2 1 0,-29-2 0 16,27 4 6-16,-28-4 7 0,1-4-2 0,2 3 3 0,-2-1 1 15,0-1 4-15,-3 0-2 0,-2-1 1 0,-4-2 1 16,-5 0 3-16,-15 0 7 0,-2 4-5 16,-3-4-1-16,-7 1 4 0,-5 1-6 0,-5 0 9 0,-1-2-1 15,1 2 9-15,-7-1 2 0,2 1 3 0,-9 0 4 16,12 0-6-16,-12 0-1 0,8-1-6 0,-8 1-6 15,0 0-6-15,7-3-2 0,-7 3 4 0,0 0-21 16,0 0-7-16,0 0-28 0,0 0-31 0,0 0-37 16,0 0-45-16,0 0-50 0,0 0-66 0,-24-6-244 15,24 6-522-15,-12 1 231 0</inkml:trace>
  <inkml:trace contextRef="#ctx0" brushRef="#br0" timeOffset="188.28">22010 3566 1 0,'8'-1'22'0,"-8"1"-6"0,0 0-13 0,0 0 0 15,9-1-11-15,-9 1-8 0,0 0 4 0</inkml:trace>
  <inkml:trace contextRef="#ctx0" brushRef="#br0" timeOffset="1082.33">27427 5542 8 0,'0'0'4'0,"0"0"0"0,0 0-1 0,0 0-6 16,0 0 0-16,0 0-3 0,0 0 1 16</inkml:trace>
  <inkml:trace contextRef="#ctx0" brushRef="#br0" timeOffset="2507.05">27424 5511 30 0,'0'0'86'0,"0"0"-13"0,0 0 4 0,-6-3-8 0,6 3 6 16,0 0-1-16,0 0-1 0,-7-4-7 15,7 4-7-15,0 0-11 0,-9-2 4 0,9 2-5 16,-9-3-2-16,9 3-3 0,-7-3-1 0,7 3 9 16,0 0 1-16,-11-3-6 0,11 3 9 0,-6-2-5 0,6 2-2 15,0 0 10-15,-10-2-13 0,10 2-8 0,0 0 0 16,-7-3-4-16,7 3 1 0,0 0-8 15,0 0 6-15,-12-3-1 0,12 3 3 0,0 0-5 16,0 0-5-16,0 0-5 0,0 0 7 0,-8-1-8 16,8 1 2-16,0 0-2 0,0 0-2 0,0 0 4 0,0 0-5 15,0 0 2-15,0 0 1 0,0 0 1 0,0 0-2 16,0 0-5-16,0 0 5 0,0 0-3 16,0 0 0-16,0 0-1 0,0 0 5 0,0 0-7 0,0 0 2 15,0 0-1-15,27-3 4 0,-15 2 1 0,8-2-4 16,2 2 5-16,5-1-3 0,3-1-2 0,3 2-1 15,-1-3-1-15,4 3 2 0,-3-2-7 0,8 0 5 16,-7 1-6-16,6 0 2 0,-3-1-1 0,-2 2-2 16,-2-3 1-16,2 2-2 0,-4 1 2 0,0-3-1 15,-6 3 4-15,-3-2-4 0,0 1 4 0,-4-1-3 16,-4 3-3-16,-5-1 2 0,2-2-4 0,-3 3 6 16,-8 0 1-16,10 0 4 0,-10 0 0 0,11 0 7 15,-11 0-3-15,0 0 3 0,0 0 4 0,8-1-4 16,-8 1 5-16,0 0 3 0,0 0 5 0,0 0 0 15,0 0-1-15,8-3 1 0,-8 3 1 0,0 0 6 16,0 0-8-16,0 0-3 0,0 0 3 0,0 0 0 16,0 0-2-16,0 0 0 0,0 0 1 0,0 0-5 15,0 0-2-15,0 0 1 0,0 0-1 0,0 0-2 16,0 0 3-16,0 0-3 0,0 0-2 0,0 0 0 16,6-2 1-16,-6 2-4 0,0 0 3 0,0 0-3 15,0 0 1-15,0 0-1 0,0 0 1 0,0 0 1 16,0 0-4-16,0 0-2 0,0 0 0 0,0 0 1 15,0 0 2-15,0 0-1 0,0 0-1 0,0 0 1 16,0 0 0-16,0 0 1 0,0 0 0 0,0 0-3 16,0 0-1-16,0 0 1 0,0 0-2 0,0 0 2 15,0 0-3-15,0 0-2 0,0 0-1 0,0 0-1 0,0 0 4 16,0 0-3-16,0 0-1 0,0 0 2 16,0 0-2-16,0 0-1 0,0 0 0 0,0 0-2 15,0 0 2-15,0 0 0 0,0 0 2 0,0 0-2 16,0 0 1-16,0 0 2 0,0 0-4 0,0 0 1 15,0 0 0-15,0 0-3 0,0 0 4 0,0 0-2 16,0 0-2-16,0 0 3 0,0 0 1 0,0 0 0 16,0 0-2-16,0 0-1 0,0 0 2 0,0 0-1 15,0 0 1-15,0 0 0 0,0 0 0 0,0 0-2 0,0 0 1 16,0 0 0-16,0 0 4 0,0 0-6 16,0 0 4-16,0 0-1 0,0 0-1 0,0 0 2 0,0 0-5 15,0 0 0-15,0 0 2 0,0 0 1 0,0 0-2 16,0 0 0-16,0 0 2 0,0 0 0 0,0 0-4 15,0 0 4-15,0 0 0 0,0 0 1 0,0 0-4 16,0 0 3-16,0 0 0 0,0 0-1 0,0 0 3 16,0 0-5-16,0 0 3 0,0 0-1 0,0 0 2 15,0 0-1-15,0 0 1 0,0 0-1 0,0 0-2 16,0 0 2-16,0 0-2 0,0 0 2 0,0 0-1 16,0 0-3-16,0 0 4 0,0 0-2 0,0 0 1 15,0 0 3-15,0 0-4 0,0 0-1 0,0 0 5 16,0 0-4-16,0 0 1 0,0 0-1 15,0 0 3-15,0 0-4 0,0 0-4 0,0 0 5 0,0 0 1 16,0 0-2-16,0 0 1 0,0 0 3 0,0 0-1 16,0 0-1-16,0 0 0 0,0 0 0 0,0 0 0 15,0 0 0-15,0 0-1 0,0 0-2 0,0 0 2 16,0 0 1-16,0 0-1 0,0 0 0 0,0 0 0 16,0 0-2-16,0 0 3 0,0 0 0 0,0 0 0 15,0 0 2-15,0 0-1 0,0 0-1 0,0 0 4 16,0 0-4-16,0 0 1 0,0 0-1 0,0 0 1 15,0 0 0-15,0 0 2 0,0 0-4 0,0 0-3 16,0 0 4-16,0 0 3 0,0 0-1 0,0 0-4 16,0 0 6-16,0 0-5 0,0 0 4 0,0 0-2 15,0 0 1-15,0 0 1 0,0 0-3 0,0 0 0 16,0 0-2-16,0 0 3 0,0 0 0 0,0 0-3 16,0 0 4-16,0 0 1 0,0 0-1 0,0 0 0 15,0 0 0-15,0 0 3 0,0 0-5 0,0 0 3 16,0 0-2-16,0 0-2 0,0 0 3 0,0 0-2 15,0 0 3-15,0 0 0 0,0 0 0 0,0 0-2 16,0 0 2-16,0 0-2 0,0 0 5 0,0 0-4 16,0 0-1-16,0 0 2 0,0 0-2 0,0 0-1 15,0 0 0-15,0 0-1 0,0 0 1 0,0 0 1 16,0 0 0-16,0 0-1 0,0 0-1 0,0 0-6 16,0 0-10-16,0 0-10 0,0 0-11 0,0 0-9 0,0 0-20 15,0 0-17-15,0 0-24 0,0 0-28 0,0 0-27 16,0 0-36-16,0 0-213 0,0 0-445 15,0 0 197-15</inkml:trace>
  <inkml:trace contextRef="#ctx0" brushRef="#br0" timeOffset="52628.04">27685 5483 11 0,'0'0'20'0,"0"0"-7"0,0 0-15 16,0 0-5-16,0 0-9 0,0 0 4 0</inkml:trace>
  <inkml:trace contextRef="#ctx0" brushRef="#br0" timeOffset="72036.87">27470 4532 14 0,'0'0'47'0,"0"0"-4"16,0 0-2-16,0 0-12 0,0 0 1 15,0 0 1-15,0 0-9 0,-9-2-9 0,9 2 9 16,0 0-5-16,-14-3-1 0,14 3-1 0,-11 0-4 0,11 0 4 16,-12-2-3-16,12 2 1 0,-13-2-10 0,13 2 5 15,-13 2 9-15,13-2-11 0,-14 0 2 0,9 0-5 16,5 0-1-16,0 0 6 0,-14 0-2 16,14 0-3-16,-10 2-3 0,10-2 2 0,0 0 1 15,0 0 2-15,0 0 3 0,0 0 3 0,0 0 5 0,18 9 1 16,5-9-6-16,12 2 1 0,17 2 0 15,6-2 0-15,5 0 6 0,2-6-11 0,25 8 6 0,-25-6-7 16,1 2 7-16,31-1-2 0,-34 0-4 0,-3-3-1 16,-4 3 1-16,0 0 1 0,0-1-3 15,-4 2 2-15,-14 0 4 0,-2-2-3 0,-5 2 2 0,-3-1-4 16,-7 1 0-16,-4-1 2 0,-4-1 3 16,-4 1 5-16,0 1-10 0,-2 0 8 0,-7 0 6 0,11 0-6 15,-11 0 0-15,7-3-6 0,-7 3 4 16,4-4-4-16,-4 4-9 0,0 0-6 0,0 0-4 15,0 0-5-15,-14-12-7 0,6 10-7 0,-1-1-13 0,-1-2-10 16,0 2-13-16,-3 0-33 0,0 0-108 0,0 0 48 16</inkml:trace>
  <inkml:trace contextRef="#ctx0" brushRef="#br0" timeOffset="72441.48">28474 4042 5 0,'0'0'75'15,"-7"-2"3"-15,7 2 5 0,0 0-1 0,0 0-1 16,0 0-4-16,0 0 4 0,-7-3-13 0,7 3 0 15,0 0-7-15,0 0-8 0,0 0-5 0,0 0-7 16,0 0-5-16,32-2 4 0,-3 1-9 0,9 1-10 16,18 0 0-16,8 1-26 0,30-1 3 0,2 0-42 15,1 3-39-15,0-2-70 0,-3-3-166 0,1-3 74 16</inkml:trace>
  <inkml:trace contextRef="#ctx0" brushRef="#br0" timeOffset="78757.39">22638 3206 2 0,'-2'6'12'16,"2"-6"-1"-16,0 12-6 0,0-5 4 0,0-7-3 16,-1 15 6-16,0-6-9 0,0-2 3 0,1-7 2 15,0 15-2-15,-2-8-2 0,2 1 6 0,-1 0-6 16,1-8-1-16,-1 15 1 0,1-6-1 16,-2-3 2-16,2 3 1 0,0-9 0 0,-2 13 0 0,1-5-5 15,-1-2 2-15,0 1-3 0,2-7 3 0,-3 11 0 16,1-6 3-16,2-5-1 0,-3 13 0 15,2-8-2-15,1-5 2 0,-4 12-4 0,3-7 3 0,-2 1 0 16,3-6 1-16,-2 11-1 0,-1-6-1 16,3-5-3-16,-1 13-1 0,-2-9 3 0,3-4-1 15,-5 11 2-15,4-6-2 0,1-5 1 0,-3 14-1 16,2-9 1-16,0 2 0 0,1-7-2 0,-3 12 2 0,2-6-1 16,1-6 2-16,-1 14 0 0,-1-6 0 15,2 0 0-15,-1 1 0 0,0 0-1 0,0-2-1 16,-1 3-5-16,1 0-6 0,0 1-25 0,-1-1-37 0,0 1 16 15</inkml:trace>
  <inkml:trace contextRef="#ctx0" brushRef="#br0" timeOffset="188200.22">20248 14266 2 0,'0'0'5'16,"0"0"2"-16,0 0-2 0,0 0 1 0,0 0-1 0,0 0 7 15,0 0 5-15,0 0 0 0,0 0 5 0,0 0 2 16,0 0-6-16,0 0-1 0,0 0 3 0,0 0-2 16,0 0-2-16,0 0 3 0,0 0 4 0,0 0-9 15,0 0 5-15,0 0-5 0,0 0 1 0,0 0-5 16,0 0 2-16,0 0-7 0,0 0 7 0,0 0 2 16,0 0 0-16,0 0-3 0,0 0-4 0,0 0 0 15,0 0-1-15,0 0 5 0,-9-6-8 0,9 6 3 16,0 0-2-16,0 0 3 0,0 0 7 0,-8-2-1 15,8 2-3-15,0 0 1 0,0 0-2 0,0 0 2 16,0 0 2-16,-6-4-6 0,6 4-2 16,0 0 0-16,0 0 4 0,0 0-3 0,-8-4-3 0,8 4 3 15,0 0 0-15,0 0 2 0,-6-3 3 0,6 3 0 16,0 0-2-16,0 0 7 0,0 0 15 0,0 0-18 16,0 0-6-16,-5-4 3 0,5 4-1 0,0 0 0 15,0 0-6-15,0 0 7 0,0 0 0 0,0 0-13 16,0 0 7-16,-8-3-2 0,8 3 5 15,0 0-2-15,0 0 1 0,0 0 3 0,0 0-3 0,0 0-2 16,0 0 6-16,0 0-2 0,0 0-6 0,0 0 11 16,0 0-10-16,0 0 2 0,-5-5-7 15,5 5 5-15,0 0-1 0,0 0 0 0,0 0-1 16,0 0 3-16,0 0-2 0,0 0-1 0,0 0 2 16,0 0-1-16,0 0 9 0,0 0-7 0,0 0-6 0,0 0 9 15,0 0-13-15,0 0 7 0,0 0-4 0,0 0 2 16,0 0-8-16,0 0 6 0,0 0-9 0,0 0 5 15,0 0-6-15,0 0 5 0,0 0 5 0,0 0-7 16,0 0-1-16,0 0 3 0,0 0-9 16,0 0 2-16,0 0-8 0,0 0-8 0,0 0-6 15,0 0-8-15,0 0-3 0,0 0-43 0,0 0-96 0,0 0 43 16</inkml:trace>
  <inkml:trace contextRef="#ctx0" brushRef="#br0" timeOffset="189191.47">21318 14447 40 0,'0'0'52'0,"0"0"-10"0,0 0-1 0,0 0-5 16,0 0-2-16,0 0-4 0,0 0 2 0,0 0-6 15,0 0 1-15,0 0 1 0,0 0-11 0,20-4 2 0,-20 4 1 16,10 0-9-16,-10 0 1 0,13 0-1 0,-13 0 0 15,13 1-5-15,-5-1 3 0,3 0-1 0,-1 0 3 16,3 0-1-16,-2 1 1 0,4 1-9 16,-1-2-8-16,0 0-13 0,5 1-7 0,-6-1-15 15,2 2-35-15,-2-2-82 0,1 4 37 0</inkml:trace>
  <inkml:trace contextRef="#ctx0" brushRef="#br0" timeOffset="190415.98">23240 14447 70 0,'-8'-3'120'0,"8"3"-6"15,0 0 2-15,0 0 4 0,-8-4-4 0,8 4-5 16,0 0 0-16,0 0-10 0,0 0 1 0,0 0-18 16,0 0-8-16,0 0-8 0,0 0-12 0,0 0-5 15,0 0-7-15,0 0-2 0,0 0-10 0,0 0-2 16,0 0-1-16,0 0-11 0,27-1-30 0,-16 1-5 15,2 1-16-15,0 0-19 0,5-1-26 0,0 2-23 0,3-1-14 16,-1-1-86-16,-1 3-217 0,2-3 96 16</inkml:trace>
  <inkml:trace contextRef="#ctx0" brushRef="#br0" timeOffset="190592.68">23977 14432 30 0,'12'2'85'0,"-6"-2"-2"15,-6 0-13-15,10 3-23 0,-3-1-19 0,-7-2-16 16,11 4-17-16,-4-2-18 0,-2 0-32 0,-5-2-59 16,12 5 26-16</inkml:trace>
  <inkml:trace contextRef="#ctx0" brushRef="#br0" timeOffset="192248.91">20261 14284 8 0,'0'0'67'0,"0"0"-2"15,0 0-8-15,0 0 1 0,0 0-9 0,0 0-2 16,0 0 6-16,0 0-13 0,0 0-3 0,0 0-3 15,0 0-5-15,0 0 1 0,0 0-8 0,0 0-3 16,0 0 0-16,0 0 6 0,0 0-3 16,0 0-2-16,0 0-9 0,0 0-2 0,0 0 4 15,0 0-4-15,0 0-7 0,0 0 4 0,0 0 5 0,0 0-7 16,0 0 4-16,0 0-9 0,0 0-4 0,0 0-6 16,7-2-9-16,-7 2-5 0,0 0-1 0,0 0-16 15,0 0-11-15,0 0-46 0,0 0-106 0,0 0 46 16</inkml:trace>
  <inkml:trace contextRef="#ctx0" brushRef="#br0" timeOffset="212173.36">12435 14823 3 0,'0'0'5'0,"0"0"6"15,-10-11 1-15,10 11 2 0,0 0-5 0,-6-5-2 16,6 5-1-16,0 0 3 0,0 0-3 0,-5-5-1 16,5 5 0-16,0 0 4 0,0 0-6 0,0 0 4 15,-10-3 9-15,10 3-9 0,0 0-3 0,0 0-1 16,-3-6-1-16,3 6-2 0,0 0 6 15,0 0-8-15,0 0 6 0,-7-3-3 0,7 3-1 16,0 0-11-16,0 0 5 0,0 0-6 0,0 0-9 16,0 0-22-16,0 0 9 0</inkml:trace>
  <inkml:trace contextRef="#ctx0" brushRef="#br0" timeOffset="-191044.89">8465 15060 100 0,'1'-6'122'0,"-1"6"-14"16,0 0-13-16,0 0-2 0,0 0 8 0,-9-7-16 16,9 7-3-16,0 0-14 0,-10-2-8 0,10 2-23 15,-10-2 11-15,10 2 0 0,-19 2-11 0,10 1 2 16,-2-1-11-16,0 1 3 0,2-2-8 0,-1 3 2 15,-2 0-7-15,1-2-6 0,1 3 9 0,-3-1 4 16,1 2-7-16,-2-1-8 0,3-1 1 0,-6 3-2 16,2 0 9-16,-2-2-11 0,2-1-4 0,-4 2 3 15,1-1 1-15,1 1-1 0,-1-3-3 0,0-2 3 16,-1 1-4-16,3-2 4 0,-3-2 0 0,2 0 3 16,-1 1 3-16,0 1 1 0,1 0-1 0,5-1-1 15,-4-1 5-15,2 1 3 0,0-2 9 0,3 2-6 16,-3-1 1-16,2 1-2 0,-1-1-3 0,1-1-5 15,1 3 7-15,4-1-2 0,7 1-4 0,-16-3 1 16,10 3-3-16,6 0-6 0,-10-1 8 0,10 1-8 16,0 0 2-16,-12 0 3 0,12 0-7 15,0 0 3-15,0 0-4 0,0 0 0 0,-10 0-1 0,10 0 3 16,0 0 2-16,-5 5-8 0,5-5 6 0,-1 8-3 16,1-8 3-16,0 8 1 0,0-8-4 0,-2 11-3 15,1-3-8-15,-1 2 6 0,-1 1 4 0,2 2-3 16,-3 3 6-16,0 1 1 0,0 5 0 0,-4 4 1 15,-2 0 0-15,1 0 2 0,0 2-5 0,-3 1 4 16,1 1 0-16,0-1-10 0,-3 4 3 0,4-2 6 16,-3 1-2-16,3 2 0 0,-2-1-1 0,-2 0-14 15,4 1 11-15,1-1 3 0,-1 11-7 0,2-10 8 16,2 1-1-16,-2-1-1 0,0 1 3 0,2 0-4 16,-4 11-1-16,6-10-3 0,-5-2 5 0,3-2 0 15,-2 2-1-15,5-1 0 0,1-1-4 0,0 0 32 16,4-3-6-16,0-3-3 0,1-1 2 0,-1 0-5 15,7 0-2-15,-2-5-3 0,4 3 2 0,0-6-28 16,1-2 3-16,-2 1 1 0,3-3-1 0,0 1-1 16,2-1 2-16,2 1 3 0,0-3 0 15,6 6 3-15,1-5-1 0,0-1 5 0,2-2-4 16,-2 0 4-16,4 0-3 0,0 1 1 0,0-5-3 16,6 5 1-16,-2-1 0 0,0 1 1 0,2-3 1 15,-1 3-2-15,2-2 1 0,3 2 1 0,-3 1 1 0,2-4-3 16,1 1 7-16,16 3-6 0,-2-4-1 0,0 0-9 15,-2-1-12-15,-11-2-5 0,16-1-17 0,1-3 4 16,1-2-6-16,2 1-1 0,1-3-6 16,-1-5 10-16,-3 1-8 0,1-3-3 0,-1 0-10 15,0-2-13-15,-5-3-26 0,-1-1-88 0,-14 3-210 16,12-4 93-16</inkml:trace>
  <inkml:trace contextRef="#ctx0" brushRef="#br0" timeOffset="-190271.25">8819 15209 14 0,'58'3'63'0,"7"-3"-3"0,29 1 7 16,5-1-11-16,0 2-3 0,4 0-3 0,14-4-8 0,5-1-3 15,4 2 0-15,1-2-1 0,11 0-4 0,4 0-8 16,4-4 3-16,5 5-11 0,1-2 3 0,6-1-4 16,-3 0 5-16,7 5-5 0,-3-4-7 15,0-2 1-15,-5 2-3 0,3-2 4 0,-2 0-1 16,0 0 3-16,-4 0-11 0,-8-1 5 0,-1 4-2 16,-1-3 5-16,-1-1-2 0,-4 4 5 0,-5-1 4 0,-5 2 3 15,-7 0 2-15,-5 2 3 0,-12 2-2 16,-4-2-4-16,-33 3 8 0,29 2-1 0,-35 0-3 15,-1 1 1-15,-1 3 1 0,-6-5 5 0,-12 3-6 16,-3 2 0-16,-1 0 1 0,-3 4 3 0,-3-2-3 16,-2 3-5-16,0 4 3 0,-5-3-1 0,-1 5 4 15,-3 2-3-15,-7 1-2 0,-3 2 1 0,2 1-7 0,-3 2 5 16,-3 0-1-16,-2 4-3 0,0 3 9 16,0 10-3-16,-8 4 6 0,0-1-1 0,1 0-5 15,-7-1-1-15,3 0 0 0,-9 1-2 0,3-2-2 16,-1-3-3-16,-4 1 3 0,-2 2-5 0,-2-5 8 15,0 3-10-15,6-11 0 0,-7 9-2 0,1 0 1 16,6-11 13-16,-2 0-11 0,-10 5 1 0,6-7-1 0,-2-2-5 16,-9 10 1-16,-5-2-4 0,0-6 3 15,-2 1 1-15,-4-2-3 0,3-1-1 0,-8-5-5 16,-6-2 13-16,1-1-4 0,-5-3 1 0,-2-1-26 16,-25 4 6-16,-4-5-1 0,0-1 4 0,-4-3 0 15,-1-1 3-15,-6 0-3 0,-5-2 1 0,-9 0 1 16,-8-1-2-16,-3-2 2 0,-9 3-2 0,-13 2 0 15,4-3 4-15,-9 1-1 0,-5-1-1 0,-6 3-3 0,-3 2-7 16,-6-2 10-16,4-3-5 0,-7 4-5 16,1 2-2-16,8 1 10 0,4-5-6 0,12 0-3 15,3 3 3-15,13-2-3 0,16 1-9 0,5-5-17 16,12 6-8-16,10-7-23 0,32-4-14 0,4-5-25 16,1-1-98-16,4 3-230 0,3-6 102 0</inkml:trace>
  <inkml:trace contextRef="#ctx0" brushRef="#br0" timeOffset="-189815.88">9960 15439 28 0,'0'0'28'0,"0"0"2"0,0 0 2 16,0 0 5-16,0 0-4 0,0 0 5 0,-3 14 6 15,3-14 8-15,2 17 4 0,-1-2 15 0,1 2-2 16,0 7 18-16,2 5-9 0,-4 5 1 0,2 11-12 16,-2 7 1-16,2-1-9 0,-1 5 1 15,-1 2-5-15,-5 25 3 0,-1 3 0 0,-3-4-5 0,0-22-5 16,-7 23 0-16,4-24-7 0,-1-1-10 0,-4-3-4 15,3-3 3-15,0-3-3 0,4-4-7 0,0-11-26 16,5-4-14-16,-2 0-18 0,1-3-40 0,2 1-14 16,-1-4-121-16,-3 0-231 0,2-7 102 0</inkml:trace>
  <inkml:trace contextRef="#ctx0" brushRef="#br0" timeOffset="-189094.46">8520 15927 18 0,'-4'-6'151'0,"4"6"-14"16,0 0-16-16,0 0-13 0,0 0-16 0,0 0-8 16,0 0-4-16,0 0-5 0,0 0-6 0,17 20-2 15,-12-3 1-15,0 0-5 0,3 0-6 0,-3 2-2 16,0-1-3-16,0 7-5 0,-4-7-4 0,2 0-6 16,-2-5-3-16,-1 0 1 0,1-2 3 0,-1 0 0 15,0-1 2-15,0-1 6 0,0-9 4 0,-1 9-6 16,1-9 1-16,-4 6 9 0,4-6 3 0,0 0-6 15,0 0-5-15,0 0-7 0,0 0-2 0,-5-20-4 16,5 20-4-16,8-27-5 0,2 4-1 0,-2 5-2 16,6-4-1-16,4-3-4 0,0 0-2 0,2 2-2 15,3 4-4-15,0 0 1 0,0 2-4 0,-4 8 3 16,0 0-3-16,-1 4-3 0,1 0 3 0,-6 4-6 16,5 4 4-16,-5 2-2 0,2 4-2 0,-1 3 1 15,0-1-3-15,0 11 4 0,0 1-2 0,-5 2 4 16,2 4-3-16,-2-3-28 0,1 3-30 15,-4-1-46-15,1 2-52 0,0-1-172 0,1-4-356 16,-3-6 158-16</inkml:trace>
  <inkml:trace contextRef="#ctx0" brushRef="#br0" timeOffset="-188811.69">10437 15786 92 0,'5'-5'180'0,"0"0"-15"0,-1 1-14 15,-4 4-13-15,8-6-4 0,-8 6-20 0,3-6-7 16,-3 6-14-16,0 0-6 0,0 0-1 16,0 0-3-16,8 17-3 0,-8-5-3 0,0 4-1 15,0 4-6-15,-4 6-2 0,0 0 2 0,2 2-15 0,-1-1-4 16,0-2-7-16,0 4-4 0,3 0-1 0,-1-1-2 15,-2-2-6-15,5 0-3 0,-1-6-9 0,0 3-15 16,0-6-30-16,1 0-23 0,-1 0-48 16,-1-1-34-16,0 0-37 0,2-3-124 0,-5-3-315 15,3 0 139-15</inkml:trace>
  <inkml:trace contextRef="#ctx0" brushRef="#br0" timeOffset="-188585.75">10561 15863 70 0,'17'-7'127'0,"0"2"-7"15,3 2-10-15,-4 0-3 0,2 3-16 0,-5 5-2 16,1-2-7-16,-1 2-4 0,1 4-4 0,-4 0-3 16,0 4-8-16,-3-3-1 0,-2 3-3 0,-3 0-15 15,-2 2 3-15,-5 2-8 0,-2 1 1 0,-2 0-8 16,-8 4-3-16,2 2-5 0,-6-5-18 0,2 0-21 15,-1-1-25-15,2-5-37 0,2-3-31 0,0-1-96 16,-1-1-221-16,4-5 97 0</inkml:trace>
  <inkml:trace contextRef="#ctx0" brushRef="#br0" timeOffset="-188282.08">11507 15554 3 0,'5'-5'165'0,"-5"5"-15"0,9-6-12 0,-9 6-14 16,0 0-3-16,18 5-22 0,-12 2-3 16,3 7-4-16,5 8 9 0,-8 7-13 0,3 5 5 15,0 14-5-15,3 2-10 0,-6 2-3 0,-1 0-10 16,1 3-3-16,-5-1-6 0,1-1-2 0,-3-1-3 15,-1-1-9-15,3-2 0 0,-1 0-5 0,-3 0-3 16,1-2-3-16,-2-1-1 0,2 0-4 0,0-12-1 16,1 11-2-16,-1-12-4 0,-2 1-7 0,1-1-13 15,-4 0-28-15,5-3-29 0,-2 0-46 0,1-7-37 16,1-3-36-16,-1-1-92 0,4-7-290 0,1-3 128 16</inkml:trace>
  <inkml:trace contextRef="#ctx0" brushRef="#br0" timeOffset="-187938.07">12078 16186 2091 0,'15'-25'-42'0,"-1"4"105"0,-5 7-15 0,0 4-21 0,-5-1-17 16,3 8-3-16,0 0-5 0,-7 3 0 16,17-1 2-16,-17 1-3 0,16 4 4 0,-4 2-1 0,-6-2-2 15,5 1 1-15,-6 0 0 0,-5-5-4 0,12 11 4 16,-8-8 2-16,-4-3-1 0,8 7 1 0,-8-7 8 15,5 7 9-15,-5-7 12 0,0 0 17 0,0 0 4 16,0 0-8-16,0 0-3 0,0 0-6 16,0 0-1-16,5-24-6 0,-3 9-4 0,0 3-2 15,3-6-1-15,3-7-7 0,-1 7 3 0,7-5-3 16,-3 6-3-16,1 0-6 0,8-1 3 0,-5 5-5 16,3 2-1-16,-2 4 1 0,0 1-2 0,-2 1 3 15,-1 4-7-15,5 3 1 0,-7 2-1 0,5 4-2 16,1 1 1-16,-5 2 0 0,1 3-1 0,-2 2 2 0,-1 2 3 15,-1 8-15-15,-1-1-18 0,-6-7-32 16,1 7-26-16,-4-4-31 0,-1-2-38 0,-2 6-20 16,-4-6-36-16,-4 4-113 0,-6-2-351 0,-3-4 156 15</inkml:trace>
  <inkml:trace contextRef="#ctx0" brushRef="#br0" timeOffset="-186565.79">7503 15728 14 0,'-8'-3'117'0,"8"3"-12"0,-14-8-15 16,4 3-7-16,-2 1 6 0,-1 1-10 0,1 0-16 15,-6-2 1-15,-3 0 1 0,0 1-7 0,-9 0 3 16,1-3-5-16,-3 3-7 0,0-1 2 0,-1 0-11 16,-3-1-5-16,-4 3-1 0,2-2 1 0,-3 0-7 15,-9-2 0-15,11 4-1 0,2-1-6 16,-3 0 3-16,1 0-6 0,-1 0-6 0,0 2 3 16,2-1 0-16,1 1-2 0,3 0-1 0,-1-2 2 0,3 2 1 15,2 1 2-15,3 0-1 0,6-2 2 0,0 2-5 16,5-2 8-16,0 2 7 0,6 1 3 15,-1-1 5-15,3 1-1 0,8 0-2 0,-13-1-3 0,13 1-4 16,-10 0-11-16,10 0 3 0,0 0-7 16,0 0 0-16,-12 1-5 0,12-1 4 0,0 0-1 15,-5 5 2-15,5-5-1 0,-4 11-6 0,4-3 3 16,-2 5-2-16,-2 2-1 0,-1 3 5 0,2 1-5 16,1 5-1-16,-1 0 6 0,-1 3-5 0,2-2 4 0,-2 2-3 15,1-1-2-15,2 1-6 0,0-2 3 16,-2 4 5-16,1-1-1 0,2-1-7 0,2 1 6 15,-4 3-4-15,6 3 4 0,-2-2-6 0,-1 3 6 16,-1-3-4-16,0 2 8 0,2 1-7 0,0 1 0 16,1 13 3-16,-1-2-1 0,0-2-1 0,2 2-2 15,-3-11 10-15,1 8-12 0,1-9 3 0,-2 1 1 16,7 12 3-16,-8-13-2 0,-1 12 0 0,2-12-2 16,-4 1 5-16,2-5-3 0,1 4 1 0,1-2-2 15,-2-4 5-15,-3 3-7 0,3 0 7 0,0-1 23 16,1-3-1-16,0 4 1 0,-2-3-5 0,1 0-2 15,0-4-2-15,-2 3-1 0,2-9-5 0,2-2-1 16,1 0 0-16,0-1-3 0,-1-2 3 0,-2-1-4 16,4-4-2-16,2 2 3 0,-4-4-2 0,-1-7 0 15,5 14 2-15,-5-14-3 0,8 7-2 0,-3-3-1 16,-5-4 3-16,19 4-3 0,-7-3 3 0,2-2-3 16,5-3-3-16,8-1 4 0,2-1 1 15,3-2-4-15,0-3-4 0,4 3 6 0,3-3-6 16,11-1 10-16,5 1-8 0,-1-2 4 0,0 1-2 0,2-2 1 15,6 2 0-15,1-3 0 0,1 3 2 0,24-4 3 16,-28 4-6-16,30-3 0 0,-30 3 2 0,2 0 0 16,0 5-1-16,0-5-3 0,1 5 0 15,1-1 0-15,-1 4 3 0,-5-1-1 0,0-1-1 16,-3 2-1-16,-5 2-1 0,-11-3 2 0,-1 3-1 16,-3 1 2-16,0-1 1 0,-2 5-3 0,-1-6 5 15,-2 6-4-15,-1-4-3 0,-8 2 4 0,1-1 1 16,-5 1-3-16,3-1-1 0,-5 2-1 0,1-2 3 15,-16 0-12-15,24 1-5 0,-13 1-20 0,-11-2-9 16,18 1-29-16,-18-1-28 0,13 4-32 0,-13-4-31 16,0 0-132-16,13 3-322 0,-13-3 143 0</inkml:trace>
  <inkml:trace contextRef="#ctx0" brushRef="#br0" timeOffset="-185624.48">8321 17084 36 0,'24'-5'77'0,"-11"3"-3"0,-1 1-8 15,1-3 1-15,-13 4-10 0,27-5-2 0,-13 4-3 16,-2 0-8-16,-12 1 2 0,23-2-7 0,-12 1-3 15,-11 1 6-15,20-1-8 0,-20 1 6 16,15 0-7-16,-15 0-4 0,15-1 3 0,-15 1 0 16,0 0 2-16,0 0-5 0,18 0-4 0,-18 0 16 0,0 0-17 15,0 0 1-15,0 0-5 0,0 0 4 16,15-2-8-16,-15 2-1 0,0 0-9 0,0 0 12 16,0 0-18-16,0 0-9 0,0 0-19 0,0 0-19 0,0 0-26 15,0 0-18-15,0 0-63 0,0 0-166 0,0 0 74 16</inkml:trace>
  <inkml:trace contextRef="#ctx0" brushRef="#br0" timeOffset="-185047.03">8514 16983 60 0,'0'0'123'0,"0"0"-9"0,0 0-8 16,0 0-12-16,0 0-4 0,0 0-2 0,0 0-9 15,-5-25 9-15,5 25-17 0,0 0-5 0,0 0 4 16,0 0-1-16,-6-14-8 0,6 14 7 0,0 0 0 16,0 0 3-16,0 0 3 0,0 0-9 0,-3-9-1 15,3 9-9-15,0 0 1 0,0 0-10 0,0 0-1 16,0 0-8-16,0 0-6 0,0 0-5 0,0 0-4 15,0 0 5-15,0 0-13 0,0 0 4 0,0 0-5 16,0 0 2-16,0 0-2 0,0 0-2 0,0 0 3 16,11 36-4-16,-6-21 2 0,-4 1 2 0,3 1-3 15,0 2 5-15,-1 5-2 0,-1 4 8 0,-2-2-2 16,1-1-1-16,1 1 1 0,-1-1-4 0,-1-6 1 16,1 7 2-16,3-9-2 0,-5 0-1 0,2 2 3 15,-1-3-13-15,0-3 6 0,0-1-6 0,0 0 1 16,-1 0 4-16,1-12-5 0,1 19 3 0,-1-13-3 15,0-6 1-15,-1 13 1 0,1-13-2 0,-1 10-2 16,1-10-7-16,0 0-19 0,1 12-2 0,-1-12-20 16,0 0-13-16,0 0-22 0,0 0-17 0,0 0-28 15,0 10-51-15,0-10-118 0,0 0-318 0,0 0 140 16</inkml:trace>
  <inkml:trace contextRef="#ctx0" brushRef="#br0" timeOffset="-184662.58">8686 16938 71 0,'0'0'165'0,"0"0"-8"0,1-11-8 0,-1 11-16 0,0 0-14 15,0 0-13-15,0 0-13 0,0 0-8 0,0 0-3 16,0 0-12-16,0 0-5 0,0 0-10 0,0 0 5 16,23 25 1-16,-15-8 6 0,0 0 1 0,1-1-8 15,-2 9 6-15,1 2 2 0,-3-2-6 0,-1 2-4 16,2 1-2-16,-6-1-3 0,4-1-2 0,-3-4-3 16,-2-2-6-16,0-2-3 0,1 0-4 0,1 0 3 15,-2-1-7-15,1 2 3 0,-1-3-7 16,-1-6 1-16,1 3-3 0,0 0-1 0,-2-1-4 15,3-1-2-15,0-11 0 0,-2 19-3 0,2-10 1 0,0-9-2 16,0 17 1-16,0-17-16 0,0 12-5 0,0-12-20 16,0 10-23-16,0-10-11 0,0 0-26 0,0 0-14 15,0 14-16-15,0-14-27 0,0 0-23 0,0 0-137 16,0 0-328-16,0 0 147 0</inkml:trace>
  <inkml:trace contextRef="#ctx0" brushRef="#br0" timeOffset="-184206.52">8714 17254 72 0,'0'0'119'0,"0"0"-12"16,0 0-4-16,0 0-10 0,27 4-2 0,-27-4-15 15,24 3 2-15,-10-1-6 0,5 0 2 0,1 2-6 16,0 0 6-16,10-2-7 0,-2 0-1 0,0-2-3 16,2 3 6-16,2-2-6 0,2 1-4 0,3-2 2 15,0 0-5-15,16 0-4 0,-14 0 4 0,16-3-3 16,2 3 3-16,1-1-8 0,-1 1 0 16,3-2-6-16,-2 2 2 0,-1-3-6 0,-3 2 2 15,1 1-9-15,-1 0 2 0,-3 1-1 0,-12-2 1 16,0 1-3-16,17 0-1 0,-6 1 2 0,-9-4-5 0,10 2 2 15,1-3-6-15,-1 2 9 0,-11 1-6 16,12-5-1-16,0 3 5 0,-13 0-3 0,-1 0-1 16,1 0 3-16,-2-1-2 0,-1 2 1 0,-6-3-6 15,0 1 1-15,-9 3-5 0,-1-2-4 0,-8 2 4 16,0 1-2-16,-1-2-3 0,-11 2 2 0,17 0-5 16,-17 0 1-16,13 0 0 0,-13 0 0 0,9-2-1 15,-9 2 2-15,0 0-1 0,0 0-4 0,0 0 0 16,0 0-3-16,0 0-6 0,0 0-22 0,0 0-23 15,0 0-33-15,0 0-26 0,0 0-39 0,0 0-67 16,0 0-143-16,0 0-386 0,0 0 170 0</inkml:trace>
  <inkml:trace contextRef="#ctx0" brushRef="#br0" timeOffset="-183788.72">10506 16805 90 0,'0'0'166'0,"-4"-8"-6"0,4 8-8 0,0 0-5 15,0 0-5-15,-1-16-14 0,1 16-10 0,0 0-15 16,0 0-12-16,0 0-9 0,0 0-11 0,0 0-8 15,0 0-2-15,0 0-7 0,0 0-2 0,0 0-4 16,0 0-5-16,0 0-2 0,0 0-1 0,14 37 0 16,-9-21 1-16,-1 1-2 0,1 2 3 0,0-2 5 15,0 8-5-15,-1 3 6 0,0-4-2 0,-2 2 1 16,1 1-2-16,-2-8 0 0,0 6 0 0,-2-5-6 16,1 10 4-16,-1-2-5 0,0-2-3 0,1-1-3 15,-4 0-1-15,1-6-1 0,2 1 1 0,-3-4-6 16,2 2-3-16,-2 0 0 0,3-2-2 15,-2 0-1-15,0-2-3 0,1-3-2 0,-2 2 1 16,0 0-5-16,2-4 3 0,2 4 0 0,-2-4-5 16,2-9-15-16,-1 19-19 0,2-10-15 0,-1-9-23 0,0 0-31 15,3 19-34-15,1-15-54 0,-4-4-41 0,5 8-124 16,-5-8-377-16,0 0 167 0</inkml:trace>
  <inkml:trace contextRef="#ctx0" brushRef="#br0" timeOffset="-182838.75">10524 17306 92 0,'0'0'105'16,"0"0"-21"-16,0 0 9 0,0 0-20 0,0 0-4 15,0 0-11-15,0 0-5 0,0 0-5 0,0 0 3 16,0 0-15-16,0 0-3 0,0 0-5 0,0 0 4 16,0 0-2-16,0 0 0 0,10-8 1 0,-10 8 14 15,0 0-8-15,28 4 6 0,-15-1-2 0,5-2 7 16,4-1-3-16,-2 2-6 0,8-3-4 0,3 2 2 16,2-1-2-16,-1 3-1 0,4-6-1 0,-1 3 11 15,1-2-16-15,1 1 6 0,1 1-1 0,1-2-2 16,-1 1 3-16,-3 1-1 0,-1 0 1 0,1 1 0 15,-2-1-3-15,-2 3 2 0,-3-1-4 0,0 1 0 16,-6-2-2-16,-4 0 4 0,-4 2-5 0,0-3-4 16,0 1 3-16,-1-2 2 0,0 2 2 15,-5 1-3-15,-1-2-1 0,-7 0 4 0,14 0 2 0,-14 0 4 16,0 0-4-16,15 2-2 0,-15-2 2 16,0 0-7-16,0 0 2 0,10 1-6 0,-10-1 1 15,0 0-8-15,0 0 6 0,0 0-8 0,0 0-3 0,0 0-14 16,0 0-16-16,0 0-20 0,0 0-30 15,0 0-27-15,0 0-16 0,0 0-72 0,0 0-125 16,0 0-337-16,-21 22 149 0</inkml:trace>
  <inkml:trace contextRef="#ctx0" brushRef="#br0" timeOffset="-179566.68">11379 17184 27 0,'0'0'26'0,"0"0"-1"0,-4-5-1 0,4 5 3 0,0 0-9 16,0 0 8-16,0 0-7 0,0 0 0 0,0 0-1 16,0 0-6-16,0 0 1 0,0 0-2 0,0 0 3 15,0 0-5-15,0 0 4 0,0 0-3 0,0 0-1 16,0 0-9-16,0 0 6 0,0 0-5 16,0 0 4-16,0 0-1 0,0 0-2 0,-5-6-3 15,5 6 1-15,0 0 2 0,0 0-6 0,0 0 6 16,0 0 2-16,0 0-8 0,0 0 4 0,0 0-8 15,0 0 9-15,0 0-5 0,0 0 4 0,0 17-3 16,0-17 0-16,0 0 2 0,0 0-3 0,-3 7-4 16,3-7 7-16,0 0 5 0,0 0-6 0,0 0-2 15,0 0 6-15,0 0-4 0,0 0 3 0,0 0-3 16,0 9 2-16,0-9-2 0,0 0 0 0,0 0 5 16,0 0-8-16,0 0 8 0,0 0-2 0,0 0-4 15,0 0 0-15,0 0 1 0,0 0 6 0,0 0-4 16,0 0 1-16,0 0 2 0,0 0-3 0,0 0 2 15,0 0 0-15,0 0-2 0,0 0-5 0,0 0 8 16,0 0-3-16,0 0 6 0,0 0-2 16,0 0 3-16,0 0 2 0,0 0-5 0,0 0 8 15,0 0 0-15,0 0 4 0,0 7-1 0,0-7 13 16,0 0-2-16,0 0 5 0,0 0 2 0,0 0 5 16,0 0-6-16,0 0 8 0,0 0-6 0,0 0 7 15,0 0 2-15,0 0 0 0,0 0-12 0,0 0 8 16,0 0 1-16,0 0-14 0,0 0 9 0,0 0-12 15,0 0-3-15,0 0 1 0,0 0 2 0,0 0-7 16,0 0 5-16,0 0-9 0,0 0 2 0,0 0 11 16,-5-23-8-16,5 23-8 0,-4-5 5 0,4 5-3 15,0 0 5-15,-4-9-1 0,4 9-3 0,0 0 1 16,-2-8 3-16,2 8 0 0,-5-5-2 0,5 5 1 16,0 0-4-16,0-9 4 0,0 9-1 0,0 0 0 15,0 0-1-15,0 0 7 0,-5-6-8 0,5 6 4 16,0 0 1-16,0 0-5 0,0 0 2 0,0 0 1 15,0 0 1-15,0 0-1 0,0 0-1 0,0 0 0 16,0 0-6-16,0 0 4 0,0 0-5 16,-3-7-1-16,3 7 6 0,0 0-2 0,0 0-7 15,0 0-2-15,0 0 5 0,0 0-5 0,0 0 7 16,0 0-1-16,0 0-1 0,0 0 3 0,0 0 4 16,0 0-1-16,0 0 0 0,0 0 4 0,0 0 4 0,0 0 8 15,0 0-6-15,0 0 2 0,0 0 1 16,0 0-1-16,0 0 4 0,0 0-2 0,0 0-1 15,0 0-5-15,0 0 2 0,0 0 1 0,0 0-8 0,-7-3-2 16,7 3 1-16,0 0 0 0,0 0-2 16,0 0 0-16,0 0-2 0,0 0-2 0,0 0-3 15,0 0-6-15,0 0 2 0,0 0 3 0,0 0-4 16,0 0-1-16,0 0-1 0,2 23 5 0,-2-23-3 16,0 18 5-16,2-7-4 0,0 5 0 0,1-2 1 15,-1 1 4-15,-1 2-1 0,2 1 1 0,-3 2-2 16,4-3 1-16,-3 4 3 0,-1 4-3 0,-1-7 1 15,1 0 5-15,-1 1-3 0,-2-2 0 16,3-1 0-16,-3 1 1 0,3-1-5 0,3 0 5 0,-6-4-2 16,3-1-2-16,-1 1 5 0,1-12-2 0,1 19 1 15,2-12 0-15,-3-7 1 0,0 12-4 16,0-12 3-16,0 12-2 0,0-12-1 0,0 0-3 0,0 11 2 16,0-11-3-16,0 0 6 0,0 0-6 0,0 0 3 15,-3 12 1-15,3-12 3 0,0 0-11 16,0 0 5-16,0 0 5 0,0 0-3 0,0 0-2 15,0 0-1-15,0 0-8 0,0 0-21 0,0 0-16 16,0 0-33-16,0 0-30 0,0 0-33 0,0 0-29 16,0 0-126-16,0 0-317 0,0 0 142 0</inkml:trace>
  <inkml:trace contextRef="#ctx0" brushRef="#br0" timeOffset="-178707.69">11622 17036 118 0,'0'0'112'0,"0"0"-4"0,-5-11-8 0,5 11-3 0,0 0 0 16,0 0-7-16,0 0-10 0,-6-10 4 0,6 10-11 16,0 0-11-16,0 0-4 0,0 0-6 0,0 0-15 15,0 0 8-15,0 0-11 0,0 0-2 0,0 0-12 16,0 0 10-16,0 0-3 0,0 0-7 16,-3 36 9-16,3-21-4 0,1 3 0 0,-2 3-1 15,1 3 4-15,-2 1 2 0,0 2-5 0,0-2 4 16,0 0 1-16,2 1-6 0,-3 0 0 0,3-1 5 15,0-7 1-15,0 8-1 0,0-2 1 0,0-1-2 0,0 2-8 16,0-6 3-16,0 0-2 0,0-2-3 16,0-1 10-16,0 0-7 0,0 2-5 0,0-2 5 15,0-4-2-15,2-2-3 0,-4 6 1 0,2-5 1 16,0-11-2-16,0 21-4 0,0-12-1 0,0-9-7 16,0 14 15-16,0-3-7 0,0-11-4 0,3 14-3 15,-3-14 9-15,0 11 0 0,0-11-5 0,-3 12-4 16,3-12-6-16,0 0-11 0,2 10-16 0,-2-10-16 15,0 0-15-15,0 0-27 0,0 0-25 0,0 0-35 16,0 0-137-16,0 0-306 0,0 0 135 0</inkml:trace>
  <inkml:trace contextRef="#ctx0" brushRef="#br0" timeOffset="-178149.05">11587 17344 70 0,'0'0'85'0,"-6"-9"-5"0,6 9-9 15,0 0 3-15,0 0-10 0,0 0 1 0,0 0 7 16,0 0-13-16,34 1-6 0,-34-1 1 0,34 2 1 16,-12-2-9-16,-1 0-2 0,8 1 4 0,3 1-10 15,1-2 11-15,2 0-4 0,19 0-4 0,-4-3-2 16,8 0-4-16,0 2 4 0,1-3-7 0,6 0 4 15,-2 0-1-15,27-5-10 0,-30 7 9 0,5-3-7 16,-2-2 8-16,38 0 1 0,-9 1 1 0,-2-3-5 16,-27 5 3-16,39-4 1 0,-10 4-4 0,-29-3-1 15,29 2 5-15,-29 1-4 0,0 0-3 16,4 4 6-16,25-1-1 0,-32-2-5 0,3-1-1 0,-2 0 6 16,4 3-8-16,-2-1-2 0,-3 2-3 0,-5 1 2 15,1-2-2-15,-3 1-4 0,-14 2 6 0,14-4-6 16,-19 3-4-16,-1-1 0 0,-3 0 1 15,-1 1-3-15,-9-1-1 0,1 0 4 0,-3 0-3 16,4-1-3-16,-11 1-2 0,-11 0-1 0,23 1 4 16,-23-1-2-16,14-1 0 0,-14 1-3 0,0 0-1 15,0 0-10-15,19 0-13 0,-19 0-28 0,0 0-34 16,0 0-32-16,0 0-35 0,0 0-28 0,0 0-99 16,0 0-299-16,0 0 132 0</inkml:trace>
  <inkml:trace contextRef="#ctx0" brushRef="#br0" timeOffset="-177077.26">14102 15918 36 0,'17'-2'93'0,"6"1"-12"0,10 1-4 15,3-4 4-15,3 2-14 0,1-2-6 0,12 2-6 16,-14 2-5-16,16-4-9 0,-16 2-4 0,2 2 2 16,-2-2-11-16,1 1 6 0,1 0-7 0,-5-2 0 15,1 2-6-15,2 0-1 0,-7-1 20 16,0 0-4-16,-3-1-16 0,-9 1-2 0,3 0-2 16,-9 1 6-16,2 0-5 0,-2-1 3 0,-3 0 0 15,-2 1-3-15,1 1 1 0,-9 0 10 0,10-1-10 0,-10 1-6 16,10-2 1-16,-10 2 4 0,7-1-4 15,-7 1 0-15,0 0-6 0,8 3 5 0,-8-3-9 0,4 4 3 16,-4-4 5-16,1 8-2 0,-1-8-8 16,2 10 8-16,-2-4-4 0,2 2 9 0,1 0 2 15,-3 1 1-15,0 3 4 0,1 1 2 0,-1 2-3 16,-1 2 6-16,2 1-5 0,0 0 4 0,1 8-4 16,-2-1 4-16,0 1-4 0,0-7 10 0,3 8-12 15,-1 0 1-15,2-2 2 0,-4 4-8 0,2-1 8 0,1-2-2 16,-1 4-3-16,0-3 2 0,0 2-4 15,2 0 8-15,-3 0-12 0,4 5 7 0,-3-2-8 16,0 0 2-16,-2 1 3 0,0-2-2 0,0-2-2 16,0 0 1-16,0-1-3 0,-1 4 5 0,3-3-10 15,-2 3 8-15,2-6-4 0,-4 2 2 0,4-5-2 16,-4 4 5-16,2-9-10 0,0 3 2 0,-1-3-1 16,4-2 5-16,-3 1-5 0,1-2 1 0,0 1-2 15,-1-4 2-15,2 0-1 0,-2 0-4 0,0-2 3 16,0 0 3-16,2 0-9 0,-2 2 7 0,0-2 0 15,0-2-2-15,0 2 1 0,3-3-6 0,-2 3 6 16,-1-3 29-16,0 2 1 0,-1 1-7 0,1-1-6 16,-3 1 0-16,3-10 1 0,0 12-7 15,0-5 2-15,0-7-3 0,0 10 1 0,0-10-4 0,-2 10-1 16,-1-6 3-16,3-4-3 0,-4 7-5 0,4-7 3 16,-1 7-1-16,1-7-1 0,0 0 1 0,-5 8-1 15,5-8 0-15,0 0-1 0,-3 7 4 0,3-7-1 16,-5 6-5-16,5-6 3 0,-6 8-1 0,6-8 0 15,-5 5 5-15,1-2-9 0,4-3 6 0,-12 6-3 16,12-6-6-16,-7 3 10 0,7-3-3 0,-12 2 1 16,6-1-3-16,-4-1 3 0,-5 1-7 0,3 0 5 15,-6 1-4-15,-4 1 2 0,-5-3 0 0,-3 2-3 16,1 1 2-16,1-1 2 0,-5 0-4 16,4 0 2-16,-2 2 0 0,-1-2 1 0,3 1 0 0,-3 0-10 15,1 0 13-15,0 1-4 0,-1 1 3 0,1-2-3 16,1 2 0-16,-1-3-1 0,1 1-4 15,9 2-16-15,-6-1-20 0,6-1-18 0,1-1-26 16,4 0-31-16,-4-1-49 0,4 1-148 0,-2 2-339 16,5-4 151-16</inkml:trace>
  <inkml:trace contextRef="#ctx0" brushRef="#br0" timeOffset="-164039.05">11343 17052 36 0,'0'0'42'0,"0"0"-8"0,0 0-1 15,0 0 1-15,0 0-6 0,0 0 3 0,0 0-5 16,0 0 1-16,0 0-3 0,0 0 4 16,0 0-1-16,-1-9 2 0,1 9 2 0,0 0-10 15,0 0 7-15,0 0 2 0,0 0-13 0,0 0 0 16,0 0-2-16,0 0 15 0,0 0-10 0,0 0 1 0,0 0-2 15,0 0 5-15,0 0-2 0,0 0-7 0,0 0 8 16,1-19 0-16,-1 19-1 0,0 0 4 16,0 0 7-16,0 0-14 0,0 0 8 0,0 0-6 15,0 0 3-15,0 0-5 0,4-12 12 0,-4 12 5 16,0 0-13-16,0 0-2 0,0 0-23 0,0 0 16 16,4-10 4-16,-4 10-4 0,0 0-4 0,0 0 2 15,1-10-2-15,-1 10 4 0,0 0-10 0,0 0 11 16,0 0 0-16,0 0-3 0,0 0-12 0,0 0 14 15,4-5-14-15,-4 5 11 0,0 0-9 16,0 0 11-16,0 0-5 0,0 0 13 0,0 0-5 0,0 0 3 16,0 0-5-16,0 0-4 0,0 0 12 0,0 0-4 15,0 0-3-15,0 0-2 0,0 0 0 0,0 0 6 16,0 0-12-16,0 0 9 0,0 0-6 0,0 0 0 16,0 0 3-16,0 0-3 0,0 0-3 0,0 0 6 15,0 0 0-15,0 0-1 0,0 0-10 0,0 0 15 16,0 0-6-16,0 0 3 0,0 0-3 15,0 0-2-15,0 0-4 0,0 0 3 0,0 0-2 0,0 0 3 16,0 0 0-16,0 0-5 0,0 0 2 0,0 0-6 16,0 0 1-16,0 0 2 0,0 0 1 0,0 0 5 15,0 0 2-15,0 0 1 0,0 0 8 0,0 0-6 16,0 0-7-16,-3 24 3 0,3-24 1 0,0 8 1 16,0-8 4-16,0 11-3 0,1-5 3 15,-1-6-6-15,-1 13 2 0,1-2 3 0,-1-2 1 16,1 1 7-16,0 2-6 0,0-1 7 0,0 0-6 15,-1 0-1-15,1-4-3 0,0 3-2 0,0 1 5 16,0 2-4-16,-1-3 2 0,1 2-1 0,1-1-5 16,-2 2 0-16,1-1 33 0,0 2-6 0,1-4 2 15,-2 6-6-15,2-4-4 0,0 1-3 0,0-2 0 0,-2 1-2 16,2 3 1-16,-1-3-9 0,0 1 5 16,0-3-6-16,0 1 0 0,0 0 2 0,1-1-3 15,-1-10-3-15,0 22 8 0,2-12-2 0,0-1 1 16,1 4-3-16,-2-2 0 0,1 1 0 0,0-1-3 15,-1 0-1-15,2 0-1 0,-3 1 3 0,4-1-6 16,-4-2 0-16,0 1-2 0,0 3 1 0,0 4 5 16,1-4 0-16,-2-2-4 0,1 6 2 0,0-4-4 15,-4-1 2-15,3-2 2 0,1 8-7 0,-2-8 4 16,1 0-4-16,0-1 9 0,0 1-9 0,-1 1 3 16,1-1 3-16,1-2-1 0,0 2-1 0,0-10 1 15,0 13-4-15,-4-6 1 0,4-7-3 0,0 13 5 16,-1-6 1-16,1 1 5 0,0-8 1 0,-5 16-3 15,4-7 0-15,-2-1 7 0,0-1-10 0,1 2 5 16,1 1-1-16,-3-1-3 0,1-1 1 0,3 4 3 16,-4-2-34-16,3 0 3 0,-2 0 5 0,1 2 3 15,-1-2-2-15,1-1 8 0,2-9-2 0,-5 19 0 16,2-11-2-16,3-8 4 0,-2 12 0 16,2-12-1-16,-2 11 3 0,2-11 0 0,-1 9 2 15,1-9 0-15,0 0-5 0,-4 13 2 0,4-13 3 16,0 0-1-16,-1 10 0 0,1-10-1 0,0 0 2 15,0 0-1-15,0 0 5 0,0 0-3 0,2 12-1 16,-2-12 4-16,0 0-7 0,0 0-5 0,0 0-8 16,0 0-12-16,0 0-15 0,0 0-22 0,0 0-29 15,0 0-43-15,0 0-33 0,0 0-31 0,0 0-106 16,0-43-335-16,2 25 148 0</inkml:trace>
  <inkml:trace contextRef="#ctx0" brushRef="#br0" timeOffset="-163042.56">11364 16945 33 0,'0'0'51'0,"0"0"-5"0,0 0 5 0,-10-11-6 0,10 11 2 16,0 0-4-16,0 0-2 0,0 0 1 0,0 0-5 16,0 0-6-16,0 0 3 0,2-21-4 0,-2 21-4 15,0 0 6-15,0 0 4 0,-2-20 5 0,2 20-13 16,0 0 7-16,-3-18-4 0,3 18 7 16,0 0-17-16,-4-19 9 0,4 19-15 0,-4-15 12 15,4 15-2-15,0 0-4 0,0 0-4 0,-5-19 8 16,5 19-10-16,0 0 8 0,-4-16 0 0,4 16-5 15,0 0 3-15,0 0 3 0,-2-13-2 0,2 13-2 16,0 0-2-16,0 0-2 0,0 0 9 0,0 0-10 16,0 0-6-16,0 0 1 0,0 0-1 0,0 0-5 15,0 0 1-15,0 0 8 0,0 0-12 0,0 0 9 16,0 0 8-16,0 0 10 0,0 0 0 0,0 0 4 16,0 47 3-16,0-47 1 0,4 35 4 15,-3-15-2-15,-1 5 1 0,0 2 5 0,1 2-5 16,-1 1 1-16,-2-1-2 0,0 2-4 0,0 4 5 15,2-2-4-15,-3 3-2 0,-1-3-1 0,3-3 0 16,-2 3-3-16,1-2 0 0,2-3-2 0,-3 1-6 16,2-4 1-16,0 1 2 0,-1-9-5 0,4 9 1 0,-1-7-6 15,-1-3 0-15,4 0 0 0,-2 1-2 16,0-4 4-16,-1-2-2 0,-1-11-3 0,1 22 1 16,0-13-6-16,2 3 8 0,2-2-1 0,-5-10-6 15,2 19 2-15,-2-19 1 0,3 14-4 0,-3-14-1 16,4 13 1-16,-4-13-1 0,0 0-1 0,1 16 7 15,-1-16-17-15,0 0-8 0,3 12 2 0,-3-12-12 16,0 0-15-16,0 0-8 0,0 0-18 0,0 0-21 16,0 0-13-16,0 0-23 0,0 0-9 0,0 0 1 15,0 0-6-15,0 0 2 0,0 0-82 0,0 0-232 16,0 0 104-16</inkml:trace>
  <inkml:trace contextRef="#ctx0" brushRef="#br0" timeOffset="-162792.12">11275 17190 35 0,'-6'51'98'0,"6"-35"-9"15,-3 3-13-15,2 0-6 0,1 8 4 0,-3 0-21 16,1 1 5-16,2-3-6 0,-1 2-14 0,-4-2-12 16,2-2-16-16,1 3-3 0,-2-7-19 0,1 0-6 15,-1-2-18-15,0 2-24 0,1 1-34 0,-5 2-101 16,2-5 45-16</inkml:trace>
  <inkml:trace contextRef="#ctx0" brushRef="#br0" timeOffset="-145255.54">10896 16258 27 0,'0'0'55'0,"0"0"-22"0,-2-7-18 0,2 7-22 0,0 0-14 15,0 0-22-15,0 0 9 0</inkml:trace>
  <inkml:trace contextRef="#ctx0" brushRef="#br0" timeOffset="-140242.88">17061 15602 121 0,'-8'-3'101'0,"8"3"-8"0,-15-1 0 0,4 0-3 15,11 1-11-15,-15 0 8 0,15 0-5 0,-14-1-6 16,14 1-5-16,0 0-3 0,-15 0-16 0,15 0-1 16,-5 1-7-16,5-1-1 0,0 0-21 0,0 0 13 15,0 0 1-15,21 6 0 0,0-4-5 0,8-2-7 16,5 0-2-16,6-2-1 0,16 0 1 0,-2 0-1 16,-3 1-3-16,-14 0-4 0,-1 0-18 0,-2 2-32 15,-3-1-35-15,-11 2-27 0,-7 1-25 16,-2 0-65-16,-6 1-201 0,-1 0 89 0</inkml:trace>
  <inkml:trace contextRef="#ctx0" brushRef="#br0" timeOffset="-139609.79">17168 15644 80 0,'0'0'119'0,"0"0"-4"0,0 0-1 0,7 20-5 16,-4-11-2-16,1 4-11 0,0 5-4 0,0 0-10 15,-2 1-2-15,1 6-5 0,-2-5-7 0,-1 3-5 16,0 2-9-16,0-5-4 0,-1-1-6 0,0-1-2 16,1 0-7-16,-2 1 1 0,2-3 2 0,-1-3-9 15,0 0-6-15,-1-2 2 0,2 1-2 0,-1-2-8 16,0-2 2-16,1 1-3 0,0-9 3 0,1 10-9 0,-1-3 3 15,0-7-2-15,0 0 2 0,0 8 1 16,0-8-2-16,0 0-3 0,-2 8-6 0,2-8-4 16,0 0-8-16,-12 3-5 0,12-3-4 0,-13 1-5 15,6 0 19-15,-4-1-10 0,3 1 0 0,8-1 4 16,-20-2-2-16,13 1 2 0,7 1 3 0,-13 0-3 16,13 0 2-16,-11-2-2 0,11 2 2 15,-8-1 1-15,8 1-3 0,0 0 4 0,0 0-4 0,0 0 7 16,0 0 3-16,0 0-5 0,0 0 0 0,0 0 6 15,35 8-4-15,-22-7 1 0,6 0-9 0,-1 0-5 16,12-2-24-16,-2 4-7 0,1-5-17 0,2 1-8 16,0 0-9-16,-2-2 8 0,0 1 1 0,-1-1-3 15,-6 2 10-15,-3-1 7 0,3-4 8 16,-2 5 6-16,-2-5 8 0,0 3 8 0,-5-2 10 16,0-1 9-16,0 0 5 0,-3 0 8 0,1 0 13 0,0 0 15 15,-4-1 1-15,0 1-4 0,-1 2 4 0,-2 0 16 16,0-2-9-16,-4 6 6 0,4-6-2 0,-4 6-2 15,0 0-6-15,0 0 2 0,0 0-1 0,0 0 9 16,-17-8-3-16,17 8 2 0,-12 4-3 0,12-4-4 16,-14 9-2-16,5-1 2 0,0-2-5 15,2 1-2-15,2 2 0 0,-4 0-2 0,2 0-7 16,1 0-3-16,2 2 3 0,1 0-2 0,2 0 2 0,0-2-2 16,1 0-4-16,2 0 0 0,2-2-6 0,4 2-18 15,0-1-22-15,3-2-23 0,3 0-33 0,2-2-41 16,0-2-77-16,2 1-222 0,1-3 99 15</inkml:trace>
  <inkml:trace contextRef="#ctx0" brushRef="#br0" timeOffset="-139462.39">17969 16005 3 0,'10'-1'77'0,"-10"1"-4"15,11 2-19-15,-6 1-28 0,-5-3-37 0,9 6-26 16,-7-1-41-16,-2-5 18 0</inkml:trace>
  <inkml:trace contextRef="#ctx0" brushRef="#br0" timeOffset="-139323.62">18027 16186 59 0,'18'4'33'0,"2"-4"-36"0,-1 5-13 0,3-5-15 16,9-2 7-16</inkml:trace>
  <inkml:trace contextRef="#ctx0" brushRef="#br0" timeOffset="-138272.65">18773 15870 118 0,'-7'-3'131'15,"7"3"-6"-15,0 0-12 0,-10-5-9 0,10 5-14 0,0 0-8 16,0 0-15-16,27-6-2 0,-9 4-15 16,3 2-16-16,-2-2-23 0,1 1-29 0,2 0-14 15,-2-1-10-15,-5 2-13 0,-2 0 0 0,-1 0-2 16,0-1 8-16,-1 2 3 0,-5-1 1 0,-6 0 9 16,13-1 1-16,-13 1 8 0,10 0 4 0,-10 0 3 15,7-3 6-15,-7 3-2 0,0 0 12 0,0 0 4 16,0 0 7-16,0 0 0 0,0 0 3 0,0 0 0 15,0 0-1-15,0 0 0 0,0 0 4 0,0 0 1 16,0 0 4-16,0 0 10 0,0 0 2 0,-14 16 4 16,11-6 6-16,2 0 7 0,0 3-9 0,0 2 3 15,-1 2 1-15,1-1-5 0,1 4 2 0,0 4-6 16,0-7-1-16,1 3 4 0,1 1-5 0,-1-3 4 16,0 0-7-16,-1 1 2 0,0-5-15 0,0-1 10 15,-1 0-7-15,0-1-5 0,1-1 2 0,0-2 1 16,-2-2-6-16,1-1 4 0,1-6 1 0,-1 12 2 15,-2-6-1-15,3-6-6 0,-6 6-1 0,0-4 0 16,6-2-11-16,-13 3-3 0,2-3 3 0,11 0 1 16,-21-4 1-16,10 1 1 0,1 0-2 0,-3-1-4 15,2 1 1-15,11 3 0 0,-19-6 6 0,12 3 2 16,1 3 2-16,6 0-6 0,-10-3 7 0,10 3-10 16,0 0 8-16,0 0-2 0,0 0 3 0,0 0-3 15,0 0-6-15,0 0 9 0,0 0-2 0,0 0 1 16,21 10-6-16,-9-8 2 0,1 1 5 0,1-3-9 15,4 1 5-15,-1 1-5 0,5-2-8 0,0 0-1 16,1-2 1-16,5-1-8 0,-9 2 21 0,2-4-13 16,-2 5 3-16,-1-4-1 0,-2 4 1 15,-3-5 5-15,5 0 1 0,-7-1 1 0,0 1 8 16,-1 0 3-16,1 0 1 0,-2 0 4 0,2-1-2 16,-11 6 13-16,11-8 11 0,-6 6 4 0,-5 2 10 0,10-7 0 15,-10 7-4-15,0 0-3 0,7-5-8 0,-7 5-5 16,0 0-6-16,0 0 2 0,0 0-14 15,0 0 7-15,0 0-2 0,0 0 1 0,-7 22-7 16,2-12 4-16,0-3-3 0,0 4-1 0,1-3-5 16,2 2 2-16,0-1 2 0,0 1 0 0,2-3-3 15,0-7-2-15,4 14 0 0,-2-7 0 0,1-3-1 16,2 2 4-16,0-2-4 0,6-1 2 0,-1 0-1 16,0-2 0-16,0 0-2 0,0-1 0 0,2-2-2 0,-2 1 6 15,-2-1-8-15,1-1 10 0,-1-1-6 16,-3 0 1-16,2 0-2 0,-2-1 2 0,0 0-1 15,2 0 3-15,-2 0-4 0,-5 5 6 0,5-8 3 16,-3 2-1-16,-2 6-2 0,0 0-5 0,4-6-1 16,-4 6 2-16,0 0-3 0,0 0 0 0,0 0-3 15,0 0 5-15,0 0-1 0,0 0-4 0,0 0 2 16,0 0 0-16,5 16-2 0,-5-16 10 0,3 6-9 16,-3-6 2-16,3 6 3 0,-3-6-2 0,7 4 4 15,-7-4-3-15,0 0 3 0,14-2-6 0,-14 2 3 16,10-9 1-16,1 4 1 0,-5-2 2 0,-1 1-1 15,0-1 4-15,2 0-5 0,-2-2 2 0,-3 0-4 16,-2 9 8-16,-2-15-4 0,2 15-3 0,-3-14-6 16,3 14 1-16,-7-12 1 0,0 4-8 0,1 0-14 15,-1 2-16-15,7 6-19 0,-19-5-21 0,11 5-17 16,8 0-19-16,-21 3-9 0,12 3-27 0,-1 0-103 16,1 2-273-16,4-2 120 0</inkml:trace>
  <inkml:trace contextRef="#ctx0" brushRef="#br0" timeOffset="-137834.55">20029 15818 25 0,'0'0'124'0,"-5"-6"-9"16,5 6-3-16,0 0-8 0,-18 9-4 0,10 0 7 15,-4 5-9-15,-3 11 1 0,-1 1-7 0,1 0-4 16,5 7 2-16,-1-1-12 0,4-3-1 0,0 6-6 16,4-4-6-16,1 3-7 0,6-8-4 0,0 2-6 15,2-2-8-15,3-1 3 0,3-2-31 0,2 0 5 16,3-4-9-16,3 0-2 0,2-3 3 0,2-2-34 15,0 0-33-15,4 1-42 0,2-2-17 0,-2-3-123 16,-7-2-260-16,10-4 115 0</inkml:trace>
  <inkml:trace contextRef="#ctx0" brushRef="#br0" timeOffset="-137474.66">20379 16135 92 0,'6'-5'119'16,"3"-1"-10"-16,2-2-13 0,-1 1 3 0,3-2-25 16,-1 1-6-16,2-1-9 0,1-3 2 0,-2 0-10 15,-3 1-2-15,0 3-11 0,-3-3 2 0,0 0-2 16,-3 1-4-16,-1-1 8 0,-2 1 11 0,-1 0 1 15,-1 1 3-15,-2-1-4 0,-2 3-13 0,0 0-1 16,-2 2 2-16,2 3 0 0,5 2-2 0,-17-2-8 16,5 4 0-16,1 2-3 0,-1 4 4 0,-3 4 4 15,-1 2-13-15,0 6 5 0,-1 0-8 0,2 3 5 16,5 3-3-16,4-4-5 0,1-3-2 0,4 2-6 16,4-3 7-16,2 0 3 0,2 0-2 0,9 4-3 15,2-4-2-15,6-3 1 0,5-1-7 0,6-6-17 16,17-1-23-16,6-1-46 0,2-6-24 0,4-4-37 15,-2-4-114-15,1 1-277 0,2-4 122 0</inkml:trace>
  <inkml:trace contextRef="#ctx0" brushRef="#br0" timeOffset="-136808.72">20576 15352 57 0,'0'0'145'0,"-3"-13"-18"0,0 7 2 0,3 6-14 16,0 0-7-16,-3-12-5 0,3 12-18 0,0 0-11 15,0 0 2-15,0 0-9 0,0 0-11 16,0 0-2-16,37 18-14 0,-21-8 5 0,-3 2-6 15,3 2-3-15,5 4-4 0,-2 1-3 0,0-1-2 16,-4-4-3-16,1 0 3 0,-1 0-2 0,-1-1-5 16,1 0-1-16,-2-4-6 0,1 1 3 0,-5-3-2 0,0-1 3 15,0-1 4-15,0 0 3 0,-3-4 0 0,1 2 4 16,0 0 5-16,-7-3-6 0,13-2-1 16,-5-2 0-16,2 0-5 0,-10 4 3 0,14-13-2 15,-7 2-3-15,0 1-5 0,2-4-2 0,-5 5 2 16,1-4-3-16,0-3-4 0,0-1 4 0,2 1-1 15,-4 0-5-15,1 0-1 0,2 0-2 0,-4 2-12 16,1 2-16-16,-3 12-16 0,2-18-20 0,-2 18-32 16,3-13-34-16,-2 8-19 0,-1 5-103 0,0 0-269 15,0 0 119-15</inkml:trace>
  <inkml:trace contextRef="#ctx0" brushRef="#br0" timeOffset="-136584.55">21157 15464 86 0,'0'0'122'0,"0"0"-14"15,0 0 1-15,0 0-11 0,0 0-9 0,-36 11-3 16,27-6-10-16,-4 0 0 0,3 3-3 0,0-2-13 16,1 4-1-16,2-1-12 0,1 0 1 0,-2 1-11 15,4 1-4-15,2 0 2 0,1-1-4 16,1-10-2-16,1 20-6 0,1-11-10 0,2 1-14 0,4-2-24 15,0-1-26-15,1 1-22 0,1-4-23 16,1 0-86-16,1 0-198 0,2-2 88 0</inkml:trace>
  <inkml:trace contextRef="#ctx0" brushRef="#br0" timeOffset="-136390.83">21302 15517 23 0,'5'-9'102'0,"-2"-1"-2"0,-1 3 4 0,-2 7-4 16,4-12-17-16,-4 12 13 0,4-9-13 0,-4 9-11 15,0 0-10-15,3-9-11 0,-3 9 4 0,0 0-4 16,0 0-5-16,0 0 0 0,6 32-2 0,-6-18-3 16,0 3-1-16,-1-1-6 0,1 3-6 0,0 1 0 15,0-2 1-15,0 6 4 0,1-6-34 0,0 0-12 16,-1-2-20-16,3-3-21 0,-4-2-22 0,2-2-25 16,0-3-79-16,0 2-193 0,-1-8 87 15</inkml:trace>
  <inkml:trace contextRef="#ctx0" brushRef="#br0" timeOffset="-136067.78">21420 15463 19 0,'0'0'93'0,"11"-6"2"16,-4 3-18-16,-7 3-2 0,10-6-21 0,-10 6 6 15,10-1-8-15,-10 1 0 0,0 0-2 16,0 0-10-16,14 4 6 0,-14-4 0 0,5 8-12 15,-5-8 5-15,2 11-9 0,-2-11-6 0,-7 16 2 16,2-6-1-16,-1-1-4 0,-7 4 1 0,3 2-14 16,-2-4 12-16,0 3-4 0,0-2-7 0,2 1 2 0,1-4-5 15,1 2-5-15,3-1-1 0,1-1-6 16,2 1-6-16,0-1-2 0,2-9 3 0,3 20 6 16,-1-15-2-16,4 5-12 0,0-2 20 0,0 0-13 15,3-2 6-15,-1-1-7 0,1 0 6 0,0 0 10 16,-3 0-10-16,-1 0 3 0,0-1-1 0,-1 0 3 15,-4-4-4-15,5 9 21 0,-3-2-21 0,-2-7-5 16,-2 9-5-16,2-9-30 0,-6 13-22 0,-2-5-64 16,-6 1-142-16,3-1 64 0</inkml:trace>
  <inkml:trace contextRef="#ctx0" brushRef="#br0" timeOffset="-135863.44">20992 15912 31 0,'57'-7'90'0,"0"1"-15"0,-4 2 2 0,-14-1-14 15,1 0-13-15,-4 3-34 0,-3-4-14 0,-2 5-38 16,-9 1-26-16,-6 0-66 0,-5-1 29 0</inkml:trace>
  <inkml:trace contextRef="#ctx0" brushRef="#br0" timeOffset="-135571.13">21198 15939 99 0,'0'0'107'16,"10"11"-12"-16,-5-4 1 0,-1-1-17 0,-4-6-7 16,9 16 0-16,-5-10 4 0,-1 2-21 0,5 1 0 15,-3-2 4-15,-5-7-11 0,6 9 2 0,-6-9 2 16,8 8 0-16,-5-6 10 0,2 1 1 0,-5-3 6 16,0 0-1-16,11-2-4 0,-11 2 0 0,9-7-8 15,-2 5-1-15,0-3-9 0,1-1-7 0,-3-1 3 16,2-1-6-16,1 1-8 0,-1 0-2 15,-2-2-12-15,3 1-28 0,-1 2-28 0,1-1-18 0,0 1-17 16,-2 0-20-16,2 0-24 0,-1 2-14 0,4 1-75 16,-5 0-226-16,-6 3 101 0</inkml:trace>
  <inkml:trace contextRef="#ctx0" brushRef="#br0" timeOffset="-135260.53">21576 16008 72 0,'13'-4'97'0,"-13"4"-5"0,19-4-8 0,-8 2-20 15,0 1 1-15,0-2-29 0,0 1-32 0,0-1-20 16,-2 1-11-16,-2 1-8 0,-7 1-4 16,11-3-28-16,-8 0-71 0,-3 3 32 0,9-5 278 15,-9 5-183-15,5-5 20 0,-5 5 1 0,4-7 10 16,-4 7 14-16,0 0 1 0,0 0 7 0,0 0 8 15,5-9-6-15,-5 9-1 0,0 0-3 0,3-4-12 16,-3 4 6-16,0 0 6 0,0 0 7 0,0 0-2 16,11 15 10-16,-11-15-8 0,3 11 2 0,-1-2-2 15,-2-9 2-15,4 19-3 0,-4-8-7 0,3 5-1 16,-3 1-3-16,1 1-6 0,-1-3-15 0,1-2-23 16,-1 2-35-16,2-2-44 0,-2 3-92 0,0-6-194 15,0 0 87-15</inkml:trace>
  <inkml:trace contextRef="#ctx0" brushRef="#br0" timeOffset="-134941.54">22418 15948 92 0,'0'0'127'15,"5"-5"-13"-15,-5 5-10 0,0 0-1 0,0 0 1 16,19 8-14-16,-12 0-3 0,-1 3-13 0,-1 0-5 15,3 5-8-15,-3 2-1 0,3 6-1 0,-6 1-12 16,1 1-17-16,1-7-32 0,1 7-21 0,1-2-67 16,0-6-95-16,0-1-199 0,4-4 88 0</inkml:trace>
  <inkml:trace contextRef="#ctx0" brushRef="#br0" timeOffset="-134681.44">23476 15702 156 0,'9'11'143'0,"-3"7"-9"16,2 8-18-16,-1 3-12 0,-4 4-6 0,-1 2-10 15,-4 10-10-15,-1 5-8 0,-6-5-7 0,-3 2-4 16,-6 6-8-16,-3 0-3 0,-19 20-7 0,-10-4-4 15,-5-7-19-15,8-19-18 0,-21 16-21 0,-9-4-12 16,2-7-15-16,-9-3-6 0,6-7-4 16,17-13-17-16,-27 11-4 0,3-9-2 0,23-9-62 15,-23 4-154-15,24-10 68 0</inkml:trace>
  <inkml:trace contextRef="#ctx0" brushRef="#br0" timeOffset="-134366.84">21908 16327 133 0,'0'0'140'0,"-13"-6"-13"16,13 6-7-16,-6-8-6 0,6 8-17 0,0 0-9 16,17-18-9-16,3 9-7 0,8-4-6 0,8 3-26 15,15-6-32-15,10 0-35 0,2 0-52 0,-1 0-84 16,28-8-178-16,-30 9 79 0</inkml:trace>
  <inkml:trace contextRef="#ctx0" brushRef="#br0" timeOffset="-128463.71">14700 15621 49 0,'3'-6'93'0,"-3"6"-11"0,0 0-6 15,0 0-12-15,0 0-1 0,0 0 4 0,0 0-2 16,0 0-2-16,-13 17 3 0,8-9-7 0,-3 3-12 16,-5 0-2-16,3 3 5 0,-4 1-3 0,1-1 2 15,-2-1-12-15,-2 7 1 0,-3-2-9 0,1-3-1 16,-2 3-8-16,3-5 2 0,4 2-2 0,-2-2 0 16,3 0-3-16,-3-2-1 0,9-2-2 0,-1 1-5 15,3-2 2-15,-1 0-10 0,4 2-7 0,2-4 2 16,0-6-18-16,8 15-10 0,-1-8-11 0,9 1-17 15,12 1-10-15,5-4-25 0,4 0-62 0,13-5-168 16,1 2 75-16</inkml:trace>
  <inkml:trace contextRef="#ctx0" brushRef="#br0" timeOffset="-126690.65">6934 15505 14 0,'0'0'60'0,"-4"-7"-4"0,4 7-6 16,-4-5-2-16,4 5-6 0,0 0-3 0,0 0-2 15,-4-5-9-15,4 5-5 0,0 0 2 0,0 0-4 16,0 0 7-16,0 0-2 0,0 0-12 0,28 8-2 16,-18-5 9-16,1 3-11 0,3-3 2 0,-1 4-5 15,2 0 1-15,1 5-1 0,-1-2 4 0,-1 5-3 16,-1 1 4-16,-1 7 4 0,-2 2 1 0,-5 3-8 15,-2 2 6-15,-4 2-4 0,-5 3-3 0,-5 11 0 16,-1 1 0-16,-9-3-16 0,1 5-18 0,-2-3-21 16,-4 1-58-16,1-2-114 0,-3-1 50 15</inkml:trace>
  <inkml:trace contextRef="#ctx0" brushRef="#br0" timeOffset="-119150.75">25405 14963 71 0,'-4'-13'147'0,"2"7"-13"15,0 0-2-15,-6-1-8 0,2 2-2 0,-3 1-17 0,-1 0-3 16,-2 3-23-16,1 1 4 0,-3 1-3 0,-6 2-4 15,0 5-2-15,-5 3-5 0,-4 0-5 0,5 4-6 16,-2-1-5-16,2 0-5 0,7 0-5 16,2-3-4-16,1 4-1 0,3-2-5 0,2 3-5 15,5-4 7-15,4 3-10 0,0-2-4 0,2 5-2 0,7-2 1 16,2 0-8-16,8 2 6 0,0 0-2 0,2 0-5 16,3-3 0-16,-1 4-2 0,2-6 0 0,-3 0-3 15,2 1-2-15,-5-2 2 0,-2-1-3 0,-2 0 0 16,0 1 0-16,-4-5-2 0,1 2 2 15,-6-2-2-15,2 0 7 0,-2 1-5 0,-2-3 2 16,-4 1 1-16,0-6-8 0,-10 11 7 0,1-5 0 0,-3 0-5 16,0 0 4-16,-8-2-4 0,-5 5-10 0,3-5-20 15,-6 0-9-15,0 1-25 0,7-1-14 16,2-2-29-16,0-2-21 0,6 3-20 0,0-2-97 16,1-2-266-16,5 0 119 0</inkml:trace>
  <inkml:trace contextRef="#ctx0" brushRef="#br0" timeOffset="-118540.75">25668 15177 39 0,'0'0'119'0,"-17"-6"0"0,3 6 6 16,-4 1-9-16,-7 4-2 0,-2 0 5 0,0 2-12 0,-3 2-2 15,0 1-7-15,6 3-7 0,-2 1-9 0,4 3-10 16,8-4-6-16,0-2-11 0,6-2 0 15,0 1-6-15,2 2-6 0,2-3-2 0,2 2-7 16,5-1 1-16,2-2-8 0,5 0 3 0,5 1-1 16,-3-3-2-16,9-1-7 0,5-2 0 0,5 0-3 0,-2-6-1 15,-2-1 5-15,1-5-8 0,-1 2-7 16,-8-1 7-16,0-3 0 0,-1 3-4 0,-3-1 5 16,-7 1 0-16,4-6 8 0,-5 5-2 0,0-4-2 15,-3 0 3-15,-2 3-3 0,-2-2 2 0,5 2 2 16,-8 1-1-16,3 9 0 0,-4-13-4 0,-1 8-3 15,1 1-4-15,4 4 0 0,-9-1-2 0,9 1-7 0,0 0 6 16,-18 10 0-16,14 0-1 0,-1 1 1 16,1 3-2-16,2 3 1 0,-1-1 1 0,3 2-5 15,1 0 2-15,3-4 1 0,1 2-4 0,3-3 5 16,-2 3 0-16,6-5 0 0,-1 2 0 0,3 0-10 16,0-7-2-16,6 0-14 0,-3-2-8 0,4-3-14 0,1-1-12 15,-2-2 0-15,-1-4-7 0,3 1 3 16,-8-1 7-16,1-5 4 0,-3 0 14 0,0-4-7 15,-4 2 7-15,1-5 4 0,-1-1 3 0,-1-5-2 16,0 0 7-16,-4-1 9 0,-1 0 2 0,-2 1 7 16,0-2-6-16,0 2 5 0,0 4 7 0,-2 0-4 15,0 2 2-15,2 1 31 0,0 7 11 0,-1 1 2 16,1 2 1-16,0 7-9 0,0-11-2 0,0 11-6 16,0-9 1-16,0 9-14 0,0 0 3 0,0 0-1 15,0 0 9-15,0 0-7 0,3 33 6 0,1-16 2 16,-2 3-4-16,0 0 0 0,1 8 1 0,5-1 4 15,-6 0-5-15,1 1-5 0,0-2 0 0,-1 0 0 16,-2-1-1-16,2 1-3 0,0 0-1 0,-2-7 6 16,2 5-9-16,-2-5-20 0,3-3-30 0,-3-5-31 15,0 2-36-15,4-3-35 0,-4 1-43 0,2-5-115 16,-2-2-323-16,0-4 143 0</inkml:trace>
  <inkml:trace contextRef="#ctx0" brushRef="#br0" timeOffset="-117878.71">25898 15215 33 0,'0'0'93'16,"0"0"-8"-16,0 0-6 0,20 19-7 0,-5-16-9 16,2 3-1-16,0-2-9 0,3-1 0 0,-2 0 7 15,0-2-8-15,0 2 2 0,-4-3 6 0,-1 0 7 16,1 0-7-16,-14 0 2 0,20 4 8 0,-20-4-22 15,13 1 1-15,-13-1-14 0,9 1 4 0,-9-1-2 16,8 6 0-16,-8-6-3 0,6 7 0 0,-6-7 7 16,0 15-2-16,2-6 7 0,0 0-8 0,1 3-4 15,-3-2-1-15,-1 4-3 0,1-3 0 0,1-1-4 16,1 1 0-16,-2 1-8 0,2-3 6 0,0 0-5 16,3-1 3-16,-1-2-6 0,1-1-3 0,-1 0 4 15,1-1-2-15,-5-4 3 0,13 2-3 0,-3-2-6 16,0 0 1-16,3-7-1 0,-3 2-3 0,1 0 4 15,0-4-4-15,-1 0 1 0,3-1 4 0,1-2-3 16,-1-1-3-16,-2-4 3 0,0 4 3 0,-4 3 3 16,-3-2 2-16,5-3-4 0,-4 6-1 0,-2-1 2 15,3 2-1-15,-4 2 4 0,0 0-3 0,-2 6-2 16,5-7 0-16,-5 7-7 0,0 0 2 0,0 0-7 16,0 0 3-16,0 0 1 0,0 0 3 0,4 29-2 15,-6-19 1-15,4 5-1 0,-2-3 6 0,2-2-6 16,0 3 5-16,0-3-8 0,2 2 1 0,0-2 0 15,0-2 1-15,1 1 0 0,-1-3 1 0,1-2 0 16,4 3 3-16,-2-4-2 0,1-2 3 16,1-1-2-16,1 0-1 0,-10 0 1 0,13-1 7 15,-7-2-3-15,2-2 2 0,-4-4 4 0,1 4-2 0,-1-4 5 16,2 0-2-16,-3 2 0 0,1-5-3 0,-1 4-4 16,1-3 0-16,-2 1 2 0,1-1-5 0,-1 0 0 15,0 4 1-15,2-2-4 0,-2 3 0 0,-1-1-1 16,3 3 2-16,0-3-3 0,-4 7-3 0,10-8 1 15,-6 7-2-15,-4 1 1 0,11 0-3 0,-11 0 1 16,14 5-1-16,-5-1 5 0,0 3-2 0,-2 0-3 16,-2 2 5-16,3-1-3 0,-3 1 4 0,1 1-2 15,1-1 0-15,-6-1 3 0,5 2-1 16,-2 1-2-16,-1-2-4 0,1 2-14 0,-2-1-15 0,0 1-19 16,1-4-36-16,-1 0-47 0,-2 0-35 0,0 1-18 15,0-8-105-15,0 11-317 0,0-11 141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9:35:11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21015 15747 2 0,'0'0'26'0,"0"0"0"0,0 0-4 15,0 0 3-15,0 0-3 0,0 0 1 0,0 0 1 16,0 0-5-16,-22 0-3 0,22 0-2 0,-14 0 2 15,14 0-2-15,-12 0 1 0,6 0 2 0,6 0-6 16,-13 1-5-16,13-1 4 0,-13 2 3 0,13-2-4 16,-10-2 4-16,10 2-3 0,0 0 6 0,-10 3 2 15,10-3 1-15,0 0 2 0,0 0 6 0,0 0 3 16,-10 0-5-16,10 0-7 0,0 0 4 0,0 0 5 16,0 0-7-16,0 0 6 0,0 0-10 0,0 0 11 15,0 0-8-15,0 0-4 0,0 0 1 0,0 0-5 16,0 0 5-16,0 0-7 0,0 0 0 0,0 0 3 15,23 5 4-15,-13-5-2 0,2 1-4 0,7-1 8 16,-1 0-9-16,3 1 7 0,1 0-4 16,5 0 4-16,-8 0 2 0,3-1-1 0,6 5-3 0,-6-5-1 15,-1-2-2-15,0 4 1 0,0-2-3 0,-2 0 1 16,1-2 0-16,-2 1 0 0,-4 2 0 0,4 1-3 16,-7-2 0-16,1 0 1 0,-1 0 0 0,-3 0-6 15,-8 0 12-15,11-2 2 0,-11 2 11 0,9 0-1 16,-9 0 4-16,0 0 6 0,11-1-6 15,-11 1 17-15,0 0-8 0,0 0-10 0,0 0 2 16,6-3-6-16,-6 3-3 0,0 0 2 0,0 0-8 0,0 0 5 16,0 0-9-16,0 0-4 0,0 0-10 0,-17-10-15 15,17 10-14-15,-6-3-10 0,6 3-16 0,0 0 1 16,0 0-20-16,-10-2 6 0,10 2-1 0,0 0-10 16,0 0-5-16,-16 5-67 0,10-3-165 15,6-2 73-15</inkml:trace>
  <inkml:trace contextRef="#ctx0" brushRef="#br0" timeOffset="1465.86">17055 16393 6 0,'0'0'23'0,"0"0"2"0,0 0-2 0,0 0 6 15,0 0-3-15,0 0 5 0,0 0-6 16,0 0 0-16,0 0-4 0,0 0 1 0,0 0 2 15,0 0-3-15,0 0-1 0,0 0-3 0,0 0-1 16,0 0-2-16,0 0-2 0,0 0-4 0,0 0 0 16,0 0-1-16,0 0 1 0,0 0-3 0,0 0 8 15,0 0 0-15,0 0-4 0,0 0 7 0,0 0-7 16,0 0 3-16,0 0-8 0,0 0 10 0,0 0-8 16,-17-10 2-16,17 10-1 0,-12-3-2 0,12 3 6 15,-14-1-8-15,6-1 3 0,2 0 1 0,6 2 0 16,-20-4-8-16,9 3 7 0,-3-2 3 0,3 1-4 15,0 1 1-15,1 1-3 0,-1-2 7 0,0 1 5 16,0 1-3-16,1-3 2 0,-1 2 8 0,3 0-3 16,8 1-4-16,-16-2 6 0,11-1-3 0,5 3-1 15,-11 0-9-15,11 0 6 0,-8-1-2 0,8 1-3 16,0 0-10-16,-9-3 8 0,9 3 4 0,0 0 0 16,0 0 6-16,0 0-7 0,0 0-2 0,0 0 1 15,0 0 1-15,31 10 0 0,-12-5-4 0,12 0-1 16,4 1-2-16,2-2 8 0,16 2-5 0,-1-3 8 15,4 3-14-15,1 0 12 0,-1-2-10 0,-1-1-7 16,2-1 14-16,-2 2 4 0,4 1 3 0,-5-2 9 16,3 0 2-16,-2 0-2 0,0-1-2 0,-4 1-2 15,-14 0 3-15,2-1 0 0,0 1 1 16,-2-1 0-16,-1 2 9 0,-5-1-4 0,-2-2 6 0,-7 0-3 16,-5 2 9-16,-3-3-8 0,-4 0 6 0,-2 0 8 15,-1 0 3-15,-7 0 10 0,10 0 2 0,-10 0 4 16,8 0-2-16,-8 0 1 0,0 0-7 0,8 2-7 15,-8-2-3-15,0 0-4 0,0 0-9 0,0 0-12 16,0 0-9-16,0 0-18 0,0 0-19 16,0 0-12-16,0 0-33 0,0 0-28 0,0 0-27 15,0 0-24-15,-19 9-132 0,6-1-300 0,0-5 133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41:34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20276 14155 67 0,'0'0'2'0,"0"0"12"16,0 0 8-16,0 0 3 0,0 0 1 0,0 0 4 16,0 0 8-16,0 0 0 0,0 0 4 0,0 0 0 0,0 0 1 15,0 0 0-15,0 0 3 0,0 0 12 16,0 0-9-16,0 0 5 0,0 0 3 0,0 0-2 15,0 0-2-15,0 0 0 0,0 0-1 0,0 0-2 16,0 0 5-16,0 0 0 0,0 0-4 0,0 0 3 16,0 0-4-16,0 0-7 0,0 0 9 0,-18-11-8 15,18 11 3-15,0 0 0 0,0 0-3 0,0 0 0 16,0 0-4-16,0 0 6 0,-5-4-1 0,5 4 4 16,0 0 0-16,0 0 2 0,0 0 0 0,0 0-1 15,0 0-8-15,-5-6-3 0,5 6-2 0,0 0-4 16,0 0-4-16,-5-4 7 0,5 4-2 0,0 0-1 0,0 0-5 15,-7-5-2-15,7 5-1 0,0 0-3 0,-5-5-1 16,5 5-1-16,0 0-2 0,0 0 3 16,-7-5-3-16,7 5 0 0,-4-4-1 0,4 4 1 15,0 0-1-15,0 0-2 0,0 0 2 0,-7-4-2 16,7 4 8-16,0 0-1 0,0 0-4 0,0 0 0 16,-5-6-3-16,5 6 1 0,0 0 1 0,0 0 0 0,0 0 1 15,0 0 3-15,0 0-6 0,0 0 5 0,0 0-9 16,0 0 3-16,0 0-3 0,-6-3 1 15,6 3-6-15,0 0 1 0,0 0-3 0,0 0-2 16,0 0 0-16,0 0 1 0,0 0-4 0,0 0 4 16,0 0-5-16,0 0 2 0,0 0-2 0,0 0 2 15,1 19 3-15,-1-19 0 0,0 11-6 0,0-11 3 0,0 15 3 16,-1-8 2-16,0 1-8 0,-1 1 4 16,4 0-1-16,-1 1 3 0,0 2 1 0,-2-3-8 15,0 3 4-15,3-2 5 0,-2 0-2 0,-1 0-3 16,0 1-2-16,-1-2 4 0,2 2 1 0,0-2-3 15,2 0 6-15,-2-2-1 0,0-7-3 0,0 17 3 16,1-9-2-16,-2 2 3 0,1-3-2 0,0 2 4 16,1-2-2-16,-1-7-3 0,0 14 1 0,-1-6 2 15,1-8 1-15,1 13-2 0,-1-7 0 0,0-6-1 16,0 10-1-16,0-10-1 0,-1 9-1 0,1-9 1 0,0 9 1 16,0-9 0-16,1 7-3 0,-1-7 3 0,0 0-2 15,0 0 1-15,-1 9-1 0,1-9 1 16,0 0 1-16,0 0 2 0,0 0-3 0,0 9 1 15,0-9 1-15,0 0 1 0,0 0 0 0,0 0 10 16,0 0 2-16,0 0 5 0,0 0 2 0,0 0 0 0,0 0-2 16,0 0 2-16,0 0-2 0,0 0-3 15,0 0-4-15,0 0 2 0,0 0-4 0,0 0-5 16,0 0-3-16,2-29-4 0,1 22-2 0,-2-1 1 16,2-2-3-16,-2 0-2 0,1 1 1 0,1-2 2 15,1 0-2-15,-2 0 3 0,2 1 5 0,-3 0-8 0,-1-1-1 16,3 2 5-16,-3-3-2 0,0 2 1 15,1 0-5-15,1-2 4 0,-2 2-1 0,0 0 3 16,0 0-5-16,1 0 5 0,0 1-2 0,-1-1 6 16,0 3-5-16,0-1-1 0,0 8-1 0,0-14 1 15,1 8 1-15,-1 6 1 0,0-10-1 0,0 10 2 0,-1-11-1 16,1 11-2-16,1-8 2 0,-1 8 0 0,0-9 0 16,0 9-1-16,0 0 1 0,0-8-1 0,0 8 1 15,0 0-2-15,0 0 0 0,0-9 0 16,0 9-3-16,0 0 4 0,0 0-1 0,0 0 6 15,0 0-12-15,0 0 8 0,0 0-5 0,0 0 3 0,0 0-2 16,0 0 0-16,0 0 2 0,0 0-4 0,2 32 6 16,-1-22-5-16,-1 2 2 0,-1 1-1 15,-1 3 3-15,2-1-1 0,0 0 0 0,2 1-2 0,-4-1 0 16,1 2 6-16,0-6-4 0,1 1 1 16,0 3 0-16,-1-5 0 0,-1 2-1 0,1-1 2 0,1 0-1 15,-1 1-1-15,2-3 1 0,-1-1 4 0,0 2-3 16,1-2 0-16,1 0 0 0,-1-1 3 15,-1-7-6-15,0 11 3 0,0-11-1 0,0 11 2 16,1-6-3-16,-1-5 3 0,0 9-3 0,0-9 3 16,0 0-1-16,0 8 0 0,0-8 2 0,0 0 1 0,3 5-2 15,-3-5-2-15,0 0 4 0,0 0-1 0,0 0 2 16,0 0 0-16,0 0 0 0,0 0 7 0,0 0 5 16,0 0 7-16,0 0 0 0,0 0 3 0,0 0-9 15,0 0 3-15,0 0-3 0,0 0-1 16,0 0-5-16,0 0 1 0,-8-22-3 0,7 16 1 0,1 6-4 15,-2-16 0-15,2 7-1 0,0-1 1 0,-1 0 2 16,1 1-5-16,0-1 2 0,0-1-2 16,0 2-1-16,0-1 0 0,0 10 2 0,0-14 0 15,1 5-3-15,-1 2-1 0,0 7 2 0,3-13 7 0,-2 7-10 16,-1 6 12-16,2-10-10 0,-2 10 1 0,0-9-6 16,0 9 8-16,0 0-5 0,0 0 2 0,-2-9-7 15,2 9 1-15,0 0-1 0,0 0 3 0,0 0-5 16,0 0 5-16,0 0-1 0,0 0-3 15,0 0 1-15,0 0 2 0,0 0 0 0,0 0-2 16,0 0 4-16,4 25 1 0,-4-19-4 0,4 5 6 0,-3-1 3 16,-1-3-4-16,2 4-5 0,-1-1 4 0,-1 0-3 15,1 0 5-15,-1 1-4 0,0-1 0 0,1-1 2 16,1 1 0-16,-2-4 1 0,3 1-1 0,-3-7 0 16,2 13 2-16,0-7-2 0,-1 3 2 15,-1-9-1-15,2 12-1 0,-1-7 1 0,-1-5 3 16,1 8-2-16,-1-8 0 0,3 7-2 0,-3-7 2 0,0 0-1 15,0 0 3-15,0 0 0 0,1 7 1 0,-1-7 0 16,0 0 0-16,0 0 2 0,0 0-2 16,0 0 0-16,0 0 1 0,0 0 5 0,0 0 0 15,0 0-2-15,0 0-3 0,0 0-4 0,0 0 2 16,0 0-1-16,0 0 0 0,-1-27-2 0,1 18-1 0,0 9 1 16,0-16-1-16,1 7-3 0,1-4 0 0,-4 3 0 15,2-1 8-15,-1 1-8 0,0-1-1 0,2 0 2 16,-4 2-1-16,3-1 1 0,-1 2-1 0,1 8 2 15,-1-16 1-15,-1 10-1 0,2 6 1 16,-1-13-1-16,1 13 2 0,0-8-1 0,0 8-3 0,0 0 3 16,-1-10 2-16,1 10 4 0,0 0-6 0,2-7 5 15,-2 7-7-15,0 0 0 0,0 0-1 16,0 0 0-16,3-6-4 0,-3 6-1 0,0 0 2 0,0 0 0 16,0 0 1-16,0 0 0 0,0 0 2 0,0 0 0 15,0 0 1-15,1 25-2 0,1-16 11 0,-2-3-10 16,1 1 0-16,2 3 0 0,-3-1 1 0,1-3-2 15,-1 3 2-15,1-1 1 0,0-1 3 0,-1-7-3 16,2 13 2-16,-2-6-1 0,0-7-2 0,-2 10 2 16,2-10-1-16,-1 9-2 0,1-9-16 0,0 0-17 15,0 9-13-15,0-9-21 0,-4 8-22 0,0-3-25 16,-1-1-35-16,1 1-40 0,-2-1-53 16,-2 0-133-16,1-1-412 0,-5-1 183 0</inkml:trace>
  <inkml:trace contextRef="#ctx0" brushRef="#br0" timeOffset="40351.94">11638 8944 17 0,'0'0'25'0,"8"2"-17"16,-8-2-17-16,12 4-9 0,-5-3 4 0</inkml:trace>
  <inkml:trace contextRef="#ctx0" brushRef="#br0" timeOffset="43853.3">16533 4642 22 0,'0'0'123'0,"0"0"-19"0,0 0-7 15,0 0-16-15,0 0 0 0,0 0-16 0,0 0-4 16,0 0 0-16,0 0-14 0,0 0-12 0,0 0-10 16,0 0-11-16,0 0-14 0,0 0-14 0,0 0-20 15,0 0-14-15,0 0-20 0,0 0-41 0,0 0-118 16,0 0 53-16</inkml:trace>
  <inkml:trace contextRef="#ctx0" brushRef="#br0" timeOffset="54367.98">22954 14166 18 0,'0'0'42'0,"0"0"-1"16,0 0 4-16,0 0-8 0,0 0 5 0,0 0 3 15,0 0 0-15,0 0-3 0,0 0 2 0,0 0-8 16,0 0-5-16,0 0-4 0,0 0 4 16,0 0 6-16,0 0-5 0,-15-16 5 0,15 16 1 0,0 0 1 15,-4-5-5-15,4 5 2 0,0 0-3 0,0 0 9 16,0 0-14-16,-2-8 1 0,2 8-4 0,0 0-4 15,0 0-5-15,0 0-2 0,0 0 0 16,0 0-5-16,0 0 3 0,0 0 0 0,-6 22-4 16,3-11 2-16,-1 1 0 0,2 2 5 0,-3 2 2 0,3 1-10 15,1-1-16-15,-2 1-19 0,2 0-8 0,2-1-17 16,1 0-18-16,2 0-80 0,-2 0-163 0,-1-5 71 16</inkml:trace>
  <inkml:trace contextRef="#ctx0" brushRef="#br0" timeOffset="54901.58">22791 14458 30 0,'0'0'117'0,"0"0"-14"0,-25 5-10 16,25-5-6-16,-7 4-9 0,7-4-6 0,-5 10-5 0,1-6-5 15,4-4-8-15,-4 8-7 0,4-8-12 0,-1 11 0 16,1-11-3-16,3 11-4 0,-1-7-6 0,-2-4 1 15,5 13-3-15,-1-9-5 0,1 1 5 0,-1 1-2 16,1 1-3-16,2-3-8 0,-4 2-3 16,1-1 4-16,-4-5-3 0,7 6 7 0,-3-1-4 0,-1-1-8 15,-3-4 5-15,5 6 0 0,-5-6-6 0,2 7-4 16,-2-7-7-16,0 0 4 0,0 0-18 0,-9 14-5 16,4-12-11-16,0 4-5 0,5-6 2 15,-13 3-4-15,7 0-5 0,6-3-10 0,-13 1-8 16,6 0-41-16,7-1-120 0,0 0 54 0</inkml:trace>
  <inkml:trace contextRef="#ctx0" brushRef="#br0" timeOffset="55255.32">22790 14502 19 0,'8'0'31'0,"-8"0"-7"0,11 0-7 0,-11 0-1 15,12-3-2-15,-5 2-2 0,0 0 1 0,-7 1 0 16,14-4-7-16,-8 2 6 0,-6 2-1 0,14-2 0 16,-8-1 9-16,2 3 1 0,-8 0 3 0,8-4 1 15,-8 4 3-15,10-3-1 0,-10 3 1 0,9-3 2 16,-9 3-5-16,8-4-5 0,-8 4 2 16,5-3 4-16,-5 3-1 0,0 0 2 0,0 0 10 0,14 4 13 15,-14-4-6-15,6 4-7 0,-3 3 1 0,1-5 5 16,0 5-9-16,-2-2 0 0,3 4 4 0,-1-3-2 15,-2 0-12-15,0 2 1 0,0-1-4 0,1 0-5 16,-1-1 8-16,-2-6-9 0,4 12 2 0,-1-8-2 16,-3-4 0-16,4 8 9 0,-4-8 0 0,6 2-1 15,-6-2-2-15,0 0-7 0,12-10-7 0,-9 6 10 16,3-1-16-16,-1-1-16 0,-2-1-27 0,1 0-34 16,-1-3-33-16,-3 10-58 0,0-16-180 15,1 7 80-15</inkml:trace>
  <inkml:trace contextRef="#ctx0" brushRef="#br0" timeOffset="59417.9">14804 5673 25 0,'0'0'35'0,"0"0"-5"0,0 0-2 0,0 0 3 16,-12 0-5-16,12 0 4 0,0 0-5 0,0 0-1 16,-10-1-5-16,10 1 0 0,0 0-2 0,0 0 3 15,-9 1-3-15,9-1-8 0,0 0-8 0,0 0 11 16,0 0 2-16,0 0-5 0,-10-3-1 0,10 3-3 15,0 0 0-15,0 0-6 0,0 0 7 0,0 0 4 16,0 0-2-16,0 0-4 0,0 0-3 0,0 0 16 16,0 0-15-16,0 0 5 0,0 0-9 0,0 0 8 15,0 0-4-15,-9 2 1 0,9-2-3 0,0 0 6 16,0 0-5-16,0 0-1 0,0 0-2 0,0 0 3 16,0 0-1-16,0 0 4 0,0 0-5 0,0 0-2 15,0 0-4-15,0 0-7 0,-3 6-4 0,3-6-8 16,0 0-2-16,0 0 3 0,-2 8-5 15,2-8 1-15,0 0-22 0,0 0-54 0,0 7 25 0</inkml:trace>
  <inkml:trace contextRef="#ctx0" brushRef="#br0" timeOffset="59760.87">14746 5702 22 0,'0'0'6'16,"0"0"5"-16,0 0 0 0,0 0 6 0,-2 6 3 16,2-6 5-16,0 0 0 0,0 0-2 0,0 0 0 15,0 0-1-15,0 0 1 0,0 0-7 0,0 0-1 16,0 0-1-16,0 0 0 0,0 0-9 0,0 0 4 15,0 0-1-15,0 0-7 0,0 0 0 0,0 0-2 16,0 0-11-16,0 0 3 0,15-1 4 0,-15 1-1 16,20-4 1-16,-4 1 3 0,5 1 0 0,1-1 0 15,7-3-2-15,1 3 5 0,1-2-7 0,2 0 4 16,1-1-4-16,-4 1 0 0,-1-1 4 0,4 0 2 16,-1 3-2-16,-3-2-10 0,-7 1 0 0,0 0 8 15,-1 3 8-15,-2-3-9 0,-2 1 6 0,1 1-2 16,-6-1 1-16,2 0 1 0,-6 1-5 0,1 1 1 15,-3 0 8-15,-6 1-4 0,12-3-1 0,-12 3 1 16,10-2-2-16,-10 2-2 0,6-1 1 0,-6 1-1 16,0 0-1-16,0 0 4 0,9-1 0 0,-9 1-2 15,0 0-1-15,0 0-3 0,0 0-3 0,5-4 8 16,-5 4-6-16,0 0-1 0,0 0-1 0,0 0 1 16,0 0 0-16,0 0 1 0,0 0-6 0,0 0 4 15,0 0-10-15,0 0-19 0,0 0 9 0</inkml:trace>
  <inkml:trace contextRef="#ctx0" brushRef="#br0" timeOffset="70953.57">27470 14130 17 0,'0'0'128'16,"0"0"-6"-16,0 0-1 0,0 0-5 0,0 0-6 16,0 0-1-16,0 0-3 0,0 0-9 0,0 0-14 0,0 0-6 15,0 0-8-15,0 0-7 0,0 0-10 0,0 0-9 16,0 0 2-16,0 0-13 0,0 0-12 15,-13 4-5-15,13-4-20 0,0 0-20 0,-6 5-9 16,6-5-17-16,0 0-17 0,-7 2-19 0,7-2-20 16,-8 6-68-16,1-5-189 0,7-1 84 0</inkml:trace>
  <inkml:trace contextRef="#ctx0" brushRef="#br0" timeOffset="73025.72">20274 14251 74 0,'0'0'70'0,"0"0"4"16,0 0-16-16,0 0-3 0,0 0-4 15,0 0 2-15,0 0-16 0,0 0 4 0,0 0-8 16,0 0-9-16,0 0 9 0,0 0 0 0,0 0-10 15,0 0-4-15,0 0 4 0,0 0-6 0,0 0-2 0,0 0-6 16,0 0 9-16,0 0-4 0,0 0 9 16,0 0-15-16,0 0 23 0,0 0-9 0,0 0-2 15,0 0 5-15,0 0-2 0,0 0-1 0,0 0 1 16,0 0-12-16,0 0 3 0,0 0 4 0,0 0-5 16,0 0 4-16,0 0 0 0,-24 7 1 0,24-7 1 0,0 0-2 15,0 0 3-15,0 0-1 0,-5 6 0 16,5-6-2-16,0 0-2 0,0 0-7 0,0 0 5 0,0 0-4 15,0 0 4-15,0 0-9 0,0 0 8 0,0 0-1 16,0 0 0-16,-1 6 2 0,1-6-10 0,0 0 4 16,0 0-7-16,0 0-11 0,0 0 5 0,0 0 5 15,0 0-9-15,0 0 7 0,0 0 3 0,0 0 0 16,0 0-1-16,0 0-1 0,1-22 16 0,-1 22-14 16,0 0-2-16,0 0 7 0,0 0 3 0,0 0-11 15,-5-5 17-15,5 5 3 0,0 0 2 0,0 0 0 16,0 0 5-16,0 0-9 0,0 0-4 0,0 0 4 15,-14 8-3-15,14-8-4 0,0 0 5 0,-5 9-8 16,5-9 3-16,0 0-5 0,-5 4-9 0,5-4-18 16,0 0 12-16,0 0-3 0,0 0 10 0,0 0 1 15,0 0-5-15,0 0-3 0,0 0 9 0,0 0-8 16,0 0 6-16,0 0-1 0,14 5 2 0,-14-5 1 16,0 0-1-16,0 0-2 0,0 0 0 0,0 0-9 15,0 0 14-15,10-12-5 0,-10 12 10 0,0 0-8 16,0 0-1-16,0-9 0 0,0 9 15 0,0 0 4 15,0 0 6-15,0 0 8 0,0 0 1 0,0 0-1 16,0 0 2-16,0 0-2 0,0 0-2 0,0 0 5 0,0 0-1 16,0 0-4-16,0 0-7 0,-18 12-1 15,18-12-1-15,-1 7-6 0,1-7-1 0,0 0-10 0,0 9-7 16,0-9 6-16,0 0-6 0,0 0-1 16,4 10 2-16,-4-10-4 0,0 0 8 0,0 0-5 0,0 0 2 15,0 0-4-15,0 0 1 0,0 0 4 0,0 0 7 16,15-11-5-16,-15 11-3 0,0 0 4 0,2-9 5 15,-2 9 7-15,0 0 0 0,-2-13-2 16,2 13-2-16,0 0 7 0,-2-10 8 0,2 10 0 0,0 0 11 16,-3-7-5-16,3 7-6 0,0 0-3 0,0 0 0 15,0 0-2-15,0 0-4 0,0 0-1 16,0 0 1-16,0 0-3 0,0 0-2 0,0 0-4 16,0 0-9-16,0 0-10 0,0 0-3 0,0 0 4 0,0 0-1 15,0 0 6-15,0 0 1 0,0 0-3 0,0 0 5 16,0 0 0-16,12 15-2 0,-12-15-2 0,0 0 7 15,0 0 4-15,0 0-5 0,0 0-1 0,12-6 7 16,-12 6-2-16,0 0-4 0,2-9 4 0,-2 9 3 16,0 0 1-16,0 0 13 0,-4-12 11 0,4 12-4 15,0 0-3-15,0 0 8 0,0 0-7 0,-9-5-2 16,9 5-6-16,0 0 1 0,0 0 4 0,0 0-13 16,-13 12-12-16,11-7-16 0,2-5-44 0,-3 9-38 15,3-9-65-15,-4 5-102 0,4-5-293 0,0 0 129 16</inkml:trace>
  <inkml:trace contextRef="#ctx0" brushRef="#br0" timeOffset="74404.85">20236 14236 13 0,'0'0'46'0,"2"-6"-4"0,-2 6 8 15,0 0 7-15,5-7-6 0,-5 7 2 0,0 0-1 0,5-5 5 16,-5 5 3-16,0 0-4 0,0 0-2 0,0 0 7 15,0 0 1-15,0 0-4 0,0 0 14 16,0 0-10-16,0 0-7 0,0 0 6 0,0 0-9 16,0 0 5-16,0 0 1 0,0 0-3 0,0 0-1 0,0 0-8 15,-9 21-1-15,9-21-1 0,-4 6-3 0,4-6-2 16,-2 9-5-16,2-9-4 0,0 7-7 0,0-7-4 16,0 0 0-16,3 7-1 0,-3-7 0 0,0 0-4 15,4 5-2-15,-4-5-3 0,0 0-2 0,7 3-4 16,-7-3 6-16,0 0-8 0,0 0 7 0,0 0-1 15,0 0 0-15,0 0-4 0,12-10-11 0,-12 10 4 16,0 0 0-16,2-8 3 0,-2 8-4 0,0 0-8 16,0-13 0-16,0 13-1 0,0-9 5 0,0 9 9 15,0 0-4-15,-3-11 9 0,3 11-2 0,0 0-4 16,-4-6 13-16,4 6-1 0,0 0-1 0,-7-4 5 16,7 4-2-16,0 0-2 0,0 0 4 0,-11 1-2 15,11-1 1-15,0 0 0 0,0 0-5 0,-10 6 3 16,10-6 0-16,0 0-3 0,0 0 2 0,-9 3-9 15,9-3 1-15,0 0-7 0,0 0 5 0,0 0-8 16,-2 6 9-16,2-6-5 0,0 0 0 16,0 0 1-16,0 0 6 0,0 0-5 0,0 0 1 0,0 0 5 15,0 0-7-15,0 0 0 0,0 0 1 0,0 0 2 16,0 0-1-16,0 0 4 0,0 0-4 0,0 0 0 16,0 0-3-16,0 0 5 0,0 0-23 0,0 0-22 15,0 0-22-15,0 0-21 0,0 0-19 0,0 0-153 16,-2 12-278-16,2-12 123 0</inkml:trace>
  <inkml:trace contextRef="#ctx0" brushRef="#br0" timeOffset="75462.2">20306 14248 69 0,'0'0'75'0,"0"0"-24"0,0 0-22 0,0 0-28 0,0 0-39 15,0 0-41-15,0 0 19 0</inkml:trace>
  <inkml:trace contextRef="#ctx0" brushRef="#br0" timeOffset="77599.32">12134 8971 14 0,'0'0'37'0,"0"0"-18"0,0 0-16 0,0 0-16 16,0 9-12-16,0-9 5 0</inkml:trace>
  <inkml:trace contextRef="#ctx0" brushRef="#br0" timeOffset="79881.85">12580 10384 26 0,'5'2'28'0,"4"1"-12"0,2-1-17 0,-1 1-11 15,3-3-12-15,5 2 5 0</inkml:trace>
  <inkml:trace contextRef="#ctx0" brushRef="#br0" timeOffset="80095.14">13762 10332 14 0,'0'0'54'0,"5"5"-13"0,-5-5-10 0,0 0-14 15,2 6-22-15,-2-6-21 0,6 6-27 16,-1-2 12-16</inkml:trace>
  <inkml:trace contextRef="#ctx0" brushRef="#br0" timeOffset="80729.34">15572 10462 68 0,'0'0'67'0,"0"0"-5"0,0 0-5 0,0 0-5 16,0 0-9-16,0 0-16 0,0 0 1 0,0 0-21 15,0 0-5-15,0 0-11 0,0 0-10 0,0 0-17 16,0 0-23-16,0 0-63 0,0 0 29 0</inkml:trace>
  <inkml:trace contextRef="#ctx0" brushRef="#br0" timeOffset="-190995.83">14526 3571 11 0,'0'0'17'16,"0"0"11"-16,0 0 1 0,0 0 5 0,0 0 8 16,0 0 8-16,0 0 8 0,0 0-9 0,0 0-7 15,13-7-3-15,-4-1-5 0,3 0-7 0,3-4-6 16,8-7-5-16,2-1-25 0,4-2-30 0,15-12-37 16,3 2-80-16,0-3 36 0</inkml:trace>
  <inkml:trace contextRef="#ctx0" brushRef="#br0" timeOffset="-178400.89">28980 13682 16 0,'0'0'50'0,"0"0"-9"0,0 0-4 0,0 0-2 15,0 0-1-15,0 0-8 0,0 0-1 0,0 0-5 16,0 0 6-16,0 0-21 0,0 0 0 0,0 0-2 16,0 0-9-16,0 0 1 0,0 0-3 0,0 0-6 15,0 0-9-15,0 0-22 0,0 0-48 0,0 0 21 16</inkml:trace>
  <inkml:trace contextRef="#ctx0" brushRef="#br0" timeOffset="-116911.63">27562 15985 129 0,'0'0'144'0,"0"0"-9"16,-7 4-3-16,7-4 0 0,0 0-7 0,0 0-5 16,0 0 10-16,0 0-9 0,0 0 0 0,0 0 2 15,0 0-6-15,0 0-5 0,0 0-8 0,0 0-1 16,0 0-11-16,0 0-10 0,13-22-6 0,-8 16-4 16,2-2-1-16,0-2-8 0,1 1-5 0,1-7-3 15,1 3-6-15,3-3-8 0,-2-1 3 0,7-3-10 16,-2-2 0-16,0-4-4 0,2 5-2 0,-1-1-5 15,0-2-2-15,0-2-3 0,1 0-3 0,0-1 1 16,-3 3-3-16,-3-3 1 0,-1 3-4 0,0 0 4 16,-4 1-3-16,-2 5 0 0,2 2 0 0,-3 2 0 0,-2 5 7 15,-2 0 10-15,0 9 4 0,3-12-4 16,-3 12 3-16,-7-11-8 0,2 8 7 0,5 3-8 16,-14 0-2-16,2 3 3 0,2 2-4 0,-6 4-6 15,-4 0 4-15,5 4-2 0,-1-2-4 0,1 0 3 16,3 2-5-16,0 0-2 0,6-3 0 0,0 1-1 15,0-2 2-15,4 0-2 0,0 1-3 0,0 1 1 16,6-1-1-16,-2-2 1 0,6 1-3 16,1 0 1-16,1-1-2 0,4 1 0 0,3-2-1 0,0-4 2 15,2 1-1-15,0 0 2 0,4-2-3 0,-4 0-3 16,2 0 0-16,0 0 4 0,-4-2 0 0,-1 2-2 16,-3-1-1-16,-1 1 3 0,-2 2-2 0,7 2 1 15,-7 0-1-15,0 1 2 0,-2 0-2 0,0 1 5 16,-1 2-7-16,-2 1 7 0,0 0-5 0,0 0 3 15,0-1-3-15,-1 1 2 0,1-2-1 16,-1 5-7-16,-2-3-26 0,0 4-20 0,1-3-25 0,-2 0-19 16,0-1-53-16,-2 0-37 0,0-2-30 0,-2 1-185 15,1-1-438-15,-4 0 194 0</inkml:trace>
  <inkml:trace contextRef="#ctx0" brushRef="#br0" timeOffset="-114689.09">28377 15851 6 0,'0'0'18'0,"0"0"1"0,0 0 1 0,0 0-6 16,0 0 4-16,0 0-3 0,0 0-2 0,0 0 8 15,0 0 0-15,0 0 5 0,0 0 7 0,0 0 9 16,0 0 1-16,0 0 9 0,0 0-6 0,0 0 3 16,0 0-4-16,0 0-1 0,0 0-6 0,0 0 4 15,0 0 5-15,0 0 5 0,0 0-2 0,0 0 6 16,0 0 0-16,-2-13-5 0,2 13 10 0,0 0-10 16,0 0 0-16,0 0-3 0,0 0 0 0,0 0-8 15,0 0-1-15,0 0-1 0,0 0 0 0,0 0-3 16,0 0 2-16,0 0-6 0,0 0 3 0,0 0-2 15,-16 3-9-15,16-3 9 0,-6 9-4 0,1-6 2 16,5-3-1-16,-7 8-3 0,5-3-5 16,-1 1 2-16,3-6-2 0,-6 11-1 0,3-6 1 0,3-5-2 15,-2 10-3-15,2-10-3 0,-4 8 2 0,4-8-3 16,1 9 1-16,-1-9-6 0,0 0 5 0,4 10-3 16,-4-10-4-16,4 3 17 0,-4-3-14 0,9 4 5 15,-3-2-1-15,-6-2 2 0,10 0 6 0,-10 0-5 16,13-3-1-16,-13 3 1 0,14-4 0 15,-8 1-2-15,-1-1 0 0,-5 4-2 0,8-8-2 0,-3 1-1 16,0 2-2-16,-1-1 5 0,0 0-3 0,-1-3-1 16,-1 2-4-16,0 0 10 0,-1-2-7 15,-1 1-1-15,0 8-1 0,-1-14 1 0,-3 7-4 16,2 1 3-16,-1 0-4 0,3 6 3 0,-6-12-5 16,0 9 4-16,1 0-3 0,5 3 1 0,-14-7-1 0,5 6-1 15,9 1-12-15,-14 0-4 0,6 0-3 0,8 0-11 16,-16 1-16-16,7 2-14 0,2-2-15 0,7-1-15 15,-12 6-20-15,6-4-15 0,6-2-13 16,-10 7-101-16,5-3-262 0,1 1 116 0</inkml:trace>
  <inkml:trace contextRef="#ctx0" brushRef="#br0" timeOffset="-114095.84">28470 15821 61 0,'0'0'112'15,"0"10"-4"-15,0-10-10 0,0 0-13 0,-1 12-4 16,1-12-11-16,1 9 3 0,-1-9-3 0,0 10-9 16,4-5-5-16,-4-5 2 0,5 9-10 0,-2-6-1 15,0 2 13-15,-3-5-19 0,8 7 1 0,-3-4-4 16,-5-3 4-16,9 2-4 0,-9-2-7 0,11 1-2 15,-11-1 2-15,10-1-2 0,-10 1 5 0,11-2-2 16,-11 2 7-16,11-5-3 0,-8 1-4 0,-3 4-2 16,8-8-5-16,-2 7 3 0,-6 1 1 0,7-10-3 15,-6 5-3-15,4 0 3 0,-5 5 2 16,4-5 0-16,-4 5-4 0,4-6-1 0,-4 6-4 0,0 0-2 16,0-7-5-16,0 7 9 0,0 0-14 0,0 0 5 15,0 0-1-15,0 0-2 0,0 0-3 0,0 0 1 16,0 0-4-16,14 14 0 0,-14-14 2 0,0 8-2 15,0-8 1-15,4 9 13 0,-4-9-13 0,5 6-6 16,-5-6 5-16,4 4 2 0,-4-4 4 0,7 4-4 16,-7-4 4-16,0 0 5 0,0 0-4 0,16-4-1 15,-16 4 0-15,9-4 6 0,-4 0-2 0,-1-1-1 16,2-1 2-16,-4 0 2 0,1-1-4 0,0 1 3 16,1-3 0-16,-3 1-1 0,0 1 9 0,0-1-8 15,-1-1-2-15,3 1 0 0,0 0 0 0,-2-1 0 16,-1 1-1-16,0 8 4 0,2-13-1 0,-2 13 2 15,0-9-6-15,0 9 6 0,0-8-9 0,0 8-3 16,0 0 0-16,0 0-3 0,0 0 4 0,0 0 1 16,0 0 0-16,0 0-2 0,0 0 9 0,0 0-8 15,-2 30 3-15,1-20-1 0,-2 1-3 0,0-2 1 16,6 2-2-16,-3 0-2 0,0 0 7 0,0 0-13 16,0-1-17-16,0 0-13 0,0 0-39 15,0-1-25-15,3-3-36 0,-2 2-29 0,-1-8-23 0,0 9-115 16,0-9-325-16,-4 9 144 0</inkml:trace>
  <inkml:trace contextRef="#ctx0" brushRef="#br0" timeOffset="-113957.23">28714 15786 41 0,'9'-3'30'0,"-9"3"-16"0,8-4-17 15,-2 4-11-15,-6 0-15 0,13-3 6 0</inkml:trace>
  <inkml:trace contextRef="#ctx0" brushRef="#br0" timeOffset="-113679.09">28939 15767 12 0,'0'0'76'15,"0"0"-10"-15,11-1-4 0,-11 1-14 0,0 0-2 16,10 0-1-16,-10 0-3 0,6 3-9 0,-6-3 1 15,0 0-6-15,0 0 1 0,8 4-6 0,-8-4-7 16,0 0 3-16,2 6-5 0,-2-6 1 0,0 0-4 16,0 0 0-16,0 0 0 0,0 0 4 0,-4 11 11 15,4-11 12-15,0 0-1 0,0 0 11 0,0 0-3 16,0 0 3-16,-6 7 6 0,6-7-4 0,0 0 6 16,0 0-8-16,0 0 1 0,0 0-5 0,4 8 0 15,-4-8 4-15,0 0-1 0,8 7 0 0,-8-7 1 16,7 4-2-16,0-1-2 0,-7-3-13 0,14 3-5 15,-3-3-38-15,5 2-34 0,2-4-49 0,2 2-37 16,0-3-85-16,-2-1-233 0,1 0 104 0</inkml:trace>
  <inkml:trace contextRef="#ctx0" brushRef="#br0" timeOffset="-112459.98">29794 15183 24 0,'0'0'128'0,"0"0"12"16,0 0 7-16,0 0 2 0,0 0-7 0,-15 25-5 15,6-11-12-15,-1 4-12 0,-7 5-3 0,1 0-10 0,1 0-10 16,-1-2-7-16,2-1-9 0,-5 2-5 0,8-7-8 16,5-4-7-16,-2-1-1 0,3 0-8 15,0-3-2-15,1-1 2 0,0 0 2 0,-1-2-6 16,0 0-5-16,5-4 2 0,-3 6-1 0,3-6-1 15,-3 6 1-15,3-6 0 0,0 0-7 0,0 0-1 16,0 0-6-16,0 0-3 0,0 0-11 0,0 0 2 16,22-13-1-16,-13 8-2 0,2 0 2 0,2-1-4 15,-2 0 1-15,7 2-1 0,1 1-5 0,-2 1 1 16,-3 1-5-16,4 0 8 0,0 1-5 0,-1-3 2 16,0 3-1-16,1 0 5 0,-4 1-5 0,0-1-9 15,4 0-5-15,1 2 8 0,-6-4 0 0,1 5-2 16,-1-4 2-16,0 1 0 0,0-2 4 0,-3 1-7 15,0-2 7-15,-2 2 0 0,-8 1 2 0,10-8 2 16,-6 3 0-16,0-3 8 0,-3 0-3 0,2 0 6 16,-5-5 1-16,0 0 5 0,-3-2-3 0,-1 5 2 15,-1-4-4-15,-2-1 1 0,-1 3-6 0,2 0 6 16,-4-1-11-16,2 0 7 0,1 3-5 0,-3-2 2 16,3 4-3-16,-1 0 3 0,0-1-4 0,1 3-10 15,3 1-4-15,1 1-25 0,0 0-19 0,5 4-31 16,0 0-49-16,-13-8-27 0,13 8-23 0,0 0-138 15,0 0-348-15,0 0 154 0</inkml:trace>
  <inkml:trace contextRef="#ctx0" brushRef="#br0" timeOffset="-112109.73">30040 15161 69 0,'5'-3'116'0,"-5"3"3"0,0 0 15 16,0 0-10-16,0 0 6 0,4 14-3 0,-3-6 0 0,1 0-20 16,0 4-9-16,0 3-9 0,1 1-7 15,1-4-8-15,1 6-9 0,2-3-1 0,0 0-2 0,-2-4 3 16,3 2-3-16,-2-4 5 0,2-3 4 16,-1 1 1-16,1-3-7 0,-1 0 4 0,1-1-11 15,1-2 1-15,-9-1-5 0,16-5-1 0,-6-2-3 16,0 1 5-16,-2-3-5 0,2 0-4 0,0-4-5 15,-1-1-3-15,-1 1-4 0,-2-3-4 0,-1 6-3 16,0-7-4-16,2 0-5 0,-3 2 2 0,1-3-1 16,0 1-1-16,-3 2-3 0,1 1-9 0,-2 1-11 15,2 3 2-15,-3 0-22 0,0 2-11 0,0 8-32 16,-1-11-21-16,1 11-29 0,-3-10-28 0,3 10-36 16,0 0-14-16,-12-2-122 0,12 2-344 0,-12 3 153 15</inkml:trace>
  <inkml:trace contextRef="#ctx0" brushRef="#br0" timeOffset="-111894.72">30550 15161 66 0,'0'0'178'0,"-16"8"-2"15,5-2-3-15,2 0-8 0,-4 1-8 0,2 5-3 16,-2 0-13-16,-1-2-2 0,3-1-14 0,0 3-11 15,9-2-12-15,-5-1-11 0,1 2-9 0,2-3-7 16,1 5-6-16,2-3-10 0,1 1-3 0,2-1-22 16,1-5-22-16,2 5-33 0,2-5-39 0,3 0-43 15,0 2-43-15,3-5-161 0,3 4-332 16,2-8 148-16</inkml:trace>
  <inkml:trace contextRef="#ctx0" brushRef="#br0" timeOffset="-111522.95">30833 15160 55 0,'-16'5'178'0,"4"0"-6"0,1-2-9 0,2 3-7 0,-4-1-11 16,5 2-7-16,1 2-19 0,0-1-12 16,0 2-9-16,3-2-8 0,1 1-11 0,2 1-6 15,2-1-2-15,3-1-9 0,3 1-6 0,1 0-6 16,1-4-5-16,3-1-3 0,1-2-7 0,-1 1-1 0,1-1-3 15,4-2-1-15,-7 0-5 0,3-1 1 0,-3 1-5 16,-4-2 6-16,2-2 7 0,-2 0 10 16,-6 4-1-16,4-9 0 0,-4 9-1 0,0 0 8 15,0 0 1-15,-10-11-6 0,10 11 6 0,-18-3 2 16,8 4-3-16,-4 1 1 0,1 0-5 0,0 1 1 16,1-1-4-16,-3 5 2 0,-1 1-3 0,2 0-3 15,1-1 4-15,4 3-14 0,3-4-3 0,-3 4 0 0,5-4-5 16,0 5-2-16,4-2-2 0,1 0-1 15,2 0-1-15,2 2-4 0,5-2-15 0,0-3-17 16,6 4-16-16,-1-3-22 0,3-1-25 0,-1 1-33 16,0-2-32-16,-1-1-47 0,-3 2-42 0,-4-2-140 15,0-2-409-15,-3 2 182 0</inkml:trace>
  <inkml:trace contextRef="#ctx0" brushRef="#br0" timeOffset="-111292.77">30170 15648 194 0,'-13'3'192'0,"3"-3"-11"0,2 0-6 0,2 3-1 16,6-3 0-16,0 0-6 0,0 0-13 0,20 10-9 16,7-10-16-16,8-1-9 0,18-5-11 0,4 2-14 15,4-4-10-15,2 0-3 0,-1 0-12 0,2-1-5 16,26-3-12-16,-34 5 4 0,-4-2-12 0,-11 6-10 15,-4-3-15-15,-2 2-10 0,-6 2-18 16,-2-2-28-16,-10 3-33 0,-5 2-43 0,0-1-42 0,-7 2-33 16,0 0-146-16,-5-2-358 0,0 0 158 15</inkml:trace>
  <inkml:trace contextRef="#ctx0" brushRef="#br0" timeOffset="-110810.39">30477 15808 90 0,'-14'8'198'0,"7"-3"-1"0,-2 3-3 0,-1 1-12 16,0-2-8-16,-4 8-10 0,0-2-12 0,-2 8-14 16,-4 1-11-16,1-3-9 0,1 0-10 0,-1 0-10 15,5-3-6-15,1-1-12 0,0-4-5 0,0 3-6 16,6-5-5-16,0-3-9 0,2 0 3 0,1-3-15 15,4-3-1-15,-7 9 1 0,4-5 3 0,3-4-5 16,0 0 4-16,0 0-5 0,0 0 5 0,0 0-12 16,0 0 2-16,27-5-3 0,-14 1-5 0,0 0-3 15,3-2 0-15,1 3-4 0,1-2-2 0,0 3-2 16,-1-4-5-16,0 5 3 0,0-2-4 16,-1 0 0-16,-2 1-5 0,-1 2 2 0,0 0 3 0,-13 0-4 15,29 0 2-15,-17 2-1 0,1-2-3 16,-2 0-2-16,1 2 1 0,-12-2-4 0,21-4 1 0,-21 4-1 15,14 0 6-15,-14 0-2 0,14-1-4 16,-10-2 4-16,-4 3 0 0,8-6 1 0,-8 6 6 16,5-7 3-16,-2 1 4 0,-3 6 11 0,0-12-8 15,0 12-1-15,0 0-4 0,-5-17 4 0,1 8-1 0,1-1 0 16,-1 0-6-16,-5-3 0 0,-3 3 2 0,3 1-1 16,0-1 1-16,-4 0-4 0,3 1-3 0,-2-1-1 15,1 2-3-15,0 0 1 0,-1 4-20 16,1-2-15-16,2 2-12 0,2 0-21 0,-1 2-19 0,8 2-43 15,0 0-22-15,-13-4-32 0,13 4-38 16,0 0-196-16,0 0-448 0,0 0 198 0</inkml:trace>
  <inkml:trace contextRef="#ctx0" brushRef="#br0" timeOffset="-110295.85">30693 15770 28 0,'0'0'170'0,"-8"-1"-14"0,8 1-13 0,0 0-12 15,0 0-16-15,0 0-11 0,32-3-14 0,-19 3-12 16,4 0-19-16,2 0-18 0,-5 0-16 0,5 0-25 16,-6 0-20-16,-1-2-14 0,-1 2-20 0,-5-1-13 15,-6 1-7-15,14-2 0 0,-14 2 0 0,0 0 12 16,8-1 19-16,-8 1 3 0,0 0 21 0,0 0 10 15,0 0 7-15,0 0 2 0,0 0 9 0,0 0-6 16,0 0 2-16,0 0 0 0,0 0 6 0,0 0 10 16,0 0 1-16,-21 21-3 0,18-13 22 0,0 1 7 15,-1-2 9-15,3 4 9 0,-2 0 7 0,2 0-6 16,0 2 16-16,-1-2-7 0,0 0 5 16,2-1 2-16,-3 2-5 0,3-2 6 0,0 0-1 15,-1-1-2-15,2 1-6 0,0-3-4 0,-1 1-7 16,3 0-4-16,-3-8-9 0,1 13-5 0,-1-13-5 15,2 9-1-15,-2-9-8 0,0 0 0 0,2 11-2 16,-2-11-6-16,0 0 2 0,0 0-9 0,-5 12 6 16,5-12-8-16,-14 6 5 0,1-5-6 0,4-1-3 15,9 0 2-15,-23 4-4 0,13-5 0 0,10 1-1 16,-14 1-1-16,14-1-2 0,0 0-2 0,-15 2-3 16,15-2-4-16,0 0-1 0,-10 0 5 0,10 0-2 15,0 0-1-15,0 0 3 0,0 0 0 0,0 0-2 16,0 0 0-16,0 0 2 0,0 0-1 0,38 3 4 15,-27-3-13-15,5 0-3 0,2-3-10 16,3 1-14-16,-1 0-20 0,6 0-21 0,1-3-30 0,-4 3-26 16,-4-1-38-16,3 2-122 0,-3-2-318 0,-2-2 141 15</inkml:trace>
  <inkml:trace contextRef="#ctx0" brushRef="#br0" timeOffset="-110079.38">31198 15886 115 0,'0'0'197'16,"0"0"3"-16,0 0 3 0,-15-10-3 0,15 10 0 16,0 0-14-16,-25 9 0 0,12-3-17 0,3 0-8 15,0 2-16-15,-2 0-15 0,2 4-11 0,1-3-12 16,0 1-8-16,4-1-13 0,4 1-11 0,-1-1-12 16,2-9-24-16,7 20-16 0,2-12-23 0,1 1-24 0,7 0-29 15,3-5-27-15,7 5-24 0,1-3-27 16,0-3-40-16,-1 1-28 0,-9-4-125 0,1 0-350 15,0 0 154-15</inkml:trace>
  <inkml:trace contextRef="#ctx0" brushRef="#br0" timeOffset="-104545.84">31541 15134 98 0,'0'-15'104'0,"0"15"6"16,0 0 0-16,0 0 8 0,3-11-5 0,-3 11-1 16,0 0-10-16,0 0-21 0,0 0 7 0,4-7-12 15,-4 7-6-15,0 0 14 0,0 0 8 0,11 12 2 16,-6 1-2-16,2 2 12 0,3 15 7 0,0 1-6 15,0 14 7-15,4 6 1 0,-6 1-1 0,0 7-5 16,-2 0-8-16,6 25-6 0,-9-29-11 16,6 2 7-16,-2 1 30 0,3 0-18 0,0-2 8 15,-3-1-13-15,2-1-3 0,1-9 0 0,0 3-8 0,0-3-6 16,-2-15-2-16,1 2-13 0,0-2-7 0,-3-2-5 16,2-2 2-16,-4-2-5 0,-3-7-17 0,0 0-6 15,-2-3-17-15,0 3-16 0,-6-7-19 16,0 6-23-16,-1-7-19 0,-1-1-25 0,1-4-22 15,-2 2-9-15,0-1-20 0,10-5-17 0,-17 3-19 16,17-3-28-16,-12-3-17 0,12 3-186 0,-8-9-446 16,8 9 197-16</inkml:trace>
  <inkml:trace contextRef="#ctx0" brushRef="#br0" timeOffset="-103579.63">32072 15871 151 0,'2'-11'170'0,"-2"11"-10"16,3-12-10-16,-3 12-7 0,4-8-12 0,-4 8-8 15,5-11-15-15,-1 4-10 0,-4 7-7 0,14-10-14 0,-4 2-4 16,-1 4-10-16,-9 4-8 0,21-8-5 16,-10 4 1-16,-11 4-11 0,16-7-4 0,-16 7-2 15,13-2-7-15,-13 2 0 0,12-3-4 0,-12 3-1 16,0 0-12-16,0 0 9 0,14-4-7 0,-14 4 0 15,0 0 3-15,0 0-4 0,0 0 0 0,0 0-3 16,14 8-8-16,-14-8 9 0,4 10 2 0,-4-10 6 16,6 19 0-16,-6-6 4 0,1 3 8 0,-2 0-6 15,0 0 2-15,1 0 4 0,0 1 3 0,-2 2-2 16,2-3-1-16,-1 0 1 0,-1 1 1 0,0-4-2 16,1 2-5-16,1-15 1 0,0 22 0 0,-1-10-5 15,1-12-3-15,-3 23-2 0,3-23 6 0,-4 15-5 16,2-7 5-16,2-8-8 0,-7 10 3 15,7-10-3-15,-11 10-2 0,11-10 1 0,-15 6-6 16,15-6 3-16,0 0-3 0,-21-3-2 0,21 3 1 16,0 0 2-16,-15-10-4 0,15 10 1 0,-7-9 0 0,7 9-5 15,0 0-2-15,0 0-3 0,0-16-3 0,0 16 3 16,0 0-2-16,0 0-4 0,17-13 4 0,-17 13-1 16,20-6-5-16,-9 5-5 0,-11 1-16 0,29-4 2 15,-10-1-9-15,-5 2-6 0,3 1-18 16,1 0 1-16,-4 0 0 0,3-1-1 0,-3-1 4 15,-14 4 12-15,21-2-6 0,-9-3 7 0,-2 3 13 16,-10 2-4-16,17-7 3 0,-8 4 9 0,0-3 0 16,-3 2 8-16,-6 4 4 0,13-12 13 0,-8 7-1 15,-5 5 12-15,8-10-1 0,-5 3 10 0,-3 7-7 16,8-11 14-16,-4 4 7 0,-4 7 3 0,5-9 0 16,-5 9 8-16,4-7-12 0,-4 7-1 0,0 0-4 15,0 0 3-15,0 0 15 0,0 0 17 16,0 0 10-16,0 0-4 0,0 0 4 0,0 0-5 15,-3 29-1-15,3-29-8 0,-2 22-7 0,-1-11-6 0,0 0-3 16,1 0-6-16,2 0-2 0,0-11 0 0,-1 20-7 16,2-10 1-16,-1-10-2 0,-1 16-9 0,1-16-1 15,1 11 6-15,-1-11-6 0,0 0 8 0,0 0-5 16,0 0-3-16,0 0 2 0,0 0-8 16,0 0 4-16,0 0-5 0,0 0 1 0,18-26-4 15,-14 19 3-15,3-3-1 0,0 0 1 0,2-3-3 0,1 1 1 16,1 0-10-16,-3 1 5 0,4 0-1 15,2-1-3-15,-1 0-2 0,-2 5 0 0,2-3 3 16,-3 4 0-16,-1 1-2 0,-1 1 2 0,-2 1-3 16,-6 3-1-16,13 0 5 0,-13 0-2 0,11 2 1 15,-11-2 0-15,7 7 3 0,-6-1-1 0,-1-6-4 16,0 0 5-16,-4 20-1 0,0-11 3 0,-1-1-6 16,-1 1 5-16,-2-1 1 0,2 7-11 0,-2-7 3 15,4 0 0-15,-2-1-5 0,1 1-7 0,5-8-12 16,-7 14-4-16,5-8-7 0,2-6-6 0,0 0-1 15,5 15 0-15,-5-15 0 0,13 8 3 0,-3-5 4 16,1 3 3-16,0 0 3 0,-11-6 2 0,0 0 11 16,0 0-1-16,42 23 9 0,-42-23 0 0,0 0 4 15,0 0-2-15,24 16 5 0,-24-16 5 0,0 0 7 16,3 11 7-16,-6-7-1 0,3-4 1 0,0 0-2 16,-22 10-1-16,11-5 2 0,-2-1-9 0,0-1-2 15,2 1-20-15,-3-2-20 0,1 2-21 0,0-3-29 16,3 2-30-16,0-1-37 0,10-2-162 15,-17 1-344-15,17-1 152 0</inkml:trace>
  <inkml:trace contextRef="#ctx0" brushRef="#br0" timeOffset="-103435.03">32906 16031 80 0,'0'0'99'0,"0"0"-21"0,0 0-40 0,0 0-15 16,0 0-29-16,0 0-46 0,0 0-57 0,0 0 25 16</inkml:trace>
  <inkml:trace contextRef="#ctx0" brushRef="#br0" timeOffset="-103314.48">32960 16138 115 0,'0'0'140'0,"0"0"-1"16,0 0-19-16,54 2-13 0,-54-2-6 15,0 0-38-15,44 0-43 0,-44 0-40 0,0 0-47 16,0 0-53-16,42-6-130 0,-42 6 58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09:24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1622 3165 98 0,'-3'-10'234'0,"-3"1"3"0,2 0-12 0,0-1-16 16,-1 3-7-16,-1 0-5 0,6 7-1 0,-7-11-16 16,7 11-7-16,-5-8-23 0,5 8-11 0,-5-9-17 15,5 9-13-15,0 0-14 0,0 0-14 0,-9-3-7 16,9 3-10-16,-14 12-4 0,3-1-9 0,-2 5-1 15,-3 6-12-15,-1 6 30 0,1-1-9 0,3 0-5 16,-2 3-9-16,3-2-3 0,2-1-2 0,2 2-5 16,5-2-6-16,1-2-1 0,0-6-2 0,2 1-6 15,0-3 3-15,2 2-5 0,-2-3 2 0,7-3-2 16,-3-3-4-16,8 4-1 0,-3-5 4 0,-1-1-1 16,6-3-6-16,4 0 3 0,0-3-2 0,1-3-2 15,0-1 4-15,3-2-1 0,4-7-3 16,1 1 3-16,-1-4-3 0,-1-1 0 0,-2-2 3 15,-2-1-4-15,-7-3 2 0,0 6 4 0,-1-9 0 16,-5 6-1-16,-3-8-9 0,0 1 7 0,-4 1-3 16,-7-2 1-16,2 2 1 0,-5-1-4 0,-4 1-12 15,-1 1 11-15,-3 1-4 0,2 8 8 0,0-1-8 16,-1 0-2-16,1 3-1 0,0 4 1 0,0-2 1 16,4 7-7-16,0-2-14 0,2 3-22 0,9 2-17 15,-22 7-19-15,7-1-27 0,3 7-30 0,3-4-43 16,-1 4-40-16,2 3-53 0,3 1-175 0,0-2-483 15,6-3 213-15</inkml:trace>
  <inkml:trace contextRef="#ctx0" brushRef="#br0" timeOffset="412.21">1885 3215 90 0,'6'-6'272'0,"-6"6"-12"0,0 0-19 16,6-4-18-16,-6 4-23 0,0 0-22 0,0 0-21 15,0 0-18-15,0 0-12 0,0 0-13 16,-6 22-12-16,2-7-8 0,0 2-11 0,2 8-7 16,-1-6-16-16,2 6 4 0,2-1-8 0,0-6-6 0,2 1-4 15,0-2-4-15,3 0-6 0,4-1-1 16,-3-4-3-16,0-3-1 0,1 0-4 0,5 0-2 16,-2-2 5-16,2-3-15 0,-3-1 9 0,3-2 0 15,0-2-4-15,0-2 4 0,-2-1-1 0,3-5-4 16,-4 1-1-16,2-4 2 0,1-1-2 0,-1-2-1 15,-1 0 4-15,-2-3 1 0,-3 0 1 0,5-7-16 16,-3 3 14-16,-2-2-5 0,-2 5 5 0,3-8-4 16,-5 8 2-16,-1-1 4 0,2 5 3 0,0 4 11 15,-2 1 0-15,0 4-1 0,-1 6-3 0,3-10-7 16,-3 10-7-16,1-7-6 0,-1 7 0 0,0 0-5 16,0 0-2-16,0 0 2 0,4 36-2 0,-3-17 0 15,1 6-3-15,-1 0 2 0,3-1 3 0,-1 0-1 16,0-3-2-16,3 3-2 0,1-9 3 0,-1-1-17 15,4 3-11-15,1-4-22 0,-2-4-32 0,6 1-32 16,0-3-33-16,-2-3-46 0,4 0-58 0,2-4-219 16,-6-1-502-16,6-4 223 0</inkml:trace>
  <inkml:trace contextRef="#ctx0" brushRef="#br0" timeOffset="614.38">2490 3038 56 0,'-2'-11'301'0,"0"1"-10"0,2 10-16 0,-1-12-24 16,1 12-28-16,-2-10-24 0,2 10-24 0,0 0-21 16,0 0-11-16,0 0-14 0,-3 32-1 0,-2-7-10 15,3 7-6-15,-2 3-7 0,1-1-12 0,-2 11-8 16,4-10-9-16,-3-1-6 0,1 1-1 0,1-1-12 16,2-4-14-16,1 3-26 0,-2-2-30 0,-1-2-33 15,0-5-46-15,2-6-53 0,0-2-66 0,2-4-234 16,-2-12-480-16,-3 20 213 0</inkml:trace>
  <inkml:trace contextRef="#ctx0" brushRef="#br0" timeOffset="775.04">2283 3298 2531 0,'0'-10'31'0,"0"10"10"0,0-15-42 15,0 15 3-15,2-8-4 0,-2 8 1 16,0 0-2-16,7-10 1 0,2 8 2 0,1-1 1 15,-10 3-13-15,30-3-21 0,-2 2-36 0,-6 1-39 0,7-3-62 16,3 2-198-16,2-2-398 0,4 3 176 0</inkml:trace>
  <inkml:trace contextRef="#ctx0" brushRef="#br0" timeOffset="1058.08">2890 3056 78 0,'-1'-10'316'0,"1"10"-15"0,-1-19-14 15,1 19-11-15,-2-13-12 0,2 13-33 0,-1-12-9 16,1 12-27-16,0 0-17 0,0 0-21 16,0 0-21-16,0 0-19 0,0 0-15 0,0 0-9 15,5 41-3-15,-5-10-10 0,-1 15-10 0,-4 2 1 16,0-1-11-16,2 3 1 0,-3-2-18 0,0-1 3 0,-1-2-11 15,2-11 4-15,0 0 1 0,1-3-2 0,0 1-17 16,-1-3-1-16,4-2-26 0,-2 0-38 16,2-9-12-16,1 0-39 0,-1-1-45 0,-1-7-76 15,2-10-59-15,-1 20-198 0,1-20-512 0,-2 11 227 16</inkml:trace>
  <inkml:trace contextRef="#ctx0" brushRef="#br0" timeOffset="1268.3">2888 3273 1953 0,'14'-24'75'0,"-4"9"-45"0,-4 5-18 16,3-3-13-16,-2 4 4 0,3 4 8 0,-2-1 12 15,2 2 1-15,-1 2 0 0,-9 2 9 16,18 4 1-16,-8 2 2 0,-2 4 5 0,-1-1 0 16,0 5 1-16,-5-3 0 0,1 3-1 0,-2 4-1 0,-2-1-5 15,-3 1 0-15,-1 0 1 0,-4-1-5 0,-2 7-3 16,1-9-19-16,-1-1-25 0,0-3-30 0,-1 1-48 15,-3-2-35-15,4-2-49 0,2-2-192 16,-2-2-399-16,11-4 177 0</inkml:trace>
  <inkml:trace contextRef="#ctx0" brushRef="#br0" timeOffset="1841.66">3069 3274 1 0,'0'0'228'0,"8"-5"-18"16,-8 5-17-16,0 0-17 0,9-4-14 0,-9 4-9 15,0 0-4-15,0 0-8 0,8 14-5 0,-8-2-2 16,3-1-14-16,0 2-6 0,-2 2-11 0,2 1-10 16,-1 1-10-16,1-7-6 0,-1 2-5 0,1 0-7 15,2-3-6-15,3 4-3 0,-1-5-5 0,2 0-2 16,0-1-5-16,4 0 1 0,0-4-2 0,0-2 1 16,3-1 6-16,-2-1-6 0,-1-2 0 0,4-3 4 15,-2 0-9-15,-2-3 2 0,-3 1 3 0,-2-2-3 16,0-1-2-16,-3-3-3 0,1-2 0 0,-1 2-1 15,-2-3-4-15,-3-1-2 0,0 1-3 0,0-1-3 16,0 2 0-16,-4 0 0 0,2 5-5 0,0 2 3 16,2 9 6-16,0-14-8 0,0 14-3 15,-3-10-9-15,3 10-6 0,0 0 1 0,0 0 1 16,0 0 0-16,0 0-3 0,-11 25 3 0,10-7-1 16,1-1-1-16,0 1 0 0,1-3 0 0,3 3-12 15,0-1 14-15,2-2-3 0,0 1 3 0,3-4-6 16,4 2 9-16,0-4 2 0,1 0-4 0,2-4-9 15,-3-3-25-15,5 1-9 0,1-3-18 0,2-4-16 16,-2 1-16-16,-2-2-13 0,0-4-7 0,-1-1 1 16,-2-2 3-16,-3 0 10 0,-1-3 0 0,1-1 15 15,-1 0 6-15,0-4 2 0,0-3 8 0,-4 2 11 16,-1-5 3-16,-1-2 17 0,-1 1 18 0,-1-2 18 16,-1 1 9-16,0 0 19 0,-2 0 19 0,1 8 18 15,0 3 14-15,-1 1 14 0,1 7 13 0,0 8 1 16,-2-16-16-16,2 16-5 0,0 0-18 0,0 0-6 15,0 0-4-15,0 0 13 0,0 0-5 0,-1 38 23 16,-4-11-7-16,1 4-7 0,-1 2 3 0,0 0-13 16,0 2-9-16,0 0-3 0,1 0-7 0,-2-2-5 15,3 2 4-15,-2-2-11 0,4-2-25 0,-2-4-21 16,3-1-36-16,-3 0-40 0,3-8-49 0,2-1-56 16,-1-7-101-16,-1-10-256 0,1 16-592 15,-1-16 262-15</inkml:trace>
  <inkml:trace contextRef="#ctx0" brushRef="#br0" timeOffset="2011.66">3480 3228 76 0,'0'0'281'0,"0"0"-26"0,0-13-28 0,0 13-25 15,0 0-18-15,12-6-21 0,1 4-30 0,2-1-30 16,6 1-31-16,10 0-47 0,0 0-40 0,5 2-44 15,14 0-45-15,1 0-154 0,-14 4-278 0,16-1 123 16</inkml:trace>
  <inkml:trace contextRef="#ctx0" brushRef="#br0" timeOffset="2342.98">4264 3191 183 0,'0'0'290'16,"-4"-10"-21"-16,4 10-18 0,-11-8-14 0,3 6-21 15,8 2-11-15,0 0-13 0,-36 11-14 0,19 0-12 16,-6 10-22-16,2-1 2 0,2 5-15 0,0-1-12 15,3 3-11-15,2-1-14 0,3-2-6 0,6 0-11 16,2 1 0-16,6-6-8 0,-1 0-7 0,7 4-11 16,0-5-3-16,9 1-13 0,-1-6-18 0,4 1-25 15,5 0-13-15,-2-2-31 0,-2-7-32 0,6-3-29 16,-6 1-32-16,5-3-21 0,1-5-40 0,-7 0-30 16,-3 0-2-16,2-3-126 0,-5-2-395 0,0 0 175 15</inkml:trace>
  <inkml:trace contextRef="#ctx0" brushRef="#br0" timeOffset="2670.17">4470 3404 256 0,'5'-27'33'0,"0"-4"24"15,-1-2 22-15,0-1 16 0,-2-2 13 16,1 3 27-16,-4-3 15 0,2 0 6 0,0 1-4 16,2 2 8-16,-3 6 13 0,-1 1-3 0,-1 7 1 15,1 4-1-15,1 4-8 0,-1 1-19 0,1 10-9 16,-2-12-23-16,2 12-14 0,0 0-13 0,0 0-6 16,0 0-7-16,11 53 0 0,-7-19-7 0,1 14-1 15,-4 2-2-15,1 0-1 0,0-1-10 0,-1-4-5 16,0-13 1-16,2 0-3 0,-1-2-3 0,0-4-3 15,-1-5-7-15,1-4-4 0,0-5-2 0,-1-1-5 16,0-2 9-16,-1-9-3 0,2 14 3 0,-2-14-16 16,1 9 15-16,-1-9 6 0,0 0 0 0,0 0 2 15,0 0-3-15,0 0-4 0,0 0-6 0,0 0-4 16,14-23 2-16,-8 11-5 0,5-5-5 0,1-7 1 16,0 2-10-16,4-3 4 0,0 3-17 15,2 2 15-15,-6 8-5 0,1 3 0 0,0 1-1 16,-3 4-3-16,-1 1 3 0,-9 3 1 0,18 3-3 0,-9 3-1 15,0 1-4-15,1 6-11 0,-2 0-15 0,1 3-26 16,-3 0-22-16,-1 1-37 0,0-2-55 0,3-1-62 16,0 5-71-16,-5-9-177 0,4 2-526 0,2-2 233 15</inkml:trace>
  <inkml:trace contextRef="#ctx0" brushRef="#br0" timeOffset="3284.08">5145 3224 6 0,'-12'-12'289'0,"2"2"-10"0,0 3-12 16,-1 3-16-16,11 4-23 0,-22-6-14 0,22 6-20 15,-32 12-14-15,15 0-12 0,-2 4-10 0,-2 5-18 16,10 2-9-16,-3-1-18 0,5 1-9 0,2-5-14 16,5-1-5-16,1 3-9 0,2-4-8 15,0 1-9-15,3-2-1 0,4 0-4 0,-3-6-3 16,6-1-3-16,1 0-4 0,-2-3-7 0,1-1-9 0,0-2-2 15,0-2 4-15,2 0-8 0,-13 0-5 0,19-9 3 16,-9 2-3-16,-1-2-2 0,-1 0-4 0,2-4 1 16,-3-2 1-16,-2 0-1 0,0-1-5 0,0 0 1 15,-1-4 3-15,0 2-5 0,-2-1-1 0,-1 2-3 16,-1 2 1-16,0-2-15 0,2 7 21 0,-2 10 5 16,2-15-2-16,-2 15-8 0,2-11 0 15,-2 11-7-15,0 0 3 0,0 0-5 0,0 0 5 16,0 0 1-16,2 33-3 0,-1-14 6 0,1-1-1 15,-1 2 0-15,0 0-1 0,3 4 2 0,-1-5 3 16,3-2 3-16,2 2-3 0,2-4 4 0,0 3 0 16,3-4 1-16,2-1 2 0,-2-3 0 0,1-1 3 15,1-1 3-15,-2-4-5 0,6-1 6 0,-1-2-1 16,0-2 2-16,0-1-3 0,-5-1-15 0,0-3 13 16,2-2 0-16,-1 0 5 0,0-6-5 0,-4 1 0 15,-1-3-5-15,0 1 5 0,-2-2-7 0,-4-1 5 16,1-1-4-16,-4 0 0 0,0 1-2 0,-1-1-7 15,-3-9-2-15,0 8 7 0,-1 1-4 0,1 1 0 16,-1 2 1-16,3 0-13 0,2 16 12 0,-3-15-6 16,3 15 5-16,-1-14-3 0,1 14 5 0,0 0 0 15,6-14-3-15,-6 14-2 0,13-4-3 16,-13 4 3-16,0 0-10 0,26 8 10 0,-16-1-5 0,4 3-2 16,-1 2 5-16,-2 3-13 0,2 1 18 0,-4 0-9 15,3 7 6-15,-5-4 1 0,-2-1 3 0,3 7 0 16,-2-7-3-16,-2 1 6 0,0 0-1 0,2 0-25 15,-2-1-22-15,0 0-36 0,0 1-41 0,0-2-44 16,2 0-63-16,4-3-59 0,2 2-239 16,3-3-567-16,7-1 251 0</inkml:trace>
  <inkml:trace contextRef="#ctx0" brushRef="#br0" timeOffset="3732.99">6149 3319 305 0,'-4'-9'295'0,"4"9"-16"0,-6-8-21 0,6 8-15 16,0 0-28-16,-14-4-23 0,14 4-12 0,-20 7-22 15,9-2-11-15,-4 5-11 0,1 4-14 0,-5 3-12 16,5-2-23-16,2-1 1 0,3 2-6 0,0-1-28 16,4-1 13-16,3-1-6 0,0 0-7 15,1-4-6-15,1 2-4 0,4-1 2 0,0-2-9 16,1-2 0-16,1 1-6 0,-6-7-3 0,13 7 0 16,-3-6-7-16,-10-1-6 0,22-4-2 0,-12-2-2 15,0 1 0-15,2-3-3 0,-2-1-4 0,-2 0 7 16,1-1-4-16,-2-6-1 0,1 3 0 0,-1-3-1 15,-1 0 1-15,-1 5-3 0,-1 1 1 0,-2-1-1 16,1 1-4-16,-3 10 2 0,4-12-6 0,-4 12 0 16,4-8-7-16,-4 8 4 0,0 0 0 0,0 0-1 15,0 0 3-15,0 0 1 0,14 30-1 0,-11-12 5 16,3-3-4-16,-4 3 0 0,2 0-17 0,1 0-22 16,0-1-34-16,3 1-34 0,-2-1-40 0,3-3-44 15,4 0-53-15,-4-6-191 0,6 0-477 0,4-4 212 16</inkml:trace>
  <inkml:trace contextRef="#ctx0" brushRef="#br0" timeOffset="3946.56">6563 3214 88 0,'-9'-10'264'0,"-2"3"-4"0,2 1-20 15,0 0-21-15,9 6-21 0,-18 0-17 0,7 6-8 16,2 1-15-16,-5 9-14 0,1 4-5 0,-1 3-10 15,4 3-16-15,2-1-8 0,3-5-9 0,2 7-10 16,2 0-7-16,2-8-6 0,7 5-10 0,-2-4-2 16,3-5-19-16,3 1-5 0,-1-1-24 0,5-2-32 15,1-3-33-15,5-3-34 0,-3 1-56 0,11-4-55 16,-3-4-215-16,-6 0-444 0,-3-3 197 0</inkml:trace>
  <inkml:trace contextRef="#ctx0" brushRef="#br0" timeOffset="4156.06">6827 3116 133 0,'1'-17'283'0,"-1"17"10"0,0-19-5 15,0 19-11-15,-1-17-19 0,1 17-30 0,3-11-23 16,-3 11-26-16,0 0-17 0,0 0-17 0,0 0-10 0,0 0 1 16,3 42-8-16,-4-15-10 0,-1 1-8 0,0 4-10 15,-1-1-4-15,2 2-13 0,-3-4-7 16,7 5-7-16,-3-4-8 0,1-2-4 0,2 2-20 15,-2-5-42-15,1 1-26 0,2-7-40 0,-1-2-48 16,-1 0-57-16,2-6-87 0,-4-1-236 0,0-10-540 16,0 0 238-16</inkml:trace>
  <inkml:trace contextRef="#ctx0" brushRef="#br0" timeOffset="4314.08">6756 3204 157 0,'10'-2'147'0,"-2"2"-43"15,6 0-45-15,4 2-56 0,1 0-82 0,-3 1-85 16,3 2 38-16</inkml:trace>
  <inkml:trace contextRef="#ctx0" brushRef="#br0" timeOffset="5290.34">6995 3555 122 0,'8'1'259'0,"-8"-1"-15"0,14-3-16 0,-5-1-22 0,1 1-15 16,2-2-17-16,1-3-18 0,3 0-18 16,-2-3-10-16,3-1-16 0,-1 1-7 0,4-7-14 0,1 0-6 15,-5 4-12-15,-2-2-3 0,0 2-8 16,2-9-9-16,-2 3-15 0,-5 3-6 0,0-1-5 15,-2 2-3-15,-3-1 0 0,-1 1-7 0,-1 1-2 16,-4 3-3-16,1 2-1 0,-3-1-3 0,0 3 1 16,0-3-4-16,1 8-1 0,-4-4 1 0,1 2-5 15,-2 4 0-15,8 1-3 0,-18 1 8 0,8 6-2 16,-4 1 3-16,0 6-3 0,-3 5 8 0,5-2 2 16,-2 7 0-16,1-1 4 0,0 1-1 0,4 1-1 15,2-6 3-15,0 4-1 0,3-5 4 0,2 0-4 16,2 0 0-16,1-1 0 0,1-5 3 0,4 4-7 15,-1-5 6-15,4-1-5 0,-2-1 3 0,2-1 3 16,4-1 1-16,-1-1 11 0,-1-1-9 0,7-1 0 16,-1-2-6-16,0-2 0 0,1 0 0 0,0-2-2 15,0-2 1-15,-2-3 0 0,-1 2-3 0,1-5-1 16,0 2 1-16,-3-5-1 0,0 3-2 0,-1-2 1 16,0-2-3-16,-2-1-2 0,0-2-2 0,-2-2 9 15,2 3-13-15,-1-2 5 0,-1 1-2 0,-1 1-7 16,5 2 9-16,-3 1-6 0,-2 2 2 0,1 3 3 15,-4-1-1-15,1 3-4 0,-3 2 3 0,-2 4-4 16,4-6-1-16,-4 6-2 0,9 0-1 0,-9 0 2 16,13 9-1-16,-7-2 2 0,0 2 5 0,-3 2-1 15,0 2-2-15,2 2 2 0,-2 1-2 0,0-1 0 16,-1 1-2-16,0 0 3 0,1-5 0 0,1 0 1 16,0 0 3-16,-1 1 10 0,1-1-2 0,2-3 6 15,-2 0 10-15,3-1 4 0,-1-3 0 0,2 3 9 16,2-5-4-16,0 1 5 0,2-2-3 15,-1 1-2-15,2-4-6 0,2-1 0 0,1-3-4 16,2-2 5-16,-2 1-9 0,3-3 2 0,-2-2-5 0,-3 0 2 16,1 0-2-16,-2-3-4 0,0 0-4 0,0-1-2 15,-3-1 2-15,-2 1 0 0,1-3-7 16,-2 2 5-16,-2 2-5 0,1 0 4 0,-3 6-4 16,0-1 6-16,-2 0-8 0,-1 4 3 0,0 6 1 15,5-12-5-15,-5 12 9 0,1-6-15 0,-1 6-3 16,0 0-3-16,0 0 3 0,0 0 4 0,0 0-1 15,0 0-4-15,-7 27-1 0,3-13 3 0,0-4 0 16,2 6 4-16,-1-3-3 0,1 3 2 0,-1 0 2 16,3-1 1-16,-1-4 1 0,2 2 3 0,3-4 0 15,-2 3 7-15,2-4 6 0,1 2 4 0,3-2 1 16,1-2-6-16,-1-1 5 0,3-2 6 0,-1-2-10 16,3 2 9-16,4-7-4 0,-3 2-2 0,4-2 2 15,-2-2-3-15,2-1-4 0,-6 0-1 0,3-2 2 16,-1-1 0-16,0-2 1 0,-2-1-2 0,-2 1-2 15,-1-4-6-15,-2 2-1 0,-1-1-2 0,-2 3 2 16,-1 0 1-16,1 0-13 0,-3 1 11 0,-1 11-5 16,2-14 5-16,-2 14 0 0,2-11 5 0,-2 11-15 15,0 0-9-15,1-10 2 0,-1 10 3 0,0 0-8 16,0 0 9-16,0 0 0 0,-12 31 0 0,9-20 0 16,-1 7 3-16,0-3-4 0,1 3 2 0,0-1 3 15,0 1 2-15,-2 0 1 0,2-1 2 0,0 0-1 16,-1-1 4-16,2 1-6 0,-2-2 1 0,1 2 4 15,1-6-8-15,0 0-27 0,1 0-30 16,0-2-35-16,-2 0-40 0,1-2-44 0,2-7-69 0,-8 13-56 16,2-8-227-16,6-5-577 0,-16 6 256 0</inkml:trace>
  <inkml:trace contextRef="#ctx0" brushRef="#br0" timeOffset="5456.96">7714 3174 48 0,'-7'-5'186'0,"7"5"-26"0,0 0-22 0,0 0-27 0,0 0-45 16,0 0-49-16,0 0-59 0,18-10-72 16,-8 10-124-16,9-2 55 0</inkml:trace>
  <inkml:trace contextRef="#ctx0" brushRef="#br0" timeOffset="5704.49">8249 3087 1816 0,'9'-8'122'16,"-4"-2"-40"-16,0-2-50 0,1 1 20 0,1 1 8 15,-4-1 31-15,0 3 28 0,-3-2 0 0,3 1-2 16,-3 2 19-16,0 7 12 0,1-13 1 0,-1 13-10 16,2-8-18-16,-2 8-12 0,0 0-17 0,0 0-10 15,0 0-8-15,0 0 2 0,5 38 0 0,-4-7-2 16,-1 4 4-16,0-3-9 0,-1 0-7 0,-1-1-7 15,0 0-2-15,-1 2-3 0,-1-2-2 0,4-1-13 16,-1-3 7-16,2 1-10 0,-1 1 0 0,-1-5-7 16,2 1 1-16,1-6-15 0,-1-3-25 15,-1-3-45-15,1-3-32 0,1 2-40 0,1-2-44 0,2-2-39 16,-5-8-40-16,5 10-61 0,-3-7-228 0,-2-3-586 16,0 0 259-16</inkml:trace>
  <inkml:trace contextRef="#ctx0" brushRef="#br0" timeOffset="5984.01">8213 3265 68 0,'-4'-8'187'0,"4"8"-10"0,0 0-13 16,0 0-17-16,-1-7-12 0,1 7-11 0,0 0-6 0,0 0-2 16,0 0 0-16,19 2-4 0,-6-2-12 0,4 0-3 15,0 1-4-15,2-1-11 0,1-1-2 0,0 2-6 16,1-1-10-16,-1-1-5 0,-1 1-4 15,-2 0-10-15,-5 0-2 0,-2 0-4 0,0 1-8 16,-4-1 2-16,2 3-7 0,-2 0 1 0,2 0 2 16,-1 2 6-16,-1 2 9 0,0 2-2 0,-1-1-3 15,2 3 4-15,-3 2 3 0,0-1 0 0,-2 4-6 0,3 1-2 16,-2-2-2-16,-1 2 4 0,-1-2-9 16,2-2-7-16,-3-1-30 0,3 3-25 0,-2-3-41 15,0 0-59-15,-1-1-74 0,0 0-212 0,0-11-452 16,-4 13 200-16</inkml:trace>
  <inkml:trace contextRef="#ctx0" brushRef="#br0" timeOffset="6146.63">8561 3010 53 0,'0'0'28'0,"0"0"-22"0,0 0-14 0,0 0-6 16,0 0-14-16,0 0 7 0</inkml:trace>
  <inkml:trace contextRef="#ctx0" brushRef="#br0" timeOffset="6678.34">8779 3209 181 0,'0'0'229'0,"0"0"5"15,0 0-2-15,0 0-8 0,0 0-16 0,0 0-19 0,0 0-14 16,0 0-17-16,0 0-7 0,-26 24-10 0,14-9-8 16,-2 1-15-16,0 5-8 0,-1 4-11 15,3-2 2-15,0 0-11 0,5-5-6 0,1 2-7 16,0-3-6-16,5 0-4 0,0-2-8 0,2-1-6 16,2-1-2-16,1-2-8 0,2-3 7 0,3 1-7 15,1-2-5-15,3-2-1 0,5 0-4 0,2-3-4 16,1 0 0-16,2-4-7 0,-4 2 0 0,0-5 1 15,1-1-5-15,0 0 3 0,-5 1-5 0,1-5-1 16,0-1-3-16,-1 0 1 0,-3-3-3 0,-1 2-3 16,2-5 4-16,-1-6-11 0,-5 5 7 0,1 2-8 15,-2-4 2-15,-3 1 1 0,1 0-3 0,0 1-2 16,-3 1 7-16,0 0-5 0,0 7 0 0,-1 0 3 16,2 0 9-16,-2 10 2 0,0-12 2 0,0 12-6 15,0-9 1-15,0 9 0 0,1-7-8 0,-1 7 0 16,0 0 2-16,0 0 0 0,0 0-1 0,0 0-4 15,-18 24 1-15,14-14 3 0,-1 2-6 0,1 4 3 16,-1 0 2-16,3 2-1 0,-1-1 3 0,0 0-2 16,5 1-3-16,-2-1 3 0,1 1-4 0,2-1 10 15,0-2-10-15,4 2 0 0,-4-2 1 0,3 2-2 16,-1-2-2-16,1-1 7 0,2 0 4 0,-1-1-8 16,0 0-2-16,-1-4-1 0,-2 1-1 0,3-1 0 15,-2 1 5-15,-2-1-1 0,3-1 3 0,-4 0-4 16,-2-8 1-16,3 15 4 0,-3-15-3 15,-2 11-2-15,2-11 0 0,-9 13-4 0,3-5-6 0,-1 0-10 16,-1-1-18-16,-1-3-16 0,0-2-25 0,0 0-28 16,9-2-50-16,-17 2-33 0,17-2-54 0,-14 0-231 15,14 0-516-15,-11-7 229 0</inkml:trace>
  <inkml:trace contextRef="#ctx0" brushRef="#br0" timeOffset="6858.86">9275 3289 236 0,'0'0'242'0,"5"-4"-6"0,-5 4-10 0,0 0-21 15,0 0-20-15,0 0-18 0,7-6-15 0,-7 6-18 16,0 0-9-16,0 0-15 0,0 0-10 0,6 19-17 16,-5-12-34-16,3 2-33 0,-1 1-42 0,-1-1-41 15,2 2-53-15,0 0-48 0,-1 2-147 0,2-1-340 16,-2 0 151-16</inkml:trace>
  <inkml:trace contextRef="#ctx0" brushRef="#br0" timeOffset="6955.61">9353 3531 42 0,'0'0'57'0,"0"0"-42"0,0 0-34 0,0 0-22 16,0 0 10-16</inkml:trace>
  <inkml:trace contextRef="#ctx0" brushRef="#br0" timeOffset="7108.87">9729 3370 186 0,'0'0'247'16,"0"0"-16"-16,0 0-21 0,8 2-22 0,-8-2-20 16,0 0-19-16,0 0-31 0,0 0-41 0,0 0-54 15,0 0-55-15,0 0-76 0,0 0-136 0,0 0-262 0,0 0 116 16</inkml:trace>
  <inkml:trace contextRef="#ctx0" brushRef="#br0" timeOffset="8079.73">1661 3921 87 0,'0'0'174'15,"-10"-4"-2"-15,10 4-14 0,-9-3-7 0,9 3-6 16,-7-4-12-16,7 4-10 0,0 0-11 0,0 0-15 15,-8-4-11-15,8 4-7 0,0 0-5 0,0 0-12 16,0 0-6-16,0 0-3 0,33-3-2 0,-14 3-5 16,7-2 2-16,7 1-5 0,2 1-3 0,1 1-3 15,15-2-1-15,0-1 0 0,2 2-1 16,-15 2-8-16,16 0 3 0,-16 1 0 0,22 0 0 0,-3 3-2 16,4 0 3-16,5 1 1 0,27-7-1 0,-3 9-1 15,-25-6-1-15,27 2-4 0,-2-2 2 0,-25 1-6 16,31 4 6-16,-7-2-5 0,3 1-4 0,-1 0-3 15,1-3 2-15,1 4-2 0,4-3 2 0,2 1-4 16,4-1-2-16,-3-2 2 0,4 3 3 16,4-4 0-16,3 5 2 0,3-5-4 0,-3 1-1 15,8-5 3-15,-4 4 2 0,5-2-2 0,-2 0-1 16,3 3 4-16,-1-3 2 0,4-1-6 0,-1-1 2 16,1 2-2-16,1-2 1 0,6-2 2 0,-4 0 1 0,9 2-4 15,-2 4 1-15,4-7-2 0,-1 1 1 16,3 0-2-16,1-1 2 0,3-1-3 0,2 1 4 15,-5-1-4-15,-3 4 4 0,-3 2 10 0,6-4-8 16,-6 0 1-16,-2 4-2 0,1-1 4 0,-7 2 2 16,-1 2 3-16,1-4-4 0,-3 6 1 0,-3-2-5 15,2-1 0-15,-6 4-1 0,-8-1-3 0,-2-1 1 16,-4-1-1-16,-1 3 0 0,-2-2 0 0,-10 1-2 16,2-2 1-16,-28 1 1 0,3 1-2 0,-3-2 0 15,1 2-4-15,-3 0 5 0,-1-4 6 0,-8 0-5 16,-2 1 7-16,-11-1-2 0,-2 0-1 0,-3-2 0 15,-5 0 0-15,-1 1-7 0,-9 1 2 0,-7-1 0 16,1 0-2-16,-14 0 3 0,18 0-6 0,-18 0 7 16,0 0 1-16,15-3-14 0,-15 3-26 0,0 0-24 15,4-6-30-15,-4 6-30 0,0 0-32 0,0 0-49 16,-35-13-51-16,16 10-48 0,-13 2-149 0,-2 1-472 16,-6 0 209-16</inkml:trace>
  <inkml:trace contextRef="#ctx0" brushRef="#br0" timeOffset="8859.34">2163 4620 159 0,'-4'-5'225'0,"4"5"-4"0,-4-10 1 15,4 10-10-15,-3-4-6 0,3 4-17 0,0 0-19 16,0 0-24-16,-8-5-16 0,8 5-9 16,0 0-15-16,-10 12-2 0,3 1-8 0,-3 6-4 0,-2 4-11 15,0 5-32-15,-3-4-5 0,2 3-2 0,2-2-8 16,-1-3 3-16,4-3-8 0,2-3-6 0,0-2 1 16,4-5-3-16,-3-1-1 0,2-3-7 0,2 1 9 15,1-6-7-15,-5 8-2 0,5-8 6 16,-4 6 1-16,4-6 0 0,0 0 2 0,0 0-5 15,0 0 0-15,0 0-5 0,0 0-4 0,9-34 0 16,-5 19-1-16,5-3-3 0,1-7 1 0,-2-2-6 16,4 0-1-16,0-2-3 0,0 0 0 0,0-2 5 15,1-1-6-15,9-12 0 0,-9 13 1 0,3-1 0 16,0 0 2-16,-2 6-1 0,5-1-1 0,-4 4 0 0,-5 7 0 16,4 2 1-16,-7 3-1 0,2 1-2 15,-2 2-1-15,-2 4-2 0,3 3 4 0,-8 1-4 16,13 3 6-16,-13-3 0 0,22 16 8 0,-12 0 4 15,4 8 5-15,-2 2 2 0,1 5 9 0,-4 0 9 16,2 2 1-16,-2-1-2 0,-3 0-3 0,2 0-3 16,-2-3 1-16,-1-2-4 0,3 0-3 0,-2-2 4 15,-2-7-5-15,3-1 0 0,-5 0-2 0,4-1 0 16,-2-3-1-16,-3-3-3 0,3 1-16 0,-2-4-24 16,-2-7-34-16,2 14-33 0,-2-14-37 0,0 0-42 15,5 12-51-15,-5-12-33 0,0 0-136 0,0 0-424 16,0 0 187-16</inkml:trace>
  <inkml:trace contextRef="#ctx0" brushRef="#br0" timeOffset="9029.53">2070 4723 1889 0,'-9'-4'-17'0,"1"2"-6"0,1-1 17 16,0 1 7-16,7 2-3 0,0 0 4 15,0 0 1-15,0 0-3 0,19-14 4 0,-2 11-1 16,6 1 4-16,9-6-2 0,-1 5-4 0,5-2 0 15,3 2-25-15,12 0-7 0,-14 0-31 0,1 1-11 0,1 2-43 16,-1-3-18-16,-2 1-104 0,2 4-259 0,-5 1 115 16</inkml:trace>
  <inkml:trace contextRef="#ctx0" brushRef="#br0" timeOffset="9264.84">2791 4637 84 0,'0'0'168'0,"7"-14"12"15,-5 7 1-15,-2 7-3 0,2-14-3 0,-2 14 0 16,-4-19-2-16,0 14-15 0,1-5 5 0,-4 2-16 15,0 1-6-15,-1 1-8 0,-2 1 1 0,-2 1-12 16,1 2-5-16,-2 2-7 0,13 0-12 0,-29 6-2 16,12 2-3-16,-6 8-11 0,5 3-6 0,0 1 0 15,0 3-7-15,7-1-11 0,2 2-1 0,0 0-1 16,5-7-9-16,3 2-2 0,1 0-11 0,2 0-6 16,6-2 4-16,1 0-2 0,2-3-3 0,7-2 1 15,5 2-12-15,7-7-18 0,0-1-24 0,5-2-39 16,-1-4-36-16,3-2-40 0,1-3-39 0,-4-2-44 15,-1-1-32-15,2-1-176 0,-7 1-468 0,-2-7 207 16</inkml:trace>
  <inkml:trace contextRef="#ctx0" brushRef="#br0" timeOffset="9492.32">3118 4357 152 0,'-1'-12'240'0,"-2"1"2"0,0 4 0 0,2 1-17 16,1 6-20-16,-4-12-30 0,2 8-19 15,2 4-17-15,0 0-7 0,0 0 1 0,0 0-1 16,-4 38 0-16,3-8-6 0,-2-3 2 0,1 6-13 16,0-2-6-16,1 0-12 0,1 1-3 0,-1-3-8 15,1 0-6-15,1 1-11 0,-2-2-2 0,2-1-5 16,0 1-9-16,1-8-6 0,-2-1 0 0,2-1-24 16,-4-3-27-16,2-2-32 0,2-3-32 0,-2 0-35 15,0-10-37-15,0 0-40 0,0 18-46 0,0-18-36 16,-4 9-154-16,4-9-448 0,0 0 198 0</inkml:trace>
  <inkml:trace contextRef="#ctx0" brushRef="#br0" timeOffset="9766.01">2857 4632 60 0,'0'0'166'0,"21"-7"-17"15,-7 6 4-15,6 0-12 0,7-1-1 0,2 1-6 16,0-1-6-16,2 0-7 0,0 2-5 0,-1 2-5 15,-1-4-5-15,3-1-6 0,-10 3-7 16,-1 0-6-16,1-3-9 0,-3 4-2 0,-6 1-4 0,2-1-6 16,-4 0-3-16,-1 2-2 0,-1-1 3 0,-9-2 2 15,13 7 0-15,-6-2 2 0,-7-5-5 0,8 14-4 16,-4-8-3-16,-1 5 0 0,-1-1-1 16,2 0-2-16,-2 2-5 0,-1-1-4 0,2 2-1 15,-2 2-1-15,-2-2-6 0,2 0-2 0,-1-3-13 16,4 6-28-16,-3-4-28 0,-1-2-38 0,0-10-50 15,3 20-61-15,-1-11-58 0,-2-9-164 0,2 16-438 16,-2-16 194-16</inkml:trace>
  <inkml:trace contextRef="#ctx0" brushRef="#br0" timeOffset="9929.44">3207 4421 78 0,'0'0'190'0,"-6"-12"-25"0,6 12-41 0,0 0-45 16,0 0-47-16,0 0-42 0,0-11-32 0,0 11-61 15,0 0-111-15,0 0 48 0</inkml:trace>
  <inkml:trace contextRef="#ctx0" brushRef="#br0" timeOffset="10236.57">3425 4537 102 0,'0'0'218'0,"5"6"-22"0,-5-6-6 16,7 13-6-16,-3-5-3 0,1 7 1 0,-1 1-11 15,1 3-10-15,0 5-14 0,2 1-7 0,-2 0-13 16,0-1-7-16,0 0-4 0,-2-5-17 0,1-1-5 16,-1-2-9-16,2 2-11 0,-1-4-2 0,-1-3-8 15,1 0-2-15,-2-4-2 0,1 0-11 0,-3-7-1 16,2 11-6-16,-2-11 3 0,3 7 6 0,-3-7 11 15,0 0 5-15,0 0 1 0,0 0-6 0,0 0 2 16,0 0-12-16,0 0 0 0,11-25-11 0,-7 13 3 16,1-5-10-16,0 1-7 0,3-8-3 0,2 6-2 15,2-9 0-15,1 0-6 0,1-4 1 0,0 4-10 16,2-3-10-16,2 5-11 0,0-1-18 0,1 5-11 16,-6 6-26-16,1 0-29 0,-1 5-44 0,-2-1-54 15,2 5-43-15,-3 2-35 0,-2 2-169 0,-8 2-477 16,0 0 211-16</inkml:trace>
  <inkml:trace contextRef="#ctx0" brushRef="#br0" timeOffset="10528.06">3828 4773 191 0,'0'0'225'0,"17"-7"6"0,-17 7-3 0,9-6-8 15,-3-1-18-15,2 2-10 0,-2-3-17 16,0-1-14-16,3 1-16 0,-3-1-9 0,1-1-12 0,-3-1-5 15,1 0-13-15,1 0-7 0,-6 11-10 16,6-20-4-16,-1 10-6 0,-5 10 2 0,0-13-2 16,0 13-9-16,0 0-8 0,-6-17-5 0,6 17-10 15,-9-6 5-15,9 6-13 0,0 0-11 0,-19 1 1 16,19-1-3-16,-26 15-3 0,12-3 0 0,1 1 6 0,0 2-7 16,2 2 8-16,2 0-11 0,1 0 7 15,2 0-9-15,1 0 1 0,4-2-1 0,1 2 0 16,2-2-6-16,2-2 3 0,7 0-10 0,1 0-19 15,6-2-28-15,0-3-46 0,9 4-55 0,1-6-62 16,2-1-52-16,2-1-224 0,1 0-523 0,5-4 232 16</inkml:trace>
  <inkml:trace contextRef="#ctx0" brushRef="#br0" timeOffset="10868.34">4396 4491 184 0,'-3'-9'285'0,"2"-1"-8"0,-3 4-21 0,4 6-16 15,-4-11-25-15,4 11-21 0,-1-7-24 0,1 7-20 0,0 0-15 16,0 0-14-16,0 0-9 0,0 0-3 16,8 45-3-16,-6-15 0 0,-1 4-1 0,-1 0-7 15,0 2-8-15,0-2-9 0,-1 0-8 0,0 2 4 16,-3-2-15-16,3-1-2 0,1 0-10 0,-1-1 1 16,-2-2-5-16,2-2 6 0,1-4-35 0,0-6-37 15,0 0-28-15,0-4-43 0,0 1-63 0,-1-6-76 16,-2 1-267-16,3-10-538 0,-6 11 238 0</inkml:trace>
  <inkml:trace contextRef="#ctx0" brushRef="#br0" timeOffset="11229.76">4446 4421 201 0,'9'-9'216'0,"-3"-2"-6"0,3 5-12 0,0-1-8 15,2 2-17-15,0 1-6 0,-1 2-8 0,3 3-13 16,-2 4-13-16,1-1-15 0,-1 2-6 16,-2 3-10-16,1 1-8 0,2 3-4 0,-4 2-9 0,-2 1-5 15,0 3-9-15,-2 8-5 0,-4-1-2 16,-5 2-6-16,-5 1-11 0,-4-1-8 0,-4-2-16 16,0-1-12-16,-6-4-10 0,-1-2-11 0,2-2-3 15,5-5-6-15,1-2 3 0,1-2 1 0,1 0 2 16,3-2 7-16,1-2-3 0,3-1 4 0,2-1-1 15,6-2 1-15,-12 1 3 0,12-1 4 0,-9 2 4 16,9-2-2-16,0 0 0 0,0 0 0 0,0 0 4 16,0 0 5-16,0 0 2 0,0 0 3 0,21 12-1 15,-10-8-3-15,5 4 0 0,0-1-3 0,3 0 4 16,2 2 0-16,6 1-2 0,-3-1 0 0,3 1-25 16,0 0-22-16,-2-3-42 0,2 2-41 0,-8-3-55 15,3-2-33-15,-2 4-145 0,-3-3-383 0,1 1 170 16</inkml:trace>
  <inkml:trace contextRef="#ctx0" brushRef="#br0" timeOffset="11958.54">4794 4950 89 0,'0'0'214'0,"0"0"-4"0,0 0 3 0,0 0-2 15,0 0 0-15,0 0-7 0,0 0-11 0,0 0-14 16,0 0-13-16,6-23-5 0,-6 23-15 0,5-12-5 16,-1 5-10-16,1-2-8 0,2-2-10 0,1 1-4 15,1-2-11-15,1-1-11 0,2 1-5 0,-3-2-6 16,1-3-1-16,1 5-6 0,0-4-7 0,-2 3-5 15,1-3-6-15,-3 1-6 0,-1 5 0 0,-2-6-5 16,-1 5-6-16,1 1 0 0,-4 10-3 0,1-22-1 16,-1 22-6-16,0 0-3 0,-8-17-2 0,8 17-7 15,-8-10 2-15,8 10-8 0,-13-3 3 0,13 3-6 16,0 0 2-16,-31 11-1 0,19-2-6 0,-1 5 5 16,-1-2-2-16,3 1-2 0,1 3-3 0,0 1 5 15,1-1-3-15,4 1-1 0,2-2 0 0,1 2 12 16,2-4-8-16,4 2-2 0,-2-3 3 0,5-1 2 15,2 2 0-15,3-1-3 0,1-2 3 0,5-1-2 16,13-1 0-16,-1-3-9 0,1-3-10 16,0-3-12-16,-1 2-5 0,2-3-9 0,-2-1 5 15,-4-1 0-15,3-2 0 0,-4-2 3 0,-4 3-1 16,0-3 0-16,-1 1 5 0,-3-3 2 0,1 0 4 0,-2-2 2 16,-2 1 7-16,-1-2-3 0,-3-1 4 15,-1 2 2-15,-2-3 2 0,-2 0 15 0,-3 5 1 16,-4 0 7-16,2-2 2 0,0 12 5 0,-5-18 9 15,0 12-2-15,-2-2 3 0,7 8-2 0,-17-9-5 16,7 8-4-16,-4 3 2 0,-3 4-1 0,-2 1-3 16,-4 3-3-16,6 3 8 0,-3 5-11 0,2-5 1 15,5 0 0-15,-2 0-2 0,5 1 0 0,2-2-1 16,4-1-1-16,0 0 0 0,2-1-5 0,3 1 3 0,-1-11 2 16,2 16-3-16,2-9 0 0,-4-7-1 15,13 10 1-15,-1-6 0 0,-2-2-5 0,0-2-2 16,-10 0 5-16,24-5-4 0,-12 3 1 0,-2-2 3 15,-1 1-1-15,-1-2 1 0,2-1 1 0,-1 0-3 16,-3 1 8-16,-6 5-6 0,11-10-1 0,-5 6-1 16,-6 4 2-16,8-9 2 0,-8 9 0 0,5-7-10 15,-5 7 2-15,0 0-5 0,0 0 0 0,0 0 3 16,0 0-3-16,11 17 2 0,-8-1 4 0,-3 3 4 16,0 10-1-16,0-1 0 0,-3 1 0 0,2 2 3 15,0 1 3-15,-2-2-1 0,1-2 7 0,-2 0-4 16,0-2 2-16,0 2 5 0,-1-4 3 0,-5-1-2 15,-1 2 6-15,1-9 7 0,-4 9 2 0,-1-2-4 16,-3 0 10-16,-4-6-8 0,7-5-8 0,-7 2 1 16,7-5 0-16,-2-2 0 0,7-2-6 0,-3-2-18 15,-3-1-26-15,16-2-23 0,-32-9-38 16,14 1-40-16,5-5-52 0,-2 1-71 0,2-2-65 0,-4-11-187 16,6 1-546-16,6 0 241 0</inkml:trace>
  <inkml:trace contextRef="#ctx0" brushRef="#br0" timeOffset="12179.67">5409 4701 2063 0,'17'-10'26'0,"-6"0"22"0,-3 5-27 0,-2 0 3 16,-6 5-2-16,11-5 20 0,-11 5 12 0,10-6 6 16,-10 6-6-16,0 0 0 0,6-4-2 0,-6 4 1 15,0 0 9-15,0 0 6 0,0 0-6 0,5 21 4 16,-6-9-6-16,1 0-1 0,0 1-5 0,1 4-3 15,-1-5-3-15,2 4-8 0,-1 0-4 0,0 0 0 16,1-2-11-16,1 1-16 0,1 1-25 0,-1-5-31 16,0 5-45-16,-1-4-59 0,-1 0-57 0,0 0-61 15,-1-12-142-15,0 0-446 0,-2 19 197 0</inkml:trace>
  <inkml:trace contextRef="#ctx0" brushRef="#br0" timeOffset="12351.77">5393 4601 2482 0,'-5'-13'18'0,"-1"3"-12"0,1 1-8 0,0 0-34 15,1 5-12-15,4 4-15 0,-3-10-2 0,3 10-1 16,0 0 5-16,0 0-38 0,0 0-11 0,0 0-28 16,0 0-25-16,19 15-114 0,-13-7-298 15,4 1 132-15</inkml:trace>
  <inkml:trace contextRef="#ctx0" brushRef="#br0" timeOffset="12945.68">5685 4702 21 0,'0'0'194'0,"8"4"-4"0,-8-4 1 0,0 5-7 16,0-5 0-16,0 0-5 0,-6 12 6 0,6-12-17 16,-9 14-6-16,5-4-14 0,-3-2-11 15,4 3-8-15,-3 0-19 0,3 1-11 0,1-1-7 0,1-1-10 16,-1 0-12-16,-1 2-3 0,2-2-7 0,1 1-7 15,1-1-2-15,4 0-3 0,-1-3-4 0,0 0-6 16,1 1 0-16,0-4-3 0,1 1-1 16,2-3-4-16,-2 1-5 0,2-1-4 0,1-3-6 15,-9 1-5-15,14-5 4 0,-6 2-5 0,1-2-4 16,-2 0-2-16,1-2-1 0,-3-1-4 0,0-3 1 16,1 2 1-16,0-2-2 0,-4-1-1 0,2-2-3 0,-3 3 4 15,-1-5 2-15,0 5-3 0,0-5-1 16,0 0-2-16,0 0 3 0,2 6 1 0,-2-2 6 15,0 12 5-15,0-17 6 0,0 17-4 0,1-13 0 16,-1 13-2-16,8-9-2 0,-4 5-3 0,1 3 6 16,-5 1-5-16,18 5 3 0,-8-1-2 0,5 6 0 15,-2 1-3-15,-2 2 5 0,2 0-1 0,-4 3 10 0,3-3-2 16,-2 4-3-16,-2-1 1 0,2 0 5 0,-4-1-1 16,-1-5-1-16,-1 1-2 0,-1 0-2 15,-2-4 4-15,0 1-1 0,1-2-1 0,-2-6 6 16,-2 9-1-16,2-9-1 0,-4 8 1 0,4-8 7 15,0 0-8-15,-9 2 4 0,9-2-4 0,0 0 2 16,0 0 4-16,-15-10-6 0,13 4 3 0,0-3-5 16,2 9-1-16,3-20 5 0,1 3-1 0,2 1-5 15,2-3-2-15,2 2 1 0,4-5-3 0,3 0 5 16,3 0-9-16,-1 2-3 0,3 4 2 0,-4 3-7 16,0 3 0-16,-2 1 3 0,1 2 10 0,0 1-13 15,0 1-5-15,-4 6 4 0,-2 2-6 0,0 0 3 16,0 4-1-16,0-1 6 0,-1 3-6 0,-2 2 6 15,1 2 2-15,-3 2 6 0,-1 3 3 0,-1-3-1 16,-2 4 1-16,0-2 2 0,-1 0 3 0,-1-2-4 16,-1 2 0-16,-1-3-2 0,1-3-23 0,0 1-37 15,-1-3-40-15,-1 2-54 0,3-11-62 0,-4 14-65 16,3-9-239-16,1-5-555 0,0 0 246 0</inkml:trace>
  <inkml:trace contextRef="#ctx0" brushRef="#br0" timeOffset="13129.41">6416 4647 282 0,'2'-7'288'0,"-1"0"-5"0,-1 7 2 15,0 0-6-15,1-13-16 0,-1 13-20 0,0 0-30 16,3-12-21-16,-3 12-23 0,0 0-23 0,0 0-22 16,1-6-25-16,-1 6-29 0,0 0-45 0,0 0-47 15,0 0-60-15,-1 31-66 0,-2-19-44 0,3 0-49 16,-1 4-139-16,1-1-410 0,1 2 181 15</inkml:trace>
  <inkml:trace contextRef="#ctx0" brushRef="#br0" timeOffset="13256.98">6430 4906 106 0,'0'0'229'0,"3"9"-11"0,-3-9 6 16,1 6 7-16,-1-6 1 0,3 6-8 0,-3-6-8 16,0 0-15-16,0 0-18 0,0 0-17 15,2 6-23-15,-2-6-22 0,0 0-29 0,0 0-37 16,0 0-50-16,0 0-67 0,0 0-78 0,18-13-69 15,-10 7-164-15,2-2-404 0,5-2 180 0</inkml:trace>
  <inkml:trace contextRef="#ctx0" brushRef="#br0" timeOffset="13423.1">6742 4759 5 0,'0'0'307'0,"8"0"-32"0,-8 0-1 15,0 0 7-15,0 0 2 0,0 0-14 0,0 0-18 16,0 0-30-16,14-3-19 0,-14 3-22 0,0 0-21 15,0 0-19-15,6-1-33 0,-6 1-32 0,0 0-49 16,0 0-29-16,0 0-35 0,0 0-40 0,0 0-45 16,0 0-64-16,0 0-53 0,0 0-158 0,0 0-431 15,0 0 190-15</inkml:trace>
  <inkml:trace contextRef="#ctx0" brushRef="#br0" timeOffset="14208">1922 5310 81 0,'0'0'164'0,"-10"-4"6"15,10 4-1-15,-6-2 23 0,6 2-7 0,0 0-10 16,0 0-10-16,-11-2-9 0,11 2-6 0,0 0-9 15,0 0-11-15,0 0-10 0,0 0-13 0,0 0-11 16,0 0-8-16,0 0-13 0,-10 4-10 0,10-4-7 16,0 0-6-16,0 0-1 0,0 0-6 0,20 9 0 15,-7-6 1-15,3 0-3 0,5 0 2 0,6 0-2 16,2-2 3-16,2 2-2 0,7 0 2 0,0-1 4 16,14 2 4-16,6-2-1 0,1 2-2 0,1-7 2 15,30 1-17-15,-29 1 13 0,28 2-7 0,-23 0-2 16,26 3-2-16,-2-2-3 0,0 0 7 0,2 1-13 15,2-3 0-15,0 0-11 0,9 6 14 0,7-8 3 16,4 4 9-16,6 5-6 0,-4-6 5 0,10-2-11 16,3-1 10-16,0-1-2 0,5 6 2 0,5-7-4 15,-3 0-4-15,4-1 6 0,-4-1 3 0,2-5-2 16,0-2 1-16,2 7 3 0,-3-3 5 0,-6 1-7 16,-10-1 1-16,7 5 0 0,-3-3-3 0,-6 4 4 15,-5-3-4-15,-11 0 7 0,-6 2-3 0,-5 2 4 16,-25 2 2-16,-1-3 2 0,-1 0-9 0,-2 2 2 15,-4 1 1-15,-4-1-9 0,-5-1 6 0,-13 2-7 16,0 0-3-16,-6 2-5 0,1 0-1 0,-5-1-3 16,-5-1 6-16,-4-1-8 0,-1 0-6 0,-5 1-3 15,-12 0-15-15,17 1-24 0,-17-1-34 0,9-2-33 16,-9 2-81-16,0 0-97 0,0 0-111 0,0 0-329 16,0 0-767-16,-33-20 340 0</inkml:trace>
  <inkml:trace contextRef="#ctx0" brushRef="#br0" timeOffset="14347.04">7062 5134 25 0,'0'0'229'0,"0"0"-50"16,1-7-58-16,-1 7-107 0,0 0-109 15,0 0-103-15,-14-3 46 0</inkml:trace>
  <inkml:trace contextRef="#ctx0" brushRef="#br0" timeOffset="18386.02">3637 5871 35 0,'0'0'166'0,"-9"-1"-5"0,9 1 3 15,-10-1-10-15,10 1 1 0,-11 0-11 0,11 0-10 16,0 0-11-16,0 0-16 0,-10-1-9 0,10 1-12 0,0 0-11 16,0 0-3-16,0 0-4 0,0 0-9 15,0 0-1-15,0 0-3 0,24 5-4 0,-6-4-3 16,3 1-5-16,8-2 1 0,2 1-5 0,-1-1-4 16,2-1-5-16,2 0 1 0,-1 0-5 0,-4 1 2 15,-1-1-7-15,0-1-14 0,-7 2-18 0,-1 0-25 0,-1 0-30 16,0-1-25-16,-2 1-37 0,-4-1-27 15,1 0-26-15,-5 1-95 0,-9 0-297 0,13-2 133 16</inkml:trace>
  <inkml:trace contextRef="#ctx0" brushRef="#br0" timeOffset="18820.41">3933 5854 194 0,'0'0'193'0,"0"0"-5"0,0 0-15 0,0 0-15 15,-10-2-13-15,10 2-16 0,0 0-10 0,0 0-3 16,-4 7-4-16,4-7 1 0,-1 17 0 0,0 0 7 16,-2 1-2-16,3 7-13 0,-1 0-5 0,-1 0-2 15,1 3-8-15,0 1 3 0,2-4-19 0,-2 2-3 16,2-3-6-16,-2-3-5 0,1 5-8 0,0-6 4 16,1-1-10-16,-2 0-4 0,2-1-4 0,0-1-2 15,2-2-6-15,-2 0 0 0,-1-2-2 0,0-4-7 16,0 1 0-16,2 0-5 0,-2-10 11 0,-2 12-7 15,1-6-1-15,1-6-5 0,0 10-2 0,0-10-3 16,-1 7 1-16,1-7-4 0,0 0-3 0,-9 4-8 16,9-4 1-16,-14 0 1 0,14 0-2 0,-14-4-4 15,2 1-2-15,2 0 3 0,0-1-1 0,-2 2 1 16,5-2 0-16,-2 1 4 0,1 1-1 0,0 0-1 16,8 2 4-16,-11-3-2 0,11 3 2 0,-8-2 1 0,8 2-4 15,0 0 1-15,-9-3 0 0,9 3-1 16,0 0 4-16,0 0-3 0,0 0 4 0,0 0 1 15,0 0 0-15,0 0 4 0,23 8 1 0,-13-6 0 16,2 0 2-16,1 0-4 0,5-1 3 0,3-2-1 16,7-2-11-16,1 3-27 0,0-1-24 0,5-2-41 15,1 2-30-15,-2-3-37 0,2 1-34 0,2-3-32 16,-4 3-154-16,-2-2-415 0,1 0 183 0</inkml:trace>
  <inkml:trace contextRef="#ctx0" brushRef="#br0" timeOffset="19262.05">4565 6149 209 0,'-3'-9'217'0,"3"9"-4"15,-5-12 6-15,0 8-11 0,-2-2-9 0,-1-2-1 16,-2 3-5-16,1 2-9 0,-1 0-16 0,0 1-14 16,0 2-15-16,-3 2-12 0,3 1-9 0,-3 4-15 15,-2 3-7-15,-1 4-8 0,1-2-14 0,2 3-6 16,2 0-5-16,2-1-7 0,1 2-8 0,3-2-3 15,0-2-5-15,5-1-3 0,1 1-4 0,2 1-3 16,2-4-5-16,0 1-1 0,4 0-1 0,0-5 3 16,4 2-5-16,-2-1-2 0,3-2 1 0,-1-2-4 15,5 0 3-15,-4-2-5 0,-1 0 0 0,-4 0 3 16,1 2-2-16,-2-4-1 0,-8 2-4 0,14-1 4 16,-14 1-3-16,7-3 2 0,-7 3-5 0,0 0 7 15,6-5-6-15,-6 5-1 0,0 0-5 0,0 0-3 16,0 0 4-16,0 0-4 0,0 0 2 0,-30-3-2 15,20 4-1-15,-3 2-1 0,-1 2 7 0,-1 0-8 16,-2 3 1-16,2 1 3 0,-3-1 4 0,1 4 1 16,3-1 4-16,1 0-4 0,1 1 9 0,0-1 5 15,6-1-7-15,-2 1-3 0,3 0-1 0,0-2 0 16,2 1 0-16,1 1-1 0,2-3 3 0,2 2-4 16,1-3-2-16,-1-1 0 0,6 1 17 0,2-1-19 15,2-1-12-15,-1-1-17 0,10 0-27 0,0-1-28 16,2 0-17-16,8-3-28 0,1 0-55 0,1-6-51 15,2 2-41-15,-3-4-192 0,2 4-502 0,-3-3 223 16</inkml:trace>
  <inkml:trace contextRef="#ctx0" brushRef="#br0" timeOffset="19435.25">5026 6213 264 0,'3'-4'257'0,"-3"4"-14"16,3-5-10-16,-3 5-15 0,0 0-23 0,0 0-17 15,0 0-22-15,0 0-15 0,9-3-13 0,-9 3-13 16,9-2-8-16,-9 2-12 0,14 2-21 0,-5-1-37 16,0 1-36-16,0-1-44 0,2 1-51 0,-3 1-41 15,-8-3-47-15,13 2-150 0,-13-2-358 0,9 7 158 16</inkml:trace>
  <inkml:trace contextRef="#ctx0" brushRef="#br0" timeOffset="19603.87">5050 6303 183 0,'0'0'222'0,"-8"5"0"0,8-5 0 0,-8 3-7 16,8-3-5-16,-4 4-14 0,4-4-13 0,0 0-18 16,-5 4-19-16,5-4-15 0,0 0-14 0,0 0-9 15,0 0-10-15,0 0-13 0,0 0-26 0,17 6-31 16,-8-6-39-16,3 2-43 0,1-2-53 0,3-2-59 16,4 2-51-16,-1-1-123 0,8-2-367 15,-1 3 163-15</inkml:trace>
  <inkml:trace contextRef="#ctx0" brushRef="#br0" timeOffset="19900.06">5921 5993 146 0,'-7'-2'293'15,"7"2"-18"-15,-10-3-21 0,10 3-12 0,-5-4-20 16,5 4-21-16,0 0-14 0,-9-3-19 0,9 3-12 16,0 0-21-16,16-8-14 0,-4 5 0 0,16-2-23 15,-1-1-30-15,2-2-7 0,1 7-8 0,-2-2-19 16,0 1-28-16,-9 0-30 0,-4 2-38 0,-2 0-44 15,0 0-26-15,-3-1-41 0,-2 0-22 0,-8 1-15 16,11-1-114-16,-11 1-350 0,0 0 156 0</inkml:trace>
  <inkml:trace contextRef="#ctx0" brushRef="#br0" timeOffset="20337.68">6069 5957 110 0,'0'0'198'0,"0"0"-10"0,-9-2-13 15,9 2-9-15,0 0-12 0,0 0-11 0,0 0-16 16,-10 2-15-16,10-2 1 0,-2 10 14 0,0 1 0 15,1 3-4-15,-1 3-8 0,-3 8 1 0,4 1 4 16,-3 1 11-16,-1 1 1 0,3 1-8 0,0-3-6 16,-2 0-14-16,2 0-8 0,0-1-12 0,1-7-9 15,0 1 0-15,0-1-6 0,1 0-8 0,0-2-5 16,0 1-7-16,0-6-5 0,0 2-3 0,0-3 0 16,0 2-9-16,0-3 3 0,0-1-8 0,0-8 7 15,0 13-8-15,-2-7-5 0,2-6-2 0,-1 9 1 16,1-9-1-16,-3 8 1 0,3-8-1 0,0 0-2 15,-2 7-2-15,2-7 4 0,0 0-6 0,-7 5 0 16,7-5-3-16,-10 0-1 0,10 0 4 0,0 0-3 16,-14-5-2-16,8 3 1 0,6 2-3 0,-14-3-8 15,9 1 6-15,5 2 1 0,-15-3-1 16,8 3-3-16,7 0 3 0,-12-4-2 0,7 1 3 0,5 3-3 16,-9-1 3-16,9 1-4 0,0 0-10 0,-10-3 6 15,10 3 5-15,0 0-1 0,0 0-9 0,0 0 4 16,0 0-3-16,0 0 2 0,0 0 2 0,0 0 5 15,0 0-2-15,23 9 2 0,-13-6 7 0,6-3-6 16,4 0 4-16,7 0-11 0,4-1-2 0,2 1-19 16,3-4-12-16,-2 1-20 0,1-2-24 0,-1 0-31 15,-1 2-24-15,-2-1-24 0,-2 0-28 0,0 2-16 16,-8 1-15-16,0-3-4 0,-1 0 6 0,-2 0 5 16,-5 0-133-16,-3 1-372 0,1-1 164 0</inkml:trace>
  <inkml:trace contextRef="#ctx0" brushRef="#br0" timeOffset="20540.41">6450 6380 1055 0,'5'-6'-62'0,"-5"6"29"16,9-11 27-16,-7 5 33 0,-1 0 28 0,1-3 21 15,0-1 18-15,0 0 11 0,-2 2 17 0,-2-1 8 16,2 9 5-16,-2-16 9 0,0 10 7 0,2 6 2 16,-2-13 4-16,2 13 3 0,0-7-5 15,0 7-11-15,0 0-12 0,-3-8-14 0,3 8-18 0,0 0-14 16,0 0-4-16,0 0-6 0,0 0-4 0,-5 27-1 16,4-12-5-16,0 2-5 0,-3 3 2 0,1-3-8 15,1 2-8-15,-1 2-7 0,1-4-3 0,-1 2 3 16,2-1-6-16,0-2-7 0,1 1-1 15,0-6-25-15,0 0-16 0,1 0-31 0,0-1-28 16,0 0-28-16,-1-3-39 0,0-7-45 0,2 10-48 16,-2-10-43-16,1 7-211 0,-1-7-526 0,0 0 232 0</inkml:trace>
  <inkml:trace contextRef="#ctx0" brushRef="#br0" timeOffset="20924.23">6451 6319 39 0,'10'-14'245'0,"-1"0"-5"0,3 1 1 16,-1 5 7-16,-2-1-21 0,0 3-14 0,1 1-17 16,-2 2-19-16,0 2-15 0,-2-2-13 0,-6 3-9 15,16 2-9-15,-9 0-8 0,1 1-6 0,0 4-2 16,-1-1-17-16,-1-2-6 0,-1 5-2 16,-5-9-3-16,9 13-6 0,-5-2-5 0,-4-1-4 0,-1 0-6 15,0 1-1-15,-1 1-7 0,-3-1-8 0,1 1 1 16,-2-1-5-16,0-1 1 0,0 0-21 0,1-1-14 15,0 1-10-15,2-5-9 0,0 6-9 0,0-5-4 16,2 1-3-16,1-7-1 0,-1 12 1 16,1-5 7-16,0-7-2 0,5 11 9 0,-2-4-1 15,0-1-8-15,4 1 11 0,-1 2-6 0,0-2 0 0,1 1 3 16,-1 1-2-16,2-1 2 0,0-2 2 0,-1 3-2 16,-4-3 3-16,-1 0 1 0,1 0 4 0,1-1-1 15,-4-5 5-15,1 12-1 0,-1-12 1 16,-5 9-1-16,1-4 0 0,-2 0 0 0,-3 0 8 0,-3 0-1 15,-4 2-2-15,-3-4-2 0,2 1-2 16,-1 2-2-16,0-5-18 0,-1 1-18 0,1-1-29 0,1-1-37 16,2-1-62-16,4 0-68 0,1 1-255 0,10 0-526 15,-17-5 233-15</inkml:trace>
  <inkml:trace contextRef="#ctx0" brushRef="#br0" timeOffset="21240.84">6966 6353 91 0,'0'0'305'0,"0"-8"-13"0,0 8-12 0,0 0-9 0,0 0-12 15,0 0-23-15,0 0-16 0,0 0-21 16,1-8-20-16,-1 8-14 0,0 0-17 0,0 0-9 0,7-3-13 16,-7 3-12-16,12-2-4 0,0 1-15 0,3-2-18 15,3 0-4-15,5 3-4 0,-3-3-5 0,2 0-6 16,0 2-19-16,6-3-26 0,-8 1-22 16,1 2-30-16,-2-3-27 0,0 1-35 0,-6 1-30 0,4-3-37 15,-4 1-41-15,-3 1-27 0,-3 0-20 0,-2 0-146 16,2-2-434-16,-2 0 192 0</inkml:trace>
  <inkml:trace contextRef="#ctx0" brushRef="#br0" timeOffset="21450.57">7204 6144 213 0,'0'0'251'0,"-8"-6"0"0,2 5-2 16,6 1-13-16,-8-4-11 0,8 4-17 0,0 0-25 15,0 0-9-15,0 0 0 0,-9 11 11 16,5-1 12-16,1 0-15 0,0 5 5 0,1 2 0 0,-3-1-13 15,3 3-10-15,1 0-16 0,-2 1-9 0,0 3-14 16,3-2-9-16,-1 5-12 0,5-3-9 0,-4-2-13 16,-1-3-7-16,1 1-7 0,1 1-44 0,2-2-55 15,-2 1-54-15,0-4-43 0,0 4-57 0,1-3-80 16,-1-3-80-16,-1-1-219 0,2 0-609 0,1-3 271 16</inkml:trace>
  <inkml:trace contextRef="#ctx0" brushRef="#br0" timeOffset="21768.06">7855 6217 7 0,'0'0'212'0,"6"-8"-9"0,-6 8-14 0,11-7-13 16,-2 4-11-16,3-1-8 0,4 0-14 0,3-1-14 15,2 0-13-15,-1 1-11 0,1 1-10 0,-1-1-7 16,0 0-19-16,-2 1-33 0,-4 0-40 0,-2 2-35 15,2-4-47-15,-4 3-34 0,-1 1-37 0,-4-1-91 16,-5 2-267-16,0 0 118 0</inkml:trace>
  <inkml:trace contextRef="#ctx0" brushRef="#br0" timeOffset="22204.22">8078 6141 135 0,'0'0'228'0,"0"0"-6"15,0 0-5-15,0 0-6 0,0 0-9 0,0 0-16 16,-10-3-16-16,10 3-15 0,0 0-22 0,0 0-13 0,0 0-13 15,0 0-7-15,-3 16 0 0,2-4 7 16,-2 5 3-16,0 10 0 0,-3 3-2 0,-3 0 4 16,3 1-5-16,-1-1 3 0,-1 0-16 0,1 0-1 0,3-3-11 15,-1 0-6-15,0-2-5 0,1-6-5 0,4 0-9 16,-2-3-5-16,2 2-1 0,-2-5 5 16,2-1-17-16,-2 0-4 0,4-2-1 0,-2 0-5 15,0-1-1-15,0-2-2 0,2 0-2 0,-2-7 6 16,0 10-14-16,0-10 1 0,1 9 3 0,-1-9-8 0,0 0 7 15,0 0 2-15,-1 8-11 0,1-8-13 0,0 0-2 16,0 0-12-16,-17-2-10 0,17 2-4 16,-13-4-6-16,6 2-1 0,-2-3 6 0,1 3-1 15,-1-4-4-15,-4 3-2 0,3 0 8 0,-1-1-3 0,0 1 4 16,2 1 5-16,-1 0 0 0,10 2-19 0,-11-2 4 16,11 2 5-16,-8-3-2 0,8 3 9 0,-8 0 1 15,8 0-1-15,0 0 1 0,0 0 7 16,0 0 3-16,0 0 5 0,0 0 8 0,-9 5 5 15,9-5 15-15,0 0 3 0,0 0 11 0,17 14 2 0,-7-7 3 16,3-3 0-16,5-2-3 0,2-1-7 0,7 1-1 16,4-1-6-16,-1-1-21 0,1-4-28 0,5 3-30 15,-7-1-30-15,2-1-38 0,-2 0-32 0,2-1-42 16,0 2-38-16,1-2-25 0,-6 0-139 16,3-2-438-16,-2 0 194 0</inkml:trace>
  <inkml:trace contextRef="#ctx0" brushRef="#br0" timeOffset="22434.31">8574 6531 26 0,'5'-2'224'0,"-5"2"5"0,6-6 4 0,-6 6-3 16,3-6-4-16,-3 6 5 0,0 0-11 0,0 0-8 0,-16-6-7 15,16 6-2-15,-23 2 0 0,5 4 2 0,1 2-9 16,-3 0 7-16,-5 4-6 0,2 1-14 0,1 1-4 16,5-2-3-16,0-1-14 0,4 1-14 15,1-1-11-15,2-2-16 0,4 0-13 0,1 0-9 0,-1 0-9 16,4-1-6-16,1 2-7 0,2-1-8 0,4 0-7 15,3-2 2-15,2-2-9 0,8 4 1 0,9-3-11 16,2-2-12-16,2 1-18 0,3-4-31 0,1-1-51 16,-1-1-50-16,1 1-46 0,-2 0-61 0,0 0-73 15,2-1-91-15,-6-5-268 0,-1 3-711 0,-1-1 315 16</inkml:trace>
  <inkml:trace contextRef="#ctx0" brushRef="#br0" timeOffset="23055.87">9702 6427 168 0,'0'0'187'0,"0"0"-5"0,-6-6 3 0,6 6-8 16,0 0-6-16,-5-5-2 0,5 5-11 0,0 0-10 16,0 0-6-16,0 0-16 0,-3-6-7 0,3 6-14 15,0 0-11-15,0 0-7 0,0 0-10 0,0 0-4 16,15-4-5-16,-3 4-5 0,7-4-5 0,1 4-4 15,7-5-9-15,-1 3-4 0,5-2-4 0,-2 0-1 16,2 2-9-16,-4 0-17 0,-6 1-24 0,1-1-29 16,-3 1-38-16,2 0-41 0,-5-2-54 0,2 2-43 15,-3 0-140-15,-3-2-389 0,-2 0 173 0</inkml:trace>
  <inkml:trace contextRef="#ctx0" brushRef="#br0" timeOffset="23468.42">10307 6283 76 0,'3'-11'200'0,"-3"11"-3"0,0-11-1 0,0 11 1 16,-1-11-3-16,1 11-3 0,1-5-7 0,-1 5-6 16,0 0-12-16,0-11-9 0,0 11-10 0,0 0-13 15,0 0-4-15,0-10 5 0,0 10-16 0,0 0-12 16,0 0-5-16,0 0-9 0,0 0-8 0,0 0-7 15,0 0-8-15,0 0-5 0,0 0-13 0,0 0-3 16,0 0-1-16,0 0-6 0,0 0-2 0,0 0-2 16,0 0-4-16,0 0-2 0,0 0-4 0,0 0-3 15,0 0 5-15,0 0-5 0,0-9-2 0,0 9 11 16,0 0-10-16,0 0-5 0,0 0 5 0,0 0-5 16,0 0-2-16,0 0-4 0,0 0-3 0,0 0 1 15,0 0 8-15,0 0-8 0,0 0-13 0,0 0 7 16,0 0-1-16,0 0 1 0,0 0-3 0,0 0-6 15,0 0 4-15,0 0 2 0,0 0-3 0,0 0 3 16,2 32 0-16,-4-22 1 0,1 0-2 0,1 2-3 16,0 0-3-16,-1 2 16 0,1-1-1 0,0 4-6 15,0-2-14-15,0 1-24 0,-1 0-18 0,2-5-17 16,-2 5-27-16,-1-4-26 0,1 2-30 0,0-2-49 16,1 0-40-16,0 0-39 0,-4-4-162 0,3 2-478 15,-1-4 212-15</inkml:trace>
  <inkml:trace contextRef="#ctx0" brushRef="#br0" timeOffset="23696.56">10509 6265 91 0,'6'-5'187'0,"-6"5"-12"0,9-1-3 16,-9 1-1-16,0 0-5 0,9 11-5 0,-5-3 5 15,0 3-19-15,-3 0-18 0,1 0-8 0,1 5-11 16,-1 0-9-16,-2 1-10 0,-2 0-7 0,-1-1-8 16,1 1-10-16,-2 0-6 0,-1 0-9 0,0-2-28 15,-3 1-40-15,-2-3-49 0,0 1-41 0,-2-3-64 16,-5-1-161-16,0-2-359 0,-1-4 160 0</inkml:trace>
  <inkml:trace contextRef="#ctx0" brushRef="#br0" timeOffset="23922.6">10153 6263 220 0,'-7'9'219'0,"-1"7"-8"15,0 2-3-15,2 1-16 0,-3-1-15 0,3 5-10 16,2-4-18-16,0 1-12 0,3-4-10 0,-2 3-16 15,6-2-5-15,0 2-13 0,5-2-10 0,1 0-6 16,3-3-19-16,2 0-38 0,3-2-41 0,1-2-49 16,2-3-66-16,6 0-65 0,-7-4-121 0,1-4-347 15,1-1 154-15</inkml:trace>
  <inkml:trace contextRef="#ctx0" brushRef="#br0" timeOffset="24095.12">10573 6060 2804 0,'-2'-16'-5'16,"1"4"29"-16,-3 1 16 0,3 1-11 0,-2 4-10 15,3 6-13-15,0-13-1 0,0 13-10 0,0-8-12 16,0 8-28-16,0 0-34 0,-4-7-28 0,4 7-28 16,0 0-42-16,0 0-41 0,0 0-139 0,-12 14-386 15,8-8 170-15</inkml:trace>
  <inkml:trace contextRef="#ctx0" brushRef="#br0" timeOffset="26976.57">4781 7660 144 0,'0'0'169'0,"-16"-3"-9"0,7 1 3 16,2 1 3-16,7 1-2 0,-13-3-2 0,6 1-5 15,7 2-12-15,0 0-11 0,-14-2-12 0,14 2-14 16,0 0-9-16,-6-3-13 0,6 3-10 0,0 0-6 16,0 0-5-16,0 0-8 0,0 0-3 0,33-4-9 15,-12 2 1-15,8-3-9 0,5 1-2 0,1-3-5 16,1 0-7-16,0 3-20 0,1-1-19 0,-5 0-23 16,0 1-26-16,-4-1-41 0,-7 3-30 0,0 2-37 15,-4-3-159-15,-5 1-357 0,-5 0 158 0</inkml:trace>
  <inkml:trace contextRef="#ctx0" brushRef="#br0" timeOffset="27460.38">5019 7578 87 0,'0'0'168'0,"0"0"-15"0,-9 0-10 0,9 0-8 16,0 0-14-16,0 0 4 0,0 0-3 0,0 13 0 15,0-1 9-15,3 3 0 0,-3 2-5 0,0 7-11 16,0 4 1-16,-1 3-7 0,-1-2 14 0,2 1-16 16,-3-2-9-16,3 0-9 0,-4 0-6 0,4 1-7 15,-1-4-5-15,1 2-8 0,-2-2-2 0,2-6-8 16,-1-1-5-16,-1 0-5 0,2-1-4 0,0-5-3 0,0 1-5 16,1-3-2-16,0 2 0 0,0-1-2 0,1-3-3 15,-2 0-6-15,0-8 3 0,2 11-5 16,1-6-3-16,-3-5 3 0,0 9-3 0,0-9 1 15,1 7-1-15,-1-7 0 0,0 0-3 0,0 0 2 16,0 0-1-16,-4 9-6 0,4-9-2 0,0 0-8 0,0 0-2 16,-16-6-1-16,16 6 2 0,-18-6-1 15,7 2-1-15,4 4 1 0,-5-5 1 0,2 4-1 16,-2 0 1-16,1-1 0 0,1-1 0 0,-1 2 1 16,0-1 1-16,11 2 0 0,-11-1 0 0,4-1-1 15,7 2 1-15,-10-1 2 0,10 1-4 0,0 0-2 16,0 0 3-16,-12 0-4 0,12 0 6 0,0 0-4 15,0 0 3-15,0 0 0 0,0 0 4 0,0 0 1 16,22 12-1-16,-12-8 3 0,8-4 0 0,0 1-1 16,4 1 0-16,-2-2-6 0,2 0-16 0,8-2-25 15,-1 1-28-15,-1 1-23 0,1-2-28 0,0 0-23 16,-1-1-23-16,-7 0-8 0,0 1-6 0,1-1-4 16,-2 0-120-16,-2 1-331 0,1 0 146 0</inkml:trace>
  <inkml:trace contextRef="#ctx0" brushRef="#br0" timeOffset="27694.59">5441 8023 137 0,'3'-4'169'0,"-3"4"8"0,4-11 4 16,-3 6-1-16,-1 5-7 0,-1-10-2 15,1 10-7-15,0 0-2 0,-6-13-8 0,1 11-11 16,5 2-9-16,-11-7-7 0,5 7-5 0,6 0-7 16,-16 0-6-16,5 3-8 0,0 2-8 0,0 2-6 0,-2 0-9 15,0 6 0-15,1-1 1 0,0 1-9 0,-1 0-2 16,4 0-7-16,3-3 7 0,1 2-10 0,2-1-6 15,-2 0-2-15,3 1-6 0,2-2-1 16,1 2-4-16,0-2-7 0,4-1 3 0,2-2-8 16,0 3 1-16,2-3-31 0,4 0-29 0,-1-2-34 0,7 0-44 15,-3-1-50-15,7-2-74 0,6 0-51 16,-9 0-169-16,-1-1-490 0,4-4 217 0</inkml:trace>
  <inkml:trace contextRef="#ctx0" brushRef="#br0" timeOffset="27878.97">5863 7965 216 0,'0'0'293'0,"0"0"-17"0,6-7-17 16,-6 7-18-16,0 0-27 0,4-6-21 0,-4 6-19 16,8-2-20-16,-8 2-18 0,13-1-13 0,-3 0-29 0,1 1-32 15,1 0-37-15,1 1-40 0,0-1-43 16,-1 1-41-16,0 1-41 0,-2 1-32 0,0 2-158 15,-3 0-357-15,-2 0 158 0</inkml:trace>
  <inkml:trace contextRef="#ctx0" brushRef="#br0" timeOffset="28031.36">5913 8086 129 0,'0'0'247'0,"-4"3"-2"16,4-3-2-16,0 0-10 0,0 0-10 15,-5 4-16-15,5-4-19 0,0 0-16 0,0 0-18 16,0 0-11-16,0 0-20 0,0 0-9 0,0 0-13 0,19 4-23 15,-8-4-30-15,0-1-52 0,2 1-52 0,-1 0-54 16,5-1-67-16,-2 1-207 0,1 0-415 16,2-2 183-16</inkml:trace>
  <inkml:trace contextRef="#ctx0" brushRef="#br0" timeOffset="28616.81">7385 7827 192 0,'4'-5'242'0,"-2"1"-2"16,-2 4-10-16,4-10-14 0,-4 10-22 0,4-5-22 16,-4 5-17-16,0 0-17 0,0 0-9 0,0 0-3 15,-10 25 17-15,1-7-5 0,-5 7-10 0,-3 3-11 16,-2 0-4-16,1 0-2 0,0 1-5 0,-2-2-13 15,1-1-8-15,-2-2-2 0,1-3-7 0,1-3-4 16,-3 0-10-16,0-1 1 0,-1-1-6 0,1-4 4 16,3-2-6-16,1-2-9 0,-3-2 7 0,0-2-13 15,3-2-6-15,3 1-3 0,3-3 4 0,-1 0-3 0,1 0-4 16,-1-1 0-16,6-1-2 0,-2-3-6 16,1-1-1-16,-1-2-1 0,5 2 3 0,0-4-6 15,0-2-4-15,3 1 3 0,2-8-4 0,3 2-4 16,3 0-5-16,3 0 7 0,-1-1-5 0,2 4-6 15,2 0 2-15,0 1 2 0,2 0-3 0,-3 7-1 0,2 1 3 16,-3 1-3-16,2 0-4 0,1 4 1 16,0 0 3-16,5 4-2 0,-6-1 1 0,5 5-1 15,-4-1 2-15,0 5-2 0,-1 0 1 0,1 0 4 16,-1 1-4-16,2 2-1 0,-3-1 2 0,0-1 1 16,4 3 2-16,-5-2-7 0,3 1-23 0,-2-1-36 0,-1-2-34 15,2 1-44-15,1-1-48 0,0-3-63 16,2 2-285-16,-4-4-584 0,2 0 259 0</inkml:trace>
  <inkml:trace contextRef="#ctx0" brushRef="#br0" timeOffset="28982.12">7809 7803 47 0,'0'0'248'0,"0"0"-17"0,4-8-24 0,-4 8-14 16,4-5-24-16,2 1-9 0,1 1-15 0,6-1-11 15,3 0-12-15,6-1-12 0,6 2-12 0,-1-1-8 16,-7 1-12-16,2 2-9 0,0 1-19 0,-5 0-34 16,-2 0-39-16,-4 1-38 0,2 0-51 0,-3 2-24 15,-2 0-42-15,-3-1-99 0,-5-2-298 0,8 2 132 16</inkml:trace>
  <inkml:trace contextRef="#ctx0" brushRef="#br0" timeOffset="29368.14">7988 7758 169 0,'-3'-5'225'0,"3"5"-4"0,0 0-17 0,0 0-19 16,-4-4-21-16,4 4-14 0,0 0-14 0,0 0-8 15,0 0 0-15,0 21-4 0,0-9-5 0,0 5 7 16,-2 2-8-16,1 8-9 0,0 1-8 0,0-2-5 15,-1 0-7-15,2 0-9 0,-1-6-4 0,-2 0-10 16,3 4 0-16,-1-4-7 0,2-3-8 0,1-1-2 16,-4-3-5-16,4 1-5 0,-2-3-1 0,1-1-3 15,-1 0-4-15,0 0-2 0,0-3-4 0,1 1 0 16,-1-8-2-16,0 0-7 0,-1 13 4 0,1-13-3 16,-1 7 3-16,1-7-2 0,0 0-4 0,-6 6-4 15,6-6-10-15,-10 0 0 0,10 0 1 0,-12 0-5 16,1-1 1-16,0-1-2 0,1-1-3 0,-2 2-1 15,2-1 5-15,0 1-3 0,-2-3 6 0,2 2-4 16,2 1-3-16,8 1 2 0,-10-1-3 0,10 1 1 16,-10-1 3-16,10 1-5 0,0 0 2 0,0 0 1 15,0 0 2-15,0 0-2 0,0 0 4 0,0 0-3 16,0 0 5-16,0 0-1 0,33 9 1 0,-14-8 0 16,9 1 1-16,2-1-2 0,2-2-7 0,1 1-34 15,-1-2-39-15,1 2-46 0,0-4-59 0,2 1-52 16,-3 1-199-16,-4-3-473 0,-1-1 211 0</inkml:trace>
  <inkml:trace contextRef="#ctx0" brushRef="#br0" timeOffset="29784.73">8509 8038 14 0,'-2'-13'257'15,"2"13"-12"-15,0 0-10 0,-7-7-12 0,7 7-9 16,-11-3-3-16,11 3-14 0,-16 3-13 0,4 1-9 15,-2-1-10-15,4 4-10 0,-7 3-8 0,3 0-18 16,-2 2-5-16,4-2-9 0,3 1-8 0,3-1-15 16,-3 0-12-16,5 0-10 0,0-1-2 0,3 2-11 15,1-5-1-15,1 2-7 0,3-2-4 0,1 0 2 16,0 1-8-16,4-2-2 0,0 0-4 0,1-1-2 16,3-1-5-16,-1 2-1 0,-1-4 2 0,1-1-8 15,-3 1 5-15,-2-1-4 0,-7 0 5 0,14-2-11 16,-7 2 14-16,-7 0-17 0,0 0 0 0,10-5 2 15,-10 5-6-15,0 0-1 0,0 0 2 0,5-3-9 16,-5 3 0-16,0 0 1 0,0 0 0 0,0 0-5 16,0 0 4-16,-32 3-2 0,22 0 0 0,-2 0 3 15,0 1 0-15,0 1 0 0,-1 0 13 0,2 0 10 16,-1 3-16-16,1 2-3 0,1-3 6 0,2 0-4 16,3 2 8-16,0-1 2 0,-2 0-14 0,4 2 7 15,0-3-2-15,2 1-1 0,1-8 10 0,2 12-13 16,5-2 3-16,0-2 13 0,6-5-31 0,2 3-18 15,2-1-23-15,2-3-32 0,4 2-30 0,5-4-23 0,2 3-40 16,2-4-56-16,2 1-41 0,-2-2-207 16,-1-4-523-16,1-1 232 0</inkml:trace>
  <inkml:trace contextRef="#ctx0" brushRef="#br0" timeOffset="30042.3">9086 8050 144 0,'-8'-3'288'0,"8"3"0"16,-11-3-1-16,11 3-14 0,-9-2-10 0,9 2-18 15,-8-3-17-15,8 3-23 0,0 0-21 0,0 0-10 0,-7-1-24 16,7 1-10-16,0 0-16 0,0 0 6 16,0 0-10-16,0 0-5 0,29 4-4 0,-14-4-10 15,6 2-13-15,7-4-4 0,-1 2-10 0,-5 0-7 16,4 0-6-16,2 0 1 0,-7 0-10 0,-1-1-26 15,2 1-36-15,-3-2-25 0,-3 1-33 0,-2 1-32 16,-4 0-38-16,0 0-35 0,-1 0-40 0,-9 0-28 16,13-1-24-16,-13 1-209 0,10-2-513 0,-10 2 228 15</inkml:trace>
  <inkml:trace contextRef="#ctx0" brushRef="#br0" timeOffset="30255.23">9289 7897 144 0,'-5'-5'279'0,"5"5"8"0,-6-6-1 16,6 6-7-16,-7-6-11 0,7 6-24 0,0 0-21 0,-5-3-26 16,5 3-17-16,0 0-7 0,0 0 0 0,-7 18 8 15,5-7 2-15,-1 1-14 0,0 6-6 16,2 0-13-16,-3-1-4 0,3 3-23 0,-2 0-10 16,0 0-10-16,1 0-12 0,1-1-8 0,-1 0-10 15,1 1-12-15,0 6-39 0,1-12-66 0,0 4-43 0,-2-2-42 16,1 0-58-16,2-3-77 0,-1-3-81 0,-1 1-212 15,2 0-602-15,-1-11 266 0</inkml:trace>
  <inkml:trace contextRef="#ctx0" brushRef="#br0" timeOffset="30916.6">10023 7882 180 0,'0'0'175'0,"-5"-6"-7"0,5 6 0 15,-7-3-4-15,7 3-6 0,-6-4-3 0,6 4-6 0,0 0-1 16,0 0-2-16,-8-2-7 0,8 2-6 0,0 0-12 16,0 0-11-16,0 0-7 0,0 0-17 0,0 0-5 15,0 0-10-15,0 0-6 0,0 0-8 16,31-6-3-16,-10 5-8 0,0-1-1 0,10 2-8 0,0 0-9 15,-3 0-21-15,-2-1-21 0,-8 1-27 0,2 0-33 16,-8 1-32-16,1-1-40 0,-1 0-37 0,-5 2-40 16,1-1-112-16,-8-1-362 0,8 4 160 0</inkml:trace>
  <inkml:trace contextRef="#ctx0" brushRef="#br0" timeOffset="31387.99">10190 7850 155 0,'0'0'228'0,"0"0"-3"0,0 0-11 0,0 0-9 16,-5-4-21-16,5 4-11 0,0 0-22 0,0 0-12 16,0 0-17-16,0 0-4 0,0 0-5 0,-1 27 0 15,1-13-7-15,-3 5-4 0,2 7-9 0,-5 2 2 16,3-1 1-16,-2 1 0 0,1-1-12 0,0 1-8 16,0-2 6-16,-3 0-15 0,3-2-6 0,3-7-6 15,-2 2-6-15,1 0-4 0,0-2-1 0,1 0-7 16,1-3-1-16,-1 1-8 0,1-2 3 0,-1-3-1 15,2 2-4-15,0-4-4 0,-2 2-4 0,1-2-4 16,0 0 2-16,0-8 7 0,1 12-8 0,-1-6-3 16,0-6-7-16,0 0-8 0,0 10-7 0,0-10-6 15,0 0-2-15,0 10 1 0,0-10 1 0,0 0 11 16,0 0-12-16,0 0-4 0,0 0-5 0,0 0-3 16,0 0-2-16,0 0 0 0,0 0 4 0,0 0 0 15,0 0 2-15,-22-16 0 0,22 16 5 0,-9-6-1 16,3 3 3-16,-2-1 3 0,-3 0 0 0,2 2 3 15,-1-1-2-15,-3-1 2 0,1 3 1 0,0-2 1 16,0 3 1-16,-1 0 0 0,2-2 3 0,3 1-1 16,8 1 0-16,-14 1 2 0,14-1-3 0,-11 0 2 15,11 0-3-15,-8 2 4 0,8-2-1 0,0 0 3 16,0 0 3-16,0 8 2 0,0-8-4 0,0 0 8 0,22 11 2 16,-10-9-2-16,8 2 1 0,10-3 0 0,1-1 0 15,3 0 0-15,2 0-3 0,3-1-8 16,-1 1-22-16,1-4-30 0,-3 2-30 0,0 0-43 0,-3 2-38 15,-2-4-40-15,-8 2-195 0,-1 1-435 16,-2 1 193-16</inkml:trace>
  <inkml:trace contextRef="#ctx0" brushRef="#br0" timeOffset="31914.54">10757 8207 236 0,'0'0'242'0,"0"0"-8"0,2-7-20 0,-2 7-15 16,0 0-18-16,0 0-17 0,-11-5-13 0,11 5-8 16,-17 4-8-16,7 2-7 0,-4 2 1 0,-3 4-5 15,-7 4-3-15,2 2-11 0,2 0-7 0,0 0-4 16,6-3-2-16,2 0-10 0,3 1-5 0,2-1-9 16,1 0-8-16,2 1 2 0,1-2-13 0,5 0-3 15,0-4-4-15,2 3-2 0,4-5-2 0,2 5-7 16,5-4 2-16,2-3-4 0,2 2-7 0,3-6-19 15,6 0-21-15,0-2-27 0,0 0-26 0,2-3-41 16,0 1-40-16,0-2-32 0,-1 0-40 0,-1-1-24 16,-9 0-183-16,-1-1-461 0,1 0 205 0</inkml:trace>
  <inkml:trace contextRef="#ctx0" brushRef="#br0" timeOffset="32352.95">11098 8246 195 0,'-4'-5'238'0,"4"5"-2"0,-7-5-13 0,7 5-15 16,0 0-8-16,0 0-15 0,-11-3-12 0,11 3-13 0,-10 2-15 15,10-2-5-15,-12 4-5 0,6 1-16 16,-4 1-7-16,1 2-8 0,0 2-6 0,-4 4-2 16,3-1-5-16,1 2-6 0,1-3 2 0,0 1-16 0,-1 3-2 15,5 1-7-15,-1-5-14 0,4 0 0 16,0-1 0-16,0 1-5 0,3-2-2 0,-1 1-4 0,4-1-1 16,1-1-3-16,1-3-4 0,4 2-1 15,-2-3-1-15,2-1-2 0,3-1 3 0,-1-1-6 0,5-2-2 16,-4-1 4-16,4 0 8 0,-2-5-4 0,2 2-13 15,-2-3 8-15,-1 0-2 0,-3 0 5 0,1-5 1 16,-1-1 0-16,0 1 15 0,-2-4-16 16,-3 1-1-16,-1 4 5 0,-3-2 2 0,-1 0 1 0,-2 1-2 15,-3 1-3-15,-2-2 2 0,-1 4-19 0,-3-1 9 16,-7 1-19-16,-1 2-20 0,-5 4-14 0,-5 0-34 16,-3 3-43-16,1 5-47 0,-3 0-70 15,5 1-74-15,-5 5-260 0,6-3-607 0,-1 0 268 0</inkml:trace>
  <inkml:trace contextRef="#ctx0" brushRef="#br0" timeOffset="36119.31">5633 9732 73 0,'0'0'198'0,"0"0"-9"0,0 0-5 0,0 0 7 16,0 0-10-16,0 0-20 0,0 0-17 0,0 0-13 15,0 0-15-15,0 0-11 0,0 0-8 16,0 0-13-16,0 0-9 0,0 0-4 0,29-1-7 16,-18 2-5-16,1-2-7 0,5 2-7 0,-3-1-21 0,4-1-28 15,-3-1-42-15,-2 2-42 0,5-1-48 16,-5-1-47-16,-2 2-116 0,1 0-321 0,-5 0 142 15</inkml:trace>
  <inkml:trace contextRef="#ctx0" brushRef="#br0" timeOffset="36296.3">5596 9839 95 0,'0'0'211'0,"-8"3"-14"0,8-3-8 16,0 0-18-16,-6 4-14 0,6-4-9 0,0 0-16 0,0 0-12 15,0 0-9-15,25 8-13 0,-12-8-5 0,8 0-19 16,9-2-37-16,2 1-35 0,2-1-51 16,4-3-43-16,0 1-43 0,0 1-126 0,2-3-281 15,0-3 126-15</inkml:trace>
  <inkml:trace contextRef="#ctx0" brushRef="#br0" timeOffset="36770.15">6704 9604 74 0,'0'-10'229'0,"2"-1"-9"0,-2 3-1 0,3-2-8 0,-3 10-8 16,0-11-10-16,0 11-17 0,1-9-22 0,-1 9-17 15,0 0-13-15,0 0-13 0,0 0-11 0,0 0-12 16,0 0 2-16,-21 26-4 0,5-3-3 16,-2 1-7-16,-1 1-6 0,0 1-8 0,0-1-4 0,1 1-5 15,-3-4-6-15,4 1-6 0,0-3 2 0,3-4-8 16,0-2-2-16,1-1-3 0,-2-2 1 0,2 0-5 16,0-5-2-16,2 1 1 0,-1-2-1 15,2-2-1-15,0-3-2 0,2 0-2 0,-1 0 1 16,9 0-4-16,-15-6 3 0,8 2-6 0,1-3-2 0,1-3-3 15,2-1 2-15,2-4-1 0,1-2-4 0,1-1 1 16,1 0 2-16,2-1-5 0,1 2 2 0,3-2-3 16,0 4-1-16,-1-2-1 0,3 3 1 0,-4 3-4 15,1 4 1-15,0-2-2 0,0 4 4 16,1 1-5-16,2 2 2 0,0 5-3 0,0 1 0 0,0 2 2 16,4 2 3-16,0 4-3 0,-5 1 2 0,3 2 0 15,-2 1 3-15,0 1 0 0,5 5 3 0,0 0 2 16,0-2-24-16,2 3-31 0,-1-4-32 0,2 1-46 15,3-2-55-15,3-1-38 0,-4 2-43 0,5-4-138 16,0-4-435-16,4-2 192 0</inkml:trace>
  <inkml:trace contextRef="#ctx0" brushRef="#br0" timeOffset="37143.51">7305 9431 228 0,'-3'-5'237'0,"-2"-1"-13"16,5 6-18-16,-10-7-15 0,0 8-6 0,-1 4-12 16,-5 5-6-16,-5 8-5 0,-1 6-9 0,1 4-7 15,-7 12-8-15,5 1-9 0,6-7-5 0,3-2-14 16,0 1-9-16,4 2-10 0,3-3 1 0,3-1-13 16,6-1-6-16,1 2-3 0,6-3-11 0,3 0-2 15,3-3-4-15,-1 0-7 0,6-4-9 0,2 0-20 16,5-5-29-16,0-1-36 0,3-1-29 0,-1-6-46 15,3 1-44-15,1-5-28 0,0-1-37 0,2-1-184 16,-3-3-451-16,0-1 200 0</inkml:trace>
  <inkml:trace contextRef="#ctx0" brushRef="#br0" timeOffset="38028.05">7537 9535 101 0,'-9'-6'247'0,"9"6"-11"0,0 0-20 15,-5-4-21-15,5 4-16 0,0 0-19 0,0 0-16 16,0 0-3-16,26-7-24 0,-10 3-12 0,4 1-12 16,8-1-6-16,-2 1-9 0,-4 2-12 0,-3-1-8 15,4 1-23-15,-4 0-24 0,1-1-25 0,-2 1-20 16,-6-1-22-16,1 1-24 0,-3 0-23 0,-2 1-16 16,-8 0 2-16,13 0-12 0,-13 0 7 0,7 1 12 15,-7-1 6-15,0 0 3 0,0 0 11 0,0 0 10 16,0 0 13-16,0 0 13 0,0 0 13 0,0 0 17 15,0 0 15-15,-33-3 15 0,33 3 18 0,-11-1 23 16,11 1 7-16,-10-2 21 0,10 2 4 0,0 0-3 16,-12 0 0-16,12 0-8 0,0 0 2 0,-8 4 8 15,8-4 13-15,-7 12 13 0,3-4 6 0,0 8 9 16,0 2-5-16,-1 1 2 0,0 7-6 0,-3-1-5 16,2 0-8-16,2 0 3 0,-1 0-11 0,1-8-7 15,1 4-6-15,1-3-7 0,-1 3-8 0,-2-3-5 16,4 0-5-16,-3-2-1 0,0-4-7 0,2-1-5 15,1-2-1-15,-2 1-7 0,3-3 0 0,-3-1 4 16,3-6-6-16,-1 11-5 0,-2-6-2 0,3-5 1 16,-6 7 0-16,6-7-6 0,-7 3-2 0,7-3-8 0,-11 1-9 15,11-1-3-15,-14-4-2 0,4 1-1 0,4-1 1 16,-3-1-2-16,0 0 6 0,2 0-4 16,1 1-1-16,6 4 1 0,-9-7 2 0,4 4 1 15,5 3-1-15,-5-5-1 0,5 5 1 0,0 0-3 0,0 0 0 16,0 0 2-16,0 0 0 0,0 0-1 0,0 0 2 15,20-4 2-15,-8 7 4 0,0-3-5 0,5 3 1 16,2-3-9-16,2 3-15 0,-2-3-18 16,1 2-35-16,0 0-24 0,1 0-32 0,0-1-23 15,-3-1-20-15,2 0-9 0,-1 1-10 0,-2-1 9 0,-2-1 13 16,-2 0 19-16,0-1 15 0,-2 0 18 0,2 0 13 16,-4 0 22-16,-1-2 17 0,-1 0 17 0,1-1 16 15,1-1 27-15,-5 2 25 0,1-3 5 0,-1 1 14 16,0 1 15-16,-2-3 30 0,1-1 9 15,-2 2 4-15,4-3 12 0,-4 4 15 0,2-1 6 0,-2 0 7 16,-1 7 6-16,1-10 7 0,-1 10-10 0,2-8-12 16,-2 8-13-16,0 0-12 0,0 0-12 0,4-4-4 15,-4 4 4-15,0 0 3 0,0 0-7 16,-4 26-4-16,1-13-8 0,0 2-4 0,-3 0-7 0,1 2-5 16,3 0-9-16,0 1 5 0,-2 1-9 0,2-2-3 15,-2 0-6-15,3-1-11 0,1-5-17 0,-2 1-20 16,5-2-12-16,-4 1-25 0,1-4-25 0,-2 0-27 15,2-7-27-15,0 13-32 0,2-7-24 16,-2-6-21-16,0 0-23 0,0 0-134 0,0 0-398 0,0 0 177 16</inkml:trace>
  <inkml:trace contextRef="#ctx0" brushRef="#br0" timeOffset="38377.85">7963 9765 166 0,'6'-10'199'0,"1"1"-6"0,-1 2-8 0,0 3-13 15,1 0-9-15,-2 2-4 0,2-1-13 0,-7 3-4 16,15 0-12-16,-5 2-6 0,-10-2-11 0,16 3-6 16,-7 3-9-16,-1 0-6 0,-2-1-7 0,2 1-8 15,-2-2-7-15,-2 3-8 0,1 1-2 0,-3 1-8 16,0-2-6-16,-2-2-4 0,1 5-1 0,-1-1-5 16,-2 0-3-16,1-2-2 0,1-7-4 0,0 16-5 15,-2-10-12-15,1 1-9 0,1-7-6 0,0 13 0 16,0-13-3-16,1 14-6 0,2-8 3 0,2 0-3 15,0 1 2-15,2 0 2 0,1 1 0 0,-1 1 2 16,2-1-1-16,0-1 1 0,-3 2 5 0,2-1-4 16,-2 1 0-16,-1 1 2 0,2-1 0 0,-4 0 3 15,0-2 1-15,0 2 9 0,-3-3 8 0,0-6 5 16,-6 17 4-16,0-8-6 0,0-4 4 0,-2 1-1 16,-2 0-2-16,-2 0-4 0,1-1 0 0,-1-1-2 15,-3 0-12-15,3-1-17 0,0-1-22 0,0-1-24 16,2 2-23-16,0-4-54 0,10 1-41 0,-13-4-226 15,8 0-439-15,5 4 194 0</inkml:trace>
  <inkml:trace contextRef="#ctx0" brushRef="#br0" timeOffset="38579.18">8344 9785 228 0,'0'0'233'0,"12"1"-7"0,-4-1-16 16,-8 0-21-16,13 3-15 0,-5-3-19 0,3 1-5 16,0 0-25-16,1-1-10 0,1 3-13 0,-3-1-28 15,3-1-36-15,-3 2-36 0,0-2-38 0,-3 1-43 16,-7-2-31-16,12 0-33 0,-5 1-133 0,-7-1-298 16,8 0 131-16</inkml:trace>
  <inkml:trace contextRef="#ctx0" brushRef="#br0" timeOffset="38772.15">8466 9726 175 0,'0'0'221'16,"-4"-7"-4"-16,4 7-5 0,0 0-10 0,-3-5-11 15,3 5-20-15,0 0-16 0,0 0-13 0,0 0 9 0,0 0 18 16,-12 15 1-16,11-5-1 0,-2 0-19 0,2 6-2 16,-3 0-10-16,2-1-8 0,0 2-13 15,-3 1-12-15,4-3-3 0,1 2-16 0,-3 0-6 16,0 2-7-16,0-3-2 0,2 0-49 0,1 0-38 15,-1-5-38-15,-1 2-51 0,2-6-62 0,0 1-82 0,0-8-247 16,3 9-538-16,-3-9 238 0</inkml:trace>
  <inkml:trace contextRef="#ctx0" brushRef="#br0" timeOffset="39353.05">8648 9709 2486 0,'4'-5'65'16,"-2"-3"19"-16,-2 8-39 0,5-8-28 0,-1 3-1 16,0 1-5-16,5-1-6 0,1 0-1 0,2-2 1 0,7 3 2 15,0-2-1-15,1 1-1 0,2-1-2 0,5 0 3 16,-5 4-7-16,-2-2-12 0,1 1-17 16,-2 0-18-16,-3 2-10 0,-2 1-23 0,-1 0-20 15,-2-1-17-15,1 1-12 0,-5 0-3 0,-7 0 1 0,11 2 6 16,-11-2 15-16,8 3 9 0,-8-3 14 0,0 0 6 15,0 0 11-15,0 0 17 0,0 0 15 0,0 0 20 16,0 0 21-16,-19 9 17 0,19-9 15 16,0 0 14-16,0 0 12 0,-14-3 10 0,14 3 18 15,0 0 7-15,0 0 3 0,-11-4 7 0,11 4-4 0,0 0-11 16,0 0-8-16,-7 4 1 0,7-4 3 0,-3 8 7 16,0-2 0-16,-2 5 0 0,2 1-2 0,-4 3-1 15,3 1-2-15,1 1-5 0,-1 1-2 16,1-2-1-16,-1 2-11 0,2 0-7 0,-1 1-5 0,2-3-5 15,0-3-6-15,-1 2-4 0,2-4-1 0,-1 2-5 16,2-4-2-16,1 2-7 0,-2 0 2 0,1 1-6 16,-1-3 0-16,1-2-2 0,-1 1-1 0,0-8 2 15,0 10-11-15,3-4-6 0,-3-6-10 16,0 0-3-16,-3 10-3 0,3-10-3 0,0 0-11 0,0 0-2 16,-6 4-7-16,6-4-12 0,-10 0-2 0,10 0 2 15,-13-7 0-15,5 3 3 0,-1-1 4 0,-1 3 2 16,-1 0 5-16,4-2 4 0,1 0 3 0,6 4 2 15,-12-3 4-15,12 3 3 0,-9-4 8 16,9 4-2-16,-6-3 3 0,6 3 3 0,0 0-4 0,-8-4 4 16,8 4-4-16,0 0 2 0,0 0 4 0,0 0 0 15,0 0 0-15,0 0 4 0,0 0 2 0,31 12-3 16,-20-8 0-16,7-3-6 0,0 2-28 0,3-3-35 16,-1 0-34-16,1 1-52 0,5-2-40 0,-5 1-40 15,-2-2-147-15,0 0-413 0,1-1 182 0</inkml:trace>
  <inkml:trace contextRef="#ctx0" brushRef="#br0" timeOffset="39561.75">9236 9883 126 0,'2'-5'192'0,"-2"5"-10"15,1-10-1-15,-1 10 2 0,-2-10-4 0,2 10 2 16,-4-8-2-16,-1 3-6 0,-3 2 0 0,8 3-2 16,-14-5-8-16,3 4-3 0,-1 0-3 0,2 3-15 15,-3 1-6-15,2 1-7 0,-2 3-8 0,-1 1-14 16,1 4-4-16,2-3-11 0,3-1-8 0,-1 7-9 15,3-1-6-15,2-2 1 0,1 0 0 0,3 0-19 16,4 0-6-16,0 0-11 0,1-1-25 0,3-3-18 16,1 0-35-16,1-2-29 0,-1 1-41 0,4-4-45 15,1 1-47-15,-2-2-46 0,2 0-228 0,-3-2-520 16,-11 0 230-16</inkml:trace>
  <inkml:trace contextRef="#ctx0" brushRef="#br0" timeOffset="39799.81">9407 9687 2314 0,'5'-16'79'0,"-1"-1"14"0,0 6 2 15,-2 3-22-15,-1 1-24 0,2 0-14 0,-3 7-9 16,5-7 0-16,-5 7 11 0,0 0 10 0,0 0 5 16,15 18 13-16,-8-4 10 0,-2 2 9 0,0 3-1 15,-1 7 0-15,0-4 2 0,0 4-12 0,-1-7 3 16,1 7-8-16,-1-1-6 0,-1 1-4 0,-2 0-6 15,-1 2-10-15,-3-1-1 0,-1-2 2 0,-1 3-6 16,-7-6-9-16,1 3-30 0,0-3-44 0,-4 1-38 16,-3-3-54-16,1-2-75 0,3-4-75 0,-7 3-247 15,6-5-581-15,-2-1 257 0</inkml:trace>
  <inkml:trace contextRef="#ctx0" brushRef="#br0" timeOffset="40156.05">9910 9874 7 0,'0'0'246'16,"0"0"-8"-16,-6-7-3 0,6 7-4 0,-8-4-6 15,8 4-10-15,-3-5-16 0,3 5-9 0,0 0-17 16,0 0-18-16,0 0-11 0,-7-6-12 0,7 6-14 16,0 0-14-16,0 0-6 0,0 0-10 0,26-2-7 15,-12 2-10-15,4-3-8 0,2 2-3 0,2 1-5 16,6-4-11-16,0 2-24 0,-8 1-23 0,-2 1-28 15,2 0-27-15,-9-2-35 0,2 2-34 0,-5 0-33 16,-1 0-24-16,0-2-30 0,-7 2-173 0,10-6-420 16,-10 6 186-16</inkml:trace>
  <inkml:trace contextRef="#ctx0" brushRef="#br0" timeOffset="40354.21">10023 9765 1 0,'0'0'220'0,"-10"-5"6"16,10 5-5-16,-8-4-7 0,8 4-18 0,-5-2-11 0,5 2-19 15,0 0 1-15,0 0 3 0,-12 11 0 16,10-2-3-16,-2 2-2 0,0 1-12 0,2 5-9 0,-1 0-2 16,0 2-11-16,2 0-5 0,-3 6-20 15,1-2-9-15,1-5-7 0,0 2-4 0,-2 4-7 0,0-4-10 16,3 0-7-16,-2-4-40 0,2 0-33 0,-2 0-37 16,1-2-33-16,2-3-46 0,0 0-60 15,0-3-60-15,1 3-232 0,2-6-520 0,-3-5 231 16</inkml:trace>
  <inkml:trace contextRef="#ctx0" brushRef="#br0" timeOffset="40582.21">10469 9652 109 0,'4'-3'253'0,"1"-1"-23"15,-5 4-19-15,14-8-23 0,-5 6-18 0,4-2-17 16,3-3-12-16,1 4-15 0,2-1-12 0,1 0-10 16,1 0-11-16,6 2-12 0,1-2-12 0,-9 2-26 15,-1 0-38-15,-4 2-34 0,-1-2-43 0,-2 2-18 16,-3 0-19-16,-8 0-17 0,13 0-14 0,-13 0-114 16,9 2-276-16,-9-2 123 0</inkml:trace>
  <inkml:trace contextRef="#ctx0" brushRef="#br0" timeOffset="40957.61">10687 9626 177 0,'-10'-3'187'0,"10"3"4"0,0 0-6 0,0 0-6 16,0 0-12-16,-12 0-15 0,12 0-15 0,0 0-4 15,-4 6 0-15,2 1-1 0,0 3-5 0,-1 1 4 16,1 4-11-16,-2 3-10 0,1-1-3 0,-1-1-7 16,1 0-3-16,-1 3-9 0,3-2-3 0,-2 2-11 15,0-3 0-15,3 0-6 0,-1 0-10 0,1-3-2 16,-1 3-6-16,2-4-9 0,-1 4 1 0,0-4-6 15,0 0-1-15,0-2-5 0,0-2 0 0,0 2-4 0,-1-1-6 16,1-9-2-16,0 11-10 0,0-11-11 16,-1 10 0-16,1-10-8 0,-2 7 2 0,2-7-6 15,-5 3-3-15,5-3-8 0,-9 3 0 0,9-3 0 16,0 0 2-16,-16-4 0 0,16 4 4 0,-14-3-3 0,7 2 4 16,7 1-1-16,-13-3 6 0,7 1 2 15,6 2-1-15,-10-3 1 0,10 3 6 0,-8-2 0 0,8 2 0 16,0 0 1-16,0 0 11 0,0 0-7 0,-10 0 0 15,10 0 0-15,0 0-2 0,0 0 6 16,0 0-3-16,0 0 0 0,0 0 3 0,0 0-1 0,0 0 10 16,25 10-10-16,-13-10-4 0,0 0-18 0,5-1-28 15,4 1-31-15,1-2-36 0,6 0-29 16,0-2-30-16,0-1-14 0,1 4-4 0,2-2-12 16,-2-1-117-16,2-1-346 0,-3 1 154 0</inkml:trace>
  <inkml:trace contextRef="#ctx0" brushRef="#br0" timeOffset="41476.05">11070 9890 188 0,'0'0'203'16,"0"-7"5"-16,0 7 0 0,0 0-2 0,0 0-6 0,-8-12-9 15,8 12-13-15,-9 0-6 0,9 0-7 0,-14 0-6 16,14 0-9-16,-19 3-2 0,6 3-7 0,3 1 0 16,-4 2-15-16,1-2-7 0,-1 6-6 0,0 3-7 15,2-2-9-15,3-5-5 0,0 8-12 0,4-2-3 16,-1-3-6-16,3-1-16 0,1 1-8 0,3-2 7 15,-1 1-7-15,4-1-6 0,2-1-7 0,1 0-21 16,3-1-15-16,0-3-28 0,2 1-21 0,2-2-19 16,4-1-16-16,-4 0-19 0,2 0-20 0,2-3-11 15,2 0-12-15,-3 0-9 0,1-2 2 0,0 2-6 16,1-1 14-16,0-3 7 0,-2 2 6 0,3-2 17 16,-2-2 8-16,-1-1 18 0,1-1 13 0,-4-1 8 15,-1-1 26-15,2 2 25 0,-6 1 27 0,-1 0 25 16,-1-1 25-16,-2 5 18 0,-1-2 27 0,1 2 7 15,-5 3 7-15,5-8 4 0,-5 8-7 0,3-5-3 16,-3 5-9-16,0 0-2 0,0 0-4 0,0 0-5 16,0 0 6-16,-18 19-9 0,10-11-4 0,1 0-4 15,-1 3-10-15,3-2-5 0,-2 0-2 0,4 2-7 16,-4-1-6-16,5-1-8 0,1-2-3 0,-1-1 2 16,2-6-5-16,5 15-3 0,-2-11-1 0,4 3-9 15,2-3 11-15,2 2-8 0,3-5 2 0,-1 1 3 16,4-2-7-16,-2 0 1 0,2-3-3 0,-3 1 4 15,-2-2-2-15,1-1-1 0,-2-1 0 0,1-1-1 16,-2-1 6-16,-1 0-2 0,-2-2 3 0,0-1 2 16,-4 0-4-16,-1-1 1 0,-1 0 1 0,-1 1 0 15,-2 3-4-15,-2-3-10 0,-1 1 5 0,-4 1-13 0,-1 1-2 16,-6-1-21-16,4 6-20 0,-8 0-34 16,0 3-40-16,-2 5-56 0,-5-2-67 0,9 4-85 15,-2-2-258-15,5 3-623 0,-2-2 276 0</inkml:trace>
  <inkml:trace contextRef="#ctx0" brushRef="#br0" timeOffset="47518.92">4527 10992 77 0,'0'0'142'0,"0"0"5"0,-5-5-14 16,5 5 6-16,0 0-1 0,0 0-1 0,0 0-3 16,-6-3-3-16,6 3-10 0,0 0-8 0,0 0-8 15,-9-2-7-15,9 2-10 0,0 0-1 0,-10-1-10 16,10 1-4-16,-8-3-1 0,8 3-4 0,0 0-1 0,-13 0-4 15,13 0-5-15,-10 1-9 0,10-1 10 16,-9 0-8-16,9 0-1 0,0 0 0 0,-11-1-4 16,11 1-2-16,0 0-4 0,0 0-6 0,-9 1-1 15,9-1-5-15,0 0-3 0,0 0-3 0,0 0-3 0,0 0-3 16,0 0-3-16,0 0 2 0,0 0 1 16,0 0 0-16,0 0 3 0,42 6-5 0,-13-6 1 15,7-2 0-15,2 2-6 0,1-1-8 0,-3 1-22 16,-1 0-14-16,-1 1-28 0,-4 1-35 0,-8-2-30 15,6 2-28-15,-10 0-27 0,-5-1-17 0,5 0-148 0,-6 0-376 16,0 1 167-16</inkml:trace>
  <inkml:trace contextRef="#ctx0" brushRef="#br0" timeOffset="47998.05">4755 10926 112 0,'-10'-3'187'0,"10"3"-19"0,-7-3-13 0,7 3-16 15,0 0-10-15,0 0-3 0,-14 6-3 0,9-1-15 16,1 3-6-16,-1 3-1 0,0 4-2 0,0 3-4 16,-3 6-7-16,5-5-2 0,-4 6 1 0,2-5-13 15,1 4-4-15,-2 2-7 0,2-7-4 0,1 6-3 16,1-1-5-16,-1-6-4 0,2 1-7 0,0-2-1 15,-1 2-2-15,0-3-3 0,1-2-7 0,-1 2 0 16,1-3-3-16,1-1-2 0,1-1-4 0,-2 0-1 16,1-3-1-16,0 1 0 0,1-3-2 0,-1-6 2 15,-1 10-3-15,1-10 3 0,1 9-6 0,-1-9 2 16,0 0-2-16,-1 10 2 0,1-10-1 0,0 0-2 16,0 0 0-16,-6 3-1 0,6-3 1 0,0 0-3 0,0 0-3 15,0 0-2-15,-21-10 1 0,15 7 0 16,-1 0-2-16,-4 0-1 0,1-1-1 0,-3 0-1 15,3 3 2-15,-2 0-1 0,2 0 1 0,1 1 0 16,9 0-3-16,-15 0 3 0,7-2-4 0,8 2 0 16,-11 0 0-16,11 0-1 0,-10 0 0 0,10 0 2 0,0 0-3 15,-7 3 5-15,7-3-2 0,0 0 3 0,0 0 2 16,0 0 2-16,14 11-1 0,-8-9 7 16,8 1-4-16,-2 0-2 0,7-2 0 0,-1 3-1 15,4-2-6-15,-1 0-30 0,6-1-42 0,1 0-46 16,-5-1-37-16,4-4-36 0,-5 4-169 0,-4 0-394 0,2 0 175 15</inkml:trace>
  <inkml:trace contextRef="#ctx0" brushRef="#br0" timeOffset="48275.97">5099 11310 14 0,'0'0'259'0,"-8"-7"-13"0,3 5-14 0,5 2-12 16,-12-4-17-16,6 3-11 0,-4-1-11 0,0 5-17 16,-4-2-13-16,2 4-11 0,0 2-4 0,-4 2-16 0,1 2-11 15,-1-1-12-15,5 3-4 0,-3-1-8 0,5 1-5 16,1-3-7-16,0 6-7 0,1-2 1 16,3-2-10-16,0-1-2 0,2 3-7 0,5-1-3 15,-3-3-2-15,3 1-9 0,1-2 4 0,3 0-6 16,0-1-3-16,2-2-9 0,1 2-27 0,7-1-21 0,-5-2-34 15,5 0-37-15,0-3-47 0,2-1-49 0,1-2-38 16,-1 1-194-16,-1 0-462 0,3-2 204 16</inkml:trace>
  <inkml:trace contextRef="#ctx0" brushRef="#br0" timeOffset="48470.7">5592 11322 2090 0,'4'-3'140'0,"1"1"-23"0,-5 2-53 0,8-6-15 16,-8 6 10-16,6-2-20 0,-6 2-6 0,0 0-4 16,8-5-8-16,-8 5-4 0,0 0 0 0,5-3-8 0,-5 3-13 15,0 0-19-15,0 0-25 0,0 0-26 0,0 0-30 16,0 0-21-16,20 4-24 0,-20-4-11 16,0 0 0-16,9 6-8 0,-9-6-111 0,-1 7-301 15,1-7 134-15</inkml:trace>
  <inkml:trace contextRef="#ctx0" brushRef="#br0" timeOffset="48609.21">5619 11373 36 0,'0'0'83'0,"-6"5"2"0,6-5 15 16,-6 7 7-16,6-7 12 0,-6 7 5 16,2-5 5-16,4-2 5 0,-4 7-7 0,4-7 2 15,0 0-4-15,0 0-2 0,-5 6-10 0,5-6-9 16,0 0-9-16,0 0-9 0,0 0-8 0,0 0-6 0,13 6-10 16,-13-6-12-16,0 0-28 0,25-2-39 0,-25 2-49 15,21-1-59-15,-8 0-192 0,-3-1-341 16,-10 2 152-16</inkml:trace>
  <inkml:trace contextRef="#ctx0" brushRef="#br0" timeOffset="49492.65">7545 10994 45 0,'1'-4'194'16,"-1"4"-4"-16,4-9 0 0,-4 9-15 0,1-8-13 15,-1 8-13-15,0 0-17 0,3-8-11 0,-3 8-15 16,0 0-11-16,0 0-2 0,0 0-8 0,0 0 2 16,0 0 3-16,-10 27-2 0,1-11-3 0,-4 1-2 15,1-2-5-15,-5 8-8 0,1-1-4 0,-3 0-4 16,3-1 13-16,-3 0-7 0,2-2-4 0,4-5-5 15,-1 0-8-15,-3 0-4 0,3-1 0 0,-3-1-5 16,3-1-4-16,-1-1-5 0,1-1 0 0,-1-1-2 16,4-3-2-16,-3-1-1 0,4 1-3 0,-1-2-3 15,-2-1 3-15,3 0-3 0,-1-2 0 0,0 0-3 16,11 0 5-16,-16-3-3 0,6-1-1 0,1-1-1 16,2 0 0-16,2-4-3 0,-3 0-1 0,2-2-8 15,2-2 2-15,0-2 1 0,3-1 2 0,1-1-8 16,1 1 1-16,1-1-1 0,2 0-4 0,1 2 2 15,6 2 0-15,-1-2-4 0,1 3-2 0,-1 5 2 16,5-3 2-16,-3 4-6 0,0 1 0 0,1 1 2 16,-2 1 0-16,2 5-2 0,0 0 0 0,0 1 4 15,-2 1 1-15,6 6-6 0,-3 0 5 0,1 0 3 16,-1 2 1-16,1 2-5 0,1 0 5 0,4 4-1 16,-1-2-1-16,1 5-4 0,0-1-16 0,-7-6-31 15,6 5-36-15,-5-4-43 0,5 3-53 0,3-1-39 16,-2 0-224-16,-4-5-481 0,0 0 214 0</inkml:trace>
  <inkml:trace contextRef="#ctx0" brushRef="#br0" timeOffset="49848.07">8041 10997 234 0,'-7'-6'226'16,"7"6"-14"-16,0 0-19 0,-4-7-17 0,4 7-16 16,0 0-19-16,0 0-11 0,0 0-15 0,15-9-11 15,-3 9-6-15,6 0-14 0,1-2-11 0,1 1-20 16,1 0-33-16,1 1-34 0,-3-3-35 0,2 4-28 16,-4-2-29-16,-4 1-19 0,1 0-23 0,-2-1-102 15,-4 1-272-15,3 0 121 0</inkml:trace>
  <inkml:trace contextRef="#ctx0" brushRef="#br0" timeOffset="50210.25">8211 10965 67 0,'0'0'142'0,"-9"2"6"16,9-2 7-16,-7 10-3 0,2-3 3 0,0 3-3 16,-1 4 1-16,-2 1-3 0,0 2-6 0,1 1-10 15,0-1-1-15,0 2-6 0,0-2-10 0,2 0-8 16,1 2-9-16,-1-1-11 0,3-1-9 0,-3-1-7 15,1 0-5-15,1 1-8 0,1-5-4 0,-1 4-7 16,3-6-4-16,-1 3-3 0,1-4-5 0,-2 1-4 16,1-1-2-16,0-1-4 0,0 0-1 0,1-8-6 15,-3 13 0-15,0-8-6 0,3-5-9 0,-7 9-12 16,3-4-5-16,4-5-13 0,-10 6-5 0,2-5-3 16,2 2 0-16,6-3 6 0,-14 0 1 0,6 0 3 15,8 0-1-15,-16-3 3 0,9 2 4 0,7 1 0 16,-13-2 1-16,13 2 7 0,-10 0-3 0,10 0 2 0,0 0 4 15,-9-1-2-15,9 1 2 0,0 0 0 16,0 0-2-16,0 0 5 0,0 0-1 0,0 0 2 16,0 0 1-16,24-7 0 0,-8 7 1 0,3-1-3 15,2-1 0-15,0 2 0 0,9 0-20 0,-2 2-33 0,1-1-33 16,-2-1-37-16,2 0-38 0,-1 0-28 16,-6 0-120-16,-3 0-337 0,3-3 150 0</inkml:trace>
  <inkml:trace contextRef="#ctx0" brushRef="#br0" timeOffset="50447.78">8489 11284 68 0,'1'-6'199'15,"-1"6"4"-15,0 0 3 0,0 0-2 0,-1-11-11 16,1 11-11-16,0 0-15 0,0 0-18 0,0 0-16 16,0 0-13-16,0 0-6 0,0 0 6 0,0 0-5 0,0 0 1 15,0 0-9-15,-10 31-7 0,8-19-9 0,-4 4-7 16,3-3-7-16,0 3 2 0,-1-2-11 0,-2 2-10 15,3-2-7-15,-1 1-3 0,3 3-3 16,0-7-5-16,-2 1-18 0,2 0-16 0,0-2-29 16,1 0-17-16,1-1-33 0,0 2-26 0,1-4-28 0,-2-7-27 15,0 0-14-15,2 15-13 0,-1-12-8 0,-1-3-19 16,8 3-110-16,-8-3-343 0,0 0 152 16</inkml:trace>
  <inkml:trace contextRef="#ctx0" brushRef="#br0" timeOffset="50834.06">8514 11301 115 0,'6'-9'180'0,"-1"-1"5"16,1 3-2-16,0-3-6 0,0 3-4 15,3-1-10-15,-1 4-8 0,-2-1-12 0,4 1-10 0,-1 3-7 16,-1 1-7-16,-8 0-3 0,18 1-10 0,-12 1-5 16,4 2-10-16,-3-1-4 0,0 0-3 0,2 2-7 15,-4 0-5-15,1 0-6 0,-1-1-8 16,-3 1 2-16,-2-5-7 0,4 12 3 0,-4-12-2 0,-5 12 2 15,2-5-7-15,-3 0-4 0,0 2 0 0,-3-2-9 16,-1-1 1-16,2 0-9 0,0 1-3 0,3 0-2 16,-3-2-4-16,5-1 0 0,-1 2-3 0,4-6 0 15,-4 10-3-15,3-5-3 0,1-5 1 16,2 11-2-16,1-5 0 0,1 1 1 0,2-1-1 16,4 0-2-16,-1 1-3 0,0 0 0 0,1 0 6 0,0 2-7 15,1-1 0-15,-1-1 1 0,-2-2-1 0,-1 4-2 16,1-2-1-16,-1-1-2 0,-1 3 5 0,-4-2-2 15,1-1 1-15,-2 2 1 0,-1-8 0 0,-4 12 1 16,-2-4-3-16,1 0 4 0,-7-1-2 0,2-1-3 16,-3 0 8-16,2-1-9 0,-6 1-12 0,-1-1-12 15,0-2-24-15,2 2-19 0,-2-3-28 0,1-2-35 16,2 2-43-16,2-1-48 0,2 0-39 0,-3 1-147 16,2-2-442-16,12 0 195 0</inkml:trace>
  <inkml:trace contextRef="#ctx0" brushRef="#br0" timeOffset="51286.49">7394 11745 244 0,'-17'-2'240'0,"7"0"-16"16,0 0-20-16,3 0-20 0,7 2-15 0,-10-1-20 15,10 1-10-15,0 0-7 0,0 0-4 0,39 7-4 16,-2-5-7-16,24 2 0 0,31-3-7 0,7 0-5 15,0 1-7-15,6-1-6 0,0 2-5 0,-3-7-4 16,-1 3-2-16,-3 0 0 0,-7 0-8 0,1 2 1 16,-28 2-9-16,3-3 4 0,-1 0-10 0,-2 3 1 15,-1-2-2-15,-2 3 2 0,-5-1-3 0,-17-1-5 16,0-1-3-16,-7 0-2 0,-4 1 7 0,-10-2-17 16,-3 1 2-16,-3-1-6 0,-2 0 5 0,-2 1 10 15,-2 1-17-15,-6-2 2 0,9 0-2 0,-9 0-2 16,0 0-2-16,0 0-9 0,0 0-18 0,0 0-18 15,0 0-31-15,0 0-31 0,0 0-44 0,-34-8-48 16,14 8-45-16,4 1-44 0,-5 0-48 0,1 1-162 16,-1-1-508-16,-8 4 225 0</inkml:trace>
  <inkml:trace contextRef="#ctx0" brushRef="#br0" timeOffset="51760.03">7690 12175 216 0,'2'-10'226'16,"-1"1"-15"-16,-1 3 0 0,0 6-7 0,3-11-7 15,-3 11-7-15,1-9-15 0,-1 9-15 0,1-6-13 16,-1 6-20-16,0 0-11 0,0 0-5 0,0 0-10 15,0 0 10-15,0 0 10 0,-8 26-2 0,5-9-4 16,-2 2 0-16,1 9 3 0,-3-2-8 0,0-1-6 16,0 2-8-16,-2-1 0 0,4-3-9 0,-2 1-4 15,1-4-7-15,0-2-4 0,1 0-13 16,0 0 0-16,2-3-1 0,-2 0-9 0,1 1-1 0,2-1-1 16,-2-4-12-16,1 1-4 0,1 0-19 0,-1-2-5 15,1 0-14-15,-1-3-34 0,1 3-32 0,-3-2-34 16,2-2-42-16,0 0-41 0,3-6-41 0,-2 7-47 15,2-7-246-15,0 0-568 0,0 0 251 0</inkml:trace>
  <inkml:trace contextRef="#ctx0" brushRef="#br0" timeOffset="52052.24">7893 12426 193 0,'10'-3'234'0,"-10"3"-8"16,15-1-8-16,-7 0-7 0,2 1-12 0,3 0-8 16,4-2-7-16,2 2-5 0,-6 0-7 0,2 0-18 15,2 0-9-15,-5 3-11 0,2-3-9 0,-4 1-3 16,1-1-1-16,-3 0-4 0,0 1 3 0,-8-1-2 16,13 0-4-16,-13 0 1 0,11 0-15 0,-11 0 28 15,0 0-18-15,9-1 12 0,-9 1-3 0,0 0-6 16,8-1-15-16,-8 1-6 0,0 0-17 0,0 0-5 15,0 0-5-15,0 0-8 0,0 0-9 0,0 0-19 16,0 0-37-16,0 0-46 0,0 0-46 0,0 0-55 16,0 0-54-16,0 0-48 0,0 0-48 0,0 0-284 15,0 0-637-15,-31 8 282 0</inkml:trace>
  <inkml:trace contextRef="#ctx0" brushRef="#br0" timeOffset="52680.47">8719 12240 168 0,'3'-7'229'0,"-2"0"-7"0,-1 7-2 16,4-13-6-16,-4 8-9 0,0 5-19 0,0 0-20 16,3-8-14-16,-3 8-15 0,0 0-12 15,0 0-1-15,0 0-6 0,-22 17-9 0,8-4-4 0,-3 7-3 16,-2-1-4-16,-1 1-8 0,0 0-7 0,1-1-9 16,1-1-6-16,4-4-8 0,0-1-4 0,-1 1 3 15,2-3-12-15,0 2-3 0,3-5-5 0,0-1-3 16,1 0-2-16,3-3-3 0,-1 2-1 0,2-3-1 15,-1-1 0-15,6-2-2 0,-13 1-4 0,13-1-1 16,-10-3 0-16,10 3 7 0,-7-6-15 0,5-1 0 16,-1 0 0-16,-1-2-2 0,4-3-3 0,4 1 0 15,-1-1-2-15,2-4-4 0,2 0 0 0,2 3-1 16,2 0 4-16,-5 3-6 0,3 1 3 0,-1 1-5 16,2 2 5-16,-2 0-3 0,-1 2 3 0,2-2-4 15,1 6 3-15,-1 0-4 0,3 1 1 0,-2 1 3 16,-1 3 7-16,1 1 0 0,2 2-4 0,-2 0 2 15,4 1 1-15,-1 4 1 0,2-1-1 0,-1-1 0 16,3 3-5-16,-1 4-22 0,0-4-29 0,3 3-40 16,-6-3-44-16,-2 0-64 0,3-1-58 0,2-2-45 15,-5 1-158-15,8-4-496 0,7 3 220 0</inkml:trace>
  <inkml:trace contextRef="#ctx0" brushRef="#br0" timeOffset="53184.44">9806 11826 140 0,'-7'-7'199'0,"7"7"-8"0,-4-6-3 16,4 6 0-16,-2-6-10 0,2 6-9 0,0 0-15 15,0 0-13-15,-3-7-14 0,3 7-9 0,0 0-3 16,0 0-5-16,16-2-5 0,-2 2-9 0,2-1-9 0,13 2-6 15,-8-1-10-15,7-1-6 0,2 1-4 16,-1 0-7-16,-7 0-12 0,5 0-26 0,-7 3-30 16,-1-2-33-16,-6 1-51 0,0-1-44 0,-3 0-35 15,-2 1-37-15,-2-2-120 0,-6 0-363 0,0 0 161 16</inkml:trace>
  <inkml:trace contextRef="#ctx0" brushRef="#br0" timeOffset="53402.77">10004 11681 82 0,'-4'-6'246'0,"-1"2"0"16,5 4-7-16,-7-6-13 0,7 6-20 0,0 0-15 0,-6-4-28 15,6 4-11-15,0 0-2 0,0 0 8 16,0 0-2-16,-10 15-3 0,7-6-7 0,1 3-19 16,-3 2-8-16,3 3-13 0,-1 1-7 0,3 0-9 15,-3 1-10-15,2 1-9 0,-2 6-6 0,0-9-11 0,2 2-23 16,-1 1-28-16,0-4-24 0,0 3-22 15,-1 0-37-15,2-1-42 0,0 0-36 0,1-7-43 16,0 2-38-16,1-1-178 0,0 0-450 0,4-2 200 16</inkml:trace>
  <inkml:trace contextRef="#ctx0" brushRef="#br0" timeOffset="58450.09">11163 11443 104 0,'-6'-6'163'0,"-3"2"-3"0,-2 1-16 0,1 1-6 16,-3 1-6-16,-1-2-8 0,0 2-7 0,1 1-9 16,-1-1-1-16,1 0-8 0,2-1 0 0,0 2-6 15,4-1-6-15,7 1-3 0,-11 1-9 0,11-1-9 16,-11 0-7-16,11 0-2 0,0 0-6 0,0 0-3 15,0 0 4-15,0 0-3 0,0 0-6 16,22 11-4-16,-5-11-4 0,11 2-3 0,1-1-2 16,5-2 0-16,1 1-7 0,2-2-2 0,-2 2-28 0,-3 0-18 15,-4 0-26-15,-8 2-31 0,0-2-35 0,-1 0-27 16,-6 1-27-16,-3-1-141 0,-5 0-338 0,-5 0 149 16</inkml:trace>
  <inkml:trace contextRef="#ctx0" brushRef="#br0" timeOffset="58840.18">11251 11397 18 0,'0'0'148'0,"-5"4"-5"0,5-4 3 16,-5 9-1-16,2 0 1 0,-1 2 3 0,1 5-9 0,0 0-8 16,-2 3-9-16,1 5-8 0,0-3-8 0,3 2-9 15,-2 3-5-15,2-1-9 0,0-6-11 0,0-1-6 16,-1 1-1-16,0 0-7 0,0-2-7 0,-1-2-3 15,1 2-4-15,1-5-6 0,-1 1-3 0,2 0-3 16,-2-3-5-16,2 0-3 0,0-2-1 0,0-8-1 16,-2 14-2-16,1-8-4 0,1-6-1 15,-3 11-2-15,0-6 0 0,3-5-4 0,-6 6-3 16,2-3-6-16,4-3 1 0,-13 1-3 0,13-1 1 0,-11 0-4 16,3-1 0-16,-5 1-2 0,13 0 1 0,-18-3 3 15,6 2-2-15,0 0-1 0,2 1 1 0,-1-1 0 16,11 1 1-16,-15 0 1 0,15 0 0 15,-10-2 1-15,10 2-2 0,0 0 0 0,-11 0 2 0,11 0-3 16,0 0 3-16,0 0 4 0,0 0-1 0,0 0-1 16,0 0 4-16,0 0-4 0,29 5 1 15,-10-5 7-15,0 0-6 0,10 0-6 0,0-1-6 0,2 0-25 16,3 1-22-16,-4-1-36 0,0-2-39 0,0 1-31 16,0 1-32-16,-2-1-105 0,-1-2-325 0,-5 0 144 15</inkml:trace>
  <inkml:trace contextRef="#ctx0" brushRef="#br0" timeOffset="59370.18">11711 11673 135 0,'0'0'211'0,"-10"-6"-7"16,3 3 0-16,-3 2-7 0,-1 2-9 15,-2 2-10-15,-3 2-10 0,-1 1-6 0,0 6-15 16,-1-2-8-16,0 3-11 0,2 0-5 0,2 1-15 15,-1 0-8-15,4 3-9 0,-2-1-8 16,2-2 7-16,4 0-7 0,2-3-4 0,1 3-12 0,4-4-4 16,-2 3-5-16,4-1-7 0,2-2-2 0,1-1-25 15,6 0-25-15,-1-1-29 0,5-1-30 0,-2-3-29 16,2 2-26-16,4-2-30 0,-3-1-7 0,2-2-2 16,-5-2-12-16,6 2 3 0,-5-2 5 0,5-1 12 15,3-1 6-15,-4-1 16 0,1-1 7 0,0-2 6 16,-1 1-5-16,0-2 12 0,-2-1 17 0,-5 2 18 15,0 1 25-15,-2-1 24 0,-5 1 14 0,1 1 20 0,1-1 18 16,-6 6 26-16,5-8 10 0,-2 5 14 0,-3 3 6 16,0 0-3-16,0 0 2 0,0 0 6 0,0 0 13 15,0 0 4-15,0 0 1 0,-22 7-3 16,17 1-8-16,-4-1-4 0,5 0-3 0,-2-1-8 0,4 1-10 16,0 4 0-16,0-4-5 0,2 1 0 0,0-8-6 15,5 17-4-15,-1-10-1 0,1-2-8 0,1 0 0 16,3 1 0-16,0-1 7 0,2-3 3 15,0 1 6-15,1-3-7 0,0-2 3 0,1 0-5 16,-1 0 0-16,0-2 1 0,1-1 6 0,-3 2 2 0,-2-4 1 16,-1 1-9-16,1-3-1 0,-3 3 6 0,-2 0-20 15,-1-3-3-15,-2-1-5 0,0 10-6 0,-4-15-6 16,-6 5-18-16,4 3-11 0,-5-2-21 0,0 5-8 16,-3-1-20-16,0 2-14 0,-3 3-20 0,-3 2-24 15,-1 0-38-15,1 3-31 0,3-1-46 0,-1 4-43 16,1-1-178-16,4 1-485 0,0-2 215 0</inkml:trace>
  <inkml:trace contextRef="#ctx0" brushRef="#br0" timeOffset="59747.49">10815 12194 104 0,'-13'0'234'0,"3"2"-24"15,3 0-18-15,1-2-9 0,6 0-10 0,0 0-6 16,0 0-5-16,26 10-3 0,7-10-12 0,23 1-7 16,7-1-7-16,36-2-3 0,-4-2-10 0,0-1-6 15,0-2-1-15,-2 1 0 0,-28 3-13 0,28-1-7 16,-33-1-7-16,2 0-2 0,0 4 1 0,-4-3-18 15,-1 3-3-15,-3-2-3 0,-18 2-7 0,2-2 1 16,-5 2 0-16,-1 0-3 0,-1-2 2 0,-12 2 0 16,-1 1-8-16,-5-1-1 0,-2-1-4 0,-2 2-6 0,0 0 1 15,-9 0-1-15,11-2-8 0,-11 2 0 16,8 2 0-16,-8-2-7 0,8-3 0 0,-8 3-4 16,0 0-6-16,0 0-18 0,0 0-23 0,0 0-26 15,0 0-29-15,0 0-29 0,0 0-36 0,0 0-39 0,-23 10-46 16,13-8-57-16,-2 2-170 0,1-1-501 0,0-2 221 15</inkml:trace>
  <inkml:trace contextRef="#ctx0" brushRef="#br0" timeOffset="60951.16">11244 12422 87 0,'0'0'225'0,"0"-8"-3"0,0 8-10 0,1-7-18 15,-1 7-16-15,0 0-21 0,0 0-14 0,0 0-15 16,0 0-8-16,0 0-10 0,0 0 20 0,-4 26-8 16,0-10-5-16,0 8 0 0,0-3-10 0,-1 4-10 15,1 0-6-15,1-1 2 0,-1-3-7 0,2-2-9 16,0-1-4-16,-1-1-7 0,3 0-5 0,-2 0-1 15,-2-1-11-15,3 0 0 0,1-3-8 0,-2-2-4 16,1 0 2-16,-1 0-6 0,0 0-2 0,-1-1-1 16,0-1-2-16,0 1-24 0,2-4-23 0,-2 1-26 0,3-7-33 15,-2 12-40-15,-1-7-36 0,3-5-39 0,-2 7-39 16,2-7-198-16,0 0-464 0,0 0 205 16</inkml:trace>
  <inkml:trace contextRef="#ctx0" brushRef="#br0" timeOffset="61125.14">11366 12689 151 0,'12'-2'206'0,"-4"1"-3"0,3 1-10 0,3-3-14 16,2 2-19-16,5 0-12 0,-1-1-17 0,11 0-15 0,-1 2-23 15,1-1-40-15,-2 0-49 0,1 1-49 16,1-2-44-16,-2 0-38 0,1 0-103 0,-10 2-248 15,3-3 110-15</inkml:trace>
  <inkml:trace contextRef="#ctx0" brushRef="#br0" timeOffset="61525.98">12066 12511 160 0,'0'0'248'0,"5"-8"-9"16,-5 8-12-16,0 0-20 0,4-5-19 0,-4 5-20 15,0 0-15-15,0 0-2 0,0 0-1 0,0 0 0 0,0 0 3 16,-13 27-2-16,3-15-12 0,0 1-6 0,-3 0-10 16,-1 2-5-16,1-1-10 0,-4 5-12 15,2-6-5-15,-1 0-7 0,3 0-7 0,-5-3-7 16,4 1-8-16,-4 0-3 0,-2-3-4 0,2 0-7 16,-7 1-4-16,4-3-1 0,2 0-12 0,1 0-4 15,0-1 4-15,7-2-5 0,-2 0 11 0,0-2-10 16,3 1-6-16,3-2 11 0,7 0-15 0,-17 0 3 0,17 0 4 15,-10-5-2-15,5 1 0 0,5 4-14 16,-6-11 0-16,6 4-2 0,0 7-6 0,4-19 3 16,1 8-4-16,0 1 3 0,2 0-1 0,1 1 4 0,1 3-2 15,-2-1-7-15,2 2 0 0,0 1 2 16,0 3 2-16,0-1-1 0,0 2 3 0,2 2-3 16,-1 1 4-16,2 4 2 0,-3-1 1 0,2 1 3 15,3 2-1-15,-1 4-1 0,1 0 0 0,-1-1 1 16,0 1-4-16,2 0-16 0,0 0-37 0,5-2-36 0,-1 1-37 15,0-3-44-15,6-1-46 0,-4-2-52 16,8 1-24-16,-11-3-198 0,4 1-527 0,-2-3 233 16</inkml:trace>
  <inkml:trace contextRef="#ctx0" brushRef="#br0" timeOffset="61668.17">12349 12762 8 0,'0'0'215'0,"0"0"-1"0,4-8-3 0,-4 8-9 16,0 0-14-16,0 0-24 0,0 0-12 0,0 0-13 15,0 0-19-15,0 0-10 0,0 0-26 16,0 0-30-16,0 0-43 0,0 0-42 0,0 0-52 16,0 0-55-16,0 0-132 0,0 0-293 0,-29 12 129 15</inkml:trace>
  <inkml:trace contextRef="#ctx0" brushRef="#br0" timeOffset="93123.92">3671 13399 102 0,'0'0'188'0,"-5"-3"-11"0,5 3-15 15,-8-7-12-15,4 4-6 0,4 3-8 0,0 0-7 16,-11-4-8-16,11 4-3 0,-5-3-4 16,5 3-8-16,0 0-4 0,0 0-10 0,-6-3-9 15,6 3-10-15,0 0-9 0,0 0-2 0,0 0-10 0,0 0-2 16,29-1 1-16,-11-2-10 0,9 0-5 0,2 1-14 16,3 0-15-16,0-1-24 0,-1 3-20 0,-1-2-22 15,-8 1-33-15,0-1-25 0,-3 0-18 16,-1 1-15-16,-5 1-10 0,-2 0-110 0,-1 1-291 15,-3 1 129-15</inkml:trace>
  <inkml:trace contextRef="#ctx0" brushRef="#br0" timeOffset="93464.1">3902 13358 63 0,'0'0'115'0,"-11"4"5"0,5-1 5 15,1 4 6-15,-2 3-6 0,-3 3-5 0,2 1 2 16,2 2 2-16,-3 0-2 0,5 1-6 0,-4 2-11 15,6 1-8-15,-3-1-8 0,0 6-4 0,1-6-9 0,1 0-9 16,2 0-6-16,-3 0-5 0,2-2-6 16,0 0-6-16,0 1-4 0,-1 0-2 0,1 0-6 15,-1-6 0-15,2 3-2 0,0-4-7 0,-2 1 1 16,-1-1 0-16,-1 0-3 0,-1-2-4 0,1 0-4 0,-2-2-2 16,-1 2-9-16,-2-1-9 0,1-1-1 15,-2-3-4-15,-1 2-3 0,2-2 3 0,0-1-2 16,1-2 5-16,1-1 3 0,8 0 1 0,-14 0 0 0,14 0 0 15,-14-1 2-15,9-2 7 0,5 3 0 16,-5-4 12-16,5 4 2 0,0 0-4 0,-5-6 8 16,5 6-11-16,0 0 1 0,0 0-1 0,13-11-4 0,-3 6 0 15,3 2 0-15,-1 1-2 0,9-3-7 0,7-2-23 16,-1 1-25-16,2 2-37 0,3-3-41 0,-3 0-34 16,2 0-156-16,-2 2-343 0,1-1 152 15</inkml:trace>
  <inkml:trace contextRef="#ctx0" brushRef="#br0" timeOffset="93719.22">4295 13501 95 0,'0'0'214'0,"-4"-7"-5"16,4 7-12-16,-8-5-2 0,8 5-18 0,-7-4-11 15,7 4-9-15,-12 0-8 0,12 0-2 0,-13 10-1 16,6 0-5-16,-5 3-12 0,1 4-16 0,-2 5-3 0,2 0-10 15,-2 3-10-15,4 0-7 0,0 1-4 16,1-1 0-16,0 2-17 0,3-2-8 0,-4 0-4 16,3 2-5-16,1-3-5 0,1-5-1 0,0-1-2 15,3 3-5-15,-5 2-5 0,3-3-15 0,-1-2-31 16,0 1-34-16,-1-3-37 0,-3 1-32 0,0-4-33 16,-1 2-33-16,-2-2-20 0,-1-2-183 0,-1 1-421 15,1-5 187-15</inkml:trace>
  <inkml:trace contextRef="#ctx0" brushRef="#br0" timeOffset="93868.57">3809 13858 63 0,'-1'-8'178'0,"1"8"-18"0,4-7-18 0,1 3-10 16,3-2-14-16,3 4-14 0,1 1-3 0,7 1-12 15,1-2-25-15,11-1-49 0,3 1-40 0,6 2-43 16,12-1-112-16,-11 1-193 0,17-4 87 0</inkml:trace>
  <inkml:trace contextRef="#ctx0" brushRef="#br0" timeOffset="94367.75">4673 13590 195 0,'0'0'201'0,"-9"-2"-19"0,9 2-15 0,-9 0-7 16,9 0-4-16,-9 10-3 0,3-3-10 0,-2 3-8 16,2 5-14-16,1-2-11 0,1-2-8 0,0 6-14 15,3-2-10-15,1 0-7 0,0 2-5 0,2-5-6 16,2-1-5-16,0 1-5 0,4 1-7 0,-1-3-4 16,2-1-5-16,-2-2 1 0,2-2-2 0,2 2-1 15,-1-3-2-15,1-1 4 0,0-3 3 0,-1 0 0 16,3-2 2-16,-4 0-3 0,1-3-2 0,2 1 3 15,-3-1-3-15,-2-1-4 0,1-1-3 0,1 0 0 16,-1 0-2-16,-2-3-3 0,1 1-5 0,-4 1 3 16,4-3-4-16,-5 5 0 0,1-1-6 0,-1 3 0 15,-2 4-5-15,5-10-5 0,-5 10-10 0,2-3 4 16,-2 3-7-16,0 0 5 0,0 0-1 0,0 0 1 16,0 0 0-16,1 19-1 0,0-9 2 0,1 0-1 15,-1 2 5-15,0-2-2 0,3 0 0 0,1 1 2 16,0-1 1-16,2-1-1 0,0 0 5 0,2-3-3 15,3 1-2-15,-3-2 2 0,3-3 3 0,-1 0 2 16,-1-2 1-16,3 0 5 0,-2-3 5 0,-1 1 4 16,2-6 8-16,-2 2 4 0,2-3 0 0,-1-2 0 15,-1-3-3-15,1 1-1 0,-3-2-4 0,0 0-2 16,0-2 2-16,1-8-10 0,-4 8-10 16,1 1-11-16,-1 0-15 0,-1 3-19 0,-1 4-22 0,-1-1-33 15,0 3-42-15,-1 1-46 0,-1 6-40 0,1-9-23 16,-1 9-123-16,0 0-402 0,0 0 179 0</inkml:trace>
  <inkml:trace contextRef="#ctx0" brushRef="#br0" timeOffset="94621.93">5168 13747 15 0,'10'0'154'16,"3"2"2"-16,-2-2-10 0,2-2 8 0,1-1-6 16,3-2-4-16,-5 0-6 0,4-2-8 0,0 0-8 15,-4 0 4-15,1-1-6 0,-3 1-4 0,2-5 0 16,-1-1-6-16,-3 3-9 0,-2 1-8 0,2-4 4 15,-3 3 1-15,-1 1 3 0,-2-1-3 0,1 3-1 16,-2 0-6-16,0 0-3 0,-1 7-6 0,2-8-5 16,-2 8-14-16,0 0-6 0,0 0-4 0,-16-4-8 15,16 4-8-15,-22 17-1 0,9-5-8 0,1 3 0 16,2-1 2-16,-2 3 0 0,6 0-11 0,-1 2-16 16,6-1-21-16,0-1-18 0,3 1-25 0,7 0-13 15,8 1-10-15,7-1-25 0,11-2-38 0,15 1-40 16,2-3-48-16,3-2-165 0,1 0-432 0,6-6 191 15</inkml:trace>
  <inkml:trace contextRef="#ctx0" brushRef="#br0" timeOffset="95256.02">6415 13708 43 0,'-27'-10'210'0,"0"2"-6"0,-6 4-9 15,1 0-11-15,0 4-17 0,2 5-16 0,-1-1-8 16,4 6-19-16,0 0-10 0,8-1-11 0,-5 5-10 16,7-1-11-16,4 1-3 0,3 1-8 0,1 0-7 15,3 1-7-15,2-4-4 0,3-1-1 0,1 2-3 16,1-1-5-16,5 1-4 0,-1-2-3 0,2-2 0 16,2-3-3-16,6 2-4 0,1-1 2 15,0-3-3-15,3-2 0 0,0 0 0 0,2-4-4 16,-2 1 2-16,0-4 0 0,0-2-6 0,-2-1 3 0,1 0 4 15,-4-5 8-15,1-1 0 0,-2 2 2 0,0-5-5 16,1-4-6-16,-1-3-3 0,-2 0-2 0,-2-1 11 16,-1 0-9-16,1 0-8 0,-4-2 1 15,-1 0 0-15,-3-1 2 0,3-1 0 0,-3-1-8 0,0-1 9 16,-1 6 5-16,0-1-7 0,-1 7 6 16,0 1 0-16,0 3 14 0,1 2-4 0,0 6-7 0,0 0-3 15,0 7-7-15,0-9-7 0,0 9 2 0,0 0-7 16,0 0 9-16,0 0-8 0,-4 36 1 0,-1-7 0 15,-2 3-5-15,1 4 4 0,-1-1-7 0,2-1 5 16,-2 12-4-16,2-14 2 0,2-1 3 16,2 0-2-16,1-5-1 0,1 0-4 0,2-8 4 15,3 2 1-15,-1-2 2 0,3-6-1 0,1 3-1 0,-2-5 1 16,4-3 1-16,-1 0 0 0,6 0 0 0,1-2 6 16,1-3-7-16,1-2 8 0,-1 0-10 15,0-4 0-15,0-3 1 0,1 0 0 0,-5-6 3 16,4 3 1-16,-3-3-3 0,-1-2 0 0,-1-1 2 15,-2-2-1-15,-1 3 0 0,-1-2-5 0,-3-1 5 0,0 1-3 16,-5 0 1-16,-1 1-3 0,0 5 1 0,-1 0-4 16,-3 1 2-16,1 4-2 0,-1 0-2 0,4 6 0 15,-7-4-5-15,7 4 3 0,0 0 2 0,-23 11-3 16,13 1 3-16,-1 1 3 0,0 2-6 16,4-1 12-16,0 3-10 0,2 1 4 0,1-1 0 0,4 0 0 15,4 1-19-15,-1-5-25 0,6 1-24 0,0 1-41 16,6-3-43-16,0-3-56 0,3 2-33 0,3-5-196 15,-2 2-475-15,0-4 209 0</inkml:trace>
  <inkml:trace contextRef="#ctx0" brushRef="#br0" timeOffset="95616.85">6997 13622 182 0,'0'0'221'0,"-2"-11"-12"0,2 11-29 0,0 0-15 0,0 0-2 15,0 0 3-15,0 0-9 0,-14 28-11 16,8-10-10-16,-4 4-10 0,2 6-8 0,0-1-5 16,-1-3-3-16,2 0-12 0,2 3-5 0,1-3-3 0,0-7-8 15,1 2-6-15,3-2-7 0,-2-3-4 0,-1-2-9 16,2 0-3-16,1-2-2 0,0-1-6 16,-1-3 0-16,1-6-5 0,0 13 6 0,0-13 8 15,-2 5 11-15,2-5-3 0,0 0 6 0,0 0-9 16,0 0-2-16,0 0-9 0,0 0 0 0,0 0-5 0,-7-28-8 15,7 12-1-15,-2-2-4 0,2-8-1 0,2 1-6 16,2-2-1-16,-1-3 0 0,6-3-2 16,-1 0-5-16,0 0-4 0,7-14-4 0,2 1-8 15,-3 13-2-15,-2 2-1 0,5 2-6 0,-2 2 5 16,-2 3-2-16,0 8-2 0,-3 1-7 0,3 3-10 0,-4 5-12 16,0 1-10-16,2 2-23 0,1 4-31 15,-1 0-35-15,1 6-44 0,-3 0-44 0,-1 4-25 16,-2 4-204-16,0 4-491 0,-5-2 218 0</inkml:trace>
  <inkml:trace contextRef="#ctx0" brushRef="#br0" timeOffset="95877.59">6985 13789 92 0,'0'0'223'0,"0"0"-6"0,0 0-12 0,0 0-19 16,0 0-12-16,28-8-18 0,-16 6-16 0,2-1-15 15,2-1-11-15,1-2-10 0,0 2-10 0,2 1-12 0,-3 0-7 16,2 0-8-16,-5 1-7 0,1 1-6 0,-2 0-7 16,-1-1-2-16,-3 2-7 0,-1 0-5 15,-7 0-3-15,11 0-6 0,-11 0-1 0,9 6-4 16,-9-6-5-16,6 4-3 0,-3 2 9 0,-2 2 8 16,0-2 9-16,-1 6-1 0,0-2-2 0,0 4-5 15,-1-2-4-15,0 0 0 0,-2 4-6 0,0 0-32 16,1 1-42-16,1-5-60 0,1-1-83 0,-4 1-190 0,1-2-419 15,3-10 185-15</inkml:trace>
  <inkml:trace contextRef="#ctx0" brushRef="#br0" timeOffset="96487.9">7353 13918 66 0,'0'0'242'0,"0"0"1"16,0 0-9-16,0 0-17 0,0 0-10 0,0 0-13 16,0 0-8-16,0 0-12 0,0 0-10 0,0 0-8 15,0 0-12-15,-6-29-11 0,6 23-13 0,0 6-16 16,3-18-5-16,0 7-10 0,1 1-4 0,2-1-14 16,1 3-11-16,-3-3-5 0,4 5-5 0,-1-2-7 15,1 5-6-15,-3-1-4 0,-5 4-6 0,18 4-3 16,-8 0-1-16,1 6 3 0,0-3-7 0,0 6-3 15,0 3-6-15,0-3 0 0,-1 3 6 0,0 1-4 16,-2-5 1-16,1 4-3 0,4-3 4 0,2 2-1 16,0-4-4-16,3-3-1 0,1-1 5 0,3-6 0 15,6 2-3-15,3-6 0 0,2 0-1 0,-2-4-1 16,-3 0-1-16,3-3-3 0,-5-2 3 0,1 0 0 16,0-2 4-16,-3-3 6 0,-2 2 1 0,-3-5 10 15,-5 6-2-15,-2-1 4 0,-2-1 0 0,-1-1-5 16,-1 1-1-16,-3-2-4 0,-1 2-6 0,-2-1 1 0,-2 0 9 15,-1 5-7-15,0 2 0 0,-2 1 8 16,-3 2-3-16,-3 3-3 0,-5 1 2 0,-3 4 8 16,-10 6-10-16,0-1 9 0,-1 7 0 0,3 3-2 15,3-1-3-15,7 0 0 0,-3 5-9 0,10-5 1 16,0 2 2-16,6 1-3 0,2-1-4 0,2 0-4 16,10-2-26-16,10 4-40 0,1-2-50 0,6-1-53 15,0-2-44-15,7-3-48 0,1 0-57 0,-1 3-200 16,0-3-555-16,0 0 245 0</inkml:trace>
  <inkml:trace contextRef="#ctx0" brushRef="#br0" timeOffset="97709.63">9427 13631 197 0,'3'-8'267'0,"0"-2"-11"0,-2 5-14 16,-1 5-16-16,2-10-18 0,-2 10-23 0,4-5-19 15,-4 5-21-15,3-7-16 0,-3 7-15 0,0 0-7 16,0 0-3-16,0 0-1 0,0 28 8 0,-2-8-7 0,-1 8-4 16,-2 4-3-16,-3 1 4 0,-1-1-11 0,0 2-2 15,0 1-17-15,1-1-4 0,2-2-4 16,-3-2 3-16,1 0-33 0,2-2 1 0,2-1-9 15,-2 1 4-15,1-2-7 0,1-2 0 0,0-6-3 16,3 0-3-16,-2-1 0 0,-1 0-4 0,3-1 3 0,0 0-3 16,-1-4 0-16,1 1-16 0,1-3-23 0,-1 0-20 15,-2-1-24-15,2-2-29 0,1-7-24 0,-1 11-27 16,-1-5-24-16,2-6-27 0,0 0-32 16,0 0-190-16,-3 6-458 0,3-6 203 0</inkml:trace>
  <inkml:trace contextRef="#ctx0" brushRef="#br0" timeOffset="98150.54">9351 13737 164 0,'0'-19'221'0,"2"2"-19"0,2 1-9 0,2 0-11 0,3 2-14 15,4-2-17-15,5-2-7 0,4-1-10 16,2 5-1-16,0 3-12 0,2 2-5 0,0 0-4 15,-5 4-8-15,0 1-11 0,-1 4-9 0,1 2-7 16,-6 0-10-16,-1 4-8 0,0 2-2 0,-3 0-6 16,-3 2-4-16,-3 0-6 0,0 6-2 0,-5 2-1 0,-2 0-5 15,-5 2-4-15,-5 4-4 0,-5-2 1 0,2 1-3 16,-4-1-2-16,-2-2-1 0,6-6-5 16,1 0 1-16,2 0-4 0,1-1 1 0,1-4-1 15,3-2 5-15,1 1-9 0,-2 0-3 0,3-5-1 0,2 4 2 16,3-7-3-16,2 10 3 0,-2-10-6 0,10 8 5 15,-2-4 0-15,2 2-2 0,1-1-1 0,1-1-1 16,-1 1-1-16,6 1-1 0,-6 0 0 16,2 1 2-16,-4 2-3 0,1-2-1 0,0 0 0 15,-2 1 4-15,0 1-3 0,-3-1 0 0,-2-2 0 16,2 4 6-16,-4-4-8 0,-2 4 0 0,1-10 3 0,-7 13 1 16,1-6 2-16,-1-1-1 0,-2 2 1 15,-1-2-4-15,0 0 1 0,-3 0 3 0,-3 1-3 0,0-2 1 16,0 1-4-16,3-2-1 0,-1-2-24 0,2 0-24 15,0 1-32-15,1-3-47 0,1 0-50 16,10 0-62-16,-15-4-149 0,10 2-426 0,5 2 188 0</inkml:trace>
  <inkml:trace contextRef="#ctx0" brushRef="#br0" timeOffset="98317.49">9976 13982 172 0,'16'-1'188'0,"0"1"-12"0,-4-2-8 0,2 4-13 16,1-4-23-16,2 2-3 0,-5 0-19 0,2 0-15 16,-4 0-29-16,3 2-30 0,-13-2-39 15,15 1-52-15,-7-1-24 0,-8 0-32 0,9 4-86 16,-4 0-213-16,-5-4 95 0</inkml:trace>
  <inkml:trace contextRef="#ctx0" brushRef="#br0" timeOffset="98464.49">10061 14076 175 0,'0'0'180'0,"-5"1"-18"0,5-1-9 16,-7 3-11-16,7-3-11 0,0 0 4 0,0 0-9 15,0 0-5-15,0 0-11 0,20 7-9 0,-10-7-12 16,4-1-11-16,2-2-36 0,4 2-46 0,0-1-66 0,0-1-64 16,-1 3-123-16,-1-1-277 0,3-2 123 15</inkml:trace>
  <inkml:trace contextRef="#ctx0" brushRef="#br0" timeOffset="99148.07">11518 13660 209 0,'1'-6'238'0,"1"0"-22"16,-2 6-26-16,2-7-21 0,-2 7-8 0,0 0 4 15,0 0 0-15,-14 30 0 0,-4-4-6 0,2 3-9 16,-13 16-6-16,1-2-3 0,0-3-20 0,2 1-19 16,3-12-22-16,3-1 1 0,1-3-10 0,1-3-11 15,0 1-1-15,6-8-7 0,0 1 0 0,1-5-1 16,0 0 2-16,0-4 1 0,-4 2 0 0,6-5 1 16,0 0 0-16,-4-2-1 0,5-1-2 0,-1-2-4 15,0-2-3-15,-1-2-8 0,1-1-3 0,1-2-6 16,2 0 2-16,1-5-3 0,1 3-2 0,3-5-4 15,2-3-1-15,2-1 4 0,2 0-5 0,1-5 1 16,4 1-10-16,2-2 2 0,3 3-6 0,-1 1 2 16,5 0 3-16,-6 7-6 0,-1 3-4 0,-2 2 0 15,-1 3-5-15,2 3 4 0,0-1-1 0,2 2-8 16,-2 2 18-16,-1 5-12 0,4-1 2 0,0 4 0 16,2 1-3-16,-1 3 1 0,0 3 0 0,-2-2-1 15,2 1 2-15,-3 0 2 0,6 5-2 0,-5-1-2 16,2 2 1-16,-1 2-13 0,-5-5-25 0,2-3-28 15,-3 1-38-15,0 1-47 0,-2-2-56 0,4 0-61 16,-6 2-214-16,0-5-525 0,1 0 233 0</inkml:trace>
  <inkml:trace contextRef="#ctx0" brushRef="#br0" timeOffset="99402.72">10852 14282 2463 0,'-33'2'119'0,"11"-4"-24"16,3-1-49-16,8 4-24 0,-1 1-6 0,7-2-7 15,5 0 1-15,0 0 11 0,0 0 5 0,32 6 7 16,3-5 5-16,18-2 5 0,7-1 1 0,5 2-2 16,27-4 0-16,-25 4-3 0,26-3 1 0,-29 1-1 15,0 0-5-15,-2 2 2 0,-2 0 4 0,0-2-18 16,-7 4 0-16,-17-1-4 0,0 2-13 0,-4 0-29 15,-2 1-33-15,-9-1-50 0,-10-1-45 0,3 2-54 16,-7-1-42-16,-3 1-181 0,-2 1-464 0,-2-5 206 16</inkml:trace>
  <inkml:trace contextRef="#ctx0" brushRef="#br0" timeOffset="99676.46">10930 14512 2809 0,'-7'-7'82'0,"-2"4"35"0,2-2-34 0,1-1-24 16,2 1-14-16,4 5-8 0,-8-2 12 0,8 2-5 15,-6-5 1-15,6 5 0 0,0 0-4 0,-9-4-2 16,9 4-6-16,0 0-2 0,0 0 1 0,0 0 17 16,-6 14 16-16,3-1 7 0,-1 4 15 0,-2 7-8 15,-6-1-3-15,6-4-10 0,1 0-1 0,-3 5-9 16,1 1 1-16,-2-1-16 0,0-1 8 0,-4 3-8 15,3-2-1-15,1-1-4 0,-1 2-4 0,3-7-24 16,-1-4-33-16,1 3-40 0,-2-1-47 0,2-2-46 16,1 2-53-16,0-6-60 0,2 0-61 0,-3-2-224 15,6-3-603-15,1-5 267 0</inkml:trace>
  <inkml:trace contextRef="#ctx0" brushRef="#br0" timeOffset="99844.23">10993 14717 121 0,'4'-3'202'0,"2"0"-1"0,-6 3 4 16,13 0-5-16,-13 0-9 0,19-2-13 0,-5 4-14 15,3-1-13-15,3 1-16 0,8-2-11 0,0 1-13 16,3 1-19-16,2-2-32 0,-2 3-41 0,1-1-61 16,1-2-58-16,-1 1-43 0,-2-1-169 0,-10 2-337 15,9-5 149-15</inkml:trace>
  <inkml:trace contextRef="#ctx0" brushRef="#br0" timeOffset="100185.3">11711 14604 194 0,'0'0'199'0,"9"-5"-4"0,-9 5-12 0,5-4-10 16,-5 4 2-16,0 0 13 0,0 0 5 0,0 0 10 16,-22 23-2-16,8-10-2 0,-1 1-7 0,-7 6 0 15,3-2-21-15,-3 1-8 0,3 0-15 0,0 0-11 16,2-6-9-16,2 1-10 0,-3-2-11 0,3 1-7 15,0-1-8-15,0-2-13 0,3-3-10 0,-3 1-5 16,3-3-5-16,-1-2 0 0,3 0-7 0,-2-2 3 16,2-1-16-16,4 0-2 0,6 0-3 0,-13-6-4 15,10 1-4-15,-2 0-1 0,5 5-5 0,-1-17 1 16,4 8-11-16,2-4-2 0,-1-1 1 0,4-3-4 16,5 2 1-16,1 0-3 0,-1 1 3 15,0 2-5-15,2 3 6 0,-3 1-3 0,-2 3 12 0,0 1 18 16,1 3-17-16,0 1 4 0,-1 1-10 0,-3 2 4 15,3 2 2-15,0 1 3 0,3 5-5 0,-1 0 0 16,-1 2-5-16,2-1 5 0,1 3-5 0,-3-1-34 16,5 0-54-16,-2 1-60 0,6 1-66 15,-5-3-77-15,2-5-70 0,1 4-236 0,-1-4-635 0,1-2 281 16</inkml:trace>
  <inkml:trace contextRef="#ctx0" brushRef="#br0" timeOffset="100319.89">12071 14891 246 0,'6'-1'260'0,"-6"1"-19"15,12 0-6-15,-12 0 5 0,5-4 5 0,-5 4-1 16,0 0 1-16,0 0-30 0,0 0-21 16,0 0-14-16,0 0-22 0,0 0-31 0,0 0-50 0,0 0-53 15,0 0-70-15,0 0-100 0,0 0-90 0,0 0-182 16,0 0-451-16,0 0 200 0</inkml:trace>
  <inkml:trace contextRef="#ctx0" brushRef="#br0" timeOffset="102779.58">5501 15313 77 0,'0'0'204'0,"0"-11"-1"0,0 11-15 0,0-7-6 16,0 7-12-16,1-9-9 0,-1 9-12 0,0 0-18 15,0 0-10-15,2-7-12 0,-2 7-7 0,0 0-13 16,0 0-1-16,0 0-18 0,0 0-1 0,0 0-6 16,0 0-2-16,0 0-9 0,0 0-4 0,0 0-6 15,0 0-3-15,0 0-2 0,0 0-1 0,0 0-2 16,0 0-1-16,0 0 0 0,0 0 3 0,0 0-2 15,0 0 5-15,0 0 0 0,0 0 3 0,0 0 2 16,0 0 4-16,0 0 9 0,0 0 4 0,0 0-11 16,0 0-1-16,0 0-3 0,0 0-6 0,0-9-4 15,0 9 4-15,0 0-11 0,-3-9 2 0,3 9-4 16,0 0-2-16,0 0 1 0,-2-9 2 0,2 9-1 16,0 0-1-16,0 0-3 0,0 0-3 0,0 0-4 15,-4-7 1-15,4 7-3 0,0 0-5 0,0 0-1 16,0 0-4-16,0 0 2 0,0 0-3 0,0 0 8 15,-1 32-4-15,1-13-7 0,-2 0 0 0,1 9 6 16,1 1 30-16,-2 1-2 0,-2 1 3 0,2 2-15 16,-1-3 10-16,1 3 4 0,0-3-1 0,-1-1-5 15,3-4-2-15,-2-4-6 0,2-1 1 16,-2-2-3-16,-1-1 2 0,1 0 1 0,1-1-6 0,0-4 0 16,1 1-8-16,-1-3 3 0,-1 0 2 0,2 0-8 15,0-1-3-15,-1-2 5 0,1-7-1 0,1 12-2 16,-1-12-12-16,-1 11-18 0,0-5-27 0,1-6-27 15,-3 8-35-15,3-8-35 0,-5 8-40 0,5-8-49 16,0 0-50-16,-5 2-208 0,5-2-536 16,0 0 237-16</inkml:trace>
  <inkml:trace contextRef="#ctx0" brushRef="#br0" timeOffset="103487.75">5845 15577 42 0,'0'0'172'16,"0"0"-6"-16,0 0-15 0,0 0-9 0,0 0-11 15,0 0-6-15,0 0-18 0,3 3 3 0,-3-3-6 16,0 0 1-16,0 0-5 0,0 0-5 0,0 0 3 15,0 0-3-15,0 0-4 0,0 0-5 0,0 0-3 16,0 0-4-16,0 0-1 0,0 0-4 0,0 0-1 16,0 0-5-16,0 0-5 0,0 0-5 0,0 0-1 15,0 0-8-15,0 0-2 0,0 0-7 0,0 0-3 16,0 0-4-16,0 0 1 0,0 0-6 0,0 0 0 16,0 0-2-16,0 0-1 0,0 0-3 0,0 0 6 15,0 0-10-15,0 0 1 0,0 0 1 0,0 0 2 16,0 0-1-16,0 0 0 0,0 0 2 0,0 0 2 15,0 0-2-15,0 0 1 0,0 0 7 0,0 0-8 16,0 0-2-16,0 0 2 0,0 0-3 0,0 0 2 16,0 0-3-16,0 0 3 0,0 0-5 0,0 0 4 15,0 0-2-15,0 0-2 0,0 0 0 0,0 0-1 16,0 0-2-16,0 0-2 0,0 0-3 16,0 0 3-16,0 0 1 0,0 0-2 0,0 0 3 15,0 0 2-15,0 0-1 0,0 0-6 0,0 0 2 0,0 0 3 16,0 0-2-16,0 0-1 0,0 0 2 0,0 0-1 15,0 0 1-15,0 0 2 0,0 0-3 0,0 0 0 16,0 0 11-16,0 0-6 0,0 0-7 16,0 0 2-16,0 0 4 0,0 0-1 0,0 0-4 15,0 0 2-15,0 0 1 0,0 0 0 0,0 0 0 16,0 0 0-16,0 0-6 0,0 0 5 0,0 0-3 16,0 0-5-16,0 0-5 0,0 0 9 0,0 0-4 15,0 0 10-15,0 0-13 0,0 0 7 0,0 0 1 16,13 3 0-16,-2-3 0 0,6 0-1 0,2-1 5 15,2-1-5-15,8-1 2 0,-1 1-6 0,0 0 1 16,-8 1 0-16,10-1 2 0,-4 1-3 0,-5-2 1 16,-1 4 0-16,1-1 4 0,-3 0-8 0,-4 0 1 15,-1 2 1-15,-1-2-1 0,0 0 1 0,-3-2 3 16,2 4-26-16,-11-2-12 0,13-2-21 0,-5 2-15 16,-8 0-22-16,15 3-27 0,-10-3-24 0,-5 0-28 15,0 0-35-15,21 0-20 0,-16 0-42 0,2 0-190 16,-7 0-493-16,0 0 219 0</inkml:trace>
  <inkml:trace contextRef="#ctx0" brushRef="#br0" timeOffset="104013.7">6217 15402 26 0,'-10'-9'216'0,"10"9"-5"0,-12-7-8 0,12 7-7 16,-7-5-19-16,4 3-11 0,3 2-17 0,0 0-19 0,-8-6-11 16,8 6-11-16,0 0-9 0,0 0-10 0,0 0-9 15,-8-1-4-15,8 1-1 0,0 0-2 0,0 0-1 16,-4 13-2-16,4-13-1 0,-3 10-4 16,2-3-2-16,-1 2-5 0,1 1-5 0,0-1-5 15,0-2 0-15,1-7-3 0,-2 15-10 0,1-8 4 16,1-7-3-16,-1 16-8 0,-1-10-3 0,2-6 1 15,0 10-4-15,0-10 0 0,0 11-2 0,0-11-2 16,0 6-4-16,0-6 0 0,0 0-3 0,-1 8 3 16,1-8 1-16,0 0-2 0,0 0 0 0,0 0-2 15,-1 8 4-15,1-8-2 0,0 0 6 0,0 0 5 16,0 0 3-16,0 0 2 0,0 0 4 0,0 0-2 16,0 0-6-16,0 0 3 0,0 0-6 0,0 0-2 15,0 0 3-15,0 0 1 0,0 0-6 0,0 0-1 16,0 0-1-16,0 0-1 0,0 0-7 0,0 0-3 15,0 0-5-15,0 0-1 0,0 0 2 0,-10 1 0 16,10-1 0-16,-3 13 0 0,2-3 2 0,0 1-4 16,1 0 5-16,-4 5 1 0,3-3-1 0,-1 3 0 15,1 1-3-15,0-2 4 0,-1-3 2 0,1-1 4 16,1 3-8-16,0-3 0 0,0 2 2 0,0-3-3 16,0 1 0-16,0 1 4 0,-1-2 2 0,-1 0-9 15,4 0-1-15,-2-2-16 0,0 1-24 0,0-9-27 16,-2 14-30-16,2-8-35 0,0-6-25 0,0 11-45 15,0-11-38-15,0 8-205 0,0-8-483 0,-1 9 215 16</inkml:trace>
  <inkml:trace contextRef="#ctx0" brushRef="#br0" timeOffset="104355.99">6484 15485 124 0,'1'-9'256'0,"-1"9"-11"0,0 0-19 15,4-9-13-15,-4 9-24 0,0 0-19 0,1-5-20 16,-1 5-16-16,0 0-13 0,0 0-13 0,0 0-3 0,0 0-7 16,-5 24 4-16,2-8 1 0,-1-5-2 15,1 5-9-15,-2 2 0 0,1-2 2 0,0 3-7 16,-1-2-12-16,3 0-4 0,-3 1-1 0,1-1-8 15,1 0-5-15,2 0-6 0,-2 1-3 0,2-5-4 16,-1 2-1-16,2-2-5 0,0 3-1 0,-2-4-5 16,1 0-2-16,1-1-3 0,0-1-2 0,0 1-2 15,0-2 0-15,-1 0-5 0,2 1 2 0,-2-2-9 16,1-8-17-16,2 11-28 0,-2-4-20 0,0-7-38 16,2 10-23-16,-2-10-34 0,0 0-47 0,1 13-30 15,-1-13-34-15,0 5-155 0,0-5-447 0,0 0 198 16</inkml:trace>
  <inkml:trace contextRef="#ctx0" brushRef="#br0" timeOffset="104801.65">6475 15475 205 0,'10'-13'217'0,"1"0"-9"0,0-1-8 0,6 1-12 0,-2 3-15 16,4 0-10-16,-1 2-15 0,1 3-9 0,2-1-12 16,-5 3-16-16,-2 2-8 0,3-1-12 15,-3 4-11-15,-4 0-9 0,2 3-4 0,-3 0-6 16,-2-1-5-16,-7-4-4 0,9 14-5 0,-7-3-3 16,-1-1-2-16,-2 0-4 0,-2 1-5 0,-2 1-1 0,-1 2 3 15,-2 0-13-15,-2 0-2 0,1-1 0 16,-2-1-3-16,1-2 2 0,1-1-7 0,2-1 2 0,1-3-5 15,-1 3 1-15,3-2-4 0,0-3-6 16,4-3-4-16,-5 6-4 0,5-6 1 0,-4 5 0 16,4-5 1-16,0 0 5 0,11 8-5 0,-5-5 6 15,0 1-6-15,5-1 7 0,0 1-2 0,0-3 1 16,1 2-5-16,-2 1 2 0,3-2 3 0,-3 3-2 16,2-1 1-16,-3-1-3 0,-4 0-1 0,0 3 1 15,0-1 2-15,-1 0 5 0,-4-5-5 0,6 10 2 16,-6-3 0-16,0-7 2 0,-2 11-2 0,-5-4 0 15,2-1 2-15,1 1-1 0,-3-2 6 0,-1 2-17 16,-1 0-12-16,1-2-11 0,1-1-21 0,0 2-20 16,-3-1-36-16,1-2-44 0,3-1-55 0,6-2-151 15,-17 3-389-15,17-3 172 0</inkml:trace>
  <inkml:trace contextRef="#ctx0" brushRef="#br0" timeOffset="105057.61">6993 15361 2018 0,'21'-14'59'0,"-5"2"9"0,-2 4-38 0,-3 3-12 16,0 1-7-16,0 4 12 0,1 0 13 16,2 3 4-16,0 5 2 0,0 4 3 0,0 3 3 15,5 6 0-15,-9 4 1 0,1 2-7 0,-3-2-3 0,-1 4-2 16,-3 3-4-16,-1-3-3 0,0 2-1 0,-2-1-6 15,2-1 2-15,-4-2-2 0,-1 0-3 0,-4 1-6 16,-1 0-21-16,-1-5-29 0,-3 2-20 16,-3-2-26-16,-5-2-28 0,-1 2-31 0,-1-5-33 15,-7 1-29-15,1-3-138 0,-5-1-368 0,3-3 163 16</inkml:trace>
  <inkml:trace contextRef="#ctx0" brushRef="#br0" timeOffset="105516.74">4823 15118 69 0,'-16'9'171'0,"2"2"-13"0,-7 9-6 0,-1 1-13 16,0 5 2-16,-10 12-11 0,5 6-4 0,0 2 1 15,-2 1 18-15,2 4-7 0,4 1-12 0,5-6-29 16,4 1-3-16,9-11-4 0,3-4-8 0,3 3-4 16,7-6-9-16,6 4-3 0,2-3-8 0,18 6-3 15,-9-9-4-15,15 0-6 0,-7-8 0 0,15 4-5 16,7-4-13-16,-1-1-32 0,1-5-39 0,5 0-37 15,2-6-64-15,-1 4-55 0,3-5-141 0,0-4-370 16,25 0 165-16</inkml:trace>
  <inkml:trace contextRef="#ctx0" brushRef="#br0" timeOffset="106382.72">7767 15643 32 0,'0'0'142'0,"0"0"-10"16,0 0-2-16,0 0-17 0,0 0 10 0,0 0-22 16,0 0-1-16,0 0-3 0,0 0 0 0,0 0 1 15,0 0 1-15,0 0-3 0,0 0-3 16,0 0 3-16,0 0-7 0,0 0-4 0,0 0-4 0,0 0-2 15,0 0-1-15,0 0-12 0,0 0-4 0,0 0-6 16,0 0-3-16,0 0-3 0,0 0-9 0,0 0-1 16,0 0-1-16,0 0-4 0,0 0-4 0,0 0-1 15,0 0-3-15,0 0-1 0,0 0 2 0,0 0-7 16,0 0 3-16,0 0-1 0,0 0-1 16,0 0 0-16,0 0 1 0,5-4 2 0,-5 4-1 15,0 0 0-15,0 0 3 0,0 0 3 0,0 0-2 16,0 0 3-16,0 0-1 0,0 0-2 0,0 0-1 0,0 0 3 15,0 0 1-15,0 0-5 0,0 0-1 0,0 0 0 16,0 0-2-16,0 0 2 0,0 0-3 0,0 0 1 16,0 0-2-16,0 0 0 0,0 0-1 15,0 0-1-15,0 0-2 0,0 0-2 0,0 0-5 16,0 0 11-16,16 1-5 0,-16-1 1 0,15 1 0 16,0-1 5-16,3 2-6 0,4-4 0 0,5 2-5 0,2 0 0 15,-2 2-3-15,-5-2-27 0,-3 2-31 0,-1-3-40 16,-7 2-49-16,3 2-67 0,-3-2-55 15,-6 1-189-15,-5-2-487 0,7 3 216 0</inkml:trace>
  <inkml:trace contextRef="#ctx0" brushRef="#br0" timeOffset="106576.82">7754 15793 219 0,'-10'2'218'0,"10"-2"-15"16,0 0-20-16,-6 3-13 0,6-3-15 0,0 0-11 16,0 0-12-16,0 0-6 0,24 6-19 0,-11-5-7 15,5 1-18-15,1 0-28 0,0 1-39 0,3-2-44 16,-1-1-70-16,-1-1-59 0,-1 1-113 0,3-3-293 16,-3 1 130-16</inkml:trace>
  <inkml:trace contextRef="#ctx0" brushRef="#br0" timeOffset="108733.49">9411 15516 2 0,'0'0'153'0,"1"9"-6"15,-1-9-7-15,0 0-4 0,-8 12-13 16,8-12-10-16,-3 7-12 0,3-7-8 0,0 0-3 0,-3 8-1 15,3-8-4-15,-3 6 0 0,3-6-5 0,0 0 6 16,0 0 3-16,0 0-3 0,-2 6 2 0,2-6 3 16,0 0 3-16,0 0-2 0,0 0 3 0,0 0 3 15,0 0-3-15,0 0-7 0,0 0-8 0,0 0-9 16,0 0-6-16,0 0-6 0,0 0-4 16,0 0-1-16,0 0 4 0,-5-23-9 0,5 23 4 15,1-8-5-15,-1 8-7 0,-1-15-4 0,2 10-4 0,-1-3 1 16,0 8-3-16,-3-17-2 0,5 12 8 0,-2 5-1 15,-2-15 2-15,4 10-6 0,-2 5 0 0,0-11-2 16,0 11 3-16,0-8-3 0,0 8 2 0,0 0-2 16,-2-11 1-16,2 11-10 0,0 0-4 15,0 0 0-15,0 0-6 0,0 0-4 0,0 0 0 16,0 0 1-16,0 0-13 0,-2 28 16 0,2-16 1 0,0 8-5 16,0-1 6-16,-3 7 0 0,2 0 7 0,1 1 8 15,-4 0-3-15,2-2 0 0,0-5-5 16,0 3-3-16,1-4-12 0,-2 1 13 0,4-1 3 0,-3-2 2 15,2-2 9-15,-2 2-9 0,2-2-1 16,0-4-23-16,0 1 18 0,0 0 4 0,-1-2-2 16,2-2 2-16,-2 2-11 0,1-2 1 0,-2-1 4 15,0 1-3-15,2-8-2 0,-1 11-2 0,1-11 14 0,-3 10-11 16,3-10-1-16,0 11-16 0,0-11-26 16,-1 6-29-16,1-6-28 0,0 0-30 0,-1 8-39 15,1-8-69-15,0 0-71 0,0 0-238 0,0 0-580 16,0 0 257-16</inkml:trace>
  <inkml:trace contextRef="#ctx0" brushRef="#br0" timeOffset="108958.39">9807 15745 58 0,'7'0'234'0,"5"0"1"0,0 0-10 15,7 0-15-15,1 0-14 0,1 0-13 0,0 0-19 16,0 2-14-16,6-1-17 0,-7 2-11 0,2-3-13 16,-1 1-11-16,-1 1-11 0,-2 0-7 0,3 1-16 15,-8-2-29-15,0 2-32 0,-2 0-34 0,0-5-38 16,-1 4-58-16,-3-2-38 0,-7 0-33 0,12 0-102 16,-12 0-324-16,0 0 144 0</inkml:trace>
  <inkml:trace contextRef="#ctx0" brushRef="#br0" timeOffset="109174.4">10042 15554 8 0,'0'0'266'16,"-6"-9"-21"-16,6 9-23 0,0 0-21 0,0 0-7 16,0 0-7-16,0 0-3 0,0 0 1 15,0 0-5-15,-3 28-20 0,3-15 1 0,0 6-12 16,0-1-11-16,0 0-12 0,-1 2-13 0,2 5-22 0,-1-6 2 15,-3 1-9-15,-3 5-2 0,4-8-15 16,0 0-20-16,0 1-34 0,1 1-34 0,-2-2-32 0,2-1-43 16,-2 1-61-16,2-5-69 0,2-1-215 0,0-2-477 15,2 3 211-15</inkml:trace>
  <inkml:trace contextRef="#ctx0" brushRef="#br0" timeOffset="109650.52">11211 15515 246 0,'6'-10'301'0,"-3"7"-38"0,4-3-22 15,-7 6-29-15,4-3-25 0,-4 3-13 0,0 0-15 16,0 18-12-16,-4-3-10 0,-3 3-10 0,-2 8-15 15,-3 0-9-15,-4 1-7 0,2-1-8 0,-4-2-1 16,3 1-8-16,-4-5-8 0,1 0-2 0,1 0-2 16,2-7-7-16,4 0-4 0,-2 1-2 0,-1-4-5 15,3 0 0-15,0-3-4 0,-1 0-3 0,1 1-2 16,-1-4-6-16,1 2 1 0,-1-3-6 0,1 0 3 16,1-3-8-16,1 0 2 0,9 0-4 0,-18-5-1 15,11-2-4-15,-1 1 0 0,0-3 0 0,1-2 1 16,0-3-3-16,3-1 2 0,1-2-12 0,3-2 4 15,2 1-3-15,0-2-1 0,2 2-1 0,1 1 1 16,4 0 2-16,-4 2-4 0,3 3-2 0,-2 3 3 16,3 0-2-16,-4 2-5 0,4 1 3 0,-1-1-1 15,1 3-1-15,-1 4-11 0,-8 0 21 16,20 8-8-16,-8-1 3 0,2 2 2 0,-2 3 5 0,1 1-11 16,-1 0 2-16,2 1 1 0,-3 1-3 0,-2 1 4 15,4-1 1-15,-3 1-1 0,-1 3-4 0,1-4 1 16,-1 0-25-16,0 2-22 0,-4-7-28 0,4 7-35 15,-4-4-39-15,-1-3-37 0,1 1-47 0,1 0-43 16,-3-1-166-16,0 0-480 0,0-3 213 0</inkml:trace>
  <inkml:trace contextRef="#ctx0" brushRef="#br0" timeOffset="109936.89">10781 16018 1898 0,'-36'-3'123'0,"1"0"-32"0,0 2-18 0,6-1-31 16,8 2-3-16,3-1-8 0,6 1 3 15,5 0 3-15,7 0 6 0,0 0 5 0,0 0 5 0,0 0 3 16,50 4-1-16,2-3 0 0,2 1 4 0,10 1-1 16,2 0 4-16,26-4 1 0,-27 2-2 15,0-1 6-15,26-3 3 0,-33 0 2 0,-1 6-7 0,-3-3-9 16,-15 3-1-16,1-2-3 0,0-1-4 15,-3 2-6-15,-1 2 3 0,-5-3-6 0,0 4-2 16,-8-4-7-16,-10 1-5 0,1 0-10 0,-1-1-27 16,-8 2-31-16,1-1-23 0,1 4-36 0,-7-6-45 0,0 0-59 15,-5 10-74-15,5-10-195 0,-21 10-512 16,7-6 227-16</inkml:trace>
  <inkml:trace contextRef="#ctx0" brushRef="#br0" timeOffset="110273.11">10884 16183 295 0,'0'0'286'15,"0"0"-9"-15,0 0-11 0,0 0-22 0,-1-11-24 16,1 11-25-16,0 0-19 0,0 0-18 0,0 0-21 16,0 0-10-16,0 0-8 0,0 0-1 0,0 0-5 15,3 29 1-15,-5-18-5 0,4 7-8 0,-2-1-3 16,-2 0-4-16,0 0-9 0,-1 1-2 0,2-2-1 16,-2 4-10-16,2-4-10 0,-3 3 1 0,2-1-10 15,-1-3-4-15,0 3-4 0,1-3 7 0,1-3-17 16,-3-1-10-16,-4 0-28 0,6-1-34 0,0-2-61 15,1 1-38-15,-3-1-51 0,2-1-45 0,-1-1-48 16,-1 0-217-16,4-6-539 0,-6 5 239 0</inkml:trace>
  <inkml:trace contextRef="#ctx0" brushRef="#br0" timeOffset="110463.16">11086 16407 1833 0,'13'-4'137'0,"-2"1"1"0,-4 0-56 16,3 1-34-16,-5 0 5 0,8 1 13 0,-3-1 4 16,5 1-5-16,1-2-11 0,4 3-3 0,-2-3-4 15,4 3-6-15,1 0-6 0,5 0-21 0,-1 0-22 16,-7 0-29-16,0 0-41 0,-3-3-42 0,1 3-61 0,-4-1-37 16,-6-1-131-16,-8 2-378 0,14-4 168 15</inkml:trace>
  <inkml:trace contextRef="#ctx0" brushRef="#br0" timeOffset="110823.48">11669 16264 157 0,'6'-7'225'0,"-6"7"-11"16,0 0-14-16,0 0-19 0,0 0-15 0,0 0 2 16,0 0 15-16,0 0 0 0,0 0 1 0,0 0-1 15,-11 41-12-15,2-26-2 0,0 2-12 0,0 1-14 16,-1-4-9-16,-4 7-10 0,2-4-17 0,0-1-4 15,0-3-12-15,0-1-9 0,1 1-8 0,0-5-7 16,0 1-5-16,0-3-9 0,2 3 6 0,-3-5-13 16,3 1 5-16,-2-3-14 0,-1-1 9 0,2 0-16 15,3-1 2-15,7 0-6 0,-18-3-2 16,9 0 0-16,3-1-5 0,1-1-5 0,-1-2 4 0,3 2-6 16,1-5-4-16,2 2 1 0,-1-2-3 0,1 10 1 15,5-20-7-15,2 9 6 0,4-2-7 16,0 1 4-16,5 0 2 0,-1 1-5 0,1 2-2 15,0 1-2-15,2 5 2 0,-2 1-8 0,0 2 6 16,-4 2-2-16,2 1 5 0,-2 2 1 0,3 3 0 16,1 4 3-16,-4-2-5 0,5 2 5 0,-9-2-23 15,2 2-53-15,-1 1-45 0,0-3-61 0,0-1-83 16,0 0-72-16,-7 0-175 0,3-2-551 0,-5-7 244 16</inkml:trace>
  <inkml:trace contextRef="#ctx0" brushRef="#br0" timeOffset="110967.43">11908 16538 16 0,'0'0'247'16,"8"2"-14"-16,-8-2-1 0,0 0-6 0,0 0-15 15,9 0-25-15,-9 0-14 0,0 0-20 0,0 0-29 16,0 0-39-16,0 0-44 0,0 0-47 0,0 0-68 16,10-2-85-16,-10 2-120 0,0 0-304 0,0 0 135 15</inkml:trace>
  <inkml:trace contextRef="#ctx0" brushRef="#br0" timeOffset="111455.78">12843 15838 252 0,'0'0'249'0,"-11"-2"-10"0,11 2-17 0,-9-2-21 15,9 2-16-15,0 0-20 0,0 0-14 0,0 0-9 16,0 0-6-16,0 0-7 0,0 0-8 0,29-2-15 16,-8 2-10-16,-1 2-12 0,9-2-8 0,-9 0-10 15,9 0-34-15,-8 2-34 0,-2 0-42 0,0 0-54 16,1-1-46-16,-4 2-55 0,-2 0-163 0,-4 0-390 16,-3-1 173-16</inkml:trace>
  <inkml:trace contextRef="#ctx0" brushRef="#br0" timeOffset="111640.04">12971 15916 80 0,'0'0'211'0,"-10"2"-12"16,10-2-17-16,0 0-6 0,0 0-8 0,0 0-4 16,0 0-2-16,0 0-11 0,0 0-9 0,31 4-15 15,-14-4-11-15,1 2-12 0,12-1-8 0,-1-2-25 16,3 3-28-16,-1-2-31 0,0 1-45 0,1-1-37 0,-1 0-58 15,-1 1-47-15,-8-2-125 0,7 0-325 16,-1 0 144-16</inkml:trace>
  <inkml:trace contextRef="#ctx0" brushRef="#br0" timeOffset="117816.09">14014 15302 106 0,'0'-12'212'15,"0"2"2"-15,0 1 0 0,0-3-15 0,2 5-7 0,-2-4-15 16,0 11-7-16,0-10-12 0,0 10-9 0,0-9-13 16,0 9-13-16,0-10-17 0,0 10-10 0,0 0-9 15,0 0-11-15,0 0-8 0,0 0-8 16,0 0-1-16,0 0 3 0,0 0-3 0,0 0 1 16,0 35-4-16,2-23 4 0,-2 6 8 0,0 0-16 0,0 2-4 15,0-4-5-15,0 3 1 0,0-1-5 0,0 0-6 16,0 1 0-16,0 1 32 0,0-1-8 0,-2 0-6 15,4-1 1-15,-2-1-11 0,-2 1 0 16,2 1-6-16,-2-3-6 0,2 0-30 0,-1-4-19 0,-1-1-30 16,0 1-27-16,2-1-31 0,-4 2-42 15,2-4-33-15,1 1-53 0,0-1-35 0,0 1-152 0,-1-4-458 16,2-6 204-16</inkml:trace>
  <inkml:trace contextRef="#ctx0" brushRef="#br0" timeOffset="118053.75">13724 15757 1826 0,'-10'0'127'0,"2"0"1"0,8 0-46 0,-13 1-38 0,13-1-6 16,0 0-14-16,-8 1-1 0,8-1 3 16,0 0 9-16,0 0 4 0,41-1 3 0,-11 0 0 15,5 0-1-15,1-1-1 0,21-1 3 0,-1 4-5 16,-5-3 1-16,-1-1-6 0,-12 1-3 0,2 2-5 15,-5 2 0-15,2-2-2 0,-1 1-1 0,-7 2-7 16,0-1-1-16,-8 2-12 0,-3-2-22 0,-4 0-26 16,-1 1-34-16,-1 0-41 0,-1 0-46 0,-1 2-47 15,-3 0-156-15,-7-5-400 0,9 6 176 0</inkml:trace>
  <inkml:trace contextRef="#ctx0" brushRef="#br0" timeOffset="118476.95">13899 15993 141 0,'0'0'267'0,"0"-9"0"0,0 9-15 16,4-11-6-16,-4 11-15 0,3-3-19 0,-3 3-21 16,0 0-20-16,0 0-17 0,5-7-14 0,-5 7-18 15,0 0-6-15,0 0-6 0,15 12 0 16,-11-3-5-16,3 0-12 0,-2 7 4 0,2 2-7 0,-3 7-6 15,0-1 2-15,-2-4 2 0,-2 6-5 16,0-1 1-16,-2 0-6 0,-2-7-5 0,2 1-14 0,0-1-7 16,-1 2-10-16,-1-5 5 0,0 2-6 0,-2-1-3 15,4 1-7-15,-2-2-4 0,1 1 5 0,-1-5-15 16,2-1-59-16,-2-1-29 0,4 1-34 16,-2-4-39-16,2-6-35 0,0 0-64 0,-5 13-37 15,5-13-223-15,0 0-544 0,0 0 241 0</inkml:trace>
  <inkml:trace contextRef="#ctx0" brushRef="#br0" timeOffset="118649.9">14034 16251 70 0,'0'0'242'0,"13"-7"-10"0,-13 7-16 0,14-4-16 16,-1 3-21-16,0 0-16 0,6 0-16 0,1-1-18 15,0 1-38-15,2 1-46 0,-1 0-76 0,-1 0-67 16,0 0-167-16,-1-2-285 0,-2 1 126 0</inkml:trace>
  <inkml:trace contextRef="#ctx0" brushRef="#br0" timeOffset="119047.51">14677 16018 212 0,'6'-7'217'0,"-6"7"-13"0,0 0-1 16,0 0-3-16,0 0-8 0,0 0-9 15,0 0-12-15,-14 42-13 0,4-18-12 0,-1 1-8 16,-6-1-16-16,0 1-7 0,-2-5-11 0,-3 2-11 16,2-6-6-16,6-1-11 0,-1-2-7 0,-1-1-5 15,4-2-8-15,-2-1-4 0,2-4-5 0,0 1-5 0,3-2-1 16,-2-3-7-16,11-1-3 0,-20 0-3 0,20 0-2 15,-11-4-3-15,11 4-2 0,-10-9-3 16,4 1 0-16,6 8 3 0,-3-16-9 0,3 4-2 16,0 12-2-16,7-20 1 0,0 3-2 0,4 2 2 15,4-5-5-15,-2 4-3 0,0 2 4 0,2 2-4 16,-1-1 4-16,2 3-4 0,-1 4-2 0,-3 0-2 16,1 1-1-16,-2 3 1 0,1 2 1 0,-12 0 1 15,22 4 1-15,-12 2-1 0,2 3 2 0,-4 0 0 16,3 5 1-16,0-1-2 0,2 0 2 0,-4 1 1 15,0 0 0-15,1-1-1 0,2 1 0 0,-3-1-4 16,1 2-20-16,-1-2-28 0,-2-3-39 0,1-1-40 16,1-1-60-16,-4-1-48 0,0 1-192 0,-5-8-463 15,4 9 206-15</inkml:trace>
  <inkml:trace contextRef="#ctx0" brushRef="#br0" timeOffset="119288.01">15098 16002 9 0,'0'0'221'0,"0"0"-9"0,17 3-17 16,-17-3-13-16,12 15-10 0,-7-6-15 0,4 6-11 15,-7 2-16-15,1 1-11 0,-3-2-13 0,0 8-10 16,-3 0-8-16,-2 2-10 0,-1-9 2 0,1 2-13 15,-5 3-8-15,-2-8-13 0,5 2-19 0,-4-2-29 16,-3 0-32-16,1-2-45 0,1 0-28 0,-5 0-38 16,2-3-160-16,-2 2-328 0,-12-2 146 0</inkml:trace>
  <inkml:trace contextRef="#ctx0" brushRef="#br0" timeOffset="119606.05">13647 15965 183 0,'0'0'169'0,"0"0"-10"0,0 0-4 0,0 0-10 15,0 0-4-15,-33 29-5 0,20-3-13 0,-3 4-6 16,0 0-14-16,2 1-3 0,-1 2-7 16,1-1-2-16,3 0-13 0,-1-1-8 0,4 0-2 15,5-4-10-15,1 1-5 0,6-2-4 0,1-2-6 16,5 1-10-16,3-3-13 0,9 1-11 0,3-3-32 16,5-2-19-16,3-3-37 0,18 2-39 0,8-5-21 15,-5-1-33-15,0-2-99 0,-1-3-293 0,1-1 130 16</inkml:trace>
  <inkml:trace contextRef="#ctx0" brushRef="#br0" timeOffset="120405.89">14741 15953 28 0,'0'0'116'16,"0"0"-15"-16,0 0-18 0,0 0-11 0,0 0-3 16,0 0-1-16,0 0-14 0,0 0 8 0,0 0 13 15,0 0-16-15,0 0-5 0,0 0 7 0,0 0-7 16,-17 46-5-16,12-36-7 0,0 3 8 0,-4 2-15 15,0-2-5-15,0 3-13 0,-2-1-20 0,0-1-27 16,4 0-35-16,-3-1-37 0,-7 9-62 0,7-7-177 16,-3-3 79-16</inkml:trace>
  <inkml:trace contextRef="#ctx0" brushRef="#br0" timeOffset="138321.63">8393 10017 36 0,'0'0'40'0,"0"0"-4"0,0 0-3 0,0 0-4 15,0 0-1-15,0 9-8 0,0-9-12 0,0 0-13 16,0 0-33-16,-2 7-41 0,2-7 19 0</inkml:trace>
  <inkml:trace contextRef="#ctx0" brushRef="#br0" timeOffset="139587.75">9174 10188 70 0,'0'0'119'0,"0"0"-4"0,0 0-3 0,0 0-10 16,0 0-5-16,0 0-9 0,0 0-6 0,0 0-5 16,0 0-9-16,0 0-9 0,0 0-6 0,0 0-1 15,0 0-8-15,0 0-3 0,0 0-4 0,0 0-3 16,0 0-4-16,0 0-4 0,0 0-4 0,0 0 0 15,0 0-4-15,0 0-1 0,0 0-4 0,0 0 1 16,0 0-3-16,0 0 2 0,0 0-5 0,0 0 6 16,0 0-6-16,0 0 5 0,0 0 0 0,0 0 0 15,0 0-7-15,0 0 3 0,0 0-5 0,0 0 4 16,0 0 3-16,0 0-3 0,0 0-4 0,0 0 6 16,0 0-10-16,0 0 6 0,0 0-1 0,0 0-1 15,0 0 0-15,0 0-1 0,0 0-2 0,0 0-1 16,0 0 0-16,0 0 6 0,0 0-5 0,0 0 1 15,0 0-4-15,0 0 16 0,0 0-19 0,0 0 5 16,0 0 0-16,0 0 1 0,0 0-7 0,0 0 3 16,0 0 7-16,0 0-5 0,0 0 6 0,0 0-8 15,0 0 4-15,0 0-4 0,4 6 0 0,-4-6 4 16,0 0-1-16,0 0 3 0,0 0-5 0,0 0 5 16,0 0-5-16,0 0 0 0,3 5 5 0,-3-5-5 15,0 0 2-15,0 0 0 0,0 0-8 0,0 0 6 16,0 0-1-16,0 0 1 0,0 0-1 0,0 0 3 15,0 0-2-15,0 0-3 0,0 0 3 0,0 0-6 16,0 0 4-16,0 0-1 0,0 0 5 0,0 0-4 16,0 0-1-16,0 0 5 0,0 0-5 0,0 0 1 15,0 0-3-15,0 0 0 0,0 0 3 0,0 0-4 16,0 0 5-16,0 0 2 0,0 0-5 0,0 0 10 16,0 0-7-16,0 0 0 0,0 0 2 0,0 0-4 15,0 0-1-15,0 0 6 0,0 0-5 0,0 0-7 16,0 0 1-16,0 0 1 0,0 0-5 0,0 0-6 0,0 0 8 15,0 0-5-15,0 0-1 0,0 0 1 0,0 0 3 16,0 0 3-16,0 0-5 0,0 0 6 0,0 0 3 16,0 0 5-16,0 0-7 0,0 0-5 15,4 5-3-15,-4-5-4 0,0 0-3 0,0 0-8 0,0 0-7 16,0 0-11-16,0 0-5 0,0 0-8 0,0 0-21 16,0 0-59-16,0 0-155 0,0 0 70 0</inkml:trace>
  <inkml:trace contextRef="#ctx0" brushRef="#br0" timeOffset="140534.04">11876 9960 142 0,'2'-7'235'15,"-2"7"-11"-15,0 0-7 0,0 0-6 0,0 0-4 16,0 0-10-16,0 0-11 0,0 0-18 0,0 0-11 0,0 0-12 16,0 0-16-16,0 0-8 0,0 0-14 15,7-3-12-15,-7 3-11 0,10-3-9 0,-10 3-8 16,17 0-13-16,-6 0-7 0,2 0-9 0,4-1-13 0,2 1-16 15,-2-1-25-15,-1 2-27 0,2-2-40 0,-4 1-44 16,-1 1-40-16,1-1-35 0,-3 0-182 16,-4 0-416-16,0 1 184 0</inkml:trace>
  <inkml:trace contextRef="#ctx0" brushRef="#br0" timeOffset="140711.97">11873 10058 42 0,'0'0'195'0,"-11"2"-8"16,11-2-12-16,-9 1-14 0,9-1-8 0,0 0-9 16,-7 4-10-16,7-4-8 0,0 0-12 0,0 0-11 15,0 0-8-15,20 8-8 0,-8-4-15 0,-1-3-23 16,8-1-43-16,0 3-49 0,8-2-39 0,0 0-54 16,2 0-128-16,-6-3-286 0,6-2 127 0</inkml:trace>
  <inkml:trace contextRef="#ctx0" brushRef="#br0" timeOffset="140971.81">12029 9822 92 0,'-6'-2'215'0,"6"2"-22"15,0 0-19-15,-9-3-15 0,9 3-16 0,0 0-11 16,0 0-10-16,0 0-8 0,34 9-9 0,-13-3-10 15,6 1-7-15,-2 1-10 0,0 3-4 0,0 2-9 16,-1 2-7-16,-2-1 0 0,-4 5-6 0,-4-3-6 16,-4 0-7-16,-1 4 1 0,-5-3 0 0,-1 2 0 15,-3 0-7-15,-5 5-2 0,1 1-3 0,-3 0 3 0,-5-2-5 16,-3 1-1-16,-4 0-6 0,1-1-24 16,-1-1-43-16,1-3-48 0,3-3-64 0,-1 2-191 15,2-8-381-15,3-2 168 0</inkml:trace>
  <inkml:trace contextRef="#ctx0" brushRef="#br0" timeOffset="141652.81">13440 9710 104 0,'0'0'219'0,"0"0"-27"0,0-9-19 0,0 9-17 15,0 0-16-15,0 0 0 0,0 0-2 0,0 0 8 16,-10 25-7-16,-1-10-10 0,-1 8-5 0,-1 0-10 0,-1 1-8 16,-1 1-14-16,-2-2-6 0,0 3-10 0,1-4-6 15,0 0-7-15,2-6-6 0,-1 6-1 0,1-10-5 16,3-1-4-16,3-1-5 0,-4-3 0 0,3-1 3 16,1 1 6-16,3-4 8 0,-2 0 3 0,0-1 1 15,7-2-5-15,-15-4 3 0,8 2-7 0,0-2-3 16,-2-4 0-16,3 1-6 0,1-5-2 0,1 0-3 15,-1 2-10-15,4-2-2 0,-3-5-5 0,4 3 0 16,2 3-1-16,1-5-4 0,4 2 0 0,0 0-4 16,-1 4-5-16,3-5 0 0,-2 8 2 0,0 0-5 15,1 3-1-15,-1 2-3 0,5 1-2 0,-3 1 1 16,1 0-2-16,2 1-1 0,-1 4-1 0,0 1 3 16,5 2-1-16,-7 1-1 0,0-2-3 0,5 6 1 15,-1-2 0-15,-1 4 2 0,-1 1 3 0,-1 1 0 16,0-1-1-16,-1-4-29 0,-1 4-18 0,0-2-30 15,-1 2-29-15,-3-5-47 0,0 0-48 0,0-1-31 16,1 2-36-16,-3-5-144 0,0 0-446 0,3-1 197 16</inkml:trace>
  <inkml:trace contextRef="#ctx0" brushRef="#br0" timeOffset="142382.7">13697 9765 152 0,'5'-5'172'0,"-1"0"-7"16,4 0-11-16,2 0-7 0,-1 2-17 15,4 0-7-15,1 1-12 0,6 2-7 0,2 0-17 16,7 0-7-16,-1 0-10 0,-8 2-10 0,9 0-18 16,-13 2-31-16,2-3-34 0,-5 2-22 0,-2-1-31 0,1 0-16 15,-3 0-8-15,-3-1 2 0,-6-1 2 16,12 4 9-16,-8-3 11 0,-4-1 14 0,0 0 11 15,0 0 20-15,0 0 13 0,0 0 13 0,0 0 8 16,0 0 4-16,0 0 11 0,-18-16 6 0,14 12 12 0,4 4 2 16,-9-5 8-16,9 5-7 0,-9-4 1 0,9 4 2 15,-7-1 0-15,7 1-3 0,0 0 10 16,-11 6 17-16,9 0 11 0,-3 4-2 0,1-1 9 16,-4 6 1-16,6 0 0 0,-2 1-4 0,1 2-2 0,-1-2-2 15,2 1 5-15,-2 1-6 0,1 2-3 0,1-2-6 16,0 0-7-16,-1 0-6 0,1-2-7 0,0-4 2 15,2-1-8-15,0 3-2 0,-2-5-4 0,1 1 2 16,1-2-10-16,-1 0-1 0,1-8-3 0,-1 11-1 16,1-11 0-16,-4 10-6 0,0-6-5 0,4-4-3 15,-7 4-9-15,7-4-3 0,-10 3-9 0,10-3 2 16,-10 0 4-16,10 0 2 0,0 0-3 16,-13-6 3-16,13 6-4 0,-8-3 4 0,8 3-2 0,-6-4 1 15,6 4 1-15,0 0 2 0,0 0-2 0,-7-3 0 16,7 3-4-16,0 0 4 0,0 0 0 0,0 0-1 15,0 0 2-15,23-1-4 0,-12 2-6 0,2 0-15 16,5-1-14-16,1 2-27 0,2-2-16 0,4 0-33 16,2 0-8-16,-4 0-7 0,-1 0-18 0,-4 0 8 15,2-2 0-15,-7 1 15 0,1-1 11 0,0-2 21 16,-4 1 23-16,0-1 20 0,-3 1 11 0,2-4 22 16,-3 1 8-16,2 0 20 0,-4-2 9 0,2 0 11 15,-2 1 16-15,-1-2 0 0,-1 2 10 0,0 0 8 16,-2 7 8-16,4-10 8 0,0 5 1 0,-4 5-3 15,2-7-7-15,-2 7-10 0,0 0-8 0,0 0-1 16,0 0 2-16,0 0 11 0,0 0 10 0,0 0 0 16,2 27 1-16,-4-15 6 0,0 2 1 0,1-2-11 15,-3 3-4-15,1 1-9 0,1-4-5 0,0 5-3 16,0-2-3-16,2 1-5 0,-1-4-7 0,-1-1-2 16,4 0-9-16,-2-3-16 0,0 1-25 0,0-9-18 0,0 14-26 15,0-9-23-15,0-5-27 0,1 8-2 16,-1-8-23-16,0 0-9 0,0 8-4 0,0-8-16 0,0 0-107 15,0 0-297-15,0 0 133 0</inkml:trace>
  <inkml:trace contextRef="#ctx0" brushRef="#br0" timeOffset="142712.28">14177 10164 808 0,'0'-9'-57'0,"-2"-2"9"16,4-2 12-16,0-3 3 0,-2 0 11 0,0-1 20 0,2 0 8 15,1 1 3-15,-2 0 11 0,5 0 18 0,-1-1 13 16,1 7-1-16,0-2 5 0,2 3 4 16,1 0-11-16,1 1 20 0,1 2 3 0,-3 1 4 15,3 0 9-15,1 2-3 0,-1 1-1 0,0 0-6 0,0 4 0 16,0 0 0-16,-6 0-2 0,1 0-6 0,4 3-10 15,-2-1 6-15,-1 2 0 0,0 1-8 0,-2-2-6 16,-1 2 3-16,-2-1-8 0,0 0-3 16,-2 2-2-16,-2 2-2 0,0-1-4 0,-5-1-5 0,3 0 0 15,-3 1-2-15,4-2-4 0,1 1-1 0,-4 0-3 16,2-1-1-16,1 0-4 0,-2-1-1 16,3 1-2-16,2-7 1 0,0 14-1 0,-2-9-1 15,2-5 0-15,4 15-2 0,-1-7-2 0,0-2 1 0,1 3-3 16,0-2 2-16,1-1-1 0,-1 0 0 0,-2 1-3 15,3 0 2-15,-2-2-6 0,1 1 7 0,0-1-2 16,-4-5 4-16,4 8-4 0,-4-8 5 0,-2 12 7 16,2-12-2-16,-9 11-2 0,2-5 3 0,-2-1-2 15,-1 2-8-15,-4-1-13 0,3-1-15 0,-1-1-20 16,-1 0-39-16,4-2-28 0,1-1-39 0,8-1-44 16,-14 0-134-16,14 0-357 0,-10-5 158 0</inkml:trace>
  <inkml:trace contextRef="#ctx0" brushRef="#br0" timeOffset="143068.78">14564 10023 1747 0,'11'-6'46'16,"-1"1"2"-16,-1 2-11 0,1-2-29 0,2 4-2 16,-1-1 11-16,0 1-8 0,7 0 13 0,-1-2 0 15,2 3-5-15,2 0-9 0,-2 3 4 0,4-3-1 16,-1 4-14-16,-4-3-19 0,2 0-18 0,-1 1-18 15,-6-2-13-15,-3 0-17 0,-1 0-5 0,-3 2-4 16,-6-2 3-16,0 0 0 0,12-2 6 0,-12 2 6 16,0 0 16-16,1-8 13 0,-1 8 16 0,0 0 22 15,-5-13 23-15,5 13 21 0,-6-14 3 0,2 10 13 16,1-3 6-16,-1 1-8 0,0 1 4 0,1-3 1 16,3 8 6-16,-4-9 1 0,4 9 5 0,-3-7-1 15,3 7-9-15,0 0 0 0,-4-8-1 0,4 8-12 16,0 0 9-16,0 0 3 0,0 0 5 0,0 0 11 15,-7 19 11-15,5-9 1 0,-1 0-8 0,0 2-4 0,0 1-2 16,-2 4-3-16,3-2-6 0,0 2-4 16,-2 0-6-16,1-1-1 0,-1-3-13 0,3-1-28 15,-1 0-33-15,2 0-59 0,-2-2-55 0,2 0-60 16,-1-3-146-16,1-7-380 0,1 12 170 0</inkml:trace>
  <inkml:trace contextRef="#ctx0" brushRef="#br0" timeOffset="143445.73">15468 9815 143 0,'5'-4'223'0,"0"1"-19"0,-5 3-23 0,4-4-4 0,-4 4 4 16,0 0 4-16,0 0-4 0,-11 28-19 0,1-14-14 15,-3 9-10-15,-4 2-12 0,-1-2-14 16,2 2-10-16,-3-3-12 0,3 0-5 0,-5-4-6 0,8-3-9 15,-1-1-7-15,-1-1-8 0,0-1-1 0,1-5-7 16,0 0-4-16,4-4-5 0,-3 0-3 0,0 0-1 16,2-3-2-16,-1-2-4 0,1 1 0 0,3-3-3 15,0 1-2-15,2-3-4 0,-2-1 1 0,6 2-3 16,-1-2-4-16,0 0-2 0,1-3 0 0,2-1 0 16,4 2-4-16,0-3-1 0,3-3 1 0,4 1-3 15,0 3 1-15,-2 3-4 0,3-1 0 0,-3 2-2 16,1 5 1-16,1-1-3 0,-2 3-1 0,-1 3 0 15,3-1 0-15,-3 5 1 0,1 2 1 0,-1 0-1 16,-1 2 2-16,2 5-2 0,-2-2 4 0,-1 0 1 16,3 2 0-16,-3-2-4 0,2 1-6 0,-1-2-30 15,2 1-30-15,-3-3-44 0,-1 0-56 0,3-1-59 16,-3-5-204-16,5 1-464 0,-2-1 205 0</inkml:trace>
  <inkml:trace contextRef="#ctx0" brushRef="#br0" timeOffset="144165.21">15692 9873 144 0,'0'-6'193'16,"5"0"-16"-16,-1 1-21 0,2-1-15 0,4 1-10 16,2-1-18-16,5 3-8 0,0-2-19 0,1-1-29 15,1 3-26-15,1-1-34 0,-2 0-27 0,1 0 4 0,-3 1-22 16,-3-1-13-16,0 2 3 0,-4 1 10 0,1-3-5 15,-2 2 7-15,-2 0 11 0,-6 2 22 16,10-5 12-16,-5 2 20 0,-5 3-2 0,6-6 2 16,-6 6 19-16,3-7 12 0,-3 7 5 0,0 0 3 15,2-7 6-15,-2 7-14 0,0 0 0 0,0 0-8 16,0 0-11-16,0 0 1 0,0 0-1 0,0 0 13 16,0 0 13-16,0 0 4 0,-8 22 2 0,3-7 9 15,2 1 2-15,-2 2-4 0,1-1 0 0,-2 9 12 16,2-7 2-16,0 0-4 0,-1 5-3 0,1-5-6 0,-1-1-3 15,3 1-7-15,-2-1-4 0,0-1-5 0,3-2-3 16,-1-3-6-16,0 1-4 0,1-1-7 16,1-1 1-16,-2-1-2 0,1 1-6 0,0-4 2 15,-1 0-2-15,2-7-5 0,0 13 1 0,0-13-2 0,-2 12-3 16,2-12-2-16,0 7 0 0,0-7-6 0,-3 8-7 16,3-8-9-16,0 0-9 0,-10 2-12 15,10-2-5-15,0 0 2 0,-10-2 4 0,10 2 1 0,0 0 3 16,-14-6 2-16,14 6 3 0,-5-5 1 0,5 5 4 15,-4-6-2-15,4 6 8 0,0 0 1 0,0 0 2 16,-5-6-1-16,5 6 3 0,0 0-3 0,0 0 1 16,0 0 0-16,0 0 6 0,0 0 0 0,0 0 2 15,0 0-2-15,0 0 1 0,29 12-2 0,-18-9 2 16,2 3-2-16,7-2-17 0,-1-2-25 0,1 0-33 16,7 0-33-16,0-1-22 0,0-1-12 0,1 0-4 15,-1-1-2-15,2-1 5 0,-7-2 18 0,5 0 26 16,0 1 16-16,0-2 15 0,-6 2 9 0,-1-2 11 15,1-1 17-15,-1 0 13 0,1 0 12 0,-2-2 12 16,-1 1 2-16,-1-2 11 0,-5 3 10 0,-1 2 7 16,-2-3 9-16,1 4 8 0,-5-1 12 0,0 1 1 15,-5 3-2-15,5-7-1 0,-5 7-5 0,0 0 10 16,0 0-7-16,0 0 9 0,-22 0 1 0,8 6 14 16,-1-1 6-16,-4 5-3 0,0-2 4 0,-1 3 1 15,-3 1-5-15,8 0 9 0,-1-1-16 0,0 0-3 16,6 3-13-16,2-6-3 0,2 3-7 0,-2-1-3 15,6 0-7-15,-1 0-11 0,3-2-17 0,4-1-29 16,5 1-47-16,-1-1-48 0,7-1-67 0,4-2-52 16,1 0-198-16,11-1-460 0,1-2 204 0</inkml:trace>
  <inkml:trace contextRef="#ctx0" brushRef="#br0" timeOffset="144468.22">16940 9991 86 0,'-7'-3'213'0,"2"1"-4"0,5 2-21 0,-10-4-8 15,10 4-12-15,-8-5-14 0,8 5-13 0,0 0-9 16,0 0-15-16,-4-3-8 0,4 3-7 0,0 0-13 16,0 0-9-16,23-3-8 0,-9 0-5 0,5 3-9 15,0 0-3-15,3 1-12 0,0-2-34 0,-3 1-23 16,-1 1-31-16,1-1-28 0,-4-1-32 0,-1 0-17 0,-6-1-15 16,0 2-15-16,-2-3-119 0,-6 3-293 15,12-7 129-15</inkml:trace>
  <inkml:trace contextRef="#ctx0" brushRef="#br0" timeOffset="144661.12">17158 9942 564 0,'2'-9'-24'0,"-2"9"4"0,-1-10 18 15,1 10 15-15,-4-12 17 0,4 12 13 0,-4-12 6 0,2 7 11 16,2 5 12-16,-5-11 9 0,2 8 7 16,3 3 4-16,-5-9 3 0,5 9 2 0,0 0-7 15,-4-6 3-15,4 6-14 0,0 0-11 0,0 0-7 0,0 0 4 16,0 0-2-16,0 0 14 0,-13 13 9 0,8-4 4 16,-2 4-1-16,-1 4-5 0,3-1-3 15,0 2-4-15,-1 2-8 0,1-1-2 0,-2-2-5 0,0 2-8 16,2 1-5-16,0 2 3 0,1-3-12 0,2-2-4 15,-3 1-16-15,2-1-27 0,2-2-29 0,-2-2-51 16,3-2-56-16,0 1-49 0,2-2-196 0,-2-1-420 16,0-9 186-16</inkml:trace>
  <inkml:trace contextRef="#ctx0" brushRef="#br0" timeOffset="145742.23">17504 9855 204 0,'8'-1'211'0,"3"-2"-19"0,2-1-21 16,1 2-14-16,5 1-19 0,0-1-14 0,2-1-13 16,-2 3-16-16,1 0-24 0,2-2-17 0,-9 2-16 15,0-1-13-15,-2 1-17 0,-3 1-9 0,0-1-6 16,-8 0-4-16,12-1-4 0,-12 1 3 0,0 0-12 0,9 0 6 15,-9 0-1-15,0 0 8 0,0 0 4 16,0 0 16-16,0 0 2 0,0 0-3 0,0 0 2 16,0 0 6-16,0 0 4 0,-24-7 1 0,24 7 0 0,0 0 0 15,0 0 6-15,-10 0-1 0,10 0-2 0,0 0 12 16,-7 10 2-16,3-4 4 0,3 0 7 16,-1 4 9-16,-3 2 1 0,2 5-2 0,-1 0 2 0,2 0 0 15,-3 1-3-15,1 7 0 0,1-6 4 0,2 0-5 16,0 0-3-16,-1 0-7 0,1 0-1 0,1 1-4 15,0-3-5-15,0 1 1 0,-1-3-3 0,1-2-3 16,0 0-2-16,-3-2-4 0,3 1 1 0,0-2-5 16,-2 0-3-16,2-2 0 0,-2-1-3 0,2-7 0 15,-6 12 0-15,3-7-2 0,0-2-4 0,-3 2-4 16,1-1-6-16,5-4-6 0,-15 4-2 0,5-3 1 16,-2 0 0-16,12-1-3 0,-12-2 4 0,12 2 3 15,-13-4-1-15,5 0-2 0,2 0 5 0,1 0 0 16,5 4 6-16,-11-7 5 0,11 7-1 0,-7-4 6 15,7 4 3-15,-5-5-1 0,5 5 2 0,-6-4 0 16,6 4-2-16,0 0 0 0,0 0-2 0,0 0 0 16,0 0-2-16,0 0-6 0,0 0 9 0,21-4-6 15,-11 4 1-15,4 1-5 0,3-1 5 0,3 1-5 16,1-2-2-16,6 1-9 0,1 0-18 0,0-1-17 16,-5 1-20-16,0-2-21 0,2-1-6 0,5 0-9 15,-2-1-4-15,-8 4 9 0,3-3 4 0,-3 3 5 16,2-6 9-16,-1 3 13 0,-2 0-1 0,0-1 12 15,0 1 5-15,-2-1 7 0,-3 2 14 0,-1-3 1 16,0 2 13-16,3-3 5 0,-7 3 6 0,3 0 15 16,-3 0 3-16,-4 1 16 0,-5 2 5 0,9-5 3 15,-5 3 5-15,-4 2 4 0,0 0 1 0,7-8-5 16,-7 8 1-16,0 0 3 0,0 0-3 0,0 0-1 16,-14-9 4-16,14 9 2 0,-13 0 1 0,13 0 1 0,-17 3 3 15,5 1 5-15,-1 2-3 0,-1 3 4 0,3-4-1 16,-5 6-2-16,1-1 1 0,1 2-1 15,1-1 0-15,-1 1-13 0,3 0 3 0,3-1-7 16,0-1-2-16,3 1-6 0,0-3-1 0,1 4-4 0,3-5-3 16,1 1-5-16,2 1 17 0,2-3-20 0,5 2 0 15,3-1 3-15,4 1-2 0,2-2-4 0,3-3-1 16,-1 1-6-16,2-1 6 0,-2-2 6 16,1-1-18-16,2 0-2 0,-3-2-6 0,2 0 5 0,0 0-8 15,1-2 2-15,-2 0 1 0,-1-1-6 0,0-1 5 16,-1 1 6-16,0-2-7 0,-1-3-5 0,-1 2 7 15,-1 0-3-15,-4 1 2 0,-2-1-1 0,0 1 2 16,-1 1-1-16,-2 3 3 0,0-1-1 0,-2 0-1 16,-5 4 1-16,8-4 3 0,-8 4-7 0,0 0 2 15,5-3 0-15,-5 3 2 0,0 0 9 0,0 0 7 16,-13 23-1-16,5-14-3 0,1 0 0 0,2-1 2 16,-1 0-3-16,2 0 0 0,1-1 1 0,2 2 1 15,-3-1-1-15,4-8-1 0,3 12 0 0,-1-6 7 16,3 0 5-16,1-2-1 0,1-3 10 0,6 3 7 15,0-3-4-15,5 1-4 0,-7-2 10 0,2-2 2 16,1 0 0-16,-1-1 4 0,-2 2 14 0,-2-3 0 16,2-1 4-16,-5-2-9 0,4 1 1 0,-4-2-9 15,-2 2 1-15,-1-4-11 0,0 1-5 0,-2 0-3 16,-2-1-18-16,1 10-12 0,-7-16-20 0,1 8-24 16,-2 1-13-16,-9 0-21 0,2-2-22 0,-4 3-28 15,-4 3-24-15,-4-1-49 0,5 4-53 0,3 0-40 16,0 3-231-16,5-1-570 0,2-1 253 0</inkml:trace>
  <inkml:trace contextRef="#ctx0" brushRef="#br0" timeOffset="145870.87">18335 10294 173 0,'0'0'158'0,"0"0"-16"0,-7 3-16 0,7-3-8 0,0 0-14 15,-9 4-28-15,9-4-40 0,-12 3-43 0,3-2-62 16,-3 1-75-16,-7 0-154 0,1-1 69 15</inkml:trace>
  <inkml:trace contextRef="#ctx0" brushRef="#br0" timeOffset="146649.41">15885 10107 128 0,'0'0'158'0,"0"0"-8"16,0 0-9-16,0 0-11 0,0 8 3 0,0-8-8 15,0 0-17-15,0 0-13 0,0 0-2 0,0 0-13 16,0 0-8-16,0 0-5 0,0 0-26 0,0 0-31 15,0 8-22-15,0-8-40 0,0 0-25 0,0 0-27 16,0 0-111-16,-8 8-232 0,8-8 103 0</inkml:trace>
  <inkml:trace contextRef="#ctx0" brushRef="#br0" timeOffset="147402.94">3825 10824 180 0,'0'0'190'0,"-16"0"-20"0,16 0-18 0,0 0-23 16,0 0-16-16,0 0-13 0,0 0-19 0,0 0-17 0,0 9-29 15,0-9-23-15,0 0-28 0,9 8-26 16,-5-4-39-16,0 1-101 0,-4-5-196 0,10 3 87 16</inkml:trace>
  <inkml:trace contextRef="#ctx0" brushRef="#br0" timeOffset="148446.91">15935 10223 67 0,'0'0'129'0,"0"0"-16"0,0 0-6 0,-8 1-14 16,8-1-1-16,0 0-17 0,-9 2-6 0,9-2-12 16,-6 3-1-16,6-3-6 0,-10 3-15 0,10-3-30 15,-6 3-13-15,6-3-29 0,-7 6-30 16,3-2-73-16,4-4-150 0,-13 4 66 0</inkml:trace>
  <inkml:trace contextRef="#ctx0" brushRef="#br0" timeOffset="149015.6">3229 10403 1571 0,'3'0'-192'0,"-3"0"127"0,0 0-30 0,12-3-35 15,-12 3-22-15,12 0-5 0,-8 3-168 0,-4-3 74 16</inkml:trace>
  <inkml:trace contextRef="#ctx0" brushRef="#br0" timeOffset="149771.19">16028 10258 76 0,'8'-3'111'0,"-8"3"-23"0,0 0-27 15,0 0-29-15,0 0-12 0,0-8-33 0,0 8-50 16,0 0-67-16,0 0 29 0</inkml:trace>
  <inkml:trace contextRef="#ctx0" brushRef="#br0" timeOffset="150828.91">4619 9410 22 0,'0'0'135'0,"-9"-5"-5"0,9 5-7 0,-11-2-10 0,11 2-6 16,-10-2-2-16,10 2-1 0,-11-2-5 15,11 2-1-15,-8-2 0 0,8 2-2 0,0 0-7 16,0 0-5-16,-8-4-4 0,8 4-7 0,0 0-3 15,0 0-12-15,0 0-4 0,-8 0-6 0,8 0-2 0,0 0-7 16,0 0-1-16,0 0-2 0,0 0-3 16,35 4-5-16,-17-4 1 0,1-1-8 0,3 1-20 15,4 0-28-15,4-1-21 0,-2-1-35 0,-1-1-33 16,-2 1-36-16,-4 1-121 0,-1 0-294 0,-8-1 131 16</inkml:trace>
  <inkml:trace contextRef="#ctx0" brushRef="#br0" timeOffset="151281.87">4724 9391 146 0,'0'0'160'0,"0"0"-13"0,0 0-17 16,0 0-10-16,0 0-10 0,-3 10 3 15,3-2-2-15,0-8-3 0,2 26-1 0,-1-7 4 16,-2 6-8-16,0 4-7 0,1 2-8 0,-3-2-2 0,1 0-8 15,-1 3-9-15,0-2-2 0,2-2-5 0,-1-1-8 16,-2-2-3-16,2 0-6 0,-1-7-4 16,0 0-1-16,1 0-7 0,-1 0 3 0,3-3-7 15,-2 1 0-15,-1-1-6 0,0-3 2 0,2-2-5 16,-1 1 0-16,0-3 0 0,0 0-5 0,0-3-1 0,2-5 0 16,-2 11 0-16,2-11 0 0,-3 8 0 0,3-8 2 15,-2 5-4-15,2-5 0 0,0 0-1 16,-10 4-2-16,10-4 0 0,-9-2 1 0,9 2 0 0,-12-7 0 15,2 4-6-15,1-2 2 0,1 0-1 0,-3-1-2 16,2 3 0-16,1-4 0 0,-3 2-1 0,2 1-1 16,-2 1-1-16,0-4 1 0,1 5 2 0,3 1-5 15,7 1 0-15,-12-4 0 0,12 4-2 16,-11-1 1-16,11 1-3 0,0 0 0 0,-10-2 1 0,10 2 3 16,0 0 1-16,0 0-4 0,-4 7 6 0,4-7-3 15,0 0 2-15,0 0 4 0,20 11 1 0,-7-9-2 16,4 0-1-16,10 2 2 0,2-1 0 0,3-3-6 15,2 2-21-15,-1-1-29 0,3-4-39 0,-1 1-35 16,4-3-36-16,-1 0-20 0,0 0-158 16,-4 0-368-16,-2-2 163 0</inkml:trace>
  <inkml:trace contextRef="#ctx0" brushRef="#br0" timeOffset="151503.96">5156 9778 149 0,'-11'-1'190'0,"11"1"-3"0,-19 1-4 0,8 4-4 16,0-1-13-16,-7 8-5 0,1-1-9 0,-3 6-7 15,3-2-14-15,-1 2-10 0,6 1-13 16,0-3-6-16,2 3-11 0,1 1-8 0,6-2-9 0,3 1-3 16,3-1-8-16,5-2-6 0,-2-1-9 0,3 0-25 15,4-2-27-15,1-3-36 0,5-1-30 0,1-3-42 16,9-2-35-16,3-2-42 0,0 1-132 15,-4-4-347-15,1 0 154 0</inkml:trace>
  <inkml:trace contextRef="#ctx0" brushRef="#br0" timeOffset="151642.21">5431 9983 90 0,'0'0'211'0,"0"0"-25"0,0 0-19 0,0 0-23 16,0 0-39-16,0 0-32 0,0 0-30 0,9-6-46 15,-9 6-38-15,0 0-47 0,0 0-61 0,0 0-159 16,0 0 71-16</inkml:trace>
  <inkml:trace contextRef="#ctx0" brushRef="#br0" timeOffset="167721.62">12154 8136 28 0,'-4'-3'140'0,"4"3"-4"0,0 0-7 0,-10-4-7 0,10 4 3 15,0 0-6-15,0 0-14 0,0 0-1 0,0 0-4 16,0 0 3-16,-6-4-8 0,6 4-2 0,0 0-6 15,0 0-2-15,0 0-1 0,0 0-7 0,0 0-5 16,0 0 1-16,0 0-2 0,0 0-9 0,20-3-1 16,-5 3-1-16,4-3-6 0,10 1-1 0,-2 0-9 15,1 1-1-15,5-2-9 0,1 1-2 0,1 0-10 16,1 0 4-16,2-2-14 0,-4 3-21 0,-1-2-34 16,-2 3-35-16,-1 0-40 0,-9-1-42 0,-3 1-181 15,-8 0-369-15,1 0 164 0</inkml:trace>
  <inkml:trace contextRef="#ctx0" brushRef="#br0" timeOffset="168014.57">12823 7903 210 0,'2'-4'203'0,"-2"4"-8"0,6-6-17 0,-6 6-21 16,0 0-11-16,4-7-21 0,-4 7-13 0,0 0-12 16,0 0-11-16,0 0-8 0,0 0-2 0,0 0-7 15,-2 20-7-15,1-11-4 0,0 3-3 0,-2-1-8 0,-2 5 1 16,0 0-9-16,1 0-2 0,0 0-1 16,-1 1-7-16,1 1 1 0,0-3-3 0,-1-3-7 15,4 4 0-15,-3-1-12 0,0-3-22 0,-1 0-25 16,3 1-17-16,0-3-33 0,-2 0-22 0,1-1-24 0,0-2-8 15,3-1-18-15,0-6-106 0,-2 14-285 0,2-14 126 16</inkml:trace>
  <inkml:trace contextRef="#ctx0" brushRef="#br0" timeOffset="168216.43">12929 8000 25 0,'2'-7'154'16,"0"1"7"-16,-2 6-9 0,5-7-14 0,-5 7-12 15,2-6-10-15,-2 6-12 0,0 0-16 0,0 0-6 0,0 0-1 16,0 0-6-16,0 0-6 0,0 0 4 0,0 0-7 16,2 25-2-16,-6-15-9 0,1 3 0 15,1 2-10-15,-2 0 0 0,0-2-7 0,1 3 0 16,-4-1-22-16,3 3-5 0,-1-3-36 0,1 1-34 0,0-6-24 16,1 3-45-16,-1-3-136 0,-1 0-286 0,0-2 127 15</inkml:trace>
  <inkml:trace contextRef="#ctx0" brushRef="#br0" timeOffset="168433.54">13174 7957 104 0,'0'0'155'0,"6"7"-15"0,-6-7-13 16,2 10 6-16,-2 0 0 0,-4-1-14 0,2 8-11 15,-2-2-7-15,-1 2-11 0,-2-1-7 0,-2 0-8 16,0-1-5-16,-3 2-13 0,-3 3-24 0,3-4-23 16,-5-1-19-16,1-1-18 0,-1-3-29 0,-2-2-27 15,-6 3-25-15,6-5-102 0,-4-2-226 0,4-1 100 16</inkml:trace>
  <inkml:trace contextRef="#ctx0" brushRef="#br0" timeOffset="168640.26">12619 7900 89 0,'-12'15'157'16,"-1"-3"5"-16,3 6-11 0,0 0-10 0,1 5-3 16,-2 2-8-16,1 1-16 0,4 1-7 0,-1-2-6 15,5-4-13-15,2 4-8 0,3-6-9 0,3 1-5 16,-2-2-16-16,6 0-29 0,-1-2-28 0,3-3-36 15,5-2-36-15,-2 2-70 0,1-6-83 0,2-2-250 16,2-3 110-16</inkml:trace>
  <inkml:trace contextRef="#ctx0" brushRef="#br0" timeOffset="168826.94">13131 7548 190 0,'0'0'228'16,"-1"-9"-26"-16,1 9-25 0,-4-6-23 0,4 6-27 15,0 0-32-15,0 0-27 0,0 0-41 0,0 0-25 16,0 0-47-16,0 0-37 0,-6 22-109 0,-1-12-206 0,-3 4 91 16</inkml:trace>
  <inkml:trace contextRef="#ctx0" brushRef="#br0" timeOffset="171550.54">18786 9033 59 0,'-5'-15'125'0,"0"4"-16"0,1 1 0 16,-1 0-12-16,0 0-3 0,-1 0-10 0,3 1-7 15,-3 1 0-15,1 0-7 0,2 3-9 0,3 5-10 16,-5-11 5-16,3 7-2 0,2 4-2 0,-5-11-7 16,5 11 17-16,-2-5-18 0,2 5 7 0,0 0-1 15,-6-7-8-15,6 7-6 0,0 0 5 0,0 0-8 16,-1-8-4-16,1 8 3 0,0 0-6 0,0 0 2 15,0 0-3-15,0 0 1 0,0 0-6 0,0 0-3 16,0 0 0-16,0 0-2 0,0 0-5 0,0 0-3 16,0 0 0-16,0 0 0 0,0 0 2 0,0 0 1 15,0 0-10-15,0 0 11 0,7 22 6 0,-5-15-4 16,2 1 0-16,1 3 1 0,1-3-1 0,-1 3 0 16,2 2 8-16,1-1-2 0,-1 4-1 0,2 1-2 15,-4 0-4-15,4 5 5 0,-2-3-2 0,3 7-2 16,-1 2 4-16,-1 2-1 0,-3-1-4 0,2 3-1 15,-2 0 3-15,-2 4-2 0,1 10-4 0,-3-1-2 16,0-9 0-16,1 13 4 0,-4-2-4 0,0 1 3 16,2-2-7-16,-4 0 3 0,-1-1 0 0,1 1 0 15,-4 2 0-15,2 2 3 0,-2 3-6 0,1 2 2 16,-4 1 4-16,2-1-5 0,0 5-1 0,-2-3-1 16,-3 23 3-16,4-23 1 0,-4-1-5 0,-1 2 2 15,-6 21-1-15,4-25-5 0,4 6 9 0,-2 21-1 16,1-23-4-16,0 25 6 0,-5-1-4 0,6-24-1 15,-10 22 1-15,8-22 0 0,-2 27 0 0,4-27-1 0,-2 27-2 16,1 3 4-16,1-2-3 0,0-2 2 16,1-1 0-16,1 0-5 0,7-23 5 0,-6 27-2 15,5-4-1-15,1 3 0 0,2 2 2 0,-3-1 2 16,-1 1-4-16,-2-2 4 0,-1 4-3 0,2-2-4 0,-3-2 1 16,-3-2 5-16,0 3-2 0,-2 1-1 0,2-1 4 15,2 3 0-15,-4-2 9 0,3 2-3 0,-2-3 1 16,0-1-1-16,0 0-4 0,0 1 2 15,-1 3 1-15,-1 1-3 0,1-1 3 0,-2 3 5 16,-2-5-17-16,4 2 7 0,-2-1-3 0,3 2 6 0,-1 0 8 16,2-1 1-16,0 1-2 0,-1 0 2 15,-1 1-1-15,-1 0-1 0,1-8-1 0,0 0 4 0,1 1-8 16,-2-2 1-16,5-24 4 0,-8 24-7 16,2-26 0-16,-10 23 1 0,9-26 0 0,-3 1-2 15,0-2 0-15,3-3-5 0,-7-4 4 0,1 4-1 0,-3-5-8 16,2-4 5-16,-4 1-1 0,-4-1 4 0,10-12-6 15,-13 7 18-15,-1-4-10 0,-3 0-11 16,8-12-20-16,-1-2-13 0,-1-4-30 0,-2-1-14 16,-1-4-31-16,1-6-34 0,0-1-30 0,2-7-145 15,-3-4-349-15,2-10 155 0</inkml:trace>
  <inkml:trace contextRef="#ctx0" brushRef="#br0" timeOffset="172525.84">19898 9010 57 0,'-4'-6'110'0,"4"6"-12"0,-5-5-6 0,5 5-6 15,0 0-3-15,-7-7-7 0,7 7 2 0,0 0 10 16,-5-6-12-16,5 6 0 0,0 0 0 0,-5-6-1 15,5 6 5-15,0 0-1 0,-4-6 1 0,4 6 2 16,0 0 1-16,0 0-3 0,0 0-5 0,0 0-8 16,-1-7-3-16,1 7-9 0,0 0 0 0,0 0-6 15,0 0-4-15,0 0-3 0,0 0-5 0,0 0-1 16,0 0-7-16,0 0-1 0,18-4-3 0,-5 2 1 16,7-1-4-16,8-1-1 0,3 0-3 0,2 0 3 15,-1 0-5-15,4 1-2 0,-2 0-1 0,1-1-3 16,0 0-7-16,-4 3-7 0,-4 0-12 0,-5 0-19 15,-2-1-18-15,-8 1-11 0,-2 1-41 0,2-2-23 16,-6 1-30-16,-6 1-137 0,6-1-317 0,-6 1 141 16</inkml:trace>
  <inkml:trace contextRef="#ctx0" brushRef="#br0" timeOffset="172773.86">19812 8987 93 0,'-5'5'139'0,"5"-5"2"16,0 11 1-16,0-1 5 0,0 5-7 0,0 2-10 15,-3 9-6-15,1 0-3 0,-2 5-3 0,-1-1-11 16,-4-1-7-16,1 2-7 0,1-3-5 0,-1 3-6 16,-2-3-14-16,2 2 1 0,2-2-6 0,-2-1-7 15,0 0-5-15,2-8-4 0,1 5-6 0,0-5 2 16,2-2-9-16,-1 1-15 0,-1-6-23 0,2 1-27 15,-1-2-32-15,1-2-33 0,-1 0-34 0,3-2-42 16,-2-1-122-16,3-6-318 0,-6 6 141 0</inkml:trace>
  <inkml:trace contextRef="#ctx0" brushRef="#br0" timeOffset="173768.73">19769 9349 133 0,'10'-4'128'0,"3"-1"1"0,-2 0-13 0,1 1 1 0,0-1-18 16,-1 3-8-16,1 0 2 0,-1 1-8 0,0-1-7 15,1 1-6-15,-1 1-5 0,-1 0-4 0,2 1-5 16,-2-1-7-16,2 3-2 0,-1 1 4 0,-1-1 8 16,1 3 3-16,0 1 2 0,-1 2-2 0,-1-1-8 15,1 4-4-15,1 3 0 0,-2-1 7 0,0 0-6 16,-3 4-2-16,0-1-5 0,-3-1 0 0,1 2-5 15,-2-1-6-15,0 0 0 0,0-2-3 0,-1-3-3 16,-2 0 0-16,-1-3-4 0,0 0-2 0,0-2 1 16,-1-1-2-16,-1-1 2 0,4-5-3 0,-10 5 4 15,4-3-5-15,6-2 0 0,-14-2-1 0,14 2 4 16,-13-7-8-16,5 3-1 0,3-4 1 0,3-2-4 16,-1 0-2-16,4-2-1 0,2-2 0 0,3-1-2 15,3-1-1-15,0 0-1 0,1-1-1 0,4 4-3 16,-1-1 0-16,8-3 2 0,-6 3-1 0,8 0-3 0,-9 4 1 15,-1 0 0-15,-3 3-1 0,3 1 3 16,-3 1-5-16,-1 1 1 0,0 1-2 0,-3 2 3 16,-6 1-4-16,9-1 3 0,-9 1 0 0,13 5 1 0,-9-2-5 15,0 1 10-15,0 2-4 0,-1 3 2 16,0-1 4-16,-2-1-4 0,1 3 3 0,-2-1 2 16,0 3 7-16,-2-2-6 0,2-1-1 0,0 0-1 15,0 1 0-15,0-10 4 0,2 13-2 0,-1-7 2 0,0 0-4 16,2 0 4-16,2-1 2 0,0-1-3 0,1-1-2 15,5-3 7-15,-11 0-7 0,17-2 3 0,-5 0-5 16,-1-1 7-16,1-3-5 0,-3 1-1 16,0-2-3-16,-3 0 4 0,1-3-2 0,-1 0 0 0,0 0-1 15,1-2-1-15,-1-2 2 0,-2 2-2 0,0-1 5 16,-2 1-5-16,1 1-4 0,-2-2 1 0,2 2 1 16,-2 3 1-16,0-3 0 0,3 4 0 0,-4 7-7 15,3-11 0-15,-3 11 0 0,3-7 0 16,-3 7-3-16,6-2 2 0,-6 2 2 0,0 0-1 0,20 10-2 15,-14-2 2-15,2 1 4 0,1 6 4 0,-1 0 1 16,2-1 1-16,-4 1-3 0,2 2 6 0,1-3 1 16,-3 3 0-16,-1-2 0 0,-1-5-2 0,0 1 1 15,-1-1 0-15,-2-1-3 0,3-3 6 0,-4-6-2 16,4 11 9-16,-4-11 10 0,-2 6 4 0,2-6-1 16,0 0 0-16,0 0-1 0,0 0 1 0,0 0-7 15,0 0 1-15,0 0 6 0,0 0-8 0,-12-24-5 16,12 16 1-16,0-2-2 0,1 1 0 0,1-1-6 15,0-3 9-15,3 1-16 0,0-4 1 0,4 2-3 16,-1 4-4-16,3-2-4 0,-1 4 11 0,-1 0-9 16,4 3-1-16,-5 0-4 0,2 3 10 0,3 1-9 15,-4 1 3-15,1 3-3 0,-1 2 2 0,0 0 1 16,-2 3 0-16,1 0 3 0,1-2 0 0,-4 1-4 16,1 2 3-16,0-2 1 0,-1 0 1 0,-3-2-1 15,2 0 4-15,-4-5 2 0,5 7 0 0,-5-7 1 16,1 5 4-16,-1-5 1 0,4 4 8 0,-4-4 3 15,0 0 2-15,0 0-7 0,0 0 5 0,0 0-6 16,9-13 0-16,-5 8-5 0,4-3 3 0,-1 1-2 16,1-2-5-16,0 1 3 0,1-3-5 0,1 3-2 15,0-1-1-15,0 3 1 0,1-3 1 0,-2 4 0 16,1-1-5-16,-1 3 2 0,-2 3-3 0,0-2-2 16,-7 2 1-16,15 4 0 0,-10-1 2 0,2 1 0 15,-2 4-1-15,1 3 2 0,-1-4 1 0,-1 4-19 16,-1-1-13-16,-1 1-28 0,1 3-37 0,-1-3-33 0,2 0-34 15,-2 1-37-15,1-2-36 0,2 0-164 16,0-3-434-16,4-1 193 0</inkml:trace>
  <inkml:trace contextRef="#ctx0" brushRef="#br0" timeOffset="174513.6">21192 9426 16 0,'7'-3'155'0,"-1"-1"-3"0,-2 0 8 15,-4 4 1-15,6-6 6 0,-2 2 1 0,-4 4-12 0,0 0-11 16,5-9-8-16,-5 9-6 0,4-5-13 0,-4 5-7 15,5-4-11-15,-5 4-10 0,8-6 1 0,-8 6-18 16,8-7-5-16,-3 2-4 0,0 0-8 0,0 0-4 16,1 0-4-16,1-3-7 0,0 1-2 0,0-1 0 15,0-1-3-15,0 0-3 0,-1-1-2 0,-1 0-4 16,-1 0 3-16,0 0 3 0,2 0-2 16,-3-1 3-16,-2 0 2 0,0 1 3 0,-1-1-4 0,0 0 1 15,0 2-3-15,0 9 1 0,-3-14-2 0,-1 9-7 16,4 5-3-16,-8-7-7 0,8 7 4 0,-13 1-5 15,3 6-2-15,-5 2 4 0,-1 3-8 0,0 3-1 16,3-2-1-16,0 2-1 0,3 0-2 0,-1 2-3 16,3 1 0-16,3 0 4 0,2 0-2 0,3-1 1 15,3-1 0-15,2 0-1 0,3-2 3 0,4 0-1 16,1-1-2-16,5-2 1 0,0-2 0 0,8 0 2 16,2-2-3-16,2-2 2 0,0-3-2 0,0-2 0 15,0 0 2-15,-2-2-1 0,-1-3 0 0,-6 0 1 16,-1-1 1-16,0-2 1 0,0 1-7 0,0-1 4 15,4-4-2-15,-6 1 11 0,-2 1-9 0,1-3 1 16,-2 0-4-16,2 2 5 0,-5-2-2 0,-1 0 3 16,-2 2-2-16,-1-3-2 0,-3 4-2 0,-1-1 5 15,-3 4-2-15,3-1 5 0,-3 1-2 0,-1 7-2 16,-1-13 3-16,1 13-2 0,-9-2-6 0,9 2 4 16,-18 9 0-16,3 0-2 0,-10 6 3 0,0 0-3 15,2 2 3-15,0 2 0 0,0 2-3 0,6-2 13 16,3-4-16-16,2 1 1 0,2-2-2 0,5-2 2 15,0-1-1-15,2 0 2 0,2-1 2 0,1-1-3 16,0-2 1-16,3 0 4 0,-3-7 0 0,9 8-1 16,-3-6 3-16,-1 1-3 0,-5-3 2 0,16 0 1 15,-5-1-2-15,-2 0 1 0,1 0-1 0,2-1-5 16,-1-2 3-16,0 2 2 0,0 0-3 0,-2-2-1 16,1 2-1-16,-1 0 0 0,-9 2-1 0,14 0-2 0,-7 1-1 15,3 3 8-15,-4 1-10 0,-1-1 0 16,0 6 1-16,1 2 3 0,-5 7 3 0,0 0 6 15,-1 1-3-15,-2 5 2 0,-2 0 4 0,-3 3 0 16,-1-2 1-16,-2-1 3 0,4-1 0 0,-3 1 0 16,4-6-2-16,-3 0 2 0,3-3 1 0,0-2-3 0,2-2 1 15,0 0-2-15,-1-2-1 0,1 1 5 0,-1-4-3 16,3-1 0-16,1-6-3 0,-1 9 4 16,1-9 2-16,-3 7 0 0,3-7 0 0,0 0 0 15,0 0-1-15,0 0-9 0,0 0-18 0,21-16-30 0,-10 4-23 16,6-1-28-16,3-4-34 0,0-2-50 0,1-1-34 15,2-2-32-15,1 0-203 0,-3-5-486 0,3-1 215 16</inkml:trace>
  <inkml:trace contextRef="#ctx0" brushRef="#br0" timeOffset="174870.08">21884 9139 59 0,'-4'-7'216'0,"4"7"-16"0,-3-10-14 16,2 5-15-16,1 5-19 0,0 0-16 0,-2-8-13 16,2 8-18-16,0 0-8 0,0 0-8 0,0 0-7 15,0 0-3-15,0 0-3 0,8 19-7 0,-5-10-4 16,-1 3-6-16,0-1 3 0,-1 0-5 0,2 1-7 16,-2-3-1-16,2 2-7 0,-3-5 6 15,2 0-11-15,-2-6 2 0,0 11-3 0,0-11 9 0,1 9 6 16,-1-9 11-16,2 7 6 0,-2-7 6 0,0 0 5 15,0 0-4-15,0 0-10 0,0 0-4 0,0 0-7 16,0 0-6-16,0 0-4 0,14-15-4 0,-9 7-2 16,2-3-4-16,0 3-7 0,3-1 0 0,-2 1-6 15,-1-1 0-15,2 3-4 0,-1 2-3 0,0-2-1 16,-2 3 0-16,1 1-5 0,-7 2-3 0,11-2 2 16,-11 2-4-16,13 4-7 0,-5 2-14 0,2 2-9 15,-4 1-21-15,0 2-33 0,2 4-41 0,1 1-49 16,-1-1-45-16,-1 0-237 0,1-2-489 0,0 2 218 15</inkml:trace>
  <inkml:trace contextRef="#ctx0" brushRef="#br0" timeOffset="175190.23">22462 9371 113 0,'7'-7'192'0,"-1"3"1"16,2-2-4-16,-3 3-8 0,2 1-13 0,-7 2-16 15,12-4-10-15,-12 4-14 0,11 1-10 0,-11-1-11 16,11 5-11-16,-5-2-3 0,1 6-6 0,-2-1 6 16,0 3-3-16,-1-2-8 0,0 3-3 0,-2-1-6 15,1 1-5-15,-3-1-5 0,-1 0-2 0,-1-1-5 16,-3-1-3-16,3 1-4 0,-2-2 4 0,-1-2-7 16,0 0 6-16,1 0-1 0,1-1 5 0,3-5-1 15,-5 7 3-15,5-7-9 0,-5 5-1 0,5-5-2 0,0 0-8 16,-4 6-3-16,4-6-3 0,0 0-6 0,0 0 0 15,0 0-2-15,0 0-8 0,12 9 10 16,-12-9-11-16,16 1 1 0,-3 2-11 0,1-3-13 0,5 0-15 16,2 0-24-16,0 0-29 0,1-2-41 0,5 1-41 15,-8-2-50-15,2 1-36 0,-1-2-193 0,1-1-472 16,-4-2 209-16</inkml:trace>
  <inkml:trace contextRef="#ctx0" brushRef="#br0" timeOffset="175413.56">22914 9306 60 0,'2'-5'162'0,"2"1"-4"0,-4 4-2 0,8-7 1 15,-2 5-14-15,-6 2-14 0,0 0 5 0,12 8 1 16,-8-3 0-16,1 5 2 0,0 2-9 0,-3 3-3 16,1 2-4-16,1 2-8 0,-8 0-6 0,3 8-3 15,-3-2-11-15,-2-6-8 0,-2 4-7 0,0-3-8 16,-3-2-4-16,0-2-5 0,0-2-14 0,-3-1-17 15,-2-1-25-15,5-4-22 0,-3 1-19 0,-4-1-31 16,1-4-38-16,3-2-45 0,0 0-30 0,-3-4-33 16,0-2-116-16,-2 1-356 0,1-4 158 0</inkml:trace>
  <inkml:trace contextRef="#ctx0" brushRef="#br0" timeOffset="175589.81">22353 9271 41 0,'-18'4'188'16,"-1"3"-1"-16,-6 8 6 0,2 3-14 0,2 3-6 16,4 2-20-16,1 1-6 0,3 2-11 0,2 0-10 15,5 3-10-15,5 0-10 0,5 0-13 0,3-4-5 16,6 2-10-16,7-4-30 0,2-1-48 0,6 0-57 16,3-6-58-16,-3 1-199 0,0-1-339 0,-1-1 150 15</inkml:trace>
  <inkml:trace contextRef="#ctx0" brushRef="#br0" timeOffset="177327.72">20555 10542 94 0,'-8'-6'153'0,"8"6"-9"0,-4-4-8 0,4 4-8 0,-9-3-8 16,9 3-9-16,-11-1-4 0,11 1-8 0,-16 0-6 16,10 0-1-16,-5 0-1 0,11 0-4 0,-17 1-5 15,10 0-1-15,7-1-4 0,-12 2-5 0,12-2-3 16,-8 1-7-16,8-1-4 0,0 0-10 0,0 0-3 15,0 0-5-15,0 0-5 0,0 0-3 0,0 0 0 16,0 0-5-16,32 0 2 0,-5-1-4 0,5-3-3 16,5 0 1-16,1 3-6 0,3-3-23 0,-3 3-17 15,-4-1-27-15,-4 0-42 0,-8 1-19 0,-3-1-23 16,-5 1-21-16,-1 0-12 0,-3-1-99 0,-1 0-288 16,-2 0 128-16</inkml:trace>
  <inkml:trace contextRef="#ctx0" brushRef="#br0" timeOffset="177696.1">20753 10468 7 0,'-13'0'111'16,"13"0"-7"-16,-8 0-5 0,8 0-10 0,-5 5 12 15,5-5 1-15,-6 8 5 0,2 2 12 0,1 2 12 0,1 4-13 16,-2 2-7-16,2 7-6 0,0-5-6 16,0 5-7-16,0 4 10 0,2-1-13 0,0 2-6 15,0-3-8-15,2-1-6 0,-2-5-7 0,0-2-7 16,1 5-2-16,0-5-13 0,2 0 2 0,-3-3-6 0,1 0-2 15,0-4 1-15,2 0-7 0,-3-3-5 0,1 3-1 16,-1-3-1-16,0-1 2 0,1-1-7 16,-1-7 1-16,-2 12-1 0,-2-9-2 0,4-3-4 15,-2 8 4-15,2-8-2 0,-7 4-1 0,7-4-2 0,-12 2-2 16,12-2 0-16,-13-4 4 0,2 2-3 16,2-2-2-16,-1 0-2 0,2 1 2 0,2 1 2 0,0-2 5 15,6 4 7-15,-12-3 2 0,12 3 4 0,-9-4 1 16,9 4-4-16,-5-3 2 0,5 3-5 0,0 0-6 15,0 0 2-15,0 0-6 0,0 0-1 0,0 0 3 16,0 0 0-16,0 0-4 0,0 0 1 0,28 0-6 16,-11 3-17-16,3-3-18 0,2 2-32 0,7 0-27 15,-2-1-30-15,1-1-26 0,3 0-16 0,-2-1-19 16,0-1-155-16,-9 1-364 0,0-3 162 0</inkml:trace>
  <inkml:trace contextRef="#ctx0" brushRef="#br0" timeOffset="177907.04">21159 10850 155 0,'3'-5'191'0,"1"0"-11"0,-4 5-11 0,0 0-7 16,-2-12-7-16,2 12-11 0,-6-6-5 0,6 6-13 15,-13-1 1-15,2 2-7 0,11-1-2 0,-22 6 2 16,5 1-5-16,1 1 1 0,0 3 0 0,0 2-7 16,3 1-5-16,0 0-10 0,2-1-10 0,2 3-8 15,1-1 0-15,4 1-12 0,0-4-5 0,2 4-7 16,3-3-1-16,4 1-2 0,0-2-9 0,2-1-17 15,3-2-24-15,3-1-35 0,2 0-42 0,4-1-44 16,0-1-50-16,4-4-42 0,-1 0-205 0,7-4-453 16,-9 0 201-16</inkml:trace>
  <inkml:trace contextRef="#ctx0" brushRef="#br0" timeOffset="178071.26">21535 10859 11 0,'6'-2'202'0,"-6"2"-19"0,18-3-14 16,-9 3-14-16,4 0-20 0,-3 0-30 15,0 0-44-15,0 1-36 0,-2 1-48 0,0-1-44 16,-8-1-93-16,10 2-172 0,-10-2 76 0</inkml:trace>
  <inkml:trace contextRef="#ctx0" brushRef="#br0" timeOffset="178211.24">21540 10964 182 0,'-6'5'175'0,"6"-5"-19"0,-4 10 0 16,4-10-15-16,-3 7-9 0,3-7-5 0,0 0-11 0,8 13-9 15,-2-9-10-15,3 0-10 0,3-2-7 0,3-1-36 16,3 0-45-16,2-2-59 0,1-2-69 16,-2-1-106-16,7-5-256 0,-1 1 114 0</inkml:trace>
  <inkml:trace contextRef="#ctx0" brushRef="#br0" timeOffset="179776.54">22749 10629 121 0,'0'0'121'0,"0"0"-6"0,0 0-7 15,0 0-7-15,0 0-5 0,0 0-10 0,0 0-4 0,0 0-4 16,0 0 1-16,0 0-6 0,0 0-4 0,0 0-4 15,0 0-2-15,0 0 0 0,0 0-9 0,0 0-2 16,0 0-7-16,0 0-12 0,0 0 3 16,0 0-5-16,0 0-5 0,0 0 1 0,0 0 1 15,0 0-2-15,0 0-2 0,0 0-6 0,0 0-1 0,0 0-6 16,0 0 4-16,0 0-2 0,0 0 0 0,0 0 2 16,0 0 0-16,0 0 5 0,0 0-6 0,0 0-2 15,0 0-2-15,0 0 4 0,0 0 2 0,0 0-5 16,0 0 1-16,0 0-4 0,0 0-5 0,0 0 0 15,0 0 1-15,0 0 4 0,0 0-3 0,0 0 0 16,0 0 6-16,0 0-9 0,0 0 3 0,0 0-4 16,0 0 5-16,0 0 1 0,0 0-4 0,0 0 3 15,0 0-4-15,0 0 1 0,0 0 0 0,0 0-1 16,0 0-1-16,0 0 2 0,0 0-1 0,0 0 1 16,0 0-1-16,0 0-2 0,0 0 8 0,0 0-6 15,0 0-4-15,0 0 5 0,0 0-1 0,0 0 6 16,0 0-3-16,0 0 4 0,0 0-4 0,0 0-2 15,0 0 6-15,0 0-1 0,0 0-3 0,0 0-1 16,0 0 2-16,0 0 4 0,0 0 4 0,0 0-5 16,0 0 3-16,0 0-6 0,0 0 7 0,0 0-3 15,0 0-3-15,0 0 0 0,0 0 3 0,0 0-4 16,0 0 4-16,0 0-4 0,0 0 0 0,0 0 5 0,0 0-1 16,0 0-3-16,0 0 5 0,0 0 2 15,0 0 6-15,0 0-3 0,0 0 1 0,0 0 5 16,0 0 3-16,0 0-1 0,0 0 6 0,0 0-2 15,0 0 7-15,0 0-4 0,0 0 2 0,0 0-2 0,0 0 5 16,0 0-1-16,0 0 1 0,0 0 2 0,0 0-4 16,0 0 1-16,0 0-2 0,0 0-4 0,0 0 3 15,0 0-6-15,0 0 0 0,0 0 2 0,0 0-3 16,0 0-1-16,0 0-2 0,0 0-4 0,0-12 1 16,0 12 9-16,1-7-13 0,-1 7-2 0,1-9 2 15,-1 9 3-15,0-8-1 0,0 8-3 0,2-8 2 16,-2 8 3-16,0 0 4 0,2-11-3 0,-2 11 4 15,0 0 8-15,-1-10 4 0,1 10-5 0,0 0-2 16,0 0 0-16,0 0-10 0,-1-10 2 0,1 10-1 16,0 0-8-16,0 0-1 0,0 0-6 0,0 0-4 15,0 0 1-15,0 0 3 0,0 0-7 0,6 25 7 16,-7-13 7-16,0 5-13 0,1 1 1 0,-2-1 2 16,2 2 1-16,-1 2 5 0,-2-3-5 0,1 8-2 15,1 0 0-15,-1-6 3 0,-1-1-3 0,5 5-3 16,-4-5 2-16,-1 0 16 0,1 1-15 0,0 0 3 0,1-2-3 15,2-1 2-15,-2 0 0 0,0 1 6 16,1-1-4-16,0-4-4 0,0 1 3 0,0-2 0 16,1 1-7-16,0-2 3 0,-1 0 3 0,2-2-1 15,-2 2-1-15,1-3-1 0,0 0 1 0,0 0 4 16,-1 0-5-16,4-1-2 0,-4-7 3 0,0 10-1 16,0-10-1-16,1 9 4 0,-1-9-5 0,0 10 4 15,0-10 1-15,3 7-8 0,-3-7-5 0,0 0-18 0,-1 8-13 16,1-8-18-16,0 0-17 0,0 0-20 0,0 0-39 15,0 0-44-15,-8 6-26 0,8-6-26 16,0 0-38-16,0 0-139 0,-19-10-440 0,15 5 195 16</inkml:trace>
  <inkml:trace contextRef="#ctx0" brushRef="#br0" timeOffset="189119.91">22750 10608 36 0,'0'0'95'16,"0"0"-9"-16,0 0-7 0,0 0-12 0,7-4-11 15,-7 4 5-15,0 0-4 0,0 0-9 0,0 0 7 16,0 0 3-16,0 0-2 0,0 0 3 0,0 0-10 15,0 0 6-15,0 0 7 0,0 0-22 0,0 0-4 16,0 0 7-16,0 0-8 0,0 0-6 0,0 0 0 16,0 0 2-16,0 0-3 0,0 0-13 0,0 0-3 15,0 0 1-15,0 0-8 0,0 0-6 0,0 0-3 16,0 0-11-16,0 0-10 0,0 0-12 0,0 0 1 16,0 0-7-16,0 0-5 0,0 0-5 0,0 0-5 15,0 0-5-15,0 0-3 0,0 0 2 0,0 0-4 0,0 0 1 16,6 10-42-16,-6-10-116 0,0 0 52 15</inkml:trace>
  <inkml:trace contextRef="#ctx0" brushRef="#br0" timeOffset="189943.87">22772 10624 67 0,'0'0'62'0,"0"0"9"15,0 0-2-15,0 0 2 0,0 0-8 0,0 0 3 16,0 0-9-16,0 0 2 0,0 0-3 16,0 0-13-16,0 0 8 0,0 0-7 0,0 0-3 0,0 0-6 15,0 0-4-15,0 0 1 0,0 0-5 16,0 0-5-16,0 0-1 0,0 0-1 0,0 0 8 16,0 0 0-16,0 0 5 0,0 0-2 0,0 0 1 15,0 0-3-15,0 0 6 0,0 0-2 0,0 0 18 0,0 0-8 16,0 0-3-16,0 0 2 0,0 0 6 0,0 0-1 15,0 0-1-15,0 0 0 0,0 0-1 0,0 0-2 16,0 0 7-16,0 0-10 0,0 0-1 0,0 0 3 16,0 0-3-16,0 0 1 0,0 0 0 0,0 0 3 15,0 0-4-15,0 0 4 0,0 0-5 0,0 0-2 16,0 0 0-16,0 0 3 0,0 0-3 0,0 0-7 16,0 0 0-16,0 0-1 0,0 0 0 0,0 0-6 15,0 0 1-15,0 0 4 0,0 0-3 0,0 0 5 16,4-16 0-16,-4 16 5 0,0 0-2 0,0 0 1 15,0 0-5-15,1-11 3 0,-1 11-3 0,0 0-6 16,1-7-2-16,-1 7 1 0,3-5-3 0,-3 5 0 0,0 0-2 16,4-9-1-16,-4 9-3 0,2-5 1 15,-2 5-3-15,0 0 0 0,7-6-3 0,-7 6 0 16,5-3-2-16,-5 3 2 0,9-3-4 0,-9 3 1 16,9-1-1-16,-9 1 0 0,14 0-1 0,-5 0 0 0,-2 1-3 15,2 2 2-15,-1-3 0 0,0 3 0 16,-2 0 0-16,2 0 1 0,-2 0-3 0,-1 1-2 15,2 1 3-15,-4 2-2 0,1-2 0 0,-4-5 5 16,4 12-6-16,-4-4 0 0,1-3 2 0,-1-5 0 0,-1 12-3 16,-3-3 9-16,2-4-8 0,-2 5 3 0,0-2 0 15,0-3 0-15,-1 1 0 0,0 0 3 16,1-1-1-16,-1-1-1 0,5-4-1 0,-10 9 3 0,5-4-5 16,0-1 4-16,-1-2-2 0,6-2 1 0,-7 7-3 15,7-7 3-15,-8 4 1 0,3-2-1 0,5-2 1 16,0 0 3-16,-5 5-4 0,5-5-2 15,0 0 0-15,0 0 0 0,0 0 0 0,-6 4-3 0,6-4 1 16,0 0 0-16,0 0 0 0,0 0 6 0,0 0-6 16,0 8 5-16,0-8-4 0,0 0-1 0,7 10 0 15,-3-5 5-15,2-1-6 0,-3 1 6 0,2 0-4 16,0 1 1-16,2-3 0 0,-3 4 1 0,-1-2-1 16,2 1-2-16,-1-2-1 0,-4-4 3 0,4 11-3 15,-4-5 2-15,0-6-1 0,3 9 1 0,-3-9 1 16,-6 10 1-16,1-4 0 0,-1-1 0 0,-2 1 1 0,1-1-2 15,-1-1 0-15,-1-1-2 0,0 1 2 16,0-1 0-16,3 0 1 0,-6-1 0 0,5 0-11 16,-2 1-6-16,0-2-11 0,9-1-13 0,-13 3-19 15,6-2-28-15,7-1-21 0,-11 0-26 0,11 0-42 16,-10 0-202-16,10 0-410 0,-8 1 182 0</inkml:trace>
  <inkml:trace contextRef="#ctx0" brushRef="#br0" timeOffset="190425.16">23337 10662 121 0,'0'0'170'0,"-5"-7"-17"0,5 7-7 0,0 0-16 16,0 0-17-16,0 0-5 0,0 0-11 0,0 0-18 15,0 0 5-15,0 0-16 0,0 0-8 0,0 0-7 0,20-4-4 16,-6 4-5-16,7 0-4 0,0 0-4 15,2-1-11-15,5 2-12 0,-7 1-23 0,-1-2-7 16,2-2-22-16,-3 4-23 0,-1-1-14 0,-5-1 1 16,0 1-14-16,-4 0-6 0,2-3-7 0,-11 2-69 0,13-1-185 15,-13 1 82-15</inkml:trace>
  <inkml:trace contextRef="#ctx0" brushRef="#br0" timeOffset="190830.48">23601 10627 64 0,'-10'0'97'0,"10"0"-6"15,0 0-4-15,0 0-3 0,0 0-8 0,0 0-15 0,0 0 6 16,0 0 4-16,-13 2 8 0,13-2 1 16,-2 10 6-16,-1-3-1 0,3 3 2 0,-1-1-3 0,0 4-1 15,1 3-4-15,0 0-2 0,-3 1 2 0,2 0-8 16,1 1-9-16,-1 0 0 0,-2-1 2 0,4 0-9 16,-2-1-8-16,1 1 0 0,0 0-8 0,0-5-2 15,3 0-5-15,-3-1-3 0,2 0-2 0,-2-1 1 16,3-1-6-16,-4 1 0 0,3-1-4 0,-1-2 0 15,-1 0-3-15,4-1-2 0,-4-6-1 0,-1 11 0 16,1-11-3-16,0 10 0 0,0-10 5 0,0 0-4 16,-4 12 2-16,4-12-7 0,-5 6 6 0,1-3-1 15,4-3-5-15,-9 5 0 0,9-5 2 0,-10 2 0 16,10-2-2-16,-12 2 2 0,7-1-2 0,5-1-5 16,-11 0 6-16,11 0-3 0,-14 0 2 0,14 0 0 15,-9-1-1-15,9 1 3 0,0 0 0 0,-12 0 2 16,12 0-4-16,0 0 4 0,0 0-4 0,0 0 0 15,-9 1-1-15,9-1-7 0,0 0 6 0,0 0 2 16,0 0-3-16,0 0 1 0,26 2 1 0,-15-1-4 16,2 1-2-16,5-2-8 0,2 1-14 0,0 0-19 15,0-1-30-15,2 2-29 0,-1-3-19 0,1-1-13 16,0 2-9-16,-2 0-13 0,1-1-119 0,-2-1-299 16,-5 0 133-16</inkml:trace>
  <inkml:trace contextRef="#ctx0" brushRef="#br0" timeOffset="191086.12">23866 10950 21 0,'0'0'126'16,"1"-11"-1"-16,0 4 9 0,-1 7-1 0,0-15 0 16,0 15 6-16,-2-12 3 0,1 4-1 0,1 8-11 0,-2-9 11 15,2 9-11-15,-2-9-1 0,2 9-8 0,-2-7-8 16,2 7-15-16,0 0-5 0,0 0-15 16,0 0-7-16,0 0-8 0,0 0-3 0,0 0-2 15,0 0-2-15,-6 19-2 0,2-7-3 0,1-2-1 0,1 3-8 16,-2 4 0-16,-1-2 3 0,4 2-9 0,-3-1 0 15,2 2-2-15,-2-2-7 0,0-1-2 16,4-2 1-16,-4-2-4 0,2 0-2 0,-1 1 0 0,3-2-1 16,0 0-5-16,-1 1 3 0,1-3-4 0,-2-1-3 15,2-7-14-15,0 14-15 0,0-14-25 0,-1 13-25 16,0-8-41-16,1-5-27 0,0 0-26 0,-1 12-37 16,1-12-182-16,-4 6-415 0,4-6 184 0</inkml:trace>
  <inkml:trace contextRef="#ctx0" brushRef="#br0" timeOffset="191501.12">23889 10914 104 0,'5'-4'174'0,"0"-1"-7"15,2 3-6-15,-1-1-4 0,-6 3-14 0,18-1-4 16,-8 2-12-16,-10-1-10 0,14 3-10 0,-7-1-2 15,0 0-15-15,-2 1-3 0,3 0-4 0,-3 2-2 16,-2 0-8-16,0 1-3 0,-1 1-5 0,-2-7-8 16,-2 15-4-16,-1-4-3 0,-3-2-5 0,-2 1-8 15,-1-1 0-15,1 1-1 0,-2-2-3 16,0-1-7-16,-1 1-3 0,4-2-1 0,-4 2-5 0,6-2 0 16,0-2-1-16,1 3-6 0,-1-3-5 0,1 1-3 15,4-5-1-15,-1 10 0 0,1-10 0 0,1 9 1 0,-1-9 1 16,5 10-3-16,1-5-1 0,-1-1 1 15,0 2-1-15,1-2 1 0,2 2-2 0,0 0 1 16,-2-1 3-16,-1-1-4 0,3-1 2 0,-3 2 0 16,-3 0 0-16,-2-5 1 0,8 9 1 0,-7-5 0 15,-1-4 0-15,0 10 5 0,0-10-2 0,-5 9 4 16,0-5-1-16,-1 1 1 0,-4-1-2 0,-2 0 0 16,2 0 0-16,-3 1 1 0,0-1 1 0,-1-3-7 15,1 1-12-15,-1 0-13 0,4 0-18 0,0-2-25 0,-3 0-28 16,5 0-33-16,8 0-42 0,-14-4-180 15,8 2-379-15,6 2 168 0</inkml:trace>
  <inkml:trace contextRef="#ctx0" brushRef="#br0" timeOffset="191877.53">24527 10939 120 0,'0'0'182'0,"0"0"-22"16,-11-3-11-16,11 3-9 0,0 0 4 0,-11-1-15 16,11 1-3-16,-11 0-6 0,11 0-8 0,-13 0-7 15,13 0-3-15,-14 0-6 0,14 0-1 0,-11 0-2 16,11 0-1-16,0 0-5 0,-7-2-5 0,7 2-4 15,0 0-7-15,0 0-9 0,0 0-2 0,0 0-10 16,0 0 3-16,0 0 0 0,0 0 1 0,0 0-2 16,0 0 2-16,38 2-1 0,-19-1-6 0,2-2-4 15,2 1 2-15,-2-3-8 0,6 3-4 0,1-1 0 16,0 1-4-16,-7 0-3 0,2 1-1 0,-1-1-2 16,-3 0-3-16,1 0-7 0,0 1-18 0,-4-2-20 15,-2 1-22-15,-1 0-33 0,-2 0-30 0,2-1-40 16,-1-1-22-16,-2-1-17 0,4 1-18 0,-9-2-154 15,3 1-391-15,-8 3 174 0</inkml:trace>
  <inkml:trace contextRef="#ctx0" brushRef="#br0" timeOffset="192109.89">24786 10769 53 0,'-4'-6'225'0,"4"6"-11"15,0 0-15-15,-5-5-19 0,5 5-18 0,0 0-14 16,0 0-14-16,0 0 5 0,0 0-1 16,-9 20 3-16,7-7-6 0,-1 3-7 0,-1 3-8 0,0 0-11 15,1 0-12-15,1 0-6 0,-4 1-11 0,2-1-2 16,0 5-9-16,2-5-4 0,-1 2-8 16,2-3-5-16,1 0-30 0,0-1-23 0,0 0-41 15,0-1-54-15,0-3-47 0,1-3-58 0,-3 2-192 0,0-3-424 16,2-1 187-16</inkml:trace>
  <inkml:trace contextRef="#ctx0" brushRef="#br0" timeOffset="192289.06">24840 11083 127 0,'0'0'233'0,"0"0"-22"0,0 0-17 0,5-5-23 0,-5 5-18 15,0 0-20-15,0 0-29 0,0 0-40 0,0 0-38 16,0 0-32-16,0 0-42 0,0 0-36 0,0 0-40 16,0 0-69-16,0 0-208 0,0 0 93 0</inkml:trace>
  <inkml:trace contextRef="#ctx0" brushRef="#br0" timeOffset="197260.65">25562 10691 70 0,'0'0'74'0,"0"0"11"0,0 0-6 16,0 0-13-16,0 0 2 0,0 0 0 0,0 0-2 15,0 0 1-15,0 0-13 0,0 0 3 0,0 0 3 16,0 0-7-16,0 0-1 0,0 0-1 0,0 0-5 16,0 0-4-16,0 0 1 0,0 0-5 0,0 0-1 15,0 0-2-15,0 0 3 0,0 0-8 0,0 0 0 16,0 0 2-16,0 0-2 0,0 0-5 0,0 0-1 15,0 0 1-15,0 0-6 0,0 0 1 0,0 0 2 16,0 0-8-16,0 0 4 0,0 0-4 0,0 0 4 16,0 0-1-16,0 0-6 0,0 0-3 0,0 0 0 15,0 0 1-15,0 0-2 0,0 0 1 0,-18-6-2 16,18 6 1-16,0 0 4 0,0 0-4 0,-10-1-2 16,10 1 4-16,0 0 3 0,-11-2-4 0,11 2 6 15,-5-3 8-15,5 3 3 0,0 0-3 0,-10-2 5 16,10 2-2-16,0 0-6 0,-6-2 3 0,6 2-7 15,0 0 6-15,-11-3 2 0,11 3-6 0,0 0-2 0,0 0 3 16,-7-3-3-16,7 3-2 0,0 0 3 16,0 0-4-16,0 0 2 0,-5-4 1 0,5 4 1 15,0 0 3-15,0 0-2 0,0 0 3 0,0 0-3 16,0 0 3-16,0 0-3 0,0 0 1 0,0 0 0 0,0 0-4 16,0 0 0-16,0 0 3 0,0 0-3 0,0 0 1 15,0 0-4-15,0 0 2 0,0 0 1 16,-8-3-7-16,8 3 1 0,0 0 0 0,0 0-2 0,0 0 0 15,0 0-2-15,0 0 4 0,0 0-5 0,0 0-2 16,0 0-2-16,0 0 0 0,0 0 5 0,0 0-2 16,0 0-2-16,0 0 0 0,0 0 2 0,0 0-1 15,0 0-1-15,0 0 0 0,0 0 2 0,0 0-1 16,0 0 1-16,0 0 1 0,0 0 1 0,0 0-3 16,0 0 2-16,0 0 0 0,0 0-2 0,0 0 1 15,0 0 1-15,0 0-2 0,0 0 5 0,0 0-2 16,0 0 1-16,0 0 1 0,0 0-6 0,0 0 4 15,0 0 1-15,0 0 0 0,0 0 4 0,0 0-5 16,4-13 1-16,-4 13 8 0,0 0 0 0,0-10 2 16,0 10 1-16,2-8 6 0,-2 8-3 0,0 0 7 15,0 0 3-15,-2-12 0 0,2 12-1 0,0 0 2 16,0 0-4-16,0-9 2 0,0 9-2 0,0 0 2 16,2-7-2-16,-2 7-6 0,0 0 3 0,0 0-10 0,0 0-5 15,0 0 1-15,0 0-1 0,0 0 1 0,0 0-10 16,0 0 4-16,0 0 0 0,0 29-3 15,2-12 0-15,-4 1 6 0,2 9 1 0,-2-1 2 16,-1 1 4-16,1 3 3 0,0-4-4 0,0-1 4 0,-2 1-1 16,-1-2 2-16,3-3-1 0,-1-1 1 0,1-2 4 15,0 1-1-15,0-2-3 0,0 0-1 0,1 1-1 16,-1-5-1-16,0-1-1 0,2-1 0 16,0 0 0-16,-2-2-3 0,0 2-4 0,1-5 2 0,1-6 0 15,-1 13-7-15,1-13-16 0,1 9-18 0,-1-9-21 16,-3 7-28-16,3-7-30 0,0 0-54 0,0 0-53 15,0 0-214-15,0 0-467 0,0 0 207 0</inkml:trace>
  <inkml:trace contextRef="#ctx0" brushRef="#br0" timeOffset="197461.29">25697 10913 13 0,'10'-3'169'0,"-2"3"-8"16,3 0-4-16,3-2-6 0,2 1-13 0,4 1-7 16,1 0-15-16,1 0-12 0,0 0-14 0,7 3-8 15,-10-1-12-15,2 1-28 0,0 0-25 0,-3-2-33 16,0 2-36-16,-4-3-29 0,-3 1-40 0,-3 0-75 16,-1 1-211-16,-7-2 94 0</inkml:trace>
  <inkml:trace contextRef="#ctx0" brushRef="#br0" timeOffset="197685.81">25918 10799 157 0,'-6'-5'189'0,"6"5"-15"0,0 0-19 0,0 0-9 16,0 0-9-16,0 0 3 0,0 0 3 0,-10 19 4 15,7-9-2-15,-1 4-9 0,0 2-5 0,-1 2-9 0,0-1-8 16,1 2-13-16,-3 0-6 0,3-2-10 0,0 2-6 15,0 0-9-15,3-1 14 0,-4 1-13 16,3-2-3-16,-1-1-7 0,2 0-7 0,0-2-12 16,-1-1-22-16,2 0-41 0,-2-2-45 0,0 1-52 15,2-2-54-15,0-1-53 0,-2-3-153 0,0 1-409 16,2-7 181-16</inkml:trace>
  <inkml:trace contextRef="#ctx0" brushRef="#br0" timeOffset="197955.93">26214 10758 106 0,'2'-8'279'0,"-2"8"-27"0,4-11-25 0,-4 11-25 16,0 0-17-16,0 0-6 0,0 0-8 0,0 0-7 0,6 22-6 15,-9-5-4-15,3 2-12 0,0 6-6 16,-3 3-5-16,1-3-13 0,-2 3-16 0,-3-2-10 0,5 0-10 15,0-2-3-15,0-3-7 0,0 5-8 16,-3-7-3-16,0-1-8 0,3 0-3 0,-5 1-4 0,7-1-4 16,-2-3-8-16,-2-2-15 0,4-1-21 0,-3-2-15 15,1 0-21-15,2 0-36 0,0-3-42 16,0-7-53-16,0 12-39 0,0-12-35 0,-2 7-180 16,2-7-457-16,0 0 203 0</inkml:trace>
  <inkml:trace contextRef="#ctx0" brushRef="#br0" timeOffset="198325.93">26295 10673 59 0,'7'-8'197'0,"3"2"-9"16,0 2-1-16,-1-1-8 0,4 3-8 0,-3 0-8 15,0 2-13-15,3 2-11 0,-3 0-10 16,1 3-9-16,1 2-12 0,-5-2-6 0,3 3-8 0,-5 0-10 15,-1 3-5-15,3-1-6 0,-6 3-8 0,-1-2-4 16,0 1-4-16,-6 1-3 0,0-1-3 0,-3 1-12 16,2-1 0-16,-6-2-5 0,6 0-2 0,0-2-7 15,3 0-1-15,-4-1 0 0,4-3-8 0,2 1 0 16,-2 2 1-16,4-7-5 0,-3 10-1 16,3-10-1-16,-2 10-1 0,2-10 0 0,5 8-4 0,-1-3 5 15,-2 0-3-15,2-1-1 0,4 0-4 0,-4 1 3 16,3 0-3-16,-3 0-3 0,3 2 4 0,0 2-3 15,0-3 0-15,-1 1 1 0,-3 0 0 0,-1 0-1 16,2 2 1-16,-2-2 1 0,1 3-1 0,-3-2 3 16,0 2-1-16,-5-2 0 0,3 1 1 0,-3-1-10 15,-1-2-20-15,2 2-34 0,-5-2-34 0,9-6-46 16,-12 8-62-16,8-4-191 0,4-4-426 0,0 0 188 16</inkml:trace>
  <inkml:trace contextRef="#ctx0" brushRef="#br0" timeOffset="198582.24">26641 10703 2309 0,'16'-11'15'16,"-1"1"19"-16,-2 0-16 0,-1 5-11 0,-3 2-5 16,3 1 6-16,-1 2 13 0,-1 3 9 0,6 9 5 15,-7-4 9-15,0 8 3 0,1 3 10 0,-2 6-1 16,-3 5-4-16,-3-2-3 0,0 1-4 0,-6 1 0 15,2-2-8-15,-5 4-5 0,1-5-1 0,-9 3-1 16,2-4-1-16,-5-1-5 0,1 1 1 0,-6-2-9 16,-2-3-14-16,-2 0-13 0,-2-2-11 0,-1-1-14 15,-1-2-14-15,-3-3-24 0,3-1-29 0,-3 0-27 16,-1-2-28-16,1-5-38 0,1 1-35 0,-1-2-118 16,2-1-376-16,-2-6 166 0</inkml:trace>
  <inkml:trace contextRef="#ctx0" brushRef="#br0" timeOffset="198884.1">25554 10510 147 0,'0'0'171'0,"-16"7"3"0,5 0 2 16,-3 8-5-16,-1 8-2 0,-2 3-9 15,4 4-5-15,-3 2-9 0,3 12-4 0,0 6-17 16,7 0-7-16,-2-4-7 0,6 1-7 0,6-2-13 0,2-10-7 16,5 11-8-16,4-15-4 0,1 0-6 15,1-2-4-15,4 0-9 0,2-3-2 0,6-2-9 0,0 0-25 16,0-5-30-16,1 1-46 0,-2-4-61 0,3-1-65 15,-3 0-200-15,0-4-416 0,-1-1 185 0</inkml:trace>
  <inkml:trace contextRef="#ctx0" brushRef="#br0" timeOffset="200619.75">25663 10835 106 0,'0'0'122'0,"-1"-9"-4"0,1 9-5 0,0 0-1 0,0 0-10 15,0 0-7-15,1-10 0 0,-1 10-1 0,0 0 7 16,0 0-2-16,-1-9-8 0,1 9 0 0,0 0-3 16,0 0-2-16,0 0 0 0,2-10-10 0,-2 10-4 15,0 0-1-15,0 0-1 0,0 0-4 0,0-7-4 16,0 7-9-16,0 0 1 0,0 0-12 0,0 0 0 16,0 0-7-16,1-9 2 0,-1 9 0 15,0 0-3-15,0 0-3 0,3-6 5 0,-3 6-6 0,0 0-2 16,3-8 0-16,-3 8 0 0,0 0-3 15,2-8-1-15,-2 8-1 0,0 0-1 0,0 0-4 0,0-6 0 16,0 6 0-16,0 0 2 0,0 0 0 0,0 0 0 16,0 0 1-16,2-9 3 0,-2 9 0 0,0 0 0 15,0 0 1-15,0 0-1 0,0 0 1 0,0 0 2 16,0 0-6-16,0-9 2 0,0 9 1 0,0 0-1 16,0 0 2-16,0 0-2 0,0 0-2 0,0 0 0 15,0 0 0-15,0 0-3 0,0 0-5 0,0 0-4 16,0 0 1-16,0 0 1 0,0 0-6 0,0 0-1 0,0 0-2 15,0 0 3-15,0 0-3 0,0 0-1 16,0 0-1-16,0 0 0 0,0 0-2 0,2 27 8 16,-2-20-4-16,0 4-2 0,0 1 10 0,0 3-6 15,-2 1 1-15,0 2 10 0,0 0-4 0,-1 2 1 0,0 5 0 16,1-6-1-16,-2 4 2 0,4-4 1 16,-2 0-2-16,-1 1 7 0,2-2-4 0,-2 0 3 15,1 0-2-15,0-3-3 0,2 2 29 0,-4-6-1 16,4 2-2-16,-1-1-3 0,0-1-1 0,-2 1 0 0,6-2-4 15,-3 0-3-15,-4-2 4 0,4 2-5 0,0-10-2 16,0 10 3-16,0-10-6 0,0 10 0 16,0-10-3-16,0 0-3 0,0 8 4 0,0-8 0 15,0 0-6-15,0 0 8 0,4 8-5 0,-4-8 1 0,0 0-6 16,0 0 1-16,0 0 7 0,0 0-7 0,0 0-9 16,0 0-28-16,0 0-22 0,0 0-30 0,0 0-34 15,0 0-38-15,0 0-56 0,-17-16-52 16,13 9-47-16,-3 0-182 0,2 2-524 0,3-2 232 0</inkml:trace>
  <inkml:trace contextRef="#ctx0" brushRef="#br0" timeOffset="201199.65">27292 10759 17 0,'0'0'144'0,"8"-1"-4"16,-8 1-5-16,0 0-6 0,0 0-5 0,0 0 2 15,0 0-1-15,0 0-7 0,0 0-4 16,0 0-1-16,0 0-2 0,0 0-1 0,0 0 0 16,0 0 0-16,0 0-3 0,0 0-6 0,0 0-5 0,0 0-1 15,0 0-7-15,0 0-9 0,0 0-9 16,0 0-7-16,0 0-5 0,0 0-7 0,0 0-5 15,1-9-5-15,8 7-5 0,4 1-2 0,4 0-7 16,4-2-9-16,0 3-13 0,1-3-22 0,8 0-18 0,-3 2-22 16,-7-2-20-16,-2 4-25 0,-1-2-15 0,-2-2-15 15,-3 2-2-15,-2 0-5 0,-1 0-7 0,-5-2-9 16,-4 3-3-16,9-2-88 0,-9 2-266 16,0 0 118-16</inkml:trace>
  <inkml:trace contextRef="#ctx0" brushRef="#br0" timeOffset="201623.83">27560 10710 2 0,'-11'-1'39'0,"11"1"15"0,-10-1 3 0,10 1 8 0,-7-3-1 15,7 3 19-15,0 0-6 0,-11-1 10 0,11 1 7 16,-9-1 3-16,9 1 5 0,0 0-6 0,-9-2 6 16,9 2 2-16,0 0-5 0,0 0-3 0,0 0-6 15,-9-1-10-15,9 1-9 0,0 0 0 0,0 0 0 16,-9 9 11-16,7-1-4 0,0 2 2 0,-3 3 0 16,1 5-3-16,2-1-5 0,-1 2 6 0,-5 6-5 15,2 1-6-15,0 0 0 0,1-1-2 0,1-6-9 16,-2 9-4-16,4-11-1 0,1 4-8 0,-6 2 19 15,3-4-6-15,2-2-8 0,-1 1 4 0,1-1-13 16,2-6-3-16,-2 0-2 0,4 2-3 0,-4-2-5 16,0 0 1-16,0-2-2 0,1-1-3 0,1-8-3 15,-1 10-1-15,1-4-1 0,0-6-2 0,-3 8 2 16,3-8 1-16,0 0-7 0,-4 8 3 0,4-8-1 16,-10 1-7-16,10-1-6 0,-11-1-3 0,11 1-2 15,-14-4-1-15,5 0 0 0,1 0-2 0,-1-3 1 16,1 2 0-16,-4-1-3 0,3 0 1 0,1 1 2 15,-2 0 4-15,5 2-5 0,-1-1-1 0,6 4 4 16,-10-5 1-16,6 1-2 0,4 4 1 0,-7-5-3 16,7 5 3-16,0 0-4 0,0 0 2 0,0 0 4 15,0 0-1-15,0 0 0 0,0 0 3 0,0 0 0 16,0 0 0-16,27 5 2 0,-9-3-1 0,2-2-5 16,1 1-14-16,2 0-19 0,3 0-25 0,5-1-26 15,-2-1-36-15,0-1-22 0,-1 2-29 0,-6-2-15 16,-3 0-4-16,3-1-12 0,-2 0-114 0,-3-1-347 0,1 1 153 15</inkml:trace>
  <inkml:trace contextRef="#ctx0" brushRef="#br0" timeOffset="202109.94">27729 11082 481 0,'14'-2'-3'16,"-2"-3"12"-16,0 1 19 0,-4-2 16 0,1 3 10 0,-1-1 18 15,-2 1 11-15,2 1 10 0,-3-1 11 16,-5 3 7-16,9-6 2 0,-9 6 7 0,4-4 3 16,-4 4-5-16,6-4-7 0,-6 4 1 0,0 0-7 15,0 0-7-15,0 0-1 0,0 0 4 0,0 0-7 0,0 0-2 16,0 0-3-16,-32 10 4 0,22-1 1 0,-3 0-7 15,-3 4-5-15,3-2-3 0,-3 2-7 0,3 0-10 16,6 1-6-16,-5-1-5 0,6-2-2 0,-3 2-5 16,5-2-6-16,2 0-3 0,3-1-4 0,0 1-2 15,3-1-5-15,1-1 5 0,3 0 0 0,4-2-7 16,-1-1-5-16,7 0 1 0,0-1-3 16,2-3 2-16,-2 1-6 0,4-4 4 0,-3 1-3 15,1-2-5-15,0-1-1 0,0-1-1 0,-2-1 3 16,0 1-4-16,0-2 1 0,-2-1-2 0,5 0 0 0,-6-2-1 15,1 0-1-15,-5 2 1 0,-1-1-4 0,0 1 13 16,1-1-11-16,-4 2 5 0,-3 2-3 0,5 0-3 16,-9 4 1-16,7-5-3 0,-3 1 3 0,-4 4 2 15,0 0-9-15,0 0 3 0,0 0-1 0,0 0 4 16,0 0 3-16,0 0 0 0,-8 26-4 0,6-18 1 16,-2 1 1-16,0-2 2 0,2 0-2 0,2 3 3 15,0-10-1-15,5 14 4 0,-1-7 0 0,1 0 6 16,3 1-8-16,1-4 1 0,1-1 0 0,1-1 3 15,0-2-6-15,3 2 4 0,-1-6 7 0,3 3 8 16,0-4-1-16,-5 1 11 0,0-1 6 0,0-2 8 16,-1 1-8-16,-2-2 2 0,-1 1 11 0,-3-2-13 15,4-1-6-15,-6-2-3 0,-2 0 0 0,2 2-5 16,-5-1-9-16,-1-1-14 0,-1 1-14 0,-1 0-18 16,-1 1-29-16,0 1-23 0,-5 1-34 0,2 2-47 15,-1 0-56-15,-1-1-57 0,2 4-247 0,-1 0-568 16,1-1 252-16</inkml:trace>
  <inkml:trace contextRef="#ctx0" brushRef="#br0" timeOffset="202254.87">28215 11139 146 0,'0'0'318'0,"0"0"-26"0,5 4-23 16,-5-4-11-16,0 0-28 0,4 4-24 0,-4-4-18 15,0 0-21-15,0 0-33 0,0 0-36 0,0 0-53 16,0 0-62-16,0 0-77 0,0 0-82 0,0 0-168 15,0 0-373-15,-24-6 164 0</inkml:trace>
  <inkml:trace contextRef="#ctx0" brushRef="#br0" timeOffset="204597.11">7288 11409 37 0,'0'0'72'0,"0"0"-3"0,0 0-10 15,0 0-15-15,0 0 4 0,0 0-4 0,0 0-5 16,0 0-1-16,0 0-5 0,0 0-6 0,0 0-19 16,0 0-17-16,6 14-19 0,-2-9-53 0,-4-5-86 15,4 13 38-15</inkml:trace>
  <inkml:trace contextRef="#ctx0" brushRef="#br0" timeOffset="204959.9">8246 12698 3 0,'0'0'129'0,"0"0"-10"16,0 0-20-16,3-21-2 0,-3 21-17 0,0 0-4 16,0 0-7-16,0 0-8 0,0 0-15 0,0 0-13 15,0 0-20-15,0 0-12 0,0 0-14 0,0 0-14 16,0 0-12-16,0 0-24 0,0 0-51 0,6-6-124 16,-6 6 55-16</inkml:trace>
  <inkml:trace contextRef="#ctx0" brushRef="#br0" timeOffset="205394.91">7505 11224 62 0,'0'0'56'0,"0"0"-6"0,0 0-3 0,0 0-10 0,0 0-14 15,0 0-17-15,0 0-23 0,0 0-27 16,10 25-48-16,-7-16 21 0</inkml:trace>
  <inkml:trace contextRef="#ctx0" brushRef="#br0" timeOffset="205733.75">8186 12655 85 0,'0'0'72'0,"0"0"-29"0,0 0-12 0,0 0-21 15,0 0-22-15,0 0-27 0,0 0-41 0,0 0 19 16</inkml:trace>
  <inkml:trace contextRef="#ctx0" brushRef="#br0" timeOffset="206072.56">7505 11410 45 0,'0'0'49'0,"12"23"-12"0,-10-16-14 0,2-1-16 16,0 3-22-16,1 3-10 0,-1 2-26 0,-2 2 12 16</inkml:trace>
  <inkml:trace contextRef="#ctx0" brushRef="#br0" timeOffset="208368.51">23015 11226 52 0,'0'0'100'0,"0"0"-21"16,0 0-4-16,0 0 1 0,0 0-10 0,0 0-3 15,0 0-12-15,0 0 0 0,0 0-4 0,0 0 3 16,0 0-4-16,0 0 11 0,0 0-15 0,-9-13 0 15,9 13-5-15,0 0 2 0,0 0-8 0,-4-5-3 0,4 5 4 16,0 0-12-16,0 0 3 0,0 0-1 16,0 0-5-16,0 0 4 0,-5-7-13 0,5 7 10 15,0 0-4-15,0 0-7 0,0 0-2 0,0 0 3 16,0 0-5-16,0 0-9 0,0 0 15 0,0 0-2 0,0 0-4 16,0 0 4-16,0 0-3 0,0 0-2 0,0 0-4 15,0 0 9-15,0 0-7 0,0 0 6 16,0 0-6-16,0 0 11 0,0 0-14 0,0 0 3 0,0 0-1 15,0 0-1-15,0 0 8 0,0 0-26 0,0 0 28 16,0 0-1-16,0 0-1 0,0 0-3 0,0 0-6 16,0 0 10-16,0 0-3 0,0 0 0 0,0 0 0 15,0 0-4-15,0 0-2 0,0 0 6 0,0 0 2 16,0 0-10-16,0 0 2 0,0 0 2 0,0 0 12 16,0 0-9-16,0 0-10 0,0 0 5 0,0 0 1 15,0 0 0-15,0 0-8 0,0 0 8 0,0 0 4 16,0 0-16-16,0 0 16 0,0 0-1 0,0 0 5 15,0 0-9-15,0 0 8 0,0 0-4 0,0 0-2 16,0 0 4-16,0 0-6 0,0 0 13 0,0 0-9 16,0 0-3-16,0 0 0 0,0 0 4 0,0 0-7 15,0 0 0-15,0 0 3 0,0 0 9 0,0 0-4 16,0 0-4-16,0 0-3 0,0 0 11 0,0 0-13 16,0 0-2-16,0 0-12 0,0 0-19 0,0 0-6 15,0 0 0-15,0 0-16 0,0 0-15 0,0 0-9 16,0 0-75-16,-4 18-172 0,4-18 78 0</inkml:trace>
  <inkml:trace contextRef="#ctx0" brushRef="#br0" timeOffset="209548.18">13256 11755 121 0,'0'0'185'0,"-6"-3"-7"0,6 3-4 16,0 0-10-16,0 0-9 0,0 0-13 16,0 0-15-16,0 0-10 0,0 0-9 0,0 0-8 15,0 0-10-15,0 0-3 0,0 0-6 0,25-1-6 0,-14 3-6 16,3-1-10-16,3 0-5 0,3-1-6 0,-1 2-12 15,-2 0-21-15,4-2-14 0,-4 0-20 0,2 3-23 16,-1-3-24-16,-3 0-20 0,1 0-16 16,0-2-21-16,-2 0-6 0,-1-2-13 0,-3 2-105 0,2 0-266 15,-3-2 118-15</inkml:trace>
  <inkml:trace contextRef="#ctx0" brushRef="#br0" timeOffset="209750.2">13641 11647 74 0,'0'0'123'0,"0"0"0"0,0-8 6 15,0 8 4-15,2-9 5 0,-2 9 3 0,0 0-2 16,0 0 2-16,-2-10-4 0,2 10-9 0,0 0-6 16,0 0-9-16,0 0-11 0,0 0-9 0,0 0-8 15,0 0 1-15,0 0 0 0,0 0-3 0,0 0-7 16,4 26-6-16,-2-16-10 0,-2 2 2 0,3 3-12 16,-6 2-3-16,3 1-2 0,0 0 2 0,0 0-13 15,0 0-20-15,0 1-29 0,0 0-32 0,-4-3-42 16,2 1-39-16,2-5-55 0,-4 4-188 0,1-5-399 15,1-2 176-15</inkml:trace>
  <inkml:trace contextRef="#ctx0" brushRef="#br0" timeOffset="209975.79">13859 11691 114 0,'2'-6'258'0,"0"-1"-15"0,-2 7-15 15,2-9-19-15,-2 9-23 0,0 0-14 0,0 0-10 16,0 0-6-16,0 0-14 0,0 0-8 0,4 22-10 16,-6-12-8-16,2 3-15 0,0 3-7 0,-4 0-10 15,2 3-5-15,0 1-7 0,0-2-12 0,-1-3-18 0,-1 3-31 16,4-3-31-16,0 1-33 0,-2-4-31 16,2 0-38-16,0-2-30 0,0-3-36 0,0-7-11 15,-2 13-130-15,2-13-355 0,2 7 158 0</inkml:trace>
  <inkml:trace contextRef="#ctx0" brushRef="#br0" timeOffset="210158.28">14013 11733 121 0,'1'-3'180'0,"-1"3"-9"0,6-8-7 0,-6 8-16 0,2-5 1 16,-2 5-3-16,0 0 3 0,0 0-4 0,0 0-2 15,0 0-8-15,0 28-10 0,-4-18-14 16,4 2-13-16,-2 0-4 0,-1-1-7 0,1 3-12 15,-2 1-3-15,2-3-13 0,-1 0-25 0,1-1-42 0,0 0-47 16,-3-1-46-16,3-1-58 0,-1-2-189 0,-1-2-376 16,4-5 167-16</inkml:trace>
  <inkml:trace contextRef="#ctx0" brushRef="#br0" timeOffset="210356.48">14185 11690 16 0,'9'5'220'0,"-5"0"-14"16,-2 2-11-16,2 0-8 0,-2 6-15 0,0-1-15 15,-1 4-11-15,-2 1-14 0,-1 1-13 0,2 0-13 16,-4-2-11-16,0 1-8 0,1-2-25 0,-3 0-34 16,2-4-34-16,-2 4-36 0,-2-5-23 0,4-4-39 15,-5 0-48-15,-1 1-109 0,-1-3-281 0,0-1 126 16</inkml:trace>
  <inkml:trace contextRef="#ctx0" brushRef="#br0" timeOffset="210549.92">13538 11760 47 0,'-12'12'220'16,"3"3"-18"-16,1 1-11 0,-2 2-21 0,5 0-7 15,1-2-18-15,0 2-12 0,2 1-13 0,0-2-11 16,2 1-10-16,4 0-11 0,4-1-13 0,-1-1-38 16,3 0-44-16,1-5-46 0,7-2-53 0,-3-4-167 15,6-1-294-15,1-4 130 0</inkml:trace>
  <inkml:trace contextRef="#ctx0" brushRef="#br0" timeOffset="210735.22">14092 11405 2708 0,'0'-15'3'0,"-5"-2"62"0,5 6-11 0,-4 2-24 16,4 2-13-16,-2 0-18 0,2 7-16 0,-2-9-10 16,2 9-7-16,0 0-13 0,0 0-22 0,0 0-34 15,0 0-58-15,0 0-42 0,0 0-167 0,26 9-399 16,-17-9 177-16</inkml:trace>
  <inkml:trace contextRef="#ctx0" brushRef="#br0" timeOffset="211851.55">22864 9468 60 0,'0'0'55'0,"-12"0"1"0,12 0-14 16,-10 0-2-16,10 0-3 0,-15 3 5 0,10-2-8 16,-3 1-3-16,2 1-3 0,6-3-9 0,-14 5 3 15,7-3-2-15,0 0-8 0,-1 1 5 0,0-1-6 16,2 0 6-16,6-2 0 0,-15 4-3 0,7-1 0 16,2 0-6-16,-2-2-4 0,-2 2 4 0,1-1-4 15,0 0 2-15,-3 2-1 0,3-1-3 0,-1 1 2 16,0 0-4-16,0-1 2 0,1 1-2 0,0 0 2 15,0-2 2-15,4 1 0 0,0 1 2 0,5-4 0 16,-9 3-3-16,9-3 4 0,-9 3-3 0,9-3 4 16,0 0 4-16,-9 3 5 0,9-3 7 0,-5 3-4 15,5-3 6-15,0 0-2 0,0 0 4 0,0 0 3 16,-7 1-4-16,7-1-1 0,0 0-2 0,0 0-4 0,0 0-6 16,0 0 0-16,0 0 6 0,0 0-4 15,0 0-4-15,0 0 5 0,0 0 1 0,0 0 5 16,0 0-4-16,13 16 5 0,-8-11-1 0,4 1 2 15,-3 0 6-15,2 1 0 0,-1 1-7 0,-1 1 0 0,0 1 4 16,-2-1-11-16,1 2 8 0,-1-3-8 0,-3 2 0 16,-1 0 4-16,-1 0-3 0,-2 0-9 15,-2 0 8-15,-2-1 4 0,-3 0-3 0,-6 1-8 16,-2 1 7-16,-8 0-4 0,-4-1-12 0,1 0-23 0,-1-3-22 16,0-1-19-16,-1-1-24 0,-1 2-38 15,-2-3-75-15,3-1-216 0,1-1 96 0</inkml:trace>
  <inkml:trace contextRef="#ctx0" brushRef="#br0" timeOffset="-212180.95">28905 11513 130 0,'0'0'145'0,"0"0"-3"0,0 0-6 0,11-5-5 15,-11 5-11-15,0 0-11 0,5-7-12 0,-5 7-10 16,6-5-5-16,-6 5-10 0,3-7-3 0,-3 7-1 16,7-4 8-16,-7 4-7 0,5-6-3 0,-5 6-6 15,5-6-5-15,-5 6-6 0,5-4-2 0,-5 4-8 16,5-5-2-16,-5 5-6 0,5-5-3 0,-5 5-2 15,7-4-4-15,-7 4-5 0,5-4 0 0,-5 4 3 16,0 0-7-16,0 0 2 0,5-6-4 0,-5 6 0 16,0 0 3-16,0 0-2 0,0 0-9 0,5-4 8 15,-5 4-3-15,0 0-4 0,0 0 1 0,0 0 0 16,0 0-5-16,5-5 3 0,-5 5 2 0,0 0 0 16,0 0-4-16,0 0-4 0,0 0 5 0,0 0 1 15,0 0-5-15,0 0 5 0,0 0-3 0,0 0 0 16,0 0 0-16,0 0 8 0,0 0-13 0,0 0 5 15,0 0-12-15,0 0 13 0,0 0-7 0,0 0-8 16,0 0 2-16,9 10-11 0,-9-10-6 0,0 0-4 16,0 0-14-16,0 11-7 0,0-11-13 0,0 0-19 15,-1 11-14-15,1-11-28 0,-3 9-26 0,1-3-83 16,2-6-255-16,-4 7 114 0</inkml:trace>
  <inkml:trace contextRef="#ctx0" brushRef="#br0" timeOffset="-211016.72">29374 11311 16 0,'0'0'34'0,"0"0"-7"0,0 0-1 0,0 0-3 16,0 0 0-16,0 0-12 0,0 0-10 0,0 0-10 15,-23 7-17-15,23-7-27 0,-5 4 12 0</inkml:trace>
  <inkml:trace contextRef="#ctx0" brushRef="#br0" timeOffset="-207661.98">20567 11957 26 0,'0'0'113'0,"0"0"6"0,0 0-14 15,0 0-3-15,0 0-16 0,0 0 9 0,0 0-1 16,0 0-1-16,0 0 0 0,0 0-14 0,0 0 2 0,16 6-1 16,-1-4-13-16,4-1-5 0,11-1-6 15,0 2-5-15,5-1-13 0,-1-1 2 0,1 2-20 16,-3-2-25-16,0 0-26 0,-3-2-39 0,-8 2-27 16,-2 0-120-16,-5 0-233 0,-4-3 103 0</inkml:trace>
  <inkml:trace contextRef="#ctx0" brushRef="#br0" timeOffset="-207006.72">20713 11968 20 0,'0'0'137'0,"-4"8"3"15,4-8 5-15,-2 11 2 0,1-4-10 0,-1 2-6 0,1 2-11 16,-2 1-4-16,1-1-6 0,-1 2-4 0,1 3-15 15,-2 1-7-15,-1-2-5 0,2 4-4 0,1-4-7 16,-2 2-8-16,1-4-1 0,2 0-7 16,0 2-9-16,-2 0-1 0,2 1-3 0,0-4-1 0,-1 0-8 15,2 2-2-15,-2 0-2 0,0-2-3 0,1-3-1 16,0 2-5-16,-1 1-3 0,1-2 3 0,-1-2-1 16,-1 0-3-16,2-1 1 0,1-7 1 0,-4 12-3 15,3-5-4-15,-3-3 4 0,4-4-4 0,-5 10 3 16,5-10-5-16,-4 6 5 0,4-6-5 0,-8 2-2 15,8-2 3-15,-11-1-5 0,11 1 2 0,0 0-1 16,-13-3-1-16,13 3 3 0,-8-6 2 0,3 1-7 16,5 5-3-16,-6-7 3 0,2 3 2 0,4 4-1 15,0 0-1-15,-8-7 1 0,8 7-1 0,-2-5-4 16,2 5 2-16,0 0-5 0,0 0 3 0,0 0 3 16,0 0 1-16,0 0-3 0,0 0-3 0,17-1-6 15,-17 1-9-15,26 5-17 0,-7-3-15 0,3-1-13 16,0 3-17-16,7-2-16 0,-7-2-18 0,5 3-3 15,-7-3-7-15,2 0-6 0,-2 2 11 0,-2-4 8 16,2 2 12-16,-3-3 16 0,0-1-11 0,-3 1 29 16,-4-1 14-16,2 1 11 0,-2-2 23 0,-2-2 12 15,-1 0 14-15,-1 4 24 0,-1-6-14 0,0 2-2 16,-3-2 14-16,1 1 8 0,-2 2 15 0,0-4-6 16,-1 1-2-16,2 1 14 0,-2 8 10 0,0-11 14 15,0 11 3-15,0-12-3 0,0 12-12 0,0-8 3 16,0 8-9-16,0 0-7 0,0 0-12 0,0-8-6 0,0 8-2 15,0 0 7-15,0 0-9 0,0 0 8 16,0 0 7-16,-6 29 11 0,3-18-6 0,-2 2-6 16,1 3-2-16,0 1-3 0,0-2-5 0,0 2-2 15,2 0-8-15,-2-1 0 0,0 2-3 0,0-2-4 0,3 0 3 16,-1-3 11-16,0-2-7 0,0 1-2 0,0-1-3 16,1 0-21-16,1-1-22 0,0-1-21 15,0-1-31-15,-1 0-33 0,1-8-34 0,-3 11-28 0,3-11-164 16,-2 9-356-16,2-9 158 0</inkml:trace>
  <inkml:trace contextRef="#ctx0" brushRef="#br0" timeOffset="-206628.91">21026 12247 37 0,'9'-4'165'0,"1"0"-4"0,-1 2-5 0,2 1-11 0,-1 0-4 15,-10 1-8-15,24 1-9 0,-15-1-16 16,-9 0-7-16,17 5-6 0,-14-1-13 0,6 2-11 0,-2 1-3 16,-2-2-5-16,-3 0-11 0,0 2-2 0,-1 0 0 15,-1 3-8-15,-5-2-6 0,1 3 1 0,-4-4-6 16,2 2-3-16,-2 0-3 0,2-2 5 16,-4 0-12-16,3 1-1 0,2-4-2 0,3 3-4 0,-4-3-2 15,6-4 10-15,-5 12-11 0,3-8-2 0,2-4 2 16,2 11 1-16,-2-11-1 0,4 10-2 0,-4-5-3 15,0-5 2-15,5 12 0 0,-1-6-4 16,0 1-1-16,-1-3 4 0,-1 2-4 0,1 0 2 0,-1 0 0 16,-2-6 2-16,7 10-2 0,-6-5 1 0,-1-5-6 15,1 10 6-15,-1-10 0 0,-1 11 1 0,1-11-5 16,-3 10 6-16,1-5-4 0,-3 0 5 0,0-1 0 16,0 0 6-16,5-4-9 0,-12 6-18 0,3-2-26 15,3-3-27-15,-2 1-26 0,8-2-40 0,-15 1-37 16,7 0-115-16,-2-1-309 0,10 0 137 0</inkml:trace>
  <inkml:trace contextRef="#ctx0" brushRef="#br0" timeOffset="-205214.64">18858 11917 27 0,'0'0'129'0,"0"0"-7"0,0 0-13 0,0 0-18 16,0 0-1-16,0 0-12 0,0 0-4 15,0 0 4-15,0 0 3 0,0 0-6 0,-8 23 4 16,3-12-4-16,-1 3-1 0,1 2-6 0,-3 1-7 16,1-1 3-16,1 3-5 0,-2-2-8 0,3-2-1 0,1 3-2 15,0-3-8-15,2 2-4 0,-2-1-1 16,4-1-1-16,-1-3-9 0,2-1-3 0,-1 1 3 0,0-1-4 15,4 0-1-15,1 0 1 0,-3-3-2 16,1-2 0-16,2-1 2 0,-1-1 4 0,-4-4 8 0,8 7 7 16,-8-7 4-16,9 0 0 0,-9 0 2 0,12-7 5 15,-4 3 7-15,0-2 0 0,2-2-3 0,-3-3-3 16,1 1-3-16,2-4-3 0,1-1-3 0,-4 1-1 16,1-2-1-16,3 0-6 0,-3 0-5 0,1-2-4 15,0 0 4-15,0 0-11 0,-1 1 2 0,-2 0-5 16,-1 2-10-16,0 5-6 0,2-3-19 0,-4 4-18 15,1-1-22-15,-1 4-38 0,-3 6-41 0,2-9-33 16,-2 9-18-16,0 0-18 0,0 0-112 16,0 0-347-16,0 0 154 0</inkml:trace>
  <inkml:trace contextRef="#ctx0" brushRef="#br0" timeOffset="-204824.87">18971 12299 159 0,'0'0'191'0,"8"-8"-18"0,1 0-5 0,-2 0-8 16,4-2-6-16,1-1-8 0,0-2-8 0,1 2-9 15,-1-1-10-15,3-2-9 0,-1 1-10 0,0 0-8 16,2 0-6-16,-4-3-7 0,-1 2-6 0,3 0-6 16,-6 4-7-16,0 0 5 0,1-1-6 0,-4 4-5 15,-1 1-3-15,-2 0-6 0,-2 6-8 0,1-9-4 16,-1 9-6-16,0 0-1 0,-6-9-5 0,6 9-2 15,0 0-6-15,-15 2 6 0,6 3-5 0,0 0-4 16,-1 1-3-16,1 0-3 0,0 3-8 0,1-2-1 16,0 1-8-16,5 2-3 0,-4 0 1 0,5-1 1 15,0 0 4-15,2 0-6 0,2 2 3 0,1-1 4 16,1-1-2-16,3-1-2 0,0 2 4 0,0-1 2 16,-2 1 3-16,1-2-4 0,1-1 1 0,-1 2 0 15,-2-1 0-15,0 1 2 0,-1-2 0 0,1-2 2 16,-1 2 2-16,-3-7-2 0,1 10 3 0,-1-10-1 15,0 10 4-15,0-10-4 0,-4 13-4 0,0-8-16 16,1-1-22-16,-4 1-27 0,-2 3-22 0,2-3-32 16,0-1-26-16,0 0-20 0,7-4-136 0,-12 3-330 15,12-3 147-15</inkml:trace>
  <inkml:trace contextRef="#ctx0" brushRef="#br0" timeOffset="-204436.76">19275 12135 182 0,'0'0'203'0,"4"-5"-36"0,-4 5-16 0,0 0-16 15,0 0-16-15,8-1-6 0,-8 1-8 0,0 0-9 16,2 14-1-16,-2-7-4 0,2 3-14 0,0 1-10 16,1-3-3-16,-2 3-6 0,3 0-7 0,1-1-1 0,-1 0-4 15,0-1-5-15,0 0-4 0,-1-3-3 16,5 2-1-16,-4-4-6 0,1 0 3 0,0-2-5 15,-5-2 3-15,10 2 1 0,-10-2-3 0,0 0 1 16,17-6 1-16,-12 1-1 0,-2-2 3 0,4 0 6 0,-2 2-6 16,-2-2-3-16,-1 0-2 0,1-1 0 0,2-2-2 15,-5 1 1-15,0 1-6 0,1-1 0 0,1 0-2 16,-2 9 2-16,1-13-4 0,-1 7-2 16,0 6 0-16,1-10-1 0,-1 10-2 0,0-8-5 15,0 8-2-15,0 0-1 0,0 0-4 0,0 0 2 0,0 0 1 16,0 0-2-16,0 0 0 0,0 0 0 0,-5 28 6 15,4-18-3-15,0 2-1 0,-1 1 1 0,0 2 1 16,3 1 0-16,-2-4-4 0,1 0-16 16,1 1-26-16,3-2-29 0,-2-2-34 0,1 0-37 0,0 0-31 15,-1-2-30-15,2-1-104 0,1-3-333 0,-5-3 147 16</inkml:trace>
  <inkml:trace contextRef="#ctx0" brushRef="#br0" timeOffset="-203282.22">19560 12146 138 0,'0'0'167'0,"-2"-9"-5"16,2 9-12-16,-4-7-16 0,4 7-14 0,0 0-6 15,-14 1-12-15,14-1-4 0,-14 9-6 0,6-3-7 16,-2 6-2-16,2-5-5 0,1 5-13 0,-2 0-7 16,1 2-1-16,3-3-6 0,1 0-7 0,3 1 0 15,-1-2-6-15,4 0-4 0,-1-3 4 0,0 0-6 16,1 0-5-16,-2-7-3 0,7 9 1 0,-3-5-4 15,2-1-2-15,-6-3 1 0,13 0-1 0,-13 0-4 16,13-4 2-16,-13 4 4 0,9-7 1 0,-4 4-1 16,0-2-1-16,0-2 0 0,2 1-3 0,-4 0-1 15,0-3 1-15,1 3 0 0,-1 0-4 0,-3 6 0 16,2-13-1-16,-1 9-3 0,-1 4 4 0,3-7-2 16,-3 7-3-16,0 0-2 0,0 0-1 0,3-10-5 15,-3 10 1-15,0 0-2 0,0 0 4 0,0 0 0 16,0 0 3-16,-13 24 1 0,10-14 2 0,-1 0-2 15,0 1-2-15,2-3 2 0,1 3-2 0,-1-3 0 16,2 1-1-16,2 0 0 0,-1-2 4 0,3-1-3 16,-4-6-2-16,6 9 4 0,-2-5-2 0,-4-4 2 15,10 3 0-15,-10-3-1 0,14-3 1 0,-5-1 1 0,0-2 2 16,1 0-2-16,-1 0 8 0,-1 0 11 16,-2-2-2-16,2-3 0 0,-2 2 1 0,-2-4 2 15,0-2-1-15,1-1-2 0,-2 4-4 0,-1-3 0 16,2-3-4-16,-3 3-1 0,-1-2-2 0,0 0 1 15,0 2-2-15,0 0-4 0,2-1 1 0,-4-2-2 0,2 7 0 16,0-1-1-16,0 1 2 0,0 3 1 16,0 8 2-16,0-13 2 0,0 13-1 0,0-11-1 15,0 11-6-15,2-6-5 0,-2 6 7 0,0 0-6 16,0 0-2-16,0 0-2 0,0 0 2 0,0 0-4 0,-2 35 9 16,1-20-6-16,-1 3-2 0,0 0 3 15,2 2 3-15,-1-2-3 0,0 2 0 0,1-1-2 16,0-2 1-16,4 2 1 0,-4-1 4 0,2-6-4 0,2-1 1 15,0 2 1-15,1-4 2 0,0 1-1 0,0-1 5 16,0-1-5-16,4 0-1 0,-4-4 4 0,2-1 2 16,0 0-4-16,1-2 2 0,2-2 1 0,2-2 0 15,-1-1-2-15,-1 1 1 0,1-5 3 16,-1 0-1-16,-2 1-2 0,-1-2 1 0,1-3 2 0,1-2 0 16,-1-2-1-16,-3-1 6 0,1-2-6 0,-2 0-5 15,2 2 0-15,-5 0 0 0,3-2 2 0,0 2-2 16,-1-1-2-16,-2 1-1 0,2 2 5 15,-5 3-5-15,2 2-1 0,2 1 1 0,-2 9 0 0,0-13-3 16,1 9-3-16,-1 4-1 0,0 0 1 0,0 0-3 16,0 0 3-16,0 0-1 0,3 22 2 0,-5-5 2 15,0 0-3-15,0 2 1 0,1 7 4 0,0-2-4 16,1 0 2-16,1-3 3 0,0-2-3 0,1-2 2 16,-1 1 2-16,3-2-2 0,2-2 1 0,-2 1 4 15,1-3-2-15,-1-3 4 0,1-1-3 0,1 0 3 16,1-3 0-16,-2-2 1 0,0 0 0 0,1-1-1 15,-6-2 3-15,16 1-2 0,-16-1-1 0,16-6 2 16,-7 0-2-16,1 1-2 0,-2-1-1 0,-1-3 2 16,3 0-2-16,-4-2 2 0,1 2 0 0,-1-6-2 15,-2 4-3-15,1 1 3 0,0 1-3 0,-4 1 3 16,2 3 0-16,-3 5-3 0,2-9-4 0,-2 9-4 16,3-5 3-16,-3 5 1 0,0 0-1 0,0 0 0 15,0 0 0-15,0 0 4 0,1 19-6 0,-1-19 2 16,-1 12 0-16,2-5 4 0,-1 1-2 0,2-1 7 15,0 0-4-15,1 0 5 0,1-2-3 0,6 1 2 16,-5-3-3-16,0 3 1 0,3-4 1 0,-1-2 3 16,-7 0-1-16,22-1 1 0,-12 0-2 0,2-5-2 15,-3 3 3-15,1-3-5 0,1 1 1 0,-2 0 1 16,-1 2-2-16,0 0 2 0,-2-1-1 0,-6 4-1 16,8-6-2-16,-8 6 1 0,6-3-5 0,-6 3 0 15,0 0 6-15,0 0-5 0,13 10 2 0,-13-2 3 16,0 2-1-16,0 6 3 0,1-1-3 0,-5 3-2 0,2 8 0 15,-6-2-1-15,6-6 3 0,-4 1-2 16,1 0 4-16,-1 0-3 0,2 0 1 0,-2 5 1 16,2-5 1-16,1-1-1 0,1-1-2 0,1 0 2 15,-3-1-1-15,2-2-18 0,1-2-17 0,-2 0-17 16,1-1-35-16,1-1-31 0,-3 0-35 0,4-3-35 16,0-7-32-16,-1 11-166 0,1-11-417 0,-4 7 185 15</inkml:trace>
  <inkml:trace contextRef="#ctx0" brushRef="#br0" timeOffset="-203109.49">20334 12458 73 0,'0'0'233'0,"0"0"-20"0,0 0-25 15,0 0-14-15,0 0-22 0,0 0-14 0,0 0-23 0,0 0-36 16,0 0-52-16,3 19-48 0,-3-19-49 0,-1 10-52 15,1-10-75-15,-4 11-213 0,4-11 95 16</inkml:trace>
  <inkml:trace contextRef="#ctx0" brushRef="#br0" timeOffset="-202602.25">21475 12565 11 0,'0'0'204'0,"0"0"-16"0,0 0-17 0,0 0-15 15,0 0-16-15,-10 22-11 0,3-14-9 0,-2 2-17 16,2 1-15-16,-6 0-24 0,-1 2-45 15,1-1-42-15,-1 1-42 0,2-2-54 0,-2 1-79 16,5-5-214-16,2 1 95 0</inkml:trace>
  <inkml:trace contextRef="#ctx0" brushRef="#br0" timeOffset="-201989.32">21735 12191 154 0,'-11'-2'176'0,"3"2"-3"0,1-3-5 16,7 3-7-16,-13-2-8 0,13 2-16 16,-9-2-12-16,9 2-12 0,-8-1-12 0,8 1-8 15,0 0-12-15,-7-3-2 0,7 3-16 0,0 0-2 16,0 0-5-16,0 0-5 0,0 0 0 0,15 12-3 0,-4-7-7 16,2 0-2-16,0-1-1 0,6 3-6 0,0-1-2 15,-1-1-5-15,3 1 4 0,-3 1-3 16,-1-2 0-16,-4 0-3 0,0-1-2 0,0 1-2 0,-2-1-3 15,-2 2-1-15,-2-2-3 0,2 3-2 0,-1-2 3 16,-2-2-3-16,0 5 0 0,-1-2 11 0,-1 4 6 16,-4-1 0-16,1 1 2 0,-3 0 5 0,-1 3 1 15,-1 0 6-15,-1 1 2 0,-3 1 1 0,-2 1-6 16,1 0-5-16,2-2-1 0,-2 2 17 0,-1-2-7 16,-2 1-4-16,3 1-2 0,-2-5-4 0,4 1-3 15,1-3-8-15,-1 1-23 0,0 0-21 16,0-1-33-16,5-3-42 0,-2 1-49 0,1-1-47 0,3-6-51 15,-5 5-150-15,5-5-427 0,0 0 190 0</inkml:trace>
  <inkml:trace contextRef="#ctx0" brushRef="#br0" timeOffset="-201657.76">21925 12239 1922 0,'0'0'68'0,"-3"-12"30"0,0 7-27 16,3 5-17-16,-2-9-23 0,2 9-7 0,0 0-4 16,0 0-11-16,5-12 2 0,-5 12 0 0,14 0-2 15,-4 0 2-15,2 2-6 0,6 0 2 0,-2 2-1 16,3 0-1-16,-2 2 1 0,0-2-5 0,-4 1-1 16,-1 2 2-16,0-2 3 0,-1 0 0 0,2 3 0 15,-4-2 7-15,0 0 4 0,0 2-3 0,-1-1 4 16,-2 3 6-16,-1 0 4 0,-1 1 4 0,0 1 6 15,-2-2-2-15,0 7 4 0,-4-1 8 0,-3 1-1 16,2-2 4-16,-3 1-2 0,0 0-1 0,-2 0-2 16,-1 0-4-16,0-3 0 0,0 2-7 0,0 0-5 15,-1-1 1-15,1-1-7 0,3-1-4 0,-2-2-28 16,2-1-37-16,-1 1-42 0,2-2-50 0,-1 1-48 16,3-4-58-16,1 1-161 0,2-6-437 0,-3 10 193 15</inkml:trace>
  <inkml:trace contextRef="#ctx0" brushRef="#br0" timeOffset="-200966.79">22721 12203 96 0,'-5'-3'183'0,"5"3"-13"15,0 0-22-15,0 0-11 0,0 0-16 0,0 0-8 0,0 0-12 16,0 0-13-16,18-10-7 0,-7 9-8 0,2 1 0 16,5 1-19-16,0-2-8 0,-1-1-29 0,-4 1-23 15,1 1-31-15,-2 0-15 0,-2-1-29 0,0 1-6 16,-10 0-7-16,12 0-3 0,-12 0 0 15,9-3 4-15,-9 3 9 0,6-1-46 0,-6 1 109 0,0 0-35 16,0 0 16-16,0 0 14 0,0 0 13 0,0 0 13 16,0 0 5-16,-22-6 21 0,22 6 9 0,-11-3 11 15,11 3 4-15,-8-1 5 0,8 1 2 16,0 0-4-16,0 0-3 0,0 0 5 0,-14 2 3 0,14-2 1 16,-4 6 5-16,4-6 4 0,-6 11 12 0,2-1 4 15,0 1 7-15,-1 6 2 0,1 1 1 0,0 0-3 16,2 1-2-16,-1 1-5 0,-3 3-6 0,1-4-6 15,2 0-9-15,1-1-4 0,-1 1-2 0,1-1-6 16,2 0-6-16,-2-2 1 0,0 0-4 0,1 0-2 16,1-3-7-16,-2 0 0 0,2-3-6 0,0 1-2 15,0 0-3-15,-1-1 0 0,1-4-3 0,-1 1-1 16,1-7-3-16,-3 15-1 0,3-7-2 0,0-8 7 16,0 9-9-16,0-9 4 0,-1 10-4 0,1-10 1 15,0 0-2-15,-2 8 7 0,2-8-8 0,0 0 1 16,0 0 4-16,-3 7-1 0,3-7-4 0,0 0 2 15,0 0-1-15,-13-1-2 0,13 1 4 0,-11-1-3 16,11 1-5-16,-12-4 3 0,12 4 0 0,-9-3-1 16,9 3-2-16,-10-3 1 0,5 0-3 0,5 3 3 15,-9-4-2-15,9 4 1 0,-7-3-3 0,7 3 3 16,0 0 0-16,0 0-3 0,-11-2 0 0,11 2 3 16,0 0-6-16,0 0-1 0,0 0-3 0,0 0 4 15,0 0 2-15,0 0 2 0,0 0-1 0,0 0-1 16,0 0 2-16,0 0-1 0,28 6 0 0,-14-4 0 15,14 0-10-15,2-2-23 0,0-1-28 0,2 1-43 16,1-1-48-16,-1 2-46 0,-1-4-189 0,0-2-420 16,-3 2 186-16</inkml:trace>
  <inkml:trace contextRef="#ctx0" brushRef="#br0" timeOffset="-200088.9">23415 12451 82 0,'0'0'199'0,"2"-5"-16"15,-2 5-11-15,0 0-9 0,0 0-13 0,-1-10-16 16,1 10-1-16,0 0-15 0,-9-6-12 0,9 6-5 15,-10 0-6-15,10 0-3 0,-18 1-5 0,5 3-2 16,-3 4-1-16,0-1-7 0,0 3-4 0,-1-1-1 16,0 4-6-16,1-3-2 0,-3 9-1 0,3-7 1 15,-3 6 1-15,5-3-3 0,1 0-3 0,2-1-11 16,2 0-3-16,2-2-3 0,4-2-3 0,-3-1-4 16,4 2 1-16,1-2-6 0,1 1 0 0,1-2-3 15,4-1-1-15,0 1 5 0,4-2-8 0,3 0-4 16,0-1 2-16,0 0-3 0,6-2-14 0,0 0-23 15,-2-2-28-15,3 0-29 0,-1-1-38 0,3-2-39 16,-1-1-38-16,0 2-33 0,0-3-160 0,-2-1-415 16,-2 0 185-16</inkml:trace>
  <inkml:trace contextRef="#ctx0" brushRef="#br0" timeOffset="-199741.49">23617 12585 93 0,'0'0'221'0,"0"0"-16"16,0 0-15-16,0 0-10 0,0 0-8 0,0 0-3 16,-22 9 0-16,13-4-11 0,0 4-9 0,-5 0-13 15,4 1-7-15,-2 2-11 0,3-4-7 0,2 3-8 16,-5 2-7-16,6-3-4 0,2-1-13 0,1 1-5 16,0-1-9-16,1 0-1 0,2-2-8 0,0-7 3 15,3 14-4-15,-1-9-7 0,4 1 4 0,0-1-1 16,2-1 7-16,1-1-1 0,2 0 2 0,2-1-3 15,0-2 2-15,4-2 4 0,1-1-4 0,3 1-3 16,-5-3 3-16,-5 0-2 0,4-1 6 0,-1 1-3 16,-1-3 2-16,-2 0 11 0,0-2-12 0,-2 1-3 15,-3-1 0-15,1-1 4 0,-1 0-9 0,-5 1-7 16,3-2-6-16,-2-1-1 0,-2 3-8 0,0 10 1 16,-2-16-8-16,-1 5-3 0,-5 5-17 0,8 6-37 15,-16-9-28-15,7 6-34 0,-4 3-33 0,2 1-39 16,-6-1-56-16,6 4-54 0,-1 1-58 0,-2 0-183 15,3-2-563-15,0 1 249 0</inkml:trace>
  <inkml:trace contextRef="#ctx0" brushRef="#br0" timeOffset="-199593.38">23807 12677 2295 0,'0'0'82'15,"10"-8"14"-15,-10 8-54 0,3-4-3 0,-3 4-15 16,0 0-8-16,0 0-2 0,0 0-4 0,4-7-7 15,-4 7-10-15,0 0-35 0,0 0-34 0,0 0-44 16,0 0-55-16,0 0-193 0,0 0-396 0,0 0 175 16</inkml:trace>
  <inkml:trace contextRef="#ctx0" brushRef="#br0" timeOffset="-194859.72">21231 13398 125 0,'0'0'155'0,"-11"-3"-8"16,11 3 2-16,-10-1-9 0,10 1-3 0,-10 0-8 0,10 0-12 16,0 0-10-16,-9-2 0 0,9 2-21 15,0 0-13-15,0 0-1 0,0 0-4 0,0 0-6 16,0 0-7-16,0 0-5 0,0 0 4 0,0 0-7 16,0 0-9-16,36-7-2 0,-14 6-2 0,7-2-4 15,4 1-3-15,0-1-11 0,2 0-15 0,-3 2-25 16,1-2-28-16,-2 2-31 0,-3 2-20 0,-1-3-25 0,-7 2-16 15,-3-4-111-15,-6 4-276 0,0 0 122 16</inkml:trace>
  <inkml:trace contextRef="#ctx0" brushRef="#br0" timeOffset="-194454.2">21471 13341 92 0,'-8'5'131'15,"4"-1"1"-15,4-4 7 0,-3 10 1 0,0 1 5 0,2 0 2 16,-2 8-1-16,2-2-12 0,0 8-3 16,-1-6-6-16,1 5-6 0,1 1-6 0,-2 0-4 15,2 2-4-15,-2-9-8 0,0 6-8 0,2-5-5 16,-2 0-7-16,0-3-11 0,4 2-6 0,-3 0-3 16,4-4-6-16,-3 2-3 0,1-5-1 0,-1-2-9 0,0 3 0 15,0 0-7-15,1-2-7 0,-1-2 0 0,0 2 1 16,0-10-5-16,0 11 0 0,0-5 2 15,0-6-5-15,-4 8 1 0,4-8-5 0,-6 6 1 16,1-4 1-16,5-2-1 0,-14 6-1 0,5-6-4 16,0 0 0-16,-4 1 1 0,2-1-4 0,2-1 2 0,-3 1 0 15,5-2-1-15,7 2-3 0,-17-4 4 0,9 4-1 16,8 0-3-16,-11-5 2 0,6 3 1 16,5 2-4-16,-8-4-1 0,8 4-1 0,0 0-2 15,0 0-1-15,0 0 2 0,0 0 2 0,0 0-3 0,0 0 2 16,0 0-2-16,0 0 2 0,0 0 0 0,22 14-5 15,-8-13-14-15,4 1-20 0,1-1-25 0,1 2-28 16,2 0-34-16,9-5-35 0,-2 4-36 16,-7-2-22-16,6 1-135 0,-10-1-383 0,1-3 170 15</inkml:trace>
  <inkml:trace contextRef="#ctx0" brushRef="#br0" timeOffset="-194209.75">21799 13711 114 0,'-5'-8'183'0,"5"8"4"0,-10-5-10 0,4 5-5 0,6 0-12 16,-12 0 1-16,1 3-14 0,0 1-3 0,1 4 1 15,-6 0-3-15,1 3-8 0,-1 2-4 16,3 1-7-16,0 2-7 0,3-1-11 0,1 2-7 16,3-2-8-16,-2-1-7 0,4-1-5 0,2-2-5 15,0 5-27-15,1-2-2 0,2 0-7 0,2-4-2 0,1 1 0 16,5 0-6-16,0-1 1 0,1-2-3 0,5 0-20 15,2-3-27-15,2 1-25 0,3-3-29 16,-2 0-41-16,1-3-40 0,0-2-34 0,-1 0-31 0,0 2-153 16,-7-3-403-16,5-3 179 0</inkml:trace>
  <inkml:trace contextRef="#ctx0" brushRef="#br0" timeOffset="-193808.67">22326 13736 60 0,'0'0'243'0,"0"0"-28"0,0 0-1 0,0 0-5 16,0 0-5-16,0 0-8 0,0 0-21 0,0 0-16 16,0 0-7-16,0 0-14 0,0 0-9 0,0 0-2 15,0 0-11-15,0 0-7 0,-24-6-3 0,24 6-12 16,-7-5-3-16,7 5-7 0,-4-7-7 0,4 7-1 15,-2-7-1-15,2 7-15 0,0 0-5 0,0-12-3 16,0 12-6-16,2-9-6 0,-2 9-5 0,4-8-4 16,-4 8-4-16,5-7-6 0,-5 7-2 0,8-2-4 15,-8 2 0-15,10-1-4 0,-10 1 10 0,12 3-15 16,-12-3 4-16,15 4-1 0,-6-1-1 0,1-1-3 16,2 3 2-16,-1-2 8 0,2 0-8 0,4 0-5 15,-1-2 7-15,5-1-5 0,-1 0 1 0,-2-1 2 16,3 0-2-16,-4-5 1 0,0 2 1 0,-3 1-6 15,-4-2 2-15,1-1 2 0,-4 1-4 0,1-3 3 16,-3 5-8-16,-2-4-17 0,-3 7-17 0,1-9-24 16,-1 9-29-16,-8-10-25 0,3 5-37 15,5 5-27-15,-14-3-43 0,4 2-34 0,-5 1-156 16,2 2-448-16,-1 1 198 0</inkml:trace>
  <inkml:trace contextRef="#ctx0" brushRef="#br0" timeOffset="-193514.77">22350 13909 152 0,'0'0'216'0,"0"0"-2"0,-5 5-5 0,5-5-16 16,0 0-14-16,-7 3-18 0,7-3-8 0,0 0-16 16,0 0-4-16,-7 2-5 0,7-2 1 0,0 0-4 15,0 0-3-15,0 0-8 0,0 0-2 0,0 0-5 16,-13-7-2-16,13 7-10 0,0 0-8 0,0-8-4 15,0 8-6-15,0 0-6 0,5-14-9 0,-1 10-4 16,-4 4 1-16,9-9-4 0,-1 7-5 0,-4-2-8 16,2 1-4-16,0 1-2 0,-6 2-5 0,13-3-3 15,-13 3-2-15,16 3-3 0,-9 0-5 0,3 3-3 16,-1-2-16-16,0 0-24 0,-1 2-22 0,3 0-23 16,0-1-25-16,0 3-29 0,6-2-40 0,3-1-65 15,7 2-59-15,-6-3-146 0,11-3-469 0,1-1 207 16</inkml:trace>
  <inkml:trace contextRef="#ctx0" brushRef="#br0" timeOffset="-192861.98">23281 13477 111 0,'0'0'249'0,"0"-11"-12"0,0 11-11 0,-2-10-5 16,2 10-17-16,0 0-15 0,0-9-24 0,0 9-33 15,0 0-18-15,0 0-12 0,0 0-12 0,0 0-6 16,0 0-6-16,-10 22 2 0,5-6 2 0,0 3-3 15,-3 5-2-15,2 1 1 0,-3-1-2 0,3 3-5 16,-1-2-9-16,2-1 3 0,0 0-4 0,0-4-5 16,0 4-2-16,0-4-6 0,1 5-3 0,-1-6-8 15,2-3 2-15,0 0-5 0,2 0-6 0,0-2-1 16,0-4-2-16,-1 2-4 0,2-2 1 0,0 1-1 16,0-1-4-16,-1 1 0 0,0-4-3 0,2 0-17 15,-1-7-21-15,0 12-20 0,0-12-24 0,1 9-23 16,-1-9-29-16,0 7-34 0,0-7-34 0,0 0-30 15,0 0-204-15,0 0-456 0,0 0 202 0</inkml:trace>
  <inkml:trace contextRef="#ctx0" brushRef="#br0" timeOffset="-192446.4">23235 13486 47 0,'8'-10'201'16,"1"5"-18"-16,3-2-5 0,2 2-7 0,3 2-3 16,3 1-4-16,-2 2-9 0,-4 2-14 0,4 0-6 15,-3 6-14-15,-2-2-10 0,-3 1-10 0,-2 1-12 16,3 4-6-16,-4 0-8 0,2-1-5 0,-7 1-4 16,1-1-4-16,-4 1-5 0,-1 0-4 0,-1 1-7 15,-4-1-1-15,-3-1-2 0,0 3-6 0,2-4 1 16,-1 0-9-16,-1-2-4 0,2-1-2 0,0 1 0 15,2-2-5-15,1-1-1 0,0 1-2 0,0-3-1 16,5-3-6-16,-5 5 3 0,5-5-3 0,-3 8 2 16,3-8-4-16,0 0 2 0,4 10-1 0,-4-10 0 15,8 9 1-15,-4-5-3 0,1 1-2 0,1 0-1 16,-1 1 1-16,1 1 0 0,0-1-1 0,0 1 0 16,2 2 1-16,-5 1 5 0,3-3-7 0,-1 2-1 15,-3-3-4-15,1 0 12 0,-2 2-9 0,-1-8 0 16,-1 13 1-16,-2-7 0 0,-1 2 3 0,-2-1 0 15,-3-1-1-15,-2-1-1 0,0 1-5 0,-1-1-4 16,-1-4-14-16,0 2-16 0,-1-3-20 0,2 2-27 16,-2-1-41-16,7-1-43 0,-4-1-47 0,11 1-150 15,-16-2-396-15,16 2 175 0</inkml:trace>
  <inkml:trace contextRef="#ctx0" brushRef="#br0" timeOffset="-192216.93">23778 13514 70 0,'4'-7'262'15,"-4"7"-25"-15,4-8-24 0,-4 8-23 0,11-4-17 16,-3 2-19-16,3-1-15 0,4 2-14 0,3-2-17 0,1 2-25 15,10 1-32-15,-8-2-38 0,1 4-40 0,-3-2-50 16,2 0-58-16,-9 2-129 0,-1-2-285 16,-2 2 127-16</inkml:trace>
  <inkml:trace contextRef="#ctx0" brushRef="#br0" timeOffset="-191844.87">23889 13498 174 0,'-4'7'189'0,"0"-1"4"0,1-1-8 0,-3 6-3 16,4-1-5-16,-3 8-9 0,-1-1-6 0,0 1-7 15,-3 7-13-15,4 1-6 0,0-2-13 0,2-5-2 0,1 6-9 16,-1-4-8-16,1-2-10 0,-1-2-7 16,2 1-12-16,0-1-2 0,-1 0-6 0,4-5-8 15,-1 1-5-15,-1-2-6 0,0 1-7 0,-1-2-2 16,3 0-5-16,-4-3 1 0,2-7-6 0,1 12-3 0,-1-6-8 15,0-6-9-15,-6 10-15 0,2-7-8 0,-3 0-9 16,7-3-4-16,-15 0 0 0,6 0-5 16,-1-1 2-16,0 1 6 0,-1-2 1 0,2-3 6 15,9 5 1-15,-12-5 0 0,4 3 1 0,3-1 2 0,5 3 4 16,-9-4 1-16,9 4-5 0,-8-4 4 0,8 4-4 16,0 0 3-16,0 0-1 0,0 0 1 0,0 0 2 15,0 0 0-15,0 0 4 0,23 0-1 16,-10 0 0-16,5 1-4 0,0-2-8 0,2 2-20 0,2 1-23 15,10-2-32-15,-3-2-29 0,2 0-36 0,-3 0-30 16,-6 2-153-16,-2 0-367 0,1-5 163 0</inkml:trace>
  <inkml:trace contextRef="#ctx0" brushRef="#br0" timeOffset="-191609.46">24162 13758 132 0,'0'0'199'16,"3"-5"-10"-16,-3 5 2 0,0 0-24 0,0 0-15 15,0 0-20-15,0 0-5 0,0 0 3 0,0 0-4 16,0 0-2-16,0 0 5 0,3 22 4 0,-6-8-2 16,-1-3-11-16,-1 5-3 0,1 2-7 0,0-2-10 15,1 2-10-15,-1-1-26 0,1 0-5 0,-1 0-4 16,-1-5-5-16,3 4-7 0,-1-3-8 0,2-2 1 16,-2 0-1-16,2 2-6 0,0-4-5 0,-1 2-2 15,2-2-4-15,0-2-22 0,0-7-19 0,0 13-26 16,-2-7-27-16,2-6-40 0,-1 9-39 0,1-9-35 15,0 9-37-15,0-9-145 0,-3 7-402 0,3-7 177 16</inkml:trace>
  <inkml:trace contextRef="#ctx0" brushRef="#br0" timeOffset="-190845.75">24164 13801 98 0,'0'0'215'0,"1"-11"-11"0,0 3-14 0,2 2-8 16,-1 1-11-16,-2 5-10 0,4-12-8 0,-4 12-15 16,3-6-8-16,-3 6-13 0,3-6-6 0,-3 6-11 15,0 0-7-15,2-6-11 0,-2 6-2 0,0 0-11 16,0 0 1-16,0 0-13 0,1-7-3 15,-1 7-7-15,0 0-5 0,0 0-8 0,0 0 3 0,0 0-5 16,0 0-5-16,0 0-4 0,0 0-1 0,0 0-5 16,0 0-1-16,0 0-4 0,0 0 2 0,0 0-4 15,0 0 2-15,0 0-3 0,0 0 0 0,0 0-3 16,0 0 5-16,0 0 0 0,0 0-3 0,0 0 4 16,0 0 1-16,0 0-4 0,0 0 2 0,0 0-1 15,-9 19 0-15,9-19-3 0,0 0 0 0,-2 6-1 16,2-6 2-16,0 0-1 0,0 0 0 0,0 0-4 15,0 0 5-15,-3 7-2 0,3-7 1 0,0 0 7 16,0 0 4-16,0 0 14 0,0 0 1 0,0 0-6 16,0 0 8-16,0 0 0 0,0 0 3 0,0 0 2 15,0 0 4-15,0 0-6 0,0 0 2 0,0 0-13 16,0 0 1-16,0 0-3 0,0 0-2 0,0 0-5 16,0 0 1-16,0 0-5 0,13-17 6 0,-13 17-7 15,11-5-1-15,-6 4-4 0,3-3 1 0,0 2-1 16,-8 2-1-16,14 0-2 0,-5 0 0 0,-3 4-5 15,2-2 2-15,-1 0 1 0,-1 2-4 0,0 3-2 16,-1-1 2-16,-1 3-1 0,2-1 3 0,-1 2 0 16,-3-1 5-16,0 2-5 0,1-3-2 0,-3 2-1 15,0-1 4-15,-4 0 12 0,0-1-13 0,2 2 1 16,-5-2-2-16,2 0 10 0,0-1-11 0,-3 2 3 16,1-3-5-16,-1 2 1 0,-1-2 15 0,3 1-10 15,-1-4 6-15,1 2-9 0,1-1 7 0,5-4-3 16,-7 5-9-16,7-5-2 0,0 0 2 0,-5 5-1 15,5-5 6-15,0 0 1 0,-1 8-2 0,1-8-1 16,0 0 2-16,9 10 0 0,-4-6 0 0,0-1-2 16,3 3 0-16,0-2-2 0,-2-1 2 0,-1 4-2 15,4 0 1-15,-4-1-2 0,2 3 4 0,-1-2 4 16,-1 1-3-16,0-1-3 0,-2-3 1 0,-2 5-3 16,-1-9 2-16,0 12 2 0,-1-6 1 0,1-6-3 15,-9 16-5-15,1-9-4 0,-2 0-10 0,-2-1-13 16,-2 3-15-16,-2-2-19 0,4-3-18 0,-6-1-24 15,5 2-33-15,-4-2-30 0,4-1-44 0,-5-1-39 16,-1 0-153-16,1-2-443 0,-1-2 196 0</inkml:trace>
  <inkml:trace contextRef="#ctx0" brushRef="#br0" timeOffset="-190034.18">23203 13772 113 0,'0'0'127'16,"0"0"-6"-16,-4-6-8 0,4 6-7 0,0 0 8 16,0 0-9-16,0 0-5 0,0 0-1 0,0 0 2 15,0 0-1-15,0 0 2 0,0 0-2 0,0 0-5 16,0 0-3-16,0 0-5 0,0 0-5 0,0 0-10 15,0 0-7-15,0 0-11 0,0 0-2 0,0 0-9 16,0 0-1-16,0 0 1 0,0 0 6 0,0 0 0 16,0 0 6-16,1 31 1 0,-1-21 3 0,0 5-6 15,-1 0-2-15,-2 3 1 0,1-2 0 0,0 1-3 16,-1 0-2-16,-1 2 3 0,0 0 0 0,0-2-3 16,0 2-4-16,1-2-1 0,-4 0-2 0,6-2-1 15,-3 1 10-15,0-1-7 0,1 2-5 0,1-6 0 16,1 2 0-16,-2-1 0 0,-1-1-1 0,2 0-11 15,-1-4 2-15,2 1 8 0,-2-3-11 0,3-5-6 16,-2 12-2-16,2-12-1 0,-3 10-1 0,3-10-3 16,-1 9 3-16,1-9-2 0,-3 7 2 0,3-7-11 15,0 0-11-15,0 0-15 0,-1 6-22 0,1-6-22 16,0 0-33-16,0 0-47 0,0 0-55 0,0 0-55 16,0 0-188-16,0 0-480 0,0 0 212 0</inkml:trace>
  <inkml:trace contextRef="#ctx0" brushRef="#br0" timeOffset="-189319.82">21033 13218 49 0,'-2'-10'188'0,"2"10"-20"0,0 0-19 16,0 0-5-16,0 0-7 0,0 0 2 0,0 0-8 15,-4 37 17-15,1-7 1 0,-6 6-2 0,1 12-7 16,-1 2-5-16,-4 3-8 0,2 1-6 16,-1-1-7-16,0 1-3 0,3-1-8 0,1 1-2 0,0-8-4 15,5 4-12-15,-1-5 4 0,1-8-26 0,0-4-8 16,2 1-1-16,1-1 2 0,0-4-7 0,-1 0 0 16,0-4-10-16,1 1 4 0,0-7-1 15,-2 0-5-15,6-1 2 0,-4-2-4 0,-1 0-6 0,2-4-4 16,-2-2-2-16,1 2 1 0,0-3-3 0,0-2-5 15,0-7 4-15,0 11-12 0,0-11-16 0,0 11-15 16,0-11-16-16,-1 7-18 0,1-7-32 0,0 0-48 16,0 0-53-16,0 0-39 0,0 0-226 0,0 0-492 15,-14-22 218-15</inkml:trace>
  <inkml:trace contextRef="#ctx0" brushRef="#br0" timeOffset="-188073.06">21079 13313 64 0,'0'0'158'0,"-5"-6"-16"0,5 6-8 0,0 0-18 16,0 0-13-16,0 0-7 0,13-9-17 0,-5 9 2 15,5-2-13-15,7 0-2 0,9-2-7 0,3 2-1 16,2-1-7-16,17-3 9 0,3 0-11 0,-2-1-3 16,8-1-3-16,3 0 1 0,2 1-2 0,26-6 3 15,-30 2-8-15,4 3-3 0,27-9-5 0,-28 8 4 16,28-4 3-16,-1-1 3 0,-1 6 7 0,-2-1-1 16,1 1 0-16,-24 0 1 0,27 1 0 0,-1 0-3 15,-27 4 5-15,27-4-10 0,-26 6-4 0,28-3-1 16,1 0-1-16,5-3-3 0,-3 4-4 0,2 2-3 15,3-7-1-15,5 4-4 0,-1 2 0 0,3 1 2 16,3 0-5-16,2-2 0 0,0 0 1 0,2 2-2 16,-5-2-1-16,0 3-1 0,-5 2 6 0,-2 1-4 15,-2-1 1-15,-4-6-1 0,0 4 0 0,-32 1-3 16,25-3 3-16,-29 2 1 0,-1-3 0 0,3 4-3 16,-7-2 0-16,0 0 0 0,-2 1-1 0,-14 0 0 15,-6-2 3-15,3 2-1 0,-6 0-3 0,0-3 4 0,-11 3 0 16,-1-2-2-16,-2 0 4 0,-3 2 4 0,-4-1 1 15,2-1-2-15,-5 1 11 0,0 0-1 16,-7 1 8-16,9-5-5 0,-2 3 0 0,-7 2 0 16,7-2-7-16,-7 2 0 0,0 0-2 0,6-3-1 15,-6 3-4-15,0 0-2 0,0 0-6 0,6-3-1 0,-6 3-3 16,0 0 2-16,0 0-2 0,0 0 1 16,7 12-1-16,-4-7-2 0,-1 3 2 0,-2 2 0 15,2-1-2-15,-1 0 0 0,1 0 0 0,-2 3 1 16,0-3 4-16,2 4-2 0,-2 0 3 0,0 3-4 0,0 1 2 15,-2-2 2-15,0 4-1 0,1 0 3 0,-3 7 1 16,-3-2 1-16,2 2-1 0,-1 2 5 16,-1-2-2-16,-2 2 4 0,0 0-5 0,0 0 0 0,2 0 7 15,-6-2 1-15,4 3-1 0,-2 2 1 16,-1-1 1-16,-1-2-6 0,1 1 0 0,2-1 0 0,0 0-2 16,1 0 4-16,-2 1-6 0,0-1-1 0,-1 2 8 15,-1-2 2-15,3-1-3 0,-4-1-1 0,2 3 3 16,-3 2 3-16,3-2-7 0,1 0-2 15,2-2-1-15,-2 0 3 0,-1 1-1 0,2-2 3 0,1 1-2 16,0 1-2-16,1-2-5 0,-1 0-3 0,1 0 4 16,6-5-3-16,-6 4 4 0,1 0 4 0,-1 0 3 15,3 0-4-15,0 0 1 0,-3 0 5 0,4-6-4 16,-1 6 5-16,0-6-1 0,-1 6-2 16,-2-6-1-16,6-1-1 0,-6 0 3 0,3 2 1 0,-1-3-7 15,-2 0 6-15,2 0 1 0,-1-3 1 0,3 1-3 16,-5 3-3-16,0-4 0 0,2-3-31 0,-1 4-8 15,1-6 12-15,-5 4 11 0,3-3-3 0,-3 0 1 16,-2 0-6-16,2-3-2 0,1 0 8 16,1 0-1-16,0-2 0 0,-2-1 6 0,-1-1-3 0,-1 2 0 15,-2-1 2-15,-2 0-2 0,-2-3-3 0,0 1 4 16,2-2 4-16,-12 2-1 0,1-4-2 0,1 2 0 16,-4-1 0-16,0 0-1 0,-3-1-2 15,1-1 0-15,-4-1 1 0,-12 2 0 0,-1-4 0 16,10 3-3-16,-10-2 7 0,0 0 0 0,-2 2-4 0,-4-1 0 15,-8 2-2-15,-22-2-3 0,22 3 7 0,-27 1-5 16,24-3 4-16,-23 2 6 0,28 0-14 0,-3-4 5 16,-23 4 3-16,30-1 1 0,-5 0-1 0,0-2 3 15,-2 1-3-15,-25 0-10 0,28 1 4 16,-1 1 4-16,-25 0 2 0,28-3-2 0,-1 0-5 0,-26 0 6 16,24 1 2-16,-28 1 2 0,31 3 3 0,-4 0-12 15,-30-4 8-15,31 1 7 0,2 0-10 0,-2 2 0 16,-27-3-1-16,31 0-5 0,-3 0 5 15,3 0 1-15,0 1 0 0,3-1 0 0,-3-1-2 0,5 2 9 16,0 2-6-16,-4-2-1 0,4 1-1 0,4 0 3 16,11-1-3-16,-11 4 3 0,13-4-2 0,-1 2-6 15,-13-1 4-15,16 2 9 0,0 1-6 0,-1-2-4 16,5-2 1-16,0 4-3 0,3-2 5 0,7 1-3 16,-1-1 8-16,3 0-9 0,7 0 10 0,0 0-3 15,3-1-4-15,-3-1-2 0,2 1 2 0,-1 0 4 16,5 0-7-16,7 1 2 0,-14-3-11 0,14 3-22 15,-11-4-25-15,8 2-16 0,3 2-13 0,-9-5-31 16,9 5-22-16,-12-5-30 0,8 0-26 0,0-1-30 16,4 6-8-16,-6-7-22 0,2 2-170 0,4 5-464 15,-9-10 205-15</inkml:trace>
  <inkml:trace contextRef="#ctx0" brushRef="#br0" timeOffset="-187167.13">20881 13921 29 0,'0'0'105'0,"0"0"-4"15,0 0-3-15,0 0 2 0,0 0 1 16,-3 18 4-16,3-18-12 0,1 11-1 0,-1-1-7 0,0-1 1 15,2 4 3-15,-2-1-11 0,0 5 2 16,-2 0-10-16,0 1 1 0,0-2-7 0,0 3-8 0,-1-1 3 16,1 3-2-16,-2-4-2 0,1 3-5 0,0-2-2 15,0 2-6-15,-1-3 4 0,2 0-9 16,-2 1 1-16,2 1-5 0,0-5 5 0,-1 2-1 16,2 1-1-16,0-5 0 0,1 3 6 0,-4-2-7 15,1-2-4-15,2 1 4 0,1 5 1 0,-2 1 1 0,2-7-7 16,-2 1-4-16,1 1 0 0,1-2-5 0,0 0-4 15,1 2 1-15,-1-2-1 0,0 5 3 0,-1-3-6 16,1 1 4-16,-4 3-1 0,3-5-6 16,0 0 2-16,-1-2-2 0,1 1 3 0,0-1-1 15,-1 0-1-15,0 0-3 0,-1-2 1 0,2-1-1 16,1-7 1-16,-4 13-3 0,3-7-2 0,1-6 2 0,-1 10 1 16,0-5-2-16,1-5-1 0,-2 9 1 15,2-9 3-15,0 0 2 0,-1 9-4 0,1-9-2 16,0 0 1-16,0 0 1 0,-1 7-2 0,1-7-1 15,0 0 5-15,0 0-2 0,0 0 8 0,0 0-1 16,0 0-8-16,0 0 6 0,0 0-2 0,0 0-1 0,0 0 1 16,0 0-1-16,0 0-2 0,0 0-1 0,0 0 3 15,0 0-3-15,5 7 6 0,-5-7 2 0,9 2 0 16,-9-2 0-16,12 0 2 0,-4 0-2 0,5 0-2 16,-2 0-4-16,1 0 2 0,3 0 1 15,3 0-4-15,-1 0 2 0,1 0-1 0,0 1 0 16,1-1 2-16,-1 2-2 0,3-2-3 0,1 0 1 0,6 0-3 15,0 3 4-15,0 0-1 0,-1-1-2 0,3 1 0 16,-1-2-1-16,1 3 7 0,0-3-5 16,0 2 0-16,-1 0-6 0,2-1 2 0,-3 0-11 15,1 0-17-15,2-1-25 0,-2 0-22 0,-6-1-30 16,-2 2-42-16,6-4-33 0,1 1-34 0,-7-2-174 0,1 1-420 16,6-3 186-16</inkml:trace>
  <inkml:trace contextRef="#ctx0" brushRef="#br0" timeOffset="-185080.22">26364 13464 160 0,'3'-10'214'15,"1"0"4"-15,0-1-5 0,-2 0-3 0,2 0-9 16,0 4 4-16,-4 1-7 0,4-2-13 0,-2 2-4 0,-2 6-6 16,3-12 7-16,-3 12-19 0,2-7-19 15,-2 7-11-15,2-7-14 0,-2 7-13 0,0 0-13 16,0 0-12-16,0 0-5 0,0 0-2 0,0 0-5 16,-7 31 0-16,3-16-2 0,2 1-1 0,-2 1-5 0,-4 7 1 15,2-5-12-15,3 0-4 0,-3 5-8 0,2-6-3 16,1 1-7-16,1 0-1 0,-3 2 0 15,5-3-5-15,-2 0-15 0,0-1-28 0,2-2-28 16,-1 2-38-16,1-4-25 0,0-2-39 0,0 0-66 16,0-3-49-16,0 0-251 0,0-8-561 0,-4 11 248 0</inkml:trace>
  <inkml:trace contextRef="#ctx0" brushRef="#br0" timeOffset="-184674.7">26626 13640 49 0,'0'0'264'0,"0"0"-7"0,0 0-12 16,0 0-18-16,-8-26-14 0,8 26-13 0,-2-14-14 16,6 4-17-16,2-1-14 0,-4 0-19 15,4-4-32-15,3 1-10 0,0-2-11 0,5 1-3 16,-1 0-14-16,1 3-3 0,1 2-7 0,1-2-1 0,-1 4-7 15,-3 2-5-15,-1 4-8 0,0-2 3 0,-1 2-8 16,-2 2-4-16,-8 0-6 0,13 6 1 0,-5 1-1 16,-2 0-4-16,-1 2-5 0,1 1-22 15,-4 1-29-15,1 1-25 0,-1 1-33 0,-2 3-55 16,2-5-46-16,-2 4-209 0,-2-3-441 0,2-2 195 0</inkml:trace>
  <inkml:trace contextRef="#ctx0" brushRef="#br0" timeOffset="-184416.22">27361 13143 199 0,'4'-9'273'0,"-2"3"-27"15,0 0-27-15,-2 6-25 0,0 0-15 0,0 0-12 16,0 0 6-16,2 21-2 0,-2-3-9 0,-4 7-3 0,2 3-15 15,-4 3-14-15,0 1-7 0,1-2-16 0,-1 0-10 16,1-1-9-16,-2 1-11 0,2-1-6 0,-1-3-6 16,2-2-8-16,-1 0-11 0,5-7-21 15,-4 1-28-15,4-5-33 0,-5-1-39 0,5-2-43 16,-1 3-46-16,1-6-32 0,0-7-32 0,0 11-164 0,0-11-425 16,0 0 187-16</inkml:trace>
  <inkml:trace contextRef="#ctx0" brushRef="#br0" timeOffset="-183901.37">27296 13329 6 0,'2'-11'163'0,"1"1"-14"0,2 0-13 15,-1 0-7-15,1 1-10 0,4-1-3 0,-1 0-5 16,0 1-6-16,5-5-5 0,1 4-8 16,1-2-6-16,1-1-9 0,-1 2 7 0,3-1-6 15,-2 0 5-15,-2 1 2 0,-3 3 2 0,0 0 0 16,-4 1-2-16,2-2 1 0,-1 6-4 0,-3 1-7 0,-1-2-7 15,2 1-7-15,-6 3-10 0,6-4-3 0,-6 4-9 16,0 0-2-16,0 0-4 0,11 11 2 16,-9-1-5-16,0 1 0 0,-2 1-8 0,0 6 1 15,-4 2-3-15,0 3 1 0,1-4-4 0,-3 5 3 16,-1 0-6-16,0-5 1 0,0 0-2 0,1-4-3 0,1 2 1 16,1-4-1-16,-3-2-4 0,4 0 4 0,-1-1-6 15,2-6 0-15,0 1-4 0,2-5 1 16,-2 11-2-16,2-11 4 0,-2 7-4 0,2-7 5 0,0 0-2 15,0 0 0-15,4 7 1 0,-4-7-1 16,11-1-3-16,-11 1 4 0,13-4-1 0,-2 3 1 0,-2 0 7 16,3 0-9-16,-1 1 5 0,3 1-2 15,-3-1-1-15,2 2 2 0,1 0 1 0,6-2 2 16,-2 2-1-16,4-1-1 0,-4 1 2 0,4-2 0 16,-1-2 5-16,-4 2-8 0,4-2 1 0,-10-2 1 15,7 0-6-15,-9-1 4 0,5 0 0 0,-5 0-2 0,0-2 1 16,3-2 1-16,-6 3 3 0,3-2 6 0,-3-2 0 15,2 4 11-15,-6-4-10 0,3 0-2 0,-1 2-1 16,0 0 3-16,-2 0-1 0,1 2 4 16,-3 6-1-16,4-9 4 0,-4 9-14 0,0 0-5 15,0 0 3-15,0 0 1 0,0 0 2 0,-28 16-4 0,16-6-2 16,3-1-14-16,-3 4-19 0,4 3-28 0,3-6-40 16,0 2-64-16,2 2-66 0,2-1-213 0,3-1-478 15,11 2 212-15</inkml:trace>
  <inkml:trace contextRef="#ctx0" brushRef="#br0" timeOffset="-183499.16">28689 13223 191 0,'-22'-2'255'0,"3"2"-20"15,-8 6-9-15,7-2-24 0,-6 8-17 0,3 3-16 16,1 0-9-16,2 5-15 0,3 0-15 0,3 1-11 16,4-4-5-16,4 1-19 0,1 2-12 15,3-1-4-15,4-2-9 0,0 1-6 0,5-3-5 0,0 2-6 16,3-9-10-16,1 0-3 0,1-2-10 0,4-3-6 16,4 1-2-16,-2-6-5 0,0 0 0 0,2 0-3 15,-2-5-1-15,0-1-1 0,0 0 1 0,-1-1-2 16,-3 0 3-16,-2-3-3 0,0-3-1 0,-3 3-3 15,5-3 0-15,-5 2 7 0,-4-2-2 0,1 3 2 16,-1 4 8-16,1 0 8 0,-2 2 4 0,-2-1-2 16,0 0-3-16,-2 7-12 0,0 0 1 0,6-3-3 15,-6 3-1-15,0 0 0 0,0 0 0 0,0 0 2 16,-4 27-1-16,0-15 7 0,0 1-15 16,-1 2 6-16,3 1-4 0,0 0 0 0,1 1 9 0,0-1-23 15,-1-4-30-15,4 0-31 0,-1 3-43 0,1-3-60 16,1-3-56-16,1 1-228 0,1-5-491 0,-5-5 217 15</inkml:trace>
  <inkml:trace contextRef="#ctx0" brushRef="#br0" timeOffset="-183269.09">29125 13283 48 0,'-4'-7'270'0,"0"0"-16"0,0 4-12 15,4 3-6-15,-14-2-3 0,4 4-10 0,-3 4-16 0,-2 5-17 16,-2 1-10-16,3 1-17 0,-5 5-15 0,9-1-14 16,-3-1-18-16,4 1-11 0,2 2-8 0,1-1-7 15,6-1-8-15,0 2-15 0,5-2-10 0,3 2-23 16,1-4-31-16,4-1-29 0,1-4-33 0,4 1-35 16,-2-2-46-16,4-3-28 0,4-2-31 0,-5-1-25 15,3-2-155-15,-10-1-409 0,8-4 181 0</inkml:trace>
  <inkml:trace contextRef="#ctx0" brushRef="#br0" timeOffset="-183044.85">29467 13183 161 0,'5'-15'192'0,"-2"3"17"0,1 1 8 16,-2 3-7-16,2 1-14 0,-4 7-21 0,1-9-21 15,-1 9-4-15,0 0-1 0,0 0 4 16,0 0 0-16,-7 36 3 0,-5-12-7 0,1 3-11 0,0 0-6 15,0 1-5-15,0 0-18 0,1 0-9 0,1-1-10 16,2 0-8-16,-2-1-9 0,1-2-6 0,0 2-6 16,5-9-18-16,-2 0-26 0,0 0-28 0,2 1-33 15,0-6-31-15,2-1-39 0,-1 0-45 16,0-3-33-16,0 0-48 0,2-8-198 0,-3 11-475 0,3-11 210 16</inkml:trace>
  <inkml:trace contextRef="#ctx0" brushRef="#br0" timeOffset="-182781.18">29267 13362 9 0,'3'-7'149'0,"4"1"-1"0,-1 3 1 0,4-2-1 16,3 0-5-16,1 2-8 0,5-3-1 0,1 2-9 16,1-1 0-16,6 0-4 0,1 1-5 15,-9 0-7-15,3 2 0 0,-3-1-8 0,-2 1 2 16,-4 2-14-16,-4-2-7 0,1 2-4 0,-10 0-3 0,15 2-15 15,-10 1 2-15,0 1 3 0,1 0-1 0,-3 5-1 16,2-1-3-16,-2 2-2 0,-2 1-4 0,-1 1-4 16,-1 1-4-16,0 2 1 0,-2-4-7 15,-1 0-4-15,3 1-5 0,-3 0-1 0,3-1-12 0,0 1-26 16,-3-2-24-16,1 0-38 0,1 1-36 16,0-5-47-16,2-6-53 0,-2 14-204 0,-1-10-444 0,3-4 197 15</inkml:trace>
  <inkml:trace contextRef="#ctx0" brushRef="#br0" timeOffset="-182182.5">29701 13379 9 0,'6'6'155'0,"-1"-4"-13"0,1 2-13 0,-1 0-21 16,-5-4-6-16,9 6-6 0,-3 0-2 0,-2-4-2 15,0 3 0-15,0-1-8 0,-4-4-5 0,7 9-3 16,-4-4 0-16,1 0-5 0,-1-1-1 0,1 2-4 0,-4-6 0 15,7 8-7-15,-2-4-3 0,-3 1 1 0,-2-5-14 16,7 8-3-16,-5-5-5 0,-2-3-3 16,7 5 1-16,-7-5-3 0,5 3 0 0,-5-3 2 15,0 0-3-15,0 0 5 0,5 4-6 0,-5-4-3 16,0 0-3-16,0 0 0 0,0 0 1 0,10-11-5 0,-10 11 0 16,4-5-5-16,-4 5 1 0,8-7 2 15,-8 7-5-15,5-5-1 0,-5 5 4 0,6-4-5 0,-6 4 1 16,7-4 2-16,-7 4-8 0,10-4 2 15,-10 4-3-15,9-2 2 0,-9 2 3 0,11-2-9 16,-11 2 4-16,14-2 0 0,-6 1 0 0,0 1-1 0,3-3 3 16,-5 2 0-16,3-3-4 0,0-1 5 0,0 1-4 15,0-1-1-15,-1 0-1 0,0 0-3 16,2 0 0-16,-2-2 3 0,-1 0 0 0,1 2 1 16,-2 0 0-16,-2-1 4 0,0 1 5 0,-4 5 4 15,5-6 5-15,-5 6 2 0,4-7 1 0,-4 7-4 0,0 0-2 16,0 0 1-16,0 0-2 0,0 0 2 0,-21 11 2 15,11-4 8-15,-3 4-9 0,-1 0 4 0,3 2-4 16,-2-1-1-16,3-2-7 0,1-1 4 16,2 3-2-16,2-1 4 0,-1-1-18 0,5 0-17 0,2 0-43 15,4-1-64-15,5 1-64 0,16-2-207 0,4 1-431 16,22 2 191-16</inkml:trace>
  <inkml:trace contextRef="#ctx0" brushRef="#br0" timeOffset="-181239.52">30748 13550 231 0,'-1'-10'275'0,"1"10"-20"16,2-12-18-16,-1 5-16 0,2-3-21 15,2 1-17-15,0 0-13 0,1 1-17 0,1-2-12 0,4-4-11 16,2 0-7-16,-3-1-15 0,4-2-4 0,-1 1-10 15,4-6-9-15,-2 2-6 0,-1-5-7 16,-1 5-2-16,-5 2-1 0,2 0-9 0,-6 2-5 16,0 1 0-16,-2 3-2 0,-1 1-2 0,-1 3-8 15,-1-2-2-15,-1 3-4 0,2 7-6 0,-6-10-3 0,1 8-2 16,5 2-6-16,-16-3 8 0,5 6-15 0,-1 2 5 16,-1 0-7-16,-4 3 3 0,7 0-8 0,0-1 4 15,0 1-5-15,3 1 1 0,3 1 0 16,2 0-1-16,1 1 1 0,4-1 1 0,3 1 5 0,2-2-6 15,5 2-5-15,6-3-2 0,-3 0 2 0,5-4-1 16,6 1-2-16,-6-1 0 0,2-3 4 0,-4 1-5 16,-1-4 2-16,2-1-2 0,-6 2-1 0,4-1 4 15,-6 0 2-15,-1-1 1 0,-3 2-3 16,-8 1 2-16,13-1-5 0,-13 1 1 0,11 0-2 0,-11 0-2 16,7 1 4-16,-7-1-5 0,3 5 12 0,-3-5-7 15,0 13-6-15,-1-7 0 0,1 4 3 0,-1-1 0 16,0 2 5-16,-1-3-1 0,1 3 7 0,1 0-9 15,0-2 5-15,1 1-7 0,2-2 2 0,1-1 6 16,2 0-2-16,5 0 0 0,0-2 2 0,3-1 2 16,4 3 0-16,1-5-1 0,0 0-2 15,4-3 1-15,-3 1 2 0,-1-1-3 0,0 1-1 0,1-4-3 16,-7-1 4-16,6 2 1 0,-4-4 0 0,-3 1-2 16,2-3 2-16,-4 2 0 0,0 0-3 0,-1-2 0 15,-2 0 3-15,5-4-3 0,-8 1-2 16,-1 0 1-16,-1 0-8 0,1 0 8 0,-2 1 0 0,-2 1-2 15,0 2 2-15,1 8 6 0,0-14-3 0,-3 10-6 16,3 4 2-16,-8-7 4 0,8 7-5 0,-11 1 0 16,11-1 0-16,-21 9-1 0,13-2 2 0,-4 3-2 15,2-2-1-15,-3 4 1 0,5-3-1 0,2 1 4 16,2 2 3-16,3-2-9 0,2 2 5 0,2-2 11 16,2 0-10-16,0-1 4 0,5 1-7 0,5 0 5 15,3-3 0-15,2-1-1 0,9-1 1 0,-9 0 1 16,1-5 0-16,1 0-2 0,-2 0 34 0,-1 0-3 15,0-2-2-15,-1-1-9 0,0-1 6 16,0 0-9-16,-8-2 2 0,3 0 0 0,-2 1-2 0,0-4-7 16,-2 0 0-16,0-1-1 0,-3 0-5 0,-1-1 7 15,-1 3-5-15,0-3 0 0,-3 3-2 0,0 2 2 16,1-1-5-16,-2 7 3 0,0-13-3 0,0 13-6 16,-5-8 12-16,5 8-4 0,-8-3-7 15,8 3 2-15,-12 0-2 0,12 0-3 0,-16 6 3 0,8-3 2 16,0 4 2-16,0-2-5 0,1 2 0 0,1 1 0 15,-1 0 2-15,3 1 1 0,-1-1-1 0,3 2 0 16,1-3 3-16,-2 3 3 0,3 0-4 0,1 2-6 16,-1-2 5-16,3 3 2 0,-1-3-13 0,0 4 13 15,1-2-3-15,-1 0-2 0,0 3 3 0,-1-3-2 16,-1 1 4-16,0-2-2 0,-1 3-2 0,0 0 3 16,-2-1-1-16,0-2 6 0,-1 1-12 0,1-1-15 15,-1 0-12-15,1-2-19 0,-3 0-24 0,3 0-25 16,-5-1-39-16,4-4-35 0,0 1-37 0,4-5-46 15,-7 6-193-15,7-6-489 0,-8 1 216 0</inkml:trace>
  <inkml:trace contextRef="#ctx0" brushRef="#br0" timeOffset="-181022.39">31835 13398 174 0,'3'-4'224'15,"-3"4"-20"-15,5-7-17 0,-5 7-16 0,0 0-4 16,0 0-2-16,0 0-10 0,3 17-6 0,-3-17-12 16,-3 17-5-16,0-6-11 0,1 1-11 0,-1 1-12 15,-1-1-9-15,-2 4-6 0,4-4-8 0,-1 0-11 16,0 0-24-16,1 0-32 0,-1-1-36 0,1-2-39 16,2-9-56-16,-3 15-37 0,2-11-45 0,1-4-124 15,0 0-355-15,-4 11 157 0</inkml:trace>
  <inkml:trace contextRef="#ctx0" brushRef="#br0" timeOffset="-180385.62">31835 13151 109 0,'0'0'125'0,"0"0"-22"16,0 0-23-16,0 0-8 0,0 0-26 0,0 0-26 15,12 39-10-15,-6-25-18 0,4 3-12 0,2 5-2 16,2-1-4-16,4-2 1 0,1-1 4 0,-6-4 1 16,2 1 3-16,0-2 13 0,-2-1-2 15,1-1 12-15,-3-2 5 0,-1-3 14 0,-4 0 5 0,-1-1 19 16,0-1-3-16,-2-1 11 0,-3-3 15 0,6 5 7 16,-6-5 3-16,7 5 8 0,-7-5 6 0,0 0 0 15,2 6 2-15,-2-6-1 0,3 5-3 0,-3-5 3 16,0 0-4-16,0 0 0 0,0 0 0 0,-7 19-4 15,4-14-5-15,0 1-9 0,3-6-3 16,-4 9-7-16,4-2-2 0,0-7-8 0,-2 13-7 0,2-13-5 16,2 12-1-16,1-8-3 0,-1 1-3 0,-2-5-5 15,9 9-1-15,-9-9-4 0,9 5 3 0,-9-5-5 16,9 2 1-16,-9-2-4 0,0 0-1 0,0 0-3 16,19-8 1-16,-19 8-2 0,12-10-5 0,-10 4 0 15,5-3 0-15,-3 1-1 0,-4 8 1 16,9-17-1-16,-7 10-2 0,3-1-4 0,2-1 3 0,-1-2-3 15,-1 2-2-15,0-1 2 0,2 2-1 0,-1 1-1 16,-6 7-2-16,9-8 3 0,-9 8 0 0,8-5 1 16,-8 5 0-16,0 0 2 0,0 0 1 0,19 9 0 15,-14-4 4-15,-1 3-3 0,0 1 6 16,-1-1-8-16,0 0 0 0,-3-8 4 0,4 17-4 0,-4-8 3 16,4-1 0-16,-4-8 1 0,3 12 0 0,-3-12 1 15,0 0-3-15,2 10 5 0,-2-10 9 0,0 0 7 16,3 7 0-16,-3-7 0 0,0 0-2 0,0 0-11 15,21-6 8-15,-11 2-5 0,2 1 0 16,-1-1-2-16,-1-1-2 0,2 0 0 0,-1 1 0 16,-2 0-3-16,0 0 4 0,-1 2 0 0,0 1-1 0,-8 1-3 15,10-4-2-15,-10 4-6 0,8 0 3 0,-8 0 0 16,0 0-4-16,11 1 0 0,-11-1 3 0,8 6-19 16,-4 0-17-16,-1-2-26 0,1 1-32 0,-4-5-46 15,14 11-54-15,-3-5-47 0,-2 0-211 0,2 0-483 16,6 1 213-16</inkml:trace>
  <inkml:trace contextRef="#ctx0" brushRef="#br0" timeOffset="-169545.67">19034 14970 151 0,'1'-10'186'0,"-1"-1"-7"0,0 2-8 0,0 9-8 0,-1-15-10 16,1 15-10-16,1-9-22 0,-1 9-11 0,0 0-13 15,0-8-7-15,0 8-14 0,0 0-5 0,0 0-9 16,0 0-5-16,3 36-4 0,-2-19-6 0,-2 8-4 16,-2 4-6-16,-1-1-2 0,2 2 0 15,-1 1-2-15,-3-1-4 0,4 5 1 0,-3-5-8 0,-1 2-3 16,1 2 3-16,1-4 0 0,-1-3-2 0,1-1-1 16,0-7 0-16,1 5-4 0,0-6 24 0,0-1-3 15,2-4-4-15,0-3 0 0,-1-2-6 0,1 1 1 16,1-3 0-16,0-6 1 0,-1 11 7 0,1-11 4 15,-4 7 11-15,4-7 11 0,-1 8 11 0,1-8 8 16,0 0 4-16,0 0 4 0,-3 5-12 0,3-5-3 16,0 0-11-16,0 0-4 0,0 0-2 15,0 0-10-15,-9-22-5 0,9 11-1 0,2 2-8 16,0-1-3-16,4-6-11 0,2 2 2 0,0-3-3 0,10-7 0 16,-3 3-11-16,4 1 1 0,-6 6-6 0,4 2-7 15,-3 1 6-15,2 2 3 0,-2 0-5 0,-1 4 2 16,-1 1-1-16,0 2-4 0,-1 2 2 15,-11 0-2-15,23 7 0 0,-13 0 0 0,-1 2 1 16,1 4 6-16,0 4-4 0,-2 0-2 0,-2-2-1 16,2 2 2-16,-3 0 2 0,2 0-1 0,-4-1-20 0,-1 2-27 15,0-3-27-15,0 0-33 0,-1-2-54 0,0-1-62 16,2-1-61-16,-5-2-166 0,2-9-489 0,0 17 217 16</inkml:trace>
  <inkml:trace contextRef="#ctx0" brushRef="#br0" timeOffset="-169152.82">19518 15198 183 0,'0'0'255'0,"0"-9"-21"15,0 9-15-15,0-8-18 0,0 8-14 0,0 0-19 16,1-10-19-16,-1 10-19 0,0 0-5 0,0 0-19 16,0 0-11-16,0 0-10 0,0 0-9 0,-12 20-7 15,8-9-6-15,-3 4-9 0,1 2-5 0,0 1-5 16,-3 5-2-16,2-4 0 0,0 5-3 0,1-7-6 16,-4 7 2-16,5 2 0 0,0 0-1 0,-1-2-1 15,3-5 0-15,-2 7-4 0,-1-1 1 0,2-5-2 16,0 6 6-16,1-7 2 0,2 0-1 0,2 5-5 15,-3-3-1-15,2-2-5 0,0-2 6 0,-1-1 2 16,1 0-4-16,0-1-4 0,0 0 4 0,-2-2-2 16,0-1-2-16,0-2-5 0,2 2 6 0,0-3-6 15,-1 0-5-15,0-3-1 0,1-6-24 0,0 12-19 16,0-12-22-16,-1 7-24 0,1-7-22 0,-3 9-27 16,3-9-34-16,0 0-55 0,-6 5-221 0,6-5-472 15,0 0 209-15</inkml:trace>
  <inkml:trace contextRef="#ctx0" brushRef="#br0" timeOffset="-168961.7">19337 15527 79 0,'10'-7'222'0,"1"4"-16"0,1-1-10 16,8-1-4-16,0 0-18 0,5 0-16 0,3 0-17 15,2 3-13-15,-9 1-31 0,5 0-38 16,-4 0-55-16,-3 2-58 0,-1 0-68 0,-2 3-125 16,-4-2-267-16,-3 0 117 0</inkml:trace>
  <inkml:trace contextRef="#ctx0" brushRef="#br0" timeOffset="-168586.72">19631 15657 42 0,'0'0'242'0,"0"0"-9"0,14-8-7 16,-8 3-9-16,1 1-15 0,3-2-16 0,-3 2-17 15,4-3-10-15,0 2-17 0,4-5-14 0,1 0-13 16,0 2-10-16,-2-2-8 0,2 2-8 0,-1-3-3 16,-1-1-13-16,-1 0-5 0,0 1-9 0,-3 0 0 15,-2 1-6-15,-2-1-2 0,0 0-3 0,-2 0-3 16,0 1-5-16,-3-1 2 0,-1 3-5 0,0 0 5 15,0 8-6-15,-2-13 1 0,-1 6-6 0,-1 1-7 16,-1 2 3-16,5 4-2 0,-12-3-6 0,3 3-4 16,-2 3 7-16,0 4 1 0,-3 2-5 0,-3 3 0 15,4-1 0-15,-6 8 4 0,6-3 0 0,-2 3-2 16,6-1 0-16,-1 0-9 0,0 0 5 0,3 0-2 16,1-2 0-16,2 1 1 0,1 0 5 0,2-1-10 15,1-3-2-15,3-1 6 0,1-1-18 0,-2 0 14 16,7-3-16-16,4 3-7 0,1-2-20 0,1-2-29 15,2-3-26-15,3 0-16 0,-2-1-34 0,4-1-31 16,-2 1-26-16,-2 0-35 0,3-3-12 0,-2 0-142 16,-4 0-415-16,4 0 184 0</inkml:trace>
  <inkml:trace contextRef="#ctx0" brushRef="#br0" timeOffset="-166472.81">20327 15505 86 0,'-11'-2'137'0,"11"2"-9"0,-13 0-6 15,13 0-7-15,-10-1-5 0,10 1 1 0,-11-3-8 16,11 3-11-16,0 0-3 0,-11 0-14 0,11 0 1 15,0 0-7-15,0 0-7 0,0 0-10 0,0 0-1 16,0 0-6-16,0 0-1 0,0 0-1 0,0 0-3 16,28 8-1-16,-14-7 0 0,3 0-5 0,4 1 0 15,-1-1-3-15,1 2 3 0,1-3-3 0,6 1-6 16,-7-1-5-16,2 0 9 0,-2 0-4 0,0-1-3 16,-1 2-1-16,-2-1-3 0,-4 1 2 0,-1-2 22 15,-4 1 0-15,1 0-5 0,-10 0-5 0,14 1-5 16,-9 0-4-16,-5-1 5 0,11 0-5 0,-11 0-4 15,0 0-2-15,7 0 0 0,-7 0-2 0,0 0-4 16,0 0 2-16,10 2-2 0,-10-2 0 0,0 0-1 16,0 0-1-16,0 0-1 0,0 0 3 0,3 6 4 15,-3-6 11-15,0 0 4 0,0 0 5 0,-14 17-1 16,5-9 1-16,3 0-4 0,-2 2 2 0,-6 3-4 16,4-3-2-16,1 0-4 0,-3 1 0 0,-1 2-3 15,1-2 2-15,1 3-6 0,4-6 0 0,0 3-2 16,0-2-4-16,0 0-19 0,2 0-21 0,-1-1-22 15,-1-1-34-15,2-1-36 0,3-1-41 0,2-5-36 16,-4 9-177-16,4-9-408 0,-4 5 181 0</inkml:trace>
  <inkml:trace contextRef="#ctx0" brushRef="#br0" timeOffset="-166257.56">20639 15512 87 0,'-3'-10'202'0,"0"-1"-2"0,-1 0 3 16,-1-1-4-16,-3 2-13 0,2 0-8 0,-2-1-6 0,-2-1-6 16,1 2-8-16,-1-3-6 0,2 4-6 0,-1-1-5 15,0 0-6-15,0-2-19 0,4 3-4 0,-3 2-13 16,8 7-7-16,-6-11-21 0,6 11-6 16,-4-8-27-16,4 8-30 0,0 0-34 0,-4-8-28 15,4 8-43-15,0 0-56 0,0 0-50 0,0 0-197 16,0 0-431-16,21-10 191 0</inkml:trace>
  <inkml:trace contextRef="#ctx0" brushRef="#br0" timeOffset="-163948.83">21103 15263 92 0,'0'0'123'0,"0"0"-2"16,0 0 0-16,0 0-10 0,0 0 1 0,0 0-3 0,4-5-5 15,-4 5-1-15,0 0 4 0,0 0-5 0,0 0 0 16,0 0-19-16,0 0 2 0,0 0-1 0,0 0-5 16,0 0-1-16,0 0-4 0,0 0-6 0,0 0-5 15,0 0-5-15,0 0-2 0,0 0 1 0,0 0-7 16,-23 1-5-16,23-1 2 0,-13 0-6 0,5 2 0 15,8-2 1-15,-14 0-4 0,14 0-2 0,-13-2-2 16,13 2-3-16,-9 0-1 0,9 0-3 0,0 0 0 16,-10 2-7-16,10-2-3 0,0 0 5 0,0 0-9 15,0 0 0-15,0 0 0 0,0 0-1 0,0 0 1 16,0 0 0-16,27 6 0 0,-9-6-4 0,9 2 2 16,1 0 0-16,3-2-1 0,-11 0-1 0,2 0 5 15,6-2-7-15,-6 3 0 0,-3 0 0 0,3-1-3 16,-5 0 1-16,3 0 0 0,-1 1 0 0,-8-1-6 15,1 0-7-15,-5 0-15 0,-7 0-14 0,12 1-15 16,-12-1-18-16,9-1-14 0,-9 1-27 0,10 0-25 16,-10 0-34-16,0 0-28 0,4-5-126 0,-4 5-351 15,0 0 155-15</inkml:trace>
  <inkml:trace contextRef="#ctx0" brushRef="#br0" timeOffset="-163474.62">21113 15234 55 0,'0'0'128'0,"0"0"0"0,0 0-9 16,0 0-11-16,0 0-5 0,-9 1-7 16,9-1-6-16,0 0-5 0,0 0-1 0,0 0 4 15,0 0-2-15,-2 6-6 0,2-6-8 0,0 0 2 0,0 0-5 16,-3 9 0-16,3-9 4 0,-2 7 3 0,2-7 0 15,-2 10-2-15,2-10-9 0,0 12-4 0,3-5-7 16,-3 1-2-16,0 0-2 0,0 3 0 16,0-3-2-16,0 2-2 0,1-2-7 0,0 2 2 15,-1-3 6-15,2 3-10 0,-1-4-2 0,-1-6-3 0,1 18-3 16,-1-9-4-16,2 0 2 0,-2 1-1 0,1-2-2 16,-1 3-3-16,0-1 0 0,1 1 2 0,-2-2-6 15,2 4 2-15,0-3-3 0,-1 3 2 16,3 0-4-16,-1 1 0 0,-3-3 0 0,1 1 1 15,0-2 27-15,0 0-6 0,3 0-2 0,-6 0-7 16,4 2 3-16,-1-2-2 0,4 0-3 0,-4-1-6 0,0 1 1 16,0 0-3-16,0-3 0 0,1-2-6 0,-1-5 1 15,-1 15 1-15,2-10-1 0,-1-5 0 16,0 11-2-16,0-11 2 0,-1 11-5 0,1-11 5 16,-2 10-4-16,2-10-1 0,0 10 0 0,0-10-3 15,0 7 3-15,0-7 0 0,-2 9-7 0,2-9-7 16,-1 7-20-16,1-7-17 0,0 0-18 0,-6 8-23 15,6-8-35-15,-7 5-36 0,7-5-43 0,-7 0-31 0,7 0-157 16,0 0-418-16,-16-4 184 0</inkml:trace>
  <inkml:trace contextRef="#ctx0" brushRef="#br0" timeOffset="-163166.28">21123 15573 139 0,'13'-1'184'0,"-1"-1"-2"16,-1 2-13-16,4 0-7 0,2 0-11 0,-3 0-12 16,-1 0-7-16,6 2-11 0,-5-4-5 0,-2 4-4 15,0 1-7-15,0-2-5 0,-1-1-6 0,0 1-3 16,-5 1-10-16,-6-2-8 0,13 0-6 0,-13 0-6 15,11 1-6-15,-11-1-7 0,8 0-6 0,-8 0-3 16,5 3-5-16,-5-3-3 0,0 0-3 0,0 0 0 16,9 0-7-16,-9 0 4 0,0 0-7 0,0 0-14 15,0 0-24-15,3 7-28 0,-3-7-33 0,0 0-42 16,0 0-42-16,0 0-43 0,0 0-127 0,0 0-362 16,0 0 160-16</inkml:trace>
  <inkml:trace contextRef="#ctx0" brushRef="#br0" timeOffset="-155718.59">21544 15420 120 0,'-8'-5'163'0,"8"5"-11"15,-8-6 1-15,8 6-14 0,0 0-17 0,-6-7-10 0,6 7-12 16,0 0-12-16,-8 0 2 0,8 0-14 0,-8 7-1 16,1 2-5-16,1-5-6 0,-1 7-3 15,-4 1-8-15,3 2 0 0,2 2-7 0,-2-2 4 16,2-1 16-16,-1 2-6 0,3-2-5 0,2 2-3 16,-2-2-7-16,3-1-3 0,-1 0-8 0,0-2 1 15,2 1-8-15,1-1 2 0,3 0 5 0,-1-2-8 0,0 0-3 16,1 0 1-16,4-2-2 0,-2-2-1 0,2 1-2 15,0-3 2-15,4 0-4 0,1-4-4 16,0 0 7-16,1-1-3 0,2-2 3 0,-3 2 0 16,3-7 1-16,-5 4 8 0,1 1 4 0,-4-3 0 15,2-1-1-15,-1 1-1 0,-3-3 1 0,-1 0-5 16,-1 0-1-16,0-1-2 0,-4 0-3 0,1-3-1 16,-2 2-1-16,-2-2-2 0,2 4-3 0,-3 0-5 15,0-2 0-15,-1 5 1 0,0-5-4 0,0 5-15 16,-3-2-10-16,3 5-7 0,0-1-13 0,-3 4-20 15,8 2-23-15,-16-3-28 0,16 3-41 0,-19 3-33 16,7 1-36-16,1 3-121 0,0 1-369 0,0-1 164 16</inkml:trace>
  <inkml:trace contextRef="#ctx0" brushRef="#br0" timeOffset="-155282.15">21590 15726 73 0,'8'0'200'0,"-8"0"-6"0,11-4-9 0,-11 4-15 16,15-6-14-16,-3 1-9 0,-2 0-14 0,2 0-7 15,0-3-12-15,0 1-7 0,-2 0-3 16,5-4-6-16,-2 1-2 0,1 0-2 0,-1-3-4 0,1 1-11 16,-5 0-3-16,1-1-5 0,0-2-7 0,-2 1-3 15,-4 2-10-15,2-4-2 0,-4 1-4 0,0 4-7 16,-3-2-1-16,0 2-3 0,-2 1-4 0,-2-1-3 15,0 3-3-15,-4 0-3 0,4 3-5 0,0 0-3 16,-3 1 1-16,0 1-2 0,1 1-2 16,7 2-1-16,-13-2-2 0,13 2-1 0,-9 1 0 15,9-1-2-15,-8 3-1 0,8-3-2 0,0 0 6 0,4 11-4 16,-4-11 0-16,12 10 0 0,-3-5-4 0,3-2 4 16,1 1-1-16,-1-2 2 0,2 1-1 0,0 1-1 15,-2-2-1-15,1 0-1 0,0 1 1 16,-1-1-3-16,-1 3 2 0,-2 0-5 0,-3-1 1 15,5 1 0-15,-4 0 0 0,1 1 1 0,-2 3 3 16,-1 0-2-16,-1 2 5 0,-1 0-2 0,-2 1-1 16,-1 0-1-16,2 2 4 0,-2 2-3 0,-2-1 0 0,1-3-1 15,1 0 6-15,-1 0-23 0,-1 1-21 16,1-3-29-16,-2 2-38 0,1-2-29 0,2-1-31 16,-1-1-24-16,-1-2-175 0,2-6-396 0,-5 12 175 15</inkml:trace>
  <inkml:trace contextRef="#ctx0" brushRef="#br0" timeOffset="-154785.95">22065 15560 151 0,'0'0'195'15,"0"0"-8"-15,0 0-8 0,0 0-8 0,0 0-4 16,-15 23-15-16,11-14-14 0,1 2-15 0,1-1-12 15,2 2-10-15,1-1-9 0,-1-2-10 0,0 0-5 16,5 1-2-16,-2-1-9 0,1-2-6 16,5-1-5-16,-2 1-2 0,2-3-8 0,0 1 1 0,3-4 0 15,-2 0 4-15,2-2-6 0,-1 0 4 0,-1-3-2 16,1 0 0-16,0-1 0 0,-2-1-1 0,0-1-2 16,1 1-9-16,0-1 3 0,-3-2-6 0,0 2-5 15,1-4-3-15,-2 4-1 0,1-4 0 0,-3 4-2 16,0 1-5-16,-1 0-1 0,1 1-3 0,-4 5-2 15,5-6-3-15,-5 6-6 0,4-5 2 0,-4 5 0 16,0 0 1-16,0 0-3 0,0 0 1 0,3 16-1 16,-3-16 3-16,-3 16-3 0,3-9 1 0,-1 2 1 15,3 0-1-15,-2 0 0 0,3 0-2 0,1-3 4 16,1 2 1-16,1-1 0 0,3-2-1 0,3-1-1 16,4 0 2-16,-2-2-1 0,4-2 4 15,-1 0-2-15,1-2-1 0,-5-1 6 0,-1 0-3 0,0 1 6 16,1-3 12-16,-1-1 0 0,-3-1 3 0,3-1-4 15,-5 1-2-15,0-4 1 0,-2 1-4 0,-1-2-3 16,0 2-2-16,-1-2-1 0,-5-1-7 0,2-1-11 16,-4 2-6-16,0-1-13 0,0 2-11 0,1-1-11 15,-3 3-13-15,0 0-18 0,-1 4-24 16,0-3-35-16,7 8-32 0,-12-7-26 0,7 7-22 16,5 0-158-16,-11 0-403 0,11 0 179 0</inkml:trace>
  <inkml:trace contextRef="#ctx0" brushRef="#br0" timeOffset="-154190.72">22703 15513 64 0,'6'-4'192'0,"-6"4"-9"0,0 0-10 0,0 0-9 16,0 0 1-16,0 0-5 0,0 0-3 0,-30 7-11 16,18-3-2-16,1 1-17 0,-6 4-6 0,3 0-11 15,-1 2-4-15,2 1-12 0,0-1-9 0,2 2-7 0,4-4-7 16,1 1-6-16,-2-1-3 0,6 2-8 0,0-5-4 15,1 4-5-15,1-10-1 0,5 14-3 16,0-5-1-16,2-5-5 0,2 1 1 0,2-1-2 16,2-1 0-16,-2-1-3 0,3-2 0 0,-2 0-4 15,1 0 8-15,-1-2 4 0,-1-1 1 0,-1 1 1 16,0-4-1-16,-1 3 0 0,-1-4-2 0,1 1-2 16,-2 0-6-16,-3-4-3 0,3 4-1 0,-3 0-4 15,1-2 2-15,-3 0 1 0,1 0-5 0,-1 1-5 16,1 1-3-16,-3 6-3 0,1-10 2 0,-1 10-1 15,1-9-2-15,-1 9-6 0,2-6-2 0,-2 6 1 16,0 0-1-16,0 0-3 0,0 0-6 0,0 0 11 16,-4 26-1-16,1-16-4 0,1 0 5 0,0 2-4 15,2-2 5-15,-1 3 0 0,-1-4-4 0,2 0 2 16,2 1-11-16,-1-2 10 0,3 0 7 0,-3-2-3 16,2 0 5-16,-3-6 0 0,6 9-6 0,-2-6 5 15,-4-3 3-15,7 5-2 0,-7-5-2 0,10 1 2 16,-10-1-1-16,0 0-3 0,13-9-2 0,-7 4 2 15,0 1 1-15,2-3 3 0,-1-1-7 0,-2 0-3 16,-4-1 9-16,4 0-1 0,1-1-6 0,-2 1 6 16,3-1-4-16,-2 1 0 0,0-1 2 0,-1 0-2 15,1-1-3-15,-1 3 3 0,-1 4-1 0,1-2-2 16,0 2-2-16,-4 4-2 0,0 0-3 0,4-9 0 16,-4 9 2-16,0 0 0 0,6-1-1 0,-6 1 1 15,0 0-9-15,9 15 13 0,-6-9-1 0,-2 2-1 16,0 2 0-16,3-2 0 0,-1 1 2 0,-2 3 0 15,2-2-2-15,-2 1 3 0,0-3-17 0,1 3-19 16,0-4-25-16,2 2-22 0,-2-2-30 0,1-2-38 16,-3-5-32-16,5 10-29 0,-1-6-22 0,1-1-2 15,-5-3-142-15,9 3-408 0,0-3 182 0</inkml:trace>
  <inkml:trace contextRef="#ctx0" brushRef="#br0" timeOffset="-153763.09">23081 15680 446 0,'10'-7'-19'0,"-3"0"14"16,1-2 16-16,0 1 13 0,0-1 17 0,-3 3 14 0,0-3 19 15,-1 0 14-15,-1 2 15 0,-2 1 15 0,-1 6 7 16,1-12 4-16,-1 12-3 0,2-9 2 0,-2 9-7 16,0 0-4-16,-5-9-5 0,5 9-6 0,0 0-2 15,-17 4-1-15,7 1-7 0,1-1-5 0,-5 6-5 16,2-3-8-16,-1 3-9 0,4-1-5 16,2-1-2-16,-1 1-7 0,2 1-5 0,-3-2-4 15,4 1-4-15,2 0-2 0,2-1-3 0,1 0-3 16,0-8-3-16,4 13-1 0,2-9-6 0,2 3-1 0,-2-5 1 15,4 2-2-15,2-3-1 0,-2 0-1 0,3-2-4 16,-3-1 0-16,2-5 1 0,-1 2-2 0,-1-1-2 16,2-2-1-16,-2-1 2 0,-1 0-3 15,-3-1 2-15,3-5-2 0,1-2-4 0,-2 1-4 16,-1-3 6-16,-4 0-2 0,4-6 2 0,-3 6 1 16,-2 1-2-16,1-7-1 0,-1-1 1 0,1 3-3 0,-2 1-1 15,-1-2 0-15,0 7 6 0,3 2 10 16,-2 3 11-16,-1 3-2 0,0 9 0 0,0-15-1 15,0 15-4-15,0-12-5 0,0 12-5 0,0 0-3 16,0 0 2-16,0 0 16 0,0 0-1 0,1 32 0 16,-2-15 2-16,0 1 3 0,-1 1-2 0,0-1 3 15,-2 7-7-15,1-6 2 0,2 6 0 0,0-4-9 16,-2-2-6-16,3 1-23 0,2 5-22 0,-5-7-23 16,3 1-24-16,0 0-31 0,1 0-34 0,-1-4-48 15,3 2-51-15,-1-2-52 0,-2-1-170 0,2-1-501 16,-1-3 221-16</inkml:trace>
  <inkml:trace contextRef="#ctx0" brushRef="#br0" timeOffset="-151721.68">19380 15929 52 0,'0'0'125'0,"0"0"-20"0,0 0-9 16,0 0-9-16,0 0-5 0,0 0-12 0,0 0 1 15,0 0-8-15,0 0-2 0,-13 6 2 0,13-6-4 0,0 0-11 16,-9 3 0-16,9-3-3 0,0 0-1 16,-10 2-5-16,10-2-4 0,-6 3-2 0,6-3 9 15,-9 5-4-15,9-5-9 0,-12 2-2 0,7 1-1 16,5-3 2-16,-9 1 1 0,3 2 0 0,6-3 0 15,-12 2-2-15,6 0 2 0,6-2 0 0,0 0-1 16,-12 2 1-16,12-2 0 0,-6 2 0 0,6-2 3 16,0 0-8-16,0 0 5 0,-7 2-3 0,7-2 3 15,0 0 1-15,0 0-2 0,0 0-3 0,0 0 1 16,0 0-5-16,0 0-1 0,0 0-3 0,0 0 3 16,0 0-2-16,26 1-1 0,-14-3-3 0,1 2 2 15,-1-1 0-15,4 1-2 0,2-2 0 0,-1 2-2 16,1-2-1-16,-1 2 2 0,-7 0-2 0,4 0 3 15,-1-2-4-15,0 1 2 0,-3 2-9 0,-1-1 8 16,-1 2-2-16,-8-2-2 0,12 0 2 0,-6 1-2 16,-6-1-3-16,0 0 1 0,14-1-1 0,-14 1 1 15,0 0-1-15,0 0 1 0,7 0 1 0,-7 0 4 16,0 0-6-16,0 0 3 0,0 0-5 0,0 0 5 16,0 0-1-16,0 0-1 0,0 0-7 0,-25 6 9 15,13-5-5-15,12-1 3 0,-18 0 0 0,7 2 1 16,-3-2-3-16,1 2-1 0,-1-1-1 0,-4-2 1 15,5 2 0-15,-1 1-3 0,-2-2-1 0,3 1 2 16,1 0 1-16,1-1 2 0,-1 2-3 0,1-2 2 16,-1 0 0-16,6 1 0 0,6-1-2 0,-17 1 0 15,17-1 0-15,-10 0 1 0,10 0 0 0,-9 2-1 16,9-2 4-16,0 0-2 0,-10 1-3 16,10-1 3-16,0 0-3 0,0 0 2 0,0 0-1 15,0 0 4-15,0 0-1 0,0 0-1 0,0 0 0 0,0 0 4 16,0 0 3-16,0 0 1 0,29 1 4 0,-20-1 5 15,-9 0-2-15,19-2-4 0,-8 2-2 0,-1-2 1 16,-1 2-3-16,0 2 0 0,-9-2 0 0,13 2-2 16,-13-2-1-16,10 0-2 0,-4 1 4 0,-6-1-6 15,9 0 4-15,-9 0-3 0,0 0-1 16,10 1 1-16,-10-1-1 0,0 0 1 0,0 0 1 16,7 2-1-16,-7-2 2 0,0 0-1 0,0 0 1 0,0 0-2 15,0 0 0-15,0 0 0 0,0 0-2 0,0 0 3 16,0 0-4-16,-31 4 1 0,23-3 0 0,-1-1 5 15,2 1-4-15,7-1 1 0,-14 3-1 0,6-2 1 16,0-1 0-16,8 0-1 0,-15 1-2 16,7 1 8-16,8-2-5 0,-12 0-1 0,12 0 1 15,0 0 4-15,-11-2-5 0,11 2 1 0,0 0-2 0,0 0 0 16,0 0-3-16,0 0 4 0,0 0 3 0,0 0-1 16,0 0-3-16,0 0 2 0,35-1 1 15,-20 0-1-15,-2 0-1 0,2-1 1 0,-2 2-2 0,1-1-1 16,-1 2 3-16,-1-2 2 0,-1 1-4 15,0 0 1-15,-3 0-1 0,2 0 1 0,-10 0-3 16,9 1 0-16,-9-1 1 0,9 0-1 0,-9 0 1 16,10-2 0-16,-10 2 7 0,0 0-2 0,0 0 11 0,0 0-9 15,0 0 7-15,0 0 3 0,0 0 2 0,0 0 1 16,0 0 4-16,0 0 1 0,0 0 5 0,0 0-1 16,0 0 0-16,0 0-2 0,-33 0-3 15,33 0-4-15,-9-3 2 0,9 3-5 0,0 0 0 16,0 0-3-16,-9 0-3 0,9 0-17 0,0 0-19 15,0 0-26-15,0 0-36 0,0 0-37 0,-9-1-48 16,9 1-48-16,0 0-184 0,0 0-436 0,0 0 193 0</inkml:trace>
  <inkml:trace contextRef="#ctx0" brushRef="#br0" timeOffset="-149538.9">19811 15902 10 0,'0'0'121'0,"0"0"-8"0,0 0-4 16,0 0-4-16,0 0 8 0,0 0-17 0,0 0-5 16,0 0-3-16,0 0-6 0,0 0-10 0,0 0-6 15,0 0-9-15,0 0-4 0,0 0-7 0,0 0-4 16,0 0 0-16,0 0-3 0,0 0-11 0,0 0 6 16,0 0-5-16,0 0 4 0,-18 1-2 0,18-1 2 15,0 0-2-15,-9 2 1 0,9-2-2 0,0 0 5 16,-9 0-4-16,9 0 2 0,0 0 0 0,-10 0-9 15,10 0 4-15,0 0-4 0,-12 1-2 0,12-1 2 16,0 0-2-16,-9 0 2 0,9 0-7 0,0 0 2 16,0 0 0-16,-10 2 1 0,10-2-2 0,0 0-5 15,0 0 1-15,-9 1-1 0,9-1-2 0,0 0 1 16,0 0-2-16,0 0 4 0,0 0-4 0,0 0 5 16,0 0-1-16,0 0 1 0,30 0 0 0,-30 0 3 15,16 2 1-15,-8-4-2 0,-8 2 3 16,19-1 0-16,-9 2 2 0,2-1-2 0,-5-1 1 15,2 4 0-15,-9-3-1 0,14 0 1 0,-7 0-5 16,-7 0 2-16,10 2-1 0,-3 0 1 0,-7-2-5 0,8 0 2 16,-8 0-1-16,0 0-4 0,11 0-3 15,-11 0 3-15,0 0-3 0,0 0 2 0,6 0 2 0,-6 0-3 16,0 0-2-16,0 0-3 0,0 0 5 16,0 0-1-16,0 0 3 0,0 0-3 0,0 0-2 15,0 0-1-15,0 0 0 0,-24 6-1 0,16-5 1 16,8-1-1-16,-15 3 1 0,5-3-2 0,10 0 1 0,-15 0 0 15,5 0-3-15,10 0 1 0,-14 0 2 0,6 1 2 16,8-1-2-16,-13 0 0 0,13 0-2 16,-12 0 0-16,12 0-1 0,-8 0 3 0,8 0 0 15,0 0-2-15,-10 0 1 0,10 0-4 0,0 0 1 16,0 0-2-16,0 0 2 0,0 0 1 0,0 0 3 16,0 0-3-16,0 0-2 0,0 0 2 0,0 0 0 15,0 0-1-15,36 0 6 0,-29 0 0 0,-7 0 0 0,17-1 1 16,-8 2 2-16,-3-1 0 0,-6 0-4 0,15-2-1 15,-15 2 5-15,12 1-4 0,-12-1 0 16,9-1-1-16,-9 1-1 0,0 0 0 0,9 0 2 16,-9 0-2-16,0 0-1 0,0 0-1 0,9 1 1 15,-9-1 0-15,0 0 2 0,0 0-2 0,0 0 3 16,0 0-1-16,0 0 1 0,0 0-1 0,0 0-2 16,-26 9 1-16,18-9 1 0,0 3-1 0,0-2-1 15,8-1-2-15,-19 1 2 0,10-1-2 0,1 1 2 16,8-1 1-16,-16 1 1 0,8-1 1 0,8 0-2 15,-11 0-4-15,11 0 6 0,0 0-3 0,-12-1 0 16,12 1 1-16,0 0-1 0,0 0 0 0,-9 1-4 16,9-1 4-16,0 0-3 0,0 0 3 0,0 0 0 15,0 0 1-15,0 0-2 0,30-2 0 0,-20 2 2 16,1-1-1-16,-11 1-2 0,16-1 0 0,-9 1 0 16,-7 0 2-16,17 1 1 0,-11-2-2 0,-6 1 0 15,14 0-2-15,-14 0 1 0,12 0 0 0,-12 0 2 16,6 1-3-16,-6-1 1 0,0 0-1 0,8 1 1 15,-8-1 0-15,0 0 3 0,0 0 0 0,0 0-3 16,0 0 3-16,0 0 0 0,0 0 1 0,0 0 0 16,0 0 0-16,0 0-3 0,-19 8 1 0,19-8 0 15,-14 2-2-15,7-2 6 0,7 0-4 0,-14 1-3 16,5-1 2-16,9 0 1 0,-11 0-1 0,11 0 4 16,-10 0-2-16,10 0-1 0,-10 0 0 0,10 0 0 15,0 0-1-15,-10 0 2 0,10 0-3 0,0 0 3 16,0 0-5-16,0 0 3 0,0 0 2 0,0 0-4 15,0 0 0-15,0 0 2 0,0 0 6 0,0 0-6 16,30-3 3-16,-22 1 0 0,-8 2-1 16,15-2 1-16,-15 2 0 0,13-2 0 0,-7 2-3 15,-6 0 3-15,10 0-4 0,-10 0 1 0,9 0 1 0,-9 0 0 16,0 0 1-16,0 0-2 0,11 0 1 0,-11 0 1 16,0 0 1-16,0 0-1 0,0 0-2 0,0 0 1 15,0 0 2-15,0 0-2 0,0 0 0 16,0 0 3-16,0 0-1 0,0 0-2 0,-24 8 2 15,24-8 0-15,-14 0 0 0,14 0-4 0,-11 0 4 16,3 1 0-16,8-1 0 0,0 0 0 0,-13 0 0 16,13 0 0-16,0 0 1 0,-9 0-3 0,9 0-1 0,0 0 1 15,0 0-2-15,0 0 2 0,0 0-4 16,0 0 2-16,0 0 1 0,0 0-2 0,0 0 3 16,0 0-1-16,0 0 2 0,0 0-1 0,35-2 2 15,-29 2 1-15,3-1-3 0,-9 1 6 0,16-2-1 16,-10 2-3-16,-6 0 1 0,10 2-1 0,-10-2 0 15,9 0-3-15,-9 0 2 0,0 0-3 0,8 1-1 16,-8-1 2-16,0 0 3 0,0 0-1 0,0 0 1 16,0 0 5-16,0 0-5 0,0 0-1 0,0 0-1 15,0 0 1-15,0 0-1 0,0 0 3 0,-26 6-2 16,26-6 4-16,-10 0-3 0,10 0 1 0,-10 0 1 16,10 0-4-16,0 0 0 0,-9 0 1 0,9 0 0 15,0 0 0-15,0 0-1 0,-8 2 0 0,8-2-2 16,0 0 1-16,0 0-2 0,0 0 10 0,0 0-8 0,0 0 1 15,0 0 1-15,0 0-2 0,0 0 0 16,35-2 1-16,-29 2-2 0,3 0 2 0,-9 0 1 16,18 0-2-16,-12 0 2 0,5-1-1 0,-11 1-2 15,12 0-14-15,-12 0-18 0,14 0-21 0,-14 0-38 16,8 0-40-16,-8 0-37 0,8 1-49 0,-8-1-163 16,0 0-411-16,0 0 183 0</inkml:trace>
  <inkml:trace contextRef="#ctx0" brushRef="#br0" timeOffset="-148844.5">19378 16143 145 0,'0'0'201'0,"2"-5"-18"0,-2 5-16 0,0 0-13 16,5-4-21-16,-5 4-15 0,0 0-8 0,0 0-10 15,0 0-6-15,0 0-5 0,3 26 22 0,-2-10-2 16,-1-4-7-16,0 5-6 0,0 2-7 16,-5-2-4-16,3 3-6 0,0-1-31 0,0-1-9 15,-1-3 3-15,-1 3-11 0,3-1 5 0,1 0-5 0,-1-3-1 16,1-4 0-16,-2 3-3 0,2-4-10 0,2 1 9 15,-4-4 2-15,2-6-5 0,2 14 2 0,-2-14-2 16,0 8 2-16,0-8 12 0,0 8 6 0,0-8 4 16,0 0 8-16,0 6 6 0,0-6 4 15,0 0 5-15,0 0-11 0,0 0-3 0,0 0-10 16,0 0-1-16,0 0-4 0,9-16-2 0,-5 10-5 16,4-4 0-16,0 1-9 0,1 2-1 0,4-5-3 15,-2 2-4-15,0 0-2 0,-1 2-1 0,0 0-9 16,-2 2-16-16,2-1-17 0,-4 4-24 0,-1-1-28 0,-5 4-41 15,9-6-42-15,-9 6-38 0,0 0-19 16,0 0-24-16,0 0-153 0,0 0-430 0,0 0 191 16</inkml:trace>
  <inkml:trace contextRef="#ctx0" brushRef="#br0" timeOffset="-148665.52">19302 16413 78 0,'-18'-6'232'0,"5"2"-2"0,-3-1-5 0,3 0-7 0,0-2-19 16,2 4-16-16,2-3-18 0,1 2-12 0,8 4-22 16,-9-4-11-16,9 4-18 0,-9-5-29 0,9 5-27 15,0 0-33-15,0 0-36 0,0 0-29 0,0 0-24 16,-14-1-38-16,14 1-30 0,0 0-150 0,0 0-317 16,-7 16 140-16</inkml:trace>
  <inkml:trace contextRef="#ctx0" brushRef="#br0" timeOffset="-148263.12">18914 16544 98 0,'0'0'204'15,"-8"-1"-5"-15,8 1-19 0,-8-2-12 0,8 2-12 16,0 0-18-16,0 0-14 0,-10 0-9 0,10 0-11 16,0 0-13-16,0 0-2 0,0 0-10 0,0 0-5 15,0 0-1-15,0 0-5 0,31-3-9 0,-11 3-6 16,1-3-1-16,7 2-6 0,-3-2-6 0,2-1-8 0,-5 6-9 16,-4-5-27-16,-2 3-27 0,-4 1-41 15,-1-1-58-15,-11 0-23 0,15 3-160 0,-15-3-339 16,6 4 151-16</inkml:trace>
  <inkml:trace contextRef="#ctx0" brushRef="#br0" timeOffset="-147987.52">18893 16568 132 0,'0'0'212'0,"0"0"-25"0,0 0-12 0,0 0-9 0,0 0-8 15,0 0-9-15,0 13-8 0,0-13-11 0,-1 18-9 16,1-8-2-16,1 4-7 0,-1-2-2 0,3 7-5 16,-3-3-8-16,0 0-8 0,1 3-5 0,-2-5-12 15,-2 2-4-15,2-6-8 0,2 3-2 0,-2 2-5 16,0-4-7-16,1-1-3 0,0-10-7 16,0 19-3-16,0-10 1 0,0-9-4 0,-3 15-3 15,2-9-12-15,1-6-20 0,-1 11-26 0,1-11-20 16,-3 11-27-16,3-11-35 0,0 0-31 0,-4 8-45 15,4-8-30-15,0 0-120 0,0 0-367 0,0 0 162 0</inkml:trace>
  <inkml:trace contextRef="#ctx0" brushRef="#br0" timeOffset="-147817.33">18882 16766 155 0,'0'0'168'0,"7"-4"-13"15,-7 4-3-15,18-4-21 0,-6 3-4 0,-1-2-16 16,0 1-12-16,-1-1-26 0,-10 3-20 0,19 2-44 16,-10-4-35-16,-9 2-43 0,15 0-41 0,-15 0-62 15,0 0-185-15,12 3 81 0</inkml:trace>
  <inkml:trace contextRef="#ctx0" brushRef="#br0" timeOffset="-147417.09">19063 16749 66 0,'-1'-8'227'0,"1"8"-14"0,0 0-10 0,0 0-14 16,0 0-21-16,0 0-15 0,0 0-15 0,0 0-16 15,0 0-8-15,0 0-16 0,0 0-1 0,0 0-4 16,0 0-2-16,0 0-12 0,0 0-2 0,0 0 0 15,-9 24-9-15,6-15-6 0,0 0-5 0,1 1-8 16,2-2-3-16,0 2-1 0,0-10-6 0,2 16-1 16,0-9-1-16,1-1-6 0,2 3 0 0,-1-4 0 15,-1 2-5-15,1-3-5 0,3-1 0 0,0-1 1 16,0 3 1-16,-7-5-5 0,13 1 0 0,-6 0 1 16,-7-1-4-16,17-4 4 0,-17 4-4 0,13-3-1 15,-6-1 3-15,-7 4-1 0,12-9-1 0,-6 3-3 16,-6 6 4-16,9-11-7 0,-6 5 3 0,-1 1-4 15,1-3 8-15,-3 8-12 0,1-14 6 0,-2 5-6 16,1 9 1-16,-4-12-5 0,0 3 1 0,-2 3-10 16,2 0-12-16,0-1-16 0,-2 3-21 0,6 4-13 15,-11-7-25-15,11 7-28 0,-14-3-12 0,14 3-35 16,0 0-23-16,-19 4-22 0,19-4-115 0,-11 5-358 16,11-5 159-16</inkml:trace>
  <inkml:trace contextRef="#ctx0" brushRef="#br0" timeOffset="-147117.18">19213 16774 99 0,'0'0'159'0,"0"0"-12"0,0 0 5 0,0 0-2 16,0 0-1-16,0 0-1 0,16 5-4 0,-16-5-11 16,8 7-9-16,-8-7-1 0,8 8-7 0,-8-8-12 15,7 8-8-15,-1-4-4 0,-6-4-13 0,10 9-2 16,-7-4-10-16,-3-5-2 0,7 11-11 0,-7-11-4 15,4 12-4-15,-4-12-5 0,1 8 1 0,-1-8-5 16,0 0-6-16,3 10 4 0,-3-10 1 0,0 0-9 16,0 0 0-16,0 0-4 0,-8 12-2 0,8-12 1 15,0 0-7-15,0 0 2 0,0 0-3 0,0 0-2 16,0 0 3-16,0 0-6 0,0 0-6 0,1-36 0 16,4 28-1-16,0 0-7 0,2 0-3 0,-7 8-15 15,11-12-8-15,-3 5-24 0,-3 2-20 0,-5 5-28 16,10-10-33-16,-3 7-31 0,-7 3-40 0,13-7-126 15,-13 7-361-15,8-9 160 0</inkml:trace>
  <inkml:trace contextRef="#ctx0" brushRef="#br0" timeOffset="-146686.46">19449 16773 60 0,'0'0'184'0,"0"0"1"16,-11 16-14-16,11-16-6 0,-4 12-9 0,1-6-9 0,3-6-11 15,0 12-10-15,0-12-10 0,-2 12-11 0,2-12-4 16,0 0-8-16,1 13-11 0,-1-13-2 16,0 0-6-16,4 12-6 0,-4-12 4 0,8 6-4 15,-8-6 0-15,12 1-5 0,-12-1-2 0,16-2-7 16,-16 2 2-16,21-4-5 0,-13 1-6 0,2 0-3 16,-10 3-3-16,17-8-4 0,-8 0-2 0,0 4-4 15,-4-1 0-15,4 0-6 0,-9 5-3 0,13-10-3 16,-5 5-1-16,-8 5 0 0,8-8-3 0,-8 8-3 15,7-4-2-15,-7 4-1 0,0 0-4 0,0 0-1 16,0 0-3-16,0 0 1 0,0 0 3 0,0 0-4 16,16 11 5-16,-16-11-3 0,0 0 2 0,3 11-2 15,-3-11-1-15,2 9 0 0,-2-9-1 0,0 0 2 16,5 9-1-16,-5-9 3 0,6 6 3 0,-6-6-2 16,0 0 1-16,0 0 0 0,11 1 0 0,-11-1 2 15,0 0-4-15,0 0-1 0,0 0 3 0,13-12-2 16,-13 12 5-16,2-9-4 0,1 4 4 0,-3 5-4 15,1-10 0-15,-1 10-1 0,2-11-2 0,-2 11-16 16,-2-11-13-16,2 11-15 0,0 0-18 0,0 0-19 16,-4-13-21-16,4 13-23 0,0 0-34 0,0 0-24 15,0 0-13-15,0 0-144 0,0 0-367 0,0 0 162 16</inkml:trace>
  <inkml:trace contextRef="#ctx0" brushRef="#br0" timeOffset="-146098.78">19843 16744 102 0,'0'0'162'0,"0"0"-5"16,0 0-1-16,0 0-4 0,0 0-2 0,0 0 0 15,0 0-11-15,0 0 2 0,-27 14-13 0,22-10-5 16,-3 3-9-16,0-2-6 0,1 1-1 0,-1 3-15 16,2-1-8-16,1-3-12 0,5-5-2 0,-7 13-12 15,5-9-1-15,2-4-4 0,-5 10-3 0,5-10-5 16,2 6-10-16,-2-6 4 0,0 0-7 0,0 0 5 15,0 0-2-15,9 8-2 0,-9-8 0 0,8-2-2 16,-8 2-3-16,14-2 0 0,-14 2-6 0,10-5-2 16,-4 3 1-16,1-3-3 0,-2 2-3 0,3-1 6 15,-8 4-9-15,9-7-1 0,-6 5-2 0,1-3 4 16,-4 5-3-16,7-8-2 0,-2 4-1 16,-5 4 1-16,0 0 0 0,3-5 0 0,-3 5-7 0,0 0 2 15,0 0-5-15,6-3 0 0,-6 3-2 0,0 0 0 16,0 0 2-16,0 0 2 0,0 0-2 0,0 0 0 15,2 17 0-15,-2-17 1 0,2 10-1 0,0-5 1 16,-2-5 3-16,0 0-1 0,9 12 2 0,-3-8 0 16,-1 0-1-16,1-2 10 0,-6-2-9 0,11 7 0 15,-11-7 2-15,13 4-2 0,-13-4 3 0,10 1-3 16,-10-1 4-16,12 2 0 0,-12-2-3 0,0 0 1 16,14-2 1-16,-14 2-4 0,7-5 7 15,-4-1-4-15,-3 6 0 0,5-7-1 0,-2 2-3 16,2 0 1-16,-3-1-1 0,2 0 0 0,0-3 0 0,-4 9-2 15,4-12 1-15,-2 5 3 0,4 0-3 16,0-1 1-16,-2 1 0 0,-1 3-3 0,1-1-3 16,1 0 4-16,-5 5-3 0,9-7 2 0,-2 6 0 15,-7 1 14-15,10-2-5 0,-10 2 2 0,9 5-1 16,-9-5 1-16,11 8-5 0,-11-8 3 0,11 7-1 16,-6 0-1-16,0 0 0 0,-1 0-1 0,-4-7-1 15,7 12 2-15,-4-5 2 0,-3-7-2 0,4 17 3 16,-2-12-12-16,-2-5-20 0,3 14-29 0,-3-14-29 15,2 9-26-15,-2-9-46 0,3 8-36 0,-3-8-40 16,0 0-162-16,0 0-422 0,0 0 186 0</inkml:trace>
  <inkml:trace contextRef="#ctx0" brushRef="#br0" timeOffset="-145675.72">20385 16762 121 0,'0'0'202'0,"0"0"-13"0,0 0-8 0,-22-8-4 0,22 8-5 16,0 0-9-16,-19 7-7 0,6-2-11 16,3-1-9-16,1 2-13 0,-3-2-11 0,3 2-11 0,2 1-10 15,-2-1-4-15,4 0-8 0,5-6-4 0,-7 11-8 16,7-11-1-16,-4 11-7 0,4-11-3 0,0 10-2 16,0-10 1-16,0 0 0 0,8 11-3 15,-8-11-2-15,10 4-2 0,-10-4-3 0,14 2-2 16,-14-2-7-16,15 0-2 0,-15 0-1 0,17-2 0 15,-8-1 4-15,0-1-5 0,3-1 6 0,-5-1-16 16,0 2 6-16,2-2-4 0,0-2 7 0,-4 0 1 16,-1 2-6-16,0-3 3 0,-1-1-2 0,1 0-4 15,-1-2-2-15,-3-4 1 0,1 4 4 0,-2-2-1 16,2-3-2-16,-1 4 0 0,0 0-2 0,-1 1 7 16,-1 0 9-16,2 12 7 0,0-17 6 0,0 17 8 15,-2-12-8-15,2 12-4 0,0 0-4 0,0-11-13 16,0 11 0-16,0 0-5 0,0 0 1 0,0 0-2 15,0 0 13-15,0 0-10 0,1 42-10 0,-2-25 3 16,-2-2 0-16,2 2-7 0,1 1 1 0,-1-1 1 16,1 2-12-16,0-5-28 0,-1 3-25 0,-1-6-40 15,-2 3-42-15,4-2-47 0,-1 4-57 16,-3-6-75-16,4-10-225 0,-9 19-581 0,4-9 257 0</inkml:trace>
  <inkml:trace contextRef="#ctx0" brushRef="#br0" timeOffset="-144794.68">19876 16015 82 0,'0'0'76'0,"0"0"-6"0,0 0 4 15,0 0 6-15,0 0 3 0,-17-11 0 0,17 11 7 16,0 0 4-16,-9-4 13 0,9 4-6 0,-6-3-1 15,6 3-13-15,0 0-4 0,0 0-5 0,0 0 4 16,0 0-5-16,0 0-1 0,0 0 0 0,26 14-3 16,-9-10-5-16,1 2-1 0,11 2-8 0,-3 1 0 15,6 0-1-15,-2 1 0 0,3-1 1 0,-4 2-9 16,-1-2 1-16,1 1-3 0,1 1 0 0,-2-1-5 16,-10-2 1-16,12 3-4 0,-3-3-4 0,-7-1-3 15,9-1 2-15,-1 3-1 0,-8-2-1 0,7 0-2 16,-6-1-2-16,6 1-1 0,-7-2-4 0,0 0 0 15,0-3 3-15,2 2 1 0,5-1-2 0,-6-3 0 16,-2 0-29-16,0 4 3 0,0-4 5 16,-7 3 1-16,2-2 1 0,-2 0 1 0,-1-1-2 0,-4 1-1 15,2 1 2-15,-9-2 2 0,11 1-3 0,-11-1 1 16,10 1 3-16,-10-1 1 0,7 1 0 0,-7-1-2 16,0 0 0-16,0 0 4 0,0 0 10 0,6 3-7 15,-6-3-2-15,0 0-5 0,0 0 3 16,0 0-4-16,0 0-1 0,0 0 2 0,-20 8 0 0,12-3-2 15,3-1-2-15,-4 2 2 0,-2 0 0 16,2 2-2-16,-2-2 1 0,0 5 2 0,-2-2-3 16,2 3-3-16,1-2-1 0,-1-2 3 0,2 0-10 0,-2 5-19 15,2-7-30-15,1 3-33 0,2-3-50 0,-1-1-40 16,7-5-57-16,-11 13-166 0,11-13-434 16,-12 7 192-16</inkml:trace>
  <inkml:trace contextRef="#ctx0" brushRef="#br0" timeOffset="-144584.68">20643 16201 65 0,'-4'-15'236'0,"0"-1"0"16,-4 0-9-16,1 1-15 0,2 5-10 0,-3-3-14 16,2 2-17-16,-2 1-2 0,0-2-11 15,2 4-6-15,0-1-13 0,6 9-16 0,-13-16-11 0,6 6-8 16,7 10-9-16,-7-9-14 0,7 9-9 0,-8-7-24 15,8 7-31-15,0 0-33 0,0 0-41 0,-8-9-48 16,8 9-59-16,0 0-34 0,0 0-20 0,0 0-124 16,0 0-370-16,0 0 164 0</inkml:trace>
  <inkml:trace contextRef="#ctx0" brushRef="#br0" timeOffset="-143350.4">21106 16601 37 0,'0'0'95'0,"0"0"-1"15,0 0 8-15,-12-9-3 0,12 9 2 0,0 0 7 16,0 0-5-16,0 0-6 0,0 0-2 0,-4-7-5 16,4 7 2-16,0 0-2 0,0 0 2 0,0 0-7 15,0 0-3-15,0 0 1 0,3-12 0 0,-3 12 6 16,0 0-2-16,0 0 2 0,4-10-1 0,-4 10-1 16,0 0-8-16,0 0-5 0,0-9-3 0,0 9-5 15,0 0-3-15,-10-7-8 0,10 7-2 0,-7-6-9 16,7 6 5-16,-8-2-12 0,8 2 1 0,0 0-10 15,-18 1 0-15,11 2-5 0,-4 1 4 0,1 0-6 16,-2-1 0-16,4 3-4 0,-3 2-4 16,3-3-1-16,0 7-1 0,2-5 1 0,-1 2-3 15,3-1-3-15,0 2 3 0,1-1 0 0,3-2 1 0,0 2-4 16,3 1 0-16,0-1-3 0,-1-3 4 0,4 0-4 16,-6-6 3-16,9 9-3 0,-2-4 3 0,1-1-1 15,3 0-2-15,-1-2 4 0,-10-2 3 0,15 1-3 16,-15-1-1-16,15 0 2 0,-15 0 0 15,19-1 2-15,-11-4-3 0,-8 5 5 0,15-4 5 16,-15 4 5-16,9-4-6 0,-4-1 0 0,-5 5 2 16,8-5 4-16,-8 5 3 0,4-10-4 0,-4 10-5 15,2-12 1-15,-2 12-1 0,-1-11 3 0,1 11-7 16,-7-16-5-16,1 9 2 0,6 7 1 0,-9-12-3 16,3 6-4-16,-4 1-2 0,10 5 2 0,-13-7 1 15,3 6-2-15,-2 1-2 0,2 1 3 0,-3 1-1 16,2 1-2-16,-1 1-2 0,-3 5 4 0,3-4 1 15,-4 5-5-15,3 0 10 0,-1 4-13 0,1-3 4 16,4 2 0-16,-2 2 8 0,3 1-7 0,2-6 6 16,0 7-7-16,3-6-2 0,-2 1 3 0,2 3-2 15,3-5-1-15,1 4 3 0,2-2 1 0,3 0-2 16,-1-1 1-16,3-2 3 0,2 3 1 0,3-5 1 16,1 2-2-16,3-2-1 0,1-1 1 0,1 1 0 15,1-3 0-15,0 1-10 0,0-3-15 0,7-1-20 16,-6 1-16-16,0-2-21 0,-3 0-23 0,0-2-25 15,0 2-31-15,2-3-40 0,-8 1-29 0,-1-2-169 16,2 4-429-16,-13 0 189 0</inkml:trace>
  <inkml:trace contextRef="#ctx0" brushRef="#br0" timeOffset="-142510.95">21291 16781 31 0,'0'0'199'16,"0"0"-9"-16,0 0-14 0,0 0-7 0,0 0-9 15,0 0-10-15,0 0-6 0,0 0-12 0,0 0-14 16,10 32-8-16,-10-32-7 0,0 12-2 0,0-12-10 16,-1 12-3-16,1-12-3 0,0 11-3 0,0-11-5 15,0 0 0-15,0 0 2 0,0 10 8 0,0-10 7 16,0 0 9-16,0 0 7 0,0 0-4 0,0 0-10 15,0 0-9-15,0 0-5 0,0 0-5 0,0 0-8 16,0 0-5-16,0 0-7 0,0 0-5 0,0 0-7 16,0 0 0-16,0 0-12 0,0 0 2 0,-3-36-4 15,3 36-1-15,5-11 1 0,-1 5-12 0,1-3 7 16,-1 1-9-16,-4 8 1 0,10-14-7 0,-5 9 0 16,0-1 3-16,-5 6-2 0,13-6-1 0,-6 2-7 15,-7 4-3-15,12-4 2 0,-12 4 3 0,16 0-4 16,-16 0 3-16,14 4-1 0,-14-4-1 0,13 7-1 15,-6-1-3-15,0 0 5 0,0-1-4 16,-7-5 2-16,11 12-1 0,-8-7 0 0,-3-5 1 0,11 8-2 16,-11-8-3-16,6 7 6 0,-6-7-2 0,6 6 0 15,-6-6 3-15,0 0-2 0,6 5 4 0,-6-5 5 16,0 0 0-16,0 0 8 0,0 0 6 0,0 0 6 16,0 0-1-16,0 0-4 0,0 0-5 0,0 0 2 15,0 0-6-15,0 0 4 0,20-15-8 16,-16 9 1-16,-4 6 4 0,9-13-13 0,-2 6 3 0,0 1 3 15,-7 6 5-15,10-10 2 0,-10 10-4 16,8-6-3-16,-8 6-5 0,9-6 6 0,-9 6-7 16,10-2-1-16,-10 2-1 0,0 0-2 0,14 2-1 15,-14-2 1-15,11 3-2 0,-11-3 7 0,11 4-5 0,-11-4 1 16,11 8 2-16,-6-5-3 0,-5-3-3 16,10 5 6-16,-10-5 9 0,8 5-8 0,-8-5-2 0,0 0 8 15,9 4-2-15,-9-4-4 0,0 0 0 16,0 0-1-16,0 0 8 0,19-9-4 0,-19 9-6 15,8-7-5-15,-8 7 9 0,9-10-4 0,-8 4 7 16,-1 6-3-16,7-11-1 0,-4 5-6 0,-3 6 7 16,6-12 4-16,-4 5-8 0,-2 7-2 0,6-13 1 15,-6 13-1-15,3-10 0 0,-3 10 4 0,0 0-4 16,4-11 2-16,-4 11-3 0,0 0-2 0,4-8 3 16,-4 8-8-16,0 0 5 0,0 0 1 0,0 0-4 15,0 0-1-15,0 0 1 0,0 0 3 0,0 0-1 16,0 0-6-16,0 0 9 0,0 0-5 0,0 0-1 15,0 0 5-15,0 0 2 0,0 0-3 0,0 0 1 16,0 0-1-16,-3 35-2 0,3-35 0 0,1 11 5 16,-1-11-3-16,0 14 4 0,0-14 1 0,2 12 0 15,-1-2 3-15,2-2-7 0,-3-8-2 0,2 14 5 16,-2-14-22-16,4 11-18 0,-4-11-17 16,5 10-25-16,-4-3-27 0,-1-7-32 0,8 8-34 15,-8-8-35-15,11 6-40 0,-5-3-47 0,-6-3-199 0,0 0-536 16,0 0 239-16</inkml:trace>
  <inkml:trace contextRef="#ctx0" brushRef="#br0" timeOffset="-142341.52">21761 16511 54 0,'-8'-8'202'0,"8"8"-17"0,0 0-17 15,0 0-17-15,0 0-34 0,0 0-43 0,0 0-61 16,-11 19-60-16,11-19-107 0,-1 12-165 0,1-12 74 16</inkml:trace>
  <inkml:trace contextRef="#ctx0" brushRef="#br0" timeOffset="-142118.9">21863 16573 194 0,'4'-5'200'15,"-4"5"2"-15,0 0-5 0,0 0-19 0,4-7-10 16,-4 7-15-16,0 0-15 0,0 0 6 16,0 0-1-16,0 0 6 0,0 0 7 0,0 31 5 15,-4-15-13-15,2 1-9 0,-4 1-16 0,3 1-7 16,-4 0-15-16,4-1-8 0,0 2-7 0,-1-3-7 16,1 1-8-16,2-2-7 0,-1 0-7 0,0-4-21 15,1 1-32-15,0-3-33 0,1 1-33 0,0-11-47 0,0 13-38 16,0-13-37-16,2 12-46 0,-2-12-194 0,0 0-458 15,0 0 203-15</inkml:trace>
  <inkml:trace contextRef="#ctx0" brushRef="#br0" timeOffset="-141790.52">21826 16706 78 0,'12'-8'146'0,"-3"3"-16"0,0-2-5 0,-3 4-16 15,-6 3-9-15,17-7-8 0,-7 1-8 0,1 2-11 16,-2-1-3-16,3 0-16 0,-1 0 0 0,2-1-2 16,-13 6-5-16,17-11-11 0,-10 5 1 0,-3 0-8 15,5-1 3-15,1-2-5 0,-3 1 3 0,-2 0 16 16,1-2-5-16,-1 0 4 0,-2 1 8 0,1 1 9 16,-4 8 12-16,4-13 3 0,-4 13 1 0,4-9-6 15,-4 9-9-15,0 0-7 0,0 0-4 16,0 0 7-16,0 0 10 0,0 0 9 0,0 0 9 15,0 30 4-15,-4-15 8 0,0 3 4 0,1 0-3 16,1 0-9-16,-2 0-6 0,0-1-8 0,-1 1-9 16,1-3-4-16,0 0-2 0,3 1-4 0,0-4-4 0,-2-1-19 15,2 2-34-15,0-4-39 0,1-9-44 16,0 20-47-16,0-20-48 0,-3 13-66 0,3-13-213 16,0 0-494-16,-6 13 218 0</inkml:trace>
  <inkml:trace contextRef="#ctx0" brushRef="#br0" timeOffset="-141244.62">22031 16793 2 0,'9'-4'201'0,"-9"4"-7"0,10-5-12 0,-2 1-18 16,2 1-16-16,0-1-3 0,0 0-13 0,3 0-12 15,0-3-11-15,3 2-6 0,-2-1-7 0,3-1-5 16,-4-3-10-16,5 2-2 0,-3 1 2 0,-1-3-5 15,-4 3-1-15,2-2-3 0,1 0 0 0,-3 0-1 16,-4 0 3-16,2 1-1 0,-2-1-8 0,-2 3-3 16,0 0 5-16,-4 6-5 0,4-10 6 0,-3 6-12 15,-1 4-6-15,1-8-6 0,-1 8-9 0,0 0 0 16,0 0-6-16,0 0-2 0,0 0 1 16,-24 8-2-16,24-8 3 0,-18 10-5 0,8-2 5 15,0 2-2-15,1-1 1 0,-1 0 2 0,-1 3 0 16,4-3 3-16,0 2-2 0,1-1-6 0,2-1 1 0,0 1 0 15,0-2-2-15,4-8-3 0,-1 15 2 0,1-15-5 16,4 13 2-16,0-6 3 0,-4-7 1 16,14 8 2-16,-4-5-6 0,4 1 5 0,-4-4-3 15,3 2 3-15,1-2 4 0,-1 0 1 0,1-3-9 16,-1 1 5-16,1 0-1 0,0-3-3 0,-2 2-2 16,0-1 2-16,-2 0-3 0,1-1 1 0,-1-1-4 15,0-1-3-15,-2 3 0 0,2-3-2 0,-2-2 2 16,-1 3-2-16,-1-4-2 0,1 3-1 0,-2 2 3 15,-5 5 1-15,8-9 7 0,-8 9-5 0,8-5-8 16,-8 5 4-16,0 0 0 0,0 0-2 0,0 0 2 16,0 0 2-16,0 0-1 0,0 0 7 0,11 17-4 15,-11-17 5-15,0 17-8 0,-1-8-3 0,1-9-1 16,-8 21 1-16,6-11 0 0,-2 0 1 0,1-1-12 16,3-9-28-16,-1 13-24 0,1-13-25 0,-4 12-24 15,4-12-30-15,-3 8-22 0,3-8-19 0,0 0-32 16,-8 10-38-16,8-10-26 0,0 0-195 0,-11 5-506 15,11-5 224-15</inkml:trace>
  <inkml:trace contextRef="#ctx0" brushRef="#br0" timeOffset="-141062.68">21971 16612 135 0,'-9'-3'202'0,"9"3"-9"0,-12-3-16 15,12 3-15-15,0 0-16 0,0 0-12 16,0 0-16-16,0 0-6 0,0 0-13 0,37-8-15 16,-20 7-36-16,2-1-28 0,1 0-32 0,2-1-52 15,5 0-42-15,-6 2-136 0,-4 0-261 0,-4-1 115 16</inkml:trace>
  <inkml:trace contextRef="#ctx0" brushRef="#br0" timeOffset="-140000.83">19061 15534 82 0,'0'0'189'0,"0"0"-9"0,-4-7-11 15,4 7-15-15,0 0-9 0,-10-1-4 0,10 1-9 16,-12 7-10-16,3-2-6 0,-5 6-3 0,0 2-6 16,-5 8 0-16,1 1-8 0,-1 4 1 0,-4-1-7 15,1 4 1-15,-4-5-4 0,-2 15-3 0,3-11-8 16,-6 8-7-16,4-10-9 0,2-3-3 0,2-1-5 15,0 0-2-15,-3 0-5 0,6-1-4 0,2-2-1 16,3-5-2-16,-2 7-5 0,3-10-1 0,5 2-3 16,-1-6-3-16,1 0-4 0,2 0 0 0,2-2-5 15,-1 1 0-15,1-2-4 0,-2 0 1 0,5 1 0 16,-2 0 0-16,4-5-3 0,-6 7-1 0,3-4-9 16,3-3-11-16,-5 6-17 0,5-6-19 0,0 0-18 15,-1 7-27-15,1-7-21 0,0 0-39 0,0 0-31 16,0 0-43-16,0 0-165 0,0 0-418 0,0 0 186 15</inkml:trace>
  <inkml:trace contextRef="#ctx0" brushRef="#br0" timeOffset="-139618.72">18558 15838 105 0,'0'0'209'16,"0"-8"-19"-16,0 8-22 0,0 0-3 0,0 0-8 15,0 0 6-15,0 0-17 0,0 0-10 0,-6 23-13 16,5-11-9-16,-2-1-6 0,2-1-3 0,-4 2-9 16,1 5 2-16,-3-3-5 0,4-3-3 15,-4 5-7-15,-2-2-3 0,2 1 2 0,0-2 0 16,-2 1-4-16,3 2-4 0,-2 0-4 0,2-2-2 0,-3 1-2 15,1 0-3-15,2-5-3 0,-1-3-4 0,1 4-6 16,-1-5-4-16,1 2-3 0,1-2-3 0,1-3-8 16,2 3-1-16,2-6-1 0,0 0-7 15,-4 9 0-15,4-9-4 0,0 0 2 0,0 0 0 16,0 0 1-16,10 8 1 0,-3-8-7 0,7-1 2 16,-2 1-5-16,9-1 2 0,-2-1-7 0,3-1 2 15,8 0-12-15,1-2-26 0,-3 3-37 0,0-4-37 16,-6 2-52-16,4-2-70 0,-5 1-66 0,-3-2-172 15,3 2-499-15,-1 1 221 0</inkml:trace>
  <inkml:trace contextRef="#ctx0" brushRef="#br0" timeOffset="-138124.55">16675 17058 129 0,'-12'2'130'0,"2"1"13"0,2 0 2 0,1-3 33 16,7 0-5-16,-9 4 2 0,9-4 1 0,-9-1-15 15,9 1-17-15,0 0-15 0,-4-12-7 0,4 12-7 16,5-19-16-16,3 3 0 0,1 1-15 0,3-9 3 16,4 3-5-16,3-2-4 0,-4-4-2 0,4 5-5 15,2-3-9-15,-1-1-3 0,1 0 0 0,0-1-10 16,1-1-1-16,-4 1-13 0,-3 3 8 15,1 0-9-15,-7 0 0 0,2 8-5 0,-3-1 0 16,-4 6-2-16,-2-1 0 0,2 2-2 0,-1 1-5 0,-3 9-2 16,2-11-3-16,-2 11 0 0,0 0-6 0,0 0 1 15,0 0-1-15,0 0 0 0,0 0 0 16,-41 19-2-16,26-7 0 0,0 0-2 0,-6 6 1 16,7-5-15-16,-1 2 8 0,5-4 2 0,0 4 1 15,5-4-4-15,-2 2 2 0,3-3-3 0,3 1 3 16,1-11 1-16,7 21-2 0,0-12-2 0,0 2-1 15,2-2-1-15,5 3-2 0,0 0 1 0,3 0-1 16,-4 1 2-16,0-1 2 0,-1 0-5 0,0 0 1 16,-6-3 3-16,2 3-5 0,0-3 6 0,-3-1-3 15,-3 4 6-15,2-4-4 0,-4-8 0 0,4 14-2 16,-3-3 4-16,-1-11 1 0,-3 16-2 0,3-16 2 16,-7 13-14-16,4-7-2 0,3-6-19 0,-11 9-10 15,3-4-24-15,8-5-28 0,-12 6-30 0,12-6-45 16,-11 3-42-16,11-3-184 0,0 0-430 0,0 0 190 15</inkml:trace>
  <inkml:trace contextRef="#ctx0" brushRef="#br0" timeOffset="-137574.81">17034 16848 7 0,'9'-5'182'0,"-9"5"-11"0,0 0-5 0,0 0-13 15,0 0-11-15,0 0-7 0,14 11-9 0,-14-11-6 16,4 12-6-16,-4-12-9 0,3 10-9 16,-1-2-13-16,2 1-6 0,-4-9-9 0,1 13-4 15,-1-13-2-15,2 10-7 0,-2-10-2 0,0 0 1 16,2 11 5-16,-2-11 3 0,0 0-4 0,0 0-4 16,0 0 0-16,0 0-1 0,0 0-2 0,0 0-7 15,0 0-2-15,0 0-1 0,0 0-3 0,0 0-6 16,-26-21-3-16,26 21 7 0,-4-17-4 0,3 7-6 0,1 10-11 15,4-21 6-15,0 11-1 0,1-1-2 16,-1-2-4-16,2 2 0 0,0 0-1 0,2 3-3 16,-2 0 2-16,0-1-5 0,0 5-1 0,-6 4-3 15,14-4 0-15,-14 4-3 0,11-2 1 0,-11 2 3 16,17 9-3-16,-11-5-2 0,2 2 4 0,-1 4-3 16,-2 0 2-16,-2 2-1 0,0-4-1 0,-1 4 3 15,0-1-3-15,0-2 1 0,-2-9 3 0,-1 18-1 16,2-10 0-16,-1-8-1 0,0 11 5 0,0-11-5 15,0 0 6-15,-2 11-6 0,2-11 7 0,0 0-14 16,0 0 13-16,0 0-4 0,0 0-3 0,0 0 0 16,0 0-1-16,0 0-2 0,0 0 0 0,0 0-3 15,6-33 2-15,-1 22-4 0,1 1-3 0,1 1 2 16,1-2-10-16,1 3 12 0,-1-1-6 0,0 0 4 16,1 1 0-16,0 3-1 0,-9 5-1 0,14-7 3 15,-9 5 1-15,-5 2 1 0,0 0-2 16,16 6 0-16,-16-6 6 0,9 11-1 0,-7-5-1 0,-2-6 1 15,4 18-2-15,-1-4 3 0,-3-2-14 16,1 0-16-16,0-2-30 0,-1 2-16 0,2-3-35 16,-2-9-33-16,2 17-57 0,-1-9-160 0,-1-8-391 15,2 9 173-15</inkml:trace>
  <inkml:trace contextRef="#ctx0" brushRef="#br0" timeOffset="-136791.59">17475 16770 191 0,'-14'-12'200'0,"7"9"-5"0,-4 1-13 16,11 2-12-16,-22 1-9 0,9 2-13 0,4 1-10 15,-1 4-8-15,0-1-7 0,-2 5-13 0,6-2-7 16,-3 0-11-16,5 1-8 0,-1 1-8 0,2-2-9 16,2 1-2-16,1-1-8 0,0-10-3 0,5 18-2 15,-2-12-7-15,-3-6-4 0,9 11-3 0,-9-11-4 16,9 5 1-16,-9-5-8 0,13 2 1 0,-13-2-5 15,15-2 2-15,-15 2-4 0,13-7-1 0,-6 2 7 16,1-1-2-16,-8 6 3 0,9-9-5 0,-3 1-1 16,-2 2 1-16,-4 6-3 0,9-13-4 15,-5 6 4-15,-4 7-7 0,5-10 2 0,-5 10 1 0,5-7-8 16,-5 7 1-16,0 0-2 0,4-9-1 0,-4 9-4 16,0 0-2-16,0 0 0 0,0 0-2 15,0 0 1-15,0 0 1 0,0 0-2 0,0 0-1 16,0 0 6-16,3 29-11 0,-3-29 13 0,1 14-5 15,-1-14 0-15,1 12 3 0,-1-12-2 0,3 9 2 16,-3-9-9-16,7 8 12 0,-7-8 1 0,7 6 4 16,-7-6-2-16,13 0 3 0,-13 0-4 0,0 0 1 15,24-9 2-15,-15 1 2 0,1 2 0 0,-2-3 2 16,1 2 6-16,-2-3-3 0,2 1 2 0,-1 1 5 16,-4 0 2-16,2-2-2 0,-2-1 0 0,3 1-5 15,-3-6 1-15,2 2-15 0,-1-3 9 0,-3 1 2 16,1 0-1-16,2 1 1 0,-4-2-2 0,3 2-4 15,-2 0 3-15,0 2-6 0,0 0 3 0,1 1 3 16,-2 1 3-16,0 3 5 0,-1 8-5 0,3-13 1 16,-3 13-4-16,0 0-5 0,0-11 0 0,0 11-5 15,0 0 2-15,0 0 3 0,0 0-4 0,0 0-3 16,6 31 6-16,-4-13-7 0,-2 0-12 16,2 1 13-16,-3 0 7 0,0-1-8 0,1 0 4 15,0 0 0-15,0-2 0 0,2 4 2 0,1-8-2 0,-1 5-2 16,2-5 6-16,1 1-1 0,0-4 1 0,-1 1-1 15,-4-10-6-15,12 14 7 0,-3-10-5 0,-2 1-1 16,-7-5 2-16,21 3 4 0,-21-3-4 16,20-6 3-16,-8 4 1 0,-2-5 0 0,5-3-3 15,-4 5 1-15,-2-4 0 0,2-3-1 0,2-2 1 16,-3-1 1-16,-1 0-2 0,0 1-3 0,0-3 2 16,-3 0-2-16,1-1 3 0,-1 2-2 0,0-2-2 15,0 2 5-15,-4 6-1 0,2-2 7 0,-2 6 6 16,-2 6 1-16,3-15-7 0,-3 15-6 0,2-7-6 15,-2 7-3-15,0 0-1 0,0 0 3 0,0 0 3 16,0 0 2-16,0 0 1 0,-8 44 3 0,4-28-3 16,1 4-4-16,-2 4 1 0,3-5-3 0,0 0-31 15,1 1-14-15,1 0-22 0,1 5-30 0,1-6-45 16,1 1-44-16,0-4-52 0,0 4-282 0,-2-2-562 16,0-1 248-16</inkml:trace>
  <inkml:trace contextRef="#ctx0" brushRef="#br0" timeOffset="-136258.53">16751 17705 106 0,'2'-16'153'0,"-2"16"-2"0,9-22-4 15,1 6-1-15,1-9-7 0,1 2-5 0,3 0-7 16,-1-3 0-16,3 0-15 0,2-1 7 0,-1 0-7 15,0 0-5-15,0-1-6 0,-1-2-5 0,-4 3-5 16,-4 1-10-16,1 9 6 0,-6 3-2 16,0-3-10-16,-3 5-3 0,-1 1-12 0,0 11 2 0,-2-17-10 15,-2 9-12-15,4 8-1 0,-13-7-6 0,13 7-2 16,-14-2-4-16,14 2-6 0,-23 13-4 0,10-5-2 16,-1 3 1-16,5 2-2 0,-1 0-3 15,4-2-3-15,1 1 2 0,2 0-6 0,3 0 10 16,0-12-9-16,3 22 4 0,4-11-8 0,0-1 5 15,0 0-3-15,9 0 1 0,-2 0-1 0,2 0-2 16,0-3 1-16,-1 1-3 0,0-3 0 0,-1 1 1 16,-3 0 1-16,-1 0 0 0,0 0 0 0,-2-1-3 15,-3 1 3-15,-5-6-8 0,6 11 10 0,-4-4-3 16,-2-7 1-16,0 14-1 0,0-14-2 0,-8 19-1 16,0-13-25-16,3 4-12 0,-4-3-26 0,4 2-18 15,5-9-35-15,-13 9-24 0,9-6-38 0,4-3-188 16,0 0-398-16,-14 7 177 0</inkml:trace>
  <inkml:trace contextRef="#ctx0" brushRef="#br0" timeOffset="-136064.25">17168 17338 161 0,'7'-5'218'0,"-4"2"-20"0,-3 3-4 0,0 0-6 16,0 0 1-16,0 0-19 0,7 17-12 0,-7-7-13 0,-2 2-15 15,1 3-11-15,0 0-11 0,-1 3-11 16,2-2-16-16,-2 0-25 0,2 3-23 0,0-7-32 16,0 1-18-16,0-2-35 0,1 1-27 0,2-3-39 0,-2 0-41 15,-1-9-145-15,3 11-329 0,-3-11 146 0</inkml:trace>
  <inkml:trace contextRef="#ctx0" brushRef="#br0" timeOffset="-135906.37">17147 17176 58 0,'0'0'130'0,"-7"-3"-11"0,7 3-9 0,0 0-36 16,0 0-20-16,-8 17-32 0,8-17-32 0,8 21-29 16,-2-6-48-16,2 0-94 0,1-2 43 0</inkml:trace>
  <inkml:trace contextRef="#ctx0" brushRef="#br0" timeOffset="-135652.58">17374 17317 126 0,'0'0'197'0,"0"0"-15"0,-22-12-8 0,17 13-7 16,5-1-15-16,-13 0-11 0,13 0-13 0,-13 5-13 16,8-1-7-16,1 0-9 0,-1 1-9 0,1 1-12 15,0 0-8-15,1 2-5 0,-1 0-9 0,3-2-7 16,1-6-3-16,0 18-3 0,0-11-4 0,3 3-3 15,0-2-6-15,1 2 0 0,0-1 4 0,0 1 3 16,-2-2-8-16,2 5-1 0,-3-4 1 0,3 2 7 16,0-1 1-16,-3 6 1 0,0-5-5 0,2 0 0 15,-2-2-4-15,-2 3-1 0,1-1-4 0,1 0-5 16,-1-11-16-16,-1 17-31 0,0-8-25 0,1-9-43 16,-2 14-44-16,2-14-44 0,2 9-176 0,-2-9-389 15,0 0 172-15</inkml:trace>
  <inkml:trace contextRef="#ctx0" brushRef="#br0" timeOffset="-135438.92">17495 17330 192 0,'7'-9'202'0,"3"0"-9"0,-1 0-17 0,0 3-8 15,2 1-16-15,-3 1-15 0,2 3-14 0,-10 1-8 16,19 1-5-16,-10 4-10 0,0 2-6 0,0 0-10 15,-4 3-2-15,-1 1-14 0,-1 0-5 0,-2 2-5 16,0 0-10-16,0 1-3 0,-1 0-16 0,2-1-20 16,-2-2-29-16,1 1-36 0,-1-12-37 0,3 14-43 15,-3-14-41-15,2 11-118 0,-2-11-319 0,0 0 142 16</inkml:trace>
  <inkml:trace contextRef="#ctx0" brushRef="#br0" timeOffset="-134896.16">17789 17295 115 0,'0'0'202'0,"-9"-11"-10"0,9 11-15 16,-10-4-6-16,10 4-9 0,0 0-4 0,-20 7-9 15,10 0-9-15,1 1-7 0,3 1-12 0,-4 1-8 16,1 3-6-16,2-4-10 0,2 3-10 16,0-1-7-16,-1 0-4 0,2 0-12 0,2-2-6 15,-2 1-8-15,4-10 0 0,1 13-6 0,-1-13-4 0,1 11-8 16,-1-11 3-16,4 7-5 0,-4-7-1 0,0 0 0 15,13 0-5-15,-13 0-4 0,0 0 5 0,0 0 0 16,19-12 5-16,-19 12-5 0,7-9-1 16,-7 9 6-16,2-8-2 0,-2 8-5 0,3-8 2 15,-3 8-2-15,3-10 0 0,-3 10 8 0,0 0 0 16,0 0-5-16,0 0-3 0,3-11-9 0,-3 11 5 16,0 0-6-16,0 0-5 0,0 0 1 0,0 0 4 15,0 0-6-15,0 0 2 0,0 0-6 0,0 0 7 16,1 29-6-16,-1-29 0 0,5 13-3 0,-5-13 6 15,5 10-3-15,-1-5 3 0,-4-5 4 0,12 7-4 16,-5-6 2-16,-7-1-6 0,16 2 5 0,-16-2-3 16,22-6 4-16,-12 2-2 0,1-2-1 0,1 0-1 15,-3 0 0-15,2-2 0 0,-2 0-1 0,-2 1-4 16,-1-1 5-16,2-3-1 0,-5-1 1 0,1 0 9 16,0-3-8-16,-1-1-1 0,-1-1 5 0,2-1-3 15,-3-2-4-15,4 1 5 0,0-6 0 0,-2 8 4 16,0-2 12-16,0 3 12 0,-1 3 11 0,0 4 9 15,-2 9-6-15,3-12-5 0,-3 12-2 0,0 0-17 16,1-8-3-16,-1 8 1 0,0 0-5 16,0 0-1-16,0 0-1 0,3 42-2 0,-4-23 0 15,1 8-6-15,-2-2 1 0,1-1-2 0,1 2-20 0,-1-2-22 16,-1 1-23-16,4-1-27 0,-2-5-27 0,4 5-30 16,-3-6-32-16,1 0-39 0,5 6-66 15,-5-7-200-15,1 0-516 0,-2 0 228 0</inkml:trace>
  <inkml:trace contextRef="#ctx0" brushRef="#br0" timeOffset="-134216.55">17617 17731 154 0,'0'0'180'0,"-12"-9"-13"15,2 6-14-15,1 0-18 0,1 3-8 0,-3 0-10 16,0 3-10-16,0 2-14 0,-6 1-9 0,2 1-3 16,-2 3-7-16,3 1 0 0,-1 4-4 15,2-1-7-15,2 3-2 0,-1-2-8 0,6-3-5 16,-2 2-4-16,2-1-5 0,3-2 0 0,2 1 21 0,2-1-3 16,1-3-8-16,-1 1-2 0,1-2-9 15,2-3-1-15,-4-4 1 0,8 9-8 0,-8-9-1 16,11 0 2-16,-11 0-5 0,0 0-10 0,23-7 7 15,-14 2 1-15,-2-1 2 0,1-2 4 0,2 2-1 16,-4-3-3-16,0 2 8 0,1-3 1 0,-2 1-7 16,-1-1 0-16,-1-1-1 0,3-4-5 0,-1 4-3 15,0 0 0-15,-5 11 8 0,6-21-4 0,-5 11 8 16,-1 10-9-16,0 0 6 0,4-15-4 0,-4 15-2 16,0 0-3-16,3-10-5 0,-3 10-3 0,0 0 1 15,0 0 0-15,0 0-5 0,0 0 0 0,15 29 0 16,-11-17-1-16,0 3-1 0,-2-3-2 0,1 5-13 15,2-2-35-15,-2 1-21 0,2-4-37 0,0 0-36 16,1-2-49-16,-1 1-232 0,-5-11-455 16,8 13 201-16</inkml:trace>
  <inkml:trace contextRef="#ctx0" brushRef="#br0" timeOffset="-133858.55">17710 17779 209 0,'0'0'209'16,"0"0"-9"-16,0 0-20 0,0 0-4 0,0 0-12 16,0 0-7-16,0 0-8 0,0 0-11 0,8 34-20 15,-7-22-3-15,0 1-8 0,2-3-13 0,-1 3-3 16,1-3-11-16,0 0-2 0,0-3-9 0,-3-7-7 16,4 10-3-16,-4-10 6 0,0 0 2 0,1 11 6 15,-1-11 4-15,0 0-9 0,0 0-4 0,0 0-14 16,0 0 1-16,0 0 0 0,0 0-12 0,0 0-1 15,9-35-12-15,-4 23 8 0,2-5-7 0,0 2 1 16,4 0-3-16,-1-1-8 0,5-6 2 16,-1 10-2-16,-1-2-4 0,-4 7-5 0,1-2 8 15,-1 5-3-15,-9 4-3 0,13-7-5 0,-13 7 6 16,14 0 9-16,-14 0-6 0,0 0 5 0,18 13-10 16,-9-6-2-16,-3 1 3 0,-1 2-2 0,3 4 3 15,-3-3-4-15,-1 1-15 0,0 4-13 0,-3-2-31 16,0-2-28-16,2 1-28 0,-2-4-39 0,2 3-32 15,-2-4-52-15,-1-8-210 0,4 12-478 0,1-7 211 16</inkml:trace>
  <inkml:trace contextRef="#ctx0" brushRef="#br0" timeOffset="-132923.15">18146 17724 7 0,'0'0'230'0,"-6"-17"7"0,6 17-14 16,-7-11-15-16,7 11-11 0,-13-5-16 0,13 5-16 15,0 0-12-15,-23 8-10 0,10 1-7 0,2 0-7 16,-1 7-9-16,2-1-14 0,-2 2-14 0,2-3 2 16,3 2-10-16,0 0-10 0,1-1-8 15,3-2-9-15,1-3-5 0,0 0-7 0,2-10 0 16,0 18-3-16,3-12-6 0,-3-6-1 0,5 10-2 16,-5-10-3-16,8 2-7 0,-8-2 1 0,0 0 2 15,23-6-5-15,-16 0-1 0,-7 6 1 0,13-9-2 16,-5 4-9-16,-2-2 6 0,-2 0-2 0,-4 7-3 15,8-15-4-15,-4 5 4 0,-1 5 1 0,-3 5-13 16,4-13 10-16,-4 13 3 0,5-6-1 0,-5 6 1 16,0 0-5-16,3-11 0 0,-3 11-1 0,0 0-3 15,0 0-2-15,0 0 3 0,0 0-4 16,0 0 11-16,0 0-3 0,0 0-6 0,0 0 7 16,5 28-11-16,-5-28 9 0,4 16 7 0,-1-11-1 15,0 3-4-15,5-1 3 0,0-1 2 0,1-1-3 0,-9-5 10 16,17 4-2-16,-5-4 3 0,-12 0 1 0,23-3-5 15,-13-1 2-15,2 0 2 0,-2-2 1 16,-10 6-3-16,18-13 5 0,-12 6 4 0,1-2-3 16,-7 9 0-16,10-19 2 0,-8 8-8 0,1-2 4 15,-3 13-7-15,4-28 6 0,-7 10 0 0,6 1-14 16,-7-9 3-16,3 7 1 0,2 0-5 0,-5-8 5 16,3 9-1-16,0-6 4 0,-1 6-9 0,2 1 4 15,-2 4 3-15,2 13 6 0,-2-22 4 0,2 22-1 16,0-18-3-16,0 18-2 0,0 0-10 0,2-12 5 15,-2 12-3-15,0 0-4 0,0 0 1 0,0 0-7 16,0 0 12-16,0 0-4 0,9 41-5 0,-7-26 10 16,2 3-11-16,0 2-3 0,-2-4 1 0,1 1 5 15,1 0 5-15,0-3 0 0,-2-3-4 0,2 0-3 16,0-1 2-16,-4-10 7 0,10 17 2 16,-3-8-14-16,-7-9 5 0,7 8 8 0,-7-8-6 15,10 9 0-15,-10-9-1 0,11 7 5 0,-11-7-5 16,0 0 6-16,15 2-3 0,-15-2 6 0,0 0-1 0,0 0-9 15,0 0-3-15,23-15 6 0,-23 15-12 16,9-10-6-16,-9 10-6 0,10-13 3 0,-10 13-2 16,7-14 3-16,-7 14 3 0,0 0-1 0,5-12-3 15,-5 12 3-15,0 0-7 0,0 0 9 0,0 0-7 16,0 0 2-16,0 0 1 0,7-10 1 0,-7 10-9 16,0 0 11-16,0 0 4 0,0 0-3 0,0 0 4 15,0 0-8-15,14 26 8 0,-14-26 3 0,0 0-8 16,8 6 8-16,-8-6-1 0,0 0 0 0,0 0-8 15,20 2 11-15,-20-2 2 0,0 0-5 0,0 0 3 16,25-8-3-16,-25 8 1 0,0 0 4 0,13-11-6 16,-13 11 1-16,7-10 2 0,-7 10 3 0,7-10 0 15,-7 10-1-15,0 0 0 0,10-11 1 16,-10 11-3-16,0 0-1 0,0 0-1 0,0 0-4 16,0 0-5-16,0 0 7 0,0 0-2 0,0 0-4 15,0 0 4-15,19 20 2 0,-19-20-1 0,6 26 1 16,-3-8 3-16,-1 2 4 0,1-2 0 0,1 6-5 15,-4 2 5-15,1 0-4 0,3 0-7 0,-4-1 7 16,1 2 5-16,1-4-4 0,-4-2 0 0,4-2 6 0,-6-2-29 16,4-17-24-16,0 0-30 0,-16 54-41 15,16-54-23-15,-12 27-34 0,12-27-30 0,0 0-40 16,-16 22-52-16,16-22-154 0,0 0-488 0,0 0 215 16</inkml:trace>
  <inkml:trace contextRef="#ctx0" brushRef="#br0" timeOffset="-132134.95">18570 17869 59 0,'10'-13'193'0,"-2"2"-7"0,3-3-19 15,3-1-9-15,-1 2-11 0,3 2-10 0,0-1-16 16,3-6-8-16,-2 8-9 0,-1-1-9 0,-3 0-10 16,-2 3-7-16,0-1-1 0,-2 3-11 15,-3-3 5-15,-6 9 3 0,14-10-3 0,-9 3 2 16,-5 7-9-16,7-9-6 0,-7 9 0 0,0 0-5 15,2-14 1-15,-2 14 2 0,0 0-2 0,2-17-6 16,-2 17-3-16,0 0 3 0,0 0-11 0,0 0-8 16,0 0-3-16,0 0 0 0,0 0-1 0,0 0-6 15,0 0 2-15,0 0-2 0,0 0-2 0,-17 33 3 16,13-18-1-16,4-15-4 0,-3 23-10 0,0-13 14 16,2 2-4-16,-1-1-3 0,1 1 3 0,0-2-1 15,1-10-5-15,-2 20 1 0,2-14 1 0,0-6-4 16,4 13 2-16,-4-13-3 0,4 10 2 0,-4-10-1 15,9 9 8-15,-9-9-5 0,9 3 2 0,-9-3-5 16,14 0-1-16,-14 0 2 0,22-5-1 0,-12-1 0 16,1 1-1-16,0 0 1 0,-1 0 0 15,1-3-3-15,2-2 0 0,-1 3 1 0,-3-3-2 0,0 1 3 16,0 2 0-16,1-3-4 0,-4 0-1 16,2 1 3-16,-2 0 2 0,-6 9-12 0,9-17 9 15,-4 11-1-15,-5 6 1 0,0 0-1 0,7-14 1 16,-7 14 5-16,0 0-11 0,4-11 3 0,-4 11-2 15,0 0 6-15,0 0-6 0,6-10 0 0,-6 10-10 16,0 0 9-16,0 0 0 0,0 0-9 0,0 0 6 16,0 0 7-16,4 25-5 0,-3-15 3 15,-1 1 2-15,0-11 4 0,-4 21-2 0,3-9-7 16,-1-1 8-16,-1 1 3 0,-1-1-2 0,1 0 0 0,-2 4 0 16,0-5-2-16,1-1 2 0,-1 1-9 15,0-2 6-15,1 0 4 0,4-8 0 0,-5 12-3 16,5-12 0-16,-4 8-1 0,4-8 1 0,-5 7 2 0,5-7 3 15,0 0-5-15,0 0 4 0,0 0-1 0,0 0-3 16,0 0-7-16,0 0 9 0,0 0-2 0,0 0 0 16,0 0-1-16,22-15-1 0,-11 3 2 0,0 3-2 15,3-4 0-15,-3 2-1 0,2-5 3 16,2 3-3-16,0 1 2 0,-3-2-2 0,-2 1-2 16,0 4 3-16,-3-1 5 0,-1 0-5 0,0 2 5 15,-6 8-3-15,7-12 0 0,-7 12 0 0,7-9 3 16,-7 9-5-16,0 0-3 0,6-9 5 0,-6 9-6 15,0 0 0-15,0 0 2 0,0 0-3 0,0 0 4 16,0 0-3-16,0 0 9 0,0 0-1 0,0 0-2 16,0 0 6-16,0 0-1 0,-11 31-3 0,8-21 9 15,0 0-9-15,-2 0 4 0,4 1-3 0,-3-2 1 16,3 2 5-16,-2-1-5 0,3-10-16 16,0 14-22-16,0-14-31 0,-1 12-17 0,1-12-22 0,0 10-34 15,0-10-32-15,0 0-48 0,0 0-212 16,0 0-462-16,0 0 204 0</inkml:trace>
  <inkml:trace contextRef="#ctx0" brushRef="#br0" timeOffset="-131979.52">19067 17535 203 0,'0'0'189'0,"-4"-9"-24"0,4 9-21 0,0 0-33 15,0 0-52-15,0 0-75 0,0 0-127 0,0 0-154 16,0 0 68-16</inkml:trace>
  <inkml:trace contextRef="#ctx0" brushRef="#br0" timeOffset="-131817.12">19208 17768 101 0,'0'0'270'0,"0"0"-2"0,0 0-26 0,0 0-18 15,0 0-27-15,0 0-19 0,6 5-31 16,-6-5-46-16,0 0-31 0,0 0-50 0,0 0-72 16,0 0-48-16,0 0-61 0,0 0-91 0,0 0-271 15,0 0 121-15</inkml:trace>
  <inkml:trace contextRef="#ctx0" brushRef="#br0" timeOffset="-124419.68">23310 13944 64 0,'-3'-3'121'0,"3"3"6"15,-5-7-8-15,5 7 3 0,0 0-5 0,0 0-2 16,-6-4-9-16,6 4-12 0,0 0-10 16,0 0-11-16,0 0-9 0,-5-5-3 0,5 5-12 15,0 0-19-15,0 0-22 0,-9 11-31 0,9-11-13 0,-8 7-43 16,2-3-24-16,0 1-83 0,-2 0-201 0,-1 0 90 16</inkml:trace>
  <inkml:trace contextRef="#ctx0" brushRef="#br0" timeOffset="-124276.5">23240 14001 61 0,'0'0'48'0,"0"0"-17"16,1 8-17-16,-1-8-28 0,2 8-10 0,-2-8-25 15,2 7 11-15</inkml:trace>
  <inkml:trace contextRef="#ctx0" brushRef="#br0" timeOffset="-122322.85">19426 15562 50 0,'0'0'63'0,"0"0"-8"0,0 0-4 0,0 0-9 16,0 0 1-16,0 0-10 0,-1 11 2 0,1-11 2 16,0 0-12-16,0 0-6 0,0 0 3 0,2 7-6 15,-2-7 2-15,0 0 7 0,0 0-16 0,0 0 4 16,2 6 2-16,-2-6-6 0,0 0 6 0,0 0 4 15,0 0 1-15,0 0 1 0,0 0-3 0,0 0 5 16,0 0 4-16,0 0 1 0,0 0-6 0,0 0 1 16,0 0 1-16,0 0-1 0,0 0-4 0,1 7 1 15,-1-7 10-15,0 0-15 0,0 0-2 0,0 0-2 16,0 0 0-16,0 0 1 0,0 0 6 0,0 0-14 16,0 0 12-16,0 0-17 0,0 0 6 0,0 0-2 15,0 0 12-15,0 0-11 0,0 0-3 0,0 0-3 16,0 0 9-16,0 0-9 0,0 0 21 0,0 0-14 15,0 0-4-15,0 0-1 0,0 0 5 0,0 0 1 16,0 0 1-16,0 0-6 0,0 0-1 0,0 0 3 16,0 0 0-16,0 0 0 0,0 0-6 0,0 0-1 15,0 0 2-15,0 0 2 0,0 0 3 0,0 0-5 16,0 0 15-16,0 0-15 0,0 0 3 0,0 0-2 16,0 0 2-16,0 0-1 0,0 0-3 0,0 0 0 15,0 0-4-15,0 0 7 0,0 0-2 0,0 0 2 16,0 0 2-16,5 6 2 0,-5-6-2 0,0 0 4 15,0 0 3-15,0 0-12 0,1 6-6 0,-1-6-16 16,0 0 2-16,0 0-8 0,0 0-5 0,0 0-9 16,0 0-13-16,0 0-14 0,2 8-63 0,-2-8-145 15,0 0 65-15</inkml:trace>
  <inkml:trace contextRef="#ctx0" brushRef="#br0" timeOffset="-120718.91">18758 18019 1652 0,'6'-2'-22'15,"-6"2"56"-15,0 0-5 0,14-4 4 0,-14 4-23 16,0 0 4-16,0 0-10 0,10-5-7 0,-10 5-14 15,0 0 6-15,0 0 2 0,0 0 0 0,9-3 2 16,-9 3 1-16,0 0 0 0,0 0 0 0,0 0-4 16,0 0-4-16,0 0-11 0,0 0-1 0,0 0 2 15,0 0 5-15,0 0 2 0,0 0 2 0,0 0 2 16,0 0-2-16,0 0 2 0,0 0 0 16,0 0 2-16,0 0 3 0,0 0-1 0,0 0 1 15,0 0-3-15,0 0 9 0,0 0-2 0,0 0-1 16,0 0 2-16,0 0 9 0,0 0-4 0,0 0-1 15,8 11 0-15,-8-11 1 0,0 0 4 0,0 0-3 16,0 0-2-16,0 0 6 0,0 0 1 0,0 0 0 16,0 0-1-16,-5 15 4 0,5-15-3 0,0 0 1 15,0 0-4-15,0 0 7 0,0 0-7 0,0 0 2 16,0 0 9-16,0 0-7 0,0 0-4 0,0 0-2 16,-3 14 7-16,3-14-6 0,0 0 5 15,0 0 2-15,0 0 5 0,0 0 1 0,0 0-3 0,0 0 3 16,0 0-3-16,0 0 3 0,0 0-4 0,0 0-1 15,0 0 4-15,0 0-2 0,0 0-1 0,0 0 1 16,0 0-3-16,0 0-3 0,0 0-4 0,0 0-2 16,2 11 0-16,-2-11 1 0,0 0 6 0,0 0-6 15,0 0-3-15,0 0 6 0,0 0-4 16,0 0-1-16,0 0 4 0,0 0 1 0,0 0-4 16,0 0-10-16,0 0 11 0,0 0 2 0,-4 10-7 15,4-10 2-15,0 0 3 0,0 0-3 0,0 0-4 16,0 0-5-16,0 0 1 0,0 0-17 0,0 0-12 15,0 0-13-15,0 0-13 0,0 0-11 0,0 0-21 16,0 0-30-16,0 0-100 0,0 0-242 0,-3 11 108 16</inkml:trace>
  <inkml:trace contextRef="#ctx0" brushRef="#br0" timeOffset="-119601.92">19490 15720 28 0,'0'0'43'0,"0"0"-3"0,0 0 1 0,0 0-6 0,5 5-1 16,-5-5 2-16,0 0-1 0,0 0 0 0,0 0-6 16,0 0-3-16,0 0 0 0,0 0 2 0,0 0-3 15,0 0 3-15,0 0-12 0,0 0 1 0,0 0-11 16,3 4-3-16,-3-4-5 0,0 0-13 15,0 0-6-15,0 0-11 0,2 9-13 0,-2-9-25 16,0 9-75-16,0-9 34 0</inkml:trace>
  <inkml:trace contextRef="#ctx0" brushRef="#br0" timeOffset="-118818.13">20368 17208 33 0,'0'0'116'16,"0"0"-9"-16,-2-11-12 0,2 11-9 0,0 0-8 16,0 0-11-16,0 0 5 0,0 0-14 0,0 0 4 15,0 0-11-15,0 0-5 0,0 0-2 0,0 0 0 16,0 0-2-16,0 0 8 0,0 0 9 0,0 0-18 16,0 0 2-16,0 0 0 0,0 0 1 0,0 0 2 15,0 0-4-15,0 0 5 0,0 0-11 0,0 0-10 16,0 0 10-16,0 0 0 0,0 0-7 0,0 0-6 15,0 0-4-15,0 0 5 0,0 0-4 0,0 0-3 16,0 0-4-16,0 0 0 0,0 0-2 0,0 0-2 16,0 0-1-16,0 0-2 0,0 0 1 0,0 0-2 15,0 0 0-15,0 0 4 0,-18 9-7 0,18-9 1 16,0 0-3-16,0 0 6 0,0 0 1 16,0 0-3-16,0 0-1 0,0 0 3 0,0 0-7 15,0 0 6-15,0 0-6 0,0 0 10 0,-3 7-7 16,3-7-8-16,0 0 12 0,0 0-3 0,0 0-1 15,0 0-4-15,0 0 10 0,0 0-11 0,-4 13-5 16,4-13-13-16,0 0-6 0,0 0-11 0,0 0-23 0,0 0-1 16,0 0-19-16,-1 5-18 0,1-5-18 0,0 0-102 15,0 0-235-15,0 0 104 0</inkml:trace>
  <inkml:trace contextRef="#ctx0" brushRef="#br0" timeOffset="-117870.08">19842 15809 56 0,'0'0'98'0,"0"0"-2"0,0 0-6 16,0 0-19-16,0 0 5 0,0 0-19 0,0 0 1 16,0 0-10-16,0 0-3 0,0 0 1 0,0 0-8 15,0 0-7-15,0 0 0 0,0 0 4 0,0 0-11 16,0 0 2-16,0 0-9 0,0 0 8 0,0 0 1 16,0 0-6-16,0 0-14 0,0 0-11 0,0 0-11 15,0 0-16-15,0 0-7 0,0 0 0 0,0 0-9 16,0 0-12-16,1 9-7 0,-1-9-52 0,0 0-130 15,0 0 58-15</inkml:trace>
  <inkml:trace contextRef="#ctx0" brushRef="#br0" timeOffset="-116996.81">22167 17081 14 0,'0'0'57'0,"0"0"-10"15,0 0 5-15,0 0 0 0,0 0 3 0,0 0-1 16,0 0 9-16,2 12-5 0,-2-12 1 0,0 0 4 15,0 0-8-15,0 0 3 0,0 0-5 0,0 0 3 0,0 0-2 16,0 0-1-16,0 0-8 0,0 0-6 16,0 0 0-16,0 0-1 0,0 0 1 0,0 0-7 15,0 0-2-15,0 0-1 0,0 0 2 0,0 0-5 16,0 0-5-16,0 0 3 0,0 0-8 0,0 0 1 16,0 0 6-16,0 0 1 0,0 0-7 0,0 0 6 15,0 0-3-15,0 0 3 0,0 0 1 0,0 0 5 16,0 0-4-16,-4 8-2 0,4-8 2 0,0 0-5 15,0 0 3-15,0 0-1 0,0 0 8 0,0 0-17 16,0 0 7-16,0 0-1 0,0 0-7 0,0 0 3 16,0 0-6-16,0 0 2 0,0 0-2 0,0 0 6 15,0 0-5-15,0 0-2 0,0 0 1 0,0 0-2 16,0 0-2-16,0 0-1 0,0 0 2 0,0 0-3 16,0 0-3-16,0 0-8 0,-1 11-14 0,1-11-4 15,0 0-27-15,0 0-17 0,0 0-12 0,0 0-15 16,-2 9-21-16,2-9-113 0,0 0-248 0,0 0 110 15</inkml:trace>
  <inkml:trace contextRef="#ctx0" brushRef="#br0" timeOffset="-114204.85">23352 13960 61 0,'0'0'73'0,"0"0"-1"0,0 0-5 0,0 0 0 15,0 0-3-15,0 0 0 0,0-10-10 0,0 10-8 16,0 0 2-16,0 0-6 0,0 0-7 0,0 0-4 15,0 0 2-15,0 0-3 0,0 0-2 0,0 0-6 16,0 0-11-16,0 0 10 0,0 0-6 0,0 0-2 16,0 0-1-16,0 0 2 0,0 0-3 0,0 0-3 15,0 0-2-15,0 0 3 0,0 0-1 0,0 0 1 16,0 0-5-16,0 0 6 0,0 0 2 0,0 0 9 16,0 0-8-16,0 0-2 0,0 0 11 0,0 0-5 15,0 0-6-15,0 0 2 0,0 0-6 0,0 0 4 16,0 0-6-16,0 0 1 0,0 0 0 0,0 0 3 15,0 0-12-15,0 0-9 0,0 0-5 0,0 0 3 16,0 0-6-16,0 0-16 0,0 0-11 0,0 0-16 16,0 0-18-16,-7 21-63 0,4-15-155 0,-1 1 70 15</inkml:trace>
  <inkml:trace contextRef="#ctx0" brushRef="#br0" timeOffset="-64076.88">24224 14009 60 0,'0'0'70'0,"0"0"-10"15,0 0-4-15,0 0-7 0,0 0-7 0,0 0 3 16,0 0-13-16,0 0-1 0,0 0-12 0,0 0-29 16,0 0-28-16,0 0-32 0,0 0-75 0,0 0 34 15</inkml:trace>
  <inkml:trace contextRef="#ctx0" brushRef="#br0" timeOffset="-62103.42">23125 13962 5 0,'0'0'42'16,"0"0"-11"-16,0 0-4 0,0 0-6 0,0 0-5 15,0 0-1-15,0 0-17 0,0 0-25 0,0 0-27 16,0 0 12-16</inkml:trace>
  <inkml:trace contextRef="#ctx0" brushRef="#br0" timeOffset="-60416.48">26926 3339 77 0,'0'0'212'0,"2"-5"-26"0,-2 5-16 16,0 0-21-16,0 0-16 0,0 0-15 0,0 0-13 16,0 0-8-16,0 0-7 0,0 0-2 0,0 0-6 15,0 0-1-15,-4 32 5 0,1-16-3 0,1 1 0 16,-2 9 6-16,0 0-4 0,1-1-5 16,-1 3-3-16,-3-2-5 0,2 4-1 0,1-5 3 0,-1 3-7 15,-1-2-7-15,2-2-5 0,0-5-4 0,0 0 0 16,2-2-6-16,-2 7-6 0,-1-6 0 0,5 3-5 15,-4-4-5-15,4-1 0 0,0-5-2 16,0 2-5-16,2-1-8 0,0-2-16 0,-2 2-24 16,0-12-22-16,0 16-16 0,0-16-23 0,0 12-9 15,0-12-13-15,2 8 9 0,-2-8-26 0,0 0-4 0,0 0-3 16,0 0-32-16,0 0-8 0,0 0-110 0,0 0-304 16,13-23 135-16</inkml:trace>
  <inkml:trace contextRef="#ctx0" brushRef="#br0" timeOffset="-60046.86">26937 3643 102 0,'1'-28'65'0,"1"2"12"0,-4 1 15 16,-1-2 3-16,1 2 17 0,-3-2-8 0,5 10 0 16,-4-2 6-16,4 3 0 0,0 4 1 0,0 1-2 0,2 0-8 15,0 1-11-15,5 1-4 0,0 1 3 16,2 2-6-16,5 1 5 0,1-1-3 0,3 3-1 16,0 0-2-16,2 3 0 0,-2-2-7 0,2 4-6 15,-1-2-7-15,-4 7-4 0,1-2-7 0,-5 2-4 16,0-2-4-16,-1 1-1 0,-4 0-7 0,1 4-4 15,-3-4-5-15,0 3 1 0,-1 1-2 0,-3 0 0 16,-3 2-5-16,1 1 0 0,-2-2 0 0,-3 2-1 16,1-1-4-16,-1-3-5 0,0 1 4 0,2-3-8 15,1 3-3-15,0-3-13 0,-1 1-9 0,1-2-6 16,1-1-15-16,3-5-1 0,-5 10 2 0,5-3 8 16,0-7-1-16,6 14 4 0,-4-7 3 0,2 2 8 15,2-3 0-15,-5 1 0 0,7 1-1 0,0-1 5 16,1 3 3-16,-3-2 1 0,1 1 2 0,-1 1-5 15,2-1 7-15,-4-1-2 0,-2 2 1 0,-2-10 4 16,5 14 1-16,-5-14 0 0,-5 15 3 0,1-6 0 16,-1 2-2-16,-4-2 3 0,0-2-3 0,1 0-6 15,-2-1-22-15,-1 2-28 0,11-8-16 0,-13 5-41 16,5-1-50-16,-1-2-161 0,9-2-350 0,-17 2 154 16</inkml:trace>
  <inkml:trace contextRef="#ctx0" brushRef="#br0" timeOffset="-59793.5">27514 3682 3 0,'12'2'149'0,"-12"-2"-28"0,11 1-9 0,-11-1-19 16,12 7-11-16,-12-7-15 0,4 6-18 0,-4-6-10 15,2 8-17-15,-2-8-15 0,0 0-9 0,0 14-15 16,0-14 7-16,-6 10-1 0,6-10-1 0,-5 8 1 15,5-8 2-15,-5 9 3 0,5-9 4 0,0 0 5 16,-5 12 7-16,5-12 0 0,-2 7-1 0,2-7-1 16,-4 9 4-16,4-9-5 0,0 0 7 0,2 14-11 15,-2-14 7-15,5 7-4 0,-5-7 1 0,11 5-24 16,2-5-40-16,0 1-59 0,6-7-123 16,12 1 54-16</inkml:trace>
  <inkml:trace contextRef="#ctx0" brushRef="#br0" timeOffset="-59246.67">28575 3327 183 0,'0'0'183'0,"0"0"-17"0,0 0-14 0,0 0-17 16,0 0-14-16,18-7-8 0,-4 7-12 0,-1-1-10 16,5 1-7-16,0-2-11 0,3 2-8 0,0-2-5 15,-3 1-6-15,2 2-5 0,-6-3-10 0,-1 0 1 0,-1 1-7 16,-3 1-1-16,-1 0-4 0,-8 0 3 16,11-2-9-16,-11 2 3 0,0 0-5 0,11-1-2 15,-11 1 2-15,0 0-3 0,0 0-7 0,0 0 7 16,3-5-4-16,-3 5-1 0,0 0-9 0,0 0 2 15,0 0-2-15,0 0 4 0,0 0-5 0,0 0 6 16,0 0 3-16,1 22 11 0,-5-10 13 0,-2 3 5 16,3 6 8-16,-2-2 5 0,-1 7 3 0,0 4 3 15,2 1-3-15,-3-2 1 0,2-2 3 0,-1 1-7 16,3-1 0-16,-1-2-6 0,1-5-3 0,2-1-4 16,-4 1-3-16,0-2-2 0,5-3-4 0,0 0-3 15,0-2-2-15,-2 4-6 0,0-4 2 0,0-3-9 16,2-10-1-16,-4 11-3 0,4-11-1 0,-9 7-6 15,9-7 0-15,-14 3-3 0,14-3 0 0,-16-8-4 16,10 4 0-16,-4-1 2 0,2 0-1 0,2-2 4 16,-1 1-2-16,1 1-1 0,6 5 6 0,-5-8-5 15,5 8-2-15,-6-6 2 0,6 6-4 0,-4-2-4 16,4 2 3-16,0 0 1 0,0 0 3 0,0 0-1 16,24-1 0-16,-11 1-2 0,6 1-5 0,3 0-21 15,7-3-27-15,2 2-28 0,-2-1-36 0,-1 1-29 16,7-2-40-16,-7 1-13 0,1-1-142 0,-8 0-375 15,-1 0 166-15</inkml:trace>
  <inkml:trace contextRef="#ctx0" brushRef="#br0" timeOffset="-59038.84">29228 3653 50 0,'7'-7'137'0,"-5"2"5"0,2 0 12 0,-4 5 5 16,6-9 2-16,-6 9-7 0,3-7 1 0,-3 7-12 15,0 0-2-15,0 0-13 0,-9-9-3 0,9 9-2 16,0 0 1-16,-22 9 5 0,6-2 4 0,-1 4-2 15,-1 0 7-15,-2 3 0 0,3 0-19 0,-5 1 4 16,9-5-11-16,0 3-26 0,4 0 5 0,2 2-11 16,4 1-6-16,3 0-2 0,5 1-10 0,2-7-9 15,3 3-30-15,11 5-47 0,4-6-48 16,3-4-42-16,6-2-59 0,1 0-52 0,-1-1-58 16,-4-4-146-16,0-1-463 0,-10 0 205 0</inkml:trace>
  <inkml:trace contextRef="#ctx0" brushRef="#br0" timeOffset="-58809.37">28725 4021 2593 0,'-58'0'72'0,"24"3"-13"0,5 1-43 15,9-4-39-15,8 4-9 0,3-2 8 16,7 2 6-16,2-4 14 0,0 0 5 0,29 11 6 15,3-7 4-15,23-4 7 0,2 2 6 0,8-5 10 16,32-2-2-16,0 4-8 0,-6-2-10 0,-26 2-14 16,-1-1-25-16,0 1-34 0,-8 1-45 0,-4 0-35 15,-16-1-50-15,-5-2-36 0,-11 5-120 0,-7-4-372 16,0 4 166-16</inkml:trace>
  <inkml:trace contextRef="#ctx0" brushRef="#br0" timeOffset="-58076.67">28786 4266 21 0,'-5'2'252'0,"-3"2"-33"0,8-4-21 0,-5 6-16 16,5-6-21-16,0 0-12 0,0 0-14 0,22 7-6 16,-5-7-8-16,2 0-4 0,0 0-11 0,1-2-9 15,1 2-11-15,-1 0-12 0,-2 2-15 0,-7-2-10 16,1 0-5-16,-4 0-5 0,-2 0-5 0,-6 0 0 15,13-3-9-15,-13 3 0 0,0 0-8 0,6-3-5 16,-6 3-8-16,0 0 3 0,0 0-4 0,0 0-5 16,0 0 4-16,0 0 0 0,0 0-2 0,0 0-2 15,-23-8 4-15,23 8 1 0,-10 0-3 0,10 0 0 16,0 0 0-16,0 0-3 0,0 0 13 0,-12 3 14 16,12-3 1-16,-7 8 1 0,6-5 14 0,1-3 7 15,-6 12 15-15,6-3 4 0,-2 3 8 0,-1 3 5 16,1 1-6-16,2 9-15 0,-3-8 8 0,2 2-7 15,-2 5 2-15,1 1-8 0,-3 0-7 0,5-6-1 16,-1 1-7-16,-1-1 5 0,2 2-8 0,-4-4 0 16,7-2-5-16,-3 3-1 0,0-3-14 0,-1-4 6 15,1 1-7-15,-2-3-14 0,2-9-7 0,-1 14-9 16,1-14-8-16,-3 9-2 0,3-9 4 0,-7 8-5 16,7-8 1-16,-12 4 0 0,12-4-4 0,-12 1 9 15,12-1-1-15,0 0 5 0,-23-7 0 0,23 7 4 16,-13-6-1-16,8 2 7 0,5 4 1 0,-12-4 9 15,12 4 2-15,-10-5 13 0,10 5-2 0,0 0-1 16,0 0-5-16,-9-6 2 0,9 6-6 0,0 0 0 16,0 0-3-16,0 0 2 0,0 0-1 0,0 0-5 15,24-7 1-15,-24 7-14 0,27 0-20 0,-8 0-28 16,2-2-10-16,1-1-24 0,4 1-10 0,-3 1-1 16,-1-1-17-16,-3 0-5 0,2-2 3 0,-1 4 5 15,-1-3 11-15,-1-1 11 0,0 0 13 0,-4-1 26 16,-2 1-3-16,0-1 16 0,-1 0 19 0,-2-1 12 15,1-1 20-15,-4 4 21 0,-1-4 7 0,-5 7 11 16,11-8 16-16,-8 3 6 0,2 0 12 0,-2-1 4 16,2 1 6-16,-5 5 12 0,5-9 8 0,-5 9 8 15,4-7-13-15,-4 7-5 0,3-5-10 0,-3 5-11 16,0 0 3-16,0 0 5 0,0 0 12 0,0 0 4 16,1 31 0-16,-4-15-3 0,1-3-13 0,-2 3-9 15,1 0-7-15,1-1-3 0,-2 1-11 16,0 1-4-16,0-4-22 0,3 2 12 0,-1-3 0 0,2 1-21 15,0-3-27-15,0-1-15 0,0-2-33 0,0-7-32 16,0 13-34-16,0-13-37 0,0 0-43 0,-2 13-36 16,2-13-35-16,0 0-214 0,0 0-529 0,0 0 234 15</inkml:trace>
  <inkml:trace contextRef="#ctx0" brushRef="#br0" timeOffset="-57720.72">29171 4592 191 0,'6'-9'203'0,"3"1"2"0,4 1-5 0,3 2 6 16,1 1 2-16,1 1-8 0,0 0-1 16,1 3 5-16,-6 0-4 0,3 4 13 0,-4-2-21 15,1 2-5-15,-3-4-16 0,0 6-16 0,1 0-15 16,-3 1-7-16,1-1-7 0,-1 2-13 0,-3-2-12 0,-5-6-9 16,6 12-3-16,-4-6 1 0,-2-6-18 0,0 13-5 15,0-13-6-15,-7 18-15 0,2-12 1 16,-1 3-1-16,-3-2-7 0,-2-1-3 0,1 0-3 15,1 1-13-15,0-3-6 0,4 0-6 0,-1-2-21 16,6-2-13-16,-6 8-6 0,6-8 7 0,-4 7-7 16,4-7 2-16,-2 7-3 0,2-7-10 0,4 10 19 0,-1-3 6 15,6 0-1-15,-2-2 1 0,2 2-8 16,0-1 14-16,1 0 0 0,-2 0 6 0,1 0 0 0,0-1-4 16,-3-2 2-16,-3 1 8 0,-3-4-5 15,8 6 5-15,-6-2-2 0,-2-4-1 0,0 0 6 16,0 0-3-16,-15 12-21 0,2-9-2 0,-7-1-20 15,-2 0-38-15,-7 0-41 0,-2 1-32 0,2-2-43 0,-2-2-68 16,1-1-236-16,-1 1-541 0,0-5 239 16</inkml:trace>
  <inkml:trace contextRef="#ctx0" brushRef="#br0" timeOffset="-56256.1">29684 3759 31 0,'0'0'78'15,"0"0"-12"-15,0 0-8 0,0 0 2 0,0 0 1 16,0 0-13-16,0 0 1 0,0 0-4 0,0 0 9 16,0 0-5-16,0 0-2 0,0 0 11 0,0 0-19 15,0 0 15-15,8 5-2 0,-8-5-4 0,0 0-10 16,8 4-9-16,-8-4-1 0,11 3 2 0,-4-1-2 16,0 0-7-16,5-2-11 0,-2 1-16 0,3-2-20 15,5-1-13-15,1 2-12 0,-1 1-29 0,1 0-67 16,-6-2-158-16,-1 0 69 0</inkml:trace>
  <inkml:trace contextRef="#ctx0" brushRef="#br0" timeOffset="-56087.3">29687 3966 4 0,'0'0'88'0,"10"11"-9"0,2-9-10 16,-1 1-10-16,7-3-29 0,-1 0-27 0,3-2-59 16,3 2-59-16,4-1 26 0</inkml:trace>
  <inkml:trace contextRef="#ctx0" brushRef="#br0" timeOffset="-55721.86">30283 3647 121 0,'0'0'197'0,"1"-6"-17"0,-1 6-14 0,0 0-14 16,0 0-10-16,0 0 0 0,0 0 5 0,0 0 0 16,0 0-14-16,-9 28-8 0,2-18-16 0,4 7-6 15,-1-7-16-15,-1 2-1 0,2 2-13 0,-1-3-6 16,3 2-6-16,0 0-7 0,2-1-4 0,0-2-2 15,1 0-4-15,3-2-8 0,0 0-3 0,1-1 0 16,1-2-1-16,0 0-4 0,2-3 0 0,0 0-7 16,1 0 6-16,2-5-7 0,-5 2 1 0,2-2-1 15,-9 3-3-15,17-8-2 0,-9-2 2 0,-2 1-2 16,1-5 0-16,-2 0-2 0,-2 2 1 0,0-3-4 16,-3-1 1-16,2-2-2 0,-4 5 0 0,1-3-3 15,-2 5 0-15,-2 0-5 0,1 1 0 0,0 5-2 16,-1 0-6-16,-1 1-14 0,-3 1-12 0,-1 5-13 15,-2-1-34-15,-2 3-33 0,-1 3-52 0,-2-1-47 16,-1 1-157-16,2 5-400 0,5-6 177 0</inkml:trace>
  <inkml:trace contextRef="#ctx0" brushRef="#br0" timeOffset="-55486.83">30619 3555 11 0,'4'-9'220'16,"-1"1"-9"-16,2 4-1 0,-2-1-5 0,-3 5-40 16,5-9-13-16,-5 9-13 0,4-6-16 0,-4 6-11 15,0 0 12-15,0 0 9 0,0 0-6 0,0 34 0 16,-5-7-8-16,-3 5-16 0,-6 0-7 0,5 2-11 16,1-3-6-16,-2 3-7 0,3-3-11 15,0-2-4-15,3 0-13 0,2-1-28 0,2-2-40 0,0-7-23 16,1 0-30-16,-1-5-39 0,4-3-38 0,0 0-38 15,0-3-172-15,-4-8-394 0,5 11 174 0</inkml:trace>
  <inkml:trace contextRef="#ctx0" brushRef="#br0" timeOffset="-55281.54">30861 3695 121 0,'0'0'112'0,"0"0"9"15,0 0 22-15,0 0 3 0,0 0 8 0,3 22-3 16,-4-9-5-16,-3-1 3 0,1 5-7 0,-3 2-17 16,1 5-3-16,-4-1-16 0,3 2-13 0,-1-6-11 15,3-1-22-15,-1-3-18 0,1-2-27 0,3-1-25 16,0 0-29-16,-2-1-23 0,3-11-32 0,-1 16-22 16,1-16-31-16,-1 9-114 0,1-9-282 0,0 0 125 15</inkml:trace>
  <inkml:trace contextRef="#ctx0" brushRef="#br0" timeOffset="-55069.22">30861 3624 53 0,'4'-4'144'0,"0"-1"-21"16,-4 5-7-16,9-5 4 0,-9 5-4 0,0 0 6 15,0 0-13-15,12 7-1 0,-12-7 7 0,2 10-3 16,-1-3-12-16,-1 1-11 0,-1 3-8 15,1-11-4-15,-9 26-7 0,1-12-9 0,-2 0-4 16,1 0-9-16,0-1-14 0,2-5-17 0,-1 3-21 0,0-4-29 16,2 3-30-16,0-2-36 0,6-8-44 0,-11 7-112 15,11-7-277-15,0 0 122 0</inkml:trace>
  <inkml:trace contextRef="#ctx0" brushRef="#br0" timeOffset="-53696.78">31382 3550 36 0,'7'-4'188'0,"-4"1"-10"0,-3 3-9 0,0 0-10 16,0 0-7-16,0 0-8 0,0 0 2 0,-16 14-1 16,6-7-16-16,0 4-10 0,-2 3-12 0,0-1-6 15,3 0-12-15,2 2-10 0,0-1-8 0,2-3-8 16,2 2-3-16,1-2-7 0,3-1-7 0,-1-10-9 15,4 20-16-15,3-13-12 0,0 0-18 0,3 0-12 16,3-3-12-16,-1 0-10 0,6-3 2 0,-1-2-6 16,1 0 5-16,-5-3-2 0,-1 1 10 0,0-3-5 15,-3 0 15-15,1 1-1 0,0-3 5 16,-1 0-7-16,1 0 4 0,-3-1 7 0,-1-1 2 0,1-1 5 16,-2 1-1-16,1 0 3 0,-1 1-1 0,-2-1 2 15,-1 5 15-15,1-1-7 0,-3 6 2 0,4-7-9 16,-4 7 6-16,0 0 6 0,0 0-13 0,0 0 14 15,0 0 9-15,0 0 3 0,0 0 5 0,1 23-1 16,-3-14-6-16,0 1 2 0,2-10-6 16,-4 19 6-16,4-10-3 0,0-9-3 0,0 13 3 0,0-13-6 15,4 17 5-15,-1-12-6 0,-3-5 3 0,6 9-5 16,2-5 6-16,-2-3-5 0,3-1 4 0,2 0-15 16,-11 0 11-16,15-4-6 0,-5 0 7 0,-4 0-1 15,3-3-3-15,-1 2 0 0,-2-3 0 0,1 1 1 16,0 0-1-16,-2-2 0 0,2 0 3 15,-3-2-3-15,0 2 4 0,1 0 5 0,0 0-5 16,-1 3 4-16,-2 1 1 0,1-1 5 0,-3 6-5 0,4-9 2 16,-4 9-13-16,3-4 2 0,-3 4-2 0,0 0-1 15,0 0-2-15,0 0 2 0,0 0 3 0,0 21 2 16,-1-11 7-16,1 0 3 0,-1 1-2 0,0-1 3 16,-1 2-5-16,2 0 3 0,2-2-4 15,-4 1 2-15,4-2-3 0,-4-1 1 0,4-1-1 16,0-2-5-16,-1 3 5 0,3-3-1 0,1-1-3 0,2-1 1 15,-1 2 3-15,2-5 1 0,2 1-4 0,0-2 0 16,-10 1-1-16,18-5 1 0,-6 1-3 16,-3 1 4-16,-2-2-5 0,3-1 1 0,-4 0 0 15,0-1 0-15,-1-2 1 0,2 1-6 0,-2-2 1 16,1 0 2-16,-1-1 3 0,0-2-6 0,-2 2-4 16,1-1 6-16,-2 1-6 0,1 0 9 0,-1 1 25 15,1 1-2-15,-3 9-10 0,0-15 4 0,0 15-5 16,0-10 0-16,0 10 1 0,1-11-4 0,-1 11-3 0,0 0-7 15,0 0 6-15,0 0-11 0,0-12 4 16,0 12-2-16,0 0-2 0,0 0 5 0,0 0-8 16,0 0 1-16,0 0 2 0,0 0-2 0,0 0 4 15,0 0 1-15,0 0-3 0,14 0 5 0,-14 0-8 16,0 0 4-16,18 2 2 0,-18-2-1 0,0 0-1 16,17 3 0-16,-17-3-1 0,9 1-2 0,-9-1 5 15,10 6-5-15,-10-6 1 0,8 9-3 0,-5-5 0 16,-3-4 1-16,7 11-3 0,-5-4 8 0,-2-7-4 15,7 16 5-15,-7-7-3 0,2 2 2 0,-2-11-4 16,3 19 2-16,-2-9 2 0,-1-10-2 0,4 14 3 16,-3-9-5-16,-1-5 5 0,5 14 2 0,-5-14-5 15,6 11 6-15,-6-11-5 0,7 9 6 0,-7-9-5 16,6 5 2-16,-6-5 1 0,11 3 1 0,-11-3-3 16,0 0-3-16,0 0 5 0,15-4 2 0,-15 4-3 15,8-7-1-15,-8 7 3 0,0 0-3 0,6-14 0 16,-3 7-3-16,-3 7 3 0,4-15 1 0,-1 5-1 15,1 3-2-15,-1-5-1 0,-3 12 0 0,5-11-1 16,-5 11-2-16,4-13-3 0,-1 8 5 0,-3 5-2 16,7-9-2-16,-7 9-1 0,6-5 0 0,-6 5-1 15,0 0-2-15,16-4 3 0,-16 4-2 0,0 0 4 16,0 0 0-16,17 6-1 0,-17-6 0 16,8 9 3-16,-8-9 2 0,8 13-3 0,-7-5 3 15,3-1-4-15,-4-7 2 0,4 16 0 0,-2-9 0 0,-2-7-2 16,9 12 4-16,-9-12 0 0,11 9 2 0,-11-9-2 15,9 11 5-15,-9-11 0 0,12 4-3 16,-12-4 2-16,12 3 0 0,-12-3-1 0,16 0 2 16,-16 0 0-16,13-7-1 0,-13 7 3 0,14-6-2 15,-10 2-4-15,-4 4 3 0,12-12-5 0,-10 6 5 16,2-2-9-16,-4 8 11 0,3-17-1 0,-3 17-8 16,0-13 6-16,0 13 5 0,-3-13-1 0,3 13 4 15,0 0-4-15,-1-13-4 0,1 13-3 0,0 0-3 0,0 0 1 16,-12-1 1-16,12 1-7 0,0 0-22 15,-23 15-18-15,23-15-33 0,-15 10-11 0,6-2-28 16,1 0-22-16,8-8-21 0,-6 13-14 0,6-13 0 16,-2 14 5-16,2-14 10 0,0 0 13 0,13 18 18 15,-4-14 25-15,3-1 22 0,-1 1 27 0,-11-4 21 16,21 6 26-16,-21-6 18 0,19-2 23 0,-19 2 12 16,0 0 12-16,20-5 2 0,-20 5 5 0,13-6-5 15,-13 6 4-15,9-7 5 0,-4 2 2 0,-5 5 5 16,10-7 4-16,-5 3-8 0,-5 4-4 0,9-10-4 15,-2 5 2-15,-1-1-1 0,3 0 8 0,-3 1-2 16,-6 5-2-16,12-8-4 0,-12 8-7 0,7-5-1 16,-7 5-10-16,10-3-4 0,-10 3-5 0,0 0-2 15,0 0 0-15,0 0-2 0</inkml:trace>
  <inkml:trace contextRef="#ctx0" brushRef="#br0" timeOffset="-53543.95">32544 3570 1200 0,'8'-10'-12'16,"-1"-1"10"-16,0 0 0 0</inkml:trace>
  <inkml:trace contextRef="#ctx0" brushRef="#br0">32642 3479 1961 0,'-3'13'251'0,"1"4"-482"0,-2 1 294 16,-1 0-227-16,0-1-272 0,1 0 440 0,-1 2-353 15,3-3-52-15,-2 0-40 0</inkml:trace>
  <inkml:trace contextRef="#ctx0" brushRef="#br0" timeOffset="-53289.7">32580 3641 987 0,'3'-11'34'0,"-1"4"-81"0,2 1 62 0,-1 2-62 15,0 0 18-15,-1 2 0 0,2 1 2 0,0-3 14 16,-1 2-9-16,3-2-23 0,-1 1-85 0,-5 3-141 16,6-8 64-16</inkml:trace>
  <inkml:trace contextRef="#ctx0" brushRef="#br0" timeOffset="-52510.13">32421 3469 22 0,'1'-7'142'0,"-1"7"-1"15,4-11 1-15,-3 6-13 0,-1 5-7 0,3-13-8 16,-1 5-13-16,1 3-6 0,-1-2-7 0,0-1-4 16,-2 8-8-16,3-10-3 0,1 2-9 0,-4 8-15 15,3-7 9-15,-1 2-1 0,-2 5-10 0,0 0 1 16,0 0-2-16,0 0-2 0,5-12-12 0,-5 12 1 0,0 0-5 15,0 0-3-15,0 0-1 0,0 0-9 16,0 0 0-16,0 0-1 0,0 0-3 0,9 21 4 16,-7-11-7-16,-1 1 4 0,-1 5-7 0,1-2 3 15,1 3 3-15,-4 1-4 0,1-3-1 0,1 5 1 16,-1-5-1-16,-1 3 0 0,5 0 0 0,-3-2-1 16,-1-3 1-16,2 4-4 0,-1 0-30 0,1 0-31 15,-1-2-36-15,-1 0-52 0,1 1-140 0,-4-6-311 16,4-10 138-16</inkml:trace>
  <inkml:trace contextRef="#ctx0" brushRef="#br0" timeOffset="-52339.59">32367 3584 1616 0,'0'0'10'0,"5"-13"-41"0,-5 13 27 15,4-9-3-15,1 3-6 0,-5 6 10 0,13-4-5 0,-3 1 13 16,3 3-8-16,3-3-2 0,3 2 2 15,-2-1-18-15,-2 2-27 0,2 0-19 0,2 2-34 16,-6-1-119-16,1 0-238 0,-4 0 105 16</inkml:trace>
  <inkml:trace contextRef="#ctx0" brushRef="#br0" timeOffset="-51976.59">30861 4224 164 0,'0'0'156'0,"0"0"-13"16,0 0-5-16,0 0-5 0,0 0-6 0,58-4-6 15,7 1-11-15,36-7-8 0,5 3-7 0,4 0-13 16,3 2-10-16,1-2-1 0,-1-1-7 0,-4 5-7 16,-6-4-12-16,-7 3 6 0,-32 1-9 0,2 0-3 15,-3 5-9-15,-4-5-5 0,-8-1-8 0,-10 2-22 16,-7-1 0-16,-2 0-22 0,-5 3-23 0,-9 0-24 15,0 0-35-15,-7 0-28 0,-4 0-11 0,-7 0-74 16,0 0-240-16,0 0 107 0</inkml:trace>
  <inkml:trace contextRef="#ctx0" brushRef="#br0" timeOffset="-51301.9">30814 4541 156 0,'0'0'204'0,"0"0"-18"0,0 0-22 0,-13-5-13 16,13 5-10-16,0 0-23 0,0 0-7 0,0 0-16 16,0 0-8-16,29-16-9 0,-17 14-7 0,2-2-8 15,-14 4-17-15,23-6 3 0,-12 5-2 0,-11 1-8 16,12-4 2-16,-12 4-11 0,0 0-1 0,14-5 0 16,-14 5-6-16,0 0 0 0,0 0 6 0,12-2-12 15,-12 2-2-15,0 0-1 0,0 0 2 0,0 0-5 16,0 0-4-16,0 0 2 0,0 0-5 15,0 0 6-15,0 0-4 0,0 0-2 0,0 0 0 16,0 0-3-16,0 0-4 0,0 0-6 0,0 0 10 16,0 0-8-16,0 0 3 0,0 0-2 0,0 0 4 0,13 11 0 15,-13-11 0-15,2 13 2 0,-2-13 0 0,3 19 0 16,-2-9-1-16,-1-10 0 0,3 23 4 16,-2-13-6-16,-1-10 5 0,1 19-2 0,-1-19 1 15,4 17 1-15,-4-17-2 0,1 13-1 0,-1-13 3 16,2 11-1-16,-2-11 3 0,0 0-1 0,2 13-2 15,-2-13 0-15,0 0 3 0,0 0-3 0,0 0 8 16,0 0 7-16,0 0 3 0,0 0 4 0,0 0 4 16,2 15-1-16,-2-15 3 0,0 0-4 0,0 0-1 15,0 0-4-15,0 0 0 0,0 0-3 0,0 0-2 16,0 0-5-16,0 0 1 0,0 0-6 0,0 0 1 16,0 0-2-16,0 0 1 0,2 13 0 0,-2-13-4 15,0 0 4-15,6 15 1 0,-6-15-2 0,4 12-5 16,-4-12 1-16,4 11-1 0,-4-11 5 0,5 10-2 15,-5-10-2-15,4 10-3 0,-4-10-5 0,0 0-6 16,6 15-14-16,-6-15-16 0,0 0-17 0,4 14-9 16,-4-14-30-16,0 0 2 0,0 0-16 15,-2 14-15-15,2-14-7 0,0 0-10 0,0 0-1 16,-8 12-79-16,8-12-243 0,0 0 108 0</inkml:trace>
  <inkml:trace contextRef="#ctx0" brushRef="#br0" timeOffset="-51082.89">30978 4802 614 0,'-8'7'-49'0,"8"-7"22"15,0 0 23-15,0 0 26 0,0 0 16 0,-20-1 6 16,20 1 10-16,0 0 9 0,-22-9-1 0,22 9-3 0,-18-6 12 15,5 2 4-15,0 3-5 0,13 1 3 0,-24-5 1 16,14 3-3-16,10 2 5 0,-22-3-10 0,22 3-3 16,-13-4-13-16,13 4 1 0,0 0-6 15,-15-2 0-15,15 2-2 0,0 0-8 0,0 0-3 16,-11-3-4-16,11 3 0 0,0 0 1 0,0 0-5 16,0 0 1-16,0 0-2 0,37 13-9 0,-17-10 4 15,7 1-5-15,1-2-13 0,2-1-17 0,-1 2-13 16,-1-2 0-16,-1-1-25 0,1 0-5 0,-9 3-16 15,-1-3-8-15,2 1-15 0,-3-1-4 0,0 0-4 16,-3 0-1-16,-14 0 3 0,25-2-2 0,-13-1 4 16,-12 3-53-16,19-4-169 0,-19 4 75 0</inkml:trace>
  <inkml:trace contextRef="#ctx0" brushRef="#br0" timeOffset="-50860.71">31228 4782 470 0,'11'-7'-26'0,"-11"7"16"16,7-8 12-16,-7 8 13 0,6-11 15 0,-6 11 26 16,3-15 5-16,-3 15 1 0,3-16 15 0,-3 16-4 15,1-19 11-15,-1 19 2 0,0-15 6 0,0 15 7 16,-1-18-1-16,1 18-5 0,2-13-2 0,-2 13-2 15,0 0 7-15,0 0-3 0,-1-19-8 0,1 19-9 16,0 0-8-16,0 0-15 0,0 0-2 0,-1-14-5 16,1 14-10-16,0 0-2 0,0 0-6 15,0 0 2-15,0 0-4 0,1 50-1 0,0-34-3 16,-1 5-3-16,-2-2-1 0,0 5 3 0,1 2-6 16,0-2 0-16,-2-4 1 0,2-3-5 0,1 2-10 15,-1-3-9-15,1-2-19 0,-3 2-14 0,3-16-7 0,-1 22-14 16,1-22-22-16,-3 12-24 0,3-12-32 15,0 0-29-15,0 14-121 0,0-14-315 0,0 0 140 16</inkml:trace>
  <inkml:trace contextRef="#ctx0" brushRef="#br0" timeOffset="-50634.68">31282 4616 41 0,'5'-20'155'0,"-5"20"-16"0,0 0-12 0,13-8-2 16,-13 8-15-16,0 0-10 0,14-3-5 16,-14 3-13-16,0 0-9 0,0 0-10 0,0 0 1 15,15 12-14-15,-15-12 0 0,0 0-4 0,2 19-5 0,-2-19 1 16,-7 22-4-16,2-13-2 0,-2 1-9 16,-4 3 3-16,1 0-12 0,-2 0-20 0,0-2-26 0,3-1-21 15,0 0-34-15,0-3-35 0,1 0-94 0,8-7-230 16,-13 9 101-16</inkml:trace>
  <inkml:trace contextRef="#ctx0" brushRef="#br0" timeOffset="-49270.54">31789 4543 165 0,'0'0'178'0,"2"-9"-7"0,-2 9-7 0,0 0-14 15,2-6 4-15,-2 6-7 0,0 0-4 0,0 0-8 16,0 0-5-16,0 0-7 0,0-8-16 0,0 8-8 16,0 0-9-16,0 0-11 0,0 0-5 0,0 0-9 15,0 0-6-15,0 0-9 0,0 0-7 0,0 0-8 16,0 0 0-16,-15 17-7 0,8-10-2 0,-3 6-2 15,4-4-4-15,-2 7 3 0,2-1-5 0,-1-4-1 16,2 4-2-16,1 1-1 0,3-4-5 0,2 1-3 16,1-1-12-16,3-1 1 0,-4 0-10 0,7-2 0 15,-1-1-7-15,4 0-9 0,0-2-4 0,2-1-3 16,-2-2-1-16,3 0-1 0,-1-2 0 0,5-1 2 16,-5-3 1-16,2 2 6 0,2-2 5 0,-4-3-2 15,2-1 8-15,-2 1 0 0,-2 1-2 0,-2-1 6 16,1-2 8-16,-2 0 0 0,1-1-3 0,-1 3 16 15,-1-3 11-15,-2 2 8 0,-1 1 0 0,-1 0 2 16,-1 0 4-16,-2 6-3 0,6-7 3 0,-4 2-5 16,-2 5-5-16,0 0-3 0,4-7-6 0,-4 7 2 15,0 0-6-15,0 0-3 0,0 0-1 0,0 0 2 16,0 0-1-16,0 0 2 0,0 0-3 0,0 0 0 16,8 20 0-16,-6-15-1 0,-1 2 4 0,5 0 1 15,-3-2 0-15,1 1-3 0,3-1 3 0,0-1-4 16,2 2 1-16,-1-6-3 0,3 3-3 0,-2-3-4 15,-1 0 2-15,5-1-1 0,-13 1 5 0,15-6-2 16,-3 2 2-16,-6 0-5 0,2-3 6 16,-3 1 1-16,1 1-5 0,2-5 3 0,-3 2-6 15,0-1 8-15,0-1-1 0,0 2-3 0,-1-4 5 16,-4 12 5-16,5-13 0 0,-5 13 6 0,4-12 0 0,-4 12 1 16,1-9-8-16,-1 9 2 0,0 0-9 0,0 0 2 15,4-9-4-15,-4 9 2 0,0 0-3 0,0 0 2 16,0 0-2-16,0 0 0 0,0 0 1 15,0 0 2-15,-2 34-1 0,7-22 3 0,-5-3 0 16,0 1 2-16,1-2-4 0,-1-8 2 0,6 15-2 16,0-6 2-16,-4-4-1 0,4 2 5 0,-1-5-1 15,1 2-1-15,-1 0-4 0,-5-4-1 0,11 2 1 16,-11-2 3-16,13-2-3 0,-13 2 2 0,12-8-4 16,-6 3 2-16,0 1 1 0,-2-2-3 0,0 1 6 15,1-3-5-15,2 0 2 0,-2-2-3 0,0 0 5 16,-3 1-2-16,1-1-3 0,-1-1 1 0,1 1-3 15,0 0 6-15,-1 1-2 0,2 4-3 0,-1-3 4 16,-3 8-2-16,3-10 0 0,-3 10-5 0,4-5-1 16,-4 5-2-16,0 0 1 0,6-5 1 0,-6 5 1 15,0 0-1-15,0 0 3 0,13 3-4 0,-13-3 3 16,9 9-1-16,-1-1 2 0,-4-3-1 0,2 2-2 16,-1 0 4-16,0-1-1 0,3 1 2 0,-2 3 0 15,1-3 4-15,-3-2-3 0,1 0 2 0,1-1-3 16,-6-4 4-16,8 8-2 0,-3-3 3 0,1-3-2 15,-6-2-2-15,8 4 4 0,-8-4 0 0,8 3 2 16,-8-3-1-16,0 0-7 0,0 0 6 0,0 0-3 16,12-9 3-16,-9 4-2 0,-3 5 1 0,4-12-6 15,-3 6 8-15,-1 6-3 0,5-12-1 0,-2 5-3 16,-2 1 4-16,-1 6-4 0,5-9 4 0,-5 9-3 16,4-8 0-16,-4 8-3 0,4-6 2 0,-4 6-3 15,0 0 0-15,0 0 0 0,0 0 0 0,6-2-2 16,-6 2 0-16,0 0 3 0,10 8-1 0,-6-4-1 15,-1 3 4-15,1-3-1 0,0 1 4 0,1 0 1 16,-5-5-9-16,11 9 5 0,-6-5-1 0,0 1 1 16,0-1-4-16,1-2-1 0,1-1 7 15,2 2-3-15,1-3 3 0,-1 2-4 0,3-4 0 16,-12 2 2-16,0 0-2 0,0 0 2 0,0 0-7 16,0 0 6-16,0 0-4 0,56-20 2 0,-56 20 3 15,0 0-4-15,0 0 8 0,17-25-4 0,-17 25 3 16,0 0-4-16,0 0 5 0,0 0-3 0,14-25 5 15,-14 25-6-15,0 0 6 0,0 0-3 0,0 0-7 16,0 0 0-16,0 0-1 0,0 0 5 0,0 0 0 16,0 0-13-16,0 0 12 0,0 0 1 0,0 0-1 15,0 0-3-15,0 0 8 0,0 0-13 0,0 0-14 16,0 0-2-16,0 0-10 0,0 0-8 0,0 0-6 16,0 0-24-16,0 0-22 0,0 0-22 0,0 0-22 15,0 0-108-15,0 0-272 0,61 17 121 0</inkml:trace>
  <inkml:trace contextRef="#ctx0" brushRef="#br0" timeOffset="-49069.09">32985 4404 127 0,'0'0'134'0,"0"0"3"0,0 0-15 0,0 0-7 16,23-34-17-16,-23 34-8 0,0 0-7 0,0 0-12 15,0 0-15-15,0 0 0 0,0 0-5 0,0 0 8 16,0 0-4-16,0 0 1 0,0 0-6 15,0 0-6-15,0 0-7 0,0 0 4 0,-10 93-6 16,10-93 0-16,0 0-6 0,-3 47-12 0,3-47-17 0,-6 33-33 16,6-33-20-16,0 0-35 0,0 0-30 0,-2 36-100 15,2-36-236-15,0 0 104 0</inkml:trace>
  <inkml:trace contextRef="#ctx0" brushRef="#br0" timeOffset="-48960.99">33058 4528 2 0,'0'0'-1'0</inkml:trace>
  <inkml:trace contextRef="#ctx0" brushRef="#br0" timeOffset="-47871.56">26551 4243 68 0,'0'0'96'0,"0"0"-1"0,0 0-14 0,43 8 10 16,-12-8-13-16,3 2-4 0,19 0-1 0,1-2-1 16,1-2-4-16,5 2-1 0,-1 0 2 0,6-3-3 15,-3 0 1-15,4 2-7 0,1-3-3 0,-4 1 2 16,-2 1 5-16,-1-1 5 0,-4 1-6 0,-2 0 1 15,-16-1-3-15,1 3-3 0,-2-4 1 0,-5 2-7 16,-5 0 2-16,-7 0-6 0,-7 2-3 0,-1 0-3 16,-1 0 3-16,-4 0 0 0,-7 0 2 0,13 0 23 15,-13 0 0-15,9 0-5 0,-9 0-7 0,0 0-5 16,9 0-6-16,-9 0-4 0,0 0-3 0,0 0-6 16,0 0-20-16,0 0-26 0,0 0-23 0,0 0-20 15,0 0-18-15,-42-2-17 0,24 4-22 0,-4 0-16 16,1 2-16-16,1 0-15 0,-2-1-132 0,-7 1-314 15,-5 3 138-15</inkml:trace>
  <inkml:trace contextRef="#ctx0" brushRef="#br0" timeOffset="-47696.71">26946 4334 34 0,'0'0'150'0,"0"0"-19"0,0 0-6 16,0 0-8-16,57 3-3 0,-24-7-9 0,19 3-6 15,-1-4-17-15,3 1 2 0,3 1-13 0,-1-1-14 16,-1-1-30-16,-5 0-24 0,-10 1-32 16,-3 1-29-16,1 1-12 0,-4 0-33 0,-3-2-54 0,-4 0-170 15,-5-1 76-15</inkml:trace>
  <inkml:trace contextRef="#ctx0" brushRef="#br0" timeOffset="-46231.82">26189 3921 51 0,'-9'-32'95'0,"3"-4"8"16,1 3-6-16,-4-11-10 0,5 8-3 0,5 1-6 15,-1-10-2-15,0 9 4 0,6 0-12 0,1-14-1 16,3 0-7-16,6 4-4 0,-5 2-8 0,8-1-7 15,0 2-1-15,6 0-2 0,4-1-7 0,3 2-9 16,6 0 2-16,3 1 0 0,5 3-5 0,6 2 4 16,24-14-8-16,3 9 3 0,-1 3 3 0,4 2-29 15,-22 11-5-15,35-10 6 0,-3 5 5 0,0-1-3 16,-4 4-6-16,4 3 2 0,2-1 3 0,0 0-1 16,-2 7 7-16,-4-1-10 0,8 0 4 0,1-2 5 15,4 6-13-15,2-4 9 0,3 3 3 0,6 2-12 16,-2 2 6-16,2-6 2 0,-6 4 1 0,8 1-5 15,-2 1 1-15,2-1-3 0,-2 0-5 0,2 3 15 16,-6 0 1-16,-1 2-4 0,5-3-2 0,0 5 11 16,-1 2-8-16,3-2 2 0,1-6 4 0,-6 9 1 15,-1 3-2-15,0 2-5 0,0-4 5 0,0 6 2 16,-4-1-9-16,2 4 9 0,-4-4-11 0,3 4 10 16,-4-3-8-16,4 2 8 0,-7 2-4 15,2 2 7-15,-7-2-7 0,2 1 3 0,-1 6 0 0,-2-1 22 16,-1-1 5-16,-4 7-1 0,-24-13-19 0,25 9 17 15,-32-4-2-15,8 0 0 0,-4-1-9 0,1 1 2 16,3 3-1-16,-4 0-4 0,3 1-2 0,-6 4-30 16,0-1-1-16,-4 2-3 0,0-2 8 15,-2 3-4-15,-1-3-1 0,-4 0 14 0,-11-3-7 16,0 0 2-16,0 0-7 0,-3 0 17 0,-4 2-16 0,1-1 10 16,-2 0 1-16,-4 1-1 0,0 0 3 15,-4 0-7-15,-19-18 8 0,28 37-6 0,-15-23 4 16,0 10 3-16,0-1-2 0,-13-23 5 0,19 47 0 0,-9-20 2 15,0-1 8-15,-1 0-2 0,-1 3-5 16,2 0-1-16,0 0 0 0,-1 4-1 0,-1 0-2 16,3 1 4-16,-2 1-1 0,1 9 6 0,-3-11-7 15,-1 2 4-15,1-1-6 0,-4 1 1 0,1 10-1 16,-2-11 3-16,-4 11 0 0,1 2-2 0,1-11 5 16,-3 9-7-16,0 0 11 0,3-9-8 0,-3 12 4 15,-1 1-1-15,2-1 5 0,0-1-1 16,1-1-8-16,2-11 5 0,-3 15 1 0,2-15 2 0,0 1 3 15,-4 11-6-15,3-12 4 0,-2 11 0 0,-1-11-2 16,2-2-2-16,-2 0 3 0,0 0 0 0,0 14-8 16,0-12-3-16,-1 0 13 0,-1-2-1 0,-2 2-2 15,-1 10 0-15,-1-11-1 0,1 1 4 0,-2-3-6 16,0 3-1-16,-1-2-4 0,-7 10 3 0,4-10 5 16,4-2 1-16,-4 1-5 0,0 1-4 0,-4-2 9 15,3-2-3-15,-4 3-6 0,-1-2 12 0,0 1-8 16,-9 8 12-16,-5-3-7 0,-3 0-1 0,2 0-6 15,-6-3 1-15,-3-3 3 0,-1-3 3 16,1 2-8-16,-2 1 13 0,-3-3-6 0,2 0 7 16,-1-2-7-16,2 2 6 0,2-1-8 0,-5-3 1 15,4 2 5-15,-7-4 4 0,0 0-5 0,-3 0 1 0,3-4 4 16,-5 1 2-16,-6-4-9 0,1-1 6 0,-26 4-6 16,26-8 10-16,-3 0 2 0,-24-4-1 0,25 0 8 15,-28-5-12-15,-3-6 6 0,-2 0 1 16,0-1 3-16,-4 0-5 0,-4-2 4 0,1-1-5 15,-3-2-3-15,2-2 5 0,-6 3 4 0,1 0-2 16,-1-3 1-16,7 1-6 0,2 1 2 0,-2-4-4 16,6 2 3-16,-7 2-6 0,-1-1 2 0,-2-1-4 15,2-1-3-15,-4 1 3 0,1 0-5 0,-4 3-2 16,6-2 0-16,-1 0 2 0,-5-2-4 0,-1 4 0 16,-1-1-6-16,-7 1 0 0,5 5-10 0,0-4-1 15,-1 2-9-15,2 0-3 0,6 5-4 0,-2-3 3 16,8 1-7-16,8-5-7 0,31 3-11 0,3 1-9 15,1-2-26-15,5-5-30 0,0 2-115 16,7-2-252-16,14 1 111 0</inkml:trace>
  <inkml:trace contextRef="#ctx0" brushRef="#br0" timeOffset="-45392.37">26291 3504 10 0,'-14'10'63'0,"-1"1"-6"16,0 3 7-16,-6 6-11 0,2 2-4 0,-1-1-1 16,-2 4-1-16,1-2 1 0,-1 4-6 0,4-2-5 15,0 3-6-15,0 2 11 0,3 2-8 0,2-1 5 16,-4 12 1-16,8-11-7 0,-2 2-1 0,4 0 8 16,-2 14-15-16,5-2 3 0,2-10-4 0,4 11-3 15,2-1 1-15,1-1-1 0,1 3 1 0,1-15 0 16,5 12 4-16,-2 4-9 0,1-5 1 0,1 5 2 15,5-5 7-15,0 2 2 0,3-4 7 0,0 2 0 16,3-1 6-16,-1-1-1 0,6 0-6 0,1-1-1 16,2 0-4-16,-2-1 6 0,5-1-1 0,2-3-1 15,2-1-4-15,-2 1 1 0,7 0-3 0,3-4 6 16,-3-1-4-16,4 1-2 0,5-2 4 0,-1 0-4 16,1-1 1-16,5 1 1 0,1-3-5 0,1-5-3 15,4 1 6-15,-3-1-7 0,32 4 2 0,-31-9-3 16,2 0 4-16,27 2-1 0,-25-6-2 15,25 5 2-15,-27-7 0 0,-1 0 0 0,-3-1-3 0,6 1-3 16,-4 1 2-16,-1 1-2 0,1-4-4 0,0 1 0 16,-1 4-3-16,3-5 2 0,-2 2-2 0,0-3-4 15,1-1-4-15,-1-3-6 0,-3 1-4 0,0-3-9 16,0 1-8-16,-6-3-10 0,-1 0-12 16,-12-1-21-16,0-3-17 0,12 2-24 0,-12 1-19 0,-5-4-19 15,0 0-109-15,-5-1-276 0,-2 1 122 16</inkml:trace>
  <inkml:trace contextRef="#ctx0" brushRef="#br0" timeOffset="-44284.03">32539 3980 11 0,'0'0'116'0,"0"0"-25"0,0 0 0 0,0 0-16 0,0 0-12 16,0 0-9-16,0 0-26 0,0 11-19 0,0-11-30 16,0 0-66-16,-14 19-93 0,8-12 42 0</inkml:trace>
  <inkml:trace contextRef="#ctx0" brushRef="#br0" timeOffset="-43176.89">31034 3688 12 0,'0'0'92'0,"0"0"-1"0,0 0-10 0,0 0-2 16,0 0-9-16,0 0 5 0,0 0-1 0,0 0-8 16,-14-15-15-16,14 15 7 0,0 0 0 0,0 0-13 15,0 0 5-15,0 0 2 0,-6-5-12 0,6 5-7 16,0 0-5-16,0 0 4 0,-8-5-10 0,8 5-6 16,0 0-10-16,-8-6-6 0,8 6-5 0,-10-1-4 15,10 1 9-15,0 0-2 0,-17-3-1 16,9 0-4-16,8 3 11 0,-13-3-15 0,13 3 5 0,-16-3-3 15,16 3 9-15,-12-2-5 0,5 2-1 0,7 0 5 16,-13-4-1-16,8 3-1 0,5 1 1 0,-10-3-4 16,5-1 7-16,5 4-5 0,-9-2 19 0,9 2-9 15,-6-4 2-15,6 4 0 0,-7-4 2 0,7 4 6 16,0 0 0-16,0 0 0 0,-5-5-3 0,5 5-3 16,0 0-7-16,0 0 7 0,0 0 0 15,0 0-1-15,0 0 0 0,23 0-5 0,-23 0 0 16,15 4-4-16,-4-3 2 0,-3 2 0 0,0-2-1 0,0 2-9 15,-2 0 4-15,1 0 5 0,-2 2-8 0,-1 0 4 16,-2 1 2-16,-2-6 6 0,0 0-10 16,0 20 9-16,-5-9 3 0,-1-2-17 0,-4 4-4 15,-2 2-14-15,-1-2-22 0,-5-1-20 0,-3 5-15 16,0 0-76-16,-1-1-172 0,-1-1 77 0</inkml:trace>
  <inkml:trace contextRef="#ctx0" brushRef="#br0" timeOffset="-42191.37">26310 6097 143 0,'2'-11'160'0,"-2"11"-11"0,-2-8-12 16,2 8-6-16,-4-8-12 0,4 8-10 16,-7-10-5-16,1 5-3 0,-4 1-8 0,2 2 1 15,-1-2-6-15,2 3-13 0,-5 0-1 0,2 1-9 16,-1 3-6-16,-3 2-5 0,-1 4-5 0,1 1-7 15,0 2-2-15,0 2-3 0,-1 0-4 0,3 0-7 0,-1 0 2 16,3 2-8-16,0-1 0 0,3-2-1 0,3-2-4 16,-1 0 1-16,3-2-1 0,2 1-5 15,-2-2-1-15,2-1 4 0,0-7-1 0,4 13-4 16,-2-7 2-16,1 0 0 0,-3-6 2 0,6 7-2 0,-1-5 0 16,-5-2 1-16,9 2-3 0,-9-2 13 15,11-1 1-15,-2-2 0 0,1-2-3 0,-2-3 4 16,-3 1 5-16,4-1-3 0,0-3-2 0,4-1 0 15,-8-2 2-15,6-4 0 0,0-6-4 0,-2-1-4 16,3 0 3-16,-4 1-3 0,-3-2 1 0,3 1-1 0,-1 0-3 16,0-2 5-16,-2 2 2 0,1 1-2 0,-4 6 4 15,-2 3 6-15,3 3 7 0,-1 1-1 0,0 3 2 16,0 1-3-16,1 0 0 0,-3 7-8 16,0-9-1-16,0 9 3 0,0-8-14 0,0 8-5 15,0 0-1-15,0 0-4 0,0 0 1 0,0 0-3 0,0 0-1 16,5 25 5-16,-5-11-4 0,0 5 1 0,0-1 2 15,0 1 4-15,0 5-4 0,4-4-2 0,-4-1-22 16,7 8-15-16,-3-1-15 0,2-1-15 16,0-6-22-16,2 3-22 0,1-3-29 0,5-3-42 15,-7-2-32-15,1 1-152 0,-1-5-392 0,-3 1 174 0</inkml:trace>
  <inkml:trace contextRef="#ctx0" brushRef="#br0" timeOffset="-41966.12">26616 6089 14 0,'0'-11'177'0,"0"11"-17"15,-4-8-18-15,4 8-5 0,-7-6-9 0,7 6-8 16,-11-1-13-16,11 1-6 0,-14 3-1 16,14-3-7-16,-15 6-7 0,3 2-1 0,-1 3-11 15,1-3-2-15,1 4-8 0,2-2-10 0,3 2-3 0,-1-1-9 16,4 1-2-16,1-1-2 0,2 0-1 0,2 0-30 15,3 2-12-15,4-5-44 0,4 4-30 0,6-3-37 16,0-2-33-16,8 0-107 0,0-4-276 16,5-1 122-16</inkml:trace>
  <inkml:trace contextRef="#ctx0" brushRef="#br0" timeOffset="-40640.22">27267 6003 165 0,'0'0'172'0,"-4"-2"-21"0,4 2-13 0,0 0-15 16,-18 4-14-16,18-4-6 0,-16 8-4 0,5-2-12 16,-3 3-9-16,1 2-5 0,2 1-7 0,-1 0-10 15,0 2-1-15,0-2-10 0,3 1-1 0,4-2-6 16,-3 0 4-16,5 0-10 0,-2 0-3 0,3 3-2 0,4-1-5 15,0-3 6-15,4 0-8 0,0 2 1 0,1-4-9 16,4 1-17-16,1 0-9 0,-2-2-3 16,2-2 3-16,1 0-19 0,0-2 6 0,4 1-3 15,-4-2 4-15,1-2-2 0,-1 0 4 0,1-2-1 16,-3 0 7-16,2-1 2 0,-2-2 5 0,0 1 9 0,-2-3-8 16,1 1-5-16,-1-1 18 0,-3-2 4 15,2 2 15-15,-2-2 4 0,-1 1-5 0,-2-2 2 16,0 2-2-16,-1-3 8 0,2 3 10 0,-3 1 7 15,-1 7 1-15,2-10-6 0,-2 10 0 0,0-9-7 16,0 9-4-16,0 0-4 0,0-7-3 0,0 7-4 0,0 0-3 16,0 0-2-16,0 0-1 0,0 0-2 0,0 0-4 15,-11 23 6-15,9-17-2 0,-3 4-3 0,3 0-2 16,0-1-1-16,2 2 5 0,0-5-8 16,0 5 3-16,0-4-1 0,2 0-2 0,2-1 1 15,0 1 6-15,1 0 0 0,1-3-3 0,0 0 2 0,1-2-1 16,1 0-1-16,3 1 0 0,-1-5 0 0,-10 2-4 15,19-3 3-15,-13 1 1 0,0-3-2 0,3-2-5 16,-1 2 5-16,0-2-2 0,-1-2 5 0,-1 1-6 16,1-4 3-16,-1 2 3 0,1 0-6 15,-2-3 1-15,0 4-2 0,-1-1 9 0,2 3 9 0,-3 1 4 16,-2-1 4-16,-1 7 3 0,4-8-2 16,-4 8-6-16,6-9-2 0,-6 9-4 0,0-5-4 15,0 5 1-15,0 0-8 0,0 0 0 0,0 0-1 16,0 0 1-16,0 0-1 0,-6 26 0 0,2-14 2 0,0 0-2 15,2-1-2-15,-2 2 0 0,3-3-1 0,-1 2 0 16,1 0 7-16,1 0-3 0,0 0 0 0,1-3-1 16,1 1-2-16,-1-1 8 0,1-1-8 0,0-3-4 15,4 0 8-15,0 0 0 0,-2-1-3 16,5-2-4-16,0-2 4 0,4 1 2 0,-3-2-1 16,2-1 1-16,-2-3-6 0,3 2 3 0,-1-3-2 0,-1 1 2 15,-1-2-3-15,0-3 1 0,-1 1-2 0,0-1 4 16,2-2-2-16,-4-2 0 0,-1 2-1 0,1-3 2 15,-3 6 0-15,-1-4-3 0,2 2 1 0,-3 1 0 16,-2-1 1-16,2 3 3 0,-2 8 2 0,1-12 1 16,-1 12-2-16,-1-9 1 0,1 9-3 0,0-8 2 15,0 8-6-15,0 0 3 0,0 0-3 0,0 0 1 16,3-7-4-16,-3 7 2 0,0 0 0 0,0 0 1 16,0 0-1-16,0 0 1 0,0 0 3 0,0 0-3 15,0 0 2-15,17 7 2 0,-17-7 0 16,8 6-4-16,-6-2 2 0,-2-4-2 0,6 5 2 15,-2 1-2-15,-1-1 6 0,-1 0-6 0,-2-5 0 0,4 10-2 16,0-4 5-16,-2-2-2 0,-2-4 1 0,2 18-2 16,0-8 2-16,0-4-3 0,0 0-2 0,-1 3 6 15,0-3 0-15,2 3 2 0,-1-2-1 0,-2-1 3 16,2 2-2-16,2-3 0 0,-2 1-2 16,1-2 3-16,-3-4-1 0,7 8 1 0,-3-4 0 0,-1 0 1 15,-3-4-1-15,10 3 2 0,-5-1-2 0,-5-2 1 16,10 0 0-16,-10 0 0 0,12-2 1 0,-12 2 1 15,7-4 0-15,-1-1 0 0,-6 5-1 0,10-7-1 16,-6 0-2-16,-3 2 0 0,-1-5 2 16,4 2-3-16,-4 1-3 0,0-4 9 0,4 4-1 0,-4 7-5 15,2-13 0-15,-2 7-2 0,0 6-3 0,0 0 3 16,3-18-1-16,-3 18 3 0,2-11-5 0,-2 11-2 16,0 0-2-16,5-7 7 0,-5 7-3 0,7-3 3 15,-7 3-3-15,0 0-2 0,0 0-1 0,19 0 5 16,-19 0-4-16,14 6 1 0,-9-2-2 0,4 3 4 15,-5-1-1-15,4-1 1 0,-5 0-1 0,0 2 0 16,-1-1 2-16,2 1-2 0,0 1-1 0,-2-1 4 16,-1 2-3-16,3-2 4 0,-4-1-3 0,0-6 2 15,6 11-3-15,-4-8 2 0,0 5 1 0,-2-8-7 16,4 6 10-16,-4-6-1 0,4 5 0 0,-4-5 5 16,3 6-2-16,-3-6 1 0,0 0-1 0,11 0 2 15,-11 0-1-15,0 0 0 0,15-4 1 0,-10 1-5 16,2-1 2-16,1-1 2 0,-4-2-1 0,4 1 3 15,-4-3-2-15,-2 2-2 0,1-3 3 0,-1 1-2 16,1-1-1-16,-2 0 3 0,2 5 6 0,-3 5 5 16,1-14-8-16,-1 14 3 0,0-8-6 0,0 8 0 15,-5-8-5-15,5 8-1 0,0 0 1 0,0 0-5 16,0 0 4-16,-23 16-11 0,12-7-21 0,-2 4-23 16,1 2-32-16,-3-2-28 0,6 1-25 15,-1-1-32-15,5 2-25 0,-3-4-103 0,4 1-324 0,4-4 143 16</inkml:trace>
  <inkml:trace contextRef="#ctx0" brushRef="#br0" timeOffset="-40428.76">28167 6300 107 0,'4'-4'144'0,"0"-3"-7"16,2 0-9-16,1-1 1 0,2 1-22 0,-4-1 10 16,1-1 2-16,1 0-5 0,-1 2 6 0,2 1-5 15,-3 1 0-15,-1 0-10 0,-2-1-1 0,-2 6-13 16,8-6-12-16,-8 6-6 0,5-4-10 0,-5 4-5 15,0 0-9-15,0 0-6 0,0 0-6 0,12 7-2 16,-10-2-5-16,3 2 3 0,-4 0-6 0,2-1-4 16,-1 3-17-16,0-1-24 0,-1 0-23 0,-1 0-23 15,2-1-44-15,-2-7-35 0,0 15-46 0,0-15-103 16,-5 10-314-16,5-10 139 0</inkml:trace>
  <inkml:trace contextRef="#ctx0" brushRef="#br0" timeOffset="-40215.02">28458 6063 78 0,'2'-7'205'0,"1"2"-20"16,-3 5-6-16,6-7-27 0,-6 7-22 0,0 0-9 16,0 0-11-16,0 0-2 0,0 0 0 0,0 0 5 15,-2 33 0-15,-5-17-9 0,-1 7-7 0,1 2-11 16,-3 0-7-16,6-6-7 0,-3 0-9 0,5 0-4 15,-5 6-31-15,3-6-41 0,-1-2-19 0,4 1-41 16,2-2-50-16,-2-5-27 0,1 2-151 0,-1-4-324 16,1-3 144-16</inkml:trace>
  <inkml:trace contextRef="#ctx0" brushRef="#br0" timeOffset="-40071.92">28403 6245 36 0,'5'-3'115'0,"7"1"-12"16,-1-4-10-16,-2 4-4 0,3 1-21 0,0-2-29 16,-2 0-24-16,0 2-31 0,-2 0-75 0,-8 1-98 15,0 0 44-15</inkml:trace>
  <inkml:trace contextRef="#ctx0" brushRef="#br0" timeOffset="-39542.56">26781 6857 115 0,'-4'-19'208'0,"2"3"-17"15,0-2-13-15,2 0-13 0,0 2-9 0,-2 3 3 16,2 4 19-16,-2-1-2 0,-1 1-10 0,1 2-15 16,2 7-14-16,-2-8-18 0,2 8-17 0,0 0-12 15,-2-8-12-15,2 8-7 0,0 0-6 0,0 0-9 16,-18 19-4-16,7-5-2 0,2-1-8 0,1 0-4 16,2 1-5-16,-1-2-11 0,1-1-8 0,4 1-9 15,2-3-9-15,0-1-5 0,0 3-1 0,0-5 2 16,0-6 3-16,2 11-1 0,-2-11 4 0,8 4-1 15,-8-4 1-15,9 0 1 0,-9 0 1 0,14-7 0 16,-5 1-2-16,0 1 3 0,0-2 0 0,0 0-3 16,0-1 4-16,1 2-6 0,-4 2 3 0,3-4 1 15,-5 4-2-15,3-2 0 0,-2 3-3 0,-5 3-1 16,11-4-4-16,-11 4 3 0,0 0 2 0,11 5-3 0,-4 1-1 16,-3 1 2-16,1 9 2 0,-1-6 5 15,-2 8-2-15,-2 0 2 0,0 10 0 0,-4-4 1 0,2 1 1 16,-2-5-2-16,3-2 2 0,-3 1 1 0,-1-3-2 15,0 1-2-15,-3 1 7 0,-1-3 3 0,-1-4 4 16,0 3-2-16,-7 1 0 0,4-5 1 0,-2 1-2 16,-3 0-2-16,1-2 3 0,0-2-2 0,1 0-1 15,5-3-14-15,-2 0-22 0,3-1-31 16,2 0-48-16,8-3-54 0,-11-4-56 0,11 4-155 16,-6-8-403-16,6 2 178 0</inkml:trace>
  <inkml:trace contextRef="#ctx0" brushRef="#br0" timeOffset="-38666.36">27235 6791 219 0,'0'0'213'16,"1"-5"-22"-16,-1 5-19 0,0 0-16 0,0 0-17 16,0 0-13-16,0 0-6 0,-30 7-2 0,19 1-10 15,-7 0-6-15,3 5-12 0,-1-3-10 0,5-2-4 16,-2 5-13-16,-1-1-4 0,5 1-2 0,3-3-9 15,-2-1-5-15,4 1-6 0,3 1 1 0,0-4-6 16,1-1-2-16,0-6-4 0,4 13 2 0,1-8-3 16,0-1 0-16,5-2-1 0,-1-1-4 0,5 0 0 15,-3-2 0-15,3-1 1 0,-1-2 4 0,-2 0-1 16,3 0 2-16,-1 0 5 0,-3-2-2 0,1-1 1 16,-3 4 3-16,2-3-3 0,-4-1 6 0,1 0 2 15,-1 0-3-15,-1 0-3 0,-3 2-3 0,4-1 3 16,-6 6 5-16,4-10-6 0,-4 10-3 0,2-4 0 15,-2 4-4-15,0 0-5 0,4-6-3 0,-4 6-6 16,0 0 1-16,0 0-3 0,0 0-1 0,0 0-2 16,0 0 4-16,0 0-3 0,-10 28 0 0,6-22-3 15,2 2-1-15,2-8-2 0,0 16 1 0,0-11 1 16,0-5-1-16,2 12 1 0,4-6-2 0,-4-2 2 16,4-1 2-16,1 1 1 0,3-4-2 0,2 0-1 15,1-2 2-15,4 0-2 0,0 0-1 0,3-3 0 16,-3-2 1-16,-6 1 3 0,6 1-5 0,-1-1 0 0,-5 1 2 15,-3-4 4-15,1 5-5 0,-1-6 0 16,1 2 3-16,0 2-4 0,-6-5 2 0,1 4 3 16,0-3-1-16,-1 1-2 0,-1 1 2 0,0 3-1 15,0-2 0-15,-2 7 3 0,0-10-3 0,0 10-1 16,0 0 1-16,2-10-6 0,-2 10-3 0,0 0 4 16,0 0-4-16,0 0-1 0,0 0 0 0,0 0 3 15,0 0 1-15,0 0-1 0,-15 22 2 0,13-16-2 16,0 2-2-16,0 1 2 0,1 1 3 0,0-1-1 15,-2-1 3-15,3-8-3 0,3 14 2 0,-1-7-2 16,2 1 4-16,5-2 5 0,-1 1-8 0,2-2 4 16,1-1-2-16,3 0 0 0,-3-4 2 0,2 0-2 15,1 0 2-15,-1 0 3 0,3-3-4 0,-3 0 0 16,1-1 1-16,-3-1-4 0,-2-2 2 0,3 2 3 0,-6-1 0 16,3-2-5-16,0 0 5 0,0 2-1 0,-4-2-1 15,3 0 2-15,-2 3-3 0,-3-1 0 16,0 1 3-16,-3 5 6 0,7-8 1 0,-7 8-1 15,4-5 1-15,-4 5-6 0,0 0-6 0,0 0-3 16,0 0 4-16,0 0-1 0,0 0-1 0,0 0-3 0,0 0 4 16,0 0-2-16,0 0 4 0,0 0-5 0,0 0 8 15,-6 23-5-15,6-23 1 0,-3 6-1 16,3-6 1-16,0 0 1 0,0 10 2 0,0-10-1 16,0 0 2-16,5 7-6 0,-5-7 7 0,0 0-5 0,4 8 0 15,-4-8 2-15,6 1 0 0,-6-1-1 0,7 2 1 16,-7-2-2-16,0 0 1 0,8 4-3 15,-8-4-1-15,8 0 4 0,-8 0-2 0,7 6 3 0,-7-6-6 16,6 7 1-16,-2-4-1 0,-4-3-3 16,6 11-11-16,-4-7-8 0,1 1-11 0,0 1-19 0,-1 0-14 15,1 1-23-15,-3-7-25 0,4 9-20 0,-2-2-23 16,-2-7-26-16,3 7-21 0,-3-7-160 0,2 4-399 16,-2-4 177-16</inkml:trace>
  <inkml:trace contextRef="#ctx0" brushRef="#br0" timeOffset="-38489.66">27485 6699 233 0,'-4'-3'233'0,"4"3"-24"0,-9-5-26 0,9 5-35 15,-7-5-34-15,7 5-31 0,0 0-22 0,0 0-28 16,0 0-27-16,0 0-46 0,0 0-43 0,28-8-114 15,-9 4-214-15,12-7 96 0</inkml:trace>
  <inkml:trace contextRef="#ctx0" brushRef="#br0" timeOffset="-38116.72">28992 6137 194 0,'0'0'211'0,"-7"-4"-23"0,7 4-16 0,0 0-20 16,0 0-16-16,-7-4-16 0,7 4-10 0,0 0-17 15,0 0-2-15,0 0-12 0,28 3-29 0,-7-3-35 16,13 0-50-16,4-3-35 0,20 2-60 0,-7-6-100 15,4 0-248-15,-3-5 110 0</inkml:trace>
  <inkml:trace contextRef="#ctx0" brushRef="#br0" timeOffset="-35979.25">32355 5127 77 0,'0'0'76'0,"0"0"-1"0,0 0-8 0,0 0-4 15,0 0-8-15,0 0-1 0,0 0-8 0,0 0 14 16,0 0-11-16,0 0-15 0,0 0-10 16,0 0 1-16,0 0 4 0,0 0-4 0,0 0-8 15,3 5 1-15,-3-5-5 0,0 0 1 0,0 0-2 16,0 0 2-16,0 0 2 0,0 0-12 0,0 0 4 15,0 0-5-15,0 0 15 0,0 0-20 0,0 0 3 16,0 0-6-16,0 0 9 0,0 0 4 0,0 0-3 16,0 0 6-16,0 0 4 0,0 0-8 0,0 0 4 15,0 0-10-15,0 0 4 0,0 0-2 0,0 0 8 16,0 0-6-16,0 0 6 0,0 0-2 0,0 0 1 16,0 0 1-16,0 0-2 0,0 0 0 0,0 0-1 15,0 0-1-15,0 0-2 0,0 0-4 0,0 0 2 16,0 0 9-16,0 0-5 0,0 0-3 0,0 0 5 15,0 0-3-15,0 0-4 0,0 0 11 0,0 0-7 16,0 0 1-16,0 0 9 0,0 0-9 0,0 0 5 16,0 0-2-16,0 0 4 0,0 0 1 0,0 0-1 15,0 0-5-15,0 0 2 0,0 0 1 0,0 0 0 16,0 0 0-16,0 0-9 0,0 0 10 0,0 0 1 16,0 0-6-16,0 0 2 0,0 0-9 0,0 0 2 15,0 0-1-15,0 0 1 0,0 0 5 0,0 0-8 16,0 0-25-16,0 0-7 0,0 0-16 0,0 0-18 15,0 0-11-15,0 0-18 0,0 0-71 0,0 0-178 16,0 0 79-16</inkml:trace>
  <inkml:trace contextRef="#ctx0" brushRef="#br0" timeOffset="-25265.89">28966 4921 36 0,'0'0'48'16,"0"0"-3"-16,0 0-8 0,0 0-3 0,0 0-4 0,0 0-3 16,0 0 0-16,0 0-5 0,0 0-4 15,0 0-5-15,0 0 10 0,0 0-15 0,0 0 9 16,0 0-8-16,-2-10-2 0,2 10-6 0,0 0-4 16,0 0-5-16,0 0-9 0,0 0-1 0,0 0-2 15,0 0-7-15,0 0-25 0,0 0-56 0,0 0 25 16</inkml:trace>
  <inkml:trace contextRef="#ctx0" brushRef="#br0" timeOffset="-24291.77">27139 3725 11 0,'0'0'49'0,"0"0"-5"0,0 0 9 15,0-8-5-15,0 8-4 0,0 0-8 0,0 0 2 16,0-7-7-16,0 7-5 0,0 0 5 0,2-8-12 16,-2 8-5-16,0 0 5 0,0 0-1 0,3-7-3 15,-3 7-2-15,0 0-2 0,2-7 1 0,-2 7-1 16,0 0-6-16,0 0 6 0,0 0-3 16,0 0-7-16,0 0-2 0,0 0 13 0,0 0-7 15,0 0 2-15,0 0 4 0,0 0-4 0,0 0 0 0,0 0-2 16,0 0 0-16,0 0-3 0,0 0 5 0,0 0-3 15,0 0-5-15,0 0 0 0,0 0 6 16,-2-10 0-16,2 10-5 0,0 0 4 0,0 0 0 0,0 0-8 16,0 0 5-16,0 0 3 0,0 0-3 0,0 0-4 15,0 0 2-15,0 0 1 0,0 0-5 0,0 0 11 16,0 0-7-16,0 0 1 0,0 0 0 16,0 0 3-16,0 0-12 0,0 0 9 0,0 0 0 0,0 0-1 15,0 0 7-15,0 0-10 0,0 0 6 0,0 0 0 16,0 0-1-16,0 0 0 0,0 0 2 0,0 0-12 15,0 0 16-15,0 0-12 0,0 0 1 0,0 0 5 16,0 0 1-16,0 0-3 0,0 0 2 0,0 0-3 16,0 0 1-16,0 0 4 0,0 0-5 0,0 0 2 15,0 0-6-15,0 0 5 0,0 0-3 0,0 0 5 16,0 0 6-16,0 0-11 0,0 0 0 0,0 0 2 16,0 0 4-16,0 0-3 0,0 0 2 15,0 0-3-15,0 0-1 0,0 0 1 0,0 0-2 16,0 0 1-16,0 0 1 0,0 0-12 0,0 0-4 0,0 0 8 15,0 0-7-15,0 0-1 0,0 0-5 0,0 0-2 16,0 0 5-16,0 0 2 0,0 0-1 0,0 0 2 16,0 0 2-16,0 0 3 0,0 0-1 0,0 0-2 15,0 0-1-15,0 0 1 0,0 0-1 16,0 0-6-16,0 0-4 0,0 0 2 0,0 0-18 0,0 0-44 16,0 0 19-16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49:09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7958 10094 64 0,'0'0'69'0,"0"0"-3"0,0 0-3 16,0 0-12-16,0 0-4 0,0 0-30 0,0 0-3 16,0 0-13-16,0 0-13 0,0 0-18 0,0 0-29 15,0 0-63-15,0 0 28 0</inkml:trace>
  <inkml:trace contextRef="#ctx0" brushRef="#br0" timeOffset="307.86">8914 10062 13 0,'0'0'91'16,"0"0"-2"-16,0 0-15 0,0 0-2 0,7 2-4 16,-7-2-12-16,0 0-6 0,0 0-5 0,0 0-2 15,0 0-6-15,0 0-3 0,0 0-19 0,0 0-1 16,0 0 11-16,0 0-1 0,0 0-20 0,0 0-6 15,0 0-4-15,0 0-11 0,0 0-5 0,5 4-10 16,-5-4-10-16,0 0-9 0,0 0-46 0,0 0-106 16,-1 11 47-16</inkml:trace>
  <inkml:trace contextRef="#ctx0" brushRef="#br0" timeOffset="6658.99">18082 10429 5 0,'0'0'68'0,"0"0"-2"0,0 0-6 15,0 0-6-15,0 0 3 0,0 0-10 0,0 0-5 16,0 0-11-16,0 0-3 0,0 0 4 0,0 0-2 16,0 0 1-16,0 0-11 0,0 0 4 0,0 0-6 15,0 0-2-15,0 0-3 0,0 0 2 0,0 0 2 16,0 0-10-16,0 0 10 0,0 0-12 0,0 0 2 15,0 0 0-15,0 0-6 0,0 0 4 0,0 0-5 16,0 0 2-16,0 0 5 0,0 0-2 0,0 0 1 16,0 0 0-16,0 0 1 0,0 0 2 0,0 0-10 15,0 0 7-15,0 0-12 0,0 0 10 0,0 0-4 0,0 0 1 16,0 0-1-16,0 0-3 0,0 0-7 16,0 0-2-16,0 0-3 0,0 0 4 0,0 0-4 15,0 0-4-15,1 8-1 0,-1-8 0 0,0 0-2 16,0 0-9-16,0 0-5 0,0 0-2 0,0 0-13 15,0 0-27-15,0 0-84 0,0 0 37 0</inkml:trace>
  <inkml:trace contextRef="#ctx0" brushRef="#br0" timeOffset="11807.98">7316 11323 12 0,'8'7'-2'0,"-8"-7"-3"16,0 0 2-16</inkml:trace>
  <inkml:trace contextRef="#ctx0" brushRef="#br0" timeOffset="12116.85">8480 11172 65 0,'-16'-10'60'0,"16"10"-11"0,0 0-19 0,0 0-21 16,0 0-17-16,0 0-27 0,0 0-37 0,0 0 17 15</inkml:trace>
  <inkml:trace contextRef="#ctx0" brushRef="#br0" timeOffset="31054.02">12174 2947 31 0,'0'0'92'0,"-7"-4"2"0,7 4-3 15,0 0-8-15,-9-6-8 0,9 6 0 0,-6-3-11 16,6 3-2-16,-6-4-8 0,6 4 4 0,0 0-3 16,-6-3-7-16,6 3-4 0,0 0 1 0,0 0-1 15,0 0-12-15,-8-3-1 0,8 3 3 0,0 0-8 16,0 0 1-16,0 0-5 0,0 0 1 15,0 0-6-15,0 0 3 0,0 0-2 0,0 0-3 0,0 0-5 16,0 0 0-16,0 0 3 0,0 0-3 0,0 0 1 16,0 0-3-16,-12 1 0 0,12-1 2 0,-5 8-5 15,5-8 3-15,-8 6-5 0,6 1-5 0,-3 0 7 16,-1 0-11-16,1 3 7 0,-3 2 1 0,2 1 6 16,-4 3 0-16,1 0 13 0,1 3-5 0,-3 5-5 15,1 3 1-15,-3-3-4 0,0 0 4 16,-2 1-3-16,1-2 1 0,-2 1-1 0,1-2 1 0,0 1 2 15,1 0-3-15,0-1-6 0,2-6 10 0,2-1-4 16,-2 0 0-16,3-5-3 0,0-1-1 0,2 1 8 16,2-4-2-16,-3 1 1 0,2-1 13 0,1-2-13 15,-4 2-5-15,4-1-2 0,-2-1 6 0,1-1-8 16,-1 2 5-16,0-3-5 0,-2 2 3 16,1-1-7-16,1-1 6 0,-2-1-4 0,0 1 2 0,-3-2-4 15,12 0 2-15,-17 1-4 0,8-1 5 0,9 0-1 16,-16-2 4-16,11-1-9 0,5 3 6 0,-13-8-5 15,5 2 6-15,4-1-3 0,-2 1-1 0,0-1-3 16,3 1 0-16,-1-4-1 0,-1 2 3 16,3-3 0-16,-1 1 0 0,1 0-8 0,0-1 6 15,1 1 3-15,1-1 0 0,1-1-6 0,-1-2 2 16,4 2 5-16,-2 0-7 0,1-2 7 0,2-2-4 16,-1 6 3-16,4-6-2 0,-3 5 1 0,1 0-1 15,2 0-2-15,-3 2 1 0,3 0 6 0,-2-2 0 0,2 3 0 16,3-1 0-16,-3 2 1 0,-1-1 1 15,1 4 2-15,-3-3-2 0,2 5 3 0,-2-3-3 16,0 2 0-16,-5 3 2 0,13-7-2 0,-6 6 0 0,-7 1 2 16,11-4 1-16,-11 4-2 0,16 1 2 15,-9-1-1-15,3 3 0 0,0 1 12 0,3 2-4 0,-4 1 2 16,7 4 6-16,-3 0 4 0,-3 2-1 16,7 6-1-16,0 3 11 0,-3-2-1 0,5 4 0 15,-6 1-1-15,1 0 3 0,-3 1-7 0,3 0 3 16,-1 0 4-16,0-2-6 0,-1-2-2 0,-1 0 3 0,-3-3 10 15,0-2 3-15,3-1-1 0,-2-1-6 16,-2-1 2-16,2-2-7 0,-4-2-2 0,3 2 1 16,-4-2 11-16,6-1 0 0,-6 0 1 0,1-1-6 15,-1-2 2-15,0 0-3 0,-2-1 0 0,4-2 2 16,-6-3 10-16,4 8 10 0,-4-8 4 0,0 0 0 16,6 6 4-16,-6-6-1 0,0 0-2 0,0 0-13 15,3 4 10-15,-3-4-4 0,0 0-6 0,0 0-4 16,0 0-8-16,0 0-13 0,0 0-17 0,0 0-35 15,0 0-31-15,0 0-50 0,0 0-60 0,0 0-65 16,0 0-62-16,11-9-155 0,-11 9-487 0,9-10 215 16</inkml:trace>
  <inkml:trace contextRef="#ctx0" brushRef="#br0" timeOffset="31413.25">12586 3193 11 0,'-15'-1'180'0,"15"1"-9"0,-6-1-8 0,6 1-2 15,0 0-7-15,-13 1 7 0,13-1-15 0,0 0-11 16,0 0-19-16,0 0-7 0,0 0-12 0,0 0-4 16,0 0-7-16,0 0-13 0,0 0-11 0,42-1-19 15,-24-1-16-15,0 2-25 0,2 2-30 0,-2-2-32 16,0-2-48-16,-1 4-52 0,2 0-113 0,-8 0-295 15,-2 0 131-15</inkml:trace>
  <inkml:trace contextRef="#ctx0" brushRef="#br0" timeOffset="31585.62">12565 3349 64 0,'0'0'175'15,"0"0"-16"-15,0 0-16 0,0 0-10 0,0 0-9 16,0 0-16-16,20 0-4 0,-20 0-19 0,22-3-18 16,-6 0-27-16,0 1-43 0,4-1-45 0,3 1-45 15,-3-2-84-15,4 0-191 0,3-1 85 0</inkml:trace>
  <inkml:trace contextRef="#ctx0" brushRef="#br0" timeOffset="32285.98">13243 2895 104 0,'-13'-10'98'0,"13"10"-4"0,0 0-10 0,0 0 7 0,-9-4 0 15,9 4-10-15,0 0 2 0,0 0-10 0,0 0 2 16,-7-2-5-16,7 2-7 0,0 0 3 0,0 0-5 15,0 0 4-15,0 0-12 0,0 0 7 0,0 0-9 16,0 0-5-16,0 0 0 0,-9-1-9 0,9 1 5 16,0 0-7-16,0 0 0 0,0 0-3 0,0 0-9 15,0 0 1-15,0 0-10 0,0 0 6 16,0 0-6-16,0 0 0 0,0 0-7 0,0 0 3 0,27 0-1 16,-16-2-7-16,8 1-4 0,0-1-12 15,2 2-21-15,1-2-12 0,6 0-23 0,-7-1-15 0,6 1-23 16,-6 0-33-16,-4 2-72 0,-5 0-229 0,1-2 103 15</inkml:trace>
  <inkml:trace contextRef="#ctx0" brushRef="#br0" timeOffset="32723.07">13346 2950 115 0,'0'12'144'0,"-2"4"-6"0,2 0-13 0,2 1-16 15,-2 2-2-15,0 0-4 0,0-2-7 0,0 1 0 16,0 1-17-16,0-3-9 0,0 0-5 0,0-2 2 16,0 1-10-16,-2-3 6 0,2-1-4 0,0 0-7 15,0 0 0-15,0-3-10 0,0 0-1 0,0-8-3 16,0 14-3-16,0-7-7 0,0-7 6 0,-2 9-11 15,2-9 1-15,-2 10-3 0,2-10-1 0,-3 7 0 16,3-7-3-16,-4 5 2 0,4-5-3 0,-9 2-14 16,9-2 5-16,-11 4-7 0,4-4-2 0,7 0 0 15,-13-4 3-15,3 3-1 0,2-4 0 0,-1 2-2 16,-1-3 4-16,4 4-6 0,-3-4 5 0,2 3 0 16,1-1-1-16,6 4 6 0,-10-6-1 15,6 4-2-15,4 2 3 0,-7-4-1 0,7 4-5 0,0 0 3 16,0 0-6-16,-6-4 3 0,6 4 3 15,0 0-4-15,0 0-2 0,0 0 8 0,0 0-2 16,27-2 2-16,-14 2-5 0,5 0-1 0,-2-1-6 0,6-1-17 16,0 1-15-16,-3-1-21 0,10 0-38 0,-2-1-21 15,4 0-32-15,-10 1-103 0,1-1-273 16,0 0 122-16</inkml:trace>
  <inkml:trace contextRef="#ctx0" brushRef="#br0" timeOffset="32961.94">13702 3074 166 0,'-17'6'171'0,"4"-1"-14"16,-3 2-8-16,3 4-10 0,2-1-4 0,-1-3-9 15,1 6-7-15,3-5-11 0,0 2-7 0,4-2-7 16,-1 2-7-16,3-1-11 0,-2 1-6 15,4-1-5-15,0-9-8 0,4 14-5 0,3-6-7 0,-1 1 0 16,4-3-19-16,-1-1-16 0,4 2-22 0,3-3-34 16,2-1-41-16,-2 1-50 0,4-1-149 0,-3-1-311 15,0-2 138-15</inkml:trace>
  <inkml:trace contextRef="#ctx0" brushRef="#br0" timeOffset="33218.9">13142 3485 97 0,'-6'2'181'0,"6"-2"-12"0,-6 2-5 15,6-2-4-15,0 0-13 0,19 4-7 0,-1-5-13 0,10-2-10 16,5-1-12-16,5 0-6 0,15-6-12 15,-1-1-4-15,2 4-11 0,-4 1-7 0,-12 1-6 0,0 1-8 16,2-1-4-16,-7 2-18 0,-3-2-22 16,-1 1-22-16,-8 4-23 0,1-1-25 0,-4 0-28 15,-4 1-36-15,-1 0-25 0,-4 1-102 0,-9-1-274 16,18 0 121-16</inkml:trace>
  <inkml:trace contextRef="#ctx0" brushRef="#br0" timeOffset="34019.89">13337 3675 118 0,'-13'-1'169'0,"13"1"-11"15,0 0-2-15,-9 0-14 0,9 0-7 0,0 0-8 16,0 0-12-16,0 0-16 0,0 0-1 0,0 0-9 16,0 0-11-16,0 0-8 0,0 0-6 0,31-9-6 15,-19 7-13-15,7-1-8 0,2-1-2 0,2-1-18 16,-4 1-13-16,2 1-22 0,0 0-27 0,-4-1-28 16,-3 1-20-16,3 1-20 0,-7 0-18 0,-3 2-93 15,-1-2-242-15,-6 2 107 0</inkml:trace>
  <inkml:trace contextRef="#ctx0" brushRef="#br0" timeOffset="34408.32">13448 3646 11 0,'0'0'145'15,"-2"9"20"-15,2-9-4 0,-2 19 0 0,-2-8-4 16,2 2-16-16,0 5-1 0,2 0-6 0,-2 8 7 15,0-5-6-15,0 3-13 0,-1-4-9 0,3-3-8 16,0 1-12-16,-2-4-4 0,2 0-8 0,0-4-4 16,-2 2-7-16,2-12-5 0,0 17-9 0,0-17-3 15,-2 12-8-15,2-12 1 0,0 11-7 0,0-11 3 16,0 0-10-16,2 11 1 0,-2-11-6 0,0 0 6 16,0 0-8-16,0 0-3 0,0 0 0 0,-6 8-4 15,6-8-2-15,0 0 0 0,0 0-4 0,0 0 2 16,-17-1-2-16,17 1-1 0,0 0-2 0,-15-5 0 15,15 5-2-15,-14-4-4 0,14 4 1 0,-13-4 1 16,3 0 2-16,10 4-5 0,-13-5 0 0,13 5 0 16,-10 0 0-16,10 0-2 0,0 0-2 0,0 0-1 15,-12-2-1-15,12 2 3 0,0 0-3 0,0 0 0 16,0 0 3-16,0 0 3 0,0 0-5 0,0 0-1 16,0 0-6-16,0 0-8 0,33 12-12 0,-17-11-22 15,5-3-15-15,5 0-32 0,3-2-25 16,0 1-46-16,1-1-25 0,3 0-163 0,-3-1-386 15,-3-1 171-15</inkml:trace>
  <inkml:trace contextRef="#ctx0" brushRef="#br0" timeOffset="35368.9">13890 3810 121 0,'0'0'201'0,"0"0"3"0,-11-4-12 15,11 4-4-15,0 0-13 0,-18 1-9 0,18-1-11 16,0 0-12-16,-21 7-14 0,13-6-9 0,-1 4-11 16,9-5-11-16,-14 9-9 0,9-4-11 0,5-5-8 15,-11 12-8-15,3-5-6 0,3-3-4 0,5-4-4 16,-7 13-5-16,5-8-4 0,2-5-4 0,0 13-3 15,-2-9-2-15,2-4-5 0,0 0 1 0,6 16-5 16,-2-13 0-16,0 3-8 0,2-2 0 0,-1 0-1 16,-1-1-2-16,-4-3-3 0,11 8 1 0,-4-6-1 15,-2 1-1-15,-5-3-6 0,13 2 1 0,-9 1 3 16,-4-3-3-16,10 1-1 0,-10-1-2 0,6 2 1 16,-6-2 2-16,0 0-2 0,0 0-2 0,9 2 3 15,-9-2 0-15,0 0 0 0,0 0-4 0,0 0 4 16,0 0 1-16,0 0 1 0,0 0-1 0,0 0-1 15,9-1 5-15,-9 1-4 0,0 0-1 0,0 0-2 16,0 0 6-16,0 0-1 0,0 0 0 0,0 0 0 16,0 0 2-16,0 0 0 0,0 0 3 0,0 0-3 15,0 0 3-15,0 0 0 0,0 0 2 0,0 0-2 16,0 0 1-16,0 0-2 0,0 0 8 16,0 0-5-16,0 0-1 0,0 0 1 0,0 0-1 15,0 0 0-15,0 0 0 0,0 0-1 0,0 0 1 0,0 0-4 16,0 0 0-16,0 0 0 0,0 0 1 15,0 0-3-15,0 0 1 0,0 0 1 0,0 0-1 0,0 0 1 16,0 0 7-16,0 0-6 0,0 0 0 16,0 0-1-16,0 0 4 0,0 0 0 0,0 0 0 15,-27-4-3-15,27 4 2 0,0 0-2 0,0 0 1 16,0 0-3-16,0 0 1 0,0 0-2 0,0 0 4 16,0 0-4-16,0 0 1 0,0 0 1 0,0 0-3 15,0 0 3-15,0 0-3 0,-14 0 1 0,14 0-1 0,0 0 1 16,0 0 0-16,0 0-1 0,0 0 0 15,0 0 0-15,0 0 0 0,0 0 2 0,0 0-3 16,0 0-2-16,0 0 3 0,0 0-1 0,0 0 2 16,0 0-6-16,0 0 6 0,0 0-1 0,0 0-3 15,0 0 2-15,0 0-1 0,0 0 3 0,0 0-3 16,0 0 1-16,0 0 4 0,0 0 1 0,0 0 0 16,0 0 3-16,0 0-4 0,0 0 2 0,0 0 8 15,0 0-11-15,0 0 2 0,0 0 2 0,0 0-3 16,0 0 4-16,0 0-4 0,0 0 5 0,0 0-1 15,0 0 0-15,0 0 1 0,0 0-4 0,0 0-1 16,0 0-1-16,0 0 3 0,0 0 0 0,0 0-2 16,0 0-3-16,0 0 1 0,0 0 1 0,0 0 2 15,-15 0-1-15,15 0-3 0,0 0 0 16,0 0 3-16,0 0-5 0,-14 0 0 0,14 0-1 0,0 0 4 16,-13 3-3-16,13-3 1 0,-10 2-4 15,10-2 6-15,-12 5-1 0,12-5 0 0,-7 7 1 0,1-4 1 16,6-3 4-16,-14 12 2 0,9-5 0 0,-1 3 1 15,-1 0-2-15,0 0 1 0,4-1 0 0,-1 1-5 16,0-2 2-16,4 3-3 0,0-11 9 0,2 18-8 16,2-8-1-16,1-2-14 0,4 1-10 0,2-2-16 15,4 2-13-15,4-4-20 0,3-3-30 16,6 1-33-16,1-3-45 0,2-1-46 0,0-3-224 16,-3-1-484-16,3-3 216 0</inkml:trace>
  <inkml:trace contextRef="#ctx0" brushRef="#br0" timeOffset="41003.25">12033 3792 9 0,'0'0'48'16,"0"0"5"-16,0 0 9 0,5-5 2 0,-5 5-13 15,0 0 19-15,0 0-5 0,2-8 2 0,-2 8-3 16,0 0-2-16,0 0-7 0,0 0-1 0,-5-11-4 16,5 11 9-16,-4-6 0 0,4 6-7 0,-6-6 3 15,6 6-2-15,-6-5-16 0,6 5 4 0,0 0-6 16,0 0-3-16,-11-1-6 0,11 1 0 0,-11 5-6 15,1 0 0-15,1 3-3 0,-1 2-3 0,-4 3 2 16,0-3-1-16,5 0-4 0,0 0-2 0,5 2-1 16,-2-3-3-16,1-1 16 0,3 2-15 0,-3-4-1 15,4 5 3-15,1-1-8 0,0-1 3 0,3-2-9 16,2 4 8-16,1-1-22 0,2-1-12 0,2-1-18 16,2-2-19-16,-1 0-18 0,3 1-25 0,1 1-64 15,-1-2-190-15,-3-2 84 0</inkml:trace>
  <inkml:trace contextRef="#ctx0" brushRef="#br0" timeOffset="41235.46">12136 3908 45 0,'0'0'64'0,"0"0"-6"0,0 0 6 0,0 0 2 15,0 0 0-15,0 0 4 0,-6 22-7 0,5-13 4 16,1 2-12-16,-2-2-6 0,0 2-15 16,0 1 4-16,2 1 3 0,0-1 0 0,-2 1-9 15,1-1-5-15,2-2 5 0,-1 1-34 0,0-1-30 0,-1 1-10 16,2-2-11-16,-1 3-23 0,-1-3-43 0,-1 1-126 16,-1-1 55-16</inkml:trace>
  <inkml:trace contextRef="#ctx0" brushRef="#br0" timeOffset="41585.97">12184 3857 10 0,'6'-4'96'0,"1"3"-14"15,1-1-11-15,-8 2-4 0,12-2-9 0,-12 2 1 16,8 4-1-16,-8-4 6 0,5 11 0 0,-5-2-8 15,-2 1 0-15,-2 1-10 0,-3 5 2 0,-3 0-8 16,-2 0-8-16,1 0-3 0,-2 0-1 0,5-4 4 16,1-1-18-16,1-3 9 0,-2-1-13 0,4-1 5 15,2-2-2-15,-1 2-2 0,3-6-4 0,-3 10-8 16,3-10 6-16,0 0 0 0,6 10-2 0,-6-10 4 16,10 5 0-16,-2-4 1 0,3 2-10 0,-6 0 8 15,6-2-2-15,-2 1-3 0,-1 2 1 0,1-2 2 16,-3 0-4-16,0 2-1 0,-6-4-1 0,9 4 4 15,-7 0-5-15,-2-4 11 0,3 10-7 0,-3-10 3 16,-3 10-4-16,-2-3 4 0,-3 1 14 0,-2 2-4 16,0-3-17-16,-1 2-17 0,-1 1-23 0,-4 0-14 15,1-1-24-15,1-2-83 0,0 3-177 0,1-1 79 16</inkml:trace>
  <inkml:trace contextRef="#ctx0" brushRef="#br0" timeOffset="42160.94">11844 4645 50 0,'89'-30'45'0,"6"0"-42"15,4 2-20-15,-6-2-17 0,-1-1 7 0</inkml:trace>
  <inkml:trace contextRef="#ctx0" brushRef="#br0" timeOffset="48352.04">13084 4728 134 0,'-9'-4'187'0,"9"4"-15"0,-7-5-7 0,7 5-2 16,-5-4-4-16,5 4-2 0,0 0-8 0,0 0-1 15,0 0-28-15,-2-8-10 0,2 8-13 0,0 0-12 16,16-9-9-16,-7 6-11 0,2-3-10 0,1 4-19 16,1-3-22-16,1 2-19 0,-3 1-20 0,0-1-21 15,0 3-20-15,-11 0-15 0,18-4-25 0,-9 3-5 16,-9 1 2-16,0 0-3 0,18-1 5 0,-12 2 1 15,-6-1 7-15,0 0 3 0,12 1 17 0,-12-1 6 16,0 0 18-16,0 0 10 0,0 0 14 16,0 0 6-16,0 0 13 0,0 0 15 0,0 0 7 0,0 0 14 15,0 0 5-15,0 0 5 0,0 0 10 0,-24 8-2 16,24-8 23-16,0 0-25 0,-7 1-4 0,7-1-4 16,-6 4 4-16,6-4 3 0,-4 9 9 0,4-9-3 15,-2 19 14-15,2-5-5 0,-2 6 2 0,2-2-1 16,0 7 0-16,0-6-11 0,0 6-1 15,0 0-3-15,0-4-3 0,0-2-2 0,0 0-5 0,4 0-3 16,-6-2 1-16,2 0-5 0,0-1-2 0,0-3-3 16,-2-4 2-16,2 2 2 0,0-4-7 0,0-7 1 15,-2 12-2-15,0-7-2 0,2-5 2 0,-1 11-2 16,-3-7 1-16,4-4-2 0,-6 8 1 0,1-6-4 16,5-2-1-16,-12 2 4 0,12-2-1 15,-10 1-1-15,10-1 8 0,0 0 12 0,-15-1 6 0,15 1 7 16,-8 0 3-16,8 0 1 0,0 0 0 15,0 0-1-15,0 0-6 0,0 0-9 0,0 0-2 0,0 0-11 16,0 0-10-16,0 0-6 0,0 0 0 0,0 0-6 16,0 0-17-16,0 0-12 0,0 0-16 15,29-8-18-15,-20 6-21 0,5-2-16 0,3 0-29 0,0 3-14 16,0-2-13-16,-3-1-119 0,3 1-301 0,-5-1 134 16</inkml:trace>
  <inkml:trace contextRef="#ctx0" brushRef="#br0" timeOffset="48552.05">13457 4891 50 0,'0'0'122'0,"-3"-12"8"0,3 12 7 15,0 0-12-15,0 0 0 0,-4-5-9 0,4 5-4 0,0 0-3 16,0 0 0-16,-16 11 1 0,9-3 2 0,-1 0-11 16,3 1-2-16,-2 1-9 0,2-2-6 0,-1 2-8 15,2-1-8-15,1 0-9 0,-1-1-4 16,4-1-5-16,0-7-6 0,2 14-2 0,0-6-13 15,-2-1-27-15,0-7-24 0,9 12-34 0,0-7-53 16,-5-1-42-16,6-1-152 0,3 0-329 0,1-3 145 0</inkml:trace>
  <inkml:trace contextRef="#ctx0" brushRef="#br0" timeOffset="48713.71">13643 4853 28 0,'0'0'76'0,"7"0"-11"16,-7 0-15-16,6-2-22 0,-6 2-11 0,0 0-22 15,0 0-9-15,14 5-8 0,-14-5-16 0,4 5-40 16,-4-5 18-16</inkml:trace>
  <inkml:trace contextRef="#ctx0" brushRef="#br0" timeOffset="48818.92">13675 4878 131 0,'0'0'8'16,"-1"10"10"-16,1-10 2 0,-4 11 16 0,4-11 5 15,-2 7 3-15,2-7 1 0,-4 8-4 0,4-8-3 16,0 7-4-16,0-7-3 0,-3 7-7 0,3-7 11 15,0 0-13-15,0 0 5 0,9 11 3 0,-4-10-10 16,1 1-8-16,3-2-18 0,3-1-15 0,1 0-24 16,5-2-53-16,5-1-106 0,-6-2 47 0</inkml:trace>
  <inkml:trace contextRef="#ctx0" brushRef="#br0" timeOffset="49207.78">14047 4675 80 0,'0'-9'162'0,"0"9"-9"16,0 0-7-16,0-9-15 0,0 9-7 0,0 0-8 16,0 0 7-16,0 0-4 0,0 0-5 0,-13 24-1 15,6-13-10-15,0 4 0 0,0 2-7 0,-4 0-7 16,2-1-10-16,0 1-4 0,0-2-7 0,-2 1-6 16,4-3 5-16,1-3-5 0,1-1-1 0,-1 1-4 15,-4-4-1-15,3 2-6 0,1-3-3 0,0-1-4 16,-2 0-6-16,-1-1-1 0,1-1-4 0,8-2-1 15,-9 3-2-15,9-3 2 0,-10 1-3 0,10-1 2 16,-8-4-7-16,8 4-3 0,-7-9 1 0,7 9-9 16,-4-14-5-16,2 5 1 0,1 0-5 15,2-1 5-15,1 1-4 0,-2 0-3 0,4 4-2 0,-2-1 11 16,-2 6-10-16,5-11-6 0,-3 7-1 0,-2 4 1 16,4-5-1-16,-4 5 0 0,0 0 1 0,0 0 0 15,14 3 4-15,-14-3 2 0,7 7-3 0,-3-1 2 16,0 0 1-16,1 1 3 0,-1-1-4 0,2 3 3 15,-2-1-1-15,2 0-5 0,1 0-28 0,-1-2-38 16,2 2-34-16,-1-3-39 0,3-1-36 0,2 0-46 16,-3 0-120-16,4-4-373 0,-13 0 165 15</inkml:trace>
  <inkml:trace contextRef="#ctx0" brushRef="#br0" timeOffset="49618.92">14137 4615 58 0,'0'0'167'0,"0"0"-15"0,2-10-12 0,-2 10-17 16,0 0-10-16,7-9-11 0,1 4-9 0,0 1-11 15,1-1-7-15,5 1-7 0,-1 0-10 0,5-2-6 16,-5 1-4-16,-2 5-3 0,-1-6-2 16,3 5-12-16,-13 1 0 0,14-3-6 0,-5 0 3 15,-9 3-5-15,0 0-4 0,14-3 10 0,-14 3 2 0,10-1 5 16,-10 1 3-16,0 0 8 0,0 0-11 0,0 0-2 15,0 0-7-15,0 0-4 0,0 0-3 16,7 11-4-16,-7-11 7 0,-6 21 1 0,3-11-1 16,1 3-6-16,-1 0 3 0,0 3 1 0,2-1-6 15,-2 1 5-15,3 0-6 0,-2-2-5 0,0-3-1 16,0 4 0-16,0-1 1 0,2-3 0 0,2-2-1 0,-4 3 1 16,0-3 0-16,2-2 1 0,-1 0-4 0,1-7-2 15,-2 14 2-15,2-14 4 0,0 8 6 16,0-8 6-16,0 0-1 0,-2 10-1 0,2-10 1 15,-4 3-2-15,4-3-2 0,0 0-3 0,0 0-1 16,0 0 7-16,0 0 5 0,0 0-5 0,0 0 8 16,0 0-10-16,0 0-8 0,0 0 1 0,0 0-8 15,0 0-8-15,0 0-7 0,0 0-10 0,0 0-15 0,0 0-25 16,23-25-22-16,-13 18-32 0,6 2-26 16,2-1-23-16,-3-2-13 0,4 4-101 0,-2-1-301 15,2 0 133-15</inkml:trace>
  <inkml:trace contextRef="#ctx0" brushRef="#br0" timeOffset="49952.04">14629 4641 134 0,'0'0'161'15,"0"0"-6"-15,0 0-6 0,0 0 4 0,0 0-8 16,0 0-5-16,0 0-7 0,-15-2-4 0,15 2-6 16,-12 12-9-16,4-6-15 0,3 0-7 0,2-1-13 15,-2 1-7-15,1-1-8 0,2 1-4 0,-2 2-8 16,4-8-6-16,1 12-9 0,2-7-6 0,1 2-6 15,-4-7-6-15,8 10-9 0,-1-8-4 0,-1 2-5 16,0-3-2-16,0 3 2 0,-6-4-6 0,11 4-7 16,-11-4 4-16,6 3 3 0,-6-3 5 0,9 0-2 15,-9 0-1-15,0 0 1 0,0 0 0 0,0 0-3 16,0 0 5-16,0 0-3 0,-15 11 13 0,6-6 5 16,-3 3-3-16,3-2 7 0,-5 1-2 0,6 0 3 15,-6 2 1-15,4-2 3 0,5-4-1 0,0 2-4 16,-2 0-2-16,3 0-4 0,4-5 3 0,-4 9-5 15,4-9 2-15,2 10-3 0,3-6-1 0,1 1-8 16,1-3-9-16,7 1-20 0,-2-2-25 0,6-1-33 16,3 0-25-16,7-4-25 0,0 2-36 0,-6 0-138 15,-4 0-335-15,2-1 147 0</inkml:trace>
  <inkml:trace contextRef="#ctx0" brushRef="#br0" timeOffset="51018.55">13623 4918 119 0,'0'0'123'0,"2"-3"-1"0,-2 3-7 16,0 0-5-16,0 0-9 0,0 0-12 0,0 0-1 16,0 0-7-16,0 0-7 0,0 0-7 0,0 0-2 15,0 0 4-15,0 0 2 0,0 0-16 0,0 0 9 16,0 0-2-16,0 0 1 0,0 0-7 0,0 0-3 15,0 0-3-15,0 0 1 0,0 0-4 0,0 0-4 16,0 0-4-16,0 0 0 0,0 0-3 0,0 0-5 16,0 0 2-16,0 0-4 0,0 0 1 0,7-4-11 15,-7 4 3-15,9-2-1 0,-9 2-7 0,13-4 4 16,-6 1-1-16,2 0-4 0,0 0-13 0,3 0-17 16,-1-1-12-16,1 0-27 0,-2 4-32 0,1-3-30 15,0 1-33-15,1 1-23 0,-4 0-87 0,-8 1-283 16,13-1 125-16</inkml:trace>
  <inkml:trace contextRef="#ctx0" brushRef="#br0" timeOffset="51175.88">13650 5018 73 0,'-3'5'142'0,"3"-5"-11"16,0 0-8-16,0 0-11 0,17 0-8 0,-17 0-10 15,23-4-36-15,-6 0-28 0,3 0-41 0,2-2-51 16,-2 3-71-16,1-4-143 0,-1-1 64 0</inkml:trace>
  <inkml:trace contextRef="#ctx0" brushRef="#br0" timeOffset="64036.68">13632 5318 51 0,'0'0'57'0,"0"0"-8"0,0 0 5 16,0 0 0-16,0 0-10 0,0 0 2 0,0 0-9 15,0 0-1-15,0 0-3 0,13 3-4 0,-13-3 2 16,0 0 1-16,0 0-9 0,0 0 7 0,0 0-3 16,0 0 8-16,0 0-2 0,0 0 6 0,0 0-1 15,0 0 3-15,0 0 4 0,0 0 5 0,0 0-2 16,0 0 2-16,0 0-3 0,0 0 1 0,0 0 0 16,0 0-2-16,0 0 3 0,0 0-1 0,0 0-1 15,0 0-1-15,0 0 4 0,0 0 4 0,0 0-2 16,0 0-3-16,0 0 2 0,0 0-9 0,0 0-2 15,0 0 2-15,0 0 0 0,0 0 1 0,0 0-2 16,0 0-1-16,0 0-4 0,0 0-2 0,0 0-2 16,0 0-5-16,0 0-1 0,0 0-5 0,0 0-3 15,0 0-4-15,0 0-3 0,0 0-4 0,0 0-2 16,0 0 5-16,0 0-3 0,0 0 6 0,0 0 10 16,-4 20 3-16,4-8 4 0,0-1-3 0,0 4-2 15,-2 1-4-15,0 0 8 0,2 1 2 0,-3 0 3 16,1 1 7-16,0-2-1 0,-1 0 5 0,3 0-5 0,0 0-1 15,-2-5-1-15,2 2-1 0,0-3-6 16,0 2 1-16,-1-3-4 0,0 1 6 0,1-3 0 0,0-7-1 16,-1 12-5-16,1-12-2 0,0 10 1 15,0-10-3-15,0 7-21 0,0-7 1 0,-2 6-2 16,2-6 2-16,0 0 0 0,0 0-1 0,-2 9-3 0,2-9 1 16,0 0 2-16,0 0-1 0,0 0 0 0,0 0-8 15,0 0-14-15,0 0-19 0,0 0-18 0,0 0-22 16,0 0-35-16,0 0-33 0,0 0-38 15,0 0-48-15,0 0-129 0,0 0-392 0,0 0 174 16</inkml:trace>
  <inkml:trace contextRef="#ctx0" brushRef="#br0" timeOffset="64255.31">13780 5485 67 0,'0'0'105'0,"0"0"-2"0,7 2-7 16,-7-2-5-16,0 0-7 0,0 0-1 0,9 2-9 15,-9-2-6-15,0 0-1 0,11 0-14 0,-11 0 1 16,11-2-8-16,-11 2-9 0,16-1-2 0,-6 0-30 16,3-2-20-16,-3-1-27 0,4 0-20 0,-1 0-97 0,-1 0-171 15,3-1 77-15</inkml:trace>
  <inkml:trace contextRef="#ctx0" brushRef="#br0" timeOffset="64718.55">14162 5288 21 0,'0'0'134'0,"0"0"1"15,-9 23 5-15,2-16-5 0,3 3-2 0,-1-1-9 16,-1 1-9-16,1-1-6 0,-2 1-9 0,2 1-3 16,-3-2-6-16,3 3-1 0,-1-3-5 0,-2-1-5 15,4 2 2-15,-3-3-5 0,1 3-2 0,2-5-7 16,-1 1 0-16,-2 1-2 0,0-3-4 0,1 1-1 16,1-1-5-16,1 0-5 0,-4-1-6 0,8-3 0 15,-10 6-4-15,5-5 0 0,5-1 1 0,-9 5 0 16,9-5-7-16,-9 0 3 0,9 0-1 0,0 0-1 15,0 0-6-15,-9 0-4 0,9 0 0 0,0 0-4 16,-7-6 0-16,7 6-2 0,-4-7-3 0,4 7-5 16,-2-7-1-16,2 7-1 0,0-9-3 0,0 9 2 15,0 0 4-15,0-12-9 0,0 12 1 0,0 0-4 16,4-8 0-16,-4 8-1 0,0 0 0 0,0 0 1 16,2-6-7-16,-2 6 3 0,0 0 1 0,3-6-2 15,-3 6-3-15,0 0 7 0,0 0-2 0,13 3 0 16,-13-3-4-16,0 0 4 0,14 5 0 0,-8-2 3 15,-1-1-3-15,1 1 3 0,-6-3-2 0,12 6 6 16,-7-3-19-16,1 1-22 0,0-1-20 0,-1 0-20 16,-5-3-21-16,12 6-17 0,-6-1-38 0,1-3-22 15,-1 1-24-15,2-2-127 0,-8-1-350 0,15 3 155 16</inkml:trace>
  <inkml:trace contextRef="#ctx0" brushRef="#br0" timeOffset="154029.07">6896 16022 33 0,'5'5'73'0,"-5"-5"-8"0,0 0-8 15,0 0-4-15,0 0-15 0,0 0-1 0,0 0-3 0,0 0-11 16,0 0 4-16,9 0-3 0,-9 0-3 0,0 0-2 16,0 0-6-16,0 0 1 0,0 0-6 0,0 0-7 15,0 0-7-15,0 0-5 0,0 0-11 16,0 0-12-16,0 0-45 0,0 0-83 0,0 0 37 15</inkml:trace>
  <inkml:trace contextRef="#ctx0" brushRef="#br0" timeOffset="182812.86">22484 9407 16 0,'0'0'70'0,"0"0"-12"0,0 0-9 0,0 0 8 0,0 0-14 16,0 0-13-16,0 0-18 0,0 0-19 0,0 0-48 16,0 0-59-16,0 0 25 0</inkml:trace>
  <inkml:trace contextRef="#ctx0" brushRef="#br0" timeOffset="184126.84">21756 11201 69 0,'0'0'114'0,"0"0"-22"16,0 0 1-16,-4-12 3 0,4 12-5 0,0 0-2 15,0 0-1-15,0 0-10 0,-4-6-2 0,4 6-16 16,0 0-1-16,0 0-14 0,0 0 2 0,0 0-10 0,0 0 5 16,0 0-11-16,0 0-3 0,0 0 3 0,-4-6-9 15,4 6 2-15,0 0-8 0,0 0-17 16,0 0 0-16,0 0-27 0,0 0-7 0,0 0-8 0,0 0-1 16,0 0-15-16,0 0-8 0,0 0-11 0,0 0-84 15,0 0-176-15,0 0 78 0</inkml:trace>
  <inkml:trace contextRef="#ctx0" brushRef="#br0" timeOffset="185580.67">23335 11179 116 0,'-10'-1'148'0,"10"1"-6"0,0 0-2 16,0 0-12-16,-6-3-1 0,6 3-7 0,0 0-17 16,0 0-6-16,0 0-9 0,0 0-8 15,0 0-13-15,0 0-4 0,0 0-9 0,0 0-8 0,0 0-5 16,0 0-15-16,0 0-7 0,0 0-11 0,0 0-10 15,0 0-16-15,0 0 0 0,0 0-12 0,0 0-9 16,0 0 2-16,0 0-14 0,0 0-11 0,0 0-3 16,0 0-19-16,0 0-33 0,0 0-65 0,0 0-197 15,0 0 87-15</inkml:trace>
  <inkml:trace contextRef="#ctx0" brushRef="#br0" timeOffset="186115.16">23746 11231 84 0,'0'0'127'0,"0"0"-1"15,0 0-11-15,0 0-2 0,0 0-13 0,0 0-1 16,0 0-7-16,-7 2-11 0,7-2-15 16,0 0 2-16,0 0-7 0,0 0-4 0,0 0-1 0,0 0-3 15,0 0 3-15,0 0-8 0,0 0 1 0,0 0-3 16,0 0 0-16,0 0-9 0,0 0 2 0,0 0-9 16,0 0 2-16,0 0 0 0,0 0-7 0,0 0 4 15,0 0-10-15,0 0 4 0,0 0-4 0,0 0-5 16,0 0 4-16,0 0-3 0,0 0-2 0,0 0 2 15,0 0-10-15,0 0 6 0,0 0 0 16,0 0 1-16,0 0-3 0,0 0-4 0,0 0 1 0,0 0-4 16,0 0-7-16,0 0-7 0,0 0-11 0,0 0-12 15,0 0-10-15,0 0-9 0,0 0-10 0,0 0-8 16,0 0-20-16,0 0-1 0,0 0-11 0,0 0-14 16,0 0-91-16,0 0-224 0,0 0 100 0</inkml:trace>
  <inkml:trace contextRef="#ctx0" brushRef="#br0" timeOffset="186828.28">24858 11110 108 0,'0'0'128'0,"0"0"-1"0,0 0 2 0,0 0-11 15,0 0-10-15,0 0-9 0,0 0-8 0,0 0-8 16,0 0-10-16,0 0-6 0,0 0-7 16,6-3-10-16,-6 3 1 0,0 0-8 0,0 0-2 0,0 0-4 15,0 0 0-15,0 0-4 0,0 0-5 0,0 0 0 16,0 0-8-16,0 0 1 0,0 0 1 0,0 0-6 16,0 0-3-16,0 0 0 0,0 0 1 15,0 0-5-15,0 0 6 0,0 0-4 0,0 0-2 0,0 0-5 16,0 0 1-16,0 0 1 0,0 0-7 0,0 0-9 15,0 0-3-15,0 0-18 0,0 0-7 0,0 0-12 16,0 0-4-16,0 0-15 0,0 0-6 0,0 0-1 16,0 0-13-16,0 0-5 0,0 0-6 0,0 0-70 15,0 0-184-15,0 0 82 0</inkml:trace>
  <inkml:trace contextRef="#ctx0" brushRef="#br0" timeOffset="188044.03">25940 11067 51 0,'0'0'101'0,"0"0"-15"0,0 0-11 0,0 0 2 16,0 0-26-16,0 0-5 0,0 0-10 0,0 0-13 0,0 0-24 15,0 0-16-15,0 0-21 0,0 0-44 0,2 11-88 16,-2-11 38-16</inkml:trace>
  <inkml:trace contextRef="#ctx0" brushRef="#br0" timeOffset="188283.86">26416 11064 40 0,'0'0'83'0,"0"0"-22"0,0 0-15 16,0 0-17-16,0 0-24 0,0 0-22 15,0 0-25-15,0 0-44 0,0 0 19 0</inkml:trace>
  <inkml:trace contextRef="#ctx0" brushRef="#br0" timeOffset="188779.84">27555 10991 9 0,'0'0'64'0,"0"0"-18"0,0 0-14 16,0 0-15-16,0 0-27 0,0 0-17 15,0 0-29-15,0 0 14 0</inkml:trace>
  <inkml:trace contextRef="#ctx0" brushRef="#br0" timeOffset="192974.14">25707 11483 27 0,'0'0'91'16,"0"0"-9"-16,0 0 3 0,-19-7-12 0,19 7-10 15,0 0-3-15,-13 5 0 0,13-5-2 0,-14 5-1 16,7-3-9-16,-1 1 2 0,2 0-10 15,-2-2-2-15,8-1-1 0,-15 6 5 0,5-2-12 0,3-2 3 16,1-1 2-16,-5 3 3 0,4-2-5 0,-2-1-1 16,9-1 4-16,-9 3 7 0,9-3-10 0,-13 1 6 15,13-1 3-15,-5 3-13 0,5-3-1 0,0 0 4 16,-9 1 2-16,9-1-8 0,0 0-8 0,-8 3-2 16,8-3 0-16,0 0 3 0,0 0-5 0,0 0-5 15,0 0 5-15,0 0-3 0,0 0-6 0,0 0 4 16,0 0 2-16,0 0 1 0,0 0-4 0,19 6 3 15,-9-7 13-15,1 1-17 0,2-2-4 0,5 2 4 16,1-3-2-16,4 1 1 0,3 2 6 0,3-5-8 16,2 1 0-16,-2 1 5 0,2-1-8 0,3 3 8 0,-3-5-6 15,3 3 7-15,-2-1-6 0,4-1-2 0,-2 3 1 16,2-2-3-16,-2 3 0 0,-1-2-1 16,0 2 3-16,3-4-2 0,0 4 2 0,-1 0 4 15,1-2-7-15,1 0 2 0,-1 0 4 0,-2 3 1 0,0-3-5 16,1 4-2-16,0-1-1 0,-2-1 5 0,-1-1-7 15,1 3 3-15,-1-1 0 0,-1 0 0 16,1-1-4-16,-3-1 3 0,-6 5-2 0,3-3 6 16,1 2-2-16,2-2-1 0,-8 2 1 0,6-2 4 0,0 2-1 15,-8-2-7-15,11 0 2 0,-8-2 5 0,1 2 6 16,-3 3-12-16,11-3 6 0,-10-1-3 16,8 2 5-16,-2-2 1 0,-4-1-4 0,3 2 0 0,3-4 1 15,-9 3 1-15,-1-1-1 0,0 0-1 0,2 0-1 16,-1 1-1-16,-2 0 0 0,2-3 2 0,-7 2-9 15,6-1 9-15,-6 2 0 0,5-2-5 0,-5 2 2 16,1-1 4-16,-3 1 0 0,0 1-7 0,-1 0 1 16,1-2 1-16,1 2-2 0,-4 0-1 0,-1-2-1 15,-7 2 2-15,13 0-14 0,-5-1 12 16,-8 1-3-16,0 0-3 0,10 1 8 0,-10-1 1 0,0 0-3 16,9 0 3-16,-9 0-1 0,0 0 2 0,0 0-5 15,10 0 6-15,-10 0-2 0,0 0 1 0,0 0-1 16,0 0 7-16,0 0-3 0,0 0 3 0,0 0-1 15,9 2 0-15,-9-2 2 0,0 0-4 0,0 0 4 16,0 0 4-16,0 0-15 0,0 0 4 0,0 0-7 16,0 0-8-16,8 0-3 0,-8 0-21 0,0 0-29 15,0 0-1-15,0 0-23 0,0 0-19 0,0 0-99 16,0 0-229-16,-27-7 102 0</inkml:trace>
  <inkml:trace contextRef="#ctx0" brushRef="#br0" timeOffset="197168.93">13913 16777 98 0,'-5'-3'152'0,"5"3"-3"0,-12 0-10 16,12 0-4-16,-12-3-8 0,5 2-9 0,-3-2-4 16,10 3-3-16,-13-4-6 0,5 3-5 0,-2-3 3 15,1 4-6-15,3-4-9 0,6 4 4 0,-14-5-4 16,9 4 1-16,5 1-12 0,-13-7-10 15,7 7 1-15,6 0-2 0,-10-3 2 0,4 0-3 16,6 3-2-16,-11-1-6 0,11 1-7 0,0 0-6 16,-10-3-4-16,10 3-3 0,0 0-8 0,0 0-2 0,0 0-2 15,0 0-3-15,0 0-4 0,-7-2-2 0,7 2-1 16,0 0-1-16,0 0-3 0,0 0 3 0,0 0-1 16,0 0 2-16,34-4 1 0,-20 3-1 15,6-1-1-15,7-1 0 0,2 3 0 0,-2 0-2 0,6-3 2 16,-1-2-5-16,1 3 2 0,1-2 0 0,0 1 0 15,2-2 1-15,-2 2-3 0,0-1 1 0,2 2 0 16,2 2-2-16,-2-2 2 0,-3 2 0 0,1-3 0 16,-2 1-4-16,-1 4-1 0,-3-5 3 0,0 2-2 15,-8 2-3-15,-2 2 2 0,-5-5-3 16,0 4 3-16,1-4 0 0,-4 2 0 0,2 2-4 16,-12-2 2-16,10 0 0 0,-4 0 3 0,-6 0-1 15,12 3 0-15,-12-3 1 0,0 0 0 0,0 0-1 16,0 0 1-16,0 0-5 0,0 0-2 0,0 0-2 15,0 0-2-15,-24 4 0 0,12-1 4 0,-1-1-1 16,-6 2-2-16,0-1-1 0,2 2 5 0,-2-4-1 16,0 3 4-16,-1 0-7 0,-7 2-3 0,1 1 6 15,6 0-4-15,-8 0-3 0,1-2-3 0,-2 0 5 16,2 4 1-16,0 1-1 0,1-5 3 0,7 4-1 16,-1-5 2-16,-7 2 1 0,10 1 0 0,2-3 9 15,4 4-1-15,1-4-3 0,-2 2 2 0,3-1-2 16,3-1 0-16,-1-1-2 0,7-3-1 0,-8 3-1 15,8-3 3-15,-6 4-2 0,6-4 6 0,0 0-1 16,0 0 0-16,0 0 3 0,0 0 16 0,32-4 3 16,-14 1-1-16,1-4-3 0,10 1-1 0,1-2-4 15,1 4 0-15,3-5-5 0,4 1 6 0,-6-1-6 16,4 2-2-16,-1 0-5 0,-5 2-3 0,2-2-9 16,-3 1-2-16,2 0-12 0,-9 3-3 0,4-1-16 15,-9 4-9-15,1 0-11 0,-5 0-18 0,-4-1-13 16,6 1-15-16,-5 0-14 0,-10 0-27 0,19 0-20 15,-13 1-24-15,-6-1-10 0,9 0-148 0,-9 0-375 16,0 0 166-16</inkml:trace>
  <inkml:trace contextRef="#ctx0" brushRef="#br0" timeOffset="200687.98">26578 11600 42 0,'0'0'48'0,"-13"-6"-17"0,7 3-9 0,0 1-19 0,6 2-28 16,-13-4-26-16,6 1 12 0</inkml:trace>
  <inkml:trace contextRef="#ctx0" brushRef="#br0" timeOffset="200900.46">26352 11465 36 0,'0'0'98'16,"0"0"-10"-16,0 0 5 0,-12 11-3 0,12-11-8 15,-1 7-1-15,1-7-7 0,-4 6-8 0,4-6-7 16,0 0-1-16,0 7-13 0,0-7-1 0,0 0-12 16,-2 9-10-16,2-9-9 0,0 0-13 0,6 7-16 15,-6-7-9-15,1 5-14 0,-1-5-12 0,6 6-11 16,0-3-70-16,0 2-142 0,-6-5 63 0</inkml:trace>
  <inkml:trace contextRef="#ctx0" brushRef="#br0" timeOffset="201088.22">26683 11575 85 0,'0'0'99'0,"0"0"-10"0,0 0-24 0,5 6 3 16,-5-6-12-16,0 0-9 0,2 6-28 15,-2-6-25-15,0 0-27 0,3 9-49 0,-3-9-89 0,0 7 41 16</inkml:trace>
  <inkml:trace contextRef="#ctx0" brushRef="#br0" timeOffset="201328.89">27189 11730 135 0,'0'0'140'15,"0"0"-11"-15,-7 0-17 0,7 0-13 0,0 0-16 16,0 0-26-16,0 0 1 0,-9 3-31 0,9-3-11 16,0 0-17-16,0 0-12 0,0 0-33 0,0 0-87 15,0 0-144-15,23 3 64 0</inkml:trace>
  <inkml:trace contextRef="#ctx0" brushRef="#br0" timeOffset="201785.79">28744 10978 152 0,'1'-5'228'0,"-1"5"-20"0,0 0-23 0,0 0-22 16,0 0-7-16,0 0-3 0,0 0 4 15,0 0 2-15,0 0-4 0,0 0-13 0,0 0-13 16,14 10 1-16,-10-4-6 0,-1-1-17 0,-3-5-5 15,3 16-10-15,1-6-14 0,-1 0-7 0,2-1-3 0,-2 1-9 16,0-1-5-16,0-3-2 0,-1 1-9 16,2-3 0-16,-4-4 0 0,4 10 6 0,-4-10-1 15,3 6 3-15,-3-6-3 0,2 4-1 0,-2-4 4 0,0 0-9 16,0 0 0-16,3 5-10 0,-3-5-1 0,0 0-12 16,0 0 2-16,21-14-9 0,-5 0 0 15,-3-2-17-15,9-8-9 0,9-16-14 0,4-1-15 16,1 2-19-16,6-6-35 0,20-15-34 0,-16 16-51 0,27-25-51 15,-3 10-228-15,-4-7-499 0,0 2 221 0</inkml:trace>
  <inkml:trace contextRef="#ctx0" brushRef="#br0" timeOffset="211274.89">22759 12773 11 0,'0'0'25'16,"4"6"-28"-16,-4-6-3 0,0 0-6 0,1 7 3 15</inkml:trace>
  <inkml:trace contextRef="#ctx0" brushRef="#br0" timeOffset="-214741.96">22547 14100 1 0,'0'0'78'0,"0"0"-11"0,0 0-6 0,0 0-14 16,-8 14-15-16,8-14-11 0,0 0-18 0,0 0-18 15,0 0-35-15,0 0-53 0,4 7 24 0</inkml:trace>
  <inkml:trace contextRef="#ctx0" brushRef="#br0" timeOffset="-214303.65">23272 14112 31 0,'0'0'137'0,"0"0"-15"0,0 0-7 0,0 0-17 15,0 0-13-15,0 0-8 0,0 0-10 0,0 0-29 16,0 0-21-16,0 0-24 0,0 0-15 0,0 0-25 16,0 0-72-16,0 0-128 0,0 0 57 0</inkml:trace>
  <inkml:trace contextRef="#ctx0" brushRef="#br0" timeOffset="-214050.64">23831 14120 47 0,'0'0'131'0,"0"0"3"0,0 0-13 0,0 0-10 0,-23 13-11 15,23-13-11-15,0 0-14 0,0 0-7 0,-9 3-22 16,9-3-22-16,0 0-21 0,0 0-23 0,0 0-20 16,0 0-16-16,0 0-84 0,0 0-149 0,0 0 66 15</inkml:trace>
  <inkml:trace contextRef="#ctx0" brushRef="#br0" timeOffset="-213218.11">24105 14224 40 0,'0'0'136'0,"0"0"-11"0,1 6-7 16,-1-6 0-16,0 0 1 0,0 0-4 16,0 0-5-16,0 0-12 0,0 0-6 0,0 0-5 0,0 0-9 15,0 0-5-15,0 0-11 0,0 0-4 16,0 0-4-16,0 0-6 0,0 0-5 0,0 0-1 16,0 0-2-16,0 0-1 0,0 0-6 0,0 0 1 0,0 0-3 15,0 0-2-15,0 0-4 0,0 0-2 0,0 0-2 16,0 0-4-16,0 0-2 0,0 0 12 0,0 0-15 15,0 0 5-15,0 0-6 0,0 0 0 16,0 0-2-16,0 0 0 0,0 0-2 0,0 0 3 16,0 0-6-16,0 0 5 0,0 0-4 0,0 0-3 15,0 0 3-15,0 0 1 0,0 0-4 0,0 0 1 0,0 0 0 16,0 0-1-16,0 0 0 0,0 0 1 0,0 0 1 16,0 0-3-16,0 0-4 0,0 0 5 0,0 0-5 15,0 0 6-15,0 0-4 0,0 0 4 16,0 0-7-16,0 0 6 0,0 0-4 0,0 0 4 15,0 0-5-15,0 0 4 0,0 0 0 0,0 0 0 0,0 0 0 16,0 0-2-16,0 0 2 0,0 0-2 0,0 0 0 16,0 0-1-16,0 0 1 0,0 0 0 0,0 0-3 15,0 0 5-15,0 0-3 0,0 0-2 0,0 0 0 16,0 0 1-16,0 0-1 0,0 0 2 0,0 0-1 16,0 0 1-16,0 0-2 0,0 0 20 0,0 0-17 15,0 0 1-15,0 0-2 0,0 0 0 0,0 0 0 16,0 0 0-16,0 0 3 0,0 0-1 0,0 0 0 15,0 0-3-15,0 0-3 0,0 0 3 0,0 0 1 16,0 0 4-16,0 0-7 0,0 0 4 16,0 0 2-16,0 0-1 0,0 0 3 0,0 0-4 0,0 0 2 15,0 0 0-15,0 0-5 0,0 0 4 0,0 0-4 16,0 0-1-16,0 0 3 0,0 0 2 0,0 0-2 16,0 0 2-16,0 0-4 0,0 0 3 0,0 0-4 15,0 0 3-15,0 0-3 0,0 0 4 0,0 0-5 16,0 0 4-16,0 0 1 0,0 0-1 0,0 0 9 15,0 0-12-15,0 0 5 0,0 0-5 0,0 0 5 16,0 0-2-16,0 0-7 0,0 0 4 0,0 0 0 16,0 0 1-16,0 0-2 0,0 0 0 0,0 0-2 15,0 0 0-15,0 0-5 0,0 0 0 0,0 0-1 16,0 0-6-16,0 0-3 0,0 0-8 0,0 0-5 16,0 0-1-16,0 0-12 0,0 0-7 0,0 0-2 15,0 0 10-15,0 0-14 0,0 0-16 0,0 0-1 16,0 0-6-16,12-11-10 0,-12 11-18 0,0 0-60 15,0 0-186-15,0 0 83 0</inkml:trace>
  <inkml:trace contextRef="#ctx0" brushRef="#br0" timeOffset="-212650.09">26115 13734 57 0,'0'0'84'0,"0"0"-15"0,0 0 1 0,9 0-15 16,-9 0-8-16,0 0-14 0,0 0 16 15,8 2-11-15,-8-2-9 0,0 0-22 0,10 1-24 16,-10-1-71-16,5 4-93 0,-5-4 42 0</inkml:trace>
  <inkml:trace contextRef="#ctx0" brushRef="#br0" timeOffset="-204668.15">24091 12676 14 0,'0'0'86'0,"0"0"2"0,0 0-10 0,0 0-15 15,0 0 6-15,0 0-11 0,0 0-5 0,0 0-11 0,0 0 2 16,0 0-3-16,0 0-7 0,0 0-12 0,0 0 2 15,0 0-11-15,0 0-2 0,0 0-5 16,0 0-8-16,0 0 6 0,0 0-14 0,0 0-6 16,0 0-8-16,0 0-2 0,0 0-11 0,0 0-9 0,0 0-53 15,0 0-106-15,0 0 48 0</inkml:trace>
  <inkml:trace contextRef="#ctx0" brushRef="#br0" timeOffset="-204154.7">24146 12630 56 0,'0'0'79'0,"0"0"-9"15,0 0 0-15,0 0 0 0,0 0-6 0,0 0 5 16,0 0-16-16,0 0 3 0,0 0-2 0,0 0 1 15,0 0-27-15,0 0 19 0,0 0-11 0,0 0 0 16,0 0-1-16,0 0-12 0,0 0-4 16,0 0 3-16,0 0-14 0,0 0-7 0,0 0-10 15,0 0-29-15,0 0-6 0,0 0-18 0,0 0-71 0,0 0-145 16,-22-9 64-16</inkml:trace>
  <inkml:trace contextRef="#ctx0" brushRef="#br0" timeOffset="-202794.35">22458 14237 26 0,'0'0'49'0,"0"0"-3"0,0 0-8 16,0 0-10-16,0 0-16 0,0 0-14 0,0 0-32 15,0 0-35-15,5 11 16 0</inkml:trace>
  <inkml:trace contextRef="#ctx0" brushRef="#br0" timeOffset="-202524.19">22948 14162 19 0,'0'0'75'0,"0"0"-13"0,0 0-11 0,0 0-10 15,0 0-2-15,0 0-20 0,-4 11-18 0,4-11-27 16,0 0-22-16,0 0-50 0,2 9 23 0</inkml:trace>
  <inkml:trace contextRef="#ctx0" brushRef="#br0" timeOffset="-202289.63">23407 14139 58 0,'0'0'96'0,"0"0"-8"0,0 0-13 16,0 0-7-16,0 0-9 0,0 0-18 0,0 0-14 16,0 0-19-16,0 0-10 0,0 0-14 0,10 9-19 15,-10-9-44-15,3 4-83 0,-3-4 37 0</inkml:trace>
  <inkml:trace contextRef="#ctx0" brushRef="#br0" timeOffset="-201713.89">24104 14159 74 0,'-3'13'139'0,"3"-13"-1"0,0 0-2 0,0 0-11 16,0 0-5-16,0 0-17 0,0 0-6 16,0 0-9-16,0 10 4 0,0-10-9 0,0 0-5 15,0 0-2-15,0 0-4 0,3 6-1 0,-3-6-4 0,0 0-7 16,0 0 1-16,0 0-4 0,0 0-4 0,0 0-5 16,2 5-3-16,-2-5-5 0,0 0-5 15,0 0 1-15,0 0-1 0,0 0-9 0,0 0 0 0,0 0-1 16,0 0 0-16,0 0 3 0,3 8-10 0,-3-8 1 15,0 0-3-15,0 0 1 0,0 0 0 0,0 0-5 16,0 0 0-16,0 0-1 0,0 0 2 0,0 0-1 16,0 0 1-16,0 0-2 0,0 0-1 15,0 0-2-15,0 0 1 0,0 0 0 0,0 0-3 16,0 0 6-16,0 0-6 0,0 0 3 0,0 0 2 0,4 4-6 16,-4-4 2-16,0 0-1 0,0 0-1 0,0 0 3 15,0 0 2-15,0 0-4 0,0 0 1 0,0 0 5 16,0 0 5-16,1 9 3 0,-1-9-1 0,0 0-3 15,0 0-4-15,0 0 7 0,0 9-9 0,0-9 1 16,0 0-1-16,0 0 0 0,0 0 2 0,0 0-3 16,0 0-1-16,0 0 1 0,0 0 0 15,4 4 3-15,-4-4-4 0,0 0 1 0,0 0-2 16,0 0 3-16,0 0-3 0,0 0-2 0,0 0 1 0,0 0-5 16,0 0 5-16,0 0-4 0,0 0-3 0,0 0-10 15,0 0-16-15,0 0-14 0,0 0-19 0,0 0-26 16,0 0-21-16,0 0-41 0,0 0-19 0,0 0-20 15,0 0-131-15,0 0-344 0,0 0 153 0</inkml:trace>
  <inkml:trace contextRef="#ctx0" brushRef="#br0" timeOffset="-200167.13">23375 13975 88 0,'0'0'83'0,"0"0"-10"0,0 0-13 16,0 0-4-16,0 0-15 0,0 0-12 0,0 0-13 16,0 0-17-16,0 0-5 0,0 0-17 0,0 0-5 15,0 0-37-15,0 0-71 0,0 0 32 0</inkml:trace>
  <inkml:trace contextRef="#ctx0" brushRef="#br0" timeOffset="-198975.46">23623 14056 73 0,'0'0'85'16,"0"0"-5"-16,0 0-14 0,0 0-4 0,0 0-9 16,0 0-4-16,0 0-3 0,0 0-7 0,0 0-12 15,0 0-13-15,0 0-12 0,0 0-18 0,0 0-16 16,0 0-60-16,0 0-98 0,0 0 43 0</inkml:trace>
  <inkml:trace contextRef="#ctx0" brushRef="#br0" timeOffset="-195755.02">31736 3446 51 0,'5'-7'50'0,"-2"3"-2"0,-3 4-6 16,6-5 4-16,-6 5-6 0,6-7-16 0,-6 7 10 15,3-4 5-15,-3 4-14 0,5-4-4 0,-5 4-19 16,0 0-7-16,0 0-4 0,0 0-16 0,0 0-1 16,9-2-34-16,-9 2-64 0,0 0 28 0</inkml:trace>
  <inkml:trace contextRef="#ctx0" brushRef="#br0" timeOffset="-195200.22">30933 5302 20 0,'0'0'63'0,"0"0"-3"16,0 0-14-16,0 0-13 0,0 0-12 0,0 0-3 15,0 0-11-15,0 0-14 0,0 0-12 0,0 0-22 16,0 0-43-16,6-10 19 0</inkml:trace>
  <inkml:trace contextRef="#ctx0" brushRef="#br0" timeOffset="-194669.4">32320 4960 12 0,'0'0'88'16,"0"0"-14"-16,0 0-8 0,10 1-5 0,-10-1-9 15,0 0 5-15,0 0-12 0,0 0-3 0,0 0-7 0,0 0-1 16,0 0-3-16,0 0-4 0,0 0 0 16,0 0-8-16,0 0 3 0,0 0-2 0,0 0-6 15,0 0-2-15,0 0-8 0,0 0 13 0,0 0-9 16,0 0-1-16,0 0 1 0,0 0 0 0,0 0 1 15,0 0-3-15,0 0-3 0,0 0 8 0,0 0-5 16,0 0-1-16,0 0-5 0,0 0-3 0,0 0 8 16,0 0-1-16,0 0-7 0,0 0 0 0,0 0 3 15,0 0 2-15,0 0 2 0,0 0 10 0,0 0-17 16,0 0 6-16,0 0-3 0,0 0 1 16,0 0-1-16,0 0 8 0,0 0-8 0,0 0 8 0,0 0-11 15,0 0 3-15,0 0 0 0,0 0 1 0,0 0 0 16,0 0-1-16,0 0 6 0,0 0-5 0,0 0-1 15,0 0 3-15,0 0-12 0,0 0 9 16,0 0-9-16,0 0 2 0,0 0-16 0,0 0 10 16,0 0-34-16,0 0-11 0,0 0-7 0,0 0-43 15,0 0-116-15,0 0 51 0</inkml:trace>
  <inkml:trace contextRef="#ctx0" brushRef="#br0" timeOffset="-193210.92">26739 4880 36 0,'23'-19'63'0,"9"0"-13"0,5-12 4 16,9 5-6-16,-2-6-14 0,6 7-23 0,1-5-26 15,7 6-33-15,-3-5-50 0,33-12 23 0</inkml:trace>
  <inkml:trace contextRef="#ctx0" brushRef="#br0" timeOffset="-188417.77">19440 16999 17 0,'0'0'55'16,"0"0"-1"-16,0 0 0 0,0 0-1 0,0 0-2 15,0 0 11-15,0 0-17 0,0 0 8 0,0 0-11 16,0 0 4-16,0 0-2 0,0 0-1 0,0 0-6 15,0 0-2-15,0 0 0 0,0 0 8 0,0 0-1 16,0 0-3-16,0 0-3 0,0 0 1 0,0 0 6 16,0 0-7-16,0 0 5 0,0 0-6 15,0 0-4-15,0 0 1 0,0 0-7 0,0 0-2 0,0 0-2 16,0 0 0-16,0 0-5 0,0 0 3 16,0 0-3-16,0 0-5 0,0 0 10 0,0 0-3 15,0 0-9-15,0 0 7 0,0 0-11 0,0 0 3 0,0 0-7 16,0 0 9-16,0 0-6 0,0 0 7 0,0 0-6 15,0 0-1-15,0 0 5 0,0 0-8 16,0 0 3-16,0 0 8 0,0 0-11 0,0 0 0 16,0 0 1-16,0 0-1 0,0 0 1 0,0 0-8 15,0 0 7-15,0 0-9 0,0 0 8 0,0 0-2 16,0 0 0-16,0 0 5 0,0 0-7 0,0 0 6 16,0 0-6-16,0 0 9 0,0 0-2 0,0 0-2 0,0 0 5 15,0 0-5-15,0 0-2 0,0 0-3 16,0 0-4-16,0 0 6 0,0 0-11 0,0 0-3 15,0 0-13-15,0 0-1 0,0 0-9 0,0 0-19 16,0 0-3-16,0 0-2 0,0 0-9 0,0 0 2 16,0 0-4-16,0 0 1 0,0 0-3 0,-24 9-49 15,24-9-134-15,0 0 60 0</inkml:trace>
  <inkml:trace contextRef="#ctx0" brushRef="#br0" timeOffset="-186282.9">18911 15647 11 0,'0'0'60'0,"0"0"3"0,0 0-14 15,0 0-4-15,0 0-4 0,0 0-4 0,0 0-6 0,0 0 2 16,0 0-1-16,0 0-4 0,0 0-1 15,0 0-6-15,0 0-4 0,0 0-2 0,0 0 5 0,0 0-11 16,0 0 3-16,0 0-5 0,0 0-3 16,0 0 4-16,0 0-13 0,0 0-3 0,0 0-12 15,0 0-2-15,0 0-17 0,0 0-41 0,0 0-85 16,0 0 37-16</inkml:trace>
  <inkml:trace contextRef="#ctx0" brushRef="#br0" timeOffset="-182680.12">20097 15879 23 0,'0'0'91'0,"0"0"-17"0,-9-4 2 15,9 4-10-15,0 0-22 0,0 0-14 0,0 0-12 16,0 0-13-16,0 0-7 0,0 0-21 0,0 0-13 16,0 0-25-16,0 0-67 0,0 0 30 0</inkml:trace>
  <inkml:trace contextRef="#ctx0" brushRef="#br0" timeOffset="-173090.5">27018 15759 39 0,'0'0'152'0,"0"0"-12"0,0 0-29 0,0 0-21 0,0 0-51 16,0 0-42-16,0 0-53 0,-11 20-30 0,11-20-92 15,-4 5 41-15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51:32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14231 10981 35 0,'0'0'189'0,"0"0"-8"15,0 0-13-15,0 0-8 0,0 0-3 0,0 0-3 16,0 0-7-16,0 0-10 0,0 0-9 0,-12-14-9 15,12 14-12-15,0 0-10 0,0 0-10 16,0 0-8-16,0 0-10 0,-13 2-1 0,13-2-4 0,-13 6-3 16,5 1-5-16,-2 0-6 0,1 1-4 0,-3 4-4 15,-3-1-4-15,2 2 0 0,-3 0-7 0,-1 6 3 16,0-6-3-16,-5 6-3 0,2 0 3 16,-1-2 0-16,-1 1 0 0,4-1-2 0,2-4-2 0,1-1-4 15,1 2-2-15,1-3-2 0,4-3-2 0,-3 5 2 16,4-6-8-16,-1 0 6 0,3-2-6 0,0-1 0 15,0 1-4-15,1-1-1 0,5-4-13 0,-8 6-12 16,6-2-12-16,2-4-17 0,-10 4-26 0,10-4-34 16,0 0-36-16,0 0-24 0,0 0-30 0,0 0-155 15,-15-8-382-15,12 3 169 0</inkml:trace>
  <inkml:trace contextRef="#ctx0" brushRef="#br0" timeOffset="260.81">13787 11053 157 0,'-4'-11'174'0,"4"11"-7"0,-4-7-9 16,4 7-10-16,0 0-12 0,0 0-15 0,-4-7-12 15,4 7-7-15,0 0-14 0,0 0 2 0,0 0-5 16,-11 18-2-16,7-9-8 0,0 0-2 0,2 4-4 16,-4-3-10-16,4 2-2 0,-2 0 2 0,2 0-5 15,2 0-6-15,-3-1-1 0,3 1-9 0,-2-2 0 16,2-1-3-16,0-1-4 0,4-2-2 0,-1 3-3 15,-3-2-3-15,4 0 2 0,-2-1-7 0,6 0 1 16,-4-1 0-16,3-1-5 0,-1 1-22 0,4-2-26 16,1 0-14-16,-3 0-26 0,1-1-26 0,1 0-29 15,1-1-28-15,-5 0-25 0,4 2-109 0,-10-3-315 16,11 2 141-16</inkml:trace>
  <inkml:trace contextRef="#ctx0" brushRef="#br0" timeOffset="858.61">12925 11346 111 0,'-3'-7'217'0,"1"3"-2"0,2 4-16 16,-5-10-18-16,5 10-21 0,-4-6-19 0,4 6-13 15,0 0-15-15,0 0-1 0,0 0-5 0,0 0-6 16,2 32-7-16,2-18-8 0,-1 6-5 0,0 6-10 16,-1 0 7-16,2-1-14 0,-4-8-1 0,2 1-6 15,-2-2-5-15,2 0-8 0,-2-5-6 0,0-2 0 16,0 1-4-16,0-4-2 0,0-6 8 0,0 10-12 16,0-10-1-16,0 10-3 0,0-10 2 0,2 6 13 15,-2-6 0-15,0 0 4 0,0 0 7 0,0 0 3 16,0 0-6-16,0 0-5 0,0 0-4 0,0 0-3 15,0 0-10-15,3-27 0 0,1 11 0 0,-2-1-1 16,6 1-5-16,-2-1-5 0,1 4 3 0,-3-3-8 16,3 5 4-16,2 0-2 0,-6 3-1 0,3 2-7 15,-2 1-1-15,3 1-2 0,-1 2 1 0,-6 2 0 16,15 2 1-16,-3 2-4 0,-4 1 11 0,3 5-12 16,-5-4 3-16,3 4 7 0,1 0-8 0,-2 0 0 15,-1 6 3-15,1-1-1 0,0-2 1 0,-3 1-3 16,3 0-1-16,-3-3-23 0,2 4-23 0,-3-3-20 15,1-3-26-15,-1 1-28 0,-2 0-41 0,3-5-22 16,-3 0-18-16,0 2-10 0,-2-7-5 0,5 8-120 16,-5-8-364-16,5 1 162 0</inkml:trace>
  <inkml:trace contextRef="#ctx0" brushRef="#br0" timeOffset="1201.06">13205 11510 167 0,'0'0'178'0,"0"0"4"16,0-12-17-16,0 12-15 0,0 0-15 0,-4-7-11 15,4 7-6-15,0 0-3 0,0 0 4 0,0 0-4 0,0 0 0 16,-5 24-12-16,5-15-8 0,0 0-7 16,0 1-8-16,0 0-6 0,3-1-7 0,-3-2-5 15,2 3-3-15,2-4-4 0,-1 0-3 0,3-1 2 16,-2-1 2-16,1-1 0 0,4-1 1 0,0 1-4 0,0-3-3 16,-9 0 1-16,20-5-6 0,-4-1-4 0,-5 0-4 15,-2-1-2-15,-3 1-1 0,1-3-7 16,5 2 2-16,-8-2 3 0,1-1 2 0,1 0-4 15,-4 1-1-15,2 0 5 0,-4 1-10 0,4 1-7 0,-4 7 4 16,0-10-3-16,0 10 0 0,2-7-10 0,-2 7 4 16,2-6-7-16,-2 6-4 0,0 0 2 0,0 0-4 15,0 0 3-15,0 21 1 0,0-5-5 16,2 1 3-16,-4-2 1 0,2 3-1 0,-2 0-1 0,2 0-1 16,2 1 5-16,-2 1-2 0,2-3-8 0,-2 2-19 15,0-3-31-15,0 0-28 0,3-2-40 0,-1 0-52 16,-2-2-35-16,2-1-44 0,-4-1-146 0,2-3-434 15,0-7 192-15</inkml:trace>
  <inkml:trace contextRef="#ctx0" brushRef="#br0" timeOffset="1673.27">13481 11269 33 0,'0'0'250'0,"-4"-7"-20"0,4 7-13 15,-5-8-27-15,5 8-20 0,0 0-12 0,0 0 0 16,0 0-8-16,0 0-14 0,-2 28-10 0,4-10-6 16,-2 5-7-16,5 1-8 0,-5-3-12 0,0-2-8 15,2 8-11-15,-2-1-2 0,2-7-7 0,1-1-6 16,-1 8-3-16,2-10-11 0,-4 0-2 0,4-5-4 15,-3 2-2-15,-1-3-1 0,2-1-9 0,0 0 0 16,-2-2-2-16,0-7 1 0,4 10-4 0,-4-10 1 16,0 6 1-16,0-6-1 0,0 0 0 0,0 0-1 15,0 0 1-15,0 0-1 0,0 0-6 0,0 0 1 16,0 0-5-16,0 0-3 0,6-25 2 0,-6 17-3 16,6-2-3-16,1 3 5 0,-3 1-8 0,2 0 4 15,2-2-2-15,-2 4 1 0,-1 1-5 0,-1-1 0 16,-4 4 2-16,14 0-6 0,-14 0 9 0,9 1-7 15,-2 1-2-15,-3 3 4 0,0 1-3 0,1-3 2 16,-2 4 5-16,-1-1-2 0,-2-6 0 0,2 13 2 16,-2-7-1-16,0-6 4 0,-4 12-5 0,1-5 1 15,0 0 0-15,-7 2 1 0,7-2-8 0,-1-1-11 16,-2-2-25-16,-2 1-19 0,4-1-22 0,-1 0-36 16,-1-2-24-16,6-2-40 0,-13 4-14 0,5-3-24 15,8-1-153-15,0 0-402 0,-22-1 179 0</inkml:trace>
  <inkml:trace contextRef="#ctx0" brushRef="#br0" timeOffset="2014.63">13546 11527 173 0,'0'0'177'0,"9"0"-5"0,-2-1 4 0,-7 1-4 16,16 1-6-16,-10 2-4 0,1 0-11 0,0 3-8 16,2 0-8-16,-2-1-8 0,1 1-3 0,0 2-12 15,-1-1-10-15,-1 0-8 0,-2-1-8 0,-1 2-2 16,-3-2-7-16,4 0-2 0,-4-6 0 0,0 10-6 15,0-10-1-15,4 6-3 0,-4-6 2 0,0 0-5 16,3 7 0-16,-3-7-1 0,0 0-5 16,0 0-9-16,0 0-2 0,0 0-9 0,0 0 0 0,0 0-5 15,0 0-8-15,0 0-1 0,0-24-7 0,5 13-3 16,-5 1-5-16,4 0-3 0,3 0 1 0,1-1-5 16,0 3 4-16,0 0-4 0,-1 0 2 15,0 3-6-15,4 0 2 0,-2 2-2 0,-2 2-1 0,5 2 2 16,-2 3-1-16,-3-3 3 0,-1 4-5 0,2 1 10 15,1 1-6-15,-1 2 1 0,-3 0 1 0,4-2-3 16,-4 2 2-16,-1 2 1 0,-2-3 1 0,2 3-3 16,-3-2-27-16,1 0-17 0,-2 2-26 0,0-2-41 15,-5-1-58-15,3 0-45 0,0-1-49 0,-2-1-142 16,-1-1-440-16,-2 0 195 0</inkml:trace>
  <inkml:trace contextRef="#ctx0" brushRef="#br0" timeOffset="2162.71">13804 11460 54 0,'0'0'83'0,"0"0"-25"0,0 0-25 16,14 12-35-16,-11-6-36 0,-1 2-41 0,-2-8 18 15</inkml:trace>
  <inkml:trace contextRef="#ctx0" brushRef="#br0" timeOffset="2563.29">13930 11531 43 0,'0'0'212'0,"2"-5"0"0,-2 5-4 15,0 0-3-15,3-8-7 0,-3 8-6 0,0 0-14 16,0 0-11-16,0 0-19 0,0 0-11 0,0 0-16 16,0 0-10-16,0 0-10 0,0 0 0 0,0 0-8 15,-16 25-4-15,10-18-12 0,-1 5-4 0,0-1-3 16,5-2-8-16,-1 3-8 0,-1-1-2 0,4 1-5 15,-2-2-5-15,2 2-3 0,0-4-6 0,0 1-2 16,2-2-1-16,2 1-6 0,-2-4 1 0,-2-4-2 16,7 8 0-16,-1-5 1 0,-6-3-6 0,10 1 0 15,-10-1-5-15,11-2-4 0,-3-2-2 0,-4 1-2 0,3-2 2 16,-5-1-4-16,4-3-1 0,-1-4 3 16,-3 3-4-16,3-3 4 0,-5-2-4 0,0-5 1 15,0 4 2-15,2-2-1 0,-4-2-3 0,-1 1 2 16,1-1-2-16,0 1-1 0,2 1 2 0,-2 0-1 0,1 3 7 15,-1 2 2-15,2 5 4 0,-2-1 0 0,2 9 0 16,2-12-4-16,-2 12-6 0,0 0-2 16,2-6 4-16,-2 6-1 0,0 0 5 0,0 0 1 15,5 37 9-15,-5-20-11 0,5 2 2 0,-5 7 1 0,0-3-6 16,5 5 4-16,-4-4 1 0,0 1-6 0,3 0-7 16,-2-5-25-16,2-1-33 0,-1 1-23 0,3-1-44 15,-1-2-38-15,2-1-45 0,0-1-57 16,-1-5-162-16,1-1-464 0,5 0 206 0</inkml:trace>
  <inkml:trace contextRef="#ctx0" brushRef="#br0" timeOffset="3250.32">14611 11378 119 0,'0'0'200'16,"-2"-9"-6"-16,2 9-5 0,0 0-10 0,0 0-7 16,-1-8-15-16,1 8-9 0,0 0-14 0,0 0-18 15,0 0-7-15,0 0-14 0,0 0-10 0,0 0-3 16,0 0-5-16,0 0-6 0,10-3-3 0,-10 3-5 15,0 0-4-15,0 0 3 0,13 6-9 0,-13-6 1 16,9 11 7-16,-4-8-7 0,-1 5-1 0,1 0-1 0,0-1-6 16,0 2-8-16,0 0 1 0,3 0-8 15,-2-1-2-15,0 2 0 0,-1 1-5 0,2-3 1 16,0 0-2-16,0 2-3 0,-1-2-5 0,3-2 4 16,-2 2-3-16,-1-1-1 0,1 2-3 0,-2-4-1 0,-1-1-1 15,5-1 1-15,-4 3-4 0,0-4 3 0,-5-2-1 16,10 5-2-16,-6-2 0 0,-4-3-3 15,8 2 1-15,-8-2 2 0,5 4-4 0,-5-4 3 16,0 0 1-16,8 4-2 0,-8-4 0 0,0 0 3 0,5 3-6 16,-5-3 4-16,0 0 2 0,0 0 4 15,0 0-2-15,0 0 0 0,0 0-1 0,0 0 5 16,0 0-3-16,0 0-4 0,0 0 0 0,0 0 4 16,-16 6-5-16,16-6 0 0,-11 4-2 0,6-1 2 0,-2 1-2 15,1-1 7-15,6-3-6 0,-14 7-2 0,9-4-5 16,0 2 6-16,-2-1-2 0,-1 0 0 0,4 0-2 15,4-4-2-15,-9 6-16 0,5-2-12 0,4-4-16 16,-5 6-16-16,5-6-24 0,-7 5-25 0,7-5-30 16,-4 5-29-16,4-5-31 0,0 0-21 0,-5 5-158 15,5-5-412-15,0 0 183 0</inkml:trace>
  <inkml:trace contextRef="#ctx0" brushRef="#br0" timeOffset="3455.85">14802 11524 171 0,'2'-10'208'0,"-2"3"5"0,0-4 4 16,0 11-4-16,-2-13-17 0,1 3-7 0,-5 1-1 16,3 0 4-16,-1 4-17 0,2-4-12 0,-2 1-10 15,3 3-1-15,1 5-9 0,-8-11-8 0,4 7-15 16,4 4-5-16,-5-8-16 0,5 8-14 0,-5-5-7 16,5 5-7-16,0 0-5 0,-4-6-8 0,4 6-35 15,0 0-28-15,-4-6-31 0,4 6-30 0,0 0-42 16,0 0-34-16,0 0-26 0,0 0-28 0,0 0-23 15,0 0-196-15,0 0-447 0,0 0 198 0</inkml:trace>
  <inkml:trace contextRef="#ctx0" brushRef="#br0" timeOffset="4478.33">15054 11378 9 0,'0'0'197'15,"0"0"-12"-15,0 0-11 0,-4-3-15 0,4 3-15 16,0 0-16-16,0 0-9 0,0 0-17 0,0 0-9 16,0 0-5-16,0 0-14 0,27 0-6 0,-15 1-7 15,-5 1-4-15,7 0-10 0,3 1 2 0,1 1-7 16,0-3-9-16,2 2 2 0,-1 0-5 0,-1 0-4 16,0 0-1-16,0 1-2 0,-1-1-5 0,-4 0 2 15,-1-3-3-15,1 1-2 0,-3 1-4 0,2-1 2 16,-2-1-7-16,-4 2 6 0,-6-2-1 0,16 0-1 15,-11 1-4-15,-5-1 1 0,8 1 4 0,-8-1 3 16,0 0 9-16,10 0 9 0,-10 0 9 0,0 0 11 16,0 0 0-16,0 0 5 0,0 0-3 0,0 0 4 0,0 0-6 15,9-4 0-15,-9 4-4 0,0 0-6 16,0 0-6-16,0 0 2 0,0 0-7 0,0 0-3 16,0 0-3-16,0 0-3 0,-25 8-1 0,25-8 5 15,-10 6-13-15,3-1 7 0,-1 2-8 0,1-1-1 0,0 0-1 16,-1 1-7-16,-3-1-19 0,5 2-18 0,-1 0-28 15,-1-1-30-15,1 1-28 0,1-1-32 0,1-3-36 16,1 2-32-16,0 0-133 0,4-6-381 16,-4 10 168-16</inkml:trace>
  <inkml:trace contextRef="#ctx0" brushRef="#br0" timeOffset="4678.16">15411 11414 176 0,'1'-11'248'0,"-2"2"-5"0,-2-3-8 15,1 5 1-15,-4-4-5 0,1 1-12 0,-1 1-10 16,-2 1-9-16,1-1-15 0,-1 2-13 0,-1 0-13 16,1 1-8-16,-1-1-11 0,2 0-19 0,0 4-8 15,2-1-12-15,5 4-5 0,-9-5-14 0,5 1-15 16,4 4-19-16,-7-5-35 0,7 5-29 0,0 0-31 16,0 0-26-16,0 0-38 0,0 0-43 0,0 0-43 15,0 0-55-15,0 0-181 0,0 0-469 0,19 16 209 16</inkml:trace>
  <inkml:trace contextRef="#ctx0" brushRef="#br0" timeOffset="5177.85">15710 11453 79 0,'0'0'183'0,"10"-7"6"0,-2 4-5 15,-3-3 0-15,1-3-6 0,-2 2-1 0,2-1-6 0,2-1-4 16,-4 0-13-16,-2 2-11 0,2-3-7 0,-2 0-3 16,-1 0-8-16,-1-2 2 0,0 2-8 15,-1-1-7-15,-1 1-8 0,-2 0-4 0,2 2 4 16,-2 2-5-16,-1 0-10 0,1 0-3 0,4 6 3 0,-10-6-25 15,2 5 1-15,8 1-7 0,-15 5-8 0,6 0-2 16,0 2-5-16,-4 5-5 0,4 1 5 16,-2 1-6-16,2 2-1 0,4-2-1 0,1 3-3 15,3-2-3-15,1 2-3 0,2-7 13 0,2 3-15 0,1 2-10 16,4-6-22-16,-3 2-31 0,5-3-37 0,3 2-36 16,-3-3-39-16,6-1-38 0,-4-2-35 0,4 0-24 15,-1-3-32-15,-3-1-151 0,4 0-468 0,3 0 208 16</inkml:trace>
  <inkml:trace contextRef="#ctx0" brushRef="#br0" timeOffset="6614.33">15973 11419 155 0,'0'0'162'0,"0"0"-3"16,0 0-8-16,0 0 10 0,0 0 1 0,0 0 3 16,0 0 5-16,8 11-3 0,-8-11-12 0,0 0-5 15,0 13-12-15,0-13 0 0,-3 9-6 0,3-9-5 16,0 0-5-16,-1 10-2 0,1-10-2 0,0 0 3 15,0 0 10-15,0 10 6 0,0-10 6 0,0 0 5 16,0 0 4-16,0 0-15 0,0 0-11 0,0 0-4 16,0 0-21-16,0 0-14 0,0 0 10 0,0 0-27 15,-12-22-1-15,11 15-9 0,1 7-7 0,0 0-2 16,1-16-7-16,1 10-17 0,1-1 5 16,0-3-6-16,1 3-11 0,0 1 3 0,-2 0-3 0,3-1-11 15,1 4 6-15,1 1-2 0,1 0 10 0,-8 2-15 16,14 0-5-16,-8 4-3 0,4-1-4 0,-2 5 10 15,-3 0-1-15,-1 2-4 0,2 5 1 0,-1-4 6 0,1 4 1 16,-2-3-4-16,-2 0-4 0,2-3 5 16,-3-1 5-16,2 0-8 0,-3-1 11 0,0-7-10 0,1 11 12 15,-1-11-7-15,1 9 5 0,-1-9-6 0,4 5 1 16,-4-5 14-16,0 0-15 0,0 0-2 0,0 0 6 16,0 0-5-16,0 0-5 0,0 0 1 0,8-19 1 15,-4 13 0-15,-1-1-1 0,1 0-10 0,1-3 3 16,3 2-8-16,1-2-15 0,-3 1 12 0,3 2-12 15,0-1 7-15,-1 1 3 0,0 2-5 0,-2 1 6 16,0 2 2-16,2 1-2 0,-8 1 4 0,12 1 0 16,-7 3 6-16,1-1-1 0,-2 3-1 0,2 0 2 15,-1 4-2-15,1-2 7 0,-3-2-3 0,4 1-1 16,-2 1 6-16,0-1 4 0,-1 0-5 0,1-3 5 16,0 0 2-16,3 0 1 0,-3-1 4 0,1 0-1 15,-6-3-6-15,18 0 4 0,-9-4-7 0,0-1 6 16,0 2 5-16,1-3-5 0,-2 2 3 0,-2-4 0 15,1 0-1-15,-1 3-5 0,-1-2 5 0,-1 1 4 16,1-2-6-16,-1-2 6 0,1 0-18 0,-2 1 10 16,2 0-5-16,-2-1 5 0,0 5-2 0,0-2 2 15,-3 7-4-15,3-8 5 0,-3 8-6 0,3-7-3 16,-3 7-8-16,0 0 6 0,0 0 2 0,0 0-1 16,0 0 5-16,0 0 2 0,6 18-3 0,-6-10 0 0,0-8 7 15,2 13-5-15,-1-3 1 0,3 0 4 16,-2-4-8-16,2 4 2 0,-1 0 0 0,1-4 9 0,1 2 3 15,0-3-4-15,0-1 2 0,1 1-1 16,2-3 3-16,0 1 1 0,1-3-10 0,2 0 2 0,-1-1 4 16,-2-1-1-16,2-3 6 0,-1 2 2 0,-1-3 8 15,-1 2-19-15,-2-1 0 0,2-2-1 16,-2-1-3-16,0-1 2 0,-1 0 5 0,1-1-1 16,-1 0-2-16,-3-2-3 0,0 0 3 0,2-3 1 0,-2-2-2 15,1 1 2-15,-2-1 3 0,1 0-5 0,-1 6-5 16,0 0 11-16,1 0-9 0,-1 5-2 15,0 6 6-15,0-13 0 0,0 13-6 0,1-8 3 0,-1 8-10 16,0 0 4-16,0 0-6 0,0 0 12 0,0 0 0 16,0 0 11-16,-1 32-9 0,1-19 6 0,0 2-3 15,0 3 6-15,1-1-7 0,1 1 5 0,-2-7 2 16,2 5 11-16,2-3-9 0,-1-3 5 0,3 0 1 16,0 6 4-16,1-10-2 0,1 1 2 0,-1-1 1 15,3-2-7-15,1 0 0 0,1-3 3 0,5 0-5 16,-4-2 9-16,1 0-4 0,-1-2-3 0,-1 0-4 15,0-1 1-15,1-2-1 0,-3 1-1 0,0-1 1 16,0-2-5-16,-2 2 4 0,0-5-4 0,2 0 1 16,-1-3 1-16,-5 3-10 0,0 0 8 0,-1-3-7 15,0 0-4-15,0 2 8 0,-1-5-4 0,-2 6-6 16,1 3 1-16,-1 1 1 0,0 7 2 0,0-13 3 16,2 6-5-16,-2 7 1 0,0 0-2 0,-2-9-9 15,2 9-12-15,0 0 12 0,0 0 5 0,0 0-1 16,0 0 1-16,0 0 1 0,-5 29 3 0,4-18-5 15,0 1 9-15,1 0 8 0,-2 1-14 0,2 1 6 16,2-2 0-16,-1-3 0 0,2 4-2 0,2-3-3 16,1 1 7-16,2 4 0 0,-1-8-2 0,1 2 2 15,1-2 1-15,2 0-1 0,0 1 4 0,0-3 4 16,1-3 1-16,2 1-6 0,-3-1-4 0,8 0-3 0,-7-1 9 16,1-1-6-16,1-3 17 0,-1-1-17 0,3 0 5 15,-3 0-2-15,0-1 5 0,-3-2-6 16,0 2 14-16,-1-2-16 0,-1-1 2 0,-2 0 4 15,-2-2 2-15,0 1-5 0,-1-2 0 0,-1 4-2 0,-2 0 12 16,0-1-8-16,0 8-7 0,-1-13 3 0,1 13-5 16,-1-10 4-16,1 10-4 0,0-9-9 0,0 9 5 15,0 0-2-15,-4-4-1 0,4 4-8 0,0 0 16 16,0 0-4-16,-11 13 5 0,7-3 1 0,-1-3-6 16,0 5 4-16,2-3-7 0,0-2 7 0,-1 3 3 15,3-3-3-15,-2 1 3 0,2-1 6 16,1-7-5-16,1 12-11 0,1-5 11 0,-2-7 1 0,5 7-4 15,-3-3 4-15,-2-4-6 0,12 4-10 0,-12-4 4 16,11 0-3-16,-3 2 4 0,3-4 2 0,-2 0-2 16,2-1-1-16,-1-1 4 0,-4 0-6 0,4-1-5 15,1 1 7-15,1-1-7 0,-1 1 1 0,-1 1 3 16,-3 1 1-16,0-2 5 0,-7 4-5 0,10-2 3 16,-10 2 0-16,12 2 0 0,-12-2-1 0,6 6-1 15,-6-6 2-15,4 9 2 0,-2-4 0 0,-2-5 3 16,0 14 2-16,0-6-3 0,0-1-2 0,0-7-15 15,0 14-16-15,0-14-26 0,-1 11-43 0,1-5-34 16,0-6-37-16,0 9-34 0,0-9-40 0,0 0-38 16,-1 8-236-16,1-8-571 0,0 0 253 0</inkml:trace>
  <inkml:trace contextRef="#ctx0" brushRef="#br0" timeOffset="6777.26">17104 11303 97 0,'-6'-9'173'0,"3"5"-25"0,3 4-19 15,-1-8-14-15,1 8-35 0,-3-7-37 0,3 7-41 0,-4-6-35 16,4 6-93-16,0 0-136 0,0 0 60 0</inkml:trace>
  <inkml:trace contextRef="#ctx0" brushRef="#br0" timeOffset="16682.39">4768 14696 25 0,'-12'2'32'15,"12"-2"-1"-15,-10 0-2 0,10 0-1 0,-12 4-7 16,7-4-5-16,5 0-1 0,-12 5 1 0,6-3-3 16,6-2-3-16,-12 3 7 0,5-1-9 0,1 2 5 15,6-4-5-15,-12 3 0 0,6-1-2 0,6-2 0 16,-13 4 1-16,8-1-4 0,5-3 0 0,-11 3 2 16,4-1 1-16,2 2-5 0,5-4 1 0,-9 6 4 15,4-2 6-15,-1-3-5 0,6-1 1 0,-14 7 3 16,7-3 3-16,1-2 3 0,-4 2 6 0,2-2-6 15,0 1 6-15,2-2 4 0,-2 3 6 0,8-4-3 16,-11 4 1-16,7-2-1 0,4-2 3 0,-8 3-3 16,8-3 3-16,0 0-4 0,-10 4 5 0,10-4-9 15,0 0-2-15,0 0 8 0,-5 2-4 0,5-2-5 16,0 0 4-16,0 0-8 0,0 0-5 0,0 0 8 16,0 0-9-16,0 0 2 0,0 0-3 0,0 0 4 15,0 0 0-15,0 0-8 0,16 10 5 0,-8-7 3 16,3-1-8-16,0 2 8 0,0-1 1 0,1 0-6 15,3 2-1-15,-2-2-2 0,4 2-2 0,1-1 7 16,2-1-1-16,0 0 0 0,11 0 7 0,1-2-4 16,3 0-2-16,4 2 1 0,14-2 0 0,1-1-1 15,3-1 4-15,0 0-3 0,5-1-1 0,0 1-1 16,3 0-2-16,-1-2 5 0,27 2 9 0,-30-1-14 16,2-1 6-16,3-1 2 0,26-1 4 0,-29 3-2 15,26-6 2-15,-26 8 2 0,30-1 3 0,-27 1-1 16,28-3 2-16,-27 3-1 0,27-3-1 0,-28 0-2 15,28 2 2-15,-3-5 3 0,-25 0-2 0,1 4-3 16,27-2 0-16,-31 3-2 0,2-5-1 0,-1 2 5 16,27-2 1-16,-35 0 0 0,-2 1 1 0,-15 1 5 15,12 0 4-15,-12 1 3 0,-2 1-2 0,0-3 5 16,-3 2 0-16,-4 0 1 0,-3-1 1 0,2 4-1 16,-10-2-1-16,-1 1 1 0,-4 0-3 0,-2 1-5 15,-1 0-2-15,0-1 3 0,-4 1-2 0,-7 0 3 16,10-2-2-16,-10 2 1 0,10-2-1 0,-10 2 3 15,8-1-2-15,-8 1-1 0,0 0 1 0,0 0-1 16,0 0-4-16,10 1-1 0,-10-1-2 0,0 0-2 16,0 0-4-16,0 0 1 0,0 0-4 0,0 0-4 15,0 0-2-15,0 0 7 0,0 0-8 0,0 0 2 16,7-3-2-16,-7 3-4 0,0 0 0 0,0 0-8 16,0 0-19-16,0 0-18 0,0 0-29 0,0 0-43 15,0 0-80-15,0 0-74 0,0 0-147 0,0 0-443 16,0 0 196-16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50:25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10690 6603 45 0,'0'0'59'0,"0"0"-15"0,0 0 2 15,0 0-6-15,0 0-2 0,-3 8 8 0,3-8-8 16,0 0 7-16,0 0 5 0,0 0 12 0,0 0-7 15,0 0 13-15,0 0 10 0,0 0-1 0,0 0-12 16,0 0 1-16,0 0-1 0,0 0-12 0,0 0-6 16,0 0-4-16,0 0-11 0,0 0 1 0,0 0-5 15,22-22-16-15,-8 12-26 0,11-10-38 0,3-1-27 0,15-7-28 16,7-4-58-16,23-15-177 0,-21 12 80 16</inkml:trace>
  <inkml:trace contextRef="#ctx0" brushRef="#br0" timeOffset="25637.96">13769 11643 81 0,'0'0'81'16,"0"0"-7"-16,0 0-24 0,0 0 7 0,0 0-1 15,0 0-5-15,0 0-2 0,0 0-7 0,0 0 3 16,0 0-5-16,0 0-11 0,0 0 5 0,0 0-8 15,0 0-2-15,0 0-1 0,0 0-6 0,0 0 1 16,0 0 1-16,0 0-1 0,0 0-5 0,0 0-1 16,0 0-3-16,0 0-2 0,0 0-3 0,0 0 9 0,0 0-5 15,0 0 1-15,0 0-5 0,0 0 0 0,0 0-1 16,0 0-3-16,0 0 6 0,0 0 6 16,0 0 1-16,0 0-3 0,0 0 3 0,0 0-4 15,0 0 10-15,0 0-7 0,0 0 4 0,0 0-5 0,0 0-14 16,0 0 9-16,0 0 8 0,0 0-3 15,0 0-3-15,0 0 1 0,0 0 5 0,0 0-5 16,0 0 0-16,0 0-2 0,0 0-1 0,0 0 2 16,0 0-3-16,0 0 2 0,0 0-9 0,0 0 8 0,0 0 2 15,0 0-6-15,0 0-10 0,0 0 17 0,0 0-7 16,0 0-2-16,0 0-1 0,0 0-11 0,0 0-1 16,0 0-21-16,0 0 0 0,0 0-16 0,0 0-14 15,0 0-21-15,6 2-62 0,-6-2-157 16,0 0 70-16</inkml:trace>
  <inkml:trace contextRef="#ctx0" brushRef="#br0" timeOffset="26328.12">14600 11136 19 0,'0'0'63'0,"0"0"-5"0,0 0-6 16,0 0 3-16,0 0-5 0,0 0-1 0,4-4 0 15,-4 4-2-15,0 0-11 0,0 0 9 0,0 0-4 16,0 0-9-16,0 0-1 0,0 0-8 0,0 0 8 0,0 0-8 15,0 0-9-15,0 0-3 0,0 0 6 0,0 0-20 16,0 0 3-16,0 0-12 0,0 0-12 16,0 0-11-16,0 0-13 0,0 0-56 0,0 0-113 15,0 0 49-15</inkml:trace>
  <inkml:trace contextRef="#ctx0" brushRef="#br0" timeOffset="26793.88">14947 11651 81 0,'0'0'118'0,"0"0"-2"0,0 0-6 0,-12-21-9 15,12 21-7-15,0 0-7 0,0 0-15 0,0 0 2 16,0 0-6-16,0 0-10 0,0 0-7 0,0 0-8 16,0 0 0-16,-4-5-8 0,4 5-4 0,0 0-6 15,0 0-16-15,0 0-11 0,0 0-3 0,0 0-19 16,0 0-9-16,0 0-10 0,0 0-14 0,0 0-9 15,0 0-13-15,0 0-73 0,0 0-164 0,0 0 73 16</inkml:trace>
  <inkml:trace contextRef="#ctx0" brushRef="#br0" timeOffset="29210.05">14660 11301 2 0,'0'0'75'0,"0"0"-1"0,0 0-6 0,7-1 2 0,-7 1-8 15,0 0-11-15,0 0 10 0,0 0-14 16,0 0-9-16,0 0 5 0,0 0 0 0,0 0-2 0,0 0 3 16,0 0 1-16,0 0-10 0,0 0-1 0,0 0 11 15,0 0-20-15,0 0 9 0,0 0-1 0,0 0-4 16,0 0 11-16,0 0-7 0,0 0-1 16,0 0-4-16,0 0 4 0,0 0 0 0,0 0 8 0,0 0-12 15,0 0-7-15,0 0 5 0,0 0-11 0,0 0-5 16,0 0 9-16,0 0-1 0,0 0-1 0,0 0-8 15,0 0-3-15,0 0-10 0,0 0-4 0,0 0-16 16,0 0-11-16,0 0-11 0,0 0-16 0,0 0-11 16,0 0-25-16,0 0-79 0,0 0-190 0,0 0 85 15</inkml:trace>
  <inkml:trace contextRef="#ctx0" brushRef="#br0" timeOffset="29818.91">14990 11214 92 0,'0'0'101'16,"0"0"-5"-16,0 0-11 0,0 0-7 0,0 0-1 16,0 0-10-16,0 0-5 0,0 0-8 0,0 0 0 15,0 0-8-15,0 0-8 0,0 0-2 0,0 0-7 16,0 0-15-16,0 0 12 0,0 0 4 0,0 0 3 16,0 0-10-16,0 0-3 0,0 0 7 0,0 0-6 15,0 0-5-15,0 0 2 0,0 0 1 0,0 0-7 16,0 0-1-16,0 0 9 0,0 0-7 0,0 0 6 15,0 0-6-15,0 0-5 0,0 0 4 0,0 0-10 16,0 0 7-16,0 0 4 0,0 0-3 0,0 0 1 16,0 0 0-16,0 0-1 0,0 0 0 0,0 0-4 0,0 0-7 15,0 0 5-15,0 0-2 0,0 0 1 0,0 0 7 16,0 0-4-16,0 0-6 0,0 0 3 16,0 0 0-16,0 0 1 0,0 0-5 0,0 0 4 15,0 0-3-15,0 0 2 0,0 0 0 0,0 0 3 0,0 0-3 16,0 0-5-16,0 0-3 0,0 0-13 0,0 0-7 15,0 0-17-15,0 0-11 0,0 0-9 16,0 0-19-16,0 0-11 0,0 0-76 0,0 0-182 16,0 0 81-16</inkml:trace>
  <inkml:trace contextRef="#ctx0" brushRef="#br0" timeOffset="30302.88">16296 11548 59 0,'0'0'90'0,"0"0"-6"0,0 0-11 0,0 0-8 0,0 0-3 16,0 0-17-16,0 0-9 0,0 0-6 0,0 0-25 15,0 0-14-15,0 0-16 0,0 0-20 0,0 0-34 16,0 0-85-16,-6 2 38 0</inkml:trace>
  <inkml:trace contextRef="#ctx0" brushRef="#br0" timeOffset="31078.28">15955 11610 5 0,'0'0'0'0,"-8"3"-2"15,8-3 0-15</inkml:trace>
  <inkml:trace contextRef="#ctx0" brushRef="#br0" timeOffset="31914.06">15858 11619 89 0,'0'0'79'0,"0"0"-7"0,0 0-5 0,0 0-6 16,0 0-5-16,0 0-7 0,0 0-5 0,0 0-2 0,0 0-10 15,0 0-4-15,0 0-11 0,0 0-23 16,0 0-15-16,0 0 1 0,0 0-15 0,0 0-15 15,0 0-34-15,0 0-91 0,0 0 40 0</inkml:trace>
  <inkml:trace contextRef="#ctx0" brushRef="#br0" timeOffset="34420.18">14510 10419 53 0,'0'0'56'0,"0"-10"-8"16,0 10 1-16,0 0-5 0,-4-8-6 0,4 8-11 15,0 0 7-15,-5-7 0 0,5 7-1 0,-4-7 5 16,4 7-5-16,-4-5 3 0,4 5 1 0,-6-7-9 16,6 7-3-16,-4-7 5 0,4 7 0 0,-7-6 2 15,3 2-8-15,4 4 7 0,-7-9-4 0,3 6-5 16,4 3 10-16,-12-9-6 0,6 5 19 0,-3 0-17 15,2 1-4-15,-2-3-9 0,0 1 16 0,0 2 3 16,-1 0 0-16,-2-2 3 0,3 0-9 0,-5 0 5 16,5 1 2-16,-2 1-3 0,-1-2-3 0,-1 1-4 15,1 1 10-15,1 0 0 0,1 0 0 0,-2 2-8 16,3 0-5-16,-1-2-4 0,-2 3 3 0,3 0-4 16,-2-3-1-16,11 3-5 0,-18 0 13 0,11 1-1 15,-2-1-4-15,9 0-3 0,-14 5-5 0,6-3-3 16,-2 0 1-16,6 2 1 0,-3-2-4 0,0 3 5 15,1 0-4-15,-3-1-8 0,0 4 9 0,2 0-1 0,0-2 0 16,0 4-3-16,0-1-1 0,1 1 3 16,0-1 3-16,-2 1-7 0,1 4-3 0,-1-4 7 15,1 1-14-15,-2 3 14 0,2 1-1 0,-2 0 2 16,1 1 0-16,0 3-1 0,-3-2-2 0,3 0 0 0,-4 7 5 16,3-6-4-16,1 0 1 0,1-2 1 15,-3 0-3-15,1 2-1 0,-1-1-1 0,2 0-5 16,0-3 6-16,1 1 1 0,2-3-3 0,-3 3-2 15,0-4 2-15,2 5 4 0,2-6-3 0,-3 2-2 0,1-1 1 16,0 3-4-16,-3 0 8 0,3 0-1 0,-1 1-8 16,0-4 7-16,4 1 0 0,-5 3-2 15,1 0 0-15,1 0 2 0,-4 1-4 0,2 0 2 16,3-3 4-16,-4 1-3 0,2 0 4 0,-2 1-8 16,3-3 0-16,-1 3 2 0,0-4 8 0,2 1-12 0,-1-1 10 15,2 0-2-15,-3-1 5 0,2 1-1 0,-2 0 5 16,3-2-3-16,0 3 3 0,1-2-2 0,1-1-2 15,-2 0-4-15,2 1 10 0,-1 0-5 16,-2 0-3-16,5 0-3 0,-2 0 0 0,2 1 7 0,0 0-4 16,0-3 9-16,0 3 1 0,0-1-4 15,0 0 1-15,-2 2-5 0,4-5 4 0,-2 5 2 0,2-3-5 16,-2 1 0-16,2-2 1 0,1 3 2 0,-3-3-8 16,3-1 4-16,-1 3-2 0,0-1-1 0,2 0 0 15,-1 1-4-15,-1-2 6 0,4 1-2 0,-1 0-6 16,0 2 5-16,1-2-2 0,1-1-3 0,1 2 1 15,2-1 5-15,-1 3 3 0,4-1 1 16,-1-2-1-16,3 4-1 0,1-2 0 0,-1 2-5 0,0-2 5 16,2-1-4-16,-1 0-1 0,1 0 3 0,0 1 0 15,0-4 2-15,1 2-1 0,-1-2-1 0,0 2 0 16,1-3 3-16,0 1-1 0,-2-3-3 0,-1 2-2 16,4-3 1-16,-4 2 1 0,3 0-2 0,1 0-1 15,2-4 0-15,-2 2-1 0,1-5 2 0,-2 5-1 16,2 0 3-16,-2-2-9 0,2 0 8 0,1-1-4 15,-1-1-4-15,-2 1 6 0,2 0-4 0,0-2 0 16,2 2 2-16,-3 0 2 0,-1-2-7 0,2 1 1 16,-2-3 4-16,0 2-3 0,0-1-2 0,1 0 1 15,2 2-4-15,-3-3 0 0,0 1 2 0,1-1 2 16,-2-1-4-16,3 3 1 0,-2-3-1 0,0 0 5 16,1-3-1-16,0 2-2 0,-1-1-1 0,-2-1 4 15,4 1-4-15,-3-2 3 0,0 1-2 0,-1-2 3 0,-1-1-3 16,1 1 5-16,0 1-2 0,-2 0 0 15,0-1 0-15,-4 2 1 0,4-1-3 0,-1-1 0 16,1 0 3-16,-1-2-7 0,2 2 9 0,-6 1 3 16,3 1-6-16,-2-2 6 0,0 0-6 0,3-2 1 15,1 1 2-15,-3-1-4 0,1 0 2 0,-1-1 3 16,-3 0-6-16,2-1 3 0,-1 0 0 0,4-2 0 16,-4 2-5-16,4-2 9 0,-4-1-2 0,-2 1 0 15,3-1 5-15,-4 0-4 0,0 0-4 0,-1-2 3 0,-3 2-4 16,0-1 5-16,3 0 2 0,-3 0-5 15,1-1 2-15,-4-1-1 0,-2-6 2 0,1 7-1 0,-2-6-1 16,0 0-7-16,3 5 7 0,-3 0 1 16,1 2-2-16,0-7 1 0,-1 6-1 0,-1 0 2 15,3-1 1-15,-3 1 1 0,-1 0-5 0,-3-5 6 0,2 7 0 16,4-1-1-16,-5 2-2 0,-1-1 3 0,0-1-5 16,0 1-1-16,-1 1 1 0,0-1-2 15,1-1 4-15,-1 2 2 0,-1-1-5 0,1 1 5 16,-1 0-1-16,-2-6-1 0,-1 8 1 0,1-4 3 0,1 4-4 15,-2-2 3-15,2 2-2 0,-4-1-1 0,-3-3-4 16,0-2 3-16,4 6-6 0,-5-3 4 0,3 4-2 16,-5 0 2-16,0-2-4 0,0 0 5 0,-2 1 6 15,7 4-7-15,-2 0-3 0,1 2-1 0,-3 1-2 16,-6-3 8-16,0 3-1 0,6 1-1 0,-5 0 3 16,3 3-4-16,-6 0-4 0,0-1 4 0,-3 3 6 15,3 2-6-15,-1-2-1 0,1 2 7 0,6 2-2 16,-6 1-2-16,3-1-2 0,-1 4 3 0,5-4 1 15,1 4-1-15,2-2 2 0,-2 2-5 0,1 0 3 16,-6 3-2-16,7 0 4 0,-4 2 0 0,6-1-1 16,0-2 4-16,-1-1-6 0,3 3-2 0,-1-3 4 15,3 2-3-15,4-3 0 0,-1 3-1 0,1-3 2 16,-1 2 0-16,0-2 5 0,3 2-2 0,1-1-5 16,-1-1-7-16,1 1-9 0,0-1-9 0,0 1-10 15,4 1-6-15,-2-1 0 0,2-1-26 0,-1 0 7 16,-1 3-6-16,4-4-18 0,-2 3-3 15,2 3 0-15,0-4-22 0,0 1-99 0,2 1-230 0,-2-3 103 16</inkml:trace>
  <inkml:trace contextRef="#ctx0" brushRef="#br0" timeOffset="47256.09">11570 12673 16 0,'0'0'88'0,"0"0"-6"0,0 0-10 0,0 0 2 0,0 0-9 15,0 0-3-15,0 0-16 0,0 0-1 0,0 0-25 16,11-5-15-16,-11 5-6 0,0 0-9 0,5-6-11 16,-5 6-16-16,0 0-48 0,11 0-91 0,-11 0 41 15</inkml:trace>
  <inkml:trace contextRef="#ctx0" brushRef="#br0" timeOffset="47576.59">12538 12520 11 0,'0'0'81'16,"0"0"-10"-16,0 0-4 0,0 0-6 0,0 0-16 15,0 0 1-15,0 0-12 0,0 0-16 0,0 0-6 16,0 0-19-16,0 0-16 0,0 0-9 0,0 0-32 16,0 0-70-16,0 0 31 0</inkml:trace>
  <inkml:trace contextRef="#ctx0" brushRef="#br0" timeOffset="48898.08">23343 12057 18 0,'0'0'72'0,"0"0"-5"15,0 0 3-15,0 0-14 0,0 0-4 0,0 0-5 16,0 0-4-16,0 0-7 0,0 0 1 0,0 0-13 16,0 0 4-16,0 0-4 0,0 0 1 0,0 0-6 15,0 0-4-15,0 0-4 0,0 0 1 0,0 0 3 16,0 0 1-16,0 0-11 0,0 0 8 0,0 0-8 15,0 0 2-15,0 0-4 0,0 0 4 0,0 0 5 16,0 0 9-16,0 0-4 0,0 0-7 0,0 0 2 16,0 0-1-16,0 0-2 0,0 0 2 0,0 0-5 15,0 0 5-15,0 0-3 0,0 0-4 0,0 0-2 16,0 0 10-16,0 0-7 0,0 0 1 0,0 0 2 16,0 0 3-16,0 0 1 0,8 1-7 0,-8-1-6 15,0 0-1-15,0 0 2 0,0 0 3 0,0 0 5 16,0 0-7-16,0 0 2 0,0 0-2 0,0 0-5 0,0 0 6 15,0 0 0-15,0 0 2 0,0 0-2 0,0 0 1 16,0 0 9-16,0 0-2 0,0 0-10 16,0 0 7-16,0 0-8 0,0 0 13 0,0 0-4 0,0 0 1 15,0 0 3-15,0 0-3 0,0 0-2 0,0 0-1 16,0 0 5-16,0 0-8 0,0 0 2 0,0 0 11 16,0 0-11-16,0 0 0 0,0 0 1 0,0 0 5 15,0 0-5-15,0 0 8 0,0 0 0 0,0 0 0 16,0 0 5-16,0 0-8 0,0 0 1 0,0 0 5 15,0 0-5-15,0 0-3 0,0 0-4 0,0 0 12 16,0 0-10-16,0 0 1 0,0 0-7 0,0 0-1 16,0 0 2-16,0 0-1 0,0 0 7 0,0 0 2 15,0 0-2-15,0 0-9 0,0 0 4 0,0 0 0 16,0 0-3-16,0 0 3 0,0 0-16 0,0 0 2 16,0 0-10-16,0 0-16 0,0 0-11 0,0 0-10 15,0 0-6-15,0 0-8 0,0 0-16 0,0 0-60 16,0 0-160-16,-10-21 71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37:27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6190 2947 77 0,'-6'-8'186'16,"-1"2"2"-16,-1-3-6 0,-3 2-2 0,1 1-10 15,-7-3-5-15,1 5-10 0,-2-1-13 0,-1 0-10 16,-1 0-6-16,1 3-11 0,-9 0-6 0,10 4-7 16,-1 0-11-16,0 2-8 0,0 1-4 0,-2 1-5 15,2 2-5-15,0 2-8 0,-5 4-2 0,1 5-4 16,3 2-3-16,-1 0-5 0,3 7 2 0,4-1-3 15,2-4-11-15,2 6 4 0,3-2-1 0,1 0-5 16,5-1-1-16,1 1-1 0,4-2-4 16,0-6 1-16,2 5-7 0,6-1 1 0,-5-6-2 15,5 0-1-15,1-1 1 0,-1 1-4 0,5-6-1 16,4 4-1-16,-4-2-16 0,0-2-10 0,2-3-15 0,0 1-23 16,-1-4-22-16,0 0-27 0,-1-2-14 15,1-1-20-15,-2-2-15 0,0-2-4 0,-4 0-3 16,2-1 1-16,-2-1 17 0,1-2 8 0,-2-1 3 0,-1-1 21 15,3-6 9-15,-3 0 10 0,-2-1 7 16,1 1 14-16,-1-4 13 0,-1 1 7 0,2-6 21 16,-2 7 6-16,0-4 37 0,-2 3-6 0,2 0-1 15,-1-1 20-15,-1 6 5 0,-1 1 17 0,0 0 11 16,0 0 7-16,-2 5 12 0,0-1-8 0,-2 7 7 16,2-10-7-16,-2 10-8 0,3-7-12 0,-3 7-3 15,0 0-4-15,0 0-5 0,0 0 13 0,0 0 3 16,4 21 6-16,-7-6 5 0,2 2-4 0,1 1-1 15,-1 1-5-15,2 1-5 0,0-1-6 0,0 0-7 16,2-1 0-16,-2 0-1 0,6 1-6 0,-1-2-2 16,-2-6-1-16,2 7-3 0,-1-7-4 0,3-2 0 15,0 1 0-15,2-4-1 0,3 1-3 0,-2-2-4 16,2-4-1-16,5-2 1 0,1-1-3 0,-4-5-1 16,6 0 0-16,-3-4-2 0,0 0-2 0,3-6 2 15,-7 3-4-15,5-7 0 0,-4-2-1 0,0 0-1 16,-4-1-3-16,2-1 5 0,-1 1-5 0,-3-1 3 15,0 0-4-15,-2-1 3 0,-2 9-3 0,-2 0 1 16,-1 0-1-16,-2 1 2 0,2 5 3 0,-2 3 1 16,0 0 1-16,0 8-3 0,-2-11-4 0,2 11-4 15,0 0-2-15,0 0 5 0,0 0-1 0,0 0 0 16,3 24 0-16,-2-5 3 0,-2-1-1 0,1 9 1 16,0-8-1-16,-1 6 6 0,2-4-5 0,-1-4 0 15,0 2 1-15,5-2-2 0,2 0 3 0,-1-3-3 16,-1-2-1-16,0 0 4 0,7 0-4 0,2 0 7 15,1-5-2-15,3 0 0 0,-1-4 0 0,0-1-9 16,1-2 1-16,-1-2-1 0,3 0-2 16,-3-4 3-16,3-3-3 0,-3-1 1 0,0 0 2 0,-1-3-3 15,0-2-1-15,1-5 2 0,-2-2 0 0,-1-1 0 16,-7 6 1-16,2-9 1 0,-4-2-4 0,-1 1 6 16,1-4-5-16,-5 5 5 0,2-5 0 0,-4 5-1 15,0 1 3-15,-2 5 2 0,1 2-1 16,2 2 14-16,-1 5 7 0,0 1-3 0,2 3 10 15,0 7-3-15,-1-12-5 0,0 7-3 0,1 5-10 16,0 0-3-16,0 0 1 0,0 0 0 0,0 0-2 16,-4 28 5-16,4-10-5 0,-4 11 8 0,1 3 3 15,1 0 0-15,1 0 2 0,-1 3-2 0,1-2-2 16,-1 1 13-16,0-4-18 0,2 3 2 0,-2-2 2 16,1-3-2-16,3 0 2 0,-1-2-2 0,1-1-22 15,-2-7-3-15,2 1-19 0,1-2-27 0,-1-2-36 16,1-2-37-16,-1-2-44 0,2-1-53 0,-1-5-42 15,-1 3-163-15,-2-8-469 0,0 0 208 0</inkml:trace>
  <inkml:trace contextRef="#ctx0" brushRef="#br0" timeOffset="743.79">6737 3193 1844 0,'-10'-8'17'0,"4"-1"2"0,-1 1-6 0,7 8 11 16,-8-9-24-16,8 9-1 0,-3-7 1 0,3 7-2 15,0 0 4-15,0 0-3 0,16-10 0 0,-3 9 1 16,5-1 1-16,5 0-4 0,6 2-13 0,2-2-16 16,3 1-12-16,2-1-11 0,3 0-20 15,1 0-12-15,-1-1 7 0,-1-1-5 0,13 0 1 0,-14 2 12 16,-1-2-7-16,-5 0 13 0,-2 2 4 0,-6 1 10 16,-4-2 9-16,-6 1 11 0,-3 1 24 0,3 0 11 15,-13 1 23-15,14-2 18 0,-14 2 11 0,12-6 8 16,-12 6 14-16,7-2 10 0,-7 2 6 0,4-2-3 15,-4 2 1-15,0 0-3 0,0 0-14 0,0 0 5 16,0 0-15-16,0 0-7 0,5 10 14 16,-5-10 4-16,-2 16 4 0,-1-6-4 0,1 6-3 15,-2-1 2-15,1 3 1 0,1 0-2 0,-3 0-5 0,2-1-7 16,2-1-7-16,2 0-3 0,3 0-3 16,0 0-1-16,1-2-8 0,-3-2 2 0,5-1-5 15,3 2 0-15,-1-4-4 0,-1-3-2 0,1-1-6 0,2-1 1 16,-1 0-1-16,1-3-1 0,2-1-1 15,0-1-9-15,-1-1 0 0,-1-4-1 0,0 0-4 16,-2 1-9-16,-2-4 1 0,0-1-5 0,-5-2-2 16,3-3-2-16,-5-2-3 0,0-1 2 0,2-1-2 0,-8-8-2 15,1 3 5-15,-2-3-2 0,-3 0 4 16,3 10-1-16,-1-1 0 0,3 1 3 0,-2 6 0 16,3-1 0-16,0 3 3 0,0 1-3 0,2 2 0 15,2 6-4-15,0 0 2 0,0 0 0 0,-6-13 1 16,6 13 2-16,0 0 2 0,0 0 0 0,0 0-1 15,26 19 5-15,-11-12-3 0,3-1 1 0,8 1-3 16,3-3 2-16,6-3 1 0,0-3 1 0,1-1-5 0,-1 0-10 16,2-2 7-16,-5-4 0 0,-1-2 2 15,-5 0-1-15,-1-2 1 0,-10-1 0 0,0 0 3 16,-2-2 0-16,0-1-3 0,-4 0 4 0,-3-1-2 16,-2 1 5-16,-3 0-30 0,2-1 5 0,-6 6 14 15,2 0 9-15,-2 1 5 0,1 1 6 0,-1 3 3 16,1 1 0-16,2 6-2 0,-4-9-5 0,4 9-3 15,0 0 1-15,0 0-3 0,-10 15 8 0,3 9 6 16,-2 8 7-16,2 12 0 0,-5 5 8 0,2 5 1 16,2 3-1-16,-2-1 0 0,0-1-3 0,2-1 2 15,2-2-2-15,1-4-5 0,0-3 9 0,1-9-9 16,0 0-3-16,0-2 0 0,3 0-2 0,-2-2-5 16,2-3 1-16,-3-3-8 0,3-1-16 0,1-7-17 15,-2 0-21-15,1-4-40 0,-1 3-24 0,-2-6-37 16,4-11-46-16,-1 16-41 0,1-16-196 0,-5 8-467 15,5-8 208-15</inkml:trace>
  <inkml:trace contextRef="#ctx0" brushRef="#br0" timeOffset="1101.77">7694 3342 11 0,'18'-8'130'0,"10"1"-15"0,1-3-4 0,4 3-14 15,-1-3-22-15,1 1-20 0,3-1-29 0,-3 1-21 16,0-1-8-16,2-3-17 0,-2 2-16 0,-2-3 1 16,-3 0 0-16,0-4 1 0,-5 1 3 0,-1-2 11 15,-5-2 7-15,-1-1 6 0,-5-2 13 0,-2 1 3 16,-4 3 12-16,-2 1 34 0,-2 0-3 0,0 2 13 16,-1 0 8-16,0 0 5 0,-2 7 25 0,1 0 11 15,1 10 3-15,-3-12-10 0,3 12-5 0,0 0-12 16,-5-11-15-16,5 11 5 0,0 0-14 0,0 0 9 15,-10 27-8-15,7-2 0 0,-3 7 6 0,1 0-5 16,1 4 2-16,-4 11-4 0,3-11-5 0,1 10-5 16,0-12-6-16,2 10-6 0,1-10-3 0,-2 0 1 15,2-5-5-15,-1 2-5 0,0-2-1 0,-1 0-2 16,-2-1-1-16,3-3-2 0,0-7-3 0,0 1-13 16,-2-1-27-16,0-1-21 0,0-3-31 15,2-2-40-15,2-12-34 0,-5 18-40 0,2-12-158 16,3-6-368-16,0 0 163 0</inkml:trace>
  <inkml:trace contextRef="#ctx0" brushRef="#br0" timeOffset="1268.45">8034 3336 1724 0,'0'-9'30'0,"0"9"4"0,-1-19-22 0,1 19-3 16,0-10-2-16,0 10-7 0,0 0-2 0,0-13-4 15,0 13 5-15,6-6-6 0,-6 6 13 0,17-7-7 16,-3 5-1-16,5 1 1 0,9-4 1 0,3 5-9 15,0-4-32-15,1-3-33 0,2 6-25 0,2-3-31 16,-2 1-112-16,0 1-262 0,3-2 116 0</inkml:trace>
  <inkml:trace contextRef="#ctx0" brushRef="#br0" timeOffset="1613.59">8630 2950 23 0,'3'-11'215'0,"-1"6"-3"0,1-1-2 16,-3 6-3-16,2-11-13 0,-2 11-22 0,3-6-17 0,-3 6-18 15,0 0-15-15,0 0-17 0,0 0-13 0,0 0-10 16,0 0-5-16,6 23-6 0,-3 2-7 0,-3 5 4 16,0 2-8-16,-2 0-3 0,1 4-4 15,-3-4-4-15,0 4-4 0,1-1 0 0,-1-4-7 16,0 2 2-16,0-1-9 0,1-5-3 0,2 1-1 16,-1-3-7-16,2 1-28 0,-3-9-22 0,3 0-20 15,-1-2-32-15,-1-3-32 0,1-1-35 0,1-11-22 16,0 17-38-16,0-17-106 0,0 0-341 0,-4 14 152 15</inkml:trace>
  <inkml:trace contextRef="#ctx0" brushRef="#br0" timeOffset="2418.75">8635 2929 58 0,'10'-10'146'0,"3"0"-10"16,-4 1-6-16,4 4-12 0,0 2-13 0,0 0-7 15,0 5-7-15,5 2-18 0,-1-1 3 0,-1 6-12 16,-1 1-5-16,-3 4-6 0,0 0-6 16,-2 3 2-16,-2-4-12 0,-5 6 5 0,-1 1-8 15,-5 4 1-15,-4-6-6 0,-1 0 6 0,-2 0-10 16,-3-1-4-16,0-3 1 0,-2 0 0 0,1-2 0 0,0-2-8 16,2-4 3-16,2 0 0 0,1-2-7 15,1-1 7-15,8-3-3 0,-12 4-2 0,12-4-3 16,-10 3 5-16,10-3-3 0,0 0-5 0,-11 4-4 15,11-4-4-15,0 0 0 0,-6 8 7 0,6-8-17 16,0 0 10-16,5 15 2 0,-5-15 0 0,11 17 1 16,-4-9-2-16,2 2 6 0,3-2-5 0,2 3 1 15,1-2 4-15,4 0 6 0,1 1 3 0,-1-3-3 16,3-2-1-16,0-1 2 0,-2-1-5 0,2-1 4 16,0 0-2-16,-4-4-5 0,2 0 5 0,-1-1 3 15,-6 1-4-15,0-3 5 0,-3 0 4 0,0-2-1 16,0-2 0-16,-1 0-1 0,-2-2 1 0,-1-3-5 15,-1-1 2-15,2-3-6 0,-6 3-1 0,0-2 1 16,-2 5 1-16,1 0 9 0,-3-1 4 0,3 13 16 16,-3-14 4-16,3 14-4 0,-2-11-3 0,2 11-7 15,-3-7-5-15,3 7-5 0,0 0-3 0,0 0-1 16,0 0 0-16,-29 24 1 0,19-9-4 16,1 1 2-16,-2 0-4 0,6 1 1 0,-2 1-3 0,6-1 7 15,0-1-9-15,2 0 2 0,1-4 1 0,2 1 1 16,5 0 6-16,3-1 0 0,-2-4 3 0,8-1 2 15,1 1 0-15,4-4 0 0,8-4-3 0,2-2 1 16,0 0-3-16,-2-3 4 0,1-2 1 0,-4-4-2 16,0 0 1-16,-1 1 0 0,-3-5 5 15,-7 5-1-15,6-7-4 0,-7 4 1 0,2-7-1 16,-4 6-6-16,3-7 3 0,-6 6-3 0,0-1-1 16,-4-1 3-16,-2 5 6 0,-1 0 7 0,-1 6 4 15,-1-3 9-15,-2 9-3 0,3-13 0 0,-3 13-10 16,0 0-3-16,0-13-5 0,0 13-4 0,0 0-4 0,0 0 2 15,0 0-3-15,-38 19-3 0,23-9 2 16,3 2-2-16,-2 2-1 0,2-2-5 0,3-2 4 0,2 3-1 16,0 1 0-16,1 2-2 0,2-4-1 15,1-2 2-15,5 7-3 0,-2-5 6 0,0 4-8 16,3 1 9-16,1-2-7 0,0 1 6 0,1 1-6 16,-1 0 0-16,4 0 2 0,-3 0-3 0,0 0 1 15,-2-1 0-15,3 1 3 0,-5 0 2 0,1 0-6 16,-2-1 4-16,-2 3-3 0,0-2 0 0,-2-1 0 15,1-4 1-15,-2 3 1 0,0 1-10 0,-1-5-22 16,-1 1-14-16,1-1-18 0,1-1-22 0,-3 1-48 16,1-2-11-16,7-9-41 0,-11 12-42 0,11-12-158 15,-6 10-416-15,6-10 184 0</inkml:trace>
  <inkml:trace contextRef="#ctx0" brushRef="#br0" timeOffset="2627.67">9684 3189 2 0,'0'0'234'0,"5"-10"-28"0,-5 10-21 0,3-9-24 15,-3 9-16-15,0 0-17 0,0 0-8 0,0 0-10 16,0 0-8-16,0 0-1 0,-5 44-10 0,0-24-7 16,-2 2-11-16,3 5-3 0,-1 0-8 15,0-4-3-15,0-4-5 0,0-1-8 0,3 1 0 0,-1 6-22 16,3-7-32-16,-1-1-35 0,1-2-43 15,0 0-56-15,1-2-162 0,-1-13-330 0,0 18 146 16</inkml:trace>
  <inkml:trace contextRef="#ctx0" brushRef="#br0" timeOffset="2791.29">9852 2998 77 0,'0'0'162'0,"-7"-11"-16"16,7 11-27-16,0 0-30 0,0 0-40 0,0 0-30 16,0 0-38-16,-20 13-36 0,17-3-44 0,3-10-105 15,-5 27 47-15</inkml:trace>
  <inkml:trace contextRef="#ctx0" brushRef="#br0" timeOffset="3361.86">9909 3243 122 0,'0'0'186'0,"0"0"-7"0,0 0-12 16,-10 4-17-16,10-4-10 0,-8 6-15 0,8-6-13 15,-9 12-10-15,5-3-9 0,-1 1-5 0,-2 1-9 16,3 1-10-16,0 2-3 0,3-1-9 16,-2 2-2-16,3 1-4 0,1-4 0 0,1-2-10 15,2 1-3-15,3 0 1 0,1-1-5 0,1-1-6 16,1 0 1-16,0-3-2 0,-2 0-5 0,1-3 4 15,0 1-1-15,-9-4-2 0,15 3-3 0,-15-3-1 0,18-4-4 16,-18 4 1-16,12-12 2 0,-7 4-8 0,0 0 3 16,-1-3-6-16,-2 0 2 0,2-2-4 15,-3 1 4-15,1-3 0 0,0-3-7 0,-2 1 1 16,1 1-1-16,2 0-1 0,0 0 7 0,-1 5-10 16,1 2 7-16,-3 9-11 0,2-16 5 0,1 9-1 15,-3 7-7-15,10-5 7 0,-10 5-3 0,0 0-2 16,19 11 4-16,-14-3-4 0,3 3 0 0,-2 7 2 15,3 5 3-15,-5-4 2 0,0 0 2 0,1 1 0 16,-1-3-1-16,-2 1-1 0,2-3 8 0,-4-4-3 16,3-1 5-16,-3-10-3 0,0 15 13 0,0-15 13 15,0 10 22-15,0-10 10 0,0 0 0 0,0 0-12 16,0 0-2-16,0 0-7 0,0 0 1 0,0 0-9 16,0 0-2-16,0 0-5 0,-3-38 0 0,7 23-9 15,3-2 5-15,-1 1-10 0,3-1 0 0,4-6-1 16,-4 7 1-16,5-7-7 0,1 1 1 15,4 5-4-15,-2 3-1 0,-3 2-3 0,4 3 0 0,-6 4-1 16,1 2-3-16,1 2-2 0,-2 2-1 0,1 4 1 16,-3-1 1-16,-1 4 2 0,2 5-2 0,-2 1-1 15,-2 3 4-15,-2 2-1 0,2 6 7 0,-5-4-6 16,0 4 9-16,-1-3-11 0,-1-2 6 16,0 0-2-16,0 0-1 0,-1-1 2 0,0 5 2 15,1-7-12-15,0-1-35 0,-1-4-41 0,1-3-43 16,0-9-66-16,-7 18-239 0,7-18-468 0,-5 12 207 15</inkml:trace>
  <inkml:trace contextRef="#ctx0" brushRef="#br0" timeOffset="3534.76">10549 3245 177 0,'2'-14'202'0,"-2"14"-24"16,1-8-11-16,-1 8-24 0,0 0-16 0,0 0-17 15,0 0-9-15,0 0-10 0,0 0-23 0,0 0-27 16,0 0-38-16,10 30-31 0,-6-14-20 0,1 0-40 16,0 1-16-16,2 0-86 0,0 7-207 0,-3-6 92 15</inkml:trace>
  <inkml:trace contextRef="#ctx0" brushRef="#br0" timeOffset="3655.51">10621 3547 101 0,'0'0'110'0,"-1"8"-5"16,1-8-10-16,0 0-2 0,-3 10-12 0,3-10-5 15,0 0-3-15,0 0-9 0,0 0-7 0,0 0-16 16,0 0-25-16,0 0-44 0,0 0-41 0,0 0-68 16,0 0-146-16,0 0 65 0</inkml:trace>
  <inkml:trace contextRef="#ctx0" brushRef="#br0" timeOffset="3800.84">10874 3396 118 0,'0'0'187'0,"0"0"-12"15,8-4-14-15,-8 4-11 0,0 0-21 0,0 0-8 16,0 0-14-16,0 0-12 0,0 0-12 16,0 0-17-16,0 0-27 0,0 0-38 0,0 0-43 15,0 0-61-15,0 0-112 0,0 0-232 0,0 0 103 16</inkml:trace>
  <inkml:trace contextRef="#ctx0" brushRef="#br0" timeOffset="4316.08">6834 3846 64 0,'-21'0'179'16,"0"0"-20"-16,2-1-5 0,0 2 2 0,7-1-6 15,2 1-8-15,1-1-9 0,9 0-16 0,-10 0-14 16,10 0-13-16,0 0-9 0,0 0-4 0,-4 5-9 15,4-5-2-15,29 5-9 0,5 1-4 0,27-3-4 16,32 2 0-16,13-4-6 0,12-6-11 0,11 1 1 16,6-6 1-16,15 5-6 0,8-1-7 0,6 0 3 15,8 7-7-15,-1-7 3 0,-2 3-3 0,2 2-5 16,0-1-1-16,-6 5 4 0,-4-2-4 0,-9-2-4 16,-1 1 4-16,-10 2 0 0,-14-1 0 0,-8 1-4 15,-9-4 2-15,-12-1-1 0,-38 3-3 0,4 0 2 16,-8-3 2-16,-2 2-2 0,-19-4 1 0,-5 0 1 15,-7 5 12-15,-6-2 8 0,-6 0 19 0,0 1 5 16,-5-1 12-16,0 0-11 0,-6 2-1 0,7-7-10 16,-7 7-7-16,-2-7-20 0,2 7-22 0,-11-8-17 15,2 3-23-15,-1 3-27 0,-2-1-23 16,1-1-42-16,0 1-49 0,-1 3-184 0,12 0-401 0,-22-3 178 16</inkml:trace>
  <inkml:trace contextRef="#ctx0" brushRef="#br0" timeOffset="11973.51">8590 4560 136 0,'-2'-13'170'0,"0"8"-7"0,2 5-4 0,0-12-6 16,-2 6-11-16,2 6-4 0,-3-11-9 16,3 11-16-16,-7-10-3 0,4 5-9 0,3 5-11 15,-8-9-7-15,5 6-2 0,3 3-11 0,-13-3-6 16,4 3-5-16,9 0-1 0,-28 5-10 0,11-1-2 16,-10 5-3-16,2 3-2 0,-1 2-4 0,-1 2 0 0,4 2-6 15,-1 0 0-15,2 2 0 0,2-1-6 0,3 1-1 16,3-5-1-16,1 8 9 0,3-6-9 15,0 1-7-15,4 0 3 0,2 1 6 0,2-2 0 16,4 1-4-16,2-1 3 0,-1-2-1 0,10 0 5 0,-1 1-2 16,8 1-7-16,1-3 0 0,4-3 2 0,3 2-4 15,2-5 2-15,2-2-9 0,-2-1-1 0,4-1-16 16,-2-1-19-16,-1 1-22 0,-2-4-14 16,-1 1-17-16,-5-1-27 0,-2 0-13 0,-1-2-30 15,0-1-12-15,-2 0-23 0,0 0-129 0,-5 2-337 16,-1-3 150-16</inkml:trace>
  <inkml:trace contextRef="#ctx0" brushRef="#br0" timeOffset="13833.55">8938 4646 21 0,'1'-9'152'0,"-1"9"1"0,2-10-6 0,-2 10-3 16,0 0-3-16,1-9-8 0,-1 9-2 0,0 0-11 15,0 0-6-15,0 0-7 0,0 0-12 0,-1-9-8 16,1 9-9-16,0 0-7 0,0 0-11 0,0 0-2 16,0 0-9-16,0 0-5 0,0 0-7 0,0 0-6 15,0 0 3-15,0 0 1 0,0 0-2 0,0 0-5 16,2 25 6-16,-2-25-6 0,3 13-3 15,-1-3 0-15,-2-1 8 0,1 0-10 0,-1 1 0 0,2 0-4 16,-2-1 3-16,0-2-8 0,0 3 3 0,1-4-8 16,-1-6 5-16,1 14 0 0,-1-7-2 0,0-7 2 15,0 13 3-15,-1-7-3 0,1-6-3 0,0 10 1 16,0-10-1-16,0 9 0 0,0-9-2 0,1 7 1 16,-1-7 0-16,0 0 1 0,0 0-3 0,0 12 1 15,0-12-2-15,0 0 5 0,0 0-6 0,0 6 3 16,0-6-4-16,0 0-2 0,0 0 4 0,0 0-1 15,0 0 1-15,0 0-3 0,0 0-2 0,0 0 1 16,-2 9 1-16,2-9 2 0,0 0-3 0,0 0 2 16,0 0 1-16,0 0-2 0,0 0 1 0,0 0 5 15,0 0 0-15,0 0 5 0,0 0 1 0,0 0 5 16,0 0 6-16,0 0-4 0,0 0 8 0,0 0 0 16,0 0-3-16,0 0 2 0,0 0-2 0,0 0-3 15,0 0 0-15,0 0 2 0,0 0-8 0,0 0-1 16,0 0-2-16,0 0 4 0,0 0-6 0,0 0-3 15,0 0 0-15,0 0-1 0,0 0-5 0,0 0 0 16,0 0-1-16,0 0 3 0,0 0-4 0,0 0 0 16,0 0 3-16,0 0 0 0,0 0 0 0,0 0-6 15,0 0 7-15,1-25-2 0,-1 25-4 0,0 0 2 16,0 0 0-16,0 0-1 0,0 0 0 0,0 0-1 16,0 0-4-16,0 0 4 0,0 0 2 0,0 0-1 15,0 0-2-15,0 0 2 0,0 0-1 0,0 0-1 16,0 0 1-16,0 0-2 0,0 0-1 0,0 0 4 15,0 0-5-15,0 0 4 0,0 0-1 0,0 0 2 16,0 0-2-16,0 0 0 0,0 0-1 0,0 0 0 16,0 0-2-16,0 0 3 0,0 0-1 0,0 0 8 15,0 0-10-15,0 0 9 0,0 0-8 16,0 0-2-16,0 0 3 0,0 0-4 0,0 0 2 0,0 0 0 16,0 0 0-16,0 0 2 0,0 0-2 0,0 0 2 15,0 0-1-15,0 0 5 0,0 0-4 0,0 0 3 16,0 0-7-16,0 0 3 0,0 0-1 0,0 0-1 15,0 0-2-15,0 0 0 0,0 0-1 0,0 0 1 16,0 0-3-16,0 0 2 0,0 0 3 0,0 0-3 16,0 0-5-16,-1-10 5 0,1 10-1 0,0 0 1 15,0 0 1-15,0 0 7 0,-2-8-9 0,2 8-1 16,0 0 3-16,0-11 2 0,0 11-2 0,0 0 2 16,0-11-1-16,0 11 2 0,0 0 1 0,0 0 1 15,-3-7-3-15,3 7 2 0,0 0 3 16,0 0-6-16,0 0 5 0,-4-5-12 0,4 5-1 0,0 0 3 15,0 0 1-15,0 0 0 0,0 0-3 0,-9 14 5 16,2-5-3-16,2-1 3 0,-1 2 0 0,2-1 3 16,-1 1-2-16,1 1 1 0,0 0-3 0,2 0 4 15,-1-1 0-15,2 0 0 0,-1 0 1 16,2-1 1-16,2-2 1 0,-1 2 0 0,2 1 0 0,1-5 1 16,-2 2-1-16,3-2 2 0,2-2 1 0,1 3 2 15,-1-2 2-15,1-2-2 0,-1-1-1 0,5 0 4 16,-12-1-4-16,14-3 3 0,-8 1-3 15,7-4 5-15,-4 2-6 0,0-3 2 0,1-1 0 0,-4 0 1 16,0-2-1-16,-1 0-1 0,-3-1-5 16,0 0 0-16,0 0 0 0,-4-6-5 0,-1 7-2 0,-1-6 1 15,0 4-4-15,-1 2 4 0,-1-2-2 0,-3 2 0 16,3 3 0-16,-3-2-1 0,1 1 0 16,0 2 5-16,1-3-2 0,0 5 0 0,2 0 1 15,0 0 0-15,5 4-1 0,-8-6-3 0,8 6-6 0,-3-5-3 16,3 5 0-16,0 0 5 0,0 0-1 15,0 0 4-15,17-3-2 0,-5 2 2 0,3 2 3 0,2 0 0 16,1 1-3-16,0-2-3 0,-1 3 5 0,1 0 0 16,-1 1 2-16,-1 2 1 0,-7 0-1 0,2 1 2 15,-1 0-2-15,-1 2 3 0,1-1-1 16,-2 1 8-16,-3 1-9 0,-1 2 2 0,0 0 3 16,-1 0 3-16,-1-1-2 0,-1-1 2 0,0 2 2 15,-1-2-1-15,0-3-2 0,0 0 7 0,3-1 0 0,-3-6 0 16,2 11 2-16,-2-11 5 0,0 5 6 15,0-5 2-15,0 0 2 0,0 0-2 0,0 0-3 0,0 0-1 16,0 0 0-16,0 0 0 0,-20-14-2 16,17 9-5-16,3 5 4 0,-2-17-3 0,-1 7-5 15,3-1 1-15,0-1 0 0,3 1-4 0,1-2-5 16,-2-2 0-16,3 4-5 0,4-2 3 0,-2 1-5 16,1 5 2-16,2-1-3 0,0 3 4 0,0 1 0 0,3 4-5 15,-3 0 2-15,1 1 7 0,1 2-8 16,2 2 3-16,-1 6 0 0,1 1 2 0,-1-1 0 15,-2 4-2-15,1-1 3 0,-3 1-1 0,0-1-3 16,1 1 4-16,-6-3 2 0,2-3 0 0,-2 1 0 16,0-5-1-16,-4 2 3 0,4-2 0 0,-4-5 3 0,3 7 2 15,-3-7 7-15,3 6-3 0,-3-6-3 0,0 0 0 16,0 0-2-16,0 0 0 0,0 0-4 16,-4-28 1-16,3 20-3 0,0-3 2 0,-1 1-1 15,2-3-9-15,2 1 1 0,0-4-9 0,3 1 3 16,-1 3-3-16,1-1-1 0,-1 3-2 0,5-2 2 15,-3 2 3-15,2 3-4 0,-2 4 2 0,2 1 2 0,-2 0 2 16,5 2-3-16,-2 3 2 0,1 1 2 16,1 3-5-16,-2 3 3 0,2 1 5 0,-3-2 0 15,3 7 4-15,-2-1-3 0,-3 3 5 0,2 0-2 16,-5-2-24-16,1 1-27 0,0 0-37 0,0-3-32 16,-3-1-33-16,1-2-24 0,-1 1-122 0,-1-3-330 15,0-9 146-15</inkml:trace>
  <inkml:trace contextRef="#ctx0" brushRef="#br0" timeOffset="14344.7">9702 4753 116 0,'0'0'116'0,"0"0"-7"0,0 0-8 15,13 21 14-15,-9-12-16 0,-1 0-2 0,0 4 3 16,-2-1-5-16,1-1 1 0,-1 3-13 0,0-3-8 15,0-1-9-15,1-1-3 0,-2-2-5 0,1-1-5 16,0 1-3-16,-1-7 6 0,3 7 21 0,-3-7 5 16,0 0-3-16,0 0-11 0,0 0-7 0,0 0-8 15,0 0-3-15,0 0-1 0,0 0-5 0,-8-26-7 16,7 16 1-16,1-2-10 0,0 0 9 0,2 0-5 16,-2-1 4-16,4 2-10 0,2-3-1 0,-3 3-3 15,5 0-2-15,0 1-3 0,-1 1-4 0,2 3-6 16,1 1-1-16,1 2 0 0,-1 2-2 0,0 1-3 15,-10 0 1-15,18 7-2 0,-5-1 2 0,-6-1-1 16,3 5 0-16,0-1-1 0,-1 4 0 0,-3-4 0 16,0 2-4-16,1 1 8 0,-2-2-3 0,0-1 3 15,-1-2 1-15,-2-2-4 0,1 2 5 0,-2-1-5 16,-1-6 5-16,3 7 3 0,-3-7 4 0,4 7-3 16,-4-7-1-16,0 0-1 0,0 0 2 0,0 0-1 15,0 0 0-15,0 0-2 0,3-20 1 0,0 13-6 16,1-3 2-16,2-1-2 0,-1-1 0 0,4-1 1 15,1-2-3-15,1 2-3 0,3 1 3 0,-3 0-5 16,0 4-2-16,2-3 0 0,-1 6-2 0,-3 2 3 16,0 1-1-16,1 2-1 0,2 4 1 0,-1 0 0 15,-2 0-3-15,-1 5 5 0,2 1 1 0,-1 3-1 16,-5 1 5-16,-2 1-3 0,2 2-11 0,-1 1-20 16,-4-2-29-16,-1 2-31 0,1-2-37 0,-2-1-37 15,3-3-166-15,-3 4-363 0,1-6 161 0</inkml:trace>
  <inkml:trace contextRef="#ctx0" brushRef="#br0" timeOffset="14879.56">10280 4707 8 0,'0'0'203'0,"-3"-9"-27"0,3 9-20 0,0 0-15 16,0 0-12-16,0 0-7 0,-10 26-9 0,8-16-8 15,-1 4-9-15,0 2-6 0,2 2-10 0,2-1-5 16,-1-2-7-16,3 1-9 0,0-4-1 0,0-1-7 16,2 2-1-16,3 1-6 0,-3-5-6 0,2-1-4 15,-2-3-2-15,5 2-1 0,-6-5-4 0,1 1 3 16,-5-3-2-16,9 0-1 0,-9 0-5 0,12-6-4 16,-8 0-1-16,1-1-1 0,1-5-4 0,-1 3 0 15,-1-2-3-15,1 1 1 0,0-2 0 16,-1-2-5-16,1-3 0 0,-3 2 3 0,2-1-5 0,1 2-1 15,3-1 0-15,-3 2-2 0,0 3 1 0,2 1 2 16,-1 2-9-16,3 0 4 0,-3 1-1 0,2 6-2 16,0-3-9-16,-8 3 8 0,20 5 1 15,-7 1 2-15,1 2-3 0,-3 3 3 0,1-2 1 0,-2 4 1 16,0-1-1-16,-1 1 2 0,-1-2 1 16,-4-1-4-16,1 0-1 0,0 0 6 0,-2 0-1 0,2-5 2 15,-4 1-3-15,3 1 9 0,-4-7 9 0,4 6 17 16,-4-6 13-16,3 4 12 0,-3-4-2 0,0 0-5 15,0 0-5-15,0 0-7 0,0 0-5 0,7-17-3 16,-5 10-1-16,2-1-3 0,1-2-5 16,0 0-2-16,4-4-3 0,-1 4-4 0,5-2-1 15,0 2-3-15,2-2 0 0,-5 5-3 0,2 1-4 0,4-1-2 16,-3 5 2-16,1 1 1 0,-2 1-6 0,-2 3 1 16,8 1-2-16,-8 2 5 0,0 1-5 0,-2 2-2 15,1 1 4-15,0 3-5 0,-3 3-10 0,3-1-24 16,-5 1-19-16,1 1-38 0,-5-5-26 15,6 5-58-15,1-1-47 0,-3-4-117 0,3 2-372 16,2-5 165-16</inkml:trace>
  <inkml:trace contextRef="#ctx0" brushRef="#br0" timeOffset="15115.47">11315 4647 1652 0,'10'-27'-20'0,"-3"-4"24"0,0 5 63 15,-3 9 40-15,0 1 20 0,0 5-1 0,-3 1-14 0,0 3-18 16,2 1-18-16,-3 6-11 0,2-7-12 16,-2 7-8-16,0 0-6 0,0 0-2 0,0 0-1 15,14 25 2-15,-12-7 0 0,2 10-3 0,-3 3 1 16,3 1 0-16,-4 1-5 0,0 0 1 0,-2 1-4 16,-1-2 2-16,1 1-5 0,0-2-18 0,0-3-16 15,-3-1-34-15,3-2-29 0,-2-4-24 0,4-4-28 0,-4-2-50 16,3-3-33-16,-2 0-166 0,0-3-402 15,3-9 178-15</inkml:trace>
  <inkml:trace contextRef="#ctx0" brushRef="#br0" timeOffset="15475.42">11451 4566 19 0,'16'-24'175'0,"2"3"5"15,-6 6 3-15,1 2 3 0,-2 2-11 16,-3 2-13-16,0 1-20 0,-2 4-12 0,-1 0-18 15,1 2-7-15,0 0-19 0,-6 2-7 0,17 2-9 16,-8 3 0-16,-1 1-10 0,2 1-6 0,-4 3-5 16,3 0 0-16,-1 5-5 0,-4 0-4 0,-2 3-12 15,-2 0 4-15,0-3-1 0,-4 3-2 0,-1-1-5 16,2-2 2-16,-3 0-4 0,1-1-5 0,1-1-11 16,-1-2-9-16,1-1-7 0,-1-1-9 0,2 2-9 15,0-3-3-15,0 0-9 0,3 0-2 0,0-8-5 16,3 15 0-16,3-8 3 0,-1 0 3 0,-1 2 2 15,1-1-1-15,3-1 8 0,0 0 4 0,1 1 0 16,-2 1 6-16,-1 0 0 0,-1 1 8 0,-2 0-5 16,3-1 2-16,-3 2 1 0,-3 1 3 0,0 1 15 15,-1-2 4-15,-1 1 2 0,-4-1 7 0,3 1-10 16,-2-2 9-16,-2-1-1 0,-2 1-5 0,0-1 2 16,5-4-21-16,-5 2-6 0,2 0-29 0,7-7-40 15,-10 7-30-15,6-4-33 0,-3 0-85 0,7-3-252 16,0 0 111-16</inkml:trace>
  <inkml:trace contextRef="#ctx0" brushRef="#br0" timeOffset="16244.06">11939 4691 16 0,'2'-6'245'0,"2"0"-19"0,-4 6-15 0,4-5-23 15,-4 5-20-15,0 0-15 0,0 0-11 0,0 0-3 16,-23 26-12-16,10-11-12 0,-2 7-8 0,-1 0-4 15,-2 1-2-15,2 1-10 0,2-2-10 0,4-4-11 16,3-1-2-16,0-2-9 0,0 0-7 0,5-3-6 16,0 1 5-16,4-4-12 0,0 1-1 0,0-2-2 15,1-3-5-15,4-2-9 0,0 0-2 16,4-3-8-16,0-2-1 0,1 0-3 0,0-3 3 0,2-2-5 16,-1-2 5-16,-1-2-5 0,-6 1 0 0,4-4-4 15,-2 0 4-15,-2-2-6 0,2 0 5 0,-5-2-3 16,0 0 0-16,0 2-3 0,-1 0 6 15,0 4-7-15,-2 1-3 0,0 2 9 0,0-1-4 0,0 10-1 16,0-9-5-16,0 9-2 0,0 0 1 0,-4-7-1 16,4 7-2-16,0 0 3 0,-7 17 1 0,3-5 5 15,-3 1 0-15,2 4 0 0,0 0 1 0,4-2 1 16,-1-3-1-16,2 4 2 0,2 0 0 16,0-5 0-16,4 1 3 0,0-2-2 0,2 0 2 15,1-3 0-15,3-2 4 0,-2-1 2 0,3-2-3 0,6-2 2 16,2-4-4-16,-2-1 2 0,0-1 3 0,-2 0-4 15,0-4 1-15,-2-1 0 0,1-1 0 0,-3-1-2 16,0 2 2-16,-2-4-6 0,1-1 4 0,-5 0-2 16,0-1 1-16,-1 0-2 0,1 1 1 0,-2 0-4 15,-3 2 3-15,2 5 1 0,-3-2-1 16,1 4 1-16,-2 7-9 0,2-10-5 0,-2 10-5 16,2-5 4-16,-2 5 0 0,0 0 2 0,0 0-1 0,2 20 1 15,0-4 0-15,-4 0 2 0,4 4 3 0,-4 4 0 16,5 2 1-16,-6-1-1 0,3-6 0 0,0 1 0 15,2-1 6-15,-4-1-5 0,2-1 3 16,0-5-4-16,0-2 8 0,0 1-5 0,0-4 13 16,0-7-7-16,0 11-1 0,0-11 4 0,-2 10 6 15,2-10 7-15,2 4-1 0,-2-4 0 0,0 0-1 0,0 0-4 16,0 0 1-16,0 0-5 0,0 0-4 0,14-24-6 16,-5 15 0-16,-1-5-2 0,6 1-7 0,-1-4-6 15,8-2 0-15,-3-4-5 0,4 2 1 16,-1 0 0-16,-1 3 0 0,0-3 3 0,-5 6 2 15,-3-1 2-15,1 2 2 0,-3-1 11 0,-4 6 15 16,-2 0 6-16,1 0 8 0,-5 9 10 0,4-13-6 0,-4 13 0 16,0-9-5-16,0 9-2 0,0 0-6 15,0 0 5-15,-27 7-2 0,14 2 4 0,-3 4-4 16,-1-1 7-16,-2 6-4 0,6-3 5 0,-1-1-6 16,3 2-7-16,1-1 6 0,2 2-5 0,2-2-2 15,3 2-16-15,3-5-19 0,2 2-32 0,2 0-27 16,8 0-46-16,2-1-56 0,13-2-51 0,-2-2-232 0,4 0-498 15,4-4 221-15</inkml:trace>
  <inkml:trace contextRef="#ctx0" brushRef="#br0" timeOffset="17177.41">13297 4601 93 0,'-2'-8'212'15,"2"8"-11"-15,-7-11-9 0,5 6-14 0,2 5-24 16,-9-5-10-16,9 5-14 0,-15 5-3 0,1 3-9 16,-2 6-7-16,-6 7-8 0,3 0-5 0,2 2-9 0,-2 0-13 15,6 1-5-15,2 1-3 0,0 0-10 16,6-5-4-16,1-1-6 0,2 0-5 0,2-1-4 15,2 0-2-15,4 0-1 0,-1-3-4 0,3-1-3 16,2 0-3-16,-1-6-5 0,2 1-2 0,3-3-3 16,-1-2-15-16,5 0-1 0,-5-1-9 0,1-3-2 0,4-4-11 15,-2 0-3-15,1-1 4 0,2-2-3 0,-4-2 3 16,1-2 3-16,-1-3 0 0,-3 1-1 16,-1 0-2-16,-2-4 10 0,0 3-1 0,-2-1 4 15,-1 1 3-15,-1 0 2 0,2 3 4 0,-2 3 10 16,-3 1 5-16,0 1-3 0,-2 6-5 0,4-8-4 0,-4 8-2 15,5-3-1-15,-5 3-3 0,0 0 3 0,0 0 0 16,0 25-1-16,-2-10 3 0,2 1 1 16,0 2-1-16,0 1 2 0,0-2 3 0,0-1-7 15,4 2 3-15,0-1 1 0,2-4-2 0,2 3 1 16,-3-5-3-16,1 1 6 0,3-3-1 0,1-1 3 16,-2 2-2-16,1-4 4 0,1 0-3 0,-2-4 3 15,5-2 3-15,-1 0 1 0,-3-2-1 0,-1-1 2 16,-3 1-3-16,5-5 1 0,-4-1-4 0,1-1-3 15,-3-1-1-15,-2-2 1 0,0 0-2 0,-2-5 2 16,0 6-4-16,0-6 2 0,0 0-6 0,0 0-3 16,0 0-4-16,3-1-3 0,0 1 2 0,1 8-5 0,-4 2-3 15,7 0 1-15,-1 0-4 0,0 1 8 16,2 4-3-16,-8 2-3 0,18 4 4 0,-7 0 2 16,2 4-2-16,0 3 4 0,-1-1 0 0,-1 4-1 15,-2 0 3-15,3 1-1 0,-3 0 1 0,-1 0 2 16,0 1-1-16,-2-7-3 0,-1 1 7 0,-1-1 1 15,0-3 1-15,-2 1-1 0,1-1 5 0,0-1 8 0,-3-5 14 16,4 8 18-16,-4-8 15 0,4 5 23 16,-4-5-7-16,0 0-3 0,0 0-9 0,0 0-5 15,0 0-7-15,11-18-8 0,-9 9-5 0,5-1-2 16,3-4-5-16,0-2 1 0,3 1-15 0,1-1-4 16,5-1-6-16,-2 4-2 0,4-4 5 0,-6 8-10 15,4 0-4-15,-4 3 3 0,-1 2-4 0,-3 1 0 0,2 3 0 16,-1 1 1-16,-1 2-6 0,-2 3 11 15,0-1-9-15,0 3 4 0,-3 2-1 0,0 0 1 16,-4 2 1-16,4 4 2 0,-2-2-4 0,-2-2 5 16,-2 0-18-16,1 4-20 0,-2-5-34 0,-3 2-38 15,4 0-50-15,-2-4-57 0,0 2-191 0,0-2-443 16,2-9 196-16</inkml:trace>
  <inkml:trace contextRef="#ctx0" brushRef="#br0" timeOffset="17457.72">14363 4591 192 0,'0'0'231'0,"-1"-9"-20"0,1 9-28 16,0 0-28-16,0 0-12 0,0 0-15 0,0 0-8 16,0 0 1-16,-16 26-5 0,14 0-3 0,-4 3-8 15,0 4 2-15,0 4 3 0,2 8-3 0,1-10-4 16,-3-2-11-16,4 3-2 0,-1-2-3 0,1 0-2 15,-1-3-3-15,1 0-11 0,-1-2-3 0,-1 0 0 16,4-3-10-16,0-1 6 0,-2-4-19 0,0-2-2 16,2 0-2-16,0-2-2 0,-3-5-4 0,2 0-5 15,0-2-18-15,-3-1-24 0,4-9-21 0,-2 12-17 16,2-12-22-16,0 0-30 0,-6 12-35 0,6-12-49 16,0 0-44-16,0 0-176 0,0 0-440 0,-24-23 196 15</inkml:trace>
  <inkml:trace contextRef="#ctx0" brushRef="#br0" timeOffset="17723.57">14146 4977 66 0,'2'-18'157'0,"3"9"-17"0,2 2-11 0,6-4-7 15,5 3-24-15,2 0-3 0,7 0-13 0,2 1-6 16,7-1-9-16,1 3-7 0,0-1-4 0,0 3-4 16,-2-4-3-16,1 1-4 0,-1 3-2 15,-2-1-6-15,0 0 2 0,-5 2 6 0,-8-4 3 0,-3 5 7 16,-1-2 9-16,-4 1 11 0,-2 0 13 0,-5 0 10 15,2 1-2-15,-7 1 8 0,12-2-4 0,-12 2-2 16,8 0-7-16,-8 0-11 0,0 0-11 0,9 0-9 16,-9 0-9-16,0 0-9 0,4 5 1 15,-4-5-5-15,0 12-1 0,0 0-3 0,0 4 0 0,0 0-5 16,0-1-2-16,-2 3-1 0,2 0-4 0,-2-1-21 16,2 1-30-16,-2-1-30 0,0 0-40 0,2 1-60 15,1-8-47-15,-1 2-197 0,-1 0-436 0,1-12 192 16</inkml:trace>
  <inkml:trace contextRef="#ctx0" brushRef="#br0" timeOffset="17880.09">14802 4709 64 0,'0'0'107'0,"0"0"-48"15,0 0-24-15,0 0-39 0,0 0-40 0,-7 22-47 16,7-22 21-16</inkml:trace>
  <inkml:trace contextRef="#ctx0" brushRef="#br0" timeOffset="18201.55">15184 4831 63 0,'0'0'224'0,"0"0"-22"0,0 0-23 15,-15-8-8-15,15 8-14 0,0 0-2 0,-18 5-17 0,10-3-10 16,-1 2-16-16,2 3-7 0,-2-1-11 16,1 2-11-16,2 1-4 0,2 1-10 0,-2-1-6 15,4 3-5-15,0-3-7 0,2 2-3 0,0-1-6 16,2 2-2-16,4-3-6 0,0 2-2 0,3-2-6 16,4 3-3-16,-9-2-4 0,9 1-4 0,-3-4-1 15,-4-1-1-15,2 3-3 0,-2-1-3 0,0 0-2 0,-1 1 4 16,-3 0 3-16,2 2-4 0,-3-2-1 15,-1-9 0-15,-7 24 2 0,2-9 3 0,-2-2 5 16,-4 2-4-16,0 0 1 0,-3 0 1 0,1-5-4 16,-2 4 2-16,-1-4-5 0,0 4 3 0,-2-5 0 15,1 2-4-15,3-2-17 0,-1-2-20 0,3-3-31 16,2-3-30-16,10-1-40 0,-16 5-30 0,16-5-56 16,-11 0-107-16,11 0-351 0,0 0 155 0</inkml:trace>
  <inkml:trace contextRef="#ctx0" brushRef="#br0" timeOffset="19100.5">15365 4878 138 0,'0'0'191'16,"1"-5"-25"-16,-1 5-11 0,0 0-6 0,0 0-6 16,0 0-3-16,-8 28-4 0,4-18-14 0,-2 2-17 15,2 5-13-15,1-3-5 0,3 0-6 0,-1 0-10 16,1 2-1-16,1-3-11 0,4-3-6 0,0 0-3 15,2-3-1-15,1 2-6 0,1-3-1 0,-3-2-2 16,8 0-4-16,-3 0-1 0,10-3-3 0,-4-2-6 16,3-1-1-16,1-5-2 0,-6 1-3 0,3-1 2 15,-6 0-4-15,1-2 2 0,-3-1-1 0,-2-3-2 16,1 2 0-16,0-4-3 0,-2 0 1 0,-1-1 1 16,2 2 14-16,-6 2-1 0,1 1 2 0,1 0 0 15,0 3 11-15,-4 2 7 0,0 6-11 0,2-12-3 16,-1 7-10-16,-1 5-5 0,0 0-3 0,0 0-7 15,0 0-3-15,0 0 3 0,0 0 1 0,0 0 1 16,0 28-2-16,0-18-5 0,-1 2 3 0,-1 1-1 16,4 2-1-16,-2-4 5 0,3 6-5 0,-1-6-3 15,2 0 6-15,0 2-1 0,1-3 1 0,1 0 2 16,2-2 0-16,-1 1 0 0,3-5-1 16,-1 2 1-16,2-2 2 0,1 0-1 0,-2-2 4 0,0-2-4 15,3 0 4-15,-5-1-2 0,1 0 3 0,-1-2-5 16,1-2 3-16,-2-1-3 0,-1-1 0 15,1 0-3-15,-2-1 10 0,0-3-8 0,-1 1-6 0,-1-1-2 16,1-4 3-16,0 0-1 0,0-1-3 0,1 4-1 16,-2-1-2-16,0 4 0 0,3-1-2 15,-1 1 0-15,-1 1-2 0,-2 2-1 0,4 2-5 0,-6 4 2 16,5-6-2-16,-5 6 0 0,8 0-5 0,-8 0 1 16,9 7 5-16,-2-2-1 0,-1 6 1 15,-2-2 3-15,1 2 8 0,-1 1-9 0,0 2 6 16,0-2-2-16,-2 0 2 0,3 0-1 0,-1-1-14 0,0 2-12 15,0-4-11-15,-1 1-16 0,3 0-14 0,0-4-26 16,4 2-16-16,0-3-46 0,8-4-11 0,-1 1-11 16,3-2-2-16,3 0 3 0,3-3 9 0,2-2 7 15,-1-2 12-15,-2 2 15 0,-3-3 22 0,-4 1 13 16,1-1 28-16,-6-3 19 0,0-1 21 16,-6 1 16-16,0 1 8 0,2-4 12 0,-3-1 22 15,-2 2 25-15,-4 3 14 0,1 0 29 0,-1 3-2 16,-1-3-1-16,1 10 1 0,-7-12-6 0,1 10-7 0,-3 1-6 15,-2 2-2-15,-6 3 2 0,0 2-2 16,-3 4-4-16,-3 3 3 0,6-4-7 0,3 0-6 0,-1 4-5 16,4-4-2-16,-1 1-3 0,3 0-5 15,3-1-6-15,1 1-3 0,1 0-6 0,4-10 1 0,-4 10 0 16,4-10-1-16,4 9-4 0,1-4 2 0,-5-5-7 16,11 4 0-16,0-3-6 0,0-2 6 15,-3-1-5-15,1-1 4 0,0-1-5 0,2 0-3 0,-2-4 1 16,-1 4-1-16,2-3-2 0,-2-1 5 15,-2 1-6-15,-1 2-2 0,0 0 2 0,2 0 12 0,-4 1 0 16,-3 4 1-16,7-5-2 0,-7 5-6 0,4-6-4 16,-4 6 0-16,0 0-6 0,0 0 4 0,0 0 1 15,8 14-3-15,-8-5 0 0,0-9 5 0,0 16 0 16,-2-5 2-16,2 2-6 0,2-4-9 16,0 4-21-16,3-4-27 0,0 1-29 0,3 1-42 0,2-2-42 15,11-2-56-15,-4-1-117 0,9 0-368 0,-4-3 163 16</inkml:trace>
  <inkml:trace contextRef="#ctx0" brushRef="#br0" timeOffset="19337.41">16629 4679 241 0,'1'-9'251'0,"0"5"-23"0,-1 4-25 0,0 0-24 16,3-9-25-16,-3 9-12 0,0 0-12 0,0 0 8 0,0 32 7 15,-2-14 0-15,0 9-1 0,1 3 7 0,-2-2-12 16,2 4-12-16,-4-3-12 0,3 0-3 16,-3 3-9-16,2-5-7 0,-1 1-14 0,0-2-8 15,-1 0-2-15,1-9-10 0,2 1-6 0,0 0-19 16,-1-4-23-16,3-2-45 0,-3 3-43 0,1-5-33 16,0-1-49-16,2-9-63 0,-3 10-20 0,3-10-180 0,0 0-455 15,-9 3 202-15</inkml:trace>
  <inkml:trace contextRef="#ctx0" brushRef="#br0" timeOffset="19602.09">16529 4879 133 0,'0'0'132'0,"0"0"-4"0,22-4-8 0,-10 2-1 16,5 2 9-16,5 1-4 0,-2-2-6 15,2 2-8-15,6 2-9 0,-1-3-3 0,-4 1-6 16,-1 0-3-16,-3 0-5 0,9 1-4 0,-9-2-7 15,-5 1-3-15,0 1-6 0,-1 1-6 0,-4-3-4 16,1 1-7-16,-3 2-1 0,-1 1 0 0,2-1 0 16,-1 2 5-16,-2 0 5 0,0 4 5 0,1 0 14 15,-5 1-1-15,2 2 0 0,-1-2-10 0,-3 2 3 16,1 2-11-16,-1-3-5 0,-3 5 1 0,2 0-2 16,0-3-16-16,-2-3-31 0,3 3-35 0,-3-2-38 15,-1 0-56-15,3-4-62 0,2-7-231 0,-5 16-454 16,5-16 202-16</inkml:trace>
  <inkml:trace contextRef="#ctx0" brushRef="#br0" timeOffset="19759.73">16925 4757 2 0,'0'0'113'0,"0"0"-27"0,0 0-37 15,0 0-28-15,0 0-33 0,0 0-32 0,0 0-47 16,0 0 22-16</inkml:trace>
  <inkml:trace contextRef="#ctx0" brushRef="#br0" timeOffset="20255.8">17175 4902 45 0,'0'0'178'0,"6"4"-9"0,-6-4-10 0,0 0 9 0,0 0-5 15,-11 19-11-15,6-12-8 0,-1 1-8 0,1 3-8 16,0-3-13-16,0 2-11 0,-2 0-9 0,5-1-10 16,1 2-9-16,-2-1-5 0,3 0-9 0,1-1-2 15,2 1-6-15,-2-3-3 0,7-1 0 16,-5 0-6-16,5 1-5 0,-1-4-1 0,-1 0-2 16,-6-3-1-16,14 2-6 0,-8-4-2 0,-6 2 0 0,16-3-4 15,-9 0-1-15,0-1-4 0,-1-3-4 0,2 2-2 16,-2-2 0-16,1 0-4 0,-2-2-3 0,1-1 3 15,-2 1-9-15,4-2-1 0,-2 1-4 0,0-4 0 16,5 0-6-16,0 0 4 0,-3 5-2 16,0 0 0-16,0 2-1 0,0 2 2 0,-3 1-3 15,0-1 0-15,-5 5-3 0,12-2 3 0,-12 2-1 0,9 6 3 16,-3-1 1-16,-2 0 2 0,1 2-1 0,1 2 3 16,-3 0 4-16,-1 1 2 0,0-3 0 0,-1 1 5 15,-1-1-2-15,3-1 1 0,-3-6 3 0,2 11 0 16,-2-11 5-16,2 7 8 0,-2-7 7 15,2 5 11-15,-2-5 4 0,0 0 12 0,0 0-8 16,7 2-6-16,-7-2-5 0,0 0-5 0,17-8-3 0,-8 3 0 16,4-1-3-16,-3 1 1 0,-2-2-9 0,5 3-4 15,-4-1 1-15,0 0 6 0,-2 3-12 16,2-1-4-16,-2 1-1 0,-7 2-1 0,13 0-2 16,-13 0 1-16,10 6-2 0,-7 0 3 0,0-1-2 15,0 2-1-15,-2 3 1 0,-2 0 2 0,1-1 0 16,-3 2-10-16,-2 2-31 0,0-3-33 0,-5 2-43 15,-1 4-57-15,2-4-54 0,-5 0-194 0,1-2-455 0,-4 0 202 16</inkml:trace>
  <inkml:trace contextRef="#ctx0" brushRef="#br0" timeOffset="20860.45">12942 5737 154 0,'0'0'199'0,"0"0"-15"0,0 0-7 0,-4-8-16 0,4 8-15 16,0 0-9-16,0 0-15 0,0 0-14 0,0 0-12 15,0 0-9-15,14-1-7 0,-14 1-8 0,19 3-7 16,0-2-6-16,12-1-7 0,1 0-2 0,5 0-9 16,-1 0-24-16,2 0-25 0,-6 0-31 15,6-1-29-15,-6-2-16 0,-1 2-24 0,-11-1-13 0,-2 2-17 16,-1-1-103-16,-7 1-259 0,1 0 115 0</inkml:trace>
  <inkml:trace contextRef="#ctx0" brushRef="#br0" timeOffset="21248.78">13362 5700 33 0,'0'0'149'0,"-8"-4"-1"16,8 4-3-16,-8-4-1 0,8 4-10 0,0 0-11 16,-6-3-9-16,6 3-12 0,0 0-14 0,0 0-5 15,0 0-15-15,0 0 3 0,-11 11 2 0,9-2 5 16,-1 3-5-16,3 5-4 0,-5 1-2 0,1 1-1 15,4 8-3-15,0-8 1 0,0 6-2 0,-2 3-7 16,4-5 0-16,0-3-9 0,0-3-2 0,1 2-6 16,-1-2-1-16,1 2-2 0,-1-2-5 0,-2-3-2 15,4 2 2-15,-4-5-7 0,2 2 1 0,-4-3-2 16,4 0-7-16,-2-1 3 0,0-2-4 16,2 3 2-16,-2-10-6 0,-2 12 6 0,2-12-4 15,0 10-6-15,0-10-2 0,-2 6-5 0,2-6-4 0,-9 4-5 16,9-4-6-16,-12 0 4 0,4 0 3 0,-1-5-4 15,0 3 6-15,0-4-1 0,0 2 0 0,-3-1-1 16,3-1 3-16,1 0-2 0,1 1 2 0,-2 3 1 16,9 2 5-16,-9-5-1 0,9 5 0 15,-9-3-6-15,9 3 7 0,-6-3-3 0,6 3-1 0,0 0-7 16,0 0 6-16,0 0 3 0,0 0 0 0,0 0-1 16,0 0 4-16,0 0-2 0,21 13 4 0,-9-10-1 15,-1 0-2-15,8 1-1 0,0-2-12 0,-1 3-27 16,2-2-34-16,7 2-27 0,2-4-29 0,1-1-31 15,-1 0-159-15,0 0-347 0,0-4 154 0</inkml:trace>
  <inkml:trace contextRef="#ctx0" brushRef="#br0" timeOffset="21473.93">13865 6009 5 0,'0'0'181'0,"0"0"-13"16,0 0 2-16,0 0-11 0,-19-3-6 0,19 3-10 15,-21 5-5-15,5 3-8 0,1 0-6 0,0 2-3 16,3-4-4-16,1 6-3 0,-5 1-4 0,5 1-7 16,1 0-1-16,1 0-17 0,3-3-5 0,3 1 3 15,-3 0-20-15,4 0-4 0,2 0-6 0,2 0-4 16,0-1-4-16,0 4-2 0,5-4-2 0,2 3-6 16,5-3-18-16,3-3-34 0,8 4-44 0,2-5-52 15,7-1-69-15,1-4-205 0,1-3-419 0,5 1 187 16</inkml:trace>
  <inkml:trace contextRef="#ctx0" brushRef="#br0" timeOffset="21655.1">14514 6056 135 0,'0'0'213'16,"2"-6"-23"-16,-2 6-19 0,0 0-13 0,13 1-22 15,-13-1-14-15,0 0-34 0,18 3-37 0,-9-1-34 16,-3-1-42-16,2 1-37 0,-3 0-29 0,5 1-94 16,-6 1-198-16,-4-4 88 0</inkml:trace>
  <inkml:trace contextRef="#ctx0" brushRef="#br0" timeOffset="21780.07">14544 6164 107 0,'0'0'119'0,"0"0"-8"0,0 0-8 15,0 0-7-15,0 0-5 0,6 9-14 0,-6-9-7 16,16 3-26-16,-5-3-42 0,5 1-34 0,3-3-100 16,3 1-142-16,8-4 63 0</inkml:trace>
  <inkml:trace contextRef="#ctx0" brushRef="#br0" timeOffset="22159.74">15436 5869 107 0,'0'0'208'0,"5"-2"-17"0,-5 2-15 16,0 0-2-16,0 0 0 0,-1 20-2 0,-4-5-5 15,0 1-7-15,-2 2-12 0,-4 3-6 0,-2 3-10 16,0-2-13-16,1 2-6 0,-3-2-12 0,4-5-9 16,1-1-8-16,0 1-9 0,-2-3-3 0,4-4-9 15,1-1-5-15,0-1-3 0,-1-2-3 0,0 0-9 16,0-4 1-16,1 1-2 0,7-3-3 15,-16 0 4-15,16 0-13 0,-10-5 2 0,1 0-6 0,4-1 1 16,1 0-3-16,-2-4 0 0,6 0-1 0,0-1-3 16,-2-2-4-16,6-3 1 0,4 2 0 0,-3-3-5 15,4 2-1-15,1 3 1 0,2-3-2 0,3 2-4 16,-2 2 0-16,-1 3-1 0,-1 5-4 0,0-4-2 16,-1 4-4-16,-3 3 3 0,-7 0-3 0,16 2-2 15,-9 0 2-15,3 6 1 0,-2 0-3 0,2 1 4 16,-4 1 2-16,-1 0-1 0,3 6 9 0,0 0-2 15,-2 0-6-15,-1 2 0 0,3-1 3 0,-4-1-13 16,1 0-28-16,1 0-35 0,-1-4-60 0,1-2-62 16,1 0-58-16,2-4-185 0,3 0-473 0,4-2 210 15</inkml:trace>
  <inkml:trace contextRef="#ctx0" brushRef="#br0" timeOffset="22662.16">15995 5831 255 0,'0'0'276'15,"0"0"-26"-15,-3-10-22 0,3 10-21 0,0 0-24 16,0 0-14-16,5-7-17 0,-5 7-14 0,16-3-17 16,-5 2-13-16,7 0-19 0,0 0-20 0,1-1-25 15,0 1-25-15,0 1-28 0,-1-1-20 0,-1 2-18 16,-6-1-11-16,0 0 5 0,-2 0 0 0,-2 0 1 15,-7 0 7-15,9 0 2 0,-9 0 4 0,0 0 5 16,0 0 1-16,0 0 8 0,0 0 5 0,0 0 5 16,0 0 4-16,0 0 6 0,0 0 4 0,0 0 6 15,0 0-6-15,0 0 18 0,0 0 1 0,-30 6 4 16,26 2 14-16,-2 4 6 0,-1 3 3 0,-1 3 0 16,3 0 2-16,-1 2 5 0,1 3-2 0,-3-5 0 15,3 9-4-15,1-2 0 0,1-6-4 0,1 1-3 16,2-1-3-16,-3 0-3 0,1-2-1 0,0-1-5 15,2 0 0-15,0-4-2 0,2-1 2 0,-2-1-8 16,-2-4 2-16,2-6-3 0,-1 14-2 0,1-14 5 16,1 8-3-16,-1-8-2 0,2 6 5 0,-2-6-5 15,0 0-4-15,0 0-4 0,0 0-1 0,0 0-6 16,0 0-3-16,-21-10-3 0,21 10 2 0,-5-8-3 16,5 8 4-16,-4-10-5 0,0 6 7 0,4 4 1 15,0 0 0-15,-3-10 3 0,3 10-2 0,0 0-2 0,0 0 1 16,0 0-1-16,0 0 0 0,0 0 0 15,15-5 0-15,-15 5 2 0,14 4-11 0,-4-2-10 16,4 0-16-16,4 0-19 0,3 1-23 0,-2-1-21 16,10-1-45-16,2-1-32 0,-3 0-178 0,-8 0-381 15,10 2 168-15</inkml:trace>
  <inkml:trace contextRef="#ctx0" brushRef="#br0" timeOffset="23013.35">16559 6039 188 0,'0'0'191'0,"-7"-7"-9"0,7 7-10 0,-10-3-10 16,-1 3-3-16,-1 5-5 0,0-2-11 16,-1 2-7-16,1 0-10 0,-1-1-11 0,1 4-8 15,5-1-10-15,-2 0-13 0,2 0-7 0,1 2-5 16,1-1-7-16,2 0-4 0,2 2-6 0,2-4-2 0,-1-6-4 16,8 13 3-16,1-7-10 0,1 1 0 0,7 0-5 15,-4-4-7-15,6 3 0 0,-1-5-3 0,-4 2-5 16,-3-3 0-16,-1 0-1 0,2 0 1 15,-6 1-2-15,-6-1 5 0,12 1 9 0,-12-1 8 16,7 1 6-16,-7-1 0 0,0 0-1 0,0 0-9 0,0 0-2 16,0 0-4-16,0 0-2 0,-20 8 2 0,6-3 1 15,-1 1 3-15,3 0 4 0,-1 1 2 0,2 0 3 16,-4 1 3-16,4 0 1 0,1-1-4 16,1 2-3-16,1 0-7 0,2-2 0 0,0 1-4 15,2-3 0-15,0 2 1 0,3-1-2 0,1-6-3 0,5 13-1 16,4-7-3-16,0 0-26 0,10-1-30 0,1 0-34 15,10-3-51-15,-2 0-67 0,4-4-71 0,-3 1-281 16,-1-4-580-16,-1-1 258 0</inkml:trace>
  <inkml:trace contextRef="#ctx0" brushRef="#br0" timeOffset="23347.75">17159 5885 91 0,'0'0'231'0,"0"0"-22"16,0 0-25-16,0 0-12 0,0 0-13 0,0 0-6 16,0 0-10-16,26 4-7 0,-7-1-6 0,1 0-10 15,8 1-10-15,4-3-10 0,3 3-12 0,-2-1-8 16,3 1-12-16,-3-1-4 0,-1-2-48 0,-12 1-28 16,1-1-37-16,-1 0-41 0,-2-1-23 0,-6-1-21 15,-2 0-31-15,-4-2-118 0,-1 1-304 0,-5 2 135 16</inkml:trace>
  <inkml:trace contextRef="#ctx0" brushRef="#br0" timeOffset="23536.7">17519 5808 99 0,'-4'-6'205'0,"-1"3"11"0,5 3 0 15,-6-10 2-15,6 10-10 0,-4-6-21 0,4 6-12 16,-4-5-21-16,4 5-18 0,0 0-19 0,0 0-14 16,0 0-9-16,0 0-7 0,-6 17 6 0,7-6 11 15,-2 4-8-15,-2 2 4 0,2 4 9 0,-2-3-16 16,1 0-5-16,-1 0-13 0,0 1-3 0,3 2-9 15,-3 3-2-15,2 1-6 0,0-8-9 0,1 2-36 16,1 0-33-16,-1-3-29 0,0-3-50 0,0 3-52 16,2-7-60-16,1 1-55 0,-3-10-142 0,5 12-446 15,-1-7 197-15</inkml:trace>
  <inkml:trace contextRef="#ctx0" brushRef="#br0" timeOffset="24533.8">17876 5767 2287 0,'6'-4'69'0,"-2"-3"-5"0,3 4-23 0,-4-1-16 15,-3 4-16-15,8-7-4 0,0 3 0 0,2 3 1 16,0-4-2-16,4 2 3 0,4-1-12 0,0 3-4 16,0-2 6-16,2 1-2 0,-1 1-1 0,0 0 7 15,-3-1-2-15,-3 1-2 0,-2 0 1 0,1-1-1 16,-6 1 11-16,1 0 6 0,-7 1 7 0,12-1 9 15,-12 1 4-15,8-2 2 0,-8 2 1 0,8-4 0 16,-8 4 3-16,0 0-4 0,0 0-5 0,11 0-6 16,-11 0-3-16,0 0-8 0,0 0 0 0,3 12-4 15,-5-2 3-15,1 2 6 0,-1 5 2 0,0 2-2 16,-3 1 1-16,3 6 0 0,-3 2 5 0,2-1 4 16,0 0 1-16,0-2-7 0,0 1 0 0,2-7-6 15,-1 7-1-15,1-5 4 0,1-4 2 0,-1 3-5 16,1-2-3-16,0-1 8 0,0-6-8 0,-1 7 1 15,1-8-3-15,0 0 1 0,-2-3-1 0,2-7 2 16,-3 12 0-16,0-8 1 0,3-4 0 0,-5 7-6 16,5-7 2-16,-10 2 4 0,10-2-4 0,-11-9-3 15,11 9-5-15,-12-7-1 0,5-1-3 0,0 0-1 16,0-2 4-16,1 1-3 0,1 1 1 0,2 3 0 16,3 5-1-16,-4-9 1 0,4 9 11 0,-4-8-12 15,4 8 2-15,0 0-6 0,-3-6 1 0,3 6 0 16,0 0-2-16,0 0 2 0,0 0 0 0,0 0 0 15,12-4-1-15,-12 4 6 0,25 4-2 0,-7-2 3 16,9 2-9-16,2-1-13 0,0 2-14 0,3-3-19 16,0-1-26-16,1 1-22 0,-3-2-20 0,1-2-3 15,-1 1-11-15,-2-1-3 0,2 1 4 0,-2-2-3 16,-8 1 11-16,-1-2 13 0,2 0 6 0,-2 0 15 16,-2-2 15-16,0 0 9 0,-2-1 16 0,-4 2 23 15,-2 0 36-15,-1-1 25 0,-1 0 11 0,0 2 10 0,-4-3 14 16,1 2 10-16,-1 0 1 0,-3 5-2 15,4-8-2-15,-4 8 2 0,0 0-2 0,-5-10-5 16,5 10-1-16,-7-4-7 0,7 4-4 0,0 0-1 16,-18 6 6-16,8-1 4 0,-3 2-2 0,1 2-1 15,-4 3 2-15,3-2-10 0,2 3-6 0,0 0-5 0,4-1-5 16,-2 2 1-16,4-4-6 0,-1 2-2 0,4-1-3 16,2 0-4-16,2 0 4 0,0-2-7 15,3 1-1-15,2-3-10 0,3 2-11 0,3-2-12 16,5 1-7-16,3-5-18 0,-3 0-14 0,4-1-10 15,-2-1-5-15,-3-2-7 0,3-2 1 0,1-1 5 16,-2 1 6-16,-1-3 4 0,-3 0 2 0,2 0 7 0,-3-2 1 16,-1 1 8-16,-3-2 3 0,3-2 0 15,-4 3 5-15,2-2 13 0,-4 0 12 0,0 3 8 16,1 0 13-16,-4 2 11 0,1 2 12 0,-2-2 2 16,-3 5-2-16,7-5-5 0,-7 5-6 0,0 0-2 15,0 0 0-15,0 0 3 0,0 0 10 0,0 0 9 16,-14 25 2-16,9-15-1 0,-2 1-4 0,2 1 1 15,0 0-8-15,0-1-4 0,3-1 1 0,0 2-2 16,1 0 4-16,5-1 22 0,0-1-5 0,3-1 2 16,4 2-2-16,0-3-3 0,2-4-3 0,6 1 0 15,2-1-5-15,-1-2-5 0,-1-2 2 0,3-1-5 16,-2-3-7-16,-2 1 0 0,0-1-1 0,-6-1 4 16,2-1-5-16,-3-2 2 0,-3 1-4 0,3-6-1 15,-4 3-1-15,-2-2-8 0,0-4 4 0,-2 0-5 16,-3 5-4-16,0-1 1 0,0-4-11 0,-3 4-12 15,2 2-10-15,-4-2-18 0,-2 4-18 0,-7-4-23 0,0 2-28 16,-4 4-21-16,1 2-33 0,0 2-65 0,4 1-54 16,-2 0-199-16,3 2-523 0,12-1 231 15</inkml:trace>
  <inkml:trace contextRef="#ctx0" brushRef="#br0" timeOffset="24683.53">19082 6149 5 0,'0'0'274'16,"0"0"-24"-16,0 0-26 0,0 0-18 0,-8 2-24 16,8-2-16-16,0 0-23 0,0 0-33 0,-12 1-52 0,12-1-55 15,0 0-72-15,-7 2-76 0,7-2-90 0,0 0-254 16,0 0 112-16</inkml:trace>
  <inkml:trace contextRef="#ctx0" brushRef="#br0" timeOffset="29437.8">10388 6873 51 0,'-7'-1'163'0,"7"1"-4"0,0 0 2 15,0 0 0-15,-11-2-12 0,11 2-10 0,0 0-11 16,0 0-12-16,0 0-12 0,0 0-6 0,0 0-11 15,0 0-13-15,0 0-6 0,0 0-4 0,0 0-9 16,0 0-3-16,36-3-6 0,-14 1-4 0,5 1-19 16,-4 1-21-16,-1-4-24 0,4 1-26 0,-6 2-20 15,-3-4-21-15,-4 4-19 0,0 1-21 0,-3-3-17 16,-2 1-76-16,-2 0-241 0,-6 2 106 0</inkml:trace>
  <inkml:trace contextRef="#ctx0" brushRef="#br0" timeOffset="29814.12">10503 6850 111 0,'0'0'116'0,"-9"7"-1"0,6 0 8 15,0-1 11-15,-1 3-7 0,0 4-21 0,1-3 11 16,0 8 2-16,2 1-8 0,-2-2-12 0,-1 9-5 16,2 1 4-16,0-8-4 0,1 6-7 0,1 0-3 0,-1 0 6 15,1-7-6-15,0 1-8 0,0-2-7 0,-1 0-6 16,2-1-7-16,-2-3-2 0,1 3-6 15,0-6-5-15,-2 2-2 0,2 1-3 0,0-6-6 16,0-7-5-16,-2 13 0 0,2-7 1 0,0-6-1 16,-1 9-6-16,1-9 0 0,0 0 3 0,-3 8-4 15,3-8-3-15,0 0-3 0,-9 2 0 0,9-2-5 16,-12-4 2-16,12 4-3 0,-15-6-2 0,6 0 1 16,3 3 0-16,-2-1-3 0,3 1 3 0,5 3-1 15,-10-8-2-15,6 4 0 0,4 4 0 0,0 0 0 0,-8-6-5 16,8 6 0-16,0 0 0 0,-6-3-6 0,6 3 4 15,0 0-2-15,0 0 3 0,0 0 0 0,0 0 1 16,0 0-1-16,24 5 1 0,-12-2 1 16,1-2 0-16,3 2-3 0,2 0-18 0,2 0-20 15,-2-2-30-15,5-1-25 0,4 0-31 0,1-1-34 0,0-2-29 16,1 1-146-16,-10-2-364 0,9 1 161 0</inkml:trace>
  <inkml:trace contextRef="#ctx0" brushRef="#br0" timeOffset="30105.31">11024 6999 118 0,'0'0'208'0,"-4"-11"-7"0,2 4 2 16,2 7-7-16,-5-8-7 0,5 8-5 16,-9-8-12-16,4 6-16 0,-1 0-13 0,6 2-18 0,0 0-11 15,-18 0-13-15,18 0-7 0,-15 11-10 0,8-4-1 16,-4 6-10-16,-1 1 1 0,3 4 0 0,-3 3-3 15,0 4 0-15,3-2 2 0,-1 3-1 16,0-2-2-16,2 0-6 0,-1 1 6 0,4-7-7 0,2 1-5 16,0-1-5-16,-1 2-2 0,0-5-6 0,2 2-2 15,1 2-5-15,0-8-3 0,0 3-3 0,1-3-3 16,0 3-3-16,0-4-7 0,-3 1-27 0,3-5-22 16,3 2-24-16,-3-8-24 0,0 12-32 15,0-12-46-15,0 0-30 0,0 14-31 0,0-14-25 0,0 6-174 16,0-6-451-16,0 0 200 0</inkml:trace>
  <inkml:trace contextRef="#ctx0" brushRef="#br0" timeOffset="30252.92">10801 7283 33 0,'1'-5'226'0,"-1"5"-18"0,0 0-17 16,0 0-24-16,0 0-21 0,0 0-16 0,0 0-9 15,3-8-15-15,-3 8-8 0,0 0-11 0,17 1-6 16,-7-1-9-16,3 0-22 0,6 2-44 0,1-2-70 15,3 0-63-15,4-6-129 0,5 0-276 0,1 2 122 16</inkml:trace>
  <inkml:trace contextRef="#ctx0" brushRef="#br0" timeOffset="31803.86">12140 7068 5 0,'0'0'133'0,"0"0"-19"0,0 0 12 16,0 0-5-16,0 0-5 0,0 0-2 0,0 0-4 15,0 0-14-15,0 0-4 0,0 0-6 0,0 0-3 0,0 0-4 16,0 0-3-16,0 0-3 0,0 0-5 0,0 0-3 16,0 0 0-16,0 0-10 0,-13-8-3 15,13 8-6-15,0 0-6 0,0 0-3 0,-7-4 3 16,7 4-6-16,0 0-4 0,-7-3-3 0,7 3-1 0,0 0-3 15,-8-3 3-15,8 3-7 0,0 0-2 0,-11 0-2 16,11 0 1-16,0 0-5 0,-8-3 3 16,8 3-5-16,0 0 2 0,0 0 1 0,0 0-4 0,-9-1 3 15,9 1-5-15,0 0 0 0,0 0-4 0,0 0 2 16,0 0 0-16,0 0 0 0,0 0-1 16,0 0-2-16,0 0 2 0,0 0-3 0,0 0 2 0,0 0-2 15,0 0-4-15,0 0 5 0,0 0 0 0,0 0-1 16,0 0-2-16,0 0 2 0,0 0 4 0,0 0 1 15,26 5-2-15,-13-3 0 0,1-1-4 0,8 1-3 16,-5-1-17-16,4-1-10 0,-1 3-14 0,2-3-17 16,-1 4-8-16,2-4-14 0,-4 0-15 15,2 0-14-15,-1 0-11 0,-3 1-15 0,-2-2-104 16,-6 1-263-16,-1 1 118 0</inkml:trace>
  <inkml:trace contextRef="#ctx0" brushRef="#br0" timeOffset="32271.79">12307 7015 19 0,'0'0'135'0,"-9"-2"5"16,9 2-12-16,0 0 11 0,-7-2-5 0,7 2-7 16,0 0-16-16,0 0-8 0,0 0-13 0,0 0-9 15,0 0-10-15,0 0-9 0,0 0-8 0,0 0-3 16,-9 8-7-16,7 1 1 0,2 1 1 0,-2 2-5 15,2 6 8-15,-2 1 2 0,2 6-3 0,-1-6-4 16,-2 6-2-16,-1-4 1 0,4-3-5 0,-2 8-1 16,2-8 3-16,0 0-7 0,-3 1-2 0,6-4 2 15,-3-2-8-15,0 0-2 0,2-2 1 0,-2 0-3 16,0 0 0-16,0 0-4 0,0-2 0 0,0-2-3 16,2 1-3-16,-2-8 2 0,2 11 1 0,-2-11-2 15,-2 10 0-15,2-10-4 0,2 9 2 0,-2-9 4 0,0 0-4 16,0 7 0-16,0-7-3 0,0 0-10 15,0 0-11-15,-13 1-1 0,13-1-7 0,0 0-9 16,-20-6 1-16,14 3-2 0,-1-1 7 0,-2 0 2 16,-1 1-2-16,1 0 10 0,1-2-7 0,-1 3 6 15,2 0-1-15,0 0 6 0,7 2 0 0,-11-4-1 16,11 4-1-16,-10-2 0 0,10 2 2 0,-8-2 3 16,8 2-3-16,0 0 3 0,0 0 3 0,0 0 1 15,0 0 2-15,0 0-5 0,0 0 6 0,0 0-2 16,0 0 2-16,0 0 1 0,27 11 0 0,-11-10 0 15,0 3-5-15,4-1-26 0,-3 1-26 0,4-3-28 0,1 0-32 16,8-1-30-16,-12 1-110 0,6-3-279 16,-5 1 124-16</inkml:trace>
  <inkml:trace contextRef="#ctx0" brushRef="#br0" timeOffset="32675.43">12661 7299 146 0,'0'0'180'0,"-17"0"-2"0,3 3-11 0,5 1-5 16,-5-1-13-16,1 1-8 0,-3 3-11 0,3 2-9 15,0-1-15-15,3 0-7 0,-3 1-12 0,5 2-3 16,2-3-13-16,0 1-3 0,3 1-12 16,-1 0-2-16,4 1-4 0,0-2-5 0,4 0-2 0,3-1-4 15,1 0-5-15,2-1 0 0,1 0-2 0,3-1-5 16,1 0-3-16,-2-1-5 0,4 0-4 15,-3-2 1-15,1-2-2 0,-4-1-2 0,-2 2 0 0,2-1-1 16,-4-1-4-16,-7 0 6 0,14-2-1 0,-14 2-5 16,8-3 3-16,-8 3-1 0,5-3 0 0,-5 3 1 15,0 0 4-15,0 0-2 0,0 0-2 0,0 0-2 16,0 0 4-16,-19-10 0 0,9 10 0 0,-1 1 0 16,0 0 1-16,1 3 0 0,-3 1-5 0,2 1 4 15,0 0-1-15,0-1 2 0,3 4-2 0,-1-3 0 16,1 1 0-16,1 0-1 0,-2 2-2 0,6-5-2 15,1 3 2-15,2 1-1 0,0-8-1 0,0 13 4 16,2-6 0-16,-2-7-14 0,16 14-20 0,-5-9-14 16,3 2-28-16,6 0-41 0,1-4-25 0,8-1-38 15,2-2-28-15,-1 0-140 0,-1-2-365 0,2-1 161 16</inkml:trace>
  <inkml:trace contextRef="#ctx0" brushRef="#br0" timeOffset="32852.61">13095 7347 90 0,'0'-6'216'15,"0"6"-23"-15,0 0-21 0,6-6-18 0,-6 6-15 16,10 0-11-16,-10 0-17 0,15-2-12 0,-5 2-9 16,1 2-10-16,0 0-20 0,3-1-38 0,-1 0-40 15,-2 1-35-15,3 0-43 0,-6 2-136 0,2-3-250 16,-6 2 111-16</inkml:trace>
  <inkml:trace contextRef="#ctx0" brushRef="#br0" timeOffset="33001.61">13131 7465 26 0,'0'0'163'16,"0"0"-19"-16,0 0-10 0,0 0-20 0,0 0 0 15,9 8-16-15,-9-8-8 0,15-1-8 0,-1 1-15 16,-3 0-18-16,8-2-24 0,0-1-39 0,4 1-33 15,6-2-38-15,-2-2-75 0,1 0-174 0,7 2 77 0</inkml:trace>
  <inkml:trace contextRef="#ctx0" brushRef="#br0" timeOffset="33360.64">13793 7293 38 0,'-8'-12'201'0,"8"12"-14"0,0 0-11 0,-10 0-15 15,10 0-3-15,-9 8-10 0,1-2 9 0,0 2-1 16,-3 4-15-16,1 0-8 0,0 0-17 0,5 0-7 0,-7 4-13 16,7-7-8-16,-1 4-11 0,3-2-4 0,0 2-9 15,-1-2-4-15,4 0-7 0,0 0 0 16,2 0-5-16,2-1-2 0,2-1-5 0,3-2 1 16,1 0-1-16,2 2 4 0,-1-2-1 0,2 1 0 15,6-3-6-15,-1-2-3 0,-1-1 0 0,2-2 0 0,-2 1-1 16,-1-1-1-16,-3-3-1 0,1-1-3 0,-5-1 1 15,4 1 4-15,1-4-6 0,-5 0 0 0,5-3-3 16,-5 2-1-16,-3-4-3 0,1-3-2 16,-5 0 20-16,3-1-4 0,-3 1 0 0,-2-1 3 0,0 6-4 15,-2-6-1-15,-3 5 8 0,3 1-1 0,-1 2 0 16,-5-3-3-16,1 5-7 0,0-1-8 0,-4 3 3 16,-2-1-11-16,-1 4-20 0,-4 0-23 15,-4 2-30-15,1 1-31 0,-1 2-46 0,2 3-55 0,1-3-43 16,0 5-265-16,3-2-542 0,0 1 240 0</inkml:trace>
  <inkml:trace contextRef="#ctx0" brushRef="#br0" timeOffset="33985.93">14607 7554 174 0,'1'-10'194'0,"-1"10"-20"15,0 0-16-15,0 0-25 0,0 0-6 16,0 0-14-16,0 0-7 0,0 0-5 0,0 0-10 16,0 0-9-16,-13 20-9 0,7-12-8 0,-2 1-7 15,-1 0-13-15,-1 4-36 0,-4 2-34 0,5-5-46 0,3-2-44 16,-5 6-134-16,3-4-270 0,-1-2 120 0</inkml:trace>
  <inkml:trace contextRef="#ctx0" brushRef="#br0" timeOffset="34616.3">16106 7311 104 0,'0'-9'181'15,"0"9"-19"-15,0 0-15 0,9-3-11 0,-9 3-16 0,19-3-11 16,-5 0-12-16,5 1-4 0,2 0-11 0,-1 0-8 15,10 2-8-15,-9-1-9 0,1 1-5 16,-5-3-12-16,2 1-16 0,-6 2-23 0,-1 0 1 16,-4 0-9-16,-8 0-1 0,13 0 10 0,-8 1-10 0,-5-1 5 15,10-2-4-15,-10 2 3 0,0 0 9 16,0 0-2-16,0 0-3 0,5-6-5 0,-5 6 9 16,0 0-1-16,0 0 8 0,0 0 11 0,0 0 1 15,-16-9 1-15,16 9-4 0,0 0 5 0,0 0-10 0,-7-4 1 16,7 4-11-16,0 0 19 0,-5 13 1 0,1-5 1 15,0 1-2-15,2 2-5 0,-1 1 8 0,1 1 0 16,-3 3-1-16,3 2 4 0,-1-3-1 0,0 2-1 16,0-1 3-16,1-1-2 0,1 3 3 0,-2-3-6 15,0-2 4-15,2 3-7 0,0-6 2 0,1 1-2 16,-3 0-6-16,3-2 0 0,-1-1-3 0,1-8 2 16,-4 10 2-16,4-10-1 0,-1 10-3 15,1-10 2-15,-1 6 2 0,1-6-3 0,-4 7 1 0,4-7 1 16,-7 4-4-16,7-4-4 0,-11-2 0 0,11 2-1 15,-14 0-2-15,14 0 0 0,-12-2-1 0,12 2-2 16,-11-5 4-16,11 5 0 0,-6-2-5 0,6 2 1 16,-6-4 2-16,6 4-4 0,0 0-4 0,0 0-5 15,0 0 2-15,0 0 1 0,0 0 7 0,0 0-5 16,0 0 3-16,0 0-9 0,23 6-13 0,-11-4-8 16,7 1-9-16,0 1-19 0,9-3-14 0,-1 2-18 15,4-3-5-15,0 0-12 0,1-2-23 0,-3 2-9 0,0-1-9 16,2 0 4-16,-3-1-83 0,-6-1-246 0,-2 1 110 15</inkml:trace>
  <inkml:trace contextRef="#ctx0" brushRef="#br0" timeOffset="34814.5">16723 7547 454 0,'17'-6'-12'0,"-1"1"15"16,-4 0 17-16,-1-2 13 0,0 1 18 0,-4 2 23 0,0-1 10 15,-2 0 20-15,-1 1 14 0,1-1-2 0,-5 5 8 16,4-7-3-16,-4 7-2 0,1-7-5 16,-1 7-14-16,0 0-2 0,0 0-9 0,0 0 0 15,-19-3-5-15,19 3 1 0,-21 10 5 0,12-2 1 0,-6 2 1 16,6-2-10-16,-1 0-2 0,-2 8 4 0,3-6-4 15,2-1-9-15,0-1-5 0,0 6-8 0,3-3-3 16,3-2-7-16,-1-1-3 0,4 1-4 16,-2 0-1-16,3 1-10 0,3 1-20 0,2-3-24 15,4-2-37-15,3 2-39 0,6-2-37 0,8-2-50 16,0 1-60-16,1-2-170 0,1-3-438 0,-1-2 193 0</inkml:trace>
  <inkml:trace contextRef="#ctx0" brushRef="#br0" timeOffset="35135.82">17435 7441 165 0,'0'0'216'0,"-9"-3"-10"16,9 3-8-16,-8-3-12 0,8 3-6 0,-8-3-11 15,8 3-5-15,-7-4-6 0,7 4-10 0,0 0-9 16,0 0-4-16,-6-4-9 0,6 4-7 0,0 0-12 15,0 0-6-15,0-10-12 0,0 10-5 0,0 0-17 16,7-14 19-16,0 7-12 0,-3 5-1 0,2-3-12 16,-2 0-5-16,-4 5-8 0,10-7-2 0,-6 4-8 15,-4 3-7-15,10-4 0 0,-10 4-5 0,9-2-3 16,-9 2-8-16,9-4 0 0,-9 4-6 0,11 0 9 16,-11 0-4-16,12 6-3 0,-7-6 0 0,2 4-2 15,0-1 1-15,2 0-4 0,-3 0 0 0,1 0-18 16,2 0-18-16,0 1-18 0,-3-2-36 0,3 1-32 15,3-1-41-15,-2 1-52 0,1-3-48 0,-3 2-171 16,0-2-461-16,-8 0 204 0</inkml:trace>
  <inkml:trace contextRef="#ctx0" brushRef="#br0" timeOffset="35407.61">17507 7557 118 0,'0'0'215'0,"0"0"1"0,0 0 1 0,0 0 5 16,-3 6-9-16,3-6-9 0,0 0-11 0,0 0-14 15,0 0-10-15,0 0-9 0,0 0-15 0,0 0-7 16,0 0-13-16,0 0-7 0,0 0-3 0,-11-12-2 16,11 12-6-16,0 0-3 0,0 0-16 0,0 0-9 15,-3-7-10-15,3 7-8 0,0 0-9 0,0 0-9 0,0 0-5 16,0 0-16-16,0 0-8 0,12-9-17 15,-12 9-9-15,12 0-21 0,-2 0-13 0,2 0-24 16,1-2-20-16,0 4-28 0,6-2-27 0,-3 0-43 0,5 0-39 16,2 0-208-16,-3-2-470 0,2 0 209 15</inkml:trace>
  <inkml:trace contextRef="#ctx0" brushRef="#br0" timeOffset="35979.78">18031 7320 233 0,'0'0'244'0,"-7"-6"-19"0,7 6-21 0,0 0-15 16,-5-6-24-16,5 6-13 0,0 0-13 16,0 0-15-16,0 0-10 0,14-9-13 0,-4 9-10 0,3-3-11 15,6 0-16-15,2 3-15 0,-3-2-13 0,3 0-22 16,-3 0-9-16,0 1-19 0,0 1-17 0,-1-4-9 15,-7 4 2-15,3-1-8 0,-7 0 1 0,2 0 3 16,-8 1 6-16,11-2 5 0,-11 2 6 0,8-3-2 16,-8 3 5-16,0 0 2 0,6-4 1 15,-6 4 10-15,0 0 12 0,0 0 3 0,3-6 6 16,-3 6 16-16,0 0 2 0,0 0-1 0,0 0 1 0,0 0-4 16,0 0-4-16,0 0-7 0,0 0 3 0,0 0 3 15,0 0 12-15,0 0 3 0,0 0 2 16,-10 32 4-16,6-18-2 0,-3 3-2 0,1-2 0 15,1 1 1-15,1 2 0 0,-2-1-7 0,3 1 0 0,-1 0-3 16,0 1-6-16,-1 0 4 0,4-3-3 0,-3 2-2 16,0-1-3-16,2-2-2 0,-1-4-1 0,3 2 0 15,0 0-1-15,-1-1-4 0,0-2 1 0,2-2 1 16,-1-8-4-16,-3 13 2 0,3-8-1 0,-2 2-4 16,2-7-7-16,-3 7-4 0,3-7-2 0,-7 6-8 15,7-6-2-15,-11-2-13 0,11 2 1 0,-12-1-2 16,12 1 4-16,-18-4 1 0,11 1 0 0,1-1 3 15,6 4 5-15,-13-6 3 0,9 2 2 0,4 4 0 16,-9-4 4-16,9 4-5 0,-9-5 12 16,9 5 7-16,-5-4 0 0,5 4 2 0,0 0-1 0,0 0-3 15,0 0 0-15,0 0 1 0,0 0-6 0,0 0 5 16,0 0-2-16,0 0-5 0,30-1 0 0,-11 1-13 16,3 0-13-16,7 1-23 0,3-2-20 0,-1 2-32 15,-1-3-18-15,1 0-23 0,-3 0-20 0,0-1-118 16,-6 2-308-16,0 0 136 0</inkml:trace>
  <inkml:trace contextRef="#ctx0" brushRef="#br0" timeOffset="36431.74">18601 7545 88 0,'6'-3'121'0,"-6"3"2"0,8-7 12 15,-5 3 3-15,-3 4 0 0,2-9-6 0,-2 9-8 16,0 0-4-16,-9-9-6 0,9 9-7 0,-14-3 3 16,2 3-2-16,-1 4 6 0,2 0-3 0,-7 2-2 15,-1 3-6-15,2 0 0 0,1 0-9 0,-1 1-9 16,3 1-10-16,4-4-6 0,-1 2-7 0,5 0-6 15,-1 0-3-15,1 0-6 0,4 1-2 0,3 0 0 16,0 1-7-16,5-1-5 0,4-2-13 0,0-2-10 16,5 2-16-16,4 0-14 0,2-4-16 0,-1 2-12 15,2-5-6-15,1 1-8 0,-5-1-3 0,2-2-2 16,-1-2-1-16,-6 2-2 0,1-4 6 0,-2 5 10 0,0-4 5 16,-2 0 7-16,-1-4 2 0,-2 2 3 15,1 1 12-15,-8 5 1 0,9-10 18 0,-4 6 17 16,-1 1 16-16,-4 3 9 0,6-8 1 0,-6 8-3 15,5-5-5-15,-5 5-3 0,0 0-2 0,0 0 3 16,0 0 1-16,0 0 1 0,0 0-2 0,7 13 4 16,-7-13-5-16,2 10 3 0,-2-3-3 0,4-2 6 15,-1 1-10-15,2 1 0 0,4-1 5 0,0 2-2 16,0-2 4-16,2-2 6 0,2-2-3 0,-2 0 4 16,3-1-2-16,-2-1 2 0,-2-1 8 0,4 1 1 0,-2-3-2 15,-2 2 6-15,0-5 11 0,-1 2 1 0,-2-4-8 16,-2 4-2-16,0-6-7 0,0 1-1 15,-4 0-1-15,0-2-7 0,-2-1-3 0,-2 2-6 16,1-1-2-16,-7 0-3 0,4 1-10 0,-3 1-10 16,-2 1-20-16,-4-2-22 0,-1 4-29 0,-3 0-31 0,-3 3-45 15,5 2-47-15,0-1-64 0,-2 1-181 16,-1 2-475-16,19-1 210 0</inkml:trace>
  <inkml:trace contextRef="#ctx0" brushRef="#br0" timeOffset="36789.78">19957 7350 252 0,'0'0'252'0,"0"0"-29"16,0 0-25-16,-2-7-20 0,2 7-16 16,0 0-9-16,-11 17-3 0,-1-3-5 0,1 2-7 15,-2 7-13-15,1 1-9 0,5-1-12 0,0 2-14 0,2-1 3 16,4 2-15-16,1-2-9 0,3 0-6 0,3 0-1 15,2 0-8-15,3-1-1 0,4 0-7 0,-2-8-17 16,6 2-35-16,-2-4-45 0,1-3-33 16,5 4-51-16,4-4-36 0,-8-6-40 0,1 0-152 0,-7-4-392 15,6-3 173-15</inkml:trace>
  <inkml:trace contextRef="#ctx0" brushRef="#br0" timeOffset="37088.78">20279 7497 98 0,'6'-8'224'0,"-5"1"-12"0,6-2-13 16,-6 4-22-16,-1 5-20 0,4-7-20 0,-4 7-15 16,0 0-10-16,0 0-6 0,0 0-8 15,14 9-4-15,-9 2-1 0,1-1-7 0,-2 2-3 0,3 4-4 16,-1 0-8-16,0 0-3 0,-1 1-3 0,3 0-4 16,-3-1-7-16,0-4-4 0,3 0-2 0,-3-1-3 15,1-1-3-15,1-2 2 0,-2-3 13 0,0 0 13 16,-1-1 14-16,-4-4 20 0,5 9 16 15,-5-9 4-15,0 0 1 0,0 0-11 0,0 0-18 0,23-12 3 16,-17 4-8-16,0-3-13 0,1-3-8 0,0 0-12 16,1-3 1-16,0 3-14 0,3-12 1 0,-3 9-9 15,3-5-19-15,-4 4-22 0,2 1-26 0,5-5-15 16,-5 6-52-16,3 4-34 0,-5-3-42 0,1 6-34 16,0-1-37-16,-1 2-34 0,-2 4-208 0,-1 2-525 15,-4 2 232-15</inkml:trace>
  <inkml:trace contextRef="#ctx0" brushRef="#br0" timeOffset="37851.83">20689 7590 131 0,'0'0'193'0,"11"-2"-8"16,-5-3-10-16,-6 5-4 0,11-6-6 0,-7 1 5 16,0 0-12-16,1-3-13 0,-1 2-8 0,-2-2-8 15,2 1-1-15,0-3-5 0,-3 1-10 0,0 0-2 16,1-1-6-16,-2 3-10 0,0 7-4 0,-2-14 3 15,2 14-12-15,-1-12-2 0,-3 8-14 16,4 4-5-16,-4-9-7 0,4 9-8 0,-12-2-6 0,3 4-4 16,-4 4-3-16,-3 1-5 0,0 2-3 0,0 2-8 15,1-1 11-15,4 3-14 0,-3 2-3 0,2-1 2 16,2 1-2-16,4-4 0 0,2 1-1 0,1 3-1 16,3-1-3-16,2-4 10 0,1 2-8 0,4-2-2 15,4 1 0-15,2-1 5 0,0-5-2 0,5 1-3 16,2-1 9-16,0-2-8 0,1 0-4 0,-1-3 7 15,0-3-3-15,-2 0-1 0,1 2-1 0,-3-3 0 16,-3 1 3-16,-1-1 0 0,4-8-4 0,-4 5 1 16,0-2 0-16,-1-1-1 0,-1 3-1 0,0-2 0 15,0-4-3-15,2 0 3 0,-3 4-1 0,-2-1 0 0,0 3 1 16,-1-1-6-16,-2 1 10 0,2 4-14 16,-2-1 1-16,-4 4-3 0,5-6 1 0,-5 6 0 15,0 0-4-15,0 0 1 0,0 0 5 0,0 0 1 16,16 9 0-16,-14-5-3 0,-2-4 2 0,5 11 3 0,-2-5-1 15,-1-1 0-15,4 3 4 0,-3-2 1 0,3 1-1 16,-2-1 4-16,-1-2 2 0,-3-4-1 16,14 6 4-16,-5-2 3 0,0-2-3 0,4 0 2 15,-13-2-1-15,23 0 0 0,-13-2-4 0,-10 2 2 16,14-2-2-16,-4-3 2 0,-10 5 1 0,16-5-3 0,-10 1 1 16,1 1 2-16,-1-2-5 0,-2 3 2 0,-4 2-2 15,9-4-4-15,-9 4 9 0,5-5-11 16,-5 5-4-16,0 0 1 0,7-2-1 0,-7 2-1 15,0 0-2-15,0 0 1 0,0 0 0 0,0 0-1 0,10 6 4 16,-10-6 2-16,5 6-1 0,-5-6-1 0,4 6 5 16,-4-6 3-16,7 4 0 0,-7-4 3 0,9 7-4 15,-4-6 2-15,3 0 1 0,1 1 1 0,-9-2-3 16,13-3 4-16,-4 0 1 0,-3 2 2 16,1-3-5-16,3 2 0 0,-4-3-1 0,0 1 0 0,2 0 13 15,-3-1-15-15,0 1 3 0,0-1 1 16,-5 5 4-16,7-4-1 0,-7 4 3 0,6-4 0 0,-6 4-5 15,0 0-4-15,6-4-2 0,-6 4-1 0,0 0-4 16,0 0 2-16,0 0-4 0,0 0 0 0,0 0 6 16,4 17-1-16,-5-7-1 0,1-10 2 0,-5 17 0 15,4-5 2-15,-1-1-1 0,0 6 0 16,-1-6 1-16,1 0 1 0,-1 0 0 0,2-1-7 0,-2 2-27 16,2-2-19-16,0-1-24 0,-1 0-38 0,0-2-41 15,2-7-44-15,2 13-43 0,-2-7-218 0,0-6-495 16,0 0 220-16</inkml:trace>
  <inkml:trace contextRef="#ctx0" brushRef="#br0" timeOffset="38080.17">21675 7368 229 0,'3'-7'263'0,"0"0"-22"16,-1 3-23-16,-2 4-5 0,4-7-29 0,-4 7-22 15,0 0-14-15,0 0-10 0,0 0-11 0,4 20-4 16,-4-9-9-16,-1 6-10 0,-1 1-9 0,0 1-10 16,-1 5-8-16,-1 0-5 0,4 0-5 15,-1-5-8-15,0 0-25 0,-2 0-29 0,2 0-29 0,0 1-41 16,-1-3-45-16,2-1-36 0,2-1-43 0,-2-4-31 16,0-1-114-16,1 0-363 0,-1-10 161 0</inkml:trace>
  <inkml:trace contextRef="#ctx0" brushRef="#br0" timeOffset="38759.78">21739 7695 132 0,'5'-5'155'0,"4"-3"11"16,0-1 5-16,0 0 0 0,0 1-6 0,5-6-13 16,-2 4-8-16,3-2-5 0,-2 2-7 0,0-3-5 15,-3 4-8-15,1-3-3 0,3 0-4 0,-2 2-2 16,-3 0-11-16,4-1-1 0,-3-2-7 0,-1 3-6 16,-3 3 2-16,1-1-1 0,-4 2 3 0,0 0 2 15,0 1-4-15,-3 5-2 0,3-6-11 0,-3 6-9 16,0 0-7-16,0 0-4 0,0 0-11 0,0 0-3 15,-28 7-2-15,15 3-8 0,-2 0-4 0,2 0-3 16,1 1-3-16,1 4-1 0,4-8-4 0,-1 2-3 16,1 0 4-16,1-1-8 0,4 2-1 0,-1-1 5 15,4 0 0-15,1 0 1 0,2-2-2 0,0-1-1 16,3 0 1-16,3-2-3 0,2 0-1 0,-1-1-8 16,10 0-2-16,-2-3-4 0,0 0-3 0,-6-3-3 15,2-1-1-15,-1 1-1 0,-1-1 1 0,-2-2-2 0,5-2 1 16,-5 1 0-16,0-1 1 0,-1 0 3 15,-1-2-2-15,1-4 0 0,0 1-2 0,0 1-1 16,-3 3 6-16,2-5 0 0,-4 3 0 0,1 0 4 16,1 3-3-16,-4 0-2 0,0 1 4 0,2 4 0 15,-1-1-3-15,-4 4 1 0,0 0-4 0,3-8 1 16,-3 8-2-16,0 0 4 0,0 0 2 0,0 0 0 16,-8 22 1-16,3-13 5 0,2 0 5 0,-1 1-4 15,-1 1 3-15,2-2 1 0,1 1-1 0,-2-1 2 16,3 1-2-16,0-4-1 0,1-6 3 0,0 10 0 0,0-10 2 15,1 12 1-15,-1-12 0 0,7 6 4 16,-2-4 1-16,-5-2-1 0,16-2 5 0,-7-1-2 16,0 1 8-16,3 0-12 0,-2-2 6 0,1-1-4 15,0-3 0-15,-1 4-2 0,0-5 0 0,-1 0 3 16,-1 2-2-16,-1-4-5 0,2 3-4 0,-1-3 4 0,-2 1 3 16,2 0 1-16,-3-1-7 0,0 4 1 0,-2 0 1 15,-2 1-4-15,-1 6-1 0,3-9 1 0,-3 9-4 16,3-6-2-16,-3 6 0 0,0 0-7 15,0 0 3-15,0 0 0 0,0 0-3 0,0 0 7 16,0 0 4-16,0 0-9 0,-11 26 1 0,7-17 2 0,-1 2-1 16,1 0 4-16,0 2-1 0,2-2 0 0,-2 5 0 15,3-3 1-15,-2-1-1 0,2-1 5 16,-4 4-3-16,3-2 0 0,0-2 6 0,-1 0-7 16,1-1 5-16,2 0-5 0,-1-2 8 0,1-1-6 0,-2 3 1 15,2-10 5-15,-2 11-6 0,2-11-15 0,-4 8-7 16,4-8-13-16,-2 4-14 0,2-4-16 0,0 0-39 15,0 0-53-15,0 0-57 0,-15 3-241 0,15-3-493 16,0 0 218-16</inkml:trace>
  <inkml:trace contextRef="#ctx0" brushRef="#br0" timeOffset="38998.5">22575 7271 28 0,'5'-1'173'0,"-5"1"-12"0,14 4-15 16,-6 1-7-16,-2 5-1 0,0 0 10 15,-3 6 5-15,0 4-1 0,1 5-11 0,-4 0-8 16,-4 1-8-16,-4 4-11 0,2-4-3 0,-2 0-16 0,-3 3-7 16,0-2-8-16,0 0-6 0,-3-6-8 0,1 2-11 15,-1-1-23-15,-1 0-33 0,2-8-33 0,-2 0-37 16,-1 0-37-16,1-1-36 0,-3-1-42 15,-6 4-116-15,-1-4-326 0,-1-2 144 0</inkml:trace>
  <inkml:trace contextRef="#ctx0" brushRef="#br0" timeOffset="42313.91">8402 8356 236 0,'0'-10'237'0,"-1"5"-17"15,1 5-9-15,0-13-20 0,0 13-22 0,-1-6-16 16,1 6-20-16,0 0-13 0,0 0-16 0,0 0-12 16,0 0-12-16,0 0-7 0,0 0 4 0,-3 27 3 15,2 1 2-15,-5-2-7 0,3 3-7 0,-1 0-3 16,-1 2-6-16,-1 1-8 0,2-2-3 0,-4 0-4 15,7-1-2-15,-2-1-6 0,0-2-4 0,-3-3-3 16,5-2-3-16,0-3-4 0,0-1 0 0,1 1-7 16,0-5-19-16,0 0-19 0,-2-3-26 0,2 0-30 15,2-2-26-15,-2-8-30 0,0 10-21 0,0-10-19 16,2 7-30-16,-2-7-123 0,0 0-353 0,0 0 157 0</inkml:trace>
  <inkml:trace contextRef="#ctx0" brushRef="#br0" timeOffset="42680.42">8387 8446 83 0,'18'-11'147'0,"5"-3"-7"0,-4 3-6 15,2 5 1-15,5-1-4 0,-6 2-12 0,0 1-9 16,0 2-5-16,-3 2-11 0,-2 1-9 16,1 4 3-16,-2 0-7 0,-1-1-7 0,-2 4-3 0,-1 0-2 15,-2 0-4-15,0 3-7 0,-2 5 1 0,-4 1-4 16,-3 1-4-16,-1-1-3 0,-5 0-5 15,1 1-7-15,-2 1 3 0,2-2-9 0,-4-1-2 0,2-1-5 16,2-3-1-16,-1 2-6 0,3-3 3 0,1 0-5 16,0-1-3-16,2-3-8 0,1 3-5 15,1-1 1-15,5-2 1 0,-2 0-7 0,3 3 3 0,0-5 2 16,1 2-2-16,2 2 2 0,-1-5-1 16,0 4 0-16,2-1 0 0,-1 0 0 0,-1 3-1 0,-1-5 0 15,-3 1-2-15,-1 2 3 0,1-1 6 16,-1 1 5-16,-1 0 3 0,-3 1 2 0,-1 0 3 0,-3-3 0 15,-3 2-1-15,1 0-1 0,-4-1-5 0,0 0 3 16,-1 0-2-16,-1 0-4 0,0-3 1 0,-1 2-15 16,0-1-23-16,2 0-28 0,0-2-30 0,3-1-23 15,0-2-36-15,8 0-33 0,-14 0-111 0,14 0-315 16,-6-3 140-16</inkml:trace>
  <inkml:trace contextRef="#ctx0" brushRef="#br0" timeOffset="43269.05">8869 8658 219 0,'4'-4'221'16,"-4"4"-22"-16,5-4-19 0,-5 4-22 0,0 0-14 15,0 0-14-15,0 0-7 0,0 0-1 0,11 14-6 16,-11-3-3-16,0 4-4 0,1 1-9 0,-1 0-7 16,0-3-9-16,4 2-12 0,-2-4-6 0,0 1-4 15,1-3-4-15,1 2-10 0,1-1-5 0,2-3 1 0,0 2-3 16,0-3-2-16,4 0-4 0,0-2-2 15,1 0-3-15,-1-4-3 0,3 0-2 0,-1-2 6 16,0 0-6-16,4-4-2 0,-5 1 2 0,0-1 3 16,-3 0 4-16,1-1-2 0,-1-3-3 0,-1 2 0 15,-1-6 0-15,-1-1-6 0,1 0 1 0,-2-2-3 0,-2 6 0 16,-1-1 1-16,-2 1 1 0,0 0 2 16,2 3 8-16,-1-2-1 0,-1 10 3 0,4-9-7 15,-4 9-5-15,0-9-5 0,0 9-2 0,0 0-6 0,0 0 1 16,0 0-1-16,0 0-3 0,-8 20 0 15,4-7 3-15,1 2-4 0,2 1 4 0,1-1-7 0,-1 0 3 16,1 1-3-16,2-3-1 0,0-2 1 16,0 0 4-16,2-2-4 0,5 1 4 0,-1-4 1 0,1 1-1 15,1 0 1-15,4-4 2 0,-1-2 1 0,6-2 2 16,1-2 0-16,-2 3-2 0,1-7-1 16,7-1-3-16,-11 0 2 0,1-2 1 0,-2 1-2 15,-4-4-1-15,3 0 1 0,-3 1-3 0,-1-4 4 0,0-1-3 16,-3-2-1-16,1 0-3 0,-2 1 3 0,-4-9 0 15,3 2-1-15,0 1-2 0,-3-2-1 0,-1 0 3 16,0 12-2-16,-1-1 8 0,2 2 6 0,-2 2 4 16,-2 6 0-16,3 5-2 0,-1-13-7 0,1 13-5 15,0 0-2-15,0 0-1 0,0 0-3 0,0 0-2 16,-5 26 6-16,4-10 0 0,-5 10-1 0,0 3 2 16,1-1 2-16,0-1 4 0,0 2-6 0,1-3 4 15,1-1 1-15,1 0 0 0,0-5-6 0,1 0 1 16,-1-2 6-16,3-1-9 0,0 0-12 0,0-1-33 15,-1-3-31-15,2-2-37 0,-2 0-53 0,2 0-55 16,0-4-48-16,-2-1-194 0,0-6-503 0,0 0 223 16</inkml:trace>
  <inkml:trace contextRef="#ctx0" brushRef="#br0" timeOffset="43409.71">9293 8639 136 0,'7'-4'158'16,"4"2"-16"-16,8 0-38 0,0 3-45 0,8-2-46 16,3 2-52-16,-1 4-57 0,2-3-103 0,1 2 45 15</inkml:trace>
  <inkml:trace contextRef="#ctx0" brushRef="#br0" timeOffset="44006.77">10001 8829 29 0,'0'0'258'0,"8"-7"-10"0,1 0-14 16,-4 2-19-16,2-2-11 0,0-3-12 0,-1 3-13 15,2-2-14-15,5-4-14 0,-3 1-11 0,4-1-11 16,-6 0-12-16,3 0-9 0,1-1-6 0,-2 0-7 16,0 0-13-16,3-2-3 0,-3 3-12 0,-3-2-6 0,-1 6-2 15,-1 0-8-15,0 0-4 0,-4 4 1 0,3 1-8 16,-4 4-3-16,4-7-6 0,-4 7-6 15,0 0 10-15,0 0-18 0,0 0-2 0,0 0 1 16,-20 19-5-16,9-8 2 0,0 6-1 0,0-2-2 16,0 0 0-16,3 4 7 0,-2-4-10 0,3-1-4 15,0 0 1-15,3-2 5 0,4 0 0 0,2-1-3 0,-1-1 0 16,3 0 2-16,1-2 1 0,1-1-1 16,6-1 9-16,-1-2-6 0,3 0 0 0,6-1-2 15,1-3 1-15,1 0-3 0,-1-4-1 0,0-1 1 0,0 1 3 16,-2-2-1-16,-1-1-5 0,-3-1 7 15,2 0-4-15,-6 0 1 0,3-2-1 0,-2-1-4 0,-3-3 5 16,0 4-1-16,-4 0-2 0,1-5-2 0,-1 6 2 16,0-1-1-16,-2 0 10 0,2 3-11 15,-3 0-3-15,1 2 0 0,-3 5-1 0,4-7-1 0,-4 7-3 16,0 0 0-16,0 0-2 0,0 0 1 0,0 0 1 16,0 0-2-16,0 0 4 0,-7 33-1 0,6-23-2 15,-1-2 3-15,-1 1 1 0,2-3 1 0,0 2-1 16,1-8 1-16,-2 12 1 0,2-12 4 0,0 10-3 15,0-10 4-15,2 7 8 0,-2-7-9 0,5 5-2 16,-5-5 9-16,5 3 2 0,-5-3 1 0,10 0 2 16,-10 0 2-16,12 1-3 0,-12-1-1 0,16-4-3 15,-7 2 0-15,3 0-3 0,-6-1 1 0,-6 3-5 16,14 2-1-16,-5-2-3 0,-9 0-3 0,13 3 2 16,-5-1 0-16,0 5-1 0,1-2 7 0,-4 3-10 15,1 0 5-15,-4 3-1 0,2-3-9 0,1 3-25 16,-4-2-16-16,2 1-29 0,-3-1-24 0,-3 1-45 15,0 0-48-15,1-4-42 0,-1 4-236 0,-4-3-514 16,2-2 227-16</inkml:trace>
  <inkml:trace contextRef="#ctx0" brushRef="#br0" timeOffset="44190.59">10176 8371 5 0,'-3'-4'250'0,"3"4"-28"0,-6-9-38 0,6 9-37 0,0 0-29 15,0 0-37-15,0 0-49 0,0 0-43 0,0 0-66 16,19 13-82-16,-6-2-171 0,2 0 75 16</inkml:trace>
  <inkml:trace contextRef="#ctx0" brushRef="#br0" timeOffset="44589.81">11936 8567 233 0,'-9'-7'237'0,"3"2"-15"0,-1 1-12 0,1 3-17 15,6 1-14-15,-19 3-14 0,8 2-2 0,-1 5-3 16,-6 3-5-16,-2 5-6 0,-1 2-6 0,4 0-10 15,1-1 0-15,0 3-22 0,10-3-3 0,-4 4-1 16,6-4-17-16,2 0-17 0,0-1 4 0,2 0-13 16,4-1-2-16,1-1-3 0,5 2-5 0,2-2-9 15,-1-5-5-15,3 1-18 0,4-1-25 0,8-2-34 16,2-1-35-16,1-4-27 0,2-2-45 0,1-3-32 16,0-2-24-16,1 0-18 0,2-4-13 0,-3 1-138 15,3-3-398-15,-2-3 177 0</inkml:trace>
  <inkml:trace contextRef="#ctx0" brushRef="#br0" timeOffset="44973.4">12494 8545 139 0,'-1'-12'223'0,"-3"5"-11"0,1-1-14 0,-2 4-16 0,5 4-8 16,-17-2-10-16,3 4 4 0,-3 5-7 16,-6 5-3-16,-2 4-14 0,2 0-10 0,1 3-11 15,4 0-12-15,5-2-10 0,1 2-8 0,3-2-8 16,3 1 3-16,1 0-22 0,4-1 0 0,1 2-7 0,4-4-8 15,2 1-5-15,3-1 2 0,5-1-7 0,-1-1-2 16,4-4-1-16,0 0-5 0,1-2-2 16,-1-4-1-16,2 1-9 0,-1 0 0 0,-5-4 0 15,-2 2 0-15,-1-2-3 0,-10 0 2 0,15-3-6 0,-11 0 0 16,-4 3-3-16,10-7 10 0,-10 7-10 0,2-7-3 16,-2 7-6-16,0 0 4 0,-12-12 6 0,1 8-13 15,1 4 2-15,-4-2 2 0,-4 4 13 16,-2 0-3-16,-1 3 6 0,-6 2 11 0,8-2 1 0,-6 6 8 15,0 2 4-15,6-4 4 0,2 3 1 0,1-2-5 16,1-2-3-16,3 6 1 0,3-5-7 0,0 3 0 16,3-1-7-16,2-1 5 0,3 0-4 15,1-1-8-15,2 0 3 0,3 2 5 0,3-3-3 0,6 1-4 16,4-1-13-16,2-2-13 0,8-1-20 0,3 0-33 16,1-5-21-16,1 3-36 0,1-4-48 0,0-1-52 15,3 0-47-15,-5-2-271 0,1-1-578 0,-4-2 255 16</inkml:trace>
  <inkml:trace contextRef="#ctx0" brushRef="#br0" timeOffset="45966.78">13438 8589 239 0,'-4'-5'240'0,"-3"0"-15"16,3-1-12-16,-2 3-16 0,-6 1-16 0,1 1-11 15,0 2-11-15,-7 9-3 0,-5 4 0 0,5 5-20 16,-6 5-4-16,5 2-6 0,0 0-7 0,2 3-9 15,4 1-10-15,2-3-11 0,4-1-7 0,3 0-8 16,4-2-5-16,4 1-7 0,0-6-5 0,3-2-5 16,2 0-4-16,9 1-6 0,-4-5-13 0,8 2-18 15,5-5-16-15,0-3-18 0,2-1-20 0,5-3-18 16,-5-2-10-16,-2-4-8 0,2-1-2 0,0 1 1 16,-2-5 4-16,-1 0-1 0,-7-1 6 0,-1 2 2 15,0-4 6-15,-2 1 2 0,-1-1 3 0,1-1 6 16,-7-3 6-16,-1 1 5 0,-2 0 0 0,-1-2 13 15,-1 0 21-15,-2-1 14 0,-2 5 15 0,0 2 21 16,-2 0 5-16,2 2 5 0,0 8 5 0,0-11-6 16,0 11-8-16,-2-8-5 0,2 8-7 0,0 0-2 15,0 0 1-15,0 0 4 0,-13 19 6 0,9-6-5 16,-4 2 0-16,4 1-3 0,-1 1-4 0,5-2-2 16,-4 1-1-16,6 0-2 0,0 0 0 0,0-4-1 0,2-1 0 15,1-1-2-15,1 1-3 0,0-3-3 0,2 1 3 16,1-2-1-16,0-1 0 0,1-1 0 15,1-2-3-15,-1-1 2 0,2-4-2 0,-1 1-2 16,1-3 0-16,-1-1-1 0,0 1-1 0,-2-2-6 0,0-4 2 16,-3 2-3-16,1-3 0 0,1 0-6 0,-4-1-1 15,0-3-4-15,1 0 3 0,-1-2-2 16,0-1 1-16,-2 0-3 0,1 3-1 0,2-2-1 16,-3 2 3-16,0 3-2 0,3 2 1 0,-1 1-2 0,-2 4 0 15,-2 5-1-15,7-7-1 0,-7 7 5 0,12 2-2 16,-4 3 0-16,1 2 0 0,3 4 6 0,-1 3 2 15,-3-3-4-15,-1 5 6 0,1-3 7 0,0 4 3 16,-2-5-1-16,-1 0-1 0,2-1-2 0,-4-1 0 16,1-2-3-16,-2-1 7 0,0-3-5 0,-2-4 6 15,3 10 7-15,-3-10 13 0,0 5 25 0,0-5-2 16,0 0-7-16,0 0 8 0,0 0-14 0,0 0-3 16,0 0-2-16,0 0-2 0,0 0-3 0,-1-29-2 15,2 19-7-15,1-1 4 0,2-2-4 0,3 0 0 16,0-1-9-16,2-1 3 0,4-1-2 0,-1 5-3 15,-1-1-1-15,-1 3-2 0,0 1-2 0,1 2-1 16,1 1-3-16,-1 2-3 0,-1 2 4 0,0 2-6 16,-1 2 0-16,0 2 2 0,1 2-2 0,-2-1-2 15,1 4 7-15,-1 0-1 0,0 5-2 0,-1-4-2 16,-3 3 4-16,3 1 0 0,-1 1-29 0,-4 0-26 0,4-4-34 16,-3-1-40-16,-2 1-56 0,1 0-56 15,0-2-258-15,-2-2-539 0,2 0 238 0</inkml:trace>
  <inkml:trace contextRef="#ctx0" brushRef="#br0" timeOffset="46239.63">14608 8577 228 0,'0'-10'291'0,"-1"-1"-19"0,1 11-28 0,0-10-26 0,0 10-30 16,0 0-19-16,0 0-9 0,0 0 3 15,-3 25 7-15,3-5-7 0,0 8-5 0,-2 4-23 16,2 3-6-16,-3 12 4 0,1-12-2 0,-2 10-9 0,-2-9 1 16,3-2-12-16,-2-1-2 0,1 0-20 0,2-1 4 15,0 1-6-15,-3-1-16 0,1-1-8 0,2 1 2 16,0-5-7-16,1-2-20 0,0-7 14 16,-2 0-28-16,3-1-23 0,0-6-34 0,0-1-30 0,0-1-28 15,0-1-27-15,0-8-24 0,-3 9-34 0,3-9-49 16,0 0-44-16,0 0-222 0,0 0-531 0,0 0 236 15</inkml:trace>
  <inkml:trace contextRef="#ctx0" brushRef="#br0" timeOffset="46517.44">14414 8961 45 0,'0'0'209'0,"2"-12"-20"0,-2 12-21 15,9-7-17-15,0 6-9 0,4-1-19 0,7-2-10 16,-2 0-20-16,11 0-3 0,-1 2-11 0,1-3-6 15,2 4-6-15,1-4-10 0,-2 1-3 0,0 0-4 16,-3 2-6-16,2-1 3 0,-10 1 0 0,-2 0 0 16,-2-1 14-16,-3 0 14 0,-3 1 9 0,-1 0 7 15,-4 0 5-15,-4 2-1 0,13-4 4 0,-13 4-4 16,7-4 4-16,-7 4-9 0,7-2-8 0,-7 2-9 16,0 0-7-16,0 0-18 0,9-1-4 0,-9 1-8 15,0 0 9-15,0 19-11 0,0-8-7 0,-1 1-1 16,1 0 2-16,-3 4-5 0,2 1-4 0,-1 2-30 15,0-6-35-15,0 4-34 0,-1-1-51 0,3-1-53 16,-1-4-62-16,0-3-192 0,1 3-474 0,0-1 210 16</inkml:trace>
  <inkml:trace contextRef="#ctx0" brushRef="#br0" timeOffset="46683.09">14843 8665 32 0,'0'0'32'0,"0"0"-43"0,6 35-12 16,4-21 6-16</inkml:trace>
  <inkml:trace contextRef="#ctx0" brushRef="#br0" timeOffset="46971.75">15215 8848 193 0,'-4'-15'201'16,"-1"10"-2"-16,5 5-7 0,-11-9-7 0,4 4-9 0,1 3-10 15,-3 0-9-15,3-2-8 0,6 4-13 0,-14-3-7 16,7 3-22-16,7 0-7 0,-14 7-13 0,8-3-6 16,-1 6-11-16,1-1-3 0,1 1-10 0,2 2-2 15,-1 1-6-15,2 4-5 0,1-1-5 0,1-4-3 16,0 4-6-16,2 0-1 0,-1 0-4 15,2-4-2-15,1 5-5 0,-2-2 1 0,0-2-1 0,0 5-6 16,-1 0 4-16,1-1-4 0,-2 0 0 0,-3 1-1 16,1-1-1-16,-2 1 4 0,-4-1-2 0,0 0 2 15,1 0 1-15,-6-3-1 0,1 2 0 0,1-5 0 16,-3 1-1-16,6-2 5 0,-1-4-21 0,0-2-20 16,2 2-30-16,3 0-34 0,-3-5-47 0,7-1-48 15,-6 4-60-15,6-4-144 0,0 0-418 0,0 0 185 16</inkml:trace>
  <inkml:trace contextRef="#ctx0" brushRef="#br0" timeOffset="47549.39">15390 8861 197 0,'3'-6'229'0,"-3"6"-28"0,4-7-16 15,-4 7-21-15,0 0-6 0,0 0-7 0,0 0-4 0,-4 26-9 16,1-14-5-16,2 5-9 0,-3-6-13 15,3 6-13-15,-2-2-6 0,3 0-11 0,3 1-6 16,-2-3-6-16,2-2-6 0,0-1-3 0,4 1 0 16,1 0-11-16,-1-4-3 0,5-2-3 0,-1 0-6 15,3-3-4-15,-1 0 0 0,1-2-4 0,-1-3-7 16,0 1 0-16,-1-4 5 0,-1 2-11 0,-1-3 2 16,0-2-5-16,0 1 3 0,3-4-4 0,-3-1-1 15,-2 1-4-15,0-3 1 0,-1 1 0 0,1-3-3 0,-2 3 1 16,-2 2 2-16,0 0 2 0,0 4 6 15,0 3 5-15,-2-1 5 0,-2 6-4 0,3-10 1 16,-3 10-11-16,3-5-1 0,-3 5-1 0,0 0-2 16,0 0 5-16,0 0-5 0,0 0 1 0,-4 32 2 0,2-21 6 15,2 1 5-15,0-1 0 0,0 2 0 0,0-1 2 16,2-2-3-16,0 3 15 0,2-1-9 0,-1-1 2 16,2-1 2-16,1 1 2 0,3-1-6 0,0 0-1 15,0-5 2-15,2 2 1 0,1-3-1 16,-1-1-7-16,2-2 5 0,3 0-6 0,-3-1-1 0,-1-1-2 15,0-2 3-15,0 0-3 0,-3 0-1 0,0-3 1 16,1-1 3-16,-2 0-2 0,-1-1-5 16,-1-2 7-16,-1-2-7 0,-3 1-7 0,2 0-1 0,0-5 13 15,0 1-11-15,-1 4-3 0,2-5-3 0,-1 0 4 16,1 5-2-16,0 1-12 0,0 0 10 0,-1 1-13 16,0 4 2-16,1-2-4 0,2 5-1 0,-7 2 1 15,12-1-3-15,-12 1 8 0,13 6-5 0,-7 1 4 16,0 1 1-16,0 4-1 0,-3-2 3 0,1 2 12 15,-1 5-10-15,-2 0-4 0,0-2 4 0,1 2 1 16,-2 1 0-16,0-2-16 0,0 0-30 0,0-3-32 16,-2-3-26-16,2 2-30 0,4-2-47 0,-1-3-31 15,3 0-47-15,-1-2-187 0,6 0-488 0,1-3 216 16</inkml:trace>
  <inkml:trace contextRef="#ctx0" brushRef="#br0" timeOffset="47913.83">16387 8926 84 0,'-1'-10'233'0,"-3"0"-3"0,-3 4-12 16,-1 0-7-16,-4 2-10 0,1 3-5 0,-3 2-8 0,-7 1-6 15,1 5-11-15,-2 0 12 0,-2 5-26 0,6-2-15 16,-7 4-8-16,11-1-15 0,-1 0-8 16,1 1-9-16,3-2-9 0,2 1-8 0,3-3-11 15,3 1-7-15,1-1-5 0,4-1-3 0,-1-2-5 0,1 0-14 16,4-1-8-16,1-2-7 0,5 1-4 15,-2-3-4-15,0-1-6 0,3-2 3 0,-2 0-2 16,1-2-1-16,-2-2-2 0,2 0 3 0,-3-1-2 16,-1 0-2-16,-1-3 0 0,1 2-1 0,-2-1-2 0,2-3 0 15,-3 1 1-15,-1 0-3 0,1 0-1 0,-1 0 3 16,-2 4 12-16,1-1 6 0,-1 1-2 0,-2 6-4 16,7-9-4-16,-7 9-7 0,2-4 0 15,-2 4 0-15,0 0 0 0,0 0-2 0,0 0 2 0,1 19 5 16,-1-9-5-16,-1 1-5 0,0 0 4 0,1 0 3 15,0 5-4-15,0 0 4 0,2-3-8 0,1-1-25 16,1 5-32-16,0-5-31 0,3 2-39 0,1 1-50 16,-2-8-51-16,2-1-65 0,-1-2-173 0,4-2-504 15,-11-2 224-15</inkml:trace>
  <inkml:trace contextRef="#ctx0" brushRef="#br0" timeOffset="48179.92">16588 8687 193 0,'1'-10'298'0,"0"2"-12"0,0 2-23 0,-1 6-30 15,3-8-23-15,-3 8-21 0,0 0-15 0,0 0-4 16,0 0-4-16,10 32 6 0,-8-5 3 0,0 2-6 16,1 1-15-16,-2-2-5 0,-1 0-1 0,-1 4 1 15,2-2-18-15,-2-2-4 0,1-2-9 0,-3 0-5 16,2-1-15-16,0-5-8 0,-1-1-4 0,1 0-20 15,0-2 2-15,1-1-11 0,-2 2-18 0,2-5-28 16,0-3-38-16,0-3-35 0,-1 4-35 0,0-6-32 16,1-5-35-16,-1 12-16 0,1-12-19 0,0 0-36 0,-2 8-44 15,2-8-210-15,0 0-529 0,0 0 234 16</inkml:trace>
  <inkml:trace contextRef="#ctx0" brushRef="#br0" timeOffset="48437.36">16526 8987 18 0,'0'0'185'0,"0"0"-18"0,3-12-4 16,-1 8-12-16,5 1-12 0,-1 0-9 0,6-1-14 16,1 1-3-16,6 3-13 0,0-4-8 0,1 0-6 15,8 0-1-15,0 2-2 0,-6 0-11 16,-1-1-4-16,-1 1-3 0,-1 1-4 0,-3 0 0 0,-3 1-1 16,-1 0-3-16,-2 1-6 0,-2-2-3 0,-8 1-6 15,15 1 0-15,-7 0 1 0,-3 3 4 0,0-1 4 16,0 2 14-16,-2 4 10 0,-1 1 17 0,-2 0-9 15,3 0-1-15,-3-1-4 0,-3 4-6 0,2-1-6 16,0 1 1-16,-2 3-15 0,-2-4-4 0,3-1-4 16,-1-1-4-16,1-1-17 0,-1 4-34 0,1-4-37 15,-1 2-43-15,2-2-54 0,-1-2-68 0,0-1-55 16,-1 0-151-16,3-6-451 0,0 0 199 0</inkml:trace>
  <inkml:trace contextRef="#ctx0" brushRef="#br0" timeOffset="48588.56">16869 8777 163 0,'0'0'186'0,"-2"-9"-46"0,2 9-39 16,0 0-39-16,-2-5-38 0,2 5-50 0,0 0-83 15,0 0-117-15,0 0 52 0</inkml:trace>
  <inkml:trace contextRef="#ctx0" brushRef="#br0" timeOffset="49113.71">17048 8949 156 0,'-5'5'204'0,"2"2"-4"16,-1 1-6-16,-1 1-11 0,-1 1-3 0,3-1-8 15,-2 1-11-15,0 1-12 0,3 0-7 0,-1-1-8 16,0 1-13-16,5-2-5 0,-2 1-14 0,1-1-8 0,2 1-3 15,0-2-19-15,2-1-4 0,-1 0-1 16,1 0-8-16,-1-4-5 0,-4-3-1 0,9 6-5 16,-5-4-5-16,-4-2-3 0,11 1-2 0,-11-1-7 0,8-5-4 15,-3 0 0-15,0-4-2 0,0 4-7 0,0-5-1 16,-1 2-1-16,2-2 0 0,-4-2-5 0,2 2 2 16,0-2-2-16,2 1-1 0,-2-2-2 15,2 0-3-15,-1 1-2 0,2 1 5 0,-3 3-2 0,3-2-1 16,0 3-2-16,-2 1 1 0,0 1-1 0,0 3 3 15,4 1-3-15,-9 1 1 0,10 3-2 0,-3 2 4 16,-2 1 0-16,-1-1-1 0,3 5 3 0,-4-2 2 16,1 1-2-16,-1 1-1 0,1-1 3 0,-2-1 1 15,2 1 1-15,-3-2 1 0,0-1 1 0,-1-6 5 16,5 10-1-16,-4-5 9 0,-1-5 8 0,3 5 6 16,-3-5 6-16,0 0 4 0,0 0 4 0,0 0 12 15,0 0-19-15,0 0-2 0,0 0 0 0,0 0-8 16,15-12-4-16,-8 5-10 0,-1-1 2 0,2 0-2 15,1-1-4-15,0-1-4 0,5-1 1 0,0 2-9 16,1 1 3-16,-3 0 0 0,-2 3-3 0,-1 2 11 16,1 0-13-16,-2 3-9 0,-1-2-5 0,-7 2 6 15,13 2-1-15,-8 1 11 0,0 1-13 0,0 2 0 16,-2 1 2-16,-1 3-4 0,0-2 5 0,0 1-2 16,-2-1-3-16,-1 2 6 0,0 2 0 0,-1-1-20 0,1 1-44 15,0-1-44-15,0 1-53 0,-2-3-82 0,1-2-69 16,0-1-210-16,1 1-568 0,1-7 252 15</inkml:trace>
  <inkml:trace contextRef="#ctx0" brushRef="#br0" timeOffset="49268.73">17505 9074 48 0,'0'0'175'0,"0"0"-18"0,-9-2-24 15,9 2-32-15,0 0-40 0,0 0-35 0,-15 4-47 16,15-4-93-16,-17 2-123 0,8 2 55 16</inkml:trace>
  <inkml:trace contextRef="#ctx0" brushRef="#br0" timeOffset="53969.84">11771 10163 188 0,'0'0'204'0,"-4"-5"-22"0,4 5-19 15,0 0-14-15,0 0-22 0,21-8-11 0,-8 4-8 16,8 0-14-16,1 1-11 0,5-1-4 0,0-2-13 16,2 3-14-16,-7-1-15 0,-3 2-21 15,0 0-19-15,2-1-17 0,-2 2-15 0,-6 0-9 0,-1-1-9 16,0 1-3-16,-1-1-4 0,-4 2-8 0,0-2 13 15,-7 2-2-15,11-3 6 0,-11 3 4 0,5-3 4 16,-5 3 8-16,0 0 9 0,0 0 13 0,0 0 4 16,0 0 5-16,-19-13 15 0,11 12 9 0,-1-1 8 15,9 2 8-15,-17 0 15 0,11-1 7 0,6 1 8 16,-13 0 4-16,13 0-7 0,-10-1-5 0,10 1 2 16,-11 4 5-16,7 1 2 0,-2 7 9 0,1 2 5 15,-2 2 4-15,0 2 0 0,2 2-5 0,3 3-1 16,-4 4-7-16,4-1-2 0,-4-2-8 0,2 0-6 15,-1 1-1-15,3 1 0 0,0-7-13 0,1 2-3 16,-2-2-1-16,3-1-5 0,-2 1-1 0,-1-2-7 16,3-1 1-16,-1-1-4 0,-2-4 0 0,2 1 0 15,-1-2-2-15,0 0 0 0,0-1-4 0,0 0-4 16,1-3-1-16,-2-1-3 0,3-5-4 0,-3 9-3 16,3-9 0-16,-8 5-9 0,3-3-1 0,5-2 0 15,-14-1 2-15,14 1-2 0,-15-3-2 0,7 1 3 16,8 2 3-16,-14-4 2 0,7 1-1 0,2 0 1 15,5 3 2-15,-11-3 2 0,11 3-2 0,-7-2 5 16,7 2-1-16,0 0-6 0,-8-3 1 0,8 3-2 16,0 0 2-16,0 0 2 0,0 0 1 0,0 0-2 0,0 0 4 15,32 6-2-15,-12-4 0 0,8 1-1 16,1-1-8-16,2-1-21 0,1-2-22 0,1-1-30 16,4 2-34-16,-4 0-24 0,4-3-16 0,-2 3-16 15,-2-4-15-15,1 0-128 0,-5 1-338 0,1 1 150 0</inkml:trace>
  <inkml:trace contextRef="#ctx0" brushRef="#br0" timeOffset="54188.43">12509 10462 115 0,'0'0'183'15,"0"-10"0"-15,0 10-3 0,0 0-5 0,-7-13-13 16,7 13-9-16,-4-7-2 0,4 7-9 16,-12-4-8-16,5 5-6 0,7-1-9 0,-19 4-6 0,1 5 0 15,4-1-2-15,-2 5-3 0,1 1-8 0,-1 0-2 16,3 0-10-16,1 2-7 0,1-1-5 0,2 3-6 15,-1-1-6-15,4-1-5 0,2 0-9 0,1 0-2 16,3 0-5-16,1-5-2 0,3 2-5 0,3-3-10 16,1 0-22-16,4 0-27 0,3-2-35 0,5-2-39 15,1-1-40-15,-1-2-29 0,9-4-26 0,-2-2-23 16,-6 3-163-16,6-6-409 0,-8 2 181 0</inkml:trace>
  <inkml:trace contextRef="#ctx0" brushRef="#br0" timeOffset="54337.78">12856 10504 19 0,'6'-3'203'0,"-6"3"-26"16,4-5-15-16,-4 5-15 0,7-4-16 0,-7 4-13 15,10 0-14-15,-10 0-13 0,13 2-5 0,-13-2-8 16,14 3-4-16,-4-1-31 0,-1 0-19 0,0 2-45 16,-3-2-31-16,6 2-35 0,-7-1-19 0,1 2-93 15,-2-1-215-15,1-1 95 0</inkml:trace>
  <inkml:trace contextRef="#ctx0" brushRef="#br0" timeOffset="54466.55">12902 10607 92 0,'-6'3'152'0,"6"-3"1"0,-5 4-5 0,5-4-13 0,0 0-14 15,-8 5-8-15,8-5-8 0,0 0-4 16,0 8-8-16,0-8-11 0,8 8-5 0,-2-4-3 16,5-1-19-16,1 1-39 0,6 0-32 0,11 2-59 15,4-4-163-15,1 0-257 0,0 0 113 0</inkml:trace>
  <inkml:trace contextRef="#ctx0" brushRef="#br0" timeOffset="55703.93">14694 10131 46 0,'0'0'181'16,"4"-8"-10"-16,-4 8-12 0,0 0-8 0,0 0-13 16,2-6-10-16,-2 6-14 0,0 0-17 0,0 0-4 15,0 0-11-15,0 0-6 0,0 0-13 0,0 0 0 0,0 0-12 16,0 0-2-16,0 0 1 0,0 0-3 15,0 0-2-15,0 0-8 0,0 0 0 0,0 0-5 16,0 0 1-16,0 0-3 0,0 0-6 0,0 0 10 16,0 0 1-16,0 0 2 0,0 0 5 0,0 0 3 0,0 0 3 15,0 0 5-15,0 0 0 0,0 0 2 16,0 0 1-16,0 0-4 0,0 0-2 0,0 0-2 16,0 0 2-16,0 0-5 0,0 0-3 0,0 0 5 15,0 0-7-15,0 0-3 0,0 0 1 0,0 0 1 0,0 0-3 16,0 0-1-16,0 0-4 0,0 0 7 0,0 0-10 15,0 0-2-15,0 0 1 0,0 0-6 0,0 0 3 16,0 0-4-16,0 0 0 0,0 0-6 16,0 0 1-16,0 0-4 0,0 0 5 0,0 0-7 0,0 0 0 15,0 0 0-15,0 0-4 0,0 0 10 0,0 0-11 16,0 0-1-16,0 0-1 0,0 0 4 0,0 0-3 16,0 0 2-16,0 0 5 0,0 0-6 0,0 0-3 15,0 0 4-15,0 0-2 0,0 0-2 0,0 0 1 16,0 0 12-16,0 0-8 0,0 0 1 0,0 0 0 15,0 0 3-15,0 0-1 0,0 0 3 0,0 0 0 16,0 0-1-16,0 0-3 0,0 0-6 0,0 0-4 16,0 0 0-16,0 0 0 0,-10 22 0 0,6-15 1 15,-4 3 2-15,-3 5 1 0,-2 0-1 0,-1 0-3 16,-3 7 3-16,0 1 0 0,-3-2-4 0,2 0 3 16,-3-2 0-16,4 0 2 0,1-4-1 0,3-1-1 15,-5-1 3-15,4 1-2 0,-1-2 2 0,-3-1 2 16,0 1-1-16,1-3 3 0,-2-2-4 0,1 2 4 15,0-5-3-15,2 0 3 0,-1 1 0 0,-2-2-2 16,6-3-2-16,-1-3 0 0,1 2 0 0,-3-6 1 16,1 2 0-16,3-2 1 0,3-2-3 0,0-3-3 15,0-1 0-15,0-3-4 0,5-2-1 0,1-1 3 16,1 0-7-16,2-5 11 0,1 5-8 0,5-6-2 16,1 9 1-16,2-1-1 0,4 3 0 0,1-3-1 0,-1 6 1 15,6 2-2-15,-4-3 5 0,3 6-3 0,-1 3-2 16,-4 1 3-16,6 2-1 0,-3 4 1 15,3-1-3-15,0 7 4 0,-1 1-1 0,2 6 3 16,-3 2-4-16,0 0 4 0,-1 3-2 0,-1 2 1 0,-1 0 2 16,-1-2 1-16,-3-5 1 0,3 9-1 0,-2-4 2 15,-2-6-1-15,-2 1 4 0,4 0-10 16,-1 0-39-16,-1-1-33 0,-1-2-43 0,4-1-63 16,1-3-48-16,-4-2-213 0,7 0-483 0,1-2 215 0</inkml:trace>
  <inkml:trace contextRef="#ctx0" brushRef="#br0" timeOffset="56539.68">15319 10083 106 0,'0'-9'202'0,"0"9"-17"0,0 0-17 16,0 0-19-16,7-2-13 0,-7 2-15 0,13 0-12 16,-3-1-7-16,6-1-12 0,0 1-11 0,3 0-8 15,1-1-4-15,-2 2-3 0,1-1-13 0,-3-1-16 16,-2 2-8-16,-1 0-18 0,0-1-12 0,-3 1-9 16,-10 0-12-16,12 0-5 0,-5-1-10 0,-7 1-4 15,0 0-15-15,13 0 20 0,-13 0-9 0,0 0 4 16,0 0 11-16,0 0-7 0,0 0 9 0,0 0 3 15,0 0 2-15,0 0 10 0,-24-12 1 0,24 12 10 0,-13-2 10 16,7 2 11-16,6 0 3 0,-12-1 5 16,12 1 6-16,-9-2 5 0,9 2 10 0,-8-1 2 15,8 1-6-15,0 0-5 0,0 0 0 0,-12 4-4 16,12-4 10-16,-4 9 12 0,0 1 3 0,-1 0 0 16,0 5 0-16,0 4 3 0,-2-1 2 0,4 6-6 0,-2 2-2 15,-1-2-3-15,4 1 3 0,-3 1-5 16,3-1-2-16,1-6-2 0,0-1-5 0,-2 1-5 0,2-1-2 15,0 0-7-15,1-1 1 0,0 0-4 0,-2-7 3 16,4 0-3-16,-2 0-5 0,0-4-2 0,1 1 1 16,-1-7-5-16,0 12 4 0,0-12-3 15,-1 9 0-15,1-9-8 0,-5 6-6 0,5-6-15 0,-9 4-4 16,9-4-8-16,-16-2-8 0,6-1 1 0,0-2 0 16,-3 0 4-16,2 1 2 0,0 0 5 0,4 0 0 15,0-1 5-15,7 5 3 0,-11-8 3 0,7 4 0 16,4 4 10-16,-8-6 2 0,8 6 6 0,-3-5-6 15,3 5 5-15,0 0-4 0,0 0 1 0,0 0 1 16,12-9 0-16,-4 9-3 0,2-3 2 0,5 2-4 16,3 1-9-16,3-1 2 0,0 2-16 0,8-1-14 15,0-1-10-15,2 0-24 0,-1 1-6 0,1-3-16 16,0 2-17-16,-3-1 1 0,-6 0-7 0,-1-1 7 16,0-1 8-16,-2 2 2 0,0-4 20 0,-6 1 1 15,0 1 7-15,-2-3 22 0,-2 0 3 0,0 1 12 16,0-1 25-16,-5-2 5 0,1-1 14 0,0 1 19 15,-2 1 8-15,2-1 12 0,-3 1 20 0,-2-1 12 16,1 1 11-16,-1 8 5 0,2-11 6 0,-1 5 3 16,-1 6-3-16,1-7-13 0,-1 7-10 0,0 0-10 15,0 0-7-15,0 0 0 0,0 0 0 0,0 0 4 0,0 0 11 16,-2 31 3-16,0-16-3 0,1 2 2 16,-1-1-4-16,-3 4 1 0,3 0-8 0,0-3 2 15,-3 0-13-15,2 1-6 0,1-1-6 0,-2-1-1 16,1 1-8-16,2-6 5 0,-3 2-8 0,4-2-8 0,-1 0-15 15,2 0-18-15,-1-3-21 0,0 1-21 0,-1-1-28 16,2-1-28-16,-1-7-27 0,0 11-31 16,4-7-12-16,-4-4-13 0,0 0-32 0,0 0-115 15,0 0-363-15,0 0 161 0</inkml:trace>
  <inkml:trace contextRef="#ctx0" brushRef="#br0" timeOffset="56897.71">15853 10283 57 0,'9'-14'166'0,"-1"4"-1"0,3-2-6 0,-3 4 0 16,2 2-1-16,0-1-6 0,0 4-8 0,2-1-8 16,-2 3-11-16,0 2-15 0,1 1 7 0,-1 3-7 15,-1 0-2-15,1 0-8 0,0 5-3 0,-4-2-10 16,3 2-5-16,-2 1-7 0,-3-1-6 0,1 1-1 16,-5 0-1-16,0 0-11 0,-4 0-3 0,-1 1-7 15,1-2-3-15,-2-1-6 0,-1 2-4 0,-2 2-2 16,2-3-3-16,0-1-4 0,2-2-10 0,-1 1-17 15,-1-4-4-15,4 1-7 0,3-5-7 0,-4 12 1 16,1-9-4-16,3-3 2 0,-1 10-1 0,1-10 1 16,2 10 2-16,1-5 5 0,1 0-1 0,-4-5-1 15,7 8 6-15,-2-3-3 0,-1 0 0 0,0 2 2 16,0-3 1-16,1 2 0 0,-2 1 1 0,-1 0 5 16,-2-7 4-16,4 11 3 0,-3-6 8 0,-1 3 3 15,0-8 4-15,-2 12 0 0,-2-7 1 0,-1 1-3 16,-3 1 2-16,0 0-2 0,0-1-2 0,-4 0-1 15,1-1-13-15,-6 3-27 0,4-5-31 0,-5 0-31 16,3 1-53-16,0-2-38 0,-1-1-188 0,-2-1-399 16,-1 0 177-16</inkml:trace>
  <inkml:trace contextRef="#ctx0" brushRef="#br0" timeOffset="57242.03">14625 10818 129 0,'-28'4'202'0,"10"0"-21"0,9-2-15 0,5 2-5 0,4-4-7 16,0 0-10-16,41 17-7 0,14-11-4 15,10-2-3-15,44-1-6 0,1-1-9 0,6-1-4 0,-1-4 2 16,1 0-3-16,-1-3 0 0,-6 3-2 0,-13 0 0 16,-3-2-5-16,-34 5-11 0,-3 3-6 0,-17-6-4 15,1 3-7-15,-3-1-7 0,-4 1-6 0,-2 1-1 16,-12-2-7-16,0 1-7 0,-6-1-4 0,-1 0-3 16,-5 1-9-16,-7 0-6 0,13 0 1 0,-8-2-12 15,-5 2-27-15,0 0-29 0,12 0-40 0,-12 0-54 16,0 0-43-16,0 0-51 0,0 0-215 15,-27 8-480-15,9-4 213 0</inkml:trace>
  <inkml:trace contextRef="#ctx0" brushRef="#br0" timeOffset="57579.77">15094 11104 245 0,'-2'-10'273'0,"0"-1"-9"16,-1 5-5-16,3 6-10 0,-2-13-17 15,2 13-23-15,-2-8-20 0,2 8-22 0,0 0-16 16,0 0-15-16,0 0-8 0,0 0 3 0,0 0-16 15,3 31-7-15,-2-14 0 0,1 2-3 0,0 5 3 0,1 1-16 16,-3-6-10-16,4 7-7 0,-4-6-3 0,2 5-10 16,-1-1-7-16,-1 0-2 0,0-6-10 15,2 1 0-15,-1-2-10 0,-2-5-22 0,2 2-36 0,0-4-32 16,-2 1-41-16,1 0-45 0,0-3-55 0,0-8-56 16,0 13-251-16,0-6-545 0,0-7 242 0</inkml:trace>
  <inkml:trace contextRef="#ctx0" brushRef="#br0" timeOffset="57746.66">15365 11254 182 0,'6'-1'212'0,"2"-2"-20"0,2 1-19 16,1 0-13-16,1 2-20 0,6 0-10 0,2-1-13 15,0 1-13-15,8 1-15 0,-3-1-31 0,5 0-39 16,-4 3-40-16,5-4-43 0,-1-1-40 0,0 2-128 15,-3 0-250-15,-5 0 111 0</inkml:trace>
  <inkml:trace contextRef="#ctx0" brushRef="#br0" timeOffset="58063.87">15974 11167 126 0,'0'0'184'0,"4"-9"2"16,-4 9-3-16,1-6-7 0,-1 6-15 0,0 0-6 15,0 0-8-15,0 0 7 0,0 0 1 0,0 0-3 16,-29 24 0-16,16-11 0 0,-6 5-5 0,0 1-7 15,0 1-7-15,-4-1-11 0,0 1-8 0,0-4-7 16,2 2-11-16,3-7-6 0,2 2-7 0,-2-2-6 16,4-3 2-16,1-2-18 0,0-1-3 0,-1-2 1 15,3-1-14-15,0 0 8 0,4-2-2 0,7 0-3 0,-12-2-4 16,12 2-12-16,-9-7 7 0,8 0-11 16,1 7 0-16,3-14 2 0,0 3-9 0,4 2 2 15,3-6-1-15,1 3-6 0,2 0 0 0,3 0 0 16,-4 0-5-16,4 4 1 0,-1 0 1 0,2 3-8 0,-7 2 0 15,2 1-4-15,1 2-1 0,-2 2 1 0,3 1 14 16,-4 4-12-16,2-1 1 0,4 3 0 16,-3 2 1-16,2 1-2 0,-1 1 0 0,3 1 0 15,-3-2-26-15,3 2-44 0,-2-2-57 0,5 5-81 0,-2-7-89 16,-2 1-262-16,-1-2-603 0,0-3 267 0</inkml:trace>
  <inkml:trace contextRef="#ctx0" brushRef="#br0" timeOffset="58447.15">17220 10858 78 0,'-7'-5'261'0,"7"5"-30"15,0 0-21-15,0 0-18 0,0 0-20 0,0 0-14 16,0 0-10-16,21-1-16 0,-3 0-8 0,12 2-15 16,4 0-10-16,-1-2-9 0,6 1-8 0,-2 2-17 15,-1-2-29-15,-4 1-30 0,-3 1-41 0,-1-4-24 0,-10 1-29 16,-3 0-38-16,-3 1-27 0,0-2-136 16,-4 1-313-16,0-2 139 0</inkml:trace>
  <inkml:trace contextRef="#ctx0" brushRef="#br0" timeOffset="58633.56">17537 10729 147 0,'0'0'230'0,"-7"-4"-11"0,7 4-18 15,-6-4-21-15,6 4-18 0,0 0-7 0,0 0 6 16,-12 12 0-16,9-3 3 0,-3 4 0 0,1 1-15 0,1 3-12 16,1 1-5-16,1 0-11 0,-2 1-17 0,4 5 0 15,-2-4-17-15,2 5-10 0,2-6-6 0,-1 1-12 16,0-2-25-16,-1 2-36 0,2 0-45 0,-2-1-49 15,1-1-64-15,-1-1-63 0,-1-1-193 0,1-3-450 16,2-3 200-16</inkml:trace>
  <inkml:trace contextRef="#ctx0" brushRef="#br0" timeOffset="59507.55">18873 10408 202 0,'-2'-8'198'0,"2"8"-18"15,0 0-18-15,11-4-17 0,-5 2-12 0,7 2-15 16,0-3-11-16,7 1-12 0,1-1-2 16,7 1-17-16,0 0-7 0,-8 1-14 0,1-1-16 15,1 1-30-15,-3 1-18 0,0-1-23 0,-8-1-38 0,1 2-3 16,-1 0-3-16,-2-2-14 0,-1 1-14 0,-8 1-1 15,10-3-6-15,-10 3-58 0,0 0-183 16,0 0 82-16</inkml:trace>
  <inkml:trace contextRef="#ctx0" brushRef="#br0" timeOffset="59836.75">19173 10369 538 0,'-19'-13'-28'0,"10"10"9"16,0-1 9-16,3 1 22 0,6 3 11 0,-14-3 7 15,6 2 9-15,8 1-5 0,-8-3 3 0,8 3 6 16,0 0-5-16,-11 3 23 0,7 1 22 0,1 4-4 16,-2 2 1-16,2 3 17 0,-3 4 2 15,0 8-8-15,2-5-4 0,-1 4 8 0,-1 1-2 16,2 1-6-16,0 1-5 0,-2-1 1 0,3-7-7 0,0 5 7 15,2-1-4-15,1-2-3 0,-3-2-6 0,2 0-7 16,0-2-5-16,1-3-5 0,-3 2-5 0,3-4-4 16,-2-1-7-16,2-2 0 0,-1 0-6 0,1-9-2 15,0 11-1-15,0-11-1 0,-3 6-6 0,1 0 4 16,2-6-5-16,0 0-3 0,-15 1-8 0,9-1 0 16,6 0-5-16,-22-3-2 0,8-1 3 0,2 1-3 15,0-4-2-15,-2 1-3 0,4 3 3 0,-2-2 3 16,3 0 0-16,2 2-2 0,0 0 2 0,1-1 1 15,6 4 2-15,-10-3-2 0,10 3-2 0,0 0 3 16,-7-4-1-16,7 4-2 0,0 0-1 0,0 0 6 16,0 0-1-16,0 0 0 0,0 0 3 0,32 3-3 15,-13 1-4-15,2-4-3 0,6 3-19 0,2-1-21 16,3-2-27-16,-1 1-37 0,3 0-21 0,-2-2-38 16,1-1-14-16,-3 2-10 0,-2-3-9 0,-5 2-102 15,4-2-323-15,-6-1 143 0</inkml:trace>
  <inkml:trace contextRef="#ctx0" brushRef="#br0" timeOffset="60292.01">19397 10728 187 0,'10'-3'38'0,"-1"-1"8"0,-1 0 20 16,-3-2 22-16,-1 3 22 0,1-1 5 0,-5 4-3 16,4-10 6-16,-4 10 8 0,2-9 7 0,-2 9-3 0,0 0-4 15,0 0 5-15,-5-12-12 0,5 12-10 16,-5-4-9-16,5 4-1 0,0 0 0 0,0 0-3 16,-23 13-3-16,14-6-1 0,-1 3-3 0,1-1-6 15,-2 3 0-15,1 3-10 0,0-1-6 0,4 0-4 16,1-2-12-16,1-1-2 0,0 0-2 0,2 1-4 15,4 0-4-15,0-3-1 0,2 0-10 0,3 1-10 16,2-4-15-16,1 1-13 0,5-1-3 0,2 0-9 16,2-4-8-16,1 0-2 0,-1-2-2 0,-2 0 0 0,1-2 6 15,-1-2 2-15,-3 1-3 0,-1-1 1 16,-1-1 3-16,0-2 5 0,-2 1-4 0,4-5 4 16,-4 3 4-16,2-4 0 0,-5 1 2 0,-1 3 1 15,-1-1 3-15,-1 3 14 0,1-1 5 0,-2 1 4 0,-3 6 1 16,7-7 0-16,-7 7-6 0,0 0 1 0,0 0-2 15,0 0 4-15,0 0 0 0,0 0 2 0,0 0 1 16,2 16 8-16,-2-16 2 0,2 16 3 16,0-7 1-16,3 1 0 0,1-4-1 0,1 1 3 0,1 0 1 15,1-3 2-15,2 1 5 0,3-1 1 0,3-1 2 16,-3-3 4-16,3 0 1 0,-2 0 10 0,-2-3 4 16,-1 0-4-16,1 0-1 0,-1-4-1 0,-2 2-3 15,-1-1-4-15,-1-2 2 0,-1 1 7 0,0-3-21 16,-5 0-2-16,1 0-8 0,-3-2 1 0,0 1 1 15,-1 1-10-15,-5 1-2 0,1-1-5 0,-1 3-15 16,0 2-25-16,-3 0-31 0,-2 1-22 0,-4 4-35 16,-2-1-34-16,-3 6-45 0,-2 1-61 0,-6 5-246 15,-1 0-544-15,1 2 242 0</inkml:trace>
  <inkml:trace contextRef="#ctx0" brushRef="#br0" timeOffset="60582.86">18506 11198 297 0,'-1'2'285'0,"1"-2"-31"0,25 1-21 0,14-4-19 0,25 1-19 15,33-1-17-15,9-2-16 0,-1 0-11 0,-1 4-9 16,-2-5-4-16,-6 2-2 0,-2-1-3 0,-32 2-8 15,0 1-6-15,-2-1-14 0,-3-1-4 16,-4 3-8-16,-14-1-11 0,-2 1-10 0,-2-1-3 0,-3 0-6 16,-3 1-11-16,-8 0-4 0,-6 1-4 0,-2-2-17 15,-2 2-13-15,-3 0-24 0,-2-2-30 0,-6 2-20 16,12 4-18-16,-12-4-25 0,0 6-36 16,0-6-46-16,-14 11-46 0,-2-4-217 0,-10 0-485 0,-3 2 215 15</inkml:trace>
  <inkml:trace contextRef="#ctx0" brushRef="#br0" timeOffset="60812.39">19058 11275 2378 0,'-20'0'145'0,"3"0"-70"0,3-2-27 0,5 2-29 16,-1 0-9-16,10 0-7 0,-13 2 8 0,8 0 16 16,1 3 23-16,-2 3 11 0,-2 2 12 0,3 1 7 15,0 5 8-15,-2 2 4 0,0 8-3 0,-1-3-5 16,3 1 1-16,0-5-2 0,2 6-6 0,-2 2-6 15,3-2-3-15,-2 2-12 0,-1-3 3 0,3-4-12 16,2-4-1-16,2 2-5 0,-1 0-5 0,-1-2-12 16,4-1-20-16,-3-5-32 0,2 2-33 0,-2-5-43 15,1 0-43-15,0 0-46 0,2-2-58 0,-1 0-53 16,-3-5-187-16,8 6-531 0,-8-6 235 0</inkml:trace>
  <inkml:trace contextRef="#ctx0" brushRef="#br0" timeOffset="60973.61">19146 11556 28 0,'5'-3'287'0,"-5"3"-28"0,12-7-22 0,-1 4-21 15,0 1-25-15,0 0-19 0,3-1-15 0,-1 3-15 16,6-3-18-16,2 3-8 0,0-2-24 16,6 2-33-16,1-2-36 0,-1 2-48 0,1 0-46 0,3-3-39 15,1 0-52-15,-3 3-128 0,4-1-313 0,-1 1 139 16</inkml:trace>
  <inkml:trace contextRef="#ctx0" brushRef="#br0" timeOffset="61303.57">19835 11394 189 0,'1'-8'265'0,"1"2"-4"0,-2 6-16 0,0-9-9 16,0 9-21-16,0 0-10 0,0 0-15 0,-7-6 5 16,7 6 3-16,-11 11-5 0,-2 1-1 0,-1 0 2 15,-1 2-11-15,-2 7-2 0,-3 1-8 0,-3-1-11 16,2-1-13-16,1 0-5 0,-5-1-19 0,5-3-8 15,1 2-10-15,2-7-1 0,3-1-21 0,-2-1-5 16,0-1-2-16,3-3-13 0,1-1-3 0,1-1-4 16,0-2 1-16,2-2-11 0,9 1-1 0,-19-2-5 15,14 0-5-15,5 2-2 0,-9-9-10 0,7 2-6 16,1-3-6-16,2 1-13 0,2-2 5 0,5 0-10 16,3-3-3-16,1 3 8 0,2-2-8 0,2 1 1 15,0 0-5-15,0 5 1 0,-2 1 12 0,2 2-10 16,-4 1 1-16,2 2-1 0,-1 2 9 0,4 4-6 15,-4-2 11-15,4 2-15 0,0 2-1 0,0 2 5 0,1 3 6 16,0-1-2-16,2-2-37 0,4 5-34 16,1-2-40-16,-6-2-37 0,-4 1-41 0,3 0-47 15,-3-3-60-15,2 2-58 0,-7-2-215 0,0 1-616 16,-3-1 273-16</inkml:trace>
  <inkml:trace contextRef="#ctx0" brushRef="#br0" timeOffset="67366.07">10050 12446 120 0,'0'0'215'0,"-8"0"-7"0,8 0-4 0,0 0-7 16,0 0-13-16,0 0-11 0,0 0-8 0,0 0-13 16,0 0-5-16,0 0-12 0,0 0-11 0,0 0-13 15,9-19-7-15,-9 19-12 0,8-10-8 0,-6 4-5 16,2 2-3-16,0-5-5 0,1 1-12 0,-1 0-5 16,1-2-5-16,0 2-5 0,0-3-3 0,-2 1-4 15,1 0-3-15,1 0-8 0,-4-2 1 0,2 0-1 16,-1 2-4-16,1-3-2 0,-2 3-1 0,3 2-4 15,-3 1-3-15,-1 7 4 0,2-11-2 0,-2 11-8 16,0-8 2-16,0 8-2 0,0 0-2 0,0-9-6 16,0 9 0-16,0 0 1 0,0 0-4 0,0 0 1 15,0 0 5-15,-11 22-4 0,6-10 1 0,-1 3-1 16,0 3 1-16,1-1-1 0,0-2 3 0,3 2-4 16,2-2 4-16,1 0-2 0,3-1 2 0,0-2-14 15,2 1-14-15,2 2-26 0,1-6-30 0,3 3-47 0,3-3-48 16,1-2-27-16,0 0-203 0,-3-5-443 15,4-2 196-15</inkml:trace>
  <inkml:trace contextRef="#ctx0" brushRef="#br0" timeOffset="67514.8">10163 12073 28 0,'0'0'48'0,"0"0"-47"0,0 0-15 16,10 23-13-16,-3-15 7 0</inkml:trace>
  <inkml:trace contextRef="#ctx0" brushRef="#br0" timeOffset="67757.73">10612 12137 176 0,'0'0'209'0,"-10"-1"-17"0,10 1-6 16,-14 4-3-16,6 2 2 0,-6 7-1 0,1 1-7 16,-6 11-18-16,4-1-8 0,-3 7-7 0,5-1-7 15,-2 3-8-15,2 1 10 0,-7 10-15 0,10-9-9 16,0-1-11-16,4-1-11 0,0-2-9 0,0 0-13 16,5-2-5-16,0-2-4 0,0 2-3 0,1-4-7 15,0-5-8-15,1-1-6 0,-1-2-20 0,1 0-25 16,0-7-31-16,2 1-28 0,-3 0-35 0,0-2-55 15,3-2-35-15,-2-2-34 0,-1-5-192 0,0 0-450 16,-1 9 199-16</inkml:trace>
  <inkml:trace contextRef="#ctx0" brushRef="#br0" timeOffset="67907.81">10379 12535 1861 0,'-2'-8'22'0,"1"0"23"0,1 8-10 0,-3-11-25 16,3 11-2-16,-3-8-2 0,3 8-6 0,0 0 1 15,6-8 4-15,-6 8-6 0,16-2 10 0,3 3-3 16,8-1-1-16,5 3-18 0,1-2-49 0,3-1-52 16,3 0-191-16,0 0-328 0,12-3 146 0</inkml:trace>
  <inkml:trace contextRef="#ctx0" brushRef="#br0" timeOffset="68237.77">11531 12278 2 0,'-2'-9'234'0,"2"9"-8"16,0 0-7-16,-6-7-11 0,6 7-7 0,0 0-8 15,-5-7-8-15,5 7-9 0,-5-4-6 0,5 4-18 16,0 0-3-16,0 0-17 0,-6-4-9 0,6 4-4 15,0 0-14-15,0 0-3 0,0 0-13 0,0 0-11 16,0 0-3-16,0 0-8 0,0 0-11 0,0 0-9 16,0 0-2-16,0 0-3 0,0 0-5 0,0 0-5 15,0 0-1-15,22-6-4 0,-10 5-4 0,6 0-1 16,1 2-2-16,2-4-4 0,-3 3-2 0,0 0-13 16,-1 0-11-16,-1 0-18 0,-3 0-24 0,6 0-28 15,0 0-23-15,-2 0-35 0,0 0-37 0,-4 0-33 16,-1-1-21-16,0-2-171 0,-5 2-432 0,-7 1 191 15</inkml:trace>
  <inkml:trace contextRef="#ctx0" brushRef="#br0" timeOffset="68789.28">11675 12243 11 0,'0'0'149'0,"-6"10"9"0,3-2 8 15,-1 3 16-15,2 6-3 0,-4 8-3 0,1-2-1 16,0 5-11-16,2 0-13 0,-3 0-3 0,-1 1-3 0,1 0-11 15,3 0-11-15,-1-1-11 0,-1-1-10 16,1 0-9-16,0-3-12 0,1-5-5 0,1 1-5 16,-1-1-7-16,1-1-10 0,2-1-3 0,-2-5-3 15,-1 0-4-15,-1 0-6 0,4-4-5 0,-2-1-2 16,-1 0-8-16,-1 0-10 0,4-7-8 0,-6 7-8 16,-3-5 0-16,1-1-15 0,8-1-2 0,-15 0-2 15,4-1 3-15,4-3-2 0,-4-1 1 0,2 0 4 16,2 1 3-16,2 0 3 0,1-2 1 0,0 1-2 15,4 5 1-15,-7-8 2 0,7 8 4 0,-3-7 1 0,3 7 0 16,0 0 3-16,0 0-3 0,7-10 5 16,-7 10-1-16,16-2 2 0,-9 0-3 0,5 1 1 15,1 1 1-15,3 0 1 0,2 0-2 0,3 0 1 16,1 0 0-16,5 0-20 0,-5 1-27 0,4-2-19 0,2 0-26 16,-6-1-2-16,0 1-39 0,-2-1-5 0,1-2 7 15,-3 3 15-15,2-3-2 0,-7 1 8 0,1-1 22 16,-3 1-1-16,1-2 5 0,-3 0 15 15,-1-1 18-15,-2 1 10 0,3-1 8 0,-5 0 18 16,0 0 21-16,-2 1 9 0,-2 5 18 0,5-14 18 0,-2 9 21 16,-3 5 17-16,3-12 13 0,-3 12 6 0,2-7 0 15,-2 7-5-15,0-8-10 0,0 8-10 0,0 0-10 16,0 0-7-16,0 0 0 0,0 0 3 16,0 0 6-16,0 0 8 0,-2 30 4 0,0-14-1 0,-2 0-5 15,1 2-6-15,-1 0-4 0,0 0-7 0,-1-1 0 16,0 1-15-16,3-1 1 0,-1-1-7 0,1 0-1 15,0-1-12-15,0-1-15 0,2-3-23 0,0 1-25 16,-2-4-24-16,0 0-34 0,1 1-36 16,1-9-42-16,-1 11-32 0,1-11-36 0,-1 7-184 0,1-7-453 15,0 0 201-15</inkml:trace>
  <inkml:trace contextRef="#ctx0" brushRef="#br0" timeOffset="69171.48">11974 12583 111 0,'15'-7'240'16,"-4"2"-9"-16,-1 0-14 0,3 2-14 0,-1 3-18 15,-1 0-11-15,3 3-6 0,-5 2-21 0,0-1-7 16,2 2-7-16,-2 2-12 0,-2 1-6 0,-1 0-10 16,1 0-11-16,0 2-3 0,-5-1-9 0,0 2-1 15,-4-1-11-15,0 1-8 0,0 1-1 16,-5 0-5-16,-2 2-10 0,2-2 0 0,0-2-5 15,-2-2-5-15,0 1-4 0,3-1-4 0,-1-1-11 0,-1 1-7 16,4-5-14-16,2 2-7 0,-3 0-2 0,5-6 0 16,-1 10-1-16,1-10 0 0,4 10-3 0,-4-10 0 15,6 8 1-15,2-4 2 0,-3 0 2 0,3-1 2 16,1 3-2-16,-2-3 1 0,-2 2 2 0,3-1 0 16,-4-1 0-16,1 3-1 0,-1-2 7 0,2 1 6 15,-6-5 9-15,6 9 7 0,-6-9 3 0,2 10 5 16,-2-10 0-16,-4 9 3 0,4-9 0 0,-10 10 0 15,4-5-3-15,-5 0 2 0,-1 2-3 0,1-4-7 16,0 2-1-16,-1-1-18 0,2-1-19 0,1 1-28 16,-1-1-34-16,1-1-40 0,1-2-46 0,8 0-56 15,0 0-208-15,-15-5-468 0,15 5 208 0</inkml:trace>
  <inkml:trace contextRef="#ctx0" brushRef="#br0" timeOffset="69483.78">12456 12683 122 0,'0'0'189'0,"19"-2"-14"15,-12 3-18-15,-7-1-16 0,18 1-17 0,-7 2-11 16,1 0-8-16,-1-2-16 0,-1 3-6 0,2 0-10 16,-5-2-8-16,1 3-19 0,4-2-19 0,-5 1-26 15,-1-1-25-15,1 3-15 0,-3-2-20 0,-2 2-18 16,-2-6 1-16,-2 12 1 0,2-12 7 0,-13 10 6 15,3-3 9-15,0-1 16 0,1 1 20 0,-4-1 11 16,3 0 13-16,-5 3 14 0,3-3 21 0,1 1-2 16,1 0 8-16,0-3 4 0,1 3 5 0,4-2 6 15,1-1 2-15,0-1 8 0,4-3 6 0,-7 8 5 16,7-8 0-16,0 0-2 0,0 0-9 0,9 11-6 16,0-10-4-16,2-1-7 0,9 1-11 0,-1 0-7 15,14-2-40-15,3-2-36 0,2-1-40 0,16 0-52 16,-2 0-172-16,-16 2-326 0,20-3 144 0</inkml:trace>
  <inkml:trace contextRef="#ctx0" brushRef="#br0" timeOffset="69903.89">13775 12595 2316 0,'2'-10'51'15,"-2"10"47"-15,2-10-41 0,-2 10-16 0,0-7-14 16,0 7 6-16,0 0 0 0,0 0 0 0,-4-11 0 16,4 11 5-16,0 0 2 0,0 0 6 0,-27 14-1 15,14-3 6-15,0 2 4 0,-7 5 0 0,6-3-2 16,-4 4 2-16,2 3 3 0,3-1-8 0,-1-4-4 16,5-1 1-16,0 0 1 0,-1 0 1 0,2-2-7 15,4 1-3-15,-1 1-6 0,1-5 0 0,4 1 5 16,2-1-8-16,2 0-1 0,3-2-6 0,3-1 0 15,-2-1 0-15,5-1-2 0,2 1 2 0,4-3-2 0,2-1-2 16,1-2 8-16,6-1-14 0,-7-3 3 16,6-1-3-16,-4 1-12 0,4-2 18 0,-6-2-2 15,2-3 0-15,3 1 2 0,-8-1-1 0,-1-2-4 16,-1-1-4-16,-2 0 5 0,-3-3 2 0,-4-1 7 16,2 0-9-16,-5-1 8 0,-2-2-3 0,-2 2 5 15,-4-1 0-15,-3 2 12 0,-1 1-11 0,-9-4-14 0,2 8 7 16,-3 0-1-16,-3 5 2 0,-5-3-5 15,-3 9-4-15,-3 1-1 0,-4 5-20 0,2 3-38 16,-2 1-51-16,1 4-57 0,-13 6-67 0,16-4-93 0,-3 0-271 16,8 2-635-16,2-1 281 0</inkml:trace>
  <inkml:trace contextRef="#ctx0" brushRef="#br0" timeOffset="70786.75">11936 13595 70 0,'0'0'239'16,"0"0"-19"-16,0 0-17 0,0 0-16 0,9-10-13 15,-1 7-12-15,2 0-9 0,10-1-12 0,-2-2-14 16,12 1-10-16,1-1-13 0,0 2-7 0,1 0-11 15,0 1-10-15,-1 0-4 0,-2 0-14 0,0 2-20 0,-7-2-24 16,-2 2-32-16,1 0-39 0,-8 1-41 16,1-2-42-16,-3 0-38 0,0 1-131 0,-2 1-333 15,-9 0 149-15</inkml:trace>
  <inkml:trace contextRef="#ctx0" brushRef="#br0" timeOffset="71179.55">12295 13492 72 0,'-9'1'185'0,"9"-1"-16"0,-8 5-4 0,6-2-1 16,2-3-11-16,-8 15 13 0,6-3 9 0,-3 7-5 0,3 0-10 15,0 9-11-15,2 0-4 0,-2 1-7 16,0-1-13-16,2 4-6 0,2-2-10 0,0 0-10 16,-4-2-3-16,4 0-9 0,-2-2-10 0,0 0-4 15,0-7-31-15,2 0-4 0,-2-2-5 0,0 2-1 16,0-3 3-16,0-3-10 0,0 3 6 0,0-7-11 0,2 1-1 15,-2-2-2-15,0-2 1 0,0-6-2 0,0 10-1 16,0-10 4-16,-2 8-4 0,2-8-1 16,0 0-1-16,-10 5-3 0,10-5 1 0,-13-3-1 15,13 3 0-15,-17-4-5 0,3-2-1 0,-1 1-3 16,-1-1-3-16,-1 0 2 0,2 0-3 0,2 1-1 16,0 1 2-16,2 0 2 0,4 3-3 0,1-2 0 15,6 3-2-15,-13-3 5 0,13 3-8 0,-6 0 1 0,6 0-2 16,0 0 3-16,0 0 1 0,-2 10 4 15,2-10-1-15,8 10-1 0,-1-6 3 0,5 1-2 16,5 2 3-16,0 0-3 0,5-1-3 0,7 0-8 0,-2-1-19 16,4-2-23-16,0-2-35 0,2 1-52 15,-1-3-49-15,-1 1-51 0,-2 0-161 0,-1-2-435 16,-7 0 193-16</inkml:trace>
  <inkml:trace contextRef="#ctx0" brushRef="#br0" timeOffset="71428.1">12797 13937 31 0,'-12'-3'231'15,"12"3"3"-15,-15 0-8 0,3 3-4 0,1 1-5 16,0 3 1-16,-9 0-9 0,1 4-5 0,-3 2 4 16,0 4-9-16,-1 0-2 0,2 3-12 0,6-5-18 15,1-1-15-15,1 6 0 0,2-3-28 0,1-2-9 0,6 1-12 16,-3-2-16-16,5 1 0 0,0-4-7 15,2 0-14-15,2 0-4 0,3 1 3 0,6 0-5 16,0-4-7-16,5-1-20 0,2-1-22 0,9 1-31 16,1-3-36-16,0-3-40 0,0 0-41 0,-2-2-43 15,1 0-42-15,4-4-44 0,-2 1-238 0,-10-1-545 16,0-2 241-16</inkml:trace>
  <inkml:trace contextRef="#ctx0" brushRef="#br0" timeOffset="71595.53">13241 13965 152 0,'0'0'209'0,"18"-5"-7"15,-7 5-7-15,2 2-20 0,1-4-16 16,1 4-15-16,4-2-15 0,2 0-11 0,-2 0-11 16,-1 0-25-16,0 0-28 0,-6 1-47 0,-4 1-63 15,5-2-59-15,-7 2-146 0,-6-2-282 0,0 0 125 0</inkml:trace>
  <inkml:trace contextRef="#ctx0" brushRef="#br0" timeOffset="71759.75">13268 14092 152 0,'-7'6'220'0,"7"-6"-7"16,0 0-13-16,-7 3-16 0,7-3-7 0,0 0-2 15,0 0-15-15,0 0-11 0,25 1-19 0,-11-1-10 16,6-2-15-16,2 0-20 0,8-2-39 0,1 0-45 15,3-4-51-15,-1 1-70 0,1-2-64 0,-3 2-111 0,5 3-317 16,1-2 141-16</inkml:trace>
  <inkml:trace contextRef="#ctx0" brushRef="#br0" timeOffset="72473.55">15087 13571 93 0,'0'0'171'15,"-6"-3"-5"-15,6 3-4 0,-5-4-1 0,5 4-8 0,0 0-12 16,0 0-8-16,0 0-9 0,-9-5-12 0,9 5-14 16,0 0-10-16,0 0-7 0,0 0-7 0,0 0-7 15,25-5-5-15,-5 4-6 0,0-2-5 16,7 2-5-16,4-1-4 0,1 2-5 0,-3-2-8 0,-7 1-22 16,-1 1-31-16,-3 1-41 0,0-2-32 0,-5 1-31 15,-2-1-26-15,-3 1-127 0,-8 0-305 0,12-2 134 16</inkml:trace>
  <inkml:trace contextRef="#ctx0" brushRef="#br0" timeOffset="72930.78">15261 13530 90 0,'0'0'149'0,"-5"9"4"15,3-1 4-15,-1 0-3 0,1 5-10 0,0-2 0 16,0 8 3-16,-2 5-15 0,1-5-10 0,0 0-8 15,1 7-9-15,1-7-5 0,-1 7-2 0,-1-7-4 16,0 4-7-16,3-5-8 0,-2 0-7 0,0-1-10 16,2 0-2-16,-1-2-6 0,0-4-5 0,1 2-3 15,0-2-5-15,0 0-5 0,-2-3-3 0,2-1-3 16,0-7 0-16,0 13-5 0,-1-6-3 0,1-7-2 16,0 8 3-16,0-8-3 0,0 0-2 0,1 10-1 15,-1-10-1-15,0 0-1 0,0 0 0 0,-3 6 1 16,3-6-4-16,-7 3 0 0,7-3 1 0,-11 0-4 15,11 0 5-15,0 0-6 0,-13-4 0 0,13 4-1 16,-9-7 0-16,1 4 2 0,2-1-3 0,6 4 0 16,-11-7-1-16,3 2 0 0,2 1-1 0,6 4-2 15,-13-5 1-15,9 3-3 0,-5-2 3 0,9 4 3 16,-10-3 0-16,10 3 4 0,-8-5-1 0,8 5-2 16,-7-1 3-16,7 1-5 0,0 0-3 0,0 0 6 15,-7-3-5-15,7 3-3 0,0 0 2 0,0 0-2 16,0 0 0-16,0 0 3 0,0 0-1 0,0 0 3 15,0 0-2-15,0 0 1 0,25 10 1 0,-11-6 4 16,-1-3-6-16,9 2 5 0,5 0-3 0,3-2-10 16,0 2-19-16,2-3-34 0,0 3-35 0,0-3-39 15,1-1-42-15,0-1-29 0,-1 2-189 0,-2 0-423 16,-2-2 187-16</inkml:trace>
  <inkml:trace contextRef="#ctx0" brushRef="#br0" timeOffset="73515.78">15902 13754 230 0,'2'-10'228'0,"-2"10"-13"0,0 0-12 16,-5-12-8-16,5 12-15 0,-7-6-10 0,7 6-12 15,-11-1-11-15,11 1-12 0,-19 5 0 0,7-1-10 16,-3 5-1-16,0 3-5 0,-2 1 0 0,3 1-9 15,0 1-9-15,-2 5-5 0,4-6-1 0,3 2-6 16,1 0-9-16,-1-2-9 0,4 2 2 0,5-4-12 16,-1 0-4-16,1 3-6 0,0-4-6 0,2 0-2 15,5 0-3-15,-1 0-3 0,2-3-8 0,2 0-15 16,1-2-27-16,5 3-29 0,-2-5-21 0,3 0-22 16,0-1-21-16,1 0-16 0,1-2-13 0,-6-1-11 15,1-1 4-15,7-2-3 0,-8 2 0 0,7-5-2 16,-1 0 10-16,-1 0-11 0,0-1 0 0,0-1 11 15,-4-3 10-15,1 1 12 0,-7 4 14 0,0-4 23 16,0 0 21-16,-4 4 19 0,0-3 31 0,-4 9 17 16,5-13 27-16,-2 8 17 0,-3 5 11 15,3-11 7-15,-3 11-5 0,-2-7-2 0,2 7-1 0,0 0 7 16,0 0 15-16,0 0 12 0,-14 15 1 0,8-7-3 16,-2 4-1-16,0 1-2 0,3 2-8 0,1-2-9 15,1 0-5-15,1 1-9 0,2-1-1 0,3 0-7 16,-1-2-2-16,5 0 0 0,3 1-1 0,-1-4 2 15,1-1 3-15,8 1-2 0,-5-5-20 0,5-1 2 16,1-2 0-16,-1 0 11 0,-1-2-2 0,-4-1 3 16,3-3-8-16,0 1 6 0,-4 0 3 0,-2-1 6 15,0-4-1-15,-1 4 0 0,-2-4-4 0,-1-1-3 16,-5 0-6-16,1 1-3 0,-2-1 11 0,-3-1-13 16,-3 3-13-16,-2-2-1 0,-2-1-2 0,-4 1-2 15,4 3-5-15,-7 1-7 0,3 0-7 0,-5 1-19 16,5 3-20-16,-3 2-29 0,-2 1-24 0,-2 4-28 15,0 3-30-15,1-1-31 0,0 2-42 16,2 3-40-16,3 2-192 0,-2-1-493 0,3 0 218 0</inkml:trace>
  <inkml:trace contextRef="#ctx0" brushRef="#br0" timeOffset="73841.13">14836 14315 89 0,'-30'3'227'0,"10"1"-24"0,7 0-13 16,4-2-10-16,7 4-14 0,2-6-5 0,15 11-14 15,12-2-7-15,23-1-7 0,12-1-7 0,43-1-5 16,5-5-4-16,10 0-7 0,4-2-5 0,1-2-4 15,-5 2-3-15,-10-1-3 0,-2 1-3 0,-13-2 4 16,-1 3 3-16,-27-3-6 0,24 2-6 0,-28-1-7 16,-3 1-6-16,-5-2-9 0,-4 1-5 0,-18 2-4 15,-3 0-3-15,-9 0-9 0,-4 0-9 0,-3-1-4 16,-4 1-21-16,-2 1-23 0,-8-1-36 0,11 0-42 16,-11 0-28-16,3 5-48 0,-3-5-76 0,0 0-224 15,-30 5-507-15,1 1 225 0</inkml:trace>
  <inkml:trace contextRef="#ctx0" brushRef="#br0" timeOffset="74156.95">15136 14485 293 0,'0'0'264'0,"-4"-10"-29"0,4 10-18 0,0 0-23 15,0 0-3-15,0 0-11 0,0 0 0 0,0 0 6 16,11 40 5-16,-9-21-11 0,-1 8-7 0,3-1-6 16,-6 2-20-16,5-3-7 0,-1 0-12 0,0-5-11 15,2 7-6-15,-4-2-16 0,2-5-2 0,2-1-13 16,-5 0-5-16,0 1-11 0,2 0-7 0,2-4-5 15,-3 0-19-15,0 0-33 0,0-4-62 0,-2-2-27 16,1 2-30-16,0-3-36 0,-4 2-49 0,3-4-44 16,0 0-247-16,-4-1-536 0,6-6 239 0</inkml:trace>
  <inkml:trace contextRef="#ctx0" brushRef="#br0" timeOffset="74331.73">15391 14795 63 0,'8'-2'230'0,"4"1"-17"0,2 0-15 0,-1 1-16 15,7 0-12-15,3 0-21 0,5-1-14 0,3 1-16 16,-2 0-22-16,2-1-41 0,-3 1-49 0,6-3-64 16,-4 0-56-16,-3 3-129 0,-4-4-262 0,4 0 116 15</inkml:trace>
  <inkml:trace contextRef="#ctx0" brushRef="#br0" timeOffset="74707.75">16178 14615 160 0,'3'-6'234'0,"-3"6"-13"16,0 0 0-16,0 0 13 0,0 0 3 0,-12 25-6 15,2-14-4-15,-3 2-16 0,0 4-8 0,-8 3-18 16,6 0-13-16,-5-1-5 0,-1-1-7 0,-3 0-22 15,2-2-6-15,0 2-3 0,-2-2-13 0,0-1-9 16,-3-1-5-16,1-4-20 0,1-1-8 0,3-2 1 16,2-3-12-16,-2 2-4 0,2-5-2 0,3 1-5 15,2-2-3-15,3 0-6 0,2-2-9 0,2 1-3 16,8 1-1-16,-9-8-6 0,7 1-2 16,-1 1-5-16,3 6-3 0,3-16-1 0,2 5 6 0,0 0-4 15,6-4-6-15,-2 0-1 0,5 0-1 0,4 2-3 16,-2-1-11-16,7-1 12 0,-3-1 1 0,-2 10 5 15,0 0 0-15,-7 0-5 0,5 5 8 16,-3 1 2-16,0 4-1 0,3 2 7 0,0 1-1 0,-5 2 4 16,1 1-6-16,1 4 2 0,-1 0-1 15,0 1 10-15,0 1 0 0,-3 1-11 0,5 4-3 0,-5-5-42 16,5-2-30-16,-1 1-61 0,-3-2-55 0,0 0-74 16,3-3-81-16,-4-1-297 0,1-2-676 0,2-1 299 15</inkml:trace>
  <inkml:trace contextRef="#ctx0" brushRef="#br0" timeOffset="74842.97">16409 14891 24 0,'0'0'124'0,"5"-3"-48"0,-5 3-69 0,0 0-46 15,0 0-41-15,0 0 18 0</inkml:trace>
  <inkml:trace contextRef="#ctx0" brushRef="#br0" timeOffset="77780.85">16007 12443 171 0,'3'-11'191'0,"-3"2"7"0,1 3-11 16,-1 6-14-16,-1-12-15 0,1 12-18 0,-3-9-14 15,3 9-8-15,0 0 3 0,0 0-8 0,-25 25 1 0,15-9-3 16,-9 10-5-16,3 5-5 0,-2-2-8 16,3 4 8-16,0 0-7 0,3 0-7 0,-2-1-7 15,5 0-10-15,3-1-6 0,2-2-8 0,8 0-6 0,-1-3-1 16,5 1-8-16,3-1-3 0,4-1-3 0,2-4-9 15,3 0-20-15,5 1-21 0,1-8-32 0,3-2-42 16,2 2-36-16,2-3-44 0,2-1-39 16,-5-1-187-16,2-1-427 0,-1-3 190 0</inkml:trace>
  <inkml:trace contextRef="#ctx0" brushRef="#br0" timeOffset="78327.78">16749 12601 119 0,'1'-10'246'0,"2"0"-6"0,-2 1-12 0,0 1-16 0,-1 1-10 16,0 7-5-16,1-11-14 0,-1 11-11 16,2-9-19-16,-2 9-16 0,0 0-13 0,0-9-12 0,0 9-13 15,0 0-8-15,2-6-13 0,-2 6-5 0,0 0-8 16,0 0-9-16,0 0-6 0,0 0-3 0,0 0-3 15,0 0-10-15,0 0 1 0,0-8-4 16,0 8-5-16,0 0 0 0,0 0-2 0,0 0-3 0,0 0-3 16,0 0 3-16,0 0-2 0,0 0-4 0,0 0-2 15,0 0 0-15,0 0-1 0,0 0 1 0,0 0-2 16,0 0 3-16,0 0-5 0,0 0 2 0,0 0 1 16,0 0-4-16,0 0 2 0,0 0 3 0,0 0-3 15,0 0 4-15,0 0 3 0,0 0 6 0,0 0-1 16,0 0 2-16,0 0 9 0,0 0-3 0,0 0 5 15,0 0-6-15,0 0 1 0,0 0 0 0,0 0 2 16,4-6-2-16,-4 6 3 0,0 0-2 0,0 0-2 16,0 0 0-16,0 0-3 0,0 0-4 0,0 0-3 15,0 0 0-15,0 0-4 0,0 0 7 0,0 0 1 16,0 0-9-16,0 0-10 0,0 0-3 0,0 0 4 16,0 0-7-16,0 0-1 0,0 0 1 0,0 0 2 15,0 0-4-15,0 0 4 0,1 25-4 0,1-15-5 16,-2 1 8-16,0 0 2 0,-2 2-3 0,4-1-4 15,-2-1 5-15,-2 2 0 0,2 0 9 0,0 0-12 16,-1-1 2-16,1 0-1 0,0 1 3 0,0-3 5 16,0 1-8-16,0 0 4 0,0 1-1 0,1-3-9 15,1 2-18-15,-2-2-27 0,0 0-24 0,0 0-20 16,0-9-55-16,0 14-57 0,0-7-50 0,0-7-42 16,0 9-160-16,0-9-499 0,0 0 222 0</inkml:trace>
  <inkml:trace contextRef="#ctx0" brushRef="#br0" timeOffset="78509.73">16795 12401 1889 0,'-1'-16'82'16,"-3"3"-10"-16,1 3-28 0,2 1-20 0,-2 2-10 15,3 7-2-15,-2-13-4 0,2 13-5 0,-2-6-4 16,2 6-18-16,0 0-13 0,0 0-33 0,0 0-31 15,0 0-29-15,0 0-42 0,9 23-108 0,-5-14-295 16,0 1 130-16</inkml:trace>
  <inkml:trace contextRef="#ctx0" brushRef="#br0" timeOffset="78677.3">17004 12664 85 0,'4'5'240'0,"-4"-5"-6"0,0 0-2 15,0 0-17-15,0 0-19 0,4 6-22 0,-4-6-16 16,0 0-20-16,0 0-14 0,0 0-21 0,5 4-31 16,-5-4-31-16,0 0-49 0,0 0-50 0,4 4-59 15,-4-4-58-15,0 0-101 0,5 6-299 0,-5-6 132 16</inkml:trace>
  <inkml:trace contextRef="#ctx0" brushRef="#br0" timeOffset="78952.39">17222 12696 64 0,'7'-5'189'16,"5"1"2"-16,-2-1-13 0,3 0-13 0,-2-1-12 15,1 0-9-15,3-1-10 0,1-1-4 0,-1 1-3 16,-2-3-3-16,-1 4-2 0,2-4-8 0,-3 4 2 16,-1-4-6-16,-2 1-13 0,-1 0 4 0,0 4 2 15,0-5-3-15,-4 5-7 0,-1-1-7 0,-2 6-10 16,2-12-8-16,-2 12-7 0,-3-9-4 0,3 9-10 15,-9-6-4-15,0 4-4 0,9 2-5 0,-24 7 0 16,7-2-11-16,-2 5 1 0,2 1-3 0,1 1-2 16,0 2 2-16,3 0-6 0,2 1-5 0,4-1 3 15,-2 2-2-15,5 0 0 0,4-5-9 0,0 3-24 0,5-3-31 16,4 4-38-16,1-3-57 0,7-3-62 16,1 1-248-16,2-4-496 0,-1 0 219 0</inkml:trace>
  <inkml:trace contextRef="#ctx0" brushRef="#br0" timeOffset="79104.78">17626 12698 240 0,'0'0'249'0,"0"0"-15"0,0 0-23 0,1-5-24 16,-1 5-20-16,0 0-30 0,0 0-31 0,0 0-42 15,0 0-50-15,0 0-66 0,0 0-75 0,0 0-112 0,27 7-258 16,-27-7 114-16</inkml:trace>
  <inkml:trace contextRef="#ctx0" brushRef="#br0" timeOffset="79547.67">18395 12412 64 0,'0'0'248'0,"0"0"-23"16,0 0-23-16,0 0-16 0,10 18-11 0,-8 1-8 16,0 7-7-16,-1 2-13 0,0 2-4 0,-2-2-15 15,0 2-6-15,-1-3-5 0,1 1-12 0,0-5-6 16,0 4-7-16,-1-9-5 0,2 1-9 0,-2-3-13 0,2 0-1 16,-1-6-5-16,1 0-5 0,-2-1 3 15,2-9-3-15,-1 11 4 0,0-5-1 0,1-6 1 16,-4 9 1-16,4-9-7 0,-5 3-4 0,5-3 1 15,0 0-5-15,0 0 4 0,-10-1-8 0,10 1 1 0,0 0-5 16,0 0-6-16,-3-14-3 0,3 14-8 0,9-14 0 16,-1 6 3-16,1 1-10 0,5-4 0 15,1 3-4-15,2 1-2 0,-1 3 0 0,1 1-1 16,1 0-3-16,-2 3-1 0,0 0-1 0,-6 1 2 16,2 3-5-16,-1-2 3 0,-6 3-2 0,1 0-3 0,-2 1 2 15,1 3-2-15,-1-2 1 0,-4 1 4 0,-2 2-2 16,-2-1 4-16,-3 0 0 0,-2 1 2 0,-1-1-3 15,-3 0 7-15,-3 1-6 0,1-2 1 0,-3-1-4 16,1-2-1-16,-1 0-15 0,1 1-16 16,4-2-33-16,0-3-40 0,0 1-50 0,1-1-60 0,5-1-46 15,-5-1-205-15,12 1-505 0,-11-2 223 0</inkml:trace>
  <inkml:trace contextRef="#ctx0" brushRef="#br0" timeOffset="80321.83">18811 12643 29 0,'0'-6'265'0,"0"6"-6"0,-3-10-16 15,3 10-16-15,-11-3-15 0,11 3-5 0,-24 6-13 16,5 3-11-16,-4 4-9 0,7-3-12 0,-5 5-9 16,7-2-17-16,-2 1-9 0,6 1-15 0,1-5-5 15,2 1-4-15,2 0-20 0,1 0-7 0,2-1-6 16,0 0-7-16,3-1-9 0,4 0 2 15,-1-1-9-15,1-3 1 0,5-1-6 0,1 0 4 0,0-3-13 16,4 0-4-16,-2-2-2 0,6-1-4 0,-6 0 0 16,4-5-6-16,-2-1 4 0,0 0-5 0,-4 0 3 15,-2 0-6-15,1-2-3 0,-1-3 3 0,-3 3-2 16,-1-3-4-16,0-2-1 0,-2 4-1 0,-1 0 2 16,0 2 0-16,-1 1-5 0,0 2 6 0,-1 6-8 15,-1-9 0-15,1 9 2 0,0 0-6 0,0 0 0 16,-14 1 2-16,14-1 5 0,-13 12 5 0,7-3-8 15,1 0 5-15,-3 3-1 0,4-2-1 0,2 0-1 16,-1 3-1-16,4-2 5 0,-1 3-3 0,3-3 4 16,0-2 1-16,2 1 4 0,2-2-6 0,2 0 0 15,2-2-3-15,5 0 7 0,1-2-9 0,3-1 3 16,1 0 0-16,-3-3-1 0,1-3-8 0,-1 0 4 16,-1-2-4-16,1 0 1 0,-2-1-4 0,-1-4-3 15,-5 1-3-15,2-1-2 0,-2-4-5 0,-1 1 2 16,-1-1-1-16,2-2-9 0,-3 0 9 0,0 1-6 15,-1 0 6-15,-2 4 1 0,0 1 0 0,0 2 2 16,-2 3 0-16,-2 5 3 0,4-8-5 0,-4 8-1 16,0 0 3-16,0 0-2 0,0 0 8 0,0 0 0 15,4 28 1-15,-7-14-1 0,2 2 2 0,-1 2 3 16,-2 0 4-16,0 0 2 0,-1 0 5 0,0 1 2 16,1 0 4-16,-3-1-4 0,4-4 1 0,-4 3-2 15,2-2 1-15,1-5 5 0,2 1-2 0,-2-6-4 16,1 1 0-16,1 0-1 0,2-6 6 0,-4 9 2 15,4-9 0-15,-1 6-5 0,1-6-1 0,0 0 0 16,0 0-2-16,0 0-1 0,0 0-4 0,23-10-10 16,-11 5 1-16,4-5-3 0,2 3 5 0,0-4-2 15,-1 1 1-15,5-4-1 0,-6 2 1 0,1 1-2 0,6-3 1 16,-8 1 1-16,-1 0 3 0,0 0 0 16,-3-1 6-16,2 2-5 0,-7 2 3 0,1-1 7 15,-2 2 2-15,0-1 5 0,-1 4 8 0,-3-1 5 16,0 0 7-16,-1 7-7 0,1-10 5 0,-1 10-14 15,0 0-4-15,0 0-4 0,-10-4 4 0,10 4-1 0,0 0-5 16,-19 12 2-16,13-3 0 0,-3 0 0 16,2 1-4-16,1 1 8 0,0 0-8 0,-1 1-2 15,4 3-1-15,0-2-25 0,4-2-31 0,2 1-40 16,4-1-60-16,4 1-60 0,-1-3-62 0,9-2-215 16,1-3-533-16,9 3 236 0</inkml:trace>
  <inkml:trace contextRef="#ctx0" brushRef="#br0" timeOffset="80530.22">19866 12641 56 0,'4'-6'285'0,"-2"1"-18"0,-2 5-22 0,7-7-24 16,-7 7-25-16,0 0-13 0,0 0-6 0,0 0 3 15,0 0-8-15,-3 27-19 0,1-15-8 0,0 5-9 16,-3-1-7-16,-1 1-15 0,-2 1-12 0,3-2-8 15,0 1-7-15,4 2-14 0,-2-3-24 0,0 1-39 0,2 1-41 16,-1-6-50-16,2 1-63 0,0 0-59 16,1-3-234-16,-1-10-471 0,-3 18 209 0</inkml:trace>
  <inkml:trace contextRef="#ctx0" brushRef="#br0" timeOffset="80704.95">19817 12462 50 0,'-6'0'202'0,"6"0"-30"0,0 0-45 16,0 0-42-16,-1 20-40 0,6-8-51 16,6 2-43-16,5 4-56 0,4 1-113 0,4-2 50 15</inkml:trace>
  <inkml:trace contextRef="#ctx0" brushRef="#br0" timeOffset="80985.7">20291 12633 174 0,'0'0'228'15,"0"0"-6"-15,-9-9-8 0,9 9-16 0,-8-3-13 0,8 3-15 16,-11 1-11-16,11-1-12 0,-16 8-14 0,5-5-11 16,2 4-13-16,-2 0-9 0,5 1-14 0,-2 2-9 15,3 0-7-15,1 1-5 0,1-1-7 16,0 2-5-16,1 1-4 0,4-3-5 0,1 2-4 15,1-1-4-15,1 1-5 0,3-1 0 0,0 2-6 16,1-3-4-16,-3-1-1 0,2 0 0 0,-3 1-4 0,0-1-4 16,2 0 3-16,-3-2-5 0,-1-1 0 15,-3 1 1-15,0-7 1 0,3 14-4 0,-5-8 6 16,2-6 3-16,-9 13 5 0,0-4 2 0,-1-1-3 0,-1-3-3 16,-3 0-1-16,-2 0 2 0,-3-3-8 0,2 2-18 15,0 0-24-15,-3 0-33 0,4-2-58 0,3-3-81 16,0 1-251-16,2-1-490 0,-2-1 217 15</inkml:trace>
  <inkml:trace contextRef="#ctx0" brushRef="#br0" timeOffset="81418.72">21113 12679 177 0,'0'0'166'16,"-7"-2"-16"-16,7 2-13 0,0 0-10 0,0 0 2 15,-11 5 8-15,11-5-1 0,-8 13 3 0,3-4-7 16,0 0-12-16,2 1-15 0,-3 0-1 0,3 1-7 15,-1-1-2-15,0 1-3 0,3 1-11 0,-1-2-5 16,2 3-1-16,3-2-5 0,1-1-6 0,1-1-1 16,3 1-4-16,2-1-1 0,5-1-4 0,2-1 1 15,-2-2 0-15,5 1 2 0,1-3-7 0,-1-2 1 16,2-2-5-16,-3-1-1 0,2 1-2 0,-4-5 3 16,-4 3-2-16,0-2 6 0,-3-2 21 0,-1-1-8 0,-1-1-4 15,0 2-11-15,-2-5-3 0,-3 2-5 0,-3 0-5 16,-2-3 3-16,0 1-11 0,-2 1-23 15,-4 0-15-15,-2 3-18 0,-3-2-14 0,1 4-18 16,-7 2-16-16,-2 2-22 0,1 2-26 0,-1 1-44 0,-1 1-42 16,1 0-49-16,3 4-162 0,2-2-457 15,6 1 202-15</inkml:trace>
  <inkml:trace contextRef="#ctx0" brushRef="#br0" timeOffset="81671.48">21521 12681 1615 0,'18'-22'31'0,"-3"-2"39"0,-3 2-5 16,3 0 19-16,-5 6 22 0,-2-1-6 16,1 4 17-16,-3-2 5 0,-2 6-2 0,2 2 5 0,-3 1-14 15,0-1-10-15,-3 7-17 0,0 0-12 0,0 0 3 16,0 0 4-16,8 21 6 0,-8-2 11 0,-2 9-2 16,-1 4 17-16,-2 0 13 0,-1 3-11 0,1-2-7 15,-3-2-9-15,-1 0-7 0,3 2-6 0,-1-4-6 16,1 2-5-16,-1-1-7 0,0-2-13 0,0 3-2 15,2-3-19-15,1 2 12 0,2-6 1 0,-6 0-12 16,6-6-32-16,-2 2-52 0,1-4-35 0,-1 0-45 16,-1-1-35-16,0-6-38 0,-2 1-51 15,2-3-49-15,-3 0-256 0,-3-3-605 0,3-2 267 0</inkml:trace>
  <inkml:trace contextRef="#ctx0" brushRef="#br0" timeOffset="82069.35">21620 12746 191 0,'11'-2'220'0,"3"-1"-18"15,-4 3-13-15,-2 0-20 0,3 2-6 0,-3-1-14 16,-2 1-18-16,-1 3-8 0,3 0-13 0,-4 1-9 16,-2 0-13-16,1 1-4 0,-2 0-11 0,-1-7-5 15,-4 19-6-15,-1-11-6 0,-4 1-5 0,0-2-12 16,0 0-2-16,-2 0-12 0,1-1-8 0,-1-1-2 15,6 0-2-15,-2-2 0 0,2 1-3 0,5-4-5 16,-8 4-2-16,4-1-3 0,4-3-4 16,0 0 1-16,0 0 2 0,0 0-2 0,0 0-1 0,0 0 0 15,31 0 3-15,-15-1-2 0,4-4 6 0,0 1-3 16,1-2 0-16,0 0-3 0,5-2 3 0,-5 1-1 16,-3-2 3-16,1 1 0 0,0 1 3 0,-3-3 12 15,-1 2 11-15,-3 0 3 0,-3 1 4 0,-1-2-7 16,0 1 6-16,-4-1 13 0,0 3-1 0,-4 6 1 15,1-13-4-15,-1 13-5 0,-1-8-6 0,1 8-3 16,0 0-4-16,-13-4-3 0,13 4-3 0,-16 9-1 16,5 0-1-16,-4 3-2 0,2 2 0 0,1 1-5 15,0 0-21-15,1 4-35 0,2-3-33 0,2 0-48 16,3 0-59-16,3 0-56 0,1-4-142 0,3 0-414 16,1 0 184-16</inkml:trace>
  <inkml:trace contextRef="#ctx0" brushRef="#br0" timeOffset="82270.95">22047 12833 137 0,'13'-15'189'0,"2"0"3"0,1 3 3 0,-1 0-2 16,-2 1-15-16,-2 5-13 0,0 2-9 0,0 0-17 16,-1 3-8-16,-2-1-10 0,2 5-11 0,-3 1-10 15,1 1-9-15,-2 3-11 0,-1 2-8 0,-3-1-6 16,1 2-5-16,0 1-2 0,-3 3-9 0,-2-3-17 15,1 2-35-15,-2-2-40 0,1 0-55 0,1-1-49 16,-1-2-45-16,0 1-149 0,2-10-369 0,-3 13 163 16</inkml:trace>
  <inkml:trace contextRef="#ctx0" brushRef="#br0" timeOffset="82529.81">22751 12698 1719 0,'3'-10'130'0,"-2"-1"-39"0,-1 2-46 16,-2 0-20-16,2 9-4 0,-10-9 10 0,3 6 20 15,7 3 4-15,-18 2 12 0,2 3 18 0,-1 5 10 16,-2 1 11-16,1 1 5 0,0-1 0 0,2 2 3 16,-1 5-4-16,2-3 4 0,3 1-4 15,3-1-5-15,-1-1-12 0,3 0-9 0,5-2-9 0,2 0 1 16,2 0-15-16,5 3-8 0,4-1 2 0,6-3-13 15,9 4-40-15,2-4-42 0,1-4-44 0,3 2-47 16,-3-7-55-16,5-1-62 0,-2-1-54 0,-11-3-173 16,6-2-514-16,-8 1 228 0</inkml:trace>
  <inkml:trace contextRef="#ctx0" brushRef="#br0" timeOffset="82739.69">23093 12693 132 0,'2'-5'263'15,"-2"5"-13"-15,4-6-13 0,-4 6-12 0,0 0-20 16,0 0-4-16,0 0-3 0,0 0-6 0,0 0-6 16,0 0 0-16,-1 21-6 0,-2-12-10 0,1 3-6 15,-1 0-4-15,2 1-8 0,-3 1-24 0,3 0-7 16,-2 0 0-16,2-2-22 0,0 2-8 0,1-3 5 16,0 0-33-16,1 3 2 0,0-5-16 0,2 2-39 15,-2-1-43-15,0-1-55 0,-1 0-49 0,0-9-52 16,2 16-68-16,-2-10-283 0,0-6-585 0,0 0 258 15</inkml:trace>
  <inkml:trace contextRef="#ctx0" brushRef="#br0" timeOffset="82930.11">23062 12437 32 0,'-4'-7'288'0,"2"1"-31"0,2 6-23 0,-3-12-27 16,3 12-19-16,-6-4-18 0,6 4-16 0,0 0-15 16,0 0-18-16,0 0-20 0,-18 13-35 0,16-8-43 15,2-5-63-15,-1 13-64 0,5-4-202 0,0-2-332 16,5 0 147-16</inkml:trace>
  <inkml:trace contextRef="#ctx0" brushRef="#br0" timeOffset="83539.63">23494 12977 266 0,'0'0'257'0,"4"-8"-9"16,-4 8-19-16,0-12-11 0,1 5-18 0,-1 7-11 15,1-14-17-15,-1 5-12 0,0-1-8 0,0 0-13 16,0 1-10-16,-2 0-13 0,2-1-2 0,0 0-14 16,-3 0 28-16,3 0-10 0,-1 1-4 0,-2 1-10 15,1-2-17-15,-3 2-8 0,-1-1-4 0,-1 2-11 16,1 0-8-16,-2 1-7 0,-3 0 0 0,0 0-5 16,2 1-9-16,-2 3-4 0,1-2-2 15,3 2-2-15,7 2-4 0,-12-2-6 0,12 2-4 0,-10-2-1 0,10 2-3 16,0 0 0-16,-10 6 1 0,10-6-2 15,0 0-5-15,-2 6 9 0,2-6-8 0,0 0-3 16,18 13-1-16,-7-10-3 0,1 0-6 0,5 0 0 0,-1 1 1 16,3-2 1-16,0 0 2 0,-1-2 4 0,0 0-1 15,1 0-4-15,-6 0-6 0,6-2 12 16,-9 2 0-16,2 0 0 0,-3-1-5 0,-3 2-4 16,-6-1 2-16,13 0-3 0,-13 0 0 0,8 2 3 15,-5 1-1-15,0 4 4 0,-3-7 3 0,3 12-1 0,-3-2 4 16,-3-1 0-16,2 2 0 0,-3-2 3 0,1 3-3 15,-1-1 1-15,2 5 1 0,-3-2-3 0,-3 2 4 16,6-5-24-16,-2 0-25 0,0-1-29 16,0 1-41-16,1-1-62 0,1-2-69 0,2 1-277 0,0-2-565 15,0-7 251-15</inkml:trace>
  <inkml:trace contextRef="#ctx0" brushRef="#br0" timeOffset="83776.75">23886 12725 13 0,'-5'-4'255'0,"5"4"-8"15,-9-6-11-15,9 6 6 0,0 0-2 0,-23 11-10 16,13-1-7-16,0 0-5 0,1 2-14 0,1 1-16 16,2 0-15-16,1-1-15 0,2 3-14 15,1-3-8-15,3 5-17 0,1-1-7 0,4 0-10 16,4-2-9-16,4-1-24 0,0-1-39 0,4-1-29 0,5 0-41 15,0 2-36-15,4-5-33 0,0 0-31 0,-2-2-28 16,-3-2-38-16,-2-1-13 0,1-2-4 0,0 2-153 16,-1-5-406-16,-1 1 179 0</inkml:trace>
  <inkml:trace contextRef="#ctx0" brushRef="#br0" timeOffset="84305.5">24211 12926 375 0,'8'-14'33'0,"1"-1"22"0,-3-1 31 16,-1 1 11-16,-1 0 44 0,-1 4 8 0,-2 1 7 15,-1 0 10-15,1 1 0 0,-2-1-6 0,1 10-7 16,-3-10-12-16,3 10-12 0,-5-4 3 0,5 4-1 15,0 0 6-15,-22 8-5 0,15-2-9 0,-2 1-9 16,0 2-4-16,0-1 4 0,2 1-9 0,2 1-4 16,0 1-6-16,3-2-5 0,-1 2-10 0,1 0-5 15,4-2-6-15,1 1-2 0,3 1 4 0,0-3-16 16,4 1-2-16,1-2-4 0,4 2-9 0,-1-6 0 16,6 2-4-16,-1-4-3 0,1 0 2 0,-3-2-2 15,-2 0-4-15,2-1-7 0,-3 0-2 0,-1-4-2 16,3 0 0-16,-2-2 2 0,0-1-7 0,-1-1-3 15,-3 0 6-15,-2-3-4 0,2 0-4 0,-1-1 3 16,-1 0-5-16,-1 1 0 0,0 4-1 0,-3 1 2 16,-1-1 1-16,1 5 6 0,-1-2 7 0,-3 6-17 15,4-7-12-15,-4 7 10 0,0 0-9 0,0 0 9 16,0 0-9-16,0 0 4 0,0 0 0 0,-7 29 7 16,3-19-4-16,3-2 7 0,1 2 2 0,0-2 22 15,1 4-24-15,1-4 6 0,0 2 8 0,4-1 15 16,1 0-15-16,2-4 5 0,5 2 0 0,5 0-4 15,-5-3-1-15,6-1 10 0,-2-3-12 0,-2 0-2 16,3-3-1-16,-7 1 2 0,2-3 4 0,-3 0-5 16,0 1-1-16,1-2-12 0,-4-2 8 0,1 2 1 15,2-2 0-15,-4 0-9 0,0-2 0 0,1 0 7 0,-4 1-2 16,2 0 1-16,-1-1-11 0,-2 2 10 16,2 3-3-16,-3-1 0 0,1 2-3 0,-3 4 3 15,3-7-6-15,-3 7-6 0,0 0 0 0,0 0-3 16,0 0 0-16,0 0 6 0,0 0-2 0,0 0 0 15,0 0 4-15,0 0-5 0,-3 30-1 0,2-23 6 16,0 3-5-16,1 1 2 0,0-1-11 0,2-3-41 16,2 3-31-16,3-1-31 0,-3-2-33 0,3 3-42 15,-2-3-41-15,3-1-45 0,-2 0-47 0,0-3-234 16,0-1-604-16,-6-2 267 0</inkml:trace>
  <inkml:trace contextRef="#ctx0" brushRef="#br0" timeOffset="84452.64">24662 12594 45 0,'-5'-3'157'0,"5"3"-16"0,0 0-31 16,0 0-40-16,0 0-25 0,0 0-50 16,0 0-90-16,0 0-100 0,21 17 44 0</inkml:trace>
  <inkml:trace contextRef="#ctx0" brushRef="#br0" timeOffset="84669.68">25028 12594 128 0,'5'-7'217'15,"-1"1"-5"-15,1 0-1 0,-1 0-2 0,-4 6-13 0,5-8-25 16,-5 8-18-16,6-4-9 0,-6 4 6 0,0 0 10 16,8 12-2-16,-6-2 5 0,0 5 4 0,-1 2 7 15,0 2-22-15,-3 5-4 0,0-5-2 0,1 2-11 16,0 3-15-16,-2 4-15 0,-1-3-12 15,3-6-9-15,-3 0-12 0,2 2-3 0,1-2-4 0,1-2-18 16,0 0-34-16,0-1-30 0,-2-4-37 0,2 0-38 16,0 1-49-16,0-3-52 0,-2-4-64 0,2-6-261 15,-3 11-562-15,-1-6 249 0</inkml:trace>
  <inkml:trace contextRef="#ctx0" brushRef="#br0" timeOffset="84817.77">24955 12712 101 0,'11'-5'162'15,"1"5"-15"-15,-1 0-23 0,8 0-43 0,-1 2-57 16,0 2-55-16,2 4-71 0,-4-3-110 0,1 3 49 16</inkml:trace>
  <inkml:trace contextRef="#ctx0" brushRef="#br0" timeOffset="85098.4">25158 12936 3 0,'7'4'215'0,"-7"-4"-6"0,11-1-13 0,-11 1-23 15,16-6-12-15,-5 3-16 0,1-3-14 16,3-1-7-16,2-1-14 0,0-1 2 0,1 0-2 0,-1-1-9 16,-2 0-3-16,9-5-4 0,-10 3-10 0,1-4-8 15,1 3-5-15,2-6-2 0,-7 5 2 0,3 1 2 16,-7 0 3-16,-1 3-5 0,-2 1 0 0,1-1-4 15,-3 5-10-15,-2 5-1 0,0-13-7 16,0 13-6-16,-7-5-3 0,7 5 2 0,-17 1 9 0,3 1 3 16,-5 5-2-16,0 0-7 0,1 1-2 0,1 2-7 15,0-3-1-15,2 3 0 0,3 2-6 0,3-1-5 16,0 1-3-16,5-2-3 0,-1 2-27 16,5-3-27-16,3 2-37 0,0-1-42 0,5 0-50 0,7-1-51 15,3 1-43-15,8-2-169 0,2 1-464 0,0-4 205 16</inkml:trace>
  <inkml:trace contextRef="#ctx0" brushRef="#br0" timeOffset="85495.69">25642 12875 38 0,'11'-9'133'0,"-3"0"2"0,4-3 9 0,-6 3 8 15,1-1 4-15,-5 2 20 0,1-2-13 0,-2 3-7 16,-1 7-7-16,-2-14 0 0,2 14-12 0,-12-8-5 16,2 5-3-16,1 0 2 0,-4 3-2 0,-6 3-2 15,2 0-7-15,-1 0-9 0,-3 5-9 0,6 0-8 16,-1-1-10-16,3 3-3 0,-1 1-7 0,7-1-6 15,-1-2-7-15,5 2 1 0,2-2-9 0,1 3-9 16,3-2-1-16,4 0-2 0,2-1-3 0,3 0-4 16,-3-4 1-16,1 1-4 0,4-3-3 0,-1-1-1 15,-1-1 1-15,1-3-9 0,1-1 1 0,-1-1-2 16,-2-2-2-16,3-3 2 0,-3-1-8 0,1-2-1 16,-1 0 3-16,-3-4 1 0,-1-1-4 0,5-5-3 15,-1-1-4-15,-3-1-1 0,2 1 1 0,1 0 2 16,0-3-2-16,-2 1 1 0,2 0 0 0,0 2-1 15,1 2 3-15,-6 6 6 0,-1 4 17 0,-1 2 24 16,-1 1 9-16,2 0-7 0,-3 5-9 0,-2 4-14 16,4-6-4-16,-4 6-1 0,0 0 0 0,0 0 3 15,-16 37 2-15,5-12-1 0,-3 0 8 0,-1 4-8 16,4-2-2-16,0 2 2 0,-3 1-6 0,3 1 0 16,6-3-9-16,-4 2 7 0,5-1-2 0,-1 1-4 15,4-5-41-15,0-6-42 0,1 1-45 0,0-2-35 16,1-2-46-16,1-3-55 0,2-2-60 0,-4-4-254 15,0-7-607-15,9 7 269 0</inkml:trace>
  <inkml:trace contextRef="#ctx0" brushRef="#br0" timeOffset="85713.68">26097 12565 2539 0,'18'-11'131'0,"-3"2"-49"0,-3 3-60 0,-1 4-12 15,-4 2 2-15,3 6 17 0,0 1 27 0,1 8 6 16,1 10 11-16,-8 1 8 0,3 3 6 0,-9-1 20 16,2 3-11-16,-9-1 2 0,3 3 1 0,-4 1-10 15,-7 9-9-15,3-11-6 0,0 3-2 0,-4-3-10 16,-7 8-18-16,-1-2-43 0,3-11-46 0,-13 9-48 16,-5-5-50-16,-1-2-71 0,-8-7-73 0,-3 1-251 15,-5-4-582-15,-6-5 258 0</inkml:trace>
  <inkml:trace contextRef="#ctx0" brushRef="#br0" timeOffset="116695.81">17145 14153 104 0,'17'0'202'0,"2"1"-13"15,2 0-9-15,5-1-12 0,-3 2-15 0,5-4-9 16,-6 1-14-16,-2 2-14 0,1 2-13 0,-2-2-8 16,-1 0-8-16,-4 1-10 0,-3-1-12 0,0 0-25 15,-4 1-34-15,0-2-15 0,-7 0-42 0,6 4-31 16,-6-4-41-16,0 0-30 0,0 0-88 0,-17 7-259 16,6-3 115-16</inkml:trace>
  <inkml:trace contextRef="#ctx0" brushRef="#br0" timeOffset="116889.74">17073 14276 72 0,'-10'1'201'0,"10"-1"-4"0,-5 2-1 0,5-2 3 16,0 0 0-16,0 0-11 0,0 0-5 0,0 0-16 16,0 0-12-16,23 5-14 0,-11-3-15 0,5-2-12 15,0 0-8-15,2 0-15 0,-1 0-6 0,4 2-18 16,-3-2-23-16,0 0-27 0,0-2-34 0,-2 2-34 15,3 0-30-15,-2 0-43 0,10 0-24 0,-2-4-29 16,-3 4-148-16,6 0-353 0,2-2 156 0</inkml:trace>
  <inkml:trace contextRef="#ctx0" brushRef="#br0" timeOffset="117430.48">18208 13863 28 0,'-5'-4'178'0,"5"4"-10"0,-10-4-16 15,10 4-6-15,-9-2-12 0,9 2-7 0,-5-3-6 16,5 3-7-16,0 0-7 0,0 0-6 0,0 0-3 15,0 0-10-15,27 0-12 0,-10 0-5 0,4 0-9 16,7 3-5-16,-1-1-8 0,1-3-11 0,-6 1-30 16,-2 1-14-16,-2-1-33 0,-3 2-25 0,-2-4-33 15,-2 1-24-15,-3 1-12 0,0-1-112 0,-8 1-263 16,10 0 117-16</inkml:trace>
  <inkml:trace contextRef="#ctx0" brushRef="#br0" timeOffset="117831.47">18331 13825 15 0,'-6'-2'139'0,"6"2"-8"16,0 0-10-16,-10-1-11 0,10 1 3 0,0 0 27 15,-10 8-3-15,4 2-7 0,0-1-10 0,0 1-3 16,1 4 7-16,-4 3-8 0,3 1-6 16,0-2-9-16,0 1-9 0,3 0-8 0,-1 7 1 15,-2-5-8-15,3-2-2 0,-1 2-8 0,1 0 0 0,2 0-7 16,1-2-3-16,-1 0-7 0,0-1-2 0,-1-1-7 15,1-2-6-15,1 1 2 0,-1 0-2 0,1-3-5 16,-3-1-3-16,1 3-5 0,-2-5 1 0,1-1-3 16,1 0-1-16,-2 0-1 0,0-3-1 0,0 2-5 15,-2-2-1-15,6-4 1 0,-12 8-3 0,6-7 2 16,0 0-6-16,6-1 0 0,-16 0-1 16,6 0-3-16,10 0-3 0,-18-2-2 0,8-2 4 0,0 1-1 15,-1 1-2-15,0-2 2 0,5 1-1 0,-2 1-1 16,8 2 3-16,-10-3-1 0,10 3-2 0,-8-4 2 15,8 4-3-15,0 0 0 0,-8-2-1 0,8 2 4 16,0 0-3-16,0 0-1 0,0 0 5 0,0 0-1 16,0 0 1-16,22 11 1 0,-7-6 0 0,6 0 0 15,-1-1 0-15,11-1 1 0,0 2-16 0,1 0-26 16,-2-3-27-16,5 1-38 0,-3 1-41 0,1-4-32 16,0 0-31-16,-5 3-138 0,-6-2-377 0,5-2 167 15</inkml:trace>
  <inkml:trace contextRef="#ctx0" brushRef="#br0" timeOffset="118101.48">18819 14159 137 0,'-9'-5'209'16,"-1"1"-7"-16,0 1-8 0,-3 0-5 0,0 2-10 15,-5 1-8-15,-1 1-1 0,-3 2-5 0,2 0-9 16,-6 5 0-16,7-2-6 0,-5 6-11 0,1 0-9 15,4-2 2-15,5 3-12 0,1 0 1 0,1-1-6 16,0 0-11-16,3 2-12 0,2-3-2 0,3 2-9 16,2-1-6-16,1-1-2 0,3 5-7 0,1-2-8 15,4-2-3-15,2 1-3 0,5-2-10 16,-1 2 1-16,5-4-11 0,1 1-30 0,0-3-25 0,7 4-32 16,2-2-36-16,-1-3-31 0,-8-2-37 0,3-3-28 15,7 1-51-15,-1-1-11 0,-6 1-181 0,0-2-465 16,-1 0 206-16</inkml:trace>
  <inkml:trace contextRef="#ctx0" brushRef="#br0" timeOffset="118544.13">19236 14239 90 0,'-12'-5'229'0,"1"1"-5"0,-6 0-8 0,0 2-10 16,-4 2-10-16,0 1-10 0,2 3-10 0,-3-1-12 15,1 4-11-15,3 1-14 0,-1 0-10 0,4 3-11 16,0-2-10-16,6-2-11 0,0 3-11 0,1 1-10 16,2-1-2-16,2 2-13 0,2-3-2 0,2 1-7 15,4 0-2-15,1 2-8 0,5-5 7 0,3 5-5 16,0-3-10-16,2 0 2 0,-3-3-6 0,0-1-6 16,2-1 1-16,-1-1-4 0,0 2 0 0,-3-4-2 15,2 0-2-15,-5-1-2 0,1 2 0 0,-8-2 2 16,14 0 0-16,-14 0 11 0,8-2-5 0,-8 2-8 15,0 0-1-15,0 0-2 0,0 0-4 0,0 0 3 16,0 0 0-16,-22-10-4 0,9 8 1 0,-5 0 2 16,0 2-4-16,-2 1 5 0,0 0-1 0,0-1 6 15,-1 1 2-15,0 3 9 0,2 0-2 0,-1 1 11 16,0 1-4-16,4 2 8 0,-1 0-2 0,2 3-1 16,3-5 1-16,2 4 3 0,4-1-7 0,-1 1-3 15,1 0-3-15,2-1 11 0,3 2-15 0,1 0 0 16,2-2 0-16,3 1-3 0,0-1-1 0,4 0 3 15,1-3-4-15,3 2-8 0,4 0-24 0,1-4-18 16,4 2-29-16,-3-1-38 0,9-3-34 0,-1 1-43 16,-8 0-44-16,0-3-45 0,0 0-38 0,-2-3-172 15,2 3-513-15,2-3 228 0</inkml:trace>
  <inkml:trace contextRef="#ctx0" brushRef="#br0" timeOffset="118915.83">19474 14444 4 0,'0'0'235'0,"-6"-7"-3"16,6 7-5-16,-9-2-10 0,9 2-1 0,-14 0-10 15,14 0-9-15,-12 1-14 0,5 3 1 0,-4 1 3 16,3 0-21-16,-1 3-13 0,1-1-12 0,0 0-6 16,1 3-14-16,1-1-7 0,-1 0-5 0,0 0-13 15,4 1-7-15,1 1-5 0,0-2-10 16,4 0-4-16,-1 2-2 0,5-1-10 0,0 1-1 15,2-2-7-15,3-2 9 0,1 1-8 0,5 0-2 0,-1-2-5 16,2-1 2-16,3-2-10 0,-2 1 2 0,1 0 2 16,1-4-2-16,-2 0-1 0,0 0 0 15,-1-3-7-15,-1-4 11 0,-1 0-4 0,0-2 2 0,-1 0 4 16,-3-4 10-16,1 3-5 0,-4-5-13 0,-1 1 1 16,0-2-1-16,-4 0-4 0,-2-1 0 0,-2 0-10 15,-2 1 2-15,-5-2 2 0,2 1-11 0,-3 2 5 16,1-1-10-16,-6 5 3 0,0-2-4 0,-3 2-5 15,0 4 2-15,-2 0-4 0,0 2-24 0,-2 1-27 16,-3 3-40-16,3 1-36 0,-9 3-38 0,9 1-42 16,2 0-53-16,5 1-54 0,4 1-273 0,-2 1-636 15,6-3 282-15</inkml:trace>
  <inkml:trace contextRef="#ctx0" brushRef="#br0" timeOffset="119429.92">20475 13679 73 0,'6'-11'275'0,"-1"0"-2"0,-3 1-15 15,2 0-3-15,-1 4-8 0,0 1-7 0,0 0-15 16,-3 5-14-16,2-10-19 0,-2 10-18 0,3-6-22 16,-3 6-19-16,0 0-11 0,0 0-13 0,0 0-1 15,0 0 8-15,-6 38-4 0,-2-13 5 0,2 5 3 16,-2 16-19-16,-1 1 1 0,1 1 13 0,-2 6 1 15,-1-1-2-15,-2 3-1 0,0 3-9 0,0-2 2 16,4 2-3-16,-1 0-2 0,1-1-4 0,-1 1-5 16,2-3-6-16,-1 23 4 0,4-24-7 0,-1-3-2 15,-2 0-14-15,-3 1 4 0,9 1-3 0,-6-3-9 16,1 1 1-16,1-1 0 0,2 0-32 0,2-5-4 16,-3 3 2-16,-2-4 1 0,0 1-2 0,2-2-1 0,0 1-2 15,0-9 0-15,2-4-4 0,0 3 2 0,0 0-1 16,-2 0 2-16,5-5-5 0,-1 1-1 15,-4-1-1-15,1-6-5 0,1-6 1 0,2 1 0 16,0-3-18-16,-1-6-24 0,2 1-30 0,0-4-29 16,-1-1-34-16,1-6-30 0,0 0-42 0,-5 9-56 15,5-9-69-15,0 0-87 0,0 0-291 0,0 0-758 16,-12-36 335-16</inkml:trace>
  <inkml:trace contextRef="#ctx0" brushRef="#br0" timeOffset="123081.63">21307 14044 44 0,'2'-7'192'0,"-1"-2"4"0,-1-1-1 0,0 10-6 15,0-13-15-15,1 7-8 0,-1 6-12 0,-2-10-15 0,2 10-9 16,-3-10-9-16,-1 6-14 0,4 4-6 0,-7-8-16 16,7 8 0-16,-14 0-14 0,14 0-6 0,-17 8 0 15,5-1 1-15,0 2-4 0,-5 2-6 16,-5 5 1-16,6-3-11 0,-3 5-3 0,7-3-3 0,-2 2-8 16,4 0-1-16,1 0-19 0,2-2-2 15,0 3-2-15,3-4 0 0,3-3 5 0,1 2-5 0,1-1 0 16,0 1-2-16,1-1 2 0,6 2-5 0,-1-3 8 15,0 0-4-15,4-3 2 0,-1 0-3 0,4-1 0 16,1 2-3-16,2-4-7 0,-3 0 2 0,0-3-11 16,0-2-3-16,3 0 3 0,-2-1-10 0,-2 0 3 15,5-4 7-15,-2 1-2 0,2-2-1 0,-2-1 0 16,-2-4 1-16,1 3 5 0,-2 1-3 0,0-3 6 16,2-3 2-16,-5 1-4 0,-1-2 4 15,-3 4-3-15,2-3 2 0,-2 4 5 0,-2 1 1 0,0 2 7 16,-1 0 5-16,-3 6-3 0,4-8-1 0,-2 3-5 15,-2 5-4-15,0 0 1 0,0 0 2 0,0 0 0 16,0 0-3-16,0 0 3 0,0 0-4 0,-11 21 3 16,8-11 1-16,2-3-2 0,-2 2-1 0,3-1 0 15,0-8 5-15,0 15-5 0,1-7 5 0,5 0 8 16,-3-1-7-16,4-2 1 0,0-1 5 0,2 2 2 16,0-4-3-16,2 2 3 0,1-2-1 0,3 0 2 15,-3-4 0-15,1 1 0 0,1-2-1 0,-4 1 7 16,3-2-6-16,-2-1-2 0,-2-1 3 0,-1-1-2 15,0 1-1-15,-3-3-4 0,-1-1 1 0,-2 0-1 16,0 0-7-16,-5-2 4 0,-1 0-3 0,-2-5-1 16,-4 4-4-16,-1 0-9 0,-1 5-4 0,1-1-6 15,0 3-10-15,-2 1-6 0,2 3-11 0,-2 0-13 16,-1 4-20-16,1 0-17 0,0 2-18 16,4 0-52-16,0 1-34 0,-1 2-132 0,5-3-364 15,2 2 162-15</inkml:trace>
  <inkml:trace contextRef="#ctx0" brushRef="#br0" timeOffset="123313.8">21846 13966 50 0,'1'-12'190'0,"-1"1"12"16,1 2 0-16,-1 9-5 0,1-11-16 0,2 6-16 15,-3 5-23-15,0 0-19 0,0 0-8 0,0 0-12 16,0 0-6-16,0 0 12 0,6 28-13 0,-6-9-4 15,1 6-4-15,2 2-6 0,-2 0-7 0,-1 1-6 16,0-2-10-16,2 1-7 0,-2-8-5 16,1 6-4-16,0-6-1 0,-1 0-16 0,1-1-24 0,-2 1-38 15,1-3-29-15,1-1-47 0,-1-4-48 0,3-1-44 16,-4-1-142-16,1-9-374 0,0 13 166 0</inkml:trace>
  <inkml:trace contextRef="#ctx0" brushRef="#br0" timeOffset="123509.86">22049 13976 149 0,'5'-16'214'0,"-3"9"-9"15,0 1-24-15,-1 2-13 0,-1 4-23 0,5-9-13 16,-5 9-9-16,0 0-2 0,0 0-3 16,10 23-2-16,-7-12-6 0,-1 6-15 0,1 3-8 15,-1 8-7-15,0-4-15 0,-2 1 4 0,1 4-12 0,-2-6-15 16,-2 2-42-16,2-5-25 0,-2 5-39 0,-1-6-51 15,2-2-36-15,-2 1-34 0,-1 1-105 0,1-4-314 16,3-3 139-16</inkml:trace>
  <inkml:trace contextRef="#ctx0" brushRef="#br0" timeOffset="123751.31">22216 14282 36 0,'19'-18'169'0,"-6"4"0"0,1 1-3 0,-1-1-10 15,1-2-7-15,-1-1-11 0,-3 2-8 0,1-1 2 16,0 1-6-16,-4 1-1 0,1 4-8 0,-4 1-4 16,-2 2-2-16,0 1-12 0,-1-1-9 0,-1 7-9 0,0 0-7 15,-4-11-9-15,4 11-3 0,-15 2-11 0,3 6-3 16,-4 3-7-16,-2 6-6 0,-3 1 2 16,1 3-8-16,6-6-2 0,1-1-4 0,2 2-5 15,3 0 0-15,1 0-6 0,3-5-11 0,4 5-27 16,2-2-26-16,0-5-32 0,5 2-47 0,3-3-30 15,4 1-47-15,3-3-123 0,1-1-360 0,5-1 160 16</inkml:trace>
  <inkml:trace contextRef="#ctx0" brushRef="#br0" timeOffset="123963.73">22671 14082 172 0,'-5'-2'200'0,"-4"-1"-8"0,0 2-10 15,9 1-12-15,-22 9-6 0,6-1-14 16,2 1-10-16,1 4-3 0,1 0-6 0,2 0-17 16,0 1-8-16,3 3-13 0,4-3-12 0,-1 2-3 15,4 1-8-15,1-5-4 0,0 2-12 0,4-4-11 16,3 4-20-16,1-4-33 0,3 3-30 0,-2-4-32 16,6-2-43-16,0 0-35 0,-2-4-38 0,0 1-111 15,2-1-323-15,-3-3 143 0</inkml:trace>
  <inkml:trace contextRef="#ctx0" brushRef="#br0" timeOffset="124183.15">22911 13891 222 0,'0'0'216'16,"2"-9"-25"-16,-2 9-12 0,0 0 1 0,0 0-8 15,0 0 1-15,0 0 0 0,-6 42-8 0,3-23-16 16,0 5-8-16,-3 1-5 0,1 1-13 0,2 0-15 15,-2-1-5-15,2 1-9 0,2 0-13 0,-2 1-5 16,3-3-9-16,2-6-9 0,-4 0-24 0,4-2-24 16,-1 0-29-16,-1-3-28 0,-1-2-21 0,2 1-38 15,-1-2-53-15,-1-4-27 0,1-6-33 0,-5 12-123 16,5-12-369-16,-9 7 163 0</inkml:trace>
  <inkml:trace contextRef="#ctx0" brushRef="#br0" timeOffset="124461.65">22826 14163 68 0,'0'0'138'0,"11"-10"-7"0,-3 7-2 16,-2 2-2-16,2 1-28 0,-8 0 10 0,14 3-1 15,-8 0-6-15,2 0-3 0,1 3-5 0,0 0-7 16,-3 0-5-16,3 1-3 0,-1-1-3 0,1 1-5 16,0-1-2-16,0-1-4 0,1 0-3 0,-1 0-1 15,0 0-3-15,0-3-2 0,-3 0 1 0,2-2 6 16,-8 0-3-16,13 0 5 0,-13 0 0 0,12-4-5 15,-6 1-8-15,-1 0-5 0,-1-4 0 0,-1 2-5 16,2-1-3-16,-1-3-3 0,0-3-2 0,-3 2-7 16,-1 0-4-16,2 0-10 0,-5-7-9 0,2 8-10 15,-1 0-14-15,-1 1-16 0,-2 2-27 0,0 1-20 16,5 5-17-16,0 0-21 0,-19 0-26 0,9 5-12 16,1 2-8-16,0 3-11 0,-1 2-93 0,0 2-293 15,1 0 129-15</inkml:trace>
  <inkml:trace contextRef="#ctx0" brushRef="#br0" timeOffset="124735.4">23035 14282 4 0,'12'-3'142'0,"0"0"5"0,1-3-4 0,1 2 1 15,0-3-9-15,3-2-6 0,-3 0-10 0,1-1 2 16,-1 0 0-16,-4 0-1 0,-2 0-3 0,3-5-8 16,-2 1-8-16,-2-1-8 0,2 1-2 0,-4-3 1 15,-1 0-2-15,0 6-5 0,-1-1-3 0,-2 1-8 16,0 0-7-16,0 2-4 0,1 3 4 0,-2 6-12 15,1-12-2-15,-1 12-11 0,2-7-7 0,-2 7-4 16,3-6-2-16,-3 6-5 0,0 0 1 0,14 1-5 16,-14-1-2-16,17 9-7 0,-10-3 4 0,2 4-7 15,-1-1 3-15,2 5-2 0,-1 0-1 0,-5-2-1 16,2 3 0-16,-1 1 1 0,-2-3 0 0,-1-2 0 16,0 5 1-16,-2-3-4 0,-2-1-2 0,2 0-19 15,-1 0-32-15,-5-2-38 0,5 1-53 0,-2-2-63 16,1 1-201-16,-1-3-436 0,3-7 194 15</inkml:trace>
  <inkml:trace contextRef="#ctx0" brushRef="#br0" timeOffset="126153.45">23930 13994 175 0,'-7'-5'224'15,"4"1"-15"-15,3 4-18 0,-14 0-18 0,3 2-5 16,1 6-17-16,-5 2 0 0,1 6-12 0,-7 0-13 15,1 8-10-15,8-8-14 0,-4 6-12 0,8-5-8 16,0 2-5-16,4-1-11 0,3 1-3 0,0-2-4 16,2-1-5-16,6 0-7 0,3 0-3 0,1 0-24 15,2-3 3-15,1-2-4 0,2-2-4 0,1-1-1 16,0-1-4-16,1-3-6 0,0-1-3 0,-4-2-11 16,-1-1 1-16,6 0-5 0,-1-2-4 0,0-2 4 15,-2-1-1-15,1-3 7 0,-3 0-1 0,1-1-1 16,-2-2 3-16,2-1-1 0,-7-1 1 0,2-3 0 15,0 0 2-15,-1-1-1 0,-2 1 3 0,2-3-3 16,-3 2 7-16,1 1 7 0,-5 5 6 0,2 1 3 16,-1 1 7-16,-1 1-3 0,-1 3-1 0,-1 5-6 15,0 0-1-15,0 0-3 0,0 0 0 0,0 0-4 16,0 0 3-16,-11 23 2 0,4-7 1 0,1 2-1 16,-2-2-6-16,3 4 5 0,-1-2-3 0,3-1 0 15,1 0-3-15,2-2 4 0,0-3 1 0,2 1-2 16,1-5 3-16,1 4-1 0,1-4 4 0,1 1-5 15,3-3 4-15,-1 1-3 0,1-3-1 0,2-3 4 16,-2 0-3-16,0-2 0 0,4-1 1 0,-4-2-2 16,1 0-1-16,0-1-1 0,-1-2 0 0,-1-2-2 15,0 2 2-15,0-5-4 0,2-1 6 0,-1-1-2 16,-2-3-1-16,-3-1-1 0,2 1-2 0,-2 1 2 16,1-2-4-16,0 1 0 0,-2 6 4 0,1 0-2 15,-2 1 3-15,0 3 3 0,-1 0-1 0,-1 7-7 16,2-9 1-16,-2 9 0 0,0 0 10 0,0 0 2 15,0 0-2-15,-7 25-1 0,0-11 1 0,1 0 1 16,1 1 1-16,-3 1-7 0,4-1 3 0,-2 0 0 16,2 1 0-16,3-3 0 0,-2-2 7 0,5 2 0 15,-1-2 0-15,2-2 4 0,0 2 0 0,2-2 2 16,2 0 4-16,0-4 2 0,2 0-2 0,5 2-1 16,-6-4-2-16,4 0-2 0,0-2 0 0,0 0-4 15,1-2 3-15,-3 0-2 0,1-2-3 0,1 0-3 16,-2-4 4-16,0 1-4 0,2-1-2 0,-3-2-1 15,0-1 1-15,2-5-7 0,-4-1 3 0,-2 1-7 16,0-4-9-16,-2 0-1 0,-1-6-1 0,-1 7 1 16,-2-1 0-16,0 0 1 0,0 1 3 0,-2 2-1 15,-2 5 2-15,0 0-5 0,1 0 2 0,0 1 2 16,-2 6 2-16,2-2-6 0,0 0 14 0,4 6-11 16,-5-7-1-16,5 7-3 0,-5-4 3 0,5 4 1 15,0 0 1-15,0 0-3 0,0 0 3 0,0 0 1 0,0 0 0 16,7 19 4-16,1-12-1 0,3-4 1 15,0 2 1-15,3 0 6 0,-4-1 4 0,2 0-15 16,-1-1 4-16,-3-1-1 0,2 2-2 0,-2-1-2 16,-2 0 2-16,-6-3 8 0,10 6-7 0,-2-2-4 15,-5-1 3-15,-3-3 3 0,3 12-3 0,-1-6 0 0,0 3 1 16,-2-1 0-16,0 2 0 0,-2 0 1 16,-1 1 2-16,3-1-3 0,-2-1 5 0,0 3-2 15,1-2-2-15,1 2 1 0,-3-4 3 0,3 4-1 16,3-4 2-16,0-2-1 0,2 3-3 0,1-3 4 15,-2 1 5-15,1-2-7 0,1-1 7 0,3 2-5 16,1-3 1-16,2-1 0 0,-1 0 3 0,1-1-1 16,-2-1 0-16,2 0-2 0,-2 0 2 0,-2-1 0 15,-1-2 0-15,3-3-1 0,-2 2 0 0,1-2-1 16,1-3-1-16,-6 2 2 0,3-3-1 0,-2-1 2 0,-3-1 4 16,2-1-10-16,1 1-2 0,-3-2 4 0,-1-4-4 15,0 7-3-15,-1-6 5 0,-1 6 0 0,0 1-4 16,1 0 4-16,0 10-3 0,0-12 1 15,0 12 3-15,-2-7-3 0,2 7 0 0,0-10-4 16,0 10 2-16,0 0-2 0,8-4 1 0,-8 4 1 0,18 1 0 16,-9 2 0-16,1 3-4 0,1-1 3 15,1 1 1-15,-2 1 1 0,-3 1 1 0,-1 2-2 0,0-1-1 16,0 1-2-16,-1-2 3 0,-2 4 1 16,2-1-1-16,-3 0 3 0,0-1-1 0,0-1-1 15,0 1 4-15,-1 1-1 0,4-2 0 0,-3-1 0 16,4-2 5-16,-1 1-4 0,2-2 3 0,2-1 2 0,2-1-4 15,-2 3 1-15,5-5 0 0,-1 0 5 0,-2-2-4 16,2 0 0-16,-1-2 1 0,2-2-1 0,-1 1 0 16,-2 0 0-16,-1-2 2 0,1-2-1 15,-2 0 1-15,-3 0-1 0,-1-2-1 0,1-2-1 16,-4 0 5-16,0 1-3 0,0-2-1 0,-4 1-3 0,1 1 4 16,0 1 1-16,-1 1 0 0,-2 0-1 0,1 5 2 15,-1-3-8-15,-2 3 1 0,6 4 2 0,-18 0-1 16,6 4-2-16,-2 0 9 0,-1 5-5 15,-1 2-11-15,3 0-22 0,1 0-26 0,0 4-28 16,3-1-35-16,3 1-32 0,1-3-36 0,1 0-35 0,4 1-174 16,-1-1-431-16,2 1 191 0</inkml:trace>
  <inkml:trace contextRef="#ctx0" brushRef="#br0" timeOffset="126365.65">25138 14244 134 0,'5'-12'181'0,"1"-1"-3"15,2-2-10-15,-2-1-3 0,3 0-6 0,4-1-11 16,0 3-1-16,-2 3-4 0,1-1-8 16,2 3-2-16,-3 1-12 0,0 5-5 0,0-2-12 15,3 3-8-15,-3 2-10 0,-2 3-11 0,2 1-7 16,0 2-7-16,-1 1-7 0,-5 0-6 0,7 5-5 0,-5-2-2 16,1 3-2-16,-2-2-5 0,-2 1-6 0,-3 0-13 15,0 1-27-15,-1-3-23 0,1 2-34 0,-1 0-46 16,1-2-73-16,-1-1-196 0,-2-3-415 15,2-6 183-15</inkml:trace>
  <inkml:trace contextRef="#ctx0" brushRef="#br0" timeOffset="126599.7">25650 13932 30 0,'1'-9'257'0,"2"-1"-18"0,-2 6-23 15,-1 4-24-15,4-7-15 0,-4 7-7 0,0 0 3 16,0 0-8-16,0 0 7 0,-5 35-7 16,1-17-9-16,2 3-3 0,-2 4-14 0,2 0-15 15,-4 0-11-15,2 0-12 0,-1-2-10 0,1-2-5 16,2 3-12-16,0-6-14 0,0-1-27 0,0 2-36 0,1-3-31 16,-1-1-34-16,0-3-33 0,2 1-54 0,-5-3-42 15,3-4-48-15,-3 3-136 0,1-4-412 0,-3-1 182 16</inkml:trace>
  <inkml:trace contextRef="#ctx0" brushRef="#br0" timeOffset="126751.57">25448 14134 94 0,'9'-8'165'0,"-4"5"-22"15,3 1-11-15,2-1-15 0,5 0-11 0,3 2-7 16,13 1-21-16,6 0-23 0,14 1-51 0,3 0-48 15,3 4-51-15,-3 1-48 0,1 1-154 0,-3 0 68 0</inkml:trace>
  <inkml:trace contextRef="#ctx0" brushRef="#br0" timeOffset="128055.74">21669 14767 142 0,'1'-12'232'0,"-1"5"-15"0,0 7-17 0,0-13-29 16,0 13-8-16,0 0-18 0,0 0 0 0,0 0-10 15,0 0-3-15,-19 31-9 0,13-14-7 0,-1 2-16 0,1 6-4 16,1 1-10-16,4 0-3 0,-1-7-10 0,4-1-4 16,-1 1-13-16,3-1 4 0,2-2-4 15,3-1-4-15,1-1-4 0,-2-4 0 0,6 0 2 16,-4-1 4-16,2-4-3 0,1-1 2 0,-1 0 3 16,2-3-7-16,-2 1 1 0,1-2-7 0,-2-2 1 15,1-1-2-15,-1-1-7 0,-2 0-5 0,0-3 0 16,0 1-4-16,-3 0 1 0,1-2 3 0,-3-3-16 15,2 1 0-15,-1-2 3 0,0-3-2 0,2 0-5 16,-2-2 0-16,-3 6 2 0,0-2-3 0,-1 5-3 16,0 3-3-16,-1 5-5 0,3-9 2 0,-3 9-5 15,0 0 4-15,0 0-1 0,0 0-2 0,0 0 0 16,12 16 0-16,-8-8 3 0,1 2 0 0,-1-1-1 16,1 2 3-16,3-1-3 0,2 3 2 0,-2-4 3 15,7 1-1-15,-2 0 2 0,6-3-2 0,-1 0 0 16,-1-2 4-16,2-2-7 0,-4 1-12 0,-1-5-4 15,0 1-4-15,-1-3-10 0,1-1-3 0,-5-3-5 16,-1 2 7-16,1-5-8 0,-2 1 1 0,-2-2 2 0,-2-1 0 16,0-5-1-16,-3-1 4 0,-3 1 1 15,0-2 2-15,0 2 7 0,-1 1 1 0,-1-1 3 16,0 6 2-16,1 0 10 0,0 1-5 0,1 5 4 16,1-3-2-16,-1 2-1 0,3 6 1 0,-4-8 0 15,4 8 8-15,0 0-5 0,4-12 0 0,-4 12-1 16,8-1 4-16,0 0-1 0,3 0 2 0,2-1 0 15,6 2 0-15,-1-1 0 0,2-3 0 0,1 0-1 16,-6 0 7-16,-1 1 1 0,-1 0-1 0,-3-1 0 16,2 0 1-16,-2-1 0 0,1-2-1 0,-3 0 3 15,1-1 1-15,-1 2 7 0,-1-4-5 0,0 0-1 16,-3 1 5-16,-1 0 1 0,-3 9 0 0,6-16-1 16,-5 10 5-16,-1 6-2 0,2-12-1 0,-2 12-5 15,0 0-5-15,3-5 0 0,-3 5 2 0,0 0-5 16,0 0 1-16,0 0 1 0,-6 37-1 0,3-19-1 15,-1 8-1-15,3-2 0 0,-3 1 2 0,1 1 0 16,2 0-4-16,0 0 0 0,0-7 6 0,1 7-4 16,1-7 0-16,-1-3-2 0,1-4 4 0,-1 0 0 15,0-2 1-15,1-4-2 0,1 2 4 0,-2-8-3 16,1 10-1-16,-1-10 5 0,1 7-5 0,-1-7 6 16,0 0-3-16,7 3 2 0,-7-3-5 0,0 0-2 15,0 0-3-15,20-11 1 0,-15 6 2 0,3 2-4 16,0 1 2-16,0-1-5 0,-1 2 3 0,-7 1-2 15,14 1 2-15,-3 1 0 0,0 1 3 0,-1-2-4 16,0 3 1-16,0 2 3 0,1-3-3 0,1 2 0 16,-1-1 4-16,1-2 1 0,-1 2 0 0,-1-3 0 15,3-1 5-15,-2 2-2 0,-3-4 7 0,2-1 0 16,-1-1 1-16,1 0 3 0,-2-3 1 0,-2 3-4 16,1-4 1-16,0-2 3 0,-3 1 2 0,0-1-4 15,1 0 0-15,-2-2-4 0,-2 1 5 0,0-1-1 16,-1 2 5-16,0-2-4 0,-1 3 1 0,1 9 3 15,-1-14-6-15,1 14 0 0,-3-10-4 0,3 10-3 16,-5-5-5-16,5 5 2 0,0 0 1 0,-17 10-12 16,6 0-29-16,-2 2-27 0,2 3-36 0,-2 1-52 15,3-1-43-15,2 0-55 0,-1 1-158 0,4-1-443 16,1-4 196-16</inkml:trace>
  <inkml:trace contextRef="#ctx0" brushRef="#br0" timeOffset="128252.92">22907 14893 161 0,'12'-13'199'0,"-3"5"5"16,-2 3-8-16,1-1-13 0,1 2-19 0,1 0-10 0,-2 4-14 16,-8 0-10-16,14 1-12 0,-6 2-8 0,1 3-13 15,-4-2-4-15,3 4-14 0,-3 2-8 0,1-1-30 16,-1 2-39-16,0-1-50 0,-1 0-49 0,0 0-48 15,-1 0-164-15,-2 0-335 0,-1-10 148 0</inkml:trace>
  <inkml:trace contextRef="#ctx0" brushRef="#br0" timeOffset="128694.11">23456 14737 35 0,'0'-16'289'0,"-2"6"-5"0,2 10-8 0,0-17-14 16,0 17-38-16,2-11-17 0,-2 11-31 0,0 0-12 15,0 0-14-15,0 0-7 0,3 32-5 0,-4-13-7 16,1 9-6-16,-2 1-13 0,0 0-13 0,1 0-5 16,-3 2-10-16,2 0-8 0,1-2-4 0,-1-5-10 15,2 1-3-15,-1-6-7 0,1-2-3 0,1-4-5 16,-1-1-2-16,-1-3-7 0,1-2 1 0,-1 0-5 0,1-7 4 15,0 12 3-15,0-12 12 0,0 0 5 0,0 9 6 16,0-9-10-16,0 0-6 0,0 0-4 16,0 0-4-16,0 0-8 0,0 0-3 0,0 0-5 15,7-21-12-15,2 12-2 0,3-1-5 0,2-3 0 16,0 4-4-16,5-2-2 0,-2 3 2 0,2 0 0 16,-2 1-3-16,2 6-2 0,-7-1 1 0,2 2-4 0,-2 3-3 15,2 2 4-15,-8 0 3 0,0 2-4 0,0 0 4 16,-3 3 1-16,-2-1-4 0,-1 1 9 15,-4-1-3-15,-1 4 3 0,0-2-4 0,-4 0 7 16,-4 2-7-16,-1-3 5 0,0 0-2 0,0 0 4 16,-3-1-2-16,0-2-13 0,1-2-20 0,1 1-27 15,1-2-28-15,3-1-28 0,1 1-24 0,10-4-41 0,-14 1-51 16,9-2-49-16,5 1-192 0,0 0-509 16,0 0 226-16</inkml:trace>
  <inkml:trace contextRef="#ctx0" brushRef="#br0" timeOffset="129465.78">23907 14936 244 0,'0'-7'241'15,"0"0"-12"-15,0 7-12 0,-10-15-5 0,3 11-4 16,-2 2-9-16,-1 2-7 0,-2 4-13 0,-1-2-3 16,-4 7-15-16,-1-2-15 0,-4 7-9 0,9-3-10 15,2 1-15-15,0 0-11 0,2-1-11 0,2-1-10 16,3 1-9-16,2 0-1 0,2 0-6 0,2-1-8 15,3 1-1-15,2-2-6 0,2-2-8 0,2 2-1 16,5-4-2-16,-2 0-3 0,-3-2-2 0,2 0-5 16,6-2-6-16,-4-1 1 0,1-1 3 0,-2-1-4 15,-3 0-6-15,1-3-3 0,2 1 1 0,-5-2-1 16,0-3-1-16,1 2 5 0,-2-2-1 0,-2 0-3 16,-2-1-5-16,0 0 2 0,-2-1-1 0,2 1-2 15,-1 1 0-15,-2 3-3 0,0-1 16 0,-1 7-2 16,0-10-4-16,0 10-4 0,0 0-5 0,0 0 1 15,0 0-1-15,0 0 5 0,0 0-6 0,-18 17 0 16,15-8 6-16,-1-2-6 0,0 3-2 0,1 0 8 16,2-2-4-16,1 0-3 0,-1 1-2 0,3-1 5 15,1 0 0-15,1 0-3 0,2-3-1 0,2 2 3 16,2-1 0-16,1-3 5 0,5-2 0 0,2 2 0 16,3-4-3-16,1-1-4 0,-1 0 6 0,-1-2-5 15,-2 0 5-15,0 1-4 0,0-4-4 0,-3 0 3 16,2-2-6-16,-7 2-2 0,3-4-2 0,-2-2-1 15,-2 1 2-15,0-3-2 0,-3 2-3 0,1-4 2 16,-6 0 0-16,2 1-4 0,-3 4 9 0,1 0-2 16,0 1-3-16,-1 0 2 0,0 5 4 0,0 6-7 15,-1-11 0-15,1 11-3 0,0 0 0 0,0 0 4 16,0 0-2-16,0 0 0 0,0 0 1 0,-12 25-1 16,7-9 5-16,3 0-3 0,-1 1 4 0,1 2-1 15,-1 1 0-15,2-5 2 0,0 2 0 0,-2-1 0 16,0 0 3-16,2-3-4 0,-1-3-1 0,0 3 0 15,1-3 6-15,-3-1-2 0,4-2-1 0,0-7-2 16,-1 12-1-16,1-12-6 0,0 9-3 0,0-9-4 16,0 0 0-16,0 8-5 0,0-8 1 0,0 0-10 15,10 0-2-15,-10 0 1 0,16-4-3 0,-4 0 4 16,-1-3-4-16,5 0 2 0,-2-2 5 0,4-1 1 16,-4 0 1-16,3-3 4 0,-2 0 0 0,0 0 5 15,-3-2 1-15,0-1 2 0,1 1 1 0,-2 0 2 16,-1 1 11-16,-1 0-9 0,-4 3 12 0,-2 2 0 15,-1-1 0-15,-1 3 4 0,-1 7 2 0,-1-13 4 16,1 13 0-16,-5-10 0 0,5 10-2 0,-10-2 5 16,10 2 1-16,0 0-1 0,-22 10 2 0,14-2-2 15,0-1-4-15,0 4-3 0,2 0 0 16,-1-1 2-16,1 1-3 0,3 1-9 0,1-1-41 0,0 3-39 16,2-1-46-16,0-3-56 0,4 1-52 0,1-3-235 15,-1 0-510-15,3 2 226 0</inkml:trace>
  <inkml:trace contextRef="#ctx0" brushRef="#br0" timeOffset="129931.59">24711 15199 75 0,'12'-5'221'0,"1"-1"-5"0,5-1 1 0,-2-1 4 0,-1 0 8 16,-5 0-12-16,0 1-3 0,0-3 1 0,3-2-22 15,-6 2-15-15,5-1-5 0,-1-3-10 0,-1-2-4 16,-1 1-19-16,0-3-13 0,0 0-5 15,-2 0-17-15,2-6 1 0,-2 6-7 0,-3-1-14 16,1 2 6-16,0 3-4 0,-3 3 6 0,0 1-5 0,-1 3 0 16,-1 7-19-16,2-11-5 0,-2 11-13 0,0 0 1 15,0 0-21-15,0 0 5 0,0 0 0 0,0 0-5 16,-11 31-11-16,6-16 5 0,0 0-4 16,1 1-4-16,1-4 2 0,1 4-15 0,3-1 10 15,3 1 12-15,0-6-9 0,2 2-10 0,2-2 6 0,5-1 1 16,2 0-1-16,-3-5 3 0,5 2-3 0,1-4-8 15,1 0 6-15,-1-2-5 0,2-1 1 16,-7-2-6-16,1 3 8 0,-1-4 9 0,1 1-14 16,-3-3-9-16,0 0 10 0,1-1-3 0,-3 0 4 15,-2-1 1-15,1 1-1 0,-2-3-4 0,2 0-1 16,-3 2 2-16,-1-1 1 0,0 0 12 0,0 0-9 0,-1 5-2 16,-3 4-13-16,3-8 3 0,-3 8-3 0,0 0-3 15,0 0 7-15,0 0-5 0,0 0 6 0,0 0-7 16,0 0 3-16,-8 28 7 0,6-19-2 0,-3 8-2 15,1-3-1-15,-4 0 2 0,3 0-2 16,0-2-1-16,0-1 12 0,2 2-15 0,2-1-28 16,-1-2-30-16,0 0-39 0,0-1-33 0,-1 0-36 0,-1 1-41 15,2-1-66-15,-1-3-49 0,3-6-204 16,-14 11-578-16,6-7 256 0</inkml:trace>
  <inkml:trace contextRef="#ctx0" brushRef="#br0" timeOffset="130098.9">24927 14868 2055 0,'-11'-17'39'0,"4"2"-19"0,-3 0-9 16,1 5-9-16,1 1 4 0,1 1 1 0,4 3-19 16,3 5-18-16,-8-8-5 0,8 8-31 0,0 0-43 15,0 0-51-15,0 0-128 0,0 0-312 0,0 0 138 16</inkml:trace>
  <inkml:trace contextRef="#ctx0" brushRef="#br0" timeOffset="130471.74">25596 14890 76 0,'-2'-4'261'0,"2"4"-18"0,-9-6-20 0,9 6-12 15,-12 0-14-15,12 0-9 0,-11 8-14 0,5 0-12 16,-1 1-2-16,-2 4-20 0,0 4-8 0,5-3-5 16,-3 0-19-16,5-2-16 0,-5 5-4 15,6-2-6-15,2-3-10 0,1 0-4 0,3 0-3 0,-1-2-5 16,1-1 4-16,4 1-15 0,3-3-5 0,2 0-2 16,-3 0-5-16,2-3-1 0,4 0-2 0,1-1-4 15,-5-2-1-15,4-2-3 0,0-1-1 0,1-2 3 16,-5 0-9-16,4-2 3 0,-5 1-6 0,2-5 0 15,-1-1 2-15,0-1-1 0,-5 2 1 0,1-5-1 16,-3-1-3-16,0-1-3 0,-4-2-1 0,-2 1 3 16,-2-1-4-16,-4 1 0 0,0 2-3 0,-3 0-2 15,-2 0 0-15,-3 7-2 0,1-2 0 0,-5 5 4 16,2 1-11-16,-2 2-10 0,-4 3-24 0,4 1-23 16,-2 3-22-16,1 0-31 0,2 1-32 15,2 4-55-15,7-2-40 0,-1 3-208 0,5-1-486 0,4-9 215 16</inkml:trace>
  <inkml:trace contextRef="#ctx0" brushRef="#br0" timeOffset="130749.82">26046 14735 247 0,'4'-12'264'0,"0"0"-12"15,-1 3 7-15,-1 1-5 0,-2 8-4 0,4-14-18 16,-4 14-24-16,2-7-28 0,-2 7-19 0,0 0-12 15,0 0-1-15,0 0-4 0,-2 25-3 0,-2 0-6 16,-1 2 0-16,1 2-10 0,-2 3-5 0,-2 2-2 16,4 0-14-16,-3-1-7 0,1 2-5 0,1-2-11 15,1-1-1-15,4 0-12 0,-5-3-7 0,0 2-10 16,3-4 0-16,-2 1-9 0,4-3 3 0,-4-1-10 16,3 2-1-16,-1-8-16 0,2 1-28 0,0-3-34 15,-2 1-33-15,2-5-32 0,-2 0-36 0,2-1-31 16,-2-1-35-16,2-10-36 0,-5 13-31 0,4-7-236 15,1-6-558-15,-6 7 247 0</inkml:trace>
  <inkml:trace contextRef="#ctx0" brushRef="#br0" timeOffset="131185.78">26102 14953 107 0,'9'-8'209'0,"4"3"-11"16,-1 0-5-16,-1 2-2 0,2 3-13 15,-2 2-5-15,2 0-12 0,-1 2-14 0,1 3-9 0,-4 0-11 16,-1 1-7-16,-2 0-8 0,1 2-10 0,-3 2-12 16,0-1-5-16,-4 2-9 0,-4 0-6 15,0-4-5-15,-1 3-7 0,-6 1-9 0,0-1-12 16,2-3-5-16,0-2-10 0,-3 3-4 0,4-4 0 16,1-2-2-16,0 0-9 0,0-2 1 0,1 0-4 15,6-2 1-15,-9 7-2 0,9-7 1 0,-5 2-2 0,5-2-1 16,0 0 0-16,0 0-2 0,0 0-3 0,0 0 6 15,0 0-2-15,27-3 1 0,-16 0 1 16,7-1 2-16,0 1-5 0,-2-1 8 0,4 0-6 16,1-4-4-16,-4 0 3 0,4 2 3 0,-1-2-4 15,-2 0 6-15,0-1-6 0,-3-1 3 0,-1 0 1 0,-1 0 5 16,1-3-2-16,-9 3 5 0,5-5-2 16,-5 2 2-16,-3 0 4 0,0 4 5 0,1-1 7 0,-6-1-4 15,3 11-1-15,-6-15 1 0,3 11-3 16,-3 0-2-16,-3 3-3 0,9 1-1 0,-18 4 0 15,7-2 3-15,-5 6 0 0,1 2 2 0,5-1-2 16,-3 3 1-16,0 0-3 0,3 1-3 0,1 0 0 0,1 1-7 16,3-2-24-16,0 1-20 0,5-2-32 15,0 1-37-15,0 0-47 0,5-2-55 0,0 0-47 0,-1-1-140 16,0 1-428-16,5-2 190 0</inkml:trace>
  <inkml:trace contextRef="#ctx0" brushRef="#br0" timeOffset="131562.64">26580 15019 33 0,'0'0'213'16,"4"-4"-12"-16,-4 4-10 0,0 0 4 0,0 0-9 16,0 0-10-16,0 0-9 0,5 16-7 0,-5-16-10 0,-2 13-10 15,2-3-7-15,0-2-6 0,0 0-10 16,0-1-6-16,0-7-15 0,0 13-9 0,0-6-7 15,0-7-7-15,0 8 0 0,0-8 0 0,0 0 16 16,0 0-7-16,0 10 13 0,0-10-3 0,0 0-3 16,0 0-7-16,0 0-13 0,0 0-3 0,0 0-7 15,0 0 0-15,14-22-11 0,-8 13-3 0,-2 0-3 16,5-2-15-16,1-2 3 0,3 0-2 0,-2 1-2 16,5-1-5-16,-3-1-1 0,3 4-3 0,3 0-2 15,-6 0 9-15,2 2-11 0,-5 4-6 0,-2-2-3 16,1 4-2-16,-1 1 1 0,-8 1 1 0,10 3 11 15,-10-3-2-15,9 9-8 0,-5 0 3 0,-1-1-2 16,0 1 2-16,-1 2-2 0,-2-1-9 0,0 1 10 16,-2 2-1-16,-1-1 3 0,2-1-19 0,-1 1-33 15,0 1-54-15,0-3-49 0,-2 3-57 0,4-3-77 16,-2 0-261-16,2-10-584 0,-3 12 258 0</inkml:trace>
  <inkml:trace contextRef="#ctx0" brushRef="#br0" timeOffset="131722.84">26993 15131 180 0,'3'-4'256'0,"-3"4"-17"0,0 0-26 16,2-8-13-16,-2 8-22 0,0 0-17 0,0 0-19 16,0 0-32-16,-7-11-41 0,7 11-48 0,0 0-50 15,0 0-68-15,-9-3-178 0,9 3-295 0,0 0 130 16</inkml:trace>
  <inkml:trace contextRef="#ctx0" brushRef="#br0" timeOffset="136453.87">12065 15551 45 0,'0'-10'170'0,"0"10"-11"15,0 0-19-15,0 0-15 0,0 0-13 0,0 0 1 0,0 0-6 16,-22 14 1-16,12 0 1 0,-8 6 11 16,0 4 1-16,-3 0-14 0,-1 5-3 0,1-2-8 0,0 1-12 15,-5-1-4-15,-5 9-9 0,6-9-4 0,3 0-8 16,0-3-5-16,1 0-5 0,6-2-4 15,-6-2-4-15,3 0-2 0,5-6-5 0,-3 0 0 16,2 2-3-16,0-4 3 0,-2 2 7 0,2-3-9 0,1-1 0 16,1-1-2-16,0 0 0 0,2-2-1 0,1-2 4 15,-3-3-4-15,1 0-2 0,1-3 7 0,-2-2-5 16,2 0 0-16,-1-2 1 0,2-2-7 16,-2 0-2-16,2-2 0 0,0-3-1 0,2 1-2 15,1-4-1-15,-1-2-4 0,6 0 0 0,-3-1-7 16,4-1 4-16,4 1 0 0,-2-2 1 0,6-4-6 15,-5 7-2-15,3-2 3 0,-1 3 0 0,6-1-2 16,-3 0-3-16,0 3 2 0,3 5-4 0,2-4 2 16,0 3-5-16,2 3 5 0,-3 1-4 0,2 2 0 15,3 1 1-15,2 4 1 0,-6 1 0 0,-1 2 0 16,1 1-1-16,3 2 1 0,0 0 1 0,0 4-5 16,-1 0 1-16,1 1 2 0,-3 1 2 0,-1 1-4 15,1 1 5-15,-2 2 2 0,1-3 3 0,-3 1-2 16,-1-1 3-16,2 3-1 0,-5-3-1 0,1-2 2 0,0-1 0 15,-2 1-1-15,3 3-1 0,0-1 1 16,-2-2 2-16,0-2-4 0,1 0 4 0,-2-1-5 16,1 0 0-16,0 0 2 0,-1 1 0 0,1-1-1 15,1-1-2-15,-4-2-13 0,5 2-20 0,-1-1-25 16,-1 0-34-16,0 0-24 0,2-1-59 0,3-2-39 16,0 0-198-16,-2 1-445 0,7-1 197 0</inkml:trace>
  <inkml:trace contextRef="#ctx0" brushRef="#br0" timeOffset="136634.41">12479 15937 14 0,'0'0'173'0,"0"0"-16"0,10-5-18 0,-10 5-11 15,0 0-18-15,0 0-12 0,13-4-8 16,-13 4-9-16,0 0-6 0,19 4-33 0,-19-4-37 0,14 5-31 15,-5-3-42-15,-1 2-27 0,-8-4-60 0,13 8-165 16,-13-8 73-16</inkml:trace>
  <inkml:trace contextRef="#ctx0" brushRef="#br0" timeOffset="136783.6">12437 16079 160 0,'0'0'158'0,"-9"4"-6"16,9-4-11-16,0 0-8 0,-9 5-5 0,9-5-8 15,0 0-8-15,0 0-15 0,27 11-4 0,-7-11-12 0,-2 0-27 16,13-1-39-16,8 3-35 0,-1-3-51 16,18 4-44-16,-2-5-92 0,2 1-224 0,4-4 101 15</inkml:trace>
  <inkml:trace contextRef="#ctx0" brushRef="#br0" timeOffset="137213.76">13800 15905 63 0,'-9'-6'202'0,"-2"1"0"0,-2-3-11 0,2 3-2 15,-5 0-9-15,0 1-12 0,-4 2-6 0,7 1-11 16,-4 1-12-16,-3 2-10 0,5 2-9 0,-2-2-8 16,0 7-7-16,-3 1-9 0,9 0-5 0,-3 2-9 15,3 1-4-15,0 0-6 0,-1 2-3 0,5 2-6 16,-3-1-6-16,7-4-5 0,0 6-9 0,-1 0 3 15,6 0-5-15,-4-6-3 0,2 4-4 16,4 0-3-16,2-2-4 0,2 0-1 0,1-1 1 0,-2-3-5 16,7 2 0-16,-1-2 4 0,-1-4-8 0,5 2 1 15,1-3-4-15,0-1 3 0,0-3-4 0,0 1 3 16,0-5-4-16,2 1 2 0,0-4-5 0,9-1 0 16,-10 0 0-16,7-6 1 0,-8 5-3 0,5-7 1 15,-5 4-2-15,2-9 3 0,2 3-1 0,-7-3-1 16,-3 4-4-16,-1-6 5 0,-3 6-4 15,-1-4 1-15,-3 1-4 0,-4 1 3 0,0 0-2 0,-2 1 0 16,-5 0 0-16,0 5-3 0,-4-2-2 0,-2 3 2 16,-3 0-3-16,-2 4 6 0,0 3-4 0,-3-2-3 15,4 5 3-15,-4 2-3 0,1 2-4 0,4 2-16 16,-2 1-21-16,5-1-20 0,4 4-31 16,-1-1-37-16,2 3-47 0,1-2-49 0,5 4-209 15,2-13-474-15,2 24 210 0</inkml:trace>
  <inkml:trace contextRef="#ctx0" brushRef="#br0" timeOffset="137402.54">14222 16005 94 0,'0'0'229'16,"3"-7"-3"-16,-3 7-9 0,0 0-17 0,0 0-15 15,0 0-12-15,0 0-16 0,0 0-17 0,-14-13-16 16,14 13-12-16,0 0-12 0,0 0-11 0,0 0-11 15,0 0-17-15,0 0-28 0,0 0-31 0,0 0-32 16,0 0-35-16,0 0-60 0,-7 33-44 0,7-33-137 16,0 0-330-16,10 15 146 0</inkml:trace>
  <inkml:trace contextRef="#ctx0" brushRef="#br0" timeOffset="138000.74">14773 15834 81 0,'0'0'183'0,"0"0"-8"0,-9-15 2 0,9 15-6 0,-9-11-7 16,4 7-12-16,-2 0-11 0,-2 2-15 15,1-3-13-15,-4 4-3 0,-3-1-11 0,-3 5-5 16,0-1-5-16,0 3-10 0,-5-1-6 0,3 3-6 16,-7 4-2-16,9-1-6 0,-5 5-5 0,5-4-5 15,3 2-4-15,-1 0-2 0,3 1-8 0,2 0-1 16,4 0-2-16,0-5-6 0,2 3 0 0,2-2-3 16,2 0-1-16,1-10-3 0,4 17 0 0,-3-11-2 15,7 3 2-15,-3-3-2 0,6-2-3 0,0 2 1 16,0-1 1-16,1-3-6 0,1-2 2 0,6-2-1 15,-6 0-2-15,0 2 2 0,0-3-4 0,0-3 2 16,-1 1-1-16,-1 0 0 0,2-4 0 0,-3 2-4 16,-1-1 2-16,0-1-1 0,-4-1 3 0,3 1-4 15,-3-3 2-15,0 3-1 0,-1-2-3 0,-1 1 5 16,1-1-4-16,-1 1 5 0,0 1 0 0,-2 0 5 16,1 3 6-16,-2 6 3 0,4-10-1 15,-4 10-1-15,2-9-3 0,-2 9-5 0,0 0-1 16,0 0-1-16,0 0 2 0,0 0 0 0,0 0-4 0,0 0 4 15,0 0 2-15,0 30-5 0,1-18-1 0,-1 1 9 16,-1 3 2-16,-1 1 10 0,0 1-5 0,2-4-2 16,0 5-2-16,0-2-2 0,-2 1 6 15,2-2-2-15,-2 1 1 0,2 2 0 0,0 0-3 16,0-2-4-16,0 2-1 0,-1-3-1 0,1 1-1 16,0-2 0-16,-2 1-4 0,2-5 1 0,-1 1-4 15,0-1 1-15,-1 0-34 0,0-1-12 0,2 0-16 16,0 0-16-16,-2-1-27 0,0-3-33 0,2-6-46 0,-4 14-51 15,2-9-216-15,2-5-480 0,-8 8 213 16</inkml:trace>
  <inkml:trace contextRef="#ctx0" brushRef="#br0" timeOffset="138520.72">15262 15949 172 0,'-7'-14'215'0,"3"8"-14"0,4 6-20 0,-9-11-11 0,2 8-21 16,7 3-17-16,-17-9-7 0,5 8-13 0,-2 1-14 16,-3 3-5-16,0 2-10 0,1 0-7 0,0 4-5 15,2-1-9-15,-2 4-9 0,3-3 1 0,3 3-7 16,-1 1-4-16,3-4-5 0,3 1-6 0,-2 2-1 15,4-2-3-15,2-2 0 0,-3 2-5 0,4-10-1 16,1 17-3-16,-1-17-4 0,6 10 3 16,1-5 1-16,-7-5-1 0,12 8-6 0,-5-7 2 15,-7-1-1-15,20 0-1 0,-20 0 2 0,21-5 0 16,-11 1-4-16,0-1 0 0,3 0-1 0,-3-1-2 0,0 0 1 16,1 0-2-16,-2-1-2 0,0-2 2 0,-2-1 1 15,1 1-5-15,0 2 6 0,-2-2-3 16,-1 1 5-16,1 2-3 0,-6 6 2 0,8-11 5 15,-8 11 3-15,7-9 8 0,-7 9-9 0,3-5-2 16,-3 5-6-16,0 0-3 0,0 0 0 0,0 0 7 16,0 0 0-16,0 0 5 0,0 0 2 0,0 0 5 15,3 26 4-15,-5-14 9 0,0 0-1 0,-2 5 1 16,-1-1 0-16,0 0-3 0,-1 2 1 0,-1 0-3 16,2-2-2-16,-1 1-2 0,-3-1 0 0,4 1 0 15,-2-1-3-15,3-4-8 0,-1 2 0 0,1 0-1 16,1-4-4-16,1 3-3 0,1-4-27 0,2 2-22 15,-1-11-27-15,-5 19-27 0,5-8-38 0,0-11-49 16,0 13-49-16,0-13-192 0,0 0-456 0,4 14 202 16</inkml:trace>
  <inkml:trace contextRef="#ctx0" brushRef="#br0" timeOffset="138933.6">15877 15931 46 0,'1'-11'234'0,"-1"11"-17"0,0 0-16 16,0 0-16-16,-12-9-13 0,12 9-13 16,-12 1-8-16,12-1-11 0,-18 6-4 0,8 2-9 15,-4 1-9-15,0 5-3 0,-6 3-2 0,5-4-8 16,-5 5-5-16,5 3-9 0,-3-1-6 0,2 1-3 15,-2 1-4-15,6-1-8 0,0-4-5 0,3 0-10 16,2-1-3-16,-3 1-6 0,6-3-5 0,0-1-1 16,2-1-5-16,1-1-6 0,1 0 2 0,3-1-2 15,-1 1-2-15,2-4-2 0,1-2-4 0,4 2 4 16,0-2-6-16,-2-3-3 0,5 2 2 0,0-2-7 16,-1-4 4-16,2 2-1 0,0-4 0 0,0 2-6 15,-1-3 7-15,0-1-9 0,-1 1 5 0,0 0 6 16,-2-1-7-16,-2-4-4 0,0 2 2 0,-4-2-2 15,0-1 0-15,-3 0-3 0,0 11 0 0,-6-18-6 16,0 11 6-16,-4-1-5 0,-1 3 1 0,-7-1-2 16,0 4-16-16,-2 0-21 0,-10-1-22 0,2 3-25 15,-4 5-34-15,-1 1-43 0,1 1-75 0,-4 3-214 16,0-2-490-16,0-1 217 0</inkml:trace>
  <inkml:trace contextRef="#ctx0" brushRef="#br0" timeOffset="140520.5">9331 15379 191 0,'-1'-7'200'0,"1"7"-22"0,-2-9-18 0,2 9-16 0,0 0-1 16,0 0 1-16,0 0 8 0,-6 29-2 15,3-1-5-15,-2 3-6 0,0 1-9 0,-6 15-4 16,1-1-6-16,-3 0 18 0,6-11-21 0,-9 11 8 16,6-12-12-16,0-2-8 0,-3-2-7 0,2-2-9 15,0-2-9-15,4-8-10 0,0-3-3 0,0-1-4 16,0-2-6-16,3-4-1 0,2-2 8 0,-3 0 17 16,1-1 3-16,4-5 0 0,-4 4-9 0,4-4-4 15,0 0-6-15,0 0-9 0,0 0-10 0,0 0 0 16,0 0-3-16,3-23-7 0,4 16-23 0,3-2 10 15,2-4 0-15,4 0 4 0,0 2-5 0,2 0 2 0,6-2-3 16,-3 6-12-16,-2 3 1 0,0-1-4 16,1 2-11-16,-1 2 19 0,-1 2-6 0,2-1-3 15,-4 4 3-15,3 1-7 0,-1 2 2 0,1-2-2 16,1 2-2-16,-1-1 1 0,1 1 1 0,-1-1 1 16,1 0 12-16,-3-4-8 0,2 4-6 0,-6-5 5 15,3 0 0-15,-5-1-13 0,7-4 21 0,-9 3-8 16,3 0-1-16,-5-3 7 0,5-2-16 0,-5-1 13 15,1-1-5-15,0 1 3 0,-3-2-2 0,0 0 7 16,-1-2-1-16,-2 0-1 0,0-1-1 0,-2-3-5 16,-3 2-4-16,-1-2 1 0,0 0 4 0,-1 4-6 15,-1 0 4-15,0 1-7 0,0-1 6 0,-1 3 2 16,-1 1-14-16,-1 3 0 0,1 2 9 0,8 2-7 16,-21 6-2-16,10 0 5 0,1 1-19 0,-4 6 21 15,3 0 2-15,3 4-6 0,-1 0 3 0,4 0-3 16,1 0-24-16,3-1-27 0,1 1-24 0,1 2-25 15,3-3-29-15,4 0-38 0,0-1-42 0,3-2-40 16,2-3-55-16,1 0-171 0,-3-4-524 0,6-1 232 16</inkml:trace>
  <inkml:trace contextRef="#ctx0" brushRef="#br0" timeOffset="140753.07">10009 15579 228 0,'1'-7'262'16,"2"-2"-18"-16,-2 4-21 0,-1 5-28 0,0 0-10 16,0 0-4-16,0 0 4 0,0 0 15 0,-4 28-1 15,0-3-2-15,2 0-18 0,-3 5-16 0,-2-2-10 16,2 3-12-16,1 0-8 0,0-4-19 0,3 3-5 16,-1-3-13-16,-1-1-10 0,2 2-10 0,-1-4-4 15,0-1-16-15,2-3-17 0,1-5-41 0,-2 2-32 16,0-4-40-16,1-1-29 0,-2-3-43 0,2-9-52 15,0 17-53-15,-3-9-234 0,3-8-526 0,-11 7 234 16</inkml:trace>
  <inkml:trace contextRef="#ctx0" brushRef="#br0" timeOffset="140907.29">9870 15885 180 0,'10'0'205'0,"4"0"-5"0,4 0-15 15,1 0-18-15,15 0-21 0,1 4-12 0,2-2-20 16,13 1-41-16,-11-2-63 0,15-1-70 0,-3 1-74 16,-16-1-70-16,-1 0-220 0,2 1 98 15</inkml:trace>
  <inkml:trace contextRef="#ctx0" brushRef="#br0" timeOffset="142994.22">18031 15958 143 0,'-5'-2'155'0,"5"2"-7"0,0 0-20 0,0 0-1 16,0 0-11-16,0 0 4 0,0 0-19 0,0 0-8 15,0 0-3-15,22-7-8 0,-9 6-4 0,8 1-1 16,6-1-7-16,4 1-8 0,0-2-5 16,0 1-7-16,-1 1-1 0,4 1-7 0,-6 1-6 0,-7-1-11 15,8 0-19-15,-9 0-30 0,-1 3-30 0,-2-2-29 16,-4 0-35-16,-3 1-33 0,0 1-87 15,-4-2-258-15,0 1 115 0</inkml:trace>
  <inkml:trace contextRef="#ctx0" brushRef="#br0" timeOffset="143505.41">18319 15951 87 0,'0'0'173'0,"0"0"-20"0,0 0-14 15,-6-2-7-15,6 2 5 0,0 0 7 0,0 0-11 16,1 16 6-16,0-5-17 0,2 2-10 0,-2 3-2 16,-1 3-11-16,3 7-4 0,-4 0-6 0,1-2-8 15,-2 2-7-15,2 1-3 0,-2-9-7 0,0 1-32 16,1-1-1-16,1 0-3 0,0-1-1 0,0 1-2 16,-1 0-4-16,1-2-2 0,1 1-2 0,-1-3 2 15,0-2-2-15,1 4 6 0,-1-4-11 0,-1 5 1 16,0-6-2-16,1 0 3 0,-1 1-2 0,-3-2-2 15,1 1-1-15,1-2-3 0,-1-3 2 0,2 3 1 16,-3 0-3-16,3-3-1 0,1-6 3 0,-3 9-2 16,3-9 5-16,-2 8-6 0,2-8 2 0,0 0 0 15,-3 7 0-15,3-7 2 0,0 0-1 0,0 0-3 16,-10 0-1-16,10 0 1 0,0 0-1 0,-9-10 3 16,9 10-3-16,-12-12-3 0,5 5 2 0,-1 1-1 15,2-1-1-15,1 1 2 0,-2 2-3 0,0-1 0 16,-1-1 0-16,2 3 0 0,-1-2 1 0,2 1 1 15,-3 0-2-15,8 4-2 0,-9-3-2 16,9 3 3-16,-7-4-7 0,7 4 3 0,0 0-1 16,-7-6-2-16,7 6 6 0,0 0 1 0,0 0-4 0,0 0 2 15,0 0 3-15,0 0-1 0,0 0-1 16,18 16 5-16,-6-12 0 0,-1 0-3 0,2-1 0 16,9 1 3-16,-2-3-4 0,10 2 1 0,-1-2 3 15,0 5 2-15,-2-3-7 0,1-3-15 0,-1 1-23 16,-5 1-28-16,1 0-14 0,-4-1-26 0,2-1-39 15,-1 0-21-15,-1 0-24 0,-1-1-105 0,-5 0-322 0,1-2 142 16</inkml:trace>
  <inkml:trace contextRef="#ctx0" brushRef="#br0" timeOffset="143771.49">18843 16311 115 0,'0'0'189'0,"-11"-3"-5"0,11 3-8 0,-14-3-10 16,14 3-7-16,-23 4-8 0,13 0-5 0,-7 4-13 16,3 0-9-16,-1 4-7 0,1-2-9 0,-1 4-3 15,3 0-6-15,-6 5-12 0,6-5-1 16,6 1-10-16,-1-1-5 0,4-1-8 0,0 3-5 16,-1-5-3-16,4 1-5 0,4 0-4 0,0-2-6 15,0 1-1-15,3-2-5 0,3 1 0 0,0-2-6 0,2 2 1 16,6-2-7-16,0 0-7 0,9 0-25 0,-5-2-32 15,3 3-37-15,1-5-26 0,1 2-34 0,-6-2-30 16,6 0-40-16,-5-2-133 0,-3-2-371 16,3-2 164-16</inkml:trace>
  <inkml:trace contextRef="#ctx0" brushRef="#br0" timeOffset="143977.81">19222 16373 42 0,'-5'-9'250'0,"5"9"-5"0,-4-7-16 0,4 7-12 16,0 0-21-16,0 0-18 0,7-16-17 0,1 12-17 15,3-2-14-15,2 2-11 0,8-1-17 0,-3 2-4 16,2 0-13-16,10 0-8 0,-11 2-10 0,1 2-22 16,2-1-31-16,-4 3-32 0,-5-1-32 0,-2 0-43 15,-11-2-46-15,24 5-35 0,-15-3-148 0,-9-2-347 16,12 8 154-16</inkml:trace>
  <inkml:trace contextRef="#ctx0" brushRef="#br0" timeOffset="144152.01">19188 16502 130 0,'-6'1'207'0,"6"-1"-8"15,-5 2-10-15,5-2-9 0,0 0-10 16,0 0-15-16,0 0-15 0,38-4-15 0,-16 2-11 15,6 0-14-15,0 1-10 0,3 0-42 0,2 0-34 16,2 1-40-16,2 0-55 0,-2 0-54 0,1 1-136 16,-2-1-291-16,-2 1 129 0</inkml:trace>
  <inkml:trace contextRef="#ctx0" brushRef="#br0" timeOffset="146247.76">20510 15886 33 0,'-4'-6'147'0,"4"6"-7"0,-5-5-18 0,5 5 3 15,-9-4-4-15,9 4-10 0,-10-2-4 0,10 2-5 0,-9-4-1 16,9 4 0-16,-7-3-5 0,7 3-3 0,0 0-9 16,0 0 0-16,-8-3-11 0,8 3-7 0,0 0-8 15,0 0 1-15,0 0-7 0,0 0-2 0,29-3-1 16,-7 3-7-16,8-2-1 0,6 2-7 16,1 0-2-16,4-1-3 0,10 0-6 0,-11 1 0 15,-2 0 0-15,12 0-2 0,-12 0-10 0,-6 1-28 16,0-1-29-16,-4 1-36 0,-8-1-40 0,-5 0-37 0,-4 2-146 15,-3 1-330-15,-8-3 146 0</inkml:trace>
  <inkml:trace contextRef="#ctx0" brushRef="#br0" timeOffset="146742.07">20792 15843 127 0,'0'0'196'0,"0"0"-10"0,0 0-8 0,-2-7-17 16,2 7-18-16,0 0-10 0,0 0-16 0,0 0-5 16,0 0-1-16,0 0-4 0,0 0-12 0,-4 23-2 15,3-13-2-15,-1 1-4 0,1 5-7 0,-2-3-10 16,2 2-2-16,-1 0-5 0,-2 2-4 0,0-1-2 16,2 2-7-16,-1-3-5 0,2 1-5 0,1 2-1 15,-2-6-2-15,2 0-4 0,0 0-3 0,0 1-3 16,0-2-2-16,0-2-5 0,0 1 0 0,2-1-1 15,-4-1-4-15,4 1-1 0,-2-1 1 0,0-8-1 16,0 13-1-16,0-6-2 0,0-7-1 0,0 8 1 16,0-8-1-16,0 0-1 0,-3 9-2 0,3-9-3 15,0 0-3-15,0 0-6 0,-2 7-4 0,2-7-7 16,-9 1-3-16,9-1-2 0,-13-1 1 0,13 1-2 16,-18-6-3-16,8 5 1 0,-1-2 0 15,0-2 4-15,1 1-4 0,-2 0 6 0,1 1 2 0,-1-1 3 16,1 0-2-16,-1 2 4 0,2 0 2 15,10 2 1-15,-14-4-4 0,14 4 1 0,-13-2 0 0,13 2 0 16,0 0-1-16,-11-1 1 0,11 1 8 0,0 0-8 16,0 0 5-16,0 0 2 0,0 0-1 0,0 0 3 15,0 0 2-15,0 0 1 0,20 14 3 0,-7-12-3 16,1 2 2-16,5-3 3 0,9 0-4 16,-1-1-1-16,1 2-1 0,2-2 1 0,-2 0-6 15,-1 2-20-15,-6-2-22 0,2 0-28 0,-1 0-34 16,0 0-33-16,5 0-31 0,-7 2-140 0,-7-2-340 15,5 1 151-15</inkml:trace>
  <inkml:trace contextRef="#ctx0" brushRef="#br0" timeOffset="147127.93">21346 16083 106 0,'-7'-17'188'0,"7"17"-9"0,0 0-14 0,-11-9-9 15,11 9-8-15,-21-3-9 0,9 3-4 0,12 0-9 16,-27 8-1-16,13-6-10 0,-2 6-5 16,1 3-4-16,0-1-10 0,5-1-5 0,-2 2-9 15,3-2-6-15,-1 5-4 0,3-3-7 0,2 0-2 16,1-2-7-16,3 1-6 0,1 2-5 0,0-12-3 16,4 22-4-16,0-13 2 0,2 1-5 0,2-1-4 0,2 1-8 15,0-2-21-15,1 1-26 0,1-2-19 0,0-1-22 16,1 1-26-16,-1-3-32 0,2 0-21 15,-1 0-39-15,0-3-156 0,1 2-367 0,-4-2 162 16</inkml:trace>
  <inkml:trace contextRef="#ctx0" brushRef="#br0" timeOffset="147444.51">21486 16181 116 0,'-1'-11'159'0,"1"11"-7"0,0 0-5 16,0 0-2-16,0 0-6 0,-18 2-11 0,18-2-6 15,-11 11-8-15,3-4 0 0,2 1-8 0,2 2-4 16,0-2-11-16,0 1-6 0,4 0-7 0,0 0-10 16,1 1-1-16,3-2-5 0,0 1-4 0,4-2-3 15,1 1-3-15,1-3 0 0,3 2-3 0,-1-1-8 16,4 0-1-16,2-3-2 0,-5 1 1 0,2-1 0 16,1-2-5-16,-2-1-1 0,-1 0 1 0,-1-4-6 15,-2 1 1-15,0-1-5 0,0-1 2 16,-2-2-5-16,0-1 1 0,-3-1-1 0,-1-1-6 0,2 1 4 15,-5-3-4-15,-1 1-3 0,-1-1 0 0,0-2 0 16,-4 4-6-16,0-4-2 0,-2 3 3 0,1 1-2 16,-3 0-4-16,-1 1-7 0,-1 4-12 15,1 0-21-15,-4 2-16 0,-1 3-21 0,-3 3-32 16,-1-1-42-16,2 3-43 0,-1 5-173 0,0 0-396 16,0 2 176-16</inkml:trace>
  <inkml:trace contextRef="#ctx0" brushRef="#br0" timeOffset="147846.34">20484 16534 146 0,'-10'0'200'0,"4"-2"-23"16,6 2-20-16,0 0-13 0,-13 2-11 0,13-2-8 15,0 0-9-15,0 0-2 0,50 9-4 0,-14-5-2 16,17-2-10-16,8 0-3 0,30 1-6 0,0 1-7 16,-26-4 0-16,28 4 4 0,-1-3-9 0,-26 1 1 15,27 0-3-15,-28 1-10 0,26-3-7 0,-28 1-3 16,-2 1-5-16,-5-2-3 0,-2 0-9 0,-17 2 2 15,-1-2-1-15,-4 0-5 0,-4 1 0 0,-10-2 1 16,-3 2 2-16,-3 0 3 0,-12-1 5 16,15-1 7-16,-15 1-1 0,10 0 3 0,-10 0-3 15,0 0-9-15,0 0-3 0,15 0-8 0,-15 0-1 0,0 0-8 16,0 0-19-16,2 4-21 0,-2-4-19 0,0 0-22 16,0 0-24-16,-25 12-51 0,16-6-49 15,-3-1-52-15,-3 1-188 0,-10 4-457 0,-1-1 202 16</inkml:trace>
  <inkml:trace contextRef="#ctx0" brushRef="#br0" timeOffset="148530.13">20610 16781 5 0,'0'0'226'16,"-3"-12"-10"-16,2 6-14 0,1 6-16 0,-4-9-6 16,4 9-8-16,-7-6-12 0,4 1-16 0,3 5-16 15,-12-3-10-15,12 3-9 0,-13-2-13 0,13 2-8 16,-20 3-6-16,8-1-4 0,-4 6-3 0,2-1-6 15,-3 0-6-15,7 1 2 0,-4 3-10 0,2 2 1 16,1 1-1-16,-2-1-3 0,3 0-3 0,1 1-6 16,0 2 1-16,1-3-2 0,3 4 0 0,3-2-8 15,0 0 1-15,1-2-4 0,2 1-4 0,1-1-1 16,3 0-1-16,0-4 31 0,-1 4-4 0,5-4 0 16,0-1-5-16,-2-1-7 0,5 2-4 0,-1-3 7 15,0-2-6-15,0-1 5 0,2 0-5 0,-3-2 1 16,3-1-1-16,-3-1 2 0,4-2-4 0,-1-1-3 15,-2-2-1-15,-1-1 1 0,1 0-10 0,-1 0 4 16,4-5-2-16,-5 0-3 0,-1 2 7 0,1-4-2 16,-2-1-5-16,-3 2-13 0,1-3 12 0,0 0-4 15,-2-3 1-15,1 4-8 0,-4-2 7 0,0 4-4 16,-3 2 1-16,2-1-4 0,-2 1 2 16,0-1-8-16,-1 4 1 0,-3 0 0 0,1-1-1 15,-3 2-3-15,4 1 0 0,-4 2 5 0,0-1-9 0,9 5-1 16,-18-3 4-16,18 3-8 0,-17 2-11 0,17-2-17 15,-19 3-17-15,13 1-25 0,-3 0-27 0,1 3-28 16,8-7-41-16,-10 19-55 0,5-9-58 16,2 1-202-16,2 2-532 0,1-13 236 0</inkml:trace>
  <inkml:trace contextRef="#ctx0" brushRef="#br0" timeOffset="148730.23">20781 17011 126 0,'6'-5'307'16,"-6"5"-9"-16,0 0-14 0,0 0-9 0,0 0-17 15,3-4-18-15,-3 4-24 0,0 0-28 0,0 0-12 16,0 0-29-16,0 0-11 0,0 0-24 0,0 0-44 16,5-4-50-16,-5 4-22 0,0 0-29 0,0 0-43 15,0 0-42-15,0 0-65 0,8 11-224 0,-8-11-438 16,0 0 193-16</inkml:trace>
  <inkml:trace contextRef="#ctx0" brushRef="#br0" timeOffset="149299.6">21134 16854 101 0,'0'0'212'0,"1"-9"-12"16,-1 9-4-16,0 0-11 0,0 0-4 0,0 0-3 15,-4-14-10-15,4 14-14 0,0 0-9 0,-8-9-12 16,8 9-9-16,0 0-7 0,-10-3-12 0,10 3-4 15,0 0-10-15,-16 1-6 0,16-1-5 0,-12 7-4 16,3-2-5-16,3 2-4 0,-1 2-5 0,1-3 0 16,-3 5-6-16,3-3-2 0,-1 0-7 0,2 3-1 15,-1 0-6-15,-1-3-5 0,4 2 0 16,1-2-7-16,-2 3-3 0,3-2-2 0,1 0-3 16,-1 0-1-16,2 1 0 0,0-3-3 0,1 2 3 0,0-2-1 15,3 1-3-15,0-1-3 0,2 0 1 0,-2-4-1 16,-1 2-1-16,2 0 1 0,2-2 2 0,-2 0-1 15,4 1-6-15,-3-1 5 0,5-4-5 0,-1 1-7 16,-1-2 14-16,1 0-7 0,0 0 3 0,-1-1-3 16,-1-4 3-16,-1 2-2 0,-1 0-2 15,0-3 3-15,1 1 2 0,0-2-4 0,-4 0 1 16,1-2-15-16,-1 0 11 0,-1-1 6 0,0 3-15 16,-3-3 23-16,3-3-7 0,-6 1-4 0,3-1 4 0,-1 3 3 15,-4 3-7-15,3-2 3 0,-2 2-2 0,4 9-2 16,-8-16 1-16,4 6 1 0,4 10-6 0,-8-10 5 15,8 10-7-15,-7-7-1 0,7 7 1 0,-9-4-14 16,9 4-14-16,-13 0-22 0,13 0-19 16,0 0-21-16,-17 5-25 0,17-5-39 0,-9 9-33 15,9-9-41-15,-1 15-240 0,1-15-505 0,0 0 225 16</inkml:trace>
  <inkml:trace contextRef="#ctx0" brushRef="#br0" timeOffset="149706.9">21493 16893 11 0,'0'0'266'0,"5"-6"-5"0,-5 6-5 0,0 0-9 16,0 0-7-16,0 0-19 0,1-11-14 0,-1 11-21 16,0 0-21-16,0 0-16 0,0 0-12 15,0 0-17-15,0 0-4 0,-22 11-8 0,13-4-9 0,2-4-11 16,-1 4-6-16,0 0-11 0,-1 3-3 0,2-2-6 15,3 1-7-15,-1-2-8 0,1 4 0 0,0-3-4 16,2-2-5-16,2 4 1 0,0-1-12 0,0-9 0 16,1 13-2-16,5-7-3 0,-2 1 1 15,-1 0-1-15,2-3 4 0,0 0-6 0,1 1 2 16,1-2-11-16,3-2 3 0,-1 1-2 0,-1 0-3 16,-8-2 3-16,23-2 1 0,-13 0-2 0,1 1-1 0,-11 1 2 15,20-8 0-15,-10 3-1 0,-1-1-4 16,-3-2 3-16,2-1 1 0,-2-1-5 0,0 1 5 15,-2-1-8-15,-1-4 4 0,1 0-2 0,-2 0 4 16,0 5-3-16,-4-4-2 0,0 1 1 0,-1-4-1 0,1 5-11 16,-1 2 10-16,-4-1-4 0,2 0 7 0,-2 3-10 15,-1-1-4-15,2 3-17 0,6 5-27 16,-13-6-26-16,13 6-32 0,0 0-29 0,-21 0-47 16,21 0-78-16,-13 9-236 0,13-9-539 0,-8 10 238 15</inkml:trace>
  <inkml:trace contextRef="#ctx0" brushRef="#br0" timeOffset="150261.87">21858 16824 73 0,'-4'-12'250'0,"4"12"-13"0,-1-11-1 16,1 11-5-16,0 0-13 0,-5-11-12 0,5 11-11 16,0 0-17-16,-2-9-12 0,2 9-18 15,0 0-14-15,0 0-22 0,0 0-8 0,0 0-15 0,0 0-6 16,0 0-18-16,0 0 13 0,0 0-4 16,0 0-7-16,-8 34-12 0,5-19 12 0,2-6-2 15,-3 8-3-15,3-5-6 0,-2 4-11 0,-1-5-5 16,3 3 3-16,-3-2-2 0,3 0-8 0,1 0 4 0,1-3-4 15,3 1-9-15,-4-10-3 0,4 16 2 16,-2-8 2-16,2-1-7 0,0 0 4 0,4-1-4 16,2 1 0-16,0-3 0 0,2-1-6 0,2 1 8 15,-1-1-7-15,1-2-1 0,-3-1 0 0,3-1-2 16,7-3 2-16,-3 1-19 0,-3-2 21 0,-1 1-3 16,-4-3-2-16,2 1 4 0,-1-2-3 0,2-1 2 15,-5-1 4-15,1 1 9 0,-3-1-5 0,0-3 5 16,1 3 11-16,-2 2 0 0,-5 8 14 0,9-17 14 15,-9 17 0-15,6-13 4 0,-6 13 6 0,3-8 0 16,-3 8-7-16,0 0-9 0,0 0-6 0,8-12-8 16,-8 12-22-16,0 0 10 0,0 0-2 0,0 0 7 15,0 0 4-15,0 0 1 0,-15 33-2 0,8-18-5 16,-3-2-8-16,3 4-13 0,-1-1 18 0,2 1-17 16,-2 1 7-16,5-1-3 0,0 0-1 0,-1 1-1 15,5-1-2-15,-4 0-15 0,1-2-30 0,2 1-35 16,2-4-53-16,-1 1-18 0,0 5-21 0,2-3-14 15,1 1-41-15,-1 0-46 0,0-5-75 0,-3 2-269 16,4-5-653-16,-4 2 289 0</inkml:trace>
  <inkml:trace contextRef="#ctx0" brushRef="#br0" timeOffset="150637.54">22533 16577 166 0,'0'0'245'0,"-8"-4"-20"0,8 4-13 0,0 0-20 16,0 0-18-16,0 0-14 0,0 0-17 0,21-13-18 15,-11 10-9-15,4 2-13 0,5-1-7 0,0 2-10 16,4-1-12-16,-2 2-27 0,-2 1-35 0,-1-1-39 15,-1 0-42-15,-6 2-57 0,-1-2-49 0,-10-1-122 16,0 0-321-16,11 8 142 0</inkml:trace>
  <inkml:trace contextRef="#ctx0" brushRef="#br0" timeOffset="150788.75">22530 16705 152 0,'0'0'184'0,"0"0"-8"0,0 0 1 0,0 0-13 15,0 0-15-15,0 0-13 0,24 8-14 0,-5-6-4 16,-3-1-18-16,3 2-24 0,9-3-48 16,-7 0-58-16,7 2-72 0,-7-2-140 0,0-2-262 15,12 0 116-15</inkml:trace>
  <inkml:trace contextRef="#ctx0" brushRef="#br0" timeOffset="151369.49">23201 16285 101 0,'-7'-2'234'0,"7"2"-9"0,0 0-14 16,0 0-24-16,0 0-14 0,0 0-15 0,0-10-11 16,0 10-18-16,11-6-9 0,2 1-8 0,0 1-9 15,5 0-4-15,1 1-6 0,-1-1 1 0,0 1-10 16,-6 2-5-16,6 1-7 0,-4 2-4 0,-1 1 3 15,0 3-2-15,-3-2-7 0,2 5 1 16,-6 1 0-16,0 2-8 0,-2 3-1 0,0 1-2 0,-3-5-2 16,-3 6 0-16,-3 1 2 0,0 0-4 15,-4 1-2-15,-1-1-6 0,-6 2 4 0,1-6-8 0,-6 4-5 16,-2-3-1-16,-1 0 0 0,6-5-5 0,-8 1-3 16,6-3-2-16,-7 3 0 0,11-6 0 15,-5 0-3-15,10-1-1 0,-3-1-1 0,5 0 2 16,2-1-2-16,0-1-4 0,7-1 5 0,-9 1 0 0,9-1 4 15,-8 3-8-15,8-3 7 0,0 0-4 0,0 0 0 16,0 0-1-16,0 0 3 0,0 0-6 16,0 0-4-16,0 0 1 0,0 0-3 0,0 0-4 15,0 0 4-15,28-9 2 0,-19 10-2 0,1-1 4 16,2 1-4-16,1 2 9 0,4 1-10 0,0-4-1 0,2 3 0 16,3 0-1-16,-1 1-6 0,0-1-27 0,6 1-27 15,-7-1-33-15,-2 1-35 0,1 1-35 0,0-2-39 16,-2 1-34-16,-5-2-32 0,-1 1-184 15,-3-2-486-15,-8-1 215 0</inkml:trace>
  <inkml:trace contextRef="#ctx0" brushRef="#br0" timeOffset="151783.74">23667 16357 226 0,'2'-10'242'0,"-2"10"-17"0,0 0-15 0,0 0-23 16,1-13-19-16,-1 13-15 0,0 0-21 0,0 0-9 16,0 0-11-16,0 0-6 0,0 0-8 0,0 0-6 15,0 0-12-15,0 0-2 0,0 0-7 0,0 0 1 16,0 0-6-16,5 30-1 0,-5-30-7 16,4 9-2-16,-4-9-7 0,7 11 2 0,-3-5-8 15,2 3 0-15,3-1-2 0,-4 1-2 0,3-1-6 16,2 1-1-16,0-1-3 0,-1 2 0 0,5 0-4 0,-6 1-7 15,2-3 3-15,-1 2-4 0,4 2 2 0,-6-2-7 16,1-1 2-16,1 1-1 0,-4-2-3 0,2 0-1 16,-4-1 2-16,3 2-3 0,-3-2 1 0,1-2-5 15,0 1 3-15,-2 0 1 0,-2-6 2 0,3 10 7 16,-3-10 3-16,0 0 7 0,0 14 0 16,0-14 5-16,0 0-2 0,-14 11 1 0,5-8-3 15,-4-1-5-15,1 0-5 0,0-1 1 0,-8-1-5 16,2 0 4-16,-3-1-1 0,2 0-6 0,0 0-3 15,-2-1-7-15,4-2-17 0,4 2-16 0,0-2-23 0,2 0-14 16,0-1-23-16,1 1-42 0,10 4-47 16,-17-12-46-16,12 6-234 0,0-5-497 0,5 11 221 15</inkml:trace>
  <inkml:trace contextRef="#ctx0" brushRef="#br0" timeOffset="151946.76">23759 16301 75 0,'12'-4'164'0,"5"-3"-6"16,2 3-18-16,0 2-16 0,1-2-12 0,8 3-10 15,-7 1-12-15,0 1-16 0,-2 0-38 0,1 1-37 16,-2-2-56-16,0 3-37 0,-5 0-61 0,-13-3-165 16,22 5 73-16</inkml:trace>
  <inkml:trace contextRef="#ctx0" brushRef="#br0" timeOffset="152342.47">24128 16433 24 0,'0'0'211'0,"0"0"-7"16,-4 10-11-16,4-10 0 0,-6 5-11 0,1 0-4 15,-1 0-9-15,0 3-12 0,-3-1-10 0,3 1-2 16,-1 1-8-16,0 0-6 0,-1 1-12 0,2-1-7 15,1 2-9-15,-1-1-7 0,4 2-11 16,0-3-7-16,2 1-7 0,0-1-2 0,4 1-8 0,0-2-4 16,0 1-6-16,1-2-6 0,4 1 0 0,0-2-7 15,3 1-4-15,4-1-4 0,-4-2 1 0,2-1 6 16,-1 1-12-16,-2-3 0 0,1 1 0 0,-4-2-4 16,4-2 3-16,-2 1-5 0,0-3 2 0,-1 0 0 15,2-2 1-15,-4-3-1 0,1 0 0 0,0-2-3 16,-1 1 1-16,1-5-4 0,-2-1 2 0,-2 0 0 15,-1-1-3-15,-2 1-2 0,-2-1-1 0,1 0-3 16,-4 0 1-16,0-1-5 0,-1 3 3 0,-5 0-3 16,1-1-1-16,-4 3 1 0,-2 3-4 0,-1 1 12 15,-1 2-10-15,0 0-5 0,-2 3-1 16,2 2-7-16,2 2-30 0,3 0-26 0,0 3-29 16,1 1-32-16,2 2-31 0,2-1-47 0,7-5-47 15,-7 17-195-15,7-17-485 0,0 17 215 0</inkml:trace>
  <inkml:trace contextRef="#ctx0" brushRef="#br0" timeOffset="153135.72">24597 16299 204 0,'0'0'208'0,"-8"-9"0"0,8 9-5 0,0 0-14 16,-6-7-8-16,6 7-20 0,0 0-14 0,0 0-12 15,0 0-17-15,12-13-11 0,-12 13-10 0,19-6-11 16,-2 3-10-16,1 0-5 0,3 1-9 0,2 0-4 15,-3 1-7-15,-1 1-3 0,4-2-6 0,4 0-3 16,-6 1-3-16,0 1-7 0,-1-1-3 0,-2-1-10 16,-5 1-7-16,-1 0-18 0,-12 1-21 0,22 0-18 15,-22 0-33-15,0 0-2 0,18-2-20 16,-18 2-21-16,0 0-15 0,0 0-10 0,0 0 8 16,0 0 1-16,0 0 13 0,0 0 5 0,0 0 10 15,0 0 13-15,0 0 15 0,0 0 5 0,0 0 13 0,0 0 5 16,-50-3 17-16,50 3 14 0,-14-4 26 15,14 4 0-15,-13-2 18 0,13 2 7 0,0 0 18 0,-14-3 14 16,14 3 7-16,0 0 10 0,0 0 11 16,-17-4 4-16,17 4-3 0,0 0-6 0,0 0-1 15,0 0-2-15,0 0-4 0,-11 2 9 0,11-2 8 16,-5 7-5-16,5-7-7 0,-8 13 5 0,5-6 10 16,1 5 6-16,-5-1 1 0,4 2-10 0,-4 1 4 15,4 2-11-15,-2 1-2 0,1-3 3 0,0 4-6 16,2-1-5-16,-1 0-2 0,1-1-8 0,2 1-3 15,-2 1-3-15,-1-3-6 0,6 2-1 0,-3-6-5 16,0 3-7-16,2-4 1 0,-2 1-5 0,2 1-4 16,-1-2 1-16,-1-1-5 0,1-2-3 0,-1-7-4 15,1 13 2-15,1-7-1 0,-2-6-4 0,0 0 1 16,1 13-3-16,-1-13 3 0,0 0-3 0,1 14-2 16,-1-14-2-16,0 0-4 0,-4 9-3 0,4-9-3 15,0 0-5-15,-12 3-4 0,12-3-7 0,-12 0 2 16,12 0-1-16,0 0-3 0,-23-3 4 15,23 3 4-15,-14-3 0 0,14 3 0 0,-13-3 5 0,13 3-2 16,-10-3 5-16,10 3-1 0,0 0-4 0,-11-4 3 16,11 4 3-16,0 0-1 0,-11-3 1 0,11 3 0 15,0 0 3-15,0 0 2 0,0 0-2 16,0 0 0-16,0 0 4 0,0 0 2 0,0 0-4 16,27-3 0-16,-14 0 4 0,4 3-4 0,2 0 3 15,-3 0-2-15,2 0 0 0,2 0 1 0,-1-1-5 0,2 0-11 16,0 2-24-16,-4-1-26 0,-2 1-34 15,-2-1-30-15,-2 0-41 0,-11 0-41 0,22-2-206 16,-22 2-450-16,16-2 200 0</inkml:trace>
  <inkml:trace contextRef="#ctx0" brushRef="#br0" timeOffset="153497.29">25247 16471 233 0,'0'-11'231'0,"0"11"-11"0,0 0-16 16,0 0-12-16,0 0-18 0,-5-13-15 0,5 13-15 16,0 0-5-16,-14 0-8 0,14 0 1 0,0 0 3 15,-25 11-8-15,16-7-6 0,-3 4 2 0,1-1-10 16,1 2 1-16,-2 1 2 0,1-3-6 0,2 3-4 15,0-1 0-15,0 0 6 0,2 0-23 0,-2 0-9 16,5-1-3-16,-4 2-5 0,4-2-10 0,0-2-6 16,4-6 1-16,-2 14-7 0,2-14-5 0,2 14-6 15,2-5-1-15,2-2 3 0,0 1-15 0,3-2 9 16,1 0-12-16,2 0-1 0,-2 0-20 16,2-2-17-16,1 0-23 0,-3-3-29 0,-1 2-26 15,1-2-34-15,0 2-27 0,-10-3-27 0,21 0-27 0,-11 0-15 16,-10 0-11-16,20-4-8 0,-10 1-171 0,-10 3-446 15,16-5 197-15</inkml:trace>
  <inkml:trace contextRef="#ctx0" brushRef="#br0" timeOffset="153833.96">25403 16570 45 0,'5'-4'177'0,"-5"4"6"16,0 0-1-16,0 0 2 0,0 0-10 0,4-8-4 15,-4 8-14-15,0 0-11 0,0 0-18 0,0 0 5 16,0 0-6-16,0 0-3 0,0 0 5 0,0 0-6 15,-21 19 2-15,15-12 1 0,-1-1-12 0,3 3-6 16,-3-2-8-16,3 2-4 0,-3-1-9 0,5 2-3 16,2-10-11-16,-2 15-6 0,4-4-4 0,-2-11-2 15,6 16-4-15,0-8-6 0,2-2-4 0,-2 2-6 16,1-3 2-16,3 0-3 0,-2 0-10 0,-1-1-1 16,-7-4-2-16,14 5 1 0,-14-5 1 0,13 1-3 15,-13-1-3-15,13 0-1 0,-13 0 0 0,17-7 10 16,-7 1-15-16,-5 0-4 0,5 0 6 0,-2-5-7 15,-3 4 1-15,1-3-3 0,-1 0 1 0,0-2-8 16,-1 2 11-16,-4-2-8 0,2-1 2 0,-2 13 0 16,-2-22-1-16,-2 12 1 0,1 0-5 0,1 1 3 15,-6 2-5-15,0 0-10 0,-1 0-20 0,-4 1-25 16,1 2-29-16,-1 0-44 0,-7 4-28 0,20 0-54 16,-30 1-65-16,10 6-224 0,0-1-540 15,2 2 239-15</inkml:trace>
  <inkml:trace contextRef="#ctx0" brushRef="#br0" timeOffset="154565.81">23315 17015 145 0,'-11'-2'171'15,"-3"0"-12"-15,1 0-6 0,-1 0-3 0,1 1-4 16,-1 1-1-16,1-1 2 0,0-1-1 0,2 2 1 15,4-1 0-15,7 1-1 0,-12 0-13 0,12 0-10 16,-12-2-4-16,12 2-12 0,0 0-4 0,-9 0-4 16,9 0-9-16,0 0 2 0,0 0-2 0,0 0-2 15,37 0-10-15,-7 0 25 0,6 2-2 16,21-4-5-16,4 5-4 0,29-4-7 0,2 1-9 16,-27 1 1-16,33 2-9 0,-2-2-11 0,3 3 0 0,-1 4-4 15,0-5-7-15,0-1-13 0,-4 4-1 0,-1-3 0 16,-28-1 0-16,29-1 1 0,-26-1-6 0,25 2-3 15,-31 1-1-15,4 0-11 0,-6-2 4 0,1 3-12 16,-7-2 10-16,1-5-3 0,-3 3 7 0,-13 3 0 16,0-6 4-16,-2 3 3 0,-6-1 7 0,3-1-2 15,0 2 10-15,-13 2 12 0,-2-2 9 16,-1-2-2-16,-7 1 8 0,1 0 1 0,-4-1 0 16,1 2 5-16,-9 0 2 0,13-2-6 0,-13 2 0 15,10-1-1-15,-10 1-6 0,6 0 0 0,-6 0 0 16,0 0-2-16,9-2-11 0,-9 2 0 0,0 0-7 0,0 0-3 15,0 0-4-15,0 0 1 0,0 0-11 16,0 0-8-16,0 0-19 0,0 0-14 0,0 0-25 16,0 0-21-16,0 0-25 0,0 0-41 0,0 0-45 15,0 0-51-15,0 0-46 0,0 0-61 0,-57 2-78 16,27-2-231-16,1-2-693 0,-2 1 307 0</inkml:trace>
  <inkml:trace contextRef="#ctx0" brushRef="#br0" timeOffset="200313.81">21353 3252 28 0,'-10'-3'39'15,"10"3"-5"-15,0 0 0 0,0 0-6 0,0 0-4 16,-5 13 2-16,5-13-3 0,0 0-2 0,6 23-4 15,0-12-3-15,-1 4 2 0,4 1-2 0,3 6-3 16,2 1 0-16,3-1 0 0,2 0-2 0,0 1 2 16,3 2-3-16,2 3-4 0,3-5 4 0,9 12 2 15,-12-10 4-15,8 11-10 0,-9-8 7 0,12 10-2 16,-5-2-3-16,0 1 2 0,2 0-5 0,-9-9 3 16,6 12-1-16,-3 3 4 0,1-3 4 0,-2 5-2 15,1 0 5-15,-6 3-3 0,4-1 2 0,-1 0-2 16,-3 0 8-16,-2 2-2 0,2 0-3 0,-2 0 3 15,1 1 1-15,1 2 0 0,0 3 10 0,-1 1-12 16,-2-1 3-16,3 1-11 0,7 20-3 0,-9-22 1 16,-1 0 3-16,3 1 1 0,-2 3 0 0,3-5 1 15,1 2 2-15,7 30-6 0,-8-34 4 0,1 6-6 16,7 21 4-16,-9-23-4 0,0 1 10 16,10 26 1-16,-12-27-4 0,-1 3-1 0,1-1-8 15,1-1 4-15,1 22 0 0,-4-25 5 0,-1 5-12 16,0-1 6-16,1 27 2 0,-5-27 3 0,6 23 0 15,-7-22-6-15,0 1-1 0,2 21-3 0,-5-25 5 0,5 3-8 16,2 21-1-16,-3-25 7 0,3 27-11 16,-3 4 17-16,-4-26-5 0,1 26 2 0,6-2-13 15,-5-24 15-15,0 25-5 0,-1-24-8 0,3 24 1 16,-5-3 6-16,1 0-7 0,-2 2 6 0,0-2 14 16,-1-23-17-16,6 30 2 0,-3-2 5 0,-4-26-11 15,5 25 10-15,1-1-2 0,-6-24-7 0,4 27 4 16,-2 3 1-16,-1-4 4 0,0-2 5 0,0 4-3 15,0-4-3-15,-3-3-5 0,-1 0 1 0,0-1-11 16,0 2 12-16,-3-22 7 0,-4 27-13 0,2-4 4 16,0-2 4-16,-4 1-7 0,1-24 2 0,-1 25-5 15,-3-26 7-15,-3 24 0 0,-5-1-3 0,7-24 3 16,-5 28 3-16,-5-4 1 0,5-23-6 0,-4 26 0 16,5-26-1-16,-5-1 8 0,3 1-5 0,-15 18-7 15,9-20 9-15,-16 16-11 0,13-20 4 0,-8 0 8 16,-13 16-5-16,12-21 1 0,-5-2 4 0,-1 0-6 15,-4-3 2-15,-1 1-4 0,-20 12 2 0,19-19 8 16,-4-1-7-16,1-1 0 0,-26 12-1 0,23-19-5 16,-2 1 6-16,-2-3-9 0,-27 9-8 0,26-16-20 15,-30 13-3-15,26-15-19 0,-25 8-13 0,28-8-16 16,-3 0-57-16,-30-4-157 0,31-5 71 0</inkml:trace>
  <inkml:trace contextRef="#ctx0" brushRef="#br0" timeOffset="201445.13">22973 3165 73 0,'0'0'124'0,"-8"-1"-9"0,8 1-6 0,0 0-4 16,-11 0-9-16,11 0 6 0,0 0-12 16,0 0-6-16,0 0 0 0,0 0-6 0,0 0 2 0,0 0-1 15,0 0-2-15,0 0-5 0,17-17-5 0,-1 11-5 16,0-3-3-16,5 0-4 0,2-5-5 0,1 2-3 15,-1-1-4-15,1 2-1 0,-2-3-6 0,-5 4 1 16,-6 5-3-16,4-5-5 0,-6 3 3 16,0-1-4-16,0-1-3 0,0 0 2 0,-2 3-7 15,-3 0 2-15,-1 0-1 0,2 0 8 0,-2 0-7 16,-3 6-1-16,1-11-1 0,-1 11-4 0,0 0-2 0,-7-11-4 16,2 9 0-16,5 2-1 0,-16-1-5 15,2 2 2-15,3 2-3 0,-8 3 1 0,0 4-3 16,2-2 1-16,-1 3 0 0,0 2-2 0,0 3 8 15,5-2-9-15,2 2 2 0,1 1 6 0,1 1-4 16,2-2 2-16,2 0-2 0,2 0 2 0,0 0 0 16,3 0-4-16,5 3 2 0,-2-8 0 0,5 2 0 15,4 2 0-15,2-3-25 0,1-2-31 0,9 4-32 16,1-3-35-16,1-1-47 0,-6-3-147 0,1-3-339 16,1 0 151-16</inkml:trace>
  <inkml:trace contextRef="#ctx0" brushRef="#br0" timeOffset="201780.75">23342 3061 26 0,'-3'-10'139'16,"3"10"-17"-16,0 0-10 0,0 0-9 0,0 0-9 16,0 0-3-16,0 0 9 0,9 31-2 0,-5-12-10 15,5 4-3-15,-4 2-12 0,2-1 1 0,-4-5-13 16,4 0-4-16,-2 0-2 0,1-1-6 0,1 0-6 15,-2-3-7-15,-3-5 5 0,2 0-8 0,0-1 1 16,-1-2-4-16,0-1 0 0,0-2 23 0,-3-4 26 16,4 6 17-16,-4-6 4 0,0 0-13 0,0 0-2 15,18-14-5-15,-12 3-10 0,3-2-9 16,0-4 1-16,1 1-6 0,4-9 0 0,-1 2-8 16,0 0 1-16,-2-6-6 0,3 4-5 0,-1-3-2 0,0-1-3 15,2 2-2-15,-2-1-8 0,4 1-4 0,-3 3-5 16,1 3-14-16,-3 5-10 0,-6 6-21 0,2 0-28 15,-2 4-37-15,0 1-31 0,-6 5-8 0,11-4-27 16,-11 4 1-16,0 0-12 0,14 17-16 16,-13-5-103-16,0 5-316 0,-3 1 140 0</inkml:trace>
  <inkml:trace contextRef="#ctx0" brushRef="#br0" timeOffset="202036">23704 3211 120 0,'21'-10'150'0,"-14"4"-4"0,-2-1-2 16,3 1-1-16,-2-5-11 0,2 5-8 0,-1-4-9 16,1-2 0-16,-3 3-1 0,0 0-8 0,-1 0-7 15,1-2-10-15,-2 0-3 0,-1-1 2 0,-2 5 2 16,1 0 3-16,-1 7-11 0,4-12 2 0,-5 5-7 16,1 7-8-16,0 0-16 0,-1-10-4 0,1 10-7 15,0 0-4-15,-19 7-5 0,7 6-3 0,-2-3-7 16,0 5 1-16,-1-1-3 0,2 3-4 0,3 0-3 15,-2-2-12-15,6 0-3 0,-1 1-10 0,5-3-24 16,-2 3-29-16,5-4-33 0,0 5-41 0,3-3-23 16,3-2-44-16,-3 0-112 0,7-2-344 0,-2-3 153 15</inkml:trace>
  <inkml:trace contextRef="#ctx0" brushRef="#br0" timeOffset="202241.71">23959 3197 22 0,'5'-12'197'0,"-1"3"-5"0,1-1-4 0,0 3-2 0,-1-3-8 16,-1 3-16-16,1 2-6 0,-1-2-23 0,1 2-13 15,-4 5-16-15,7-6-11 0,-7 6-11 0,9-3-9 16,-9 3-6-16,9 7-9 0,-3 2-1 0,0 1-2 16,-1 1-10-16,0 5-7 0,1 0-14 15,-1 3-23-15,-1-3-36 0,-2 2-25 0,2 0-52 16,2-1-33-16,-3-1-30 0,1 1-109 0,0-6-308 15,1 0 136-15</inkml:trace>
  <inkml:trace contextRef="#ctx0" brushRef="#br0" timeOffset="202461.55">24509 3123 47 0,'0'0'253'0,"0"-13"-1"0,0 13-9 0,-3-12-17 15,3 12-24-15,0-6-20 0,0 6-23 0,0 0-17 16,0 0-21-16,0 0-8 0,0 0-15 0,0 0-5 16,0 0-9-16,-1 24-5 0,1-12-8 0,-3 3-6 15,2-1-9-15,-3 2-2 0,3-1-6 0,-1 2-10 16,2 1-21-16,1-2-37 0,-2 0-37 0,1 0-38 16,1-3-46-16,-1-1-41 0,0 0-176 0,-1-1-389 15,1-11 172-15</inkml:trace>
  <inkml:trace contextRef="#ctx0" brushRef="#br0" timeOffset="202621.05">24516 2929 17 0,'2'-9'56'0,"-2"9"-31"16,0 0-17-16,0 0-16 0,0 0-9 0,0 0-17 15,0 0 7-15</inkml:trace>
  <inkml:trace contextRef="#ctx0" brushRef="#br0" timeOffset="202880.04">24866 2866 62 0,'0'0'225'0,"0"0"-11"0,-4-7-12 16,4 7-21-16,0 0-15 0,0 0-21 0,0 0-18 15,-4-6-12-15,4 6-11 0,0 0-2 0,-9 25 0 16,2-8-11-16,-4 7-10 0,1 3-2 0,2 5-9 16,-2 0-2-16,-1 0-9 0,2-2-6 0,3 3-1 15,0-1-3-15,0-4 4 0,0 2-12 0,2-2-3 16,3-2-1-16,-3 0-9 0,-1 0 2 0,4-7-1 16,0 0-3-16,-1 5-2 0,0-3-2 0,1-3-3 15,1-1-4-15,-2 1-12 0,2-6-11 0,-1 1-24 16,0-2-26-16,1-1-28 0,0-10-24 0,-3 15-43 15,3-15-26-15,-1 12-169 0,1-12-377 0,-5 5 167 16</inkml:trace>
  <inkml:trace contextRef="#ctx0" brushRef="#br0" timeOffset="203030.06">24707 3231 70 0,'0'0'148'0,"10"-1"-26"0,0 1-2 0,1 0-11 16,8-1-24-16,1 1-16 0,7-2-39 0,4 2-67 16,2-2-83-16,-4-2-129 0,8 2 57 0</inkml:trace>
  <inkml:trace contextRef="#ctx0" brushRef="#br0" timeOffset="204620.2">25665 2923 30 0,'0'0'186'0,"0"0"-20"15,0 0-13-15,0 0-13 0,0 0-13 0,25-6-5 16,-13 3-10-16,1 1-14 0,-1-1-10 0,8 0-8 16,0-1-13-16,2 3-5 0,-4-2-4 0,3 3-11 15,-4-3-12-15,-4 3-20 0,0-2-25 0,-5 1-21 16,2 0-19-16,-10 1-17 0,13-2-2 16,-9 1-10-16,-4 1-10 0,6-3-13 0,-6 3 8 0,0 0 9 15,0 0 11-15,0 0 12 0,0 0 3 0,-17-10 18 16,11 8 7-16,6 2 18 0,-14-4-6 0,9 1 22 15,5 3 20-15,-13-2 5 0,13 2 2 0,-10-2-3 16,10 2-4-16,0 0-1 0,-8 0 7 0,8 0 16 16,-5 11 14-16,4-6-2 0,0 5 3 15,-1 0-6-15,2 2-1 0,0 3 2 0,0-1-9 16,0 0-1-16,0 3 15 0,2 2-9 0,1-1 5 16,1-1-8-16,-4 2 0 0,4-1 2 0,-1 1-7 0,-2-2 0 15,2-1-4-15,-1-5-8 0,3 5 0 0,-2 0-1 16,-3-6-3-16,1 2 2 0,0-2-7 0,-2-1 3 15,1-2-1-15,0-7-4 0,-3 13 1 0,2-6-5 16,1-7 3-16,-5 10 1 0,0-6-3 16,5-4 0-16,-4 8-3 0,4-8 4 0,-6 4-6 15,6-4 2-15,0 0 0 0,-4 6-3 0,4-6 3 16,0 0 1-16,0 0-9 0,0 0 0 0,-7 3-3 16,7-3 1-16,0 0-6 0,0 0 3 0,0 0-3 0,0 0 3 15,17 3-10-15,-3-3-26 0,-1-3-12 0,6 3-30 16,-2-3-21-16,4 0-33 0,1-1-132 15,4 2-287-15,-7 0 128 0</inkml:trace>
  <inkml:trace contextRef="#ctx0" brushRef="#br0" timeOffset="204845.48">26155 3099 64 0,'-2'-4'178'0,"0"-2"-3"0,2 6-9 16,-4-7-15-16,4 7-14 0,0 0-14 0,0 0-14 15,0 0-18-15,0 0-7 0,0 0 3 0,0 0 0 16,-2 25-3-16,1-12-10 0,-1 4-2 0,2-1 0 16,0 4 1-16,-4-4-4 0,4 2-10 15,-2-1-4-15,-1 1-6 0,3 0-5 0,0-1-1 0,0 1-6 16,0-2 0-16,-3 0-7 0,1-2-14 0,4 1-28 16,-4-5-38-16,4 3-37 0,-2-4-34 0,0-1-45 15,2-1-139-15,-2-7-331 0,0 0 146 16</inkml:trace>
  <inkml:trace contextRef="#ctx0" brushRef="#br0" timeOffset="205199.18">26201 3085 70 0,'9'-5'113'15,"-9"5"6"-15,13-1 0 0,-13 1-1 0,14 5-4 16,-14-5-4-16,11 10-8 0,-2-6-4 0,-4 4-8 15,3 0-12-15,-3 2-4 0,1-1-6 0,-1 1-7 16,-3 0-7-16,1-1 0 0,-1 3-8 0,0-1-3 16,-2 1 1-16,0-3-12 0,-2 2-4 0,2-11 3 15,-2 16-7-15,2-16-6 0,-5 12-12 0,5-12-9 16,2 10 0-16,-2-10-4 0,1 11-8 0,-1-11 7 16,8 8 2-16,-3-3 3 0,1-2-3 0,1-1 4 15,2 2-8-15,2-1 2 0,-6 0 4 0,4-1 1 16,-2 2-4-16,-1-1-1 0,-6-3 3 0,7 7 13 15,-3-3 16-15,-2 1 9 0,-2-5 3 0,6 9 5 16,-6-9 1-16,-8 13 6 0,6-8-4 0,-2 1-3 16,-1 1-6-16,-1-1-3 0,1-3-5 0,-2 3 1 15,2-2-8-15,1 0-7 0,-5-1-14 0,9-3-27 16,0 0-30-16,-14 9-49 0,14-9-41 0,0 0-143 16,-10 0-316-16,10 0 140 0</inkml:trace>
  <inkml:trace contextRef="#ctx0" brushRef="#br0" timeOffset="205346.52">26587 3181 65 0,'7'-5'169'0,"2"3"-15"0,-3-2-12 16,1 2-14-16,-1-2-8 0,-6 4-18 0,14-2-14 0,-9-1-17 16,-5 3-35-16,11 0-38 0,-11 0-49 0,14 3-36 15,-10-1-70-15,2 0-168 0,-6-2 75 16</inkml:trace>
  <inkml:trace contextRef="#ctx0" brushRef="#br0" timeOffset="205468.48">26649 3255 124 0,'0'0'123'0,"12"5"-7"0,-12-5-16 0,11-1-12 16,-11 1-12-16,21-2-40 0,-8 0-40 0,1-1-42 15,5-1-57-15,-2-1-110 0,2-1 49 0</inkml:trace>
  <inkml:trace contextRef="#ctx0" brushRef="#br0" timeOffset="205771.73">26991 3120 99 0,'5'-6'191'0,"-5"6"-16"16,0 0-17-16,0 0-20 0,0 0-7 0,0 0-2 16,0 0-4-16,0 0 7 0,0 0-5 0,6 23-6 15,-7-17-14-15,-2 4-11 0,3 1-4 16,0-1-11-16,0-1-1 0,3 1-7 0,-2-1-6 0,4 1-5 15,1-2 0-15,-1-1 1 0,1-1 1 0,6-1 4 16,-1-2 2-16,3 1-5 0,1-3 2 0,-1 0-7 16,4-2-3-16,-4 0-5 0,-1-3 1 0,-2 0 2 15,1 1 0-15,-4-4 1 0,1-1 1 0,-2-1-4 16,-2-1-4-16,-1-1-4 0,-2 0 0 16,-4-5-8-16,2 3 1 0,-2-3 0 0,0 4-7 15,-3-3 2-15,0 0-5 0,-1 4-4 0,-1 3-5 0,3-2-2 16,-3 1-3-16,-3 3-10 0,0 5-14 0,10 1-21 15,-28 3-27-15,11 1-42 0,-1 5-46 0,1 1-69 16,0 2-74-16,1 0-164 0,3-1-490 16,7-2 217-16</inkml:trace>
  <inkml:trace contextRef="#ctx0" brushRef="#br0" timeOffset="206706.84">22884 3963 99 0,'0'0'200'0,"-1"-14"1"0,-3 8-15 15,-1 0-5-15,0 1-14 0,-2 1-16 0,0 1-10 16,-5-1-13-16,0 3-6 0,2 1-14 0,-8 3-6 16,0 2-6-16,0 4-8 0,0 0-6 0,-2 8-7 15,0 2-6-15,4 0-5 0,2-4-7 0,2 1-4 16,3 1-6-16,3 0-6 0,-2 0-3 0,4-2-6 15,2 1 0-15,2 1-5 0,0-7-1 0,4 2-4 16,1-1-1-16,1-1-4 0,2-1 1 0,-1-1 1 16,2 1-1-16,3-3-4 0,-2-3 0 0,3 1 0 15,1-4-2-15,-1 1 1 0,1-5-2 0,3-1-2 16,0-2-1-16,-1-2 0 0,-1-1-1 0,-2 1-2 16,-1-4 3-16,-1-2 7 0,-1 2-5 0,-2 1-6 15,-3-3 2-15,0-2 1 0,1 3 0 0,-3-1 6 16,1 4 2-16,1 1 5 0,-4 3 2 0,0 2-1 15,-1 5-1-15,2-10-6 0,-2 10-6 0,1-8-3 16,-1 8 0-16,0 0-3 0,0 0 0 0,0 0 1 16,10 23-1-16,-7-13 0 0,-1 7 4 0,2-2-5 15,4 3 7-15,-5 0-8 0,3-1-21 0,0 1-30 16,3 0-24-16,0-2-33 0,-1-2-35 0,2 0-48 16,4-2-31-16,-1 0-155 0,2-3-407 0,-3-3 180 15</inkml:trace>
  <inkml:trace contextRef="#ctx0" brushRef="#br0" timeOffset="206916.11">23443 3823 224 0,'1'-6'250'16,"-1"6"-30"-16,0-10-24 0,0 10-16 0,0 0-22 15,0 0-15-15,0 0-3 0,0 0-3 0,-6 39-9 16,2-20-5-16,-1 8-12 0,-2 4-10 0,4-5-9 15,-2 2-6-15,2 1-9 0,3 0-5 0,-3-1-5 16,2 0-32-16,2 0-26 0,-1-1-33 0,0-2-51 16,2-7-65-16,-1 0-57 0,-1 2-156 0,0-9-381 15,4 1 169-15</inkml:trace>
  <inkml:trace contextRef="#ctx0" brushRef="#br0" timeOffset="208075.77">23814 3939 196 0,'-11'-5'212'0,"1"5"-2"15,-3 0-12-15,-3 5-7 0,-2 2-10 16,0 4-5-16,-3 6-13 0,1 1-15 0,6-3-12 0,0 1-16 16,2 0-11-16,1 1-10 0,2-2-9 0,5 1-9 15,0 1-5-15,3-4-11 0,1-2-4 16,3 1-6-16,-1-2-4 0,1 2-4 0,3-4-4 15,3-3-6-15,0 2-6 0,0-4-3 0,-4 0-2 16,6-2 1-16,-11-1-7 0,18-2 1 0,-7-2-3 0,1-2-3 16,-5 0 1-16,2-1 1 0,0-1-1 15,-3-1-6-15,2-1 6 0,-4 1-4 0,1-2-2 16,-2 0-1-16,3 0 1 0,-4-1-2 0,1 2-5 16,1 1-1-16,-2 1 2 0,1 2-5 0,-3 6 1 15,2-9-8-15,-2 9 3 0,5-4-4 0,-5 4-1 16,0 0 1-16,0 0 2 0,0 0 3 0,0 0 1 0,7 19-2 15,-6-12 0-15,-1 0 0 0,1 1 1 16,3 1 1-16,-1 0-2 0,-1-1 3 0,2-2-1 16,0 1 4-16,0 0 2 0,1-2 1 0,0 0 5 15,0-2-1-15,2 1 4 0,3 0-3 0,-1-2 5 16,0-1-3-16,-2-1 0 0,-7 0 0 0,16-3-3 16,-10-1-1-16,-1 0 4 0,3 0-1 0,-4-1-1 0,-1-2-4 15,3 1 1-15,-5 0-3 0,1-3-2 16,1 0-1-16,0-3 2 0,-1 2-8 0,-1 0 0 15,4 1-6-15,-2-1 0 0,1 2-1 0,0 1 2 16,1 3 0-16,-1-1 0 0,2 2-3 0,-6 3 2 16,13-4 1-16,-7 4 0 0,-6 0-2 0,13 2 2 15,-7 1-1-15,1 0 1 0,-1 1 1 0,2 2 5 16,-1 1-4-16,1 1 0 0,-1 0 5 0,-1 1 1 16,-1-2 0-16,1 2 0 0,-1-1-2 0,-1 1-10 15,-1-3-18-15,2 3-13 0,-1-2-15 0,0-4-15 16,1 3-15-16,0 0-1 0,0-2-7 0,1 0-7 15,1-3-1-15,3 2 5 0,2-2 1 0,-1-3 19 16,3-1 3-16,-1 0 3 0,0 0 5 0,-1-4 15 0,-1 2-6 16,1 0 37-16,-3-3 10 0,2 0 25 15,-3-1 19-15,-1 1 6 0,-2 0 11 0,-1-3 15 16,-1 0 5-16,0 1 11 0,-3 1 9 0,4 2 11 16,-4 0 7-16,0 7 9 0,0-9-2 0,0 9-2 15,0 0-12-15,-4-10-14 0,4 10-7 0,0 0-8 16,0 0-5-16,0 0-8 0,-25 18-9 0,16-10-3 15,0 2-2-15,2-2 26 0,0 4-3 0,-1-1-9 16,4-2-13-16,-1-1-14 0,3 2-15 0,0-5-15 16,1 3-4-16,1-8-5 0,1 11-3 0,2-4-1 15,-3-7 2-15,5 9 0 0,-2-6-1 0,-3-3 5 16,6 4 2-16,-6-4-1 0,0 0 5 0,0 0 0 16,14-4 1-16,-14 4 4 0,0 0-1 0,6-7 3 15,-6 7 0-15,4-6 4 0,-4 6 4 0,0 0-1 16,4-6-3-16,-4 6-5 0,0 0-7 0,0 0 3 15,0 0-5-15,0 0 2 0,10 17 2 0,-9-1 3 16,3 3 4-16,-2 5 1 0,-1 4-2 0,2 1 8 16,-1-1 1-16,-2 0 1 0,0 5-1 0,-4-1 1 15,4-3-1-15,-1 2 1 0,-2-2 1 0,1-1-2 16,-1 2 1-16,-1-2 1 0,-1-4-3 0,-1-6 0 16,0-2 4-16,-2-2 1 0,0-2-4 0,1-4-2 15,-1 0 1-15,-2-2 3 0,-2-2-6 0,4-3 5 16,-2 1-7-16,10-2-6 0,-12-8-5 0,5-1-6 15,5-2-5-15,-1-9-2 0,3-6 1 0,6 1-2 16,3-4 3-16,5 0-4 0,4-3 1 0,5-9 1 16,-1 10 1-16,6-8 2 0,1 1-5 0,-7 12 3 15,13-12-2-15,-13 12-1 0,-1-3 7 0,6 2-2 16,-4 2 3-16,0 2 1 0,-3-2 3 0,1 2-4 16,-7 3 2-16,0 6 1 0,-2 1 3 0,-1-1 2 15,-3 7-1-15,-2-2 6 0,-2 5 9 0,1-1 11 16,-1 1 13-16,-4 4 4 0,4-7 4 0,-4 7 0 15,0 0-3-15,0 0-6 0,0 0-17 0,0 0 13 16,0 0-9-16,-25 13 4 0,11-3-6 0,2 2-2 16,-2 1 3-16,2-1-11 0,-1 1-4 0,8-2-22 15,-3-4-23-15,4 5-19 0,-1-2-17 0,4 1-22 16,1-11-31-16,6 21-49 0,2-14-50 0,0 1-235 16,3-2-501-16,6-1 221 0</inkml:trace>
  <inkml:trace contextRef="#ctx0" brushRef="#br0" timeOffset="209365.87">25078 3949 178 0,'0'0'248'0,"-12"-5"-19"0,12 5-17 0,-18 2-13 15,5 2-3-15,-6 5-15 0,-4 5-14 0,5-2-12 16,-6 4-14-16,5 1-16 0,3-5-11 0,5 5-12 0,1 0-12 15,2 0-4-15,4-3-10 0,3 1-2 0,1 0-12 16,1-2-2-16,4-1-5 0,4 2-9 16,1-5-7-16,6 2-14 0,2-3-8 0,-1 0-3 15,3-5-12-15,1 1-6 0,1-3-8 0,-1 0 3 16,1-2-8-16,-3 0-2 0,0-5 2 0,0 3 1 16,-2-6 4-16,-1 3-1 0,-2-2 5 0,1-1-2 15,-2-4 1-15,0 2 1 0,-1 0 7 0,-3 0 3 0,1-2 7 16,-1 1 4-16,1-4 2 0,-4 1 3 15,3 0 2-15,-4 4 6 0,0-2 4 0,-1 2 3 16,-1 2 8-16,3 2 6 0,-4 1-2 0,-2 6 1 16,3-10-4-16,-3 10-11 0,3-5-5 0,-3 5-7 15,0 0-5-15,0 0 0 0,0 0 3 0,0 0-3 0,-3 32-3 16,-2-20-2-16,5 5 1 0,-4 1 2 0,4-3 0 16,-3 1-3-16,3-1-1 0,1-2 0 15,1-1 4-15,2-1-3 0,0-1 1 0,2-1 2 16,0 0 2-16,1-1-3 0,2-1 0 0,1-1-3 15,2-4 1-15,0 0-9 0,1-1 2 0,-4-1-1 16,3-1 3-16,-6-1 2 0,5-2-4 0,1 0-3 16,-1-4-2-16,-2 2 3 0,0-1 0 0,-2-1 2 15,1-2-1-15,-1-1 3 0,-1 1-5 0,0-1 0 16,-2-1-1-16,1-3 1 0,-1 3 1 0,-2 0-2 16,1-4 3-16,0 6 1 0,-2-2 0 0,1 7 2 15,-2-2 9-15,0 7 3 0,5-7-3 0,-5 7-12 16,0-7 9-16,0 7-11 0,0 0-8 0,0 0 10 15,0 0 0-15,0 0 2 0,0 0-1 0,-8 25-2 16,8-15 2-16,-2 0-2 0,2 1-2 0,0 0 2 16,0 2 10-16,0-3-6 0,5 3 3 0,-2-1 0 15,1-2 3-15,-1 1-5 0,1-1 3 0,3-1 1 16,-1-2 1-16,2 1 0 0,0-1-1 0,-1-1 3 16,2-1-2-16,0-1 2 0,-3-2-5 0,3 0 1 15,-2-2 3-15,-7 0-7 0,20-2 5 0,-11 1-5 16,-1-2 2-16,0-1-4 0,-1-3-4 0,0 0 6 15,-1-1-4-15,1-3-1 0,-4 0-2 0,1-1 0 16,0 1-11-16,-2-7 8 0,0 1 1 0,-4 2 1 16,4-2 2-16,-4 0-6 0,0 5 5 0,0 0-5 15,0 1 5-15,-1 1-3 0,1 0 3 0,0 4 0 16,0 0-2-16,2 6 2 0,-2-10 1 0,2 10-5 16,-3-7-1-16,3 7-10 0,0 0 5 0,0 0 2 15,0 0-3-15,0 0 5 0,0 0-1 0,14-4 3 16,-14 4-10-16,17 4 13 0,-5-1 0 0,4-1-2 15,2 2-3-15,-3 1 2 0,-1 0 1 0,1-1 1 16,-1 2-4-16,-3-1 2 0,1 2 2 0,-4-1 0 16,1 2-4-16,-2-2 4 0,0 3 0 0,-2 0-2 15,-1 0 5-15,0 0-3 0,1 0 0 0,-1 1 0 16,-2-2 1-16,0 1 0 0,1-1 7 0,0 1-6 16,-1-3 3-16,-2 4-1 0,4-2 2 0,-1-3 1 15,1 1-3-15,-2 0 5 0,2 0-3 0,0-1 0 16,2 0-1-16,-2-2 0 0,3 0 2 15,-1 0-5-15,-6-3 3 0,14 2-3 0,-9-2 3 0,-5 0 1 16,13-4 1-16,-7 0-8 0,2 0 5 0,-2-1-8 16,1-1 4-16,-3-2 2 0,3-2 3 0,-2 1-4 15,2-1-1-15,-3-2 1 0,0 2-2 0,-2 1 3 16,1-2 3-16,1 1-2 0,-2 0-4 0,3 0 1 16,0-1 2-16,1 4-1 0,-4 0-3 15,1 2 0-15,1-2-1 0,-4 7 0 0,7-10-3 0,-2 8 2 16,-5 2-2-16,8-3 0 0,-8 3-2 0,9 0 3 15,-9 0-2-15,12 3 1 0,-8 1 0 0,-4-4 8 16,9 9-5-16,-6-3 0 0,7 2-2 0,-6 0 3 16,0-2 0-16,0 3 2 0,0 1 0 0,1 0 1 15,-1-1 0-15,0 0 6 0,4-1-5 0,-3 1 2 16,1-1-1-16,-2-2 6 0,5 1 1 16,1-2-2-16,-2-2 0 0,1-1 0 0,1 0 2 0,-1-2-3 15,3 3 2-15,-2-3 2 0,1-1-1 0,-5-2-3 16,6 0 7-16,-3 0-9 0,0-2 7 0,-1-3-5 15,-2 2 1-15,0-4-1 0,1 3 6 0,-3-3 0 16,-4 1 6-16,2-1 0 0,0-2-1 16,-2-4-1-16,0 5 1 0,-4 0 4 0,2 1 8 15,0 1 3-15,-2 1 4 0,4 8 1 0,-1-11-5 0,1 11 1 16,-2-8-12-16,2 8 1 0,0 0-3 0,0 0-11 16,-20 10 4-16,13-3 1 0,1 3-4 0,-4-1-24 15,3 0-28-15,-1 6-34 0,3 0-39 16,1-3-52-16,4-1-66 0,2 0-238 0,-2-11-515 15,0 19 229-15</inkml:trace>
  <inkml:trace contextRef="#ctx0" brushRef="#br0" timeOffset="209566.94">26515 4027 22 0,'7'-14'206'0,"1"3"3"0,0 4-10 16,0-3-6-16,-5 5-3 0,3-1-15 0,-4 2-20 15,1 0-15-15,6 1-13 0,-9 3-17 0,0 0-11 16,13 5-7-16,-6 1-8 0,0 2-10 0,0 1-4 16,1 1-7-16,-5 2-8 0,3-1-1 0,0 6-3 15,-2-6-15-15,0 1-34 0,3 2-46 0,-1 3-67 16,-4-10-70-16,-1 5-164 0,1-7-374 0,-2-5 165 16</inkml:trace>
  <inkml:trace contextRef="#ctx0" brushRef="#br0" timeOffset="209788.78">26888 3827 262 0,'2'-6'281'0,"-2"6"-30"0,2-6-24 16,-2 6-29-16,0 0-13 0,0 0 7 0,0 0 5 15,4 31-3-15,-8-13-11 0,2 1-9 0,0 6-13 16,0 0-20-16,-3 3-11 0,1-2-15 0,2 1-5 15,0-1-9-15,2-2-15 0,-4-3-11 0,8-4-24 16,-4 2-36-16,0-2-47 0,4-2-47 0,-4-2-52 16,2-2-68-16,-2-1-65 0,0-4-174 0,0-6-474 15,0 0 210-15</inkml:trace>
  <inkml:trace contextRef="#ctx0" brushRef="#br0" timeOffset="209932.9">26753 4021 95 0,'2'-7'186'0,"1"3"-24"16,3 0-14-16,3 0-20 0,3 0-14 0,-1-1-48 15,9 0-57-15,0 0-71 0,0 1-79 0,1 0-153 16,8-1 67-16</inkml:trace>
  <inkml:trace contextRef="#ctx0" brushRef="#br0" timeOffset="210377.8">27888 3793 120 0,'-8'-8'240'0,"4"4"-4"16,-1-2-13-16,-3 2-15 0,3-1-17 0,-2 1-8 15,7 4-19-15,-7-5-16 0,7 5-20 0,0 0-11 16,-13 3-12-16,6 6-4 0,-1 5-2 16,-1 3 0-16,-4 7-7 0,1 5-7 0,1-1-6 15,1 0-6-15,2 1-5 0,3-1-6 0,1 4 29 0,2-2-5 16,2 1-12-16,-2-3-4 0,2-1-18 16,2 1 14-16,-1 0-16 0,0-2-4 0,1 1-2 0,0-8-2 15,1-1-20-15,-1 1-17 0,0 0-29 16,-4-2-37-16,1 1-42 0,0-1-53 0,0-6-60 15,-3 1-52-15,-2-3-173 0,-2-2-476 0,-1 0 210 16</inkml:trace>
  <inkml:trace contextRef="#ctx0" brushRef="#br0" timeOffset="210542.43">27664 4155 158 0,'11'-3'211'15,"-5"1"-25"-15,5 0-15 0,3 1-16 0,3-1-19 16,6-1-13-16,6 2-27 0,0 0-38 0,3-3-38 16,2 2-58-16,-1-1-40 0,0 1-40 0,-3 1-62 15,-1-3-195-15,-8 0 86 0</inkml:trace>
  <inkml:trace contextRef="#ctx0" brushRef="#br0" timeOffset="210733.52">28139 3879 199 0,'0'-8'257'0,"0"8"-16"0,0-8-18 16,0 8-23-16,0 0-25 0,0-10-18 0,0 10-16 16,0 0-6-16,0 0-6 0,0 0 13 0,-2 36 1 15,2-17-10-15,-2 6-12 0,-1 5-10 0,0-5-10 16,2 3-6-16,-2-2-10 0,1 2-9 0,0-2-6 16,0-2-21-16,2 2-20 0,-3-8-27 0,5 1-35 15,-2-4-44-15,1-3-54 0,0 1-60 0,2-2-59 16,-3-1-139-16,0-10-422 0,4 11 188 0</inkml:trace>
  <inkml:trace contextRef="#ctx0" brushRef="#br0" timeOffset="210993.78">28236 4114 142 0,'0'0'186'0,"0"0"-22"15,0 0-13-15,0 0-16 0,0 0 4 0,0 0-15 16,13 7-9-16,-13-7-7 0,9 8-15 0,-4-3-3 15,2-2-3-15,-2-2-5 0,3 3-6 0,-1-1-8 16,1-2 5-16,-8-1 0 0,15-1 8 0,-7 1 10 16,-8 0 8-16,11-4 3 0,-4 0-10 0,-3 0 2 15,-1-2-1-15,1-1-3 0,-1-1-8 0,-3 8 3 16,0-17-9-16,0 5-7 0,-2 4-5 0,-1 1 0 16,1-4-10-16,-1 5-11 0,3 6-4 0,-4-13-19 15,1 8-17-15,3 5-30 0,-6-9-39 0,6 9-43 16,-11-3-50-16,11 3-64 0,0 0-222 0,-16 3-480 15,11 1 213-15</inkml:trace>
  <inkml:trace contextRef="#ctx0" brushRef="#br0" timeOffset="211439.78">28543 4035 199 0,'0'0'254'0,"0"0"-26"16,7 2-23-16,-7-2-16 0,0 0-19 0,0 0-13 15,7 6-6-15,-7 0-6 0,0-6-15 0,0 14-10 16,2-4-10-16,-2-1-11 0,1 2-10 0,0-2-7 0,1 3-8 16,4-3-2-16,-4 1-10 0,2-1-3 0,1-3-7 15,0 1-2-15,2 0-11 0,-1-3 6 0,-2 0-8 16,4-1-6-16,-3-1 0 0,-5-2-6 16,12 4-1-16,-12-4-2 0,9 0-3 0,-9 0-1 15,0 0-2-15,15-5 1 0,-10 2-6 0,1 1 0 16,-1-3-2-16,-5 5-1 0,9-5 0 0,-9 5-1 0,4-6-3 15,-4 6-10-15,0 0-1 0,11 0 2 0,-11 0 0 16,0 0 3-16,12 6-3 0,-7-3 2 16,0 1 0-16,3 1 3 0,-3-2 1 0,3 4-3 15,-2-4 1-15,8 2 3 0,-4-2-2 0,2 3 3 16,-1-6 0-16,7 3 0 0,-1-4 1 0,-4-1 0 16,1 0 0-16,-2-3 2 0,4-3 4 0,-6 2 7 15,0-1 21-15,0-1 9 0,-3-1 17 0,0-2-7 0,0-3 0 16,-3-2 5-16,2 2 3 0,-5-2 5 15,-1 4-6-15,-1 1-5 0,1-7 5 0,-3 7-7 16,-2-2-2-16,4 1-10 0,-1 4-20 0,-2-4 17 16,1 7-13-16,1-2-11 0,2 7-20 0,-4-12-42 15,1 8-51-15,3 4-54 0,0 0-44 0,0 0-51 16,0 0-57-16,0 0-198 0,0 0-538 0,0 0 238 16</inkml:trace>
  <inkml:trace contextRef="#ctx0" brushRef="#br0" timeOffset="212033.94">28984 4166 19 0,'10'-13'209'0,"6"0"-1"0,-5 1-7 16,2-2 5-16,-2-2-15 0,-1 0-9 0,3 2-12 16,-4-2-12-16,4-1-14 0,-4 3-3 0,-3 3 3 0,2 0-4 15,-3 4-7-15,-2-3-2 0,1 5-8 0,-3-3-2 16,1 2-8-16,-2 6-10 0,3-7-10 0,-3 7-8 15,0 0-18-15,0 0-1 0,0 0-10 16,0 0-3-16,-15-1-9 0,15 1-9 0,-14 10-12 16,6-3-6-16,3 1-20 0,-1 0-3 0,2 1-10 15,1 1-4-15,3 0 0 0,3 3 0 0,2 2-2 0,5-1 6 16,-2 0-6-16,1 0 9 0,6-1-4 16,-1 1 3-16,0-1-1 0,-1-2 7 0,-2 3-5 15,-1-4 1-15,-2-2 1 0,-1 0 2 0,-1 1-2 16,2-1 3-16,-5 0 2 0,-1-1 0 0,-1 0-2 15,-1-7-6-15,-5 14-6 0,0-7-14 0,-4 1-11 16,-1-4-19-16,-1 1-21 0,1 0-28 0,-3 0-26 0,2-2-45 16,2 0-213-16,-3-3-431 0,12 0 191 15</inkml:trace>
  <inkml:trace contextRef="#ctx0" brushRef="#br0" timeOffset="214401.99">29595 3798 32 0,'1'-6'204'0,"2"-4"-10"0,-3 10 3 0,1-12-8 15,-1 12-3-15,0-10-7 0,0 10-12 0,0 0-11 16,0-9-13-16,0 9-17 0,0 0-16 0,0 0-15 16,0 0-5-16,0 0-11 0,0 0-12 0,0 0-1 15,-20 24-4-15,9-1 2 0,2-1-4 0,-2 5-4 16,2-1-7-16,1-1-3 0,3 4-5 0,3-5-1 16,0 3-1-16,4-3-3 0,3 2-7 0,-1-7 0 15,2 0-1-15,-1 0-2 0,4-3 0 0,-1 2 1 16,2 0-5-16,1-2 0 0,1-2-4 0,1 0 1 15,3-3-12-15,-2 3-21 0,2-3-28 0,-3-3-28 16,4 1-36-16,-2-2-49 0,2-4-46 0,0 0-206 16,-4 0-440-16,0-4 195 0</inkml:trace>
  <inkml:trace contextRef="#ctx0" brushRef="#br0" timeOffset="-214598.97">29951 3824 2604 0,'-6'-5'56'16,"6"5"-31"-16,-4-7-19 0,4 7-29 0,-5-7-14 0,5 7 3 15,-2-7 2-15,2 7 9 0,0 0 5 0,10-6-1 16,-10 6 5-16,15-5 0 0,-3 3 2 0,-1-1-5 16,2 3-4-16,1-1-15 0,0 1-17 0,-1 0-2 15,0-2-7-15,-1 2 0 0,-4 2-3 16,-8-2 12-16,17-3 5 0,-17 3 11 0,10 0 4 15,-10 0 17-15,9 0 5 0,-9 0 3 0,0 0 8 0,0 0 7 16,0 0 4-16,0 0 3 0,5-4 5 0,-5 4 1 16,0 0-8-16,0 0-1 0,0 0-12 0,0 0 10 15,0 0 0-15,-1 19 13 0,-1-11 1 0,1 10 0 16,1-3 6-16,-1 1 0 0,1 3-5 16,1-4 0-16,0 2-4 0,1-1 4 0,0-1-4 15,1 2 1-15,-2 0-2 0,0-5-3 0,1 1-1 0,1 2 5 16,-3-4-5-16,4 0 1 0,-2 0-2 15,-1-1-1-15,-1-3 0 0,3 1 0 0,-3-1-3 0,0-7 1 16,0 8 0-16,0-8 7 0,2 8-3 16,-2-8-7-16,0 0 7 0,-4 9-6 0,4-9 4 15,0 0-2-15,-10 4-3 0,3-4-1 0,7 0-2 16,-15 0 2-16,6-2 0 0,9 2-3 0,-11 0-1 0,11 0 0 16,-12-2 1-16,12 2 1 0,0 0-5 0,-10-1 3 15,10 1-8-15,0 0 5 0,0 0-5 16,0 0-3-16,0 0-8 0,0 0-3 0,0 0-3 0,0 0-13 15,0 0-20-15,32-3-36 0,-12 2-38 16,-2-2-34-16,4 0-34 0,0 1-111 0,-3-2-332 16,0 0 147-16</inkml:trace>
  <inkml:trace contextRef="#ctx0" brushRef="#br0" timeOffset="-214410.83">30455 3975 145 0,'0'0'223'0,"-6"-12"-11"0,6 12-10 0,-12-3-10 15,4 3-8-15,8 0-9 0,-14 6-11 0,3 0-11 16,1 0-7-16,-1 1-11 0,0 1-13 0,1 1-7 16,1-2-17-16,1 7-5 0,3-4-14 0,0 0-6 15,1 0-9-15,3 1-6 0,2-2-8 0,2 3-20 16,0-2-26-16,5 0-27 0,2-1-34 0,4 0-45 16,3-1-63-16,1-2-48 0,0-1-147 0,1-2-389 15,3-3 172-15</inkml:trace>
  <inkml:trace contextRef="#ctx0" brushRef="#br0" timeOffset="-214195">30671 3795 143 0,'0'0'181'16,"4"-10"-16"-16,-4 10-20 0,4-2-7 0,-4 2-7 15,11 12 1-15,-5-2-4 0,4 8-2 0,0 9-5 16,0-3-3-16,-2 4-10 0,-3 0-5 0,-1 5-7 15,-2-3-6-15,0 0-2 0,-2 2-7 0,-3-4-7 16,-1 3-2-16,-1-3-9 0,-4 0-4 16,-1-3-23-16,2-7-25 0,-4 5-37 0,2-8-33 0,0-1-50 15,-1-1-59-15,1 0-174 0,-1-6-369 0,1 0 163 16</inkml:trace>
  <inkml:trace contextRef="#ctx0" brushRef="#br0" timeOffset="-213930.9">31319 3830 3114 0,'12'-13'42'0,"-5"2"-17"16,-2 1-11-16,0 2 3 0,-2 2 3 0,1 0 2 16,-2 0-7-16,-2 6-1 0,4-6 0 0,-4 6-7 15,0 0-5-15,0 0 11 0,0 0 18 0,0 0 15 16,3 27 4-16,-4-12 9 0,-2 3 1 0,0 6-4 15,2 2-12-15,0 0 4 0,-1 1-7 0,1-10-2 16,1 9-19-16,-1-1 15 0,2-5-5 0,0-2-3 16,1 1-8-16,0-2-26 0,1-1-36 0,1 0-35 15,-3-3-36-15,3-2-33 0,-4-2-36 0,2-1-56 16,1 0-45-16,-3-8-188 0,-4 9-511 0,4-9 226 16</inkml:trace>
  <inkml:trace contextRef="#ctx0" brushRef="#br0" timeOffset="-213545.23">31399 3933 44 0,'12'-14'140'0,"2"0"-18"16,4 1-6-16,2-5-12 0,-3 7 10 0,0 1-7 15,1 0 4-15,-3-2-3 0,0 4 9 0,-3-1-1 16,-2 2-1-16,2-5-5 0,-2 4 5 0,-1 0-24 16,-2 2 12-16,-2 1 10 0,2 0 6 0,-4-1-4 15,-3 6 6-15,6-8-19 0,-6 8-3 0,5-7-12 16,-5 7-9-16,5-4-16 0,-5 4-8 0,0 0-12 15,0 0-2-15,0 0-4 0,5 13-7 0,-5-2 1 16,0 8-1-16,1 5-7 0,-2-6 0 0,0 1 1 16,-2 6-5-16,-1-5 3 0,3-1-6 0,1-1-3 15,0-3 1-15,-1 1 0 0,2-3-1 0,-1-2-2 16,1-1-3-16,1 0-1 0,0-2-6 0,-2 0 0 16,0-8-3-16,0 8-2 0,0-8 4 0,3 7-1 15,-3-7 1-15,0 0 3 0,0 0 2 16,1 7 2-16,-1-7-2 0,0 0-2 0,0 0-2 0,0 0 2 15,19-7 0-15,-19 7-4 0,12-6-3 0,-6 5 2 16,-6 1-3-16,0 0-2 0,14 1 0 0,-14-1 2 16,10 6-1-16,-3-3 1 0,-2 1-1 0,1 0 3 15,1 4-12-15,-1-1-12 0,2 0-28 16,-2 3-19-16,2-2-28 0,-2 0-52 0,2 1-37 16,-2-1-209-16,-1 0-435 0,-1-2 192 0</inkml:trace>
  <inkml:trace contextRef="#ctx0" brushRef="#br0" timeOffset="-213036.47">31947 3919 101 0,'0'0'156'0,"7"-6"-13"16,-7 6-25-16,5-3 8 0,-5 3-7 0,0 0 6 15,13 15-9-15,-8-7-3 0,0 2-3 0,2 2-9 16,-2 2-8-16,-1 2-8 0,-1 1-4 0,0-3-6 15,-2 2-5-15,1-5-7 0,-2-1-4 0,1-3-7 16,-1-7 0-16,0 13 0 0,0-13 7 0,0 8 8 16,0-8 8-16,1 8 14 0,-1-8 2 0,0 0-2 15,0 0-7-15,0 0-5 0,0 0-8 0,0 0-1 16,0 0-6-16,0 0-12 0,0 0-2 0,0 0 0 16,-2-26-9-16,4 18-7 0,7-7-1 0,0 2-6 15,1-1-3-15,2-1-5 0,0-1-4 0,1 4-3 16,1-1 4-16,-1 2-6 0,4-2-2 0,-4 3-2 15,-3 4 3-15,0-2-4 0,-2 4-1 0,-1-1-4 16,0 3 0-16,-1 0-6 0,-6 2 10 0,10-1-13 16,-10 1 3-16,9 6-2 0,-9-6 6 0,8 9-3 15,-4 0 4-15,-2-1-2 0,2 2 1 0,0-1-1 16,0 2 2-16,2-2-1 0,-1 2 1 16,0-5 0-16,1 3 5 0,-3-2-4 0,3-1 7 0,-3-1-5 15,2 0 3-15,0-3 5 0,-5-2 1 16,11 4-1-16,-11-4 0 0,10-1 1 0,-10 1 2 15,14-7 6-15,-9 3-2 0,2-3 4 0,1 1 3 16,-4-1 1-16,0-2-1 0,0-1-1 0,-1 0 1 16,-2-1-5-16,0 0-1 0,-1 0-4 0,1 1-5 15,-1 1-6-15,0 2-18 0,0 7-13 0,-2-12-27 0,2 12-29 16,0 0-27-16,-4-12-43 0,4 12-34 0,0 0-19 16,-14-3-14-16,14 3-166 0,0 0-421 15,0 0 187-15</inkml:trace>
  <inkml:trace contextRef="#ctx0" brushRef="#br0" timeOffset="-212693.42">32439 3887 208 0,'0'0'220'0,"0"0"-9"0,0 0-15 16,8-2-21-16,-8 2-20 0,0 0-16 0,0 0-13 16,0 0-15-16,3 16-6 0,-2-9-3 0,-1 0-9 15,1 3-3-15,-1-1-9 0,2 3-6 0,-1-2-8 16,2 0-13-16,1-1 4 0,-2 1-7 0,3-3 2 15,-1 2-8-15,4-5-5 0,-2 1 0 0,0-1 30 16,1-3-8-16,2 0-10 0,1-1 5 0,-10 0-13 16,0 0 3-16,22-3-15 0,-13-4 6 15,-2 3-1-15,1-2-8 0,1-2 0 0,-3 0-1 0,2 0-6 16,-1-1-1-16,0-1-3 0,-2 3-9 16,0-1 13-16,0 2-7 0,-5 6 3 0,7-8-4 15,-7 8-4-15,7-7-1 0,-7 7-3 0,0 0-6 0,7-7-2 16,-7 7-1-16,0 0-3 0,0 0 9 0,0 0-2 15,8 22-9-15,-7-12 10 0,-1 1 1 0,2-1 2 16,0 0 3-16,2 0-8 0,-3 3-28 16,1-3-26-16,2 1-27 0,-1-3-35 0,-3-8-39 15,7 15-35-15,-7-15-55 0,0 0-142 0,11 12-419 16,-11-12 187-16</inkml:trace>
  <inkml:trace contextRef="#ctx0" brushRef="#br0" timeOffset="-212395.01">32858 3946 19 0,'0'0'203'0,"0"0"2"16,0 0 17-16,0 0-7 0,0 0-17 0,0-54-13 16,0 54-14-16,0 0-20 0,0 0-11 0,0 0-19 15,0 0-8-15,0 0-9 0,-40-9-23 0,40 9 2 16,0 0-8-16,0 0-10 0,0 0-6 16,0 0-6-16,-54 38-6 0,54-38-6 0,0 0-7 0,-15 26-1 15,15-26-3-15,0 0-3 0,0 0-3 0,0 0-1 16,0 0-3-16,6 40-7 0,-6-40 2 15,0 0-1-15,0 0-4 0,0 0-3 0,30 34 1 0,-30-34-7 16,0 0 1-16,18 21-2 0,-18-21 2 16,0 0-1-16,11 32-1 0,-11-32 3 0,8 28-1 15,-8-28 2-15,1 32-4 0,-1-32 5 0,0 0-2 16,-5 50-1-16,5-50 4 0,-9 33-1 0,9-33-3 16,-9 24-17-16,9-24-23 0,0 0-28 0,-18 30-42 15,18-30-43-15,0 0-60 0,-20 17-166 0,20-17-407 16,-13 3 180-16</inkml:trace>
  <inkml:trace contextRef="#ctx0" brushRef="#br0" timeOffset="-212030.82">33052 3759 130 0,'0'0'205'0,"0"0"-20"0,0 0-16 0,0 0-8 15,0 0 13-15,0 0 2 0,0 0-6 0,35 45-12 16,-35-45-1-16,-2 59-7 0,2-27-12 0,0-32-8 16,-2 56-13-16,2-56-11 0,0 45-11 15,0-45-10-15,0 34-5 0,0-34-8 0,0 0-7 16,0 0-6-16,0 36-1 0,0-36-9 0,0 0 9 16,0 0 6-16,0 0 8 0,0 0 3 0,0 0 7 15,0 0-14-15,0 0-1 0,0 0-9 0,0 0-9 16,0 0-3-16,0 0-4 0,0 0-6 0,0 0-4 15,0 0-6-15,0 0-6 0,65-56-4 0,-65 56-5 16,0 0-3-16,28-17 0 0,-28 17-9 0,0 0 0 16,0 0 1-16,0 0-6 0,0 0 4 0,0 0-4 15,0 0 3-15,47 21-1 0,-47-21-1 0,8 26 8 16,-8-26 0-16,8 33-20 0,-8-33-22 0,5 32-31 16,-5-32-40-16,0 0-51 0,5 43-72 0,-5-43-280 15,0 0-555-15,-5 36 245 0</inkml:trace>
  <inkml:trace contextRef="#ctx0" brushRef="#br0" timeOffset="-211340.93">23467 4721 151 0,'-20'2'217'0,"13"6"-26"0,1 1-16 0,-2 1-13 15,-1 5-6-15,0-1-10 0,3 3-13 0,0-2-12 16,2 1-9-16,0-4-15 0,4-1-10 0,0 0-11 15,4 1-3-15,0-3-6 0,3 1-10 0,6 0-3 16,-4-2-4-16,9-2-5 0,2-1-5 0,-7-2 2 16,8-2-4-16,-5-2-4 0,5-2 6 0,-2 0 3 15,-2 0 0-15,-5-2-2 0,0 0 1 0,-2-1 9 16,0-1 3-16,-2-2 1 0,-2 0-3 0,-2-2-7 16,-1 1-1-16,-2-4-1 0,-4-1-1 0,2 2-7 15,-5-2-6-15,-3 2-2 0,0 0-4 0,-4 0-4 16,0 3-4-16,-3 3-4 0,-2 3-8 0,0 2-11 15,0 2-5-15,-3 2-21 0,2 2-20 0,0 2-24 16,0 1-34-16,1 0-41 0,3 5-52 0,0-2-23 16,2 1-138-16,4-1-397 0,2-2 175 0</inkml:trace>
  <inkml:trace contextRef="#ctx0" brushRef="#br0" timeOffset="-211112.92">23902 4637 149 0,'5'-9'274'0,"-1"4"-6"16,2-3-13-16,-3 2-17 0,-1 1-20 0,-2 5-16 16,5-7-24-16,-5 7-20 0,0 0-11 0,0 0-16 15,0 0 6-15,5 30 8 0,-2-4-7 0,-2 6-11 16,1 1-10-16,-1 14-6 0,1-2-14 0,0-9-9 16,1-2-11-16,-5 0-7 0,2 2 1 0,2-5-9 15,-4 2-12-15,2-2 1 0,-1-2-30 0,-1-2-31 16,0-1-38-16,1 0-32 0,-3-7-47 0,2 0-47 15,1-2-56-15,0-1-49 0,-2-2-160 0,3-2-475 16,0-12 209-16</inkml:trace>
  <inkml:trace contextRef="#ctx0" brushRef="#br0" timeOffset="-210912.69">24138 4996 99 0,'1'-5'269'0,"2"-1"-26"16,0 0-27-16,-3 6-24 0,5-5-23 0,-5 5-12 15,0 0-3-15,0 0 1 0,7 15 8 0,-7 1-2 16,2 2-18-16,-2 0-6 0,-2 6-11 0,2 0-13 16,-2 2-12-16,2 1-9 0,-3 1-6 15,1-1-10-15,-1-8-16 0,3 0-28 0,-2-1-27 0,-1 2-26 16,-1-2-38-16,2-2-37 0,0 0-48 0,1-3-47 16,0-4-40-16,-3-1-138 0,4-8-398 15,-5 14 177-15</inkml:trace>
  <inkml:trace contextRef="#ctx0" brushRef="#br0" timeOffset="-210694.51">24156 4947 177 0,'15'-22'177'0,"-3"8"-8"0,3 4-14 0,1 0-5 16,-1 2-16-16,2 4-10 0,0 2-13 0,-1 3-2 0,3 3-11 15,-4 1-2-15,1 5 5 0,-4 1-10 0,4 1-7 16,-5 2-6-16,-1 2-8 0,-3 0 0 0,-2 0-3 15,-3 1-2-15,-2 1-6 0,-2-1-2 0,-5 2 3 16,-2 3-6-16,-7 1-6 0,-6-4-17 16,-2 0-22-16,0-2-27 0,-2-4-27 0,1 1-44 0,-1-2-37 15,7-3-47-15,0-4-160 0,-2 0-359 0,5-1 159 16</inkml:trace>
  <inkml:trace contextRef="#ctx0" brushRef="#br0" timeOffset="-210391.47">25007 4877 72 0,'-6'-9'287'0,"-4"1"-7"0,4-1-14 0,-4 4-26 16,2 0-17-16,-4 2-25 0,0 2-18 0,1 2-15 15,-1 3-11-15,-3 5-16 0,-2 4-13 0,-3 6-7 16,3 3-19-16,1-2-6 0,4 2-11 0,4-5-7 16,1 1-7-16,2 0-10 0,1 0 0 0,4-2-8 15,4 1-4-15,2-1-6 0,2-1-1 0,3-2-12 16,-2-1-5-16,9-1-11 0,0-2-18 16,4-2-19-16,-3 0-27 0,3-4-29 0,-2-1-36 0,9-1-40 15,-7-1-32-15,-1 0-22 0,-3-1-14 0,-2-3-131 16,-3 0-387-16,1 0 171 0</inkml:trace>
  <inkml:trace contextRef="#ctx0" brushRef="#br0" timeOffset="-210177.44">25273 4847 152 0,'0'-17'212'0,"0"6"9"0,1 0 16 0,-1 2 5 16,0 2-1-16,0 7-17 0,1-11-22 0,-1 11-23 0,2-7-23 15,-2 7-9-15,0 0-21 0,0 0 1 0,0 0 3 16,2 26 5-16,-2-9-5 0,-1 8-1 0,2-1-11 15,-1-3-8-15,3 5-9 0,1-1-13 0,-8 0 6 16,4-6-20-16,0 6 2 0,-3-5-17 16,2 4-2-16,2-5-6 0,-1-3-12 0,0 3-33 0,3-4-34 15,-3-3-46-15,0 1-45 0,0 1-63 16,-3-4-64-16,3 1-51 0,-5-2-190 0,-1-1-526 16,6-8 233-16</inkml:trace>
  <inkml:trace contextRef="#ctx0" brushRef="#br0" timeOffset="-209917.04">25489 4878 123 0,'0'0'267'0,"0"0"-30"0,0 0-22 0,0 0-20 16,-23 2-19-16,5 3-10 0,3 3-12 16,-11 3-18-16,2 1-12 0,7-4-14 0,-2 2-5 15,4-1-10-15,-1 0-12 0,7-2-6 0,-3-2-8 16,4 1-9-16,-1-1 1 0,4-2-12 0,0 1-8 15,5-4-5-15,-9 6-2 0,9-6-6 0,-2 7-3 0,2-7-1 16,2 10-3-16,-2-10-3 0,6 13 0 16,2-6 0-16,-2 4-4 0,3-2 5 0,4 2-2 15,-3-2-4-15,3 1 3 0,1 1-17 0,-1 1-13 16,2-3-23-16,1-2-33 0,1-1-44 0,0-2-45 0,4 0-57 16,-3 0-157-16,-5-5-402 0,5-1 178 0</inkml:trace>
  <inkml:trace contextRef="#ctx0" brushRef="#br0" timeOffset="-209684.46">25755 4779 207 0,'0'-7'287'0,"0"7"-4"0,-1-12-14 16,1 12-26-16,-1-7-23 0,1 7-24 0,0 0-18 15,0 0-10-15,0 0 3 0,0 0 0 0,-6 26-3 16,2-7-12-16,2 6-8 0,-1-1-13 0,-1 3-11 15,-1-8-13-15,2 8-12 0,1-2-6 0,2-4 1 16,0-2-14-16,-2 0-12 0,0-2-4 0,2 0-16 16,0 0-18-16,0-5-37 0,0 0-47 0,0-2-43 15,2 3-34-15,-2-5-49 0,2 0-61 0,-2-1-48 16,0-7-180-16,0 0-508 0,0 0 225 0</inkml:trace>
  <inkml:trace contextRef="#ctx0" brushRef="#br0" timeOffset="-209536.7">25659 4939 99 0,'0'0'237'0,"6"-6"-15"0,4 3-26 0,1-2-21 16,0 1-15-16,8 1-19 0,1-2-38 0,9-2-47 16,-5 0-69-16,6 3-62 0,-3-3-143 0,-1 2-234 15,-5 1 104-15</inkml:trace>
  <inkml:trace contextRef="#ctx0" brushRef="#br0" timeOffset="-209385.98">26040 5043 267 0,'2'8'304'0,"-2"-8"-35"16,0 6-17-16,0-6-21 0,0 0-26 0,4 8-11 16,-4-8-28-16,0 0-19 0,0 0-28 0,0 0-38 15,4 5-37-15,-4-5-40 0,0 0-62 0,9-1-78 16,-9 1-213-16,0 0-376 0,18-10 166 0</inkml:trace>
  <inkml:trace contextRef="#ctx0" brushRef="#br0" timeOffset="-207495.77">25915 5139 149 0,'0'0'171'0,"7"-5"-10"0,-7 5-4 0,0 0-4 0,0 0 15 16,0 0 4-16,11 9-11 0,-9-3-9 16,-4 4-8-16,2 0-14 0,-2 3-10 0,-2-2-14 15,0 7-7-15,-1 2-9 0,-3-5-10 0,2 5-30 16,-3-3-27-16,0 0-42 0,-2-3-49 0,2 3-48 15,0-5-51-15,-1 2-153 0,2-2-345 0,-1 0 152 16</inkml:trace>
  <inkml:trace contextRef="#ctx0" brushRef="#br0" timeOffset="-206563.27">26283 5043 2353 0,'14'-9'128'0,"-5"2"-37"0,-2 1-37 15,2 2-31-15,-5 1-7 0,1-1-9 0,-5 4-2 16,9-3-6-16,-9 3 8 0,0 0 5 0,6 8 13 16,-6-8-3-16,0 16-2 0,0-6 1 0,-2-1-1 15,2 1-5-15,0 0 2 0,0 1 0 0,0-1-8 0,5 0 4 16,-3 0-1-16,1 0 0 0,3-2 0 16,-2 2 0-16,-1-4-2 0,3 2 0 0,2-4 1 15,-2 2 0-15,3-3-1 0,-3 0-2 0,2-2 1 16,-8-1-2-16,13 2 1 0,-7-2-2 0,-6 0 7 15,12-6-11-15,-7 3 2 0,-1-3 0 0,0-1 3 0,1-1-6 16,-1-2 2-16,-2 1 0 0,1-1 0 16,0 0-3-16,-1 0 1 0,0 2 3 0,-2 8 5 15,0-11 7-15,0 11-6 0,2-8-12 0,-2 8 2 16,0 0-5-16,0 0 0 0,0 0-1 0,0 0 3 16,0 0-2-16,0 0-2 0,0 0 2 0,11 13 8 0,-5-7-6 15,2 2 2-15,-1-1 2 0,3 0 8 0,4 0 0 16,0 2-5-16,4-5 6 0,1 1-13 15,2-3-7-15,0-2-2 0,2 0 0 0,4 0-5 16,-8-5-3-16,-2 1 0 0,-1-1-5 0,-5-1 2 16,3-1-3-16,-1-2-1 0,-2-3-2 0,-1 3 8 15,-3-2 1-15,-1-4 0 0,-2 0 1 0,-2 0 4 16,-2-1 4-16,1 0 0 0,-2 4 1 0,1 1 6 16,0-1 0-16,-2 3 2 0,2 2 0 0,0 7 3 15,0-13 2-15,0 13-3 0,0-9-3 0,0 9-2 16,0 0 2-16,0-10-6 0,0 10 0 0,2-5 4 0,-2 5-5 15,8-4 6-15,-8 4-5 0,17-5 2 0,-2 1-2 16,-5-1 0-16,3 1 1 0,1-1-2 16,-5-1 8-16,3 2-4 0,-5-1 2 0,3-1-1 15,-3 0 3-15,2 0 7 0,-6 1-5 0,3-4 1 16,-4 3 4-16,1-1 6 0,-3 7 2 0,4-9 7 16,-4 9 2-16,4-10 1 0,-4 10 4 0,2-6-12 0,-2 6-4 15,0 0-6-15,6-4-6 0,-6 4 3 16,0 0 2-16,0 0-3 0,2 23 3 0,-2-7 4 15,0 2-2-15,0 6 0 0,-2 1-4 0,0-6 3 16,-1 6-1-16,2-4 1 0,2-3 1 0,-1 0 9 16,3 0-10-16,-3-3 0 0,2-3 1 0,-2 1 0 15,0-4-8-15,2-1 2 0,-2-2-7 0,2 0 1 0,-2-6 0 16,0 0 1-16,2 10 1 0,-2-10-2 0,0 0 1 16,0 0 3-16,15 0 0 0,-15 0-4 15,15-6 0-15,-3 1 3 0,-3 0-4 0,5 2 2 16,-1 2-4-16,-1-2 5 0,-1 3 0 0,0-1-2 15,-11 1 1-15,20 2 0 0,-9 0 5 0,-1-1 2 16,-1 3-6-16,-9-4 1 0,20 4 3 0,-11 0 0 0,2-3 0 16,-11-1 3-16,18 2 0 0,-7-2-1 15,-5 0 1-15,-6 0 5 0,17-6-2 0,-8 1-1 16,-2 0 1-16,0-3-1 0,-1 0-3 0,1 0 3 16,-3-3-1-16,2 1 7 0,-6 0 0 0,4 0 4 15,-4-2-4-15,2 2 1 0,0 1 3 0,-2-1 1 16,2 3-6-16,-2 7 3 0,0-11-7 0,0 11-4 15,4-7-2-15,-4 7-2 0,0 0 0 0,0 0 2 16,0 0-3-16,0 0 2 0,3 19 0 0,-5-8 2 16,2-1-7-16,0 4-16 0,0 0-21 0,0 3-27 15,0 0-45-15,0-4-52 0,0 0-46 0,2 3-167 16,-2-16-411-16,0 23 183 0</inkml:trace>
  <inkml:trace contextRef="#ctx0" brushRef="#br0" timeOffset="-206182.15">27691 4937 240 0,'0'0'242'0,"-19"-12"-6"0,19 12-18 0,-16 6-3 15,5-2-6-15,-1 3-10 0,-3 3-10 0,-1 2-13 16,1 2-11-16,1 0-13 0,3 1-15 0,2-1-11 15,1 2-8-15,4 0-18 0,0 1-4 0,6-2 0 16,-2-2-21-16,5-2-4 0,6 3-23 16,0-3-14-16,5 1-23 0,2-5-30 0,9 3-34 0,2-4-40 15,3-3-30-15,-1-5-45 0,2-2-44 0,-1 1-32 16,-5-1-130-16,0-5-405 0,-8 1 180 0</inkml:trace>
  <inkml:trace contextRef="#ctx0" brushRef="#br0" timeOffset="-205879.25">27993 4818 8 0,'2'-12'190'0,"-2"1"6"0,0 11-5 0,-4-13-19 16,4 13-19-16,0 0-16 0,0-12-16 0,0 12-12 15,0 0 11-15,0 0 11 0,0 0 0 16,-5 55-1-16,-4-29-8 0,5 5-4 0,-1 1-8 16,0-3-6-16,2 2-10 0,1-3-7 0,-1 1-10 15,1-7-8-15,2-2-2 0,0-5-9 0,0 3-4 0,0-7-2 16,0-1-7-16,0-10-1 0,-3 12 1 0,3-12 2 15,-2 8 9-15,2-8 19 0,0 0-6 0,0 0-6 16,0 0-6-16,0 0-4 0,0 0-5 16,0 0 3-16,0 0-14 0,20-23-1 0,-8 12-5 15,-1-1-2-15,4 0-7 0,-5 4-2 0,1 0-6 16,-1 2 2-16,0 2-4 0,1 0 2 0,-4 1 2 0,2 2-15 16,-9 1 0-16,18 4 1 0,-8 1-22 0,2 0-28 15,-3 1-33-15,3 2-26 0,-1 2-42 16,-1 0-51-16,3 1-45 0,-2 0-232 0,-3-2-515 15,-2 1 229-15</inkml:trace>
  <inkml:trace contextRef="#ctx0" brushRef="#br0" timeOffset="-205467.52">28468 5145 202 0,'6'-9'234'0,"2"-2"4"15,2-3-9-15,-2 1-2 0,-1-3-2 0,0 0 4 16,-2 1-14-16,1-2 2 0,-1 2-10 0,-3 3-9 15,3-2-10-15,-3 2-13 0,0 1-11 0,-1 1 0 16,0 4-2-16,-1 6-10 0,3-12-12 0,-2 8-18 16,-1 4-13-16,0 0-17 0,0 0-28 0,0 0 7 15,0 0-4-15,0 0-2 0,0 0-18 0,-10 30 1 16,10-19-4-16,-5 1 0 0,1 3-21 0,-1 0 4 16,5-3 1-16,0 0-5 0,0-1-3 0,2-1-3 15,1-1-1-15,1 1 4 0,1-4-8 0,4 1 1 16,-9-7-8-16,15 7 1 0,-5-5-6 0,0-2 6 15,-10 0-3-15,20-2-2 0,-10-1 0 0,-1 0 6 16,0-1-6-16,1-2-5 0,-10 6 7 0,12-11 1 16,-2 3-6-16,-5 1 13 0,-1 0-12 0,1 1 6 15,-5 6-2-15,5-16 1 0,-1 11 2 0,-4 5-5 16,5-10 0-16,-5 10-8 0,0 0-4 0,3-7 0 16,-3 7-3-16,0 0 2 0,0 0 1 0,0 0 2 15,0 0 3-15,2 26 1 0,-5-13 1 0,3-13 8 16,-5 27-10-16,3-16 2 0,-2 7-3 0,1-2-15 15,1-1-34-15,2-3-36 0,-1-2-38 0,1 0-43 16,0-10-39-16,-2 19-32 0,2-19-60 0,-1 13-241 16,1-13-588-16,0 0 261 0</inkml:trace>
  <inkml:trace contextRef="#ctx0" brushRef="#br0" timeOffset="-205292.34">28447 4777 286 0,'-4'-4'312'0,"4"4"-45"15,-6-8-43-15,6 8-39 0,-4-8-38 0,4 8-28 16,0 0-32-16,0 0-46 0,0 0-77 0,0 0-82 16,25 15-135-16,-14-10-273 0,3-1 121 0</inkml:trace>
  <inkml:trace contextRef="#ctx0" brushRef="#br0" timeOffset="-204827.75">29054 4911 234 0,'0'0'216'0,"0"0"-19"0,0 0-14 15,0 0-19-15,0 0-5 0,0 0-13 0,0 0-1 16,0 0-13-16,0 0-9 0,-5 32-6 16,4-15-2-16,0 1-16 0,-1-3-7 0,1 1-11 15,2-1-3-15,-1-3-9 0,2-1-5 0,-1 1-6 16,2-2-7-16,0-2-7 0,4 0 2 0,-4-4-3 15,2 3-4-15,2-3-2 0,3-1-2 0,2-1-4 16,-1-4-1-16,5 1 5 0,-4 0-8 0,6-4 0 16,-5 0 0-16,-3-1-2 0,7-1-1 0,-3-2-2 15,-3 0 0-15,2-1 1 0,-1 1-3 0,-3 2-2 16,-2-3 13-16,2 1-7 0,-1 0 4 0,0-1-2 16,-3 2-7-16,-1 2 4 0,0 1 5 0,-2 1-5 15,-2 4-10-15,8-7-5 0,-8 7-1 0,0 0-2 0,0 0 3 16,0 0-4-16,7 12 1 0,-7-1 0 15,3 0 1-15,-3 1 1 0,0 5 1 0,0 0-12 16,1 0-22-16,0-1-26 0,1 1-21 0,-1-2-21 16,-2-3-38-16,3-1-36 0,0-1-28 0,-2 1-28 15,0-11-178-15,-3 15-434 0,3-15 192 0</inkml:trace>
  <inkml:trace contextRef="#ctx0" brushRef="#br0" timeOffset="-204484.43">29435 5028 33 0,'4'-7'164'16,"-4"7"-20"-16,4-7-12 0,-4 7-2 0,0 0 6 15,0 0 18-15,0 0-6 0,0 0-5 0,10 17-3 16,-7-8-11-16,0 1-2 0,0-1-5 0,-1-1-13 16,0 2-11-16,-1-2-6 0,2-1-9 0,-1 0-8 15,-2-7-6-15,5 10-5 0,-5-10-7 0,2 8 1 16,-2-8-2-16,0 0 9 0,2 6 10 0,-2-6 8 15,0 0-10-15,0 0-11 0,0 0 2 0,0 0-13 16,0 0-2-16,9-21-9 0,-6 14-1 0,3-2-7 16,0 0 0-16,1-2-9 0,4-2 7 0,2 3-12 15,-3-2 0-15,3 0-7 0,-1 4 1 0,-1 1-3 16,-1 1-3-16,2 3-7 0,-6 1 2 0,3 1-1 16,-9 1-2-16,17 3-4 0,-17-3 6 0,15 9 2 15,-8-2-3-15,-1 3-1 0,5 0 2 0,-4 2 0 16,-2 0-21-16,-4 2-19 0,6 0-20 0,-3 1-39 15,-3-4-53-15,6 4-48 0,-3-3-49 0,-3 2-156 16,3-4-437-16,-4-10 193 0</inkml:trace>
  <inkml:trace contextRef="#ctx0" brushRef="#br0" timeOffset="-203600.61">29982 4992 95 0,'0'0'266'0,"-4"-14"6"0,3 9-3 16,1 5-8-16,-1-9-13 0,1 9-20 0,-5-7-25 16,5 7-21-16,-8 0-19 0,8 0-18 0,0 0-9 15,-19 12-19-15,9-4-5 0,-2 6-14 0,1 0-10 16,-1-1-7-16,7 0-10 0,-4 2 5 0,5-5-18 16,-1 4-6-16,3-1-6 0,2-3-3 15,0-10-4-15,2 21-7 0,-1-11-9 0,3-2-9 0,1-1-9 16,2-2-2-16,-1 0-12 0,1-1-1 15,-1-2-7-15,5-2-5 0,-3 0-1 0,1-4 3 16,0 0-6-16,2-1 2 0,-3-3 6 0,-1 1-2 0,0-3 3 16,-2-2 4-16,3-4 2 0,-3-1-1 0,-1 0 4 15,1-7-1-15,-4 5 1 0,4-8 4 16,-1 2-3-16,0 2 3 0,-4-4 4 0,1 0 5 16,-1 7 2-16,2 1 18 0,-2 2-4 0,0-1 7 15,0 5 11-15,0 2 3 0,-2 1 7 0,2 4 5 0,0 6-7 16,0-13-10-16,0 13-2 0,0 0-14 0,0 0 0 15,0 0-1-15,0 0 4 0,0 0-6 0,-6 29-1 16,2-9 4-16,-2 7-2 0,1 0-2 0,-2 2-2 16,3-2 0-16,3-1 0 0,-3-1-1 0,4 2 3 15,0-2-3-15,1-6 1 0,2-1-5 16,0-1 5-16,2-1-2 0,1-1 9 0,3-1-13 16,-3-3 5-16,3-2-5 0,1 0 5 0,1-2-3 0,6-1 2 15,-4-2-1-15,0-1 3 0,5 0-6 16,-5-3-2-16,1-1 4 0,4-1-9 0,-5-1 2 15,-2-3-3-15,2 0 4 0,1-2-5 0,-4-1 1 16,3-1 1-16,-1-4-6 0,-2 2 7 0,1-2-5 16,-3-1 7-16,1-1-4 0,-4 3 1 0,1-3-5 0,-1 4-3 15,-2-5 4-15,0 7 2 0,-1-1 1 16,0 3-2-16,-1-1-2 0,-1 9 5 0,-1-14 4 16,2 10 2-16,-1 4-3 0,0 0 1 0,-7-9-6 15,7 9 3-15,-9 1-8 0,9-1-1 0,-15 10 1 16,5 1 3-16,0-2 3 0,-2 4-4 0,1 1-2 15,1 0 7-15,2-1-3 0,0 3-2 0,3-6 1 0,1-1-2 16,2 4 2-16,4-4 0 0,-1 1 4 0,3 0-2 16,1-1-5-16,2-2 10 0,3 0 4 15,1-2-8-15,6-2 4 0,-3 1-3 0,4-4-3 0,0 1-15 16,1-2 6-16,-1-1 0 0,1 0-5 16,-1-4-7-16,-1-1 2 0,-1 3-5 0,2-3 3 15,-1-3-1-15,-3-1-6 0,-3 0 2 0,2-3 3 0,-5 6 3 16,2-8-2-16,-4 1 4 0,-1 5 1 0,2-1 5 15,-2 0 0-15,-1 2-2 0,-1-1 6 0,0 1-2 16,1 4 5-16,-4 5 0 0,3-10 1 16,-3 10-4-16,2-6 4 0,-2 6-7 0,0 0 1 15,0 0 1-15,0 0 9 0,0 0 4 0,-9 21-5 16,6-12-4-16,-3 2 3 0,1 0 1 0,3 0 0 16,-2 4 0-16,0-2 3 0,1-3-1 0,-3 6 7 0,2 0-4 15,4-4 6-15,-2-1-1 0,0 2-4 16,0-2 6-16,-2 0-3 0,3-1-3 0,-2 1 5 15,2-1-29-15,1-10-33 0,-5 15-46 0,0-8-46 16,5-7-53-16,-3 10-49 0,3-10-229 0,-6 8-515 16,6-8 228-16</inkml:trace>
  <inkml:trace contextRef="#ctx0" brushRef="#br0" timeOffset="-203407.16">30647 4976 227 0,'2'-6'256'16,"-2"6"-31"-16,0 0-22 0,0 0-22 0,8-1-15 16,-8 1-10-16,0 0-6 0,1 16-9 0,-1-8-11 15,-2 3-13-15,2 0-8 0,-1 2-9 0,-2 4-9 16,3-2-11-16,-3 0-8 0,1-1-24 0,3 3-40 16,-1-5-38-16,-3-1-55 0,5 1-59 0,-1-2-224 15,0 0-396-15,-1-10 175 0</inkml:trace>
  <inkml:trace contextRef="#ctx0" brushRef="#br0" timeOffset="-203253.66">30671 4861 2220 0,'-4'-11'42'0,"2"0"-36"15,-1 2-27-15,-1 3-41 0,4 6-57 0,-3-10-12 16,3 10-19-16,0 0-16 0,0 0-105 0,0 0-291 15,0 0 129-15</inkml:trace>
  <inkml:trace contextRef="#ctx0" brushRef="#br0" timeOffset="-202871.11">30920 5143 108 0,'4'-6'242'0,"1"3"7"15,-2-7 1-15,2 4 14 0,-1-5-8 0,-2 2-14 16,1-1-6-16,1 0-23 0,-4 1-11 0,1 1-9 16,0 0-6-16,0-2-12 0,-1 1-21 0,0 9-6 15,-3-13-14-15,0 6-16 0,0 2-6 16,0-2-18-16,3 7-3 0,-9-9-12 0,6 3 0 0,3 6-17 16,-6-8-2-16,6 8-12 0,-5-4-1 15,5 4-12-15,-4-5 3 0,4 5-15 0,0 0-11 0,0 0-5 16,0 0-8-16,-3-7 0 0,3 7-6 0,0 0 2 15,0 0-2-15,18 0 9 0,-6 0-4 16,0 1-1-16,1-2-18 0,6 1 16 0,-5 1 0 16,-2-1 0-16,0 2-2 0,-1-2-4 0,-2 3 7 0,1 1-4 15,0-1 0-15,-3 2 1 0,-1 1 1 0,2 2-4 16,-3-1 4-16,1 2 1 0,-2 1 8 0,-1 2-6 16,-2 0 2-16,0-2 2 0,1 4 3 15,-4-2-2-15,1-2-20 0,0 2-29 0,-1-1-29 16,1 0-35-16,-1 0-34 0,0-2-41 0,2-9-38 15,-1 16-42-15,2-9-228 0,-1-7-534 0,0 0 237 0</inkml:trace>
  <inkml:trace contextRef="#ctx0" brushRef="#br0" timeOffset="-202525.93">31307 5029 90 0,'2'-10'239'0,"-2"3"-3"0,1 0 3 0,-1 7-8 16,0-10-15-16,0 10-31 0,0 0-10 0,0 0-15 0,0 0-6 15,-23 9-7-15,14-2-6 0,-4 3-7 0,2 3-9 16,-3 0-12-16,2 0-18 0,4-3-9 16,2 1-6-16,0-3-5 0,1 3-14 0,1-1-1 15,1-1-6-15,2-1-5 0,0-1-10 0,1-7-8 16,4 11-3-16,-1-7-10 0,-3-4 4 0,6 8-11 16,-1-5-5-16,-5-3-4 0,11 0 2 0,-11 0-1 15,10-3 0-15,-10 3 1 0,14-4-1 0,-7 1 1 16,-3-2-2-16,1 1 4 0,1-3-7 0,-1 0 3 15,0 1 1-15,-2 0-2 0,-3 6 6 0,8-9 2 16,-6 4 3-16,-2 5-1 0,7-5 1 0,-7 5-7 16,0 0-7-16,0 0-2 0,5-5-3 0,-5 5 5 15,0 0 0-15,0 0 1 0,0 0 5 0,3 18-6 16,-3-12 5-16,2 2-1 0,-2 0-12 0,3 2-35 16,0-1-41-16,-3-9-49 0,0 0-61 0,8 20-72 15,-7-13-173-15,-1-7-476 0,9 8 210 0</inkml:trace>
  <inkml:trace contextRef="#ctx0" brushRef="#br0" timeOffset="-202140.33">31543 4882 2317 0,'4'-19'149'0,"-1"3"-46"0,0 1-14 15,-3 7-19-15,2 1-8 0,0 0-17 0,-2 7-18 16,0-9-12-16,0 9-4 0,0 0-5 0,0 0 12 15,0 0 8-15,-3 27 12 0,-4-2 1 0,1-1-5 16,1 1 3-16,-1 0-4 0,1 0-1 0,2 1 1 16,-1-8-5-16,1 1-1 0,-1-1 0 15,2-6-8-15,1-2-2 0,0 0 9 0,0-3-7 16,-1-1 1-16,2-6-2 0,0 11 8 0,0-11-5 0,0 0 1 16,0 10-3-16,0-10 2 0,0 0 0 0,0 0-3 15,3 7-4-15,-3-7 0 0,0 0 3 16,18-6-3-16,-7 4-5 0,6-4-1 0,1 3-1 15,1 0-3-15,-1 2-2 0,-4 1-1 0,4 0-1 0,-6 3 0 16,4 1-6-16,-3 0 2 0,-4 1-2 16,-2 2-1-16,-2-2 1 0,3 2 1 0,-2 1 0 0,-3 2 1 15,-2-3 1-15,-1 3 6 0,-2-1 0 16,-2 1 6-16,-1 1 3 0,-4-3-1 0,1 0-3 0,-3 2 0 16,-1-3-2-16,1-1-25 0,-1-1-30 0,-2 0-40 15,1-5-52-15,-1 1-65 0,1 1-64 16,0-6-208-16,1 0-516 0,2 0 228 0</inkml:trace>
  <inkml:trace contextRef="#ctx0" brushRef="#br0" timeOffset="-201932.83">31880 4823 164 0,'3'-5'278'0,"-3"5"-31"0,6-5-26 16,-6 5-25-16,0 0-16 0,0 0-7 0,0 0-20 15,5 24 1-15,-6-11-6 0,1 6-16 0,-4 0-8 16,-1 9-12-16,0-2-10 0,1 1-8 0,1-1-8 16,-1-7-16-16,2 0-24 0,-1 1-30 0,2-3-40 15,-3 2-38-15,8 0-54 0,-4-3-39 0,3-4-37 16,-1-3-167-16,1 2-386 0,1-1 170 0</inkml:trace>
  <inkml:trace contextRef="#ctx0" brushRef="#br0" timeOffset="-201699.06">31909 5202 469 0,'7'2'20'0,"2"-1"48"0,-9-1 19 16,15-3 12-16,-6 0 18 0,4 0 5 0,-3-2 3 15,3 0 4-15,-2-1 1 0,5-2 4 0,-6 2 3 16,0 0-1-16,-1-1 2 0,0-1-4 0,1 0-8 16,-2-1-8-16,2-1 5 0,-4 1-3 0,2-1 2 15,-1 0-10-15,-2 0 6 0,1 1 19 0,-3 3-5 16,-1-2-3-16,-1 2-16 0,-1 6 3 0,2-9 5 16,-2 9-7-16,0 0-15 0,0 0-9 15,0 0-11-15,0 0-5 0,-18 1-6 0,8 7 1 0,1-2-16 16,-3 4 2-16,2 2-7 0,0-1-6 0,2 1 10 15,2 0-22-15,2-1 4 0,0 1-15 0,4-2-16 16,3 0-26-16,2 0-45 0,4-1-30 0,7 2-40 16,5-4-49-16,8 2-51 0,4-3-41 0,-3 0-44 15,2-2-212-15,-12-4-579 0,8 0 256 0</inkml:trace>
  <inkml:trace contextRef="#ctx0" brushRef="#br0" timeOffset="-201562.13">32471 5180 140 0,'6'-2'271'0,"-6"2"-10"0,7-4-7 15,-7 4 0-15,0 0-1 0,7-4-5 0,-7 4-18 16,0 0-25-16,6-2-21 0,-6 2-23 0,0 0-40 16,5-4-42-16,-5 4-48 0,0 0-66 15,0 0-76-15,0 0-93 0,0 0-187 0,0 0-423 16,0 0 188-16</inkml:trace>
  <inkml:trace contextRef="#ctx0" brushRef="#br0" timeOffset="-199483.84">23990 6025 27 0,'0'0'248'0,"0"0"-23"0,-4-10-30 0,4 10-14 16,12-13-19-16,-5 3 0 0,9-1-14 0,3 0-13 0,4-6-9 15,-2 1-12-15,5 0-13 0,-9 6-10 0,1 1-8 16,-1-4-6-16,5 0-7 0,-5 3-3 16,-4 0-4-16,-2 3-4 0,-1-2 0 0,-1 1-3 0,-1 0 6 15,-1 0 1-15,-1 0 2 0,-2 1 4 0,-1 1 1 16,1 0 4-16,-4 6 6 0,4-7-3 0,-4 7-6 15,1-9-3-15,-1 9-6 0,0 0-3 16,4-7 5-16,-4 7-12 0,0 0-8 0,0 0-6 0,0 0-4 16,0 0-6-16,0 0-2 0,-14 17-3 0,10-5-2 15,-4 2 1-15,3 1 3 0,-1 1-6 0,2-4-1 16,0-1-5-16,3 1-3 0,-1 0-2 0,0-3-3 16,2 2 0-16,2-4 4 0,-1 0-2 0,0 3-3 15,2-3 1-15,1-2-4 0,-2 0 2 0,2 0-5 16,2-1 0-16,-6-4-4 0,13 2 4 0,-13-2-3 15,14-2 2-15,-9-1-2 0,3-1-2 0,0 0 7 16,2-4 1-16,-3 1-7 0,0-3 4 16,1 2-1-16,2-5 3 0,-3 2-3 0,-1 1 3 0,0-1-1 15,-2 0 1-15,0 1 1 0,1 1-2 0,-4 2 0 16,3 0 2-16,-4 7 0 0,4-6-2 0,-4 6 0 16,2-7-7-16,-2 7-1 0,0 0 3 0,0 0-3 15,0 0 4-15,0 0-1 0,0 0 6 0,0 0 0 16,5 16-4-16,-5-16 1 0,2 11 4 0,-2-11-4 15,1 9 2-15,1-4 0 0,-2-5-2 0,1 7 0 16,-1-7 6-16,0 0-1 0,3 10-6 0,-3-10 6 16,5 4-1-16,-5-4 1 0,0 0-1 0,12 0 3 15,-12 0-1-15,9-2 0 0,-9 2-3 0,18-4 2 16,-8 0-5-16,1 1 2 0,0 0-4 0,-1 2 1 16,0-2 0-16,-2 2-3 0,2 1 4 0,0 1-6 15,-1 2-8-15,-1 1-8 0,-2 0-12 0,4 2-10 16,-6 0-12-16,0 3-29 0,0-1-22 0,-3 1-22 15,1 1-45-15,0-1-40 0,-4 1-47 0,2-10-146 16,-7 19-443-16,1-10 196 0</inkml:trace>
  <inkml:trace contextRef="#ctx0" brushRef="#br0" timeOffset="-199289.99">24390 5598 2855 0,'-10'-17'-4'0,"-2"-1"5"16,5 4 1-16,0 3-15 0,3 4-25 0,-2-3-30 15,3 5-12-15,3 5-5 0,0 0-4 0,0 0-23 16,10-6-25-16,-10 6-26 0,24 8-35 0,-7-1-115 16,12 1-337-16,-1 1 150 0</inkml:trace>
  <inkml:trace contextRef="#ctx0" brushRef="#br0" timeOffset="-198498.84">25149 5656 247 0,'0'0'279'0,"0"0"-14"0,0 0-14 0,0 0-17 16,0 0-10-16,0 0-15 0,0 0-6 0,0 0-1 15,-22 9-5-15,13-2-4 0,-1 5-11 0,-1 2-16 0,-6 5-17 16,2 2-4-16,0 4-12 0,0-2-19 15,6-5-12-15,1 1-12 0,2-2-6 0,1 2-6 16,1-1-9-16,6 0-7 0,0-7-12 0,3 4-8 16,7-2-23-16,-1 0-14 0,0-5-7 0,5 0-12 15,2-1-20-15,2-4-5 0,1-2-4 0,-2 1-10 16,2-1-7-16,0-5 1 0,0 1-1 0,6-3 2 16,-2-5 5-16,-5 4 8 0,-2-2 1 0,0 0 5 15,-3-4 7-15,8-2-2 0,-6 3 5 0,-5-3 6 16,-1-1 1-16,-1 0 6 0,-3 2 1 0,-1 2 6 0,-2 2 21 15,1 1 14-15,0-1 16 0,-2 4 6 16,-3 6 0-16,2-10-9 0,-2 10 0 0,4-7-5 16,-4 7-10-16,0 0-2 0,0 0-3 0,0 0 12 15,0 0 1-15,-5 26 4 0,1-16-2 0,-3 5-3 16,2-1-3-16,-2 1 4 0,5-4-12 0,0 1 0 0,2-1 1 16,0 0-2-16,0-2-5 0,5 0 0 0,1-1 6 15,-1-1-3-15,2 1 1 0,1-3 2 0,2 2-2 16,1-5-5-16,0 0 7 0,0-1-10 15,-2-1-2-15,2-1 2 0,-1-2 3 0,1-1 1 16,-2 0-3-16,0-1-2 0,-1-1 3 0,2-2 3 0,-3 0-3 16,1 0-1-16,-2 0-5 0,2-4-1 0,-4 3 4 15,1-2 13-15,-1 1-20 0,-1-1 3 16,0 5 3-16,0 1 5 0,-1-1 2 0,-2 6-4 16,6-8 0-16,-6 8-8 0,1-5-4 0,-1 5-1 0,0 0 4 15,0 0-1-15,0 0 2 0,0 0 3 0,-1 26-9 16,0-17 3-16,2 4-5 0,-2-2-1 0,1-1 0 15,1 1 3-15,1-3 2 0,2 2 2 16,-2-3-1-16,1-1-3 0,5 2-4 0,0-4 8 16,2-1 1-16,-1 1 2 0,3-4-4 0,1-1-4 0,0-2 5 15,1 0-6-15,-1 0-2 0,1-4 0 0,-1-1 4 16,1 2-3-16,-1-5 0 0,-4 2-2 16,-2-2-3-16,2-2 6 0,0-3-2 0,-1 1 3 15,2-3-2-15,-5 0 2 0,3-5 1 0,-4 3-3 0,1-4-2 16,0 1 3-16,-2 3 1 0,1 4 2 0,-2 5-3 15,0 0 4-15,-2 4 13 0,0 7 3 0,2-10-5 16,-2 10-1-16,0-10-15 0,0 10 0 0,0 0 13 16,0 0 3-16,0 0 13 0,0 27 9 15,0-8 11-15,-4 0 8 0,0 5-3 0,2 3-18 0,-6-1-1 16,4 0 2-16,1-1 0 0,-1-6-2 0,2 1 1 16,-2-2-3-16,3 2-3 0,1-2-12 0,0-3-21 15,1-3-50-15,1-1-35 0,0-1-51 0,-2 2-33 16,2-4-62-16,0-2-49 0,-2-6-55 0,2 6-200 15,-2-6-587-15,0 0 260 0</inkml:trace>
  <inkml:trace contextRef="#ctx0" brushRef="#br0" timeOffset="-198357.79">25792 5792 33 0,'11'-3'127'0,"0"-1"-37"15,8-1-45-15,-2 0-40 0,3 2-35 0,-1-1-15 16,0 2-49-16,4 0 21 0</inkml:trace>
  <inkml:trace contextRef="#ctx0" brushRef="#br0" timeOffset="-197831.27">26254 5782 159 0,'0'0'254'0,"-2"11"2"0,2-11-13 0,-9 13-7 16,0-4 1-16,1 0-9 0,-2 5-14 0,1 0 0 15,3-5-9-15,1 3-17 0,-2-3-16 0,5 1-25 16,-3 0-11-16,3-1-12 0,0 1-10 0,2-3-8 16,2-1-13-16,1 1-3 0,1-1-4 0,5 0-13 15,0-2-4-15,2 2-4 0,3-4-9 0,-3 0-3 16,5-2-13-16,-5-2-10 0,2-2-15 0,1 0-22 16,-5-2-12-16,2 2-10 0,0-3 1 0,-4-1-19 15,-1 0-1-15,-1-3-10 0,0 2 0 0,-3-4-11 16,-4 0 3-16,-3 2 4 0,0-2 4 0,-3-1 6 15,-1 2 5-15,-3-1 1 0,1 6 7 0,0 0 8 16,2 2 10-16,-4-2 5 0,4 4 5 0,2 0 2 16,0 0-2-16,7 3-3 0,-8-2 1 0,8 2 0 15,0 0 3-15,0 0 2 0,0 0 2 0,0 0 1 16,0 0 1-16,24-1 2 0,-8-2-1 0,4 2 3 16,0-2-1-16,9-1 2 0,-9-1 0 0,1 0-1 15,-3 0-1-15,0-1 1 0,-1 0 5 0,-1-4-1 16,-5 5 0-16,3-5 6 0,-5 1 5 0,0-1 0 15,0 1 8-15,-2-3 0 0,-3 5 5 0,1-4 3 16,-3 2 2-16,2 3 8 0,-2-1 9 0,1 0 9 16,-3 7 11-16,0-9-2 0,0 9-4 0,3-8-6 15,-3 8-10-15,0 0-6 0,0 0-9 0,0 0-3 16,0 0 6-16,0 0 3 0,-10 36-4 0,5-17 15 16,-1 9 4-16,-3 0 4 0,0 4-3 0,0 0 1 0,0 1 4 15,3 0-6-15,-2-3-2 0,-1 2-11 0,3-7-3 16,2 4-6-16,-1-1-1 0,2-2 1 15,1-1-6-15,2-7 0 0,-2 1-15 0,2 0-22 16,2-6-20-16,-2-3-40 0,2 2-44 0,1-3-39 16,-3 1-51-16,0-3-44 0,0-7-40 0,3 9-279 0,-3-9-616 15,0 0 273-15</inkml:trace>
  <inkml:trace contextRef="#ctx0" brushRef="#br0" timeOffset="-197468.31">26461 5976 205 0,'0'0'238'0,"4"-9"-22"0,-4 9-22 16,12-6-23-16,-7 2-14 0,5-2-20 0,6 0-15 15,0-2-21-15,2 2-28 0,9-4-34 0,-2-1-37 16,1 1-31-16,1 1-25 0,-2-1-26 0,-6 3-5 16,0-3 4-16,-1 2-10 0,0-3 9 0,-2 0 7 0,-1 1 10 15,-1 0 23-15,-5-3 13 0,3-1 14 0,-3 0 17 16,-1 0 17-16,-1-1 26 0,-2 0 17 15,0 3 22-15,-1 2 15 0,-2-1 8 0,0 3 13 16,-2 2 12-16,0 6 2 0,2-12-3 0,-2 12-7 16,3-9-13-16,-3 9-12 0,0 0-12 0,0 0-1 15,0 0 16-15,0 0 9 0,0 0 7 0,-7 39 6 16,3-22-1-16,-3 2 1 0,-3 5 5 0,2 1-10 16,-1-1-10-16,-1 1-9 0,2-6-7 0,1 4-10 15,-1 1-3-15,0-7-7 0,4 2-3 0,-3-2-14 0,3-1-10 16,1-1-9-16,-1 0-21 0,-1-5-31 0,3 0-36 15,-1-2-28-15,1 2-29 0,0-4-37 16,2-6-35-16,-4 11-39 0,2-6-28 0,2-5-27 16,-3 5-187-16,3-5-500 0,0 0 222 0</inkml:trace>
  <inkml:trace contextRef="#ctx0" brushRef="#br0" timeOffset="-197311.77">26930 5866 138 0,'0'0'210'0,"0"0"-18"0,12 0-23 16,-12 0-16-16,11 1-14 0,-3-2-23 0,4-1-43 15,-1-1-45-15,8-1-63 0,-2 1-46 0,3-1-103 16,1 1-199-16,-2-1 88 0</inkml:trace>
  <inkml:trace contextRef="#ctx0" brushRef="#br0" timeOffset="-197157.37">27267 5859 102 0,'0'0'248'0,"0"0"-12"16,0 0-3-16,0 0-8 0,0 11-13 0,0-11-16 15,0 0-17-15,0 0-16 0,0 0-23 0,0 0-16 16,0 0-36-16,0 0-34 0,0 0-46 0,0 0-64 16,0 0-64-16,2 5-68 0,-2-5-120 0,0 0-332 15,0 0 147-15</inkml:trace>
  <inkml:trace contextRef="#ctx0" brushRef="#br0" timeOffset="-136705.8">24792 6777 38 0,'0'0'17'0,"6"-3"-15"0,-6 3-12 0,0 0-11 15,0 0 6-15</inkml:trace>
  <inkml:trace contextRef="#ctx0" brushRef="#br0" timeOffset="-131148.96">24896 6713 8 0,'0'0'115'16,"0"0"-3"-16,0 0-12 0,0 0-8 0,0 0 1 16,0 0-7-16,0 0-9 0,0 0-2 0,0 0-7 15,0 0-6-15,0 0-7 0,0 0 2 0,0 0-3 16,0 0-13-16,0 0-3 0,0 0 1 0,0 0-4 15,0 0-1-15,0 0-5 0,0 0-7 0,0 0 0 16,0 0 7-16,0 0-4 0,0 0 0 0,0 0-4 16,0 0-6-16,0 0 3 0,0 0-8 0,0 0 3 15,0 0-4-15,0 0 0 0,0 0 2 0,0 0-4 16,0 0 6-16,0 0-6 0,0 0 1 0,0 0-1 0,0 0-1 16,0 0 3-16,0 0 3 0,0 0-1 15,0 0-10-15,0 0 7 0,0 0 3 0,0 0-6 16,0 0 4-16,0 0 3 0,0 0-2 0,0 0-1 15,0 0-2-15,0 0 3 0,0 0-1 0,0 0-3 0,0 0 0 16,-21 1-1-16,21-1 4 0,0 0-2 0,-16 1 4 16,16-1-8-16,-9-1 8 0,9 1 3 0,-8 0 1 15,8 0 5-15,0 0 2 0,0 0-5 0,-14 1-5 16,14-1 12-16,0 0-1 0,0 0-6 0,0 0 5 16,0 0-2-16,0 0 5 0,0 0-5 0,-7 0 3 15,7 0-7-15,0 0 1 0,0 0-7 0,0 0 0 16,0 0 1-16,0 0-3 0,0 0 1 0,0 0 1 15,0 0-1-15,0 0 0 0,0 0-4 0,24 4 1 16,-12-3 3-16,1-1 1 0,4 0-6 0,1 0-3 16,1 0 1-16,2 1-2 0,-1-1-3 0,1-1 0 15,-2 1-10-15,2 0-5 0,-4-1-3 0,2 0-19 16,-8-1-7-16,3 4-5 0,-1-2-12 0,-2 1-10 16,0-1-22-16,-3 0 6 0,0 0-9 0,-8 0-11 15,16 0-11-15,-8 1-96 0,-8-1-233 0,11 0 103 16</inkml:trace>
  <inkml:trace contextRef="#ctx0" brushRef="#br0" timeOffset="-130553.45">24987 6710 31 0,'0'0'140'0,"0"0"-10"0,0 0-9 15,0 0-17-15,0 0-4 0,0 0-14 0,0 0-9 0,0 0-8 16,0 0 4-16,0 0-12 0,0 0 9 15,0 0 0-15,-2 18 7 0,2-9-3 0,0 2-1 16,0 0 2-16,-2 4-4 0,-1 3-2 0,1 0-7 16,-1 0 3-16,2 5-1 0,-3 3-2 0,-1-6-11 15,2-1 5-15,1-1-8 0,-4 2-7 0,2-4-1 16,1 2-7-16,-2-1-2 0,0-1-1 0,2 1-5 16,-2-5 0-16,3 1-1 0,-1 2-5 0,-1-4 0 15,2-1-3-15,0 0 1 0,0-4-2 0,1 4 2 16,-1-4-3-16,2-6 0 0,-1 11-4 0,0-4-4 15,1-7 6-15,-2 8-6 0,2-8 6 0,-2 7-4 0,2-7 3 16,0 0 2-16,-4 5-5 0,4-5-1 16,0 0 4-16,0 0-3 0,-13-2-3 0,13 2-2 0,0 0 3 15,-14-7-3-15,10 4 0 0,4 3-2 0,-12-6 0 16,5 4 1-16,2-2-2 0,-1 0 2 16,6 4-2-16,-12-5-1 0,12 5 2 0,-9-5-1 15,9 5 5-15,-6-3-6 0,6 3 2 0,0 0 0 0,-9-3 0 16,9 3-4-16,0 0-3 0,0 0 0 0,0 0 3 15,0 0-3-15,0 0 4 0,0 0 2 16,0 0-4-16,0 0-1 0,22 11 8 0,-12-7-7 0,7 2 2 16,0-1-4-16,-4-3-8 0,6 2-21 15,1-1-23-15,-1 0-28 0,4-1-26 0,4 2-33 0,-6-3-13 16,2-1-23-16,-5 3-98 0,-4-5-301 0,0 2 133 16</inkml:trace>
  <inkml:trace contextRef="#ctx0" brushRef="#br0" timeOffset="-130329.93">25262 7070 149 0,'0'0'169'0,"-11"3"-9"0,11-3-5 16,-11 5-6-16,3 3 4 0,-1-1-10 0,0 2-5 15,0 0-15-15,2 1-9 0,-1 4-10 0,1-3-4 16,0 3-9-16,2 3-9 0,1-7-1 0,4 5-13 15,0-5-3-15,0 1-14 0,0 2 5 0,5-2-6 16,2 0-20-16,1-1-29 0,1 3-34 0,5-3-45 16,3-1-46-16,0-1-40 0,-6-2-142 0,7-1-331 15,-5-4 147-15</inkml:trace>
  <inkml:trace contextRef="#ctx0" brushRef="#br0" timeOffset="-130060.27">25621 7174 125 0,'0'0'179'0,"6"-1"-14"15,-6 1-18-15,9-4-13 0,-9 4-16 0,14-2-15 16,-7 2-4-16,-7 0-13 0,16 0-23 0,-7 0-25 16,-9 0-24-16,13 3-32 0,-6 0-22 0,-3-2-14 15,-4-1-1-15,5 9 3 0,-5-9-12 0,-2 10-4 16,2-10 1-16,-7 10 1 0,0-3 5 0,0 1 4 15,-2-1 11-15,3 0 3 0,-5 0 17 0,3 1 8 16,2-3 1-16,-1 0 9 0,2-1 5 0,1 2 3 16,-1 0 4-16,1-1 0 0,4-5-5 0,0 9 0 15,0-9-1-15,9 10-1 0,1-7-11 0,3 1-17 16,7-2-47-16,0 0-84 0,11-4 38 0</inkml:trace>
  <inkml:trace contextRef="#ctx0" brushRef="#br0" timeOffset="-129655.24">26598 6986 100 0,'0'0'205'0,"0"0"-12"0,-20 15-16 0,7-3-13 0,1 3-11 15,-3 6-6-15,-2-1-11 0,2 3-1 0,-5-2-4 16,5 4 1-16,-2-4-9 0,-1 1-8 15,5-8-14-15,0 0-10 0,-1 0-13 0,5-2 2 16,-5 0-9-16,5-4-4 0,-1-2-2 0,2 1 0 0,-1-1 7 16,-1 0 4-16,5-4 5 0,-4-1-3 15,0 2 3-15,9-3-7 0,-13-3 12 0,13 3-1 16,-12-4-9-16,5 1-5 0,1-3-10 0,2 1-3 16,3-3-6-16,-3-2-3 0,4 1-8 0,0-4-7 15,2-2-3-15,1 4-9 0,1-5-2 0,7 2-2 0,-2 1 0 16,2 0-7-16,-4 4-2 0,1 0-1 0,2 2-1 15,-6 1-3-15,1 3-7 0,1 0 3 16,-6 3-5-16,0 0 0 0,15 4-2 0,-9 0 3 16,-2 4-2-16,1 1 0 0,-3 2 3 0,2 1 1 0,-2 4 2 15,4 0-1-15,-4 0-6 0,0 0 5 0,0 0 2 16,-2 0-1-16,4-1-22 0,1-1-25 0,-1-2-46 16,1 0-55-16,7 2-62 0,0-3-69 15,-3-2-203-15,3-3-522 0,1-1 230 0</inkml:trace>
  <inkml:trace contextRef="#ctx0" brushRef="#br0" timeOffset="-129188.92">26726 6975 212 0,'5'-6'262'0,"-1"1"-27"0,5 0-24 16,5 0-19-16,1-3-21 0,3 4-17 0,1 1-18 15,-2 2-12-15,2-2-11 0,2 0-13 0,-2 2-13 16,1-1-8-16,-2 0-13 0,0 0-7 0,-5 2-6 16,1-3-7-16,-5 3-4 0,1-2 1 0,-5 2-4 15,-5 0-4-15,10-1-3 0,-10 1-4 0,0 0 4 16,13-1-1-16,-13 1-4 0,0 0-4 0,0 0-6 16,6 4-4-16,-6-4-3 0,-2 9-2 0,2-9 0 15,-11 26 1-15,3-8 4 0,-4 6 1 0,1 2-2 16,-5-1 0-16,5 0-1 0,2 2 2 0,0-1-4 15,-1 2 0-15,0-3-1 0,3 0 3 0,-2-2 12 16,4-2 3-16,1-4-4 0,2-1-2 0,-1 0-2 16,1-4 0-16,-2 0 0 0,2-2 0 0,0-2-2 15,-2-1-3-15,2-1 0 0,2-6 3 0,-4 11-2 16,0-6 4-16,4-5-5 0,-5 4 2 0,5-4-6 16,0 0 0-16,-13-1-2 0,13 1 0 0,0 0-1 15,-14-8-1-15,12 3-4 0,2 5 2 0,-2-10 0 16,2 10-1-16,-5-8 1 0,5 8-3 0,0-6-4 15,0 6-1-15,-4-7-2 0,4 7 0 0,0 0 0 16,0 0 3-16,11-2-7 0,-11 2-9 0,20 1-7 16,-9 2-14-16,8-3-26 0,-2 1-29 0,2 0-21 15,3 2-39-15,6-3-24 0,-5 0-24 0,8 1-162 16,-3-1-396-16,-5-2 176 0</inkml:trace>
  <inkml:trace contextRef="#ctx0" brushRef="#br0" timeOffset="-128854.13">27288 7260 4 0,'2'-6'206'0,"-2"6"7"0,2-13 0 0,-2 13-5 16,-4-12-9-16,4 12-12 0,-7-7-17 0,1 4-14 16,6 3-9-16,-15 3-15 0,5-1-7 0,-2 3-10 0,-4 3-11 15,4 0-8-15,0-1-11 0,-1 2-7 16,3 0-8-16,4-1-8 0,1 1-5 0,-1 1-5 16,4 1-5-16,1-1-2 0,4-1-4 0,1 2-4 15,-2-2-3-15,5-2-6 0,2 0-8 0,-2 0-6 16,4-2-3-16,1-1-3 0,0 0 1 0,-3 0-2 0,3-3 2 15,-5 2-3-15,-1-3 6 0,-6 0-3 0,9 1 1 16,-9-1-1-16,0 0 1 0,12-3 6 16,-12 3 3-16,0 0-2 0,6-4 3 0,-6 4-6 15,0 0-1-15,0 0-5 0,0 0 0 0,0 0-1 0,-27 10-1 16,14-7-1-16,-3 5 1 0,-5-3 2 16,2 3 1-16,1-1-2 0,2 0 3 0,2 1-5 15,3-1-2-15,2 1 2 0,0-2 0 0,3 1-4 16,3-2 4-16,1 2 0 0,2-7-3 0,2 12-13 15,2-6-21-15,9 1-35 0,1-1-46 0,7 0-58 0,8-4-60 16,-9 0-207-16,11-4-474 0,-1-1 210 0</inkml:trace>
  <inkml:trace contextRef="#ctx0" brushRef="#br0" timeOffset="-128492.95">27664 7242 2948 0,'3'-5'119'0,"-3"5"-61"0,7-5-33 0,-7 5-17 0,4-7 5 16,-4 7-6-16,7-6-4 0,-7 6-2 16,7-5-3-16,4 1 0 0,1 0 2 0,1 4 0 0,1-3-2 15,3 2 1-15,4-2-7 0,-3 3-17 0,-1-4-20 16,2 1-11-16,-2 1-18 0,-1 2-7 0,-5-3-7 16,1 3 4-16,-4-1 7 0,2 1 7 0,-4-3-2 15,-6 3-2-15,9-4 4 0,-6-1 11 0,-3 5 11 16,2-10 11-16,-2 10 15 0,-2-13 5 0,2 13 8 15,-5-11 12-15,0 6 11 0,5 5 12 0,-4-10 13 16,4 10 6-16,-4-6 3 0,4 6 2 16,0 0-7-16,-5-4-5 0,5 4-5 0,0 0-5 15,0 0-4-15,0 0 1 0,0 0 15 0,-11 10 20 0,4-1 4 16,5 2-7-16,-5 0 0 0,-1 4-5 0,1 0 0 16,-1 1 1-16,4 0-8 0,-1 0-4 0,1 1 3 15,0-1-3-15,2-5-8 0,0 6-3 0,-1-2-1 16,-2 0-27-16,3-2-37 0,0 0-52 0,2-3-72 15,0 3-76-15,0-2-226 0,0-11-497 0,2 15 221 16</inkml:trace>
  <inkml:trace contextRef="#ctx0" brushRef="#br0" timeOffset="-127523.33">28424 7021 3406 0,'3'-8'15'0,"-2"-3"-22"0,2 5 3 16,-3 6-9-16,4-11 1 0,-2 7-2 0,3-2-3 15,3 1 5-15,0-2 3 0,3 3-2 0,2 0 9 16,5-2-5-16,0 0-2 0,-1 4 2 16,-2-1-10-16,4 2-8 0,-3-4-4 0,-2 5-2 0,-2-1 0 15,-1-1 3-15,-2 0 3 0,-1 0 0 0,-8 2 5 16,13 0 2-16,-13 0 1 0,10 0 1 0,-10 0 1 15,0 0 1-15,0 0-1 0,9 0-3 16,-9 0 1-16,0 0 3 0,0 0 0 0,5 6 2 0,-5-6-2 16,-2 11 3-16,0 0 1 0,0-1 0 0,-2 6 1 15,0 2 8-15,-5 6 1 0,4 2 0 0,1 1 2 16,-2 1 19-16,1-2 1 0,1-1 6 0,-3 1-6 16,4-6 5-16,-3 4-7 0,3-5 1 0,-3 0-3 15,4-1 2-15,-1 2-3 0,1-5-2 0,-2-2-3 16,1-1-1-16,1-2 1 0,1 1 2 0,1-1 0 15,-3-2 0-15,-2 1-2 0,1-3 1 0,-1 1 3 16,-4-5-5-16,1 1-9 0,-2-1-3 0,-1 0-6 16,0-2-1-16,0-2 3 0,2 0 4 0,0-1-3 15,0-3 1-15,4 2-3 0,-4-1 2 0,3 0 2 16,-1 0 2-16,7 5 8 0,-9-7 3 0,7 4 4 16,2 3 1-16,-8-6-5 0,8 6-2 15,-5-4-3-15,5 4 0 0,0 0-1 0,0 0-1 0,0 0-3 16,0 0 5-16,0 0 1 0,22-3-5 0,-9 4-2 15,7 1-14-15,0 1-14 0,2-2-13 0,5 1-12 16,4 2-16-16,-3-3-10 0,1 1-8 16,2-2-9-16,-4 0-3 0,1 0 5 0,1-2-2 0,-7 2 10 15,-2-1 6-15,1-3 11 0,-2 1 6 0,1-2 13 16,-3 0 3-16,-6 2 11 0,2-2 10 0,-1-2 8 16,-2 0 14-16,1 1 13 0,0 1 14 0,-5-1 17 15,2 3 22-15,-2-2 11 0,-1 1 2 0,-5 4 3 16,8-4 3-16,-8 4-7 0,5-4-7 0,-5 4-9 15,0 0-5-15,8-2-6 0,-8 2-8 0,0 0 5 16,0 0 0-16,0 0 15 0,-12 24 7 0,3-15 0 16,0 1-4-16,2 4-3 0,-2-6-4 0,4 5-8 15,-4-6-3-15,4 5-1 0,2-5-6 0,0 5-1 16,3-2-4-16,0-2 4 0,4 2-3 0,1-1-13 16,4-2-2-16,2 1-11 0,5-2-11 0,2 1-13 15,0-3-7-15,0 0-4 0,2 0 2 0,1-1-6 16,-5-3 8-16,5 0-2 0,-4-2-1 0,-4 1 4 15,0-2 1-15,1 0 2 0,-2-3 3 0,-1 1 1 0,2 0 1 16,-4-5 5-16,4 4-1 0,-4-1-1 16,0-2 6-16,-2 3 0 0,0 1 7 0,-2 1 6 15,-1 0-2-15,-4 4 2 0,7-4-4 0,-7 4-3 16,0 0 3-16,8-2 3 0,-8 2-1 0,0 0 3 16,0 0-2-16,3 11 2 0,-3-11 2 0,5 9 8 15,-2-4-6-15,0 0 0 0,2 1 4 0,-1-3 1 16,1 2 5-16,5-2 4 0,1 1 5 0,0-1-3 15,1 1 8-15,-2-4-1 0,1 0 9 0,1 0 8 16,-4 0 11-16,-1-4 23 0,2 1-30 0,-3-1-3 0,2-1 3 16,0-3-6-16,-4 2-11 0,3-3 7 15,-4-2-5-15,-2 0 1 0,-1 2-12 0,-1-2-2 16,0 1-14-16,-7 0-2 0,0 0-21 0,-2 2-20 16,-6-2-31-16,-4 5-31 0,-7-2-41 0,-5 4-51 15,-1 4-65-15,3 1-50 0,-4 3-243 0,0-1-584 16,1 4 258-16</inkml:trace>
  <inkml:trace contextRef="#ctx0" brushRef="#br0" timeOffset="-126819.03">26310 7842 140 0,'0'0'226'0,"0"0"-24"0,0 0-19 0,0 0-12 15,-13 15-10-15,-5 6-9 0,0 3-5 0,-8 1-10 16,3 3-11-16,-5-3-8 0,1 1-13 0,0 0-7 16,1-4-15-16,1 1-1 0,-1-4-9 0,3-1-9 15,7-7-3-15,-4 0-8 0,1-2-2 0,2-2-6 16,-1 0-3-16,5-3 0 0,1 0 4 0,1-3 12 15,2 1 4-15,-2-4-3 0,11 2-5 0,-13-5 0 16,8 1-7-16,-1-4-5 0,3-1-1 0,-2-4-7 16,5 1-7-16,5-6 18 0,-1 0 0 0,1-2-7 15,8-4 0-15,-1 1-7 0,5-1-7 0,0 2-1 16,2 3-4-16,-5 6-2 0,1 2 1 0,-1 1-7 16,-3 3-2-16,-2 2-1 0,1 2-3 0,0 2-1 0,-1 1 1 15,1 4-7-15,-2 1 1 0,3 4-4 16,-1 1 5-16,-1 5 0 0,2-1-2 0,-4 3 3 15,4 1 2-15,0-1-2 0,-1 6 1 0,3 0 1 16,-4-7 0-16,0 1 0 0,2 1 3 0,2-3-22 0,1 1-21 16,-1-1-31-16,5-2-40 0,-4 0-41 15,4-3-43-15,-3-1-33 0,1-2-216 0,-5-1-477 0,3-3 211 16</inkml:trace>
  <inkml:trace contextRef="#ctx0" brushRef="#br0" timeOffset="-126661.31">26524 8052 200 0,'4'-6'191'0,"-4"6"-6"16,5-4-18-16,-5 4-10 0,0 0-13 0,9-7-14 0,-9 7-13 15,11 0-13-15,-4 0-10 0,4 0-7 0,0 0-17 16,1 3-38-16,1-2-51 0,6 1-50 0,-6-1-46 16,5 1-132-16,-5-2-265 0,0 1 118 15</inkml:trace>
  <inkml:trace contextRef="#ctx0" brushRef="#br0" timeOffset="-126516.98">26693 8103 5 0,'-8'3'175'0,"8"-3"-12"0,0 0-6 15,0 0-12-15,0 0-5 0,0 0-5 16,0 8-5-16,0-8-5 0,0 0-8 0,16 5-10 0,-5-4-8 16,3 1-34-16,6 0-32 0,7-2-46 0,2 0-42 15,-2-1-32-15,3 0-37 0,-1-2-96 16,-2 0-238-16,2-2 105 0</inkml:trace>
  <inkml:trace contextRef="#ctx0" brushRef="#br0" timeOffset="-126235.05">27139 8038 180 0,'4'-7'202'15,"-4"7"-4"-15,1-6-9 0,-1 6-20 0,0 0-13 16,0 0-16-16,0 0-10 0,0 0-1 0,0 0 2 16,0 0-7-16,-14 17 0 0,10-8-8 0,-3 0-7 15,0 1-10-15,3 0-4 0,1-1-7 0,1 1-4 16,0 0-4-16,2 0-2 0,2 0-5 0,0-1 0 15,1 1-2-15,7-1 0 0,0-3 7 0,3 1-1 16,4 0 1-16,0-2 0 0,1-4-5 0,-1 1 1 16,-4-2 7-16,0 0-5 0,1-2-1 0,-4 0 3 15,3-3-8-15,-3-1 1 0,-1-1 2 0,0-1 6 16,0 0 1-16,-4-3-8 0,-1 1 2 0,1-1-22 16,-2 0 2-16,-2-2-9 0,-1 2-6 0,-1-2-7 15,-1 3-11-15,-2 0-22 0,-3 1-26 0,-3 3-28 16,-2-1-27-16,-3 4-26 0,-6 3-37 0,-8 1-32 15,-3 4-44-15,-1 0-57 0,-3 3-46 0,0 1-180 16,3 1-545-16,-2-3 241 0</inkml:trace>
  <inkml:trace contextRef="#ctx0" brushRef="#br0" timeOffset="-125282.88">25165 8545 10 0,'-11'-2'181'0,"11"2"-4"16,0 0-22-16,-10-4-14 0,10 4-11 0,0 0-14 16,-4-3-15-16,4 3-9 0,0 0-5 0,0 0-10 15,0 0-9-15,0 0-4 0,0 0-5 0,0 0-3 16,0 0 6-16,0 0 8 0,0 0 8 0,0 0 11 16,0 0 1-16,0 0 2 0,-6-5-10 0,6 5 1 15,0 0-5-15,0 0-4 0,0 0-2 0,-2-12-2 16,2 12-7-16,-1-7 1 0,1 7-3 0,0 0 3 15,0 0-3-15,0 0-3 0,-1-9-3 0,1 9-8 0,0 0-3 16,0 0-4-16,0 0-3 0,0 0-5 16,0 0-4-16,0 0-4 0,0-10-6 0,0 10 1 15,0 0-3-15,0 0-2 0,0 0-4 0,0 0-3 16,0 0 2-16,0 0-3 0,0 0-1 0,0 0 2 0,0 0-4 16,0 0 1-16,0 0 0 0,0 0 1 15,0 0-3-15,0 0 5 0,0 0-3 0,0 0 1 0,0 0-1 16,0 0 0-16,0 0-3 0,0 0 3 15,0 0-6-15,0 0 2 0,0 0-3 0,0 0 2 0,0 0 3 16,0 0 3-16,22 8-3 0,-9-8 2 0,5 0-7 16,2 2-8-16,0-4-23 0,1-2-17 15,-1 4-19-15,2-1-23 0,-3-2-20 0,0 3-10 16,-2 2-18-16,-6-2-4 0,0-2-17 0,-4 2-4 0,-7 0-4 16,13-1 0-16,-13 1-2 0,10 0-108 0,-10 0-301 15,0 0 134-15</inkml:trace>
  <inkml:trace contextRef="#ctx0" brushRef="#br0" timeOffset="-124758.77">25393 8492 453 0,'0'0'8'0,"0"0"7"15,0 0 19-15,0 0 11 0,-27-5 10 0,27 5 2 16,0 0-3-16,0 0 2 0,-11 1-8 0,11-1 1 16,0 0-7-16,-6 4 10 0,6-4 24 0,-7 11 8 15,3-1 8-15,0 4 5 0,-4 1 2 0,2 1-3 16,2 3-1-16,-1-1-2 0,-4 1-6 0,4 0-3 16,1 0-3-16,-2 0-3 0,3-3-8 0,1 2-8 15,-2-1-3-15,0 0-7 0,3-4-3 0,-4-1-6 16,5 0-6-16,-3 2 5 0,2-4-7 0,-1 0-3 15,0 2-5-15,1-5-4 0,1 1-2 0,0 0 3 16,0-8-12-16,-2 10-10 0,2-10-18 0,-2 8-15 16,2-8 11-16,-4 6 1 0,4-6 3 0,0 0 1 15,-5 5-5-15,5-5-5 0,0 0 3 0,0 0-1 16,-14-2 0-16,14 2-2 0,0 0 2 0,-11-5 6 16,11 5 4-16,-7-6 2 0,7 6 4 0,0 0-2 15,-5-6-1-15,5 6-3 0,0 0 4 0,0 0-6 16,0 0 10-16,0 0-6 0,0 0 3 0,0 0 2 0,0 0-1 15,0 0 5-15,0 0 1 0,23 14-1 0,-9-10-15 16,2 0-12-16,4-2-15 0,-3 1-10 16,4-1-11-16,0 0-8 0,8-1-22 0,-6 2-10 15,4-3-2-15,1 1 0 0,-6-1 3 0,-1-1 3 16,1 0 7-16,-4-1 4 0,5 0 14 0,-5-2 10 16,2-2 15-16,-5 2 20 0,-3 0 11 0,1-3 21 15,-4 2 13-15,0-2 30 0,0 0 12 0,-5 2 11 16,1 0 24-16,0 2 13 0,-5 3-8 0,5-10 2 0,-5 10-1 15,-1-9 5-15,1 9-5 0,0 0-1 16,-9-8-11-16,9 8-4 0,-11 2-7 0,11-2-3 0,-20 12 1 16,10-5-5-16,-2 4 1 0,0 3-4 0,-1-1 0 15,2 0-8-15,1 1-3 0,0 3-3 0,5-2-6 16,-1-1-4-16,2-5-1 0,0 4-8 0,4 0 4 16,0-3-7-16,4 2-4 0,2 3-23 0,2-4-26 15,5-1-27-15,2-1-44 0,1-3-37 0,3-2-45 16,1-2-38-16,-2 1-148 0,5-1-392 0,-3-3 174 15</inkml:trace>
  <inkml:trace contextRef="#ctx0" brushRef="#br0" timeOffset="-124481.18">26046 8893 46 0,'7'-4'221'0,"-1"1"-15"0,0 0-8 15,2-1-19-15,-2 3-15 0,1-2-15 0,-1 1-14 16,6 0-17-16,-5-1-9 0,2 2-18 0,3-1-29 15,-2 0-23-15,1 2-34 0,-1 0-31 0,1 4-28 16,-5-4-15-16,1 2-11 0,0 2-10 0,-4 1-5 16,-3-5 3-16,2 9 10 0,-2-9 14 0,-3 12 19 15,-2-5 16-15,1-2 18 0,0 2 17 0,1-3 23 16,-1 2 15-16,4-6 3 0,-7 9 16 0,3-5 6 16,-1 1-4-16,5-5 5 0,-5 8 0 0,5-8-3 15,-4 7-4-15,4-7 2 0,0 0 4 0,-2 8 1 16,2-8 2-16,6 6-8 0,-6-6-6 0,14 3-4 0,-1-1-27 15,2 0-34-15,11-1-75 0,8-4-60 0,-5 0-141 16,7-3-312-16,0 0 139 0</inkml:trace>
  <inkml:trace contextRef="#ctx0" brushRef="#br0" timeOffset="-123278.89">26802 8690 39 0,'-8'-5'276'0,"-1"0"-18"0,5 0-21 0,4 5-22 0,-10-4-22 15,10 4-21-15,0 0-11 0,0 0-21 0,16-10-13 16,1 7-17-16,6 1-5 0,9 1-13 0,1 0-13 15,3-1-22-15,-3 0-23 0,2-1-18 0,-7 3-16 16,-5-1-29-16,-3 2-9 0,-2-1-21 0,-8-1-7 16,1 2-16-16,-3-1-1 0,-8 0 3 15,12 0 1-15,-12 0 4 0,0 0 10 0,0 0 3 0,0 0 10 16,0 0 4-16,0 0 10 0,0 0 16 16,0 0 12-16,-27-5 6 0,27 5 15 0,-11-1 3 0,11 1 8 15,0 0-10-15,-12 1 10 0,12-1-5 0,-9 5 8 16,3 0 10-16,2 4 12 0,-4 3 12 0,2 2 1 15,-1 4 8-15,1-1-5 0,0 0-3 0,0 2 2 16,1 1 2-16,-1 5-3 0,4-6 1 0,-5 4 1 16,5-5-9-16,-3-2-1 0,3 2-6 0,1-2-3 15,-1-1-5-15,0 2 1 0,0-4-4 0,0-2-5 16,2 0-2-16,-4-1-3 0,3 1-3 0,-1-2 0 16,0-2-2-16,2 0 2 0,0-7-5 0,-2 11 0 15,2-11-2-15,-4 7-1 0,4-7-2 0,-3 7-1 16,3-7-1-16,-7 3 0 0,7-3 1 0,0 0-4 15,-11 0-3-15,11 0-3 0,0 0-1 0,-11-6 5 16,11 6-6-16,-9-4 3 0,9 4-2 0,0 0-1 16,-5-3 1-16,5 3 1 0,0 0-1 0,0 0-2 0,0 0-1 15,-9-1-3-15,9 1 0 0,0 0 3 0,0 0 0 16,0 0-3-16,0 0-3 0,0 0 9 16,0 0-5-16,28 2-9 0,-17-1-8 0,2 0-10 15,1-1-15-15,3-1-15 0,1 1-25 0,3 0-14 0,-1 0-27 16,-2-2-12-16,2 2-12 0,2-3 2 15,-1 2 7-15,1-1 6 0,0 1 7 0,5-3 12 0,-4 0 4 16,-2 1 14-16,-4-3 10 0,1 2 16 16,-5 0 22-16,1 1 26 0,-3-1 26 0,0-2 16 0,-1 2 19 15,-4-5 23-15,-1 5 27 0,1-2 8 0,-4 2 18 16,-2 4 3-16,8-9 2 0,-8 9 0 0,2-6-8 16,-2 6-5-16,4-6-12 0,-4 6-13 0,0 0-6 15,0 0 4-15,0 0-8 0,0 0 1 0,-31 14-2 16,17-3-1-16,-1-1-1 0,4 1 3 0,-3 1-10 15,1 1-6-15,5-4-8 0,0 3-3 16,3-1-1-16,1-1-4 0,0 0-8 0,1-2-1 0,1 2-1 16,4 0-1-16,0 0-3 0,1-2 3 0,3 1-4 15,5-2-4-15,-1-2 1 0,7-2-18 0,3 1-12 16,-2 1-9-16,5-3-11 0,4-1-11 0,2-3-6 16,-9 0 0-16,8 0-5 0,-7-2-1 15,6-2-1-15,0-3 5 0,-8 3 4 0,0-2 6 0,0-1 7 16,1-1 4-16,-4 1 3 0,0 1 1 0,-5 3 14 15,-1-3 14-15,-2 0 14 0,-1 4 16 0,1-1 12 16,-4 1 4-16,-4 4-1 0,7-4-7 0,-7 4-8 16,0 0 1-16,0 0-5 0,0 0-2 0,0 0 3 15,3 16-5-15,-3-16-3 0,-7 15 7 0,5-6-1 16,-1 3-5-16,2-2-1 0,2 0 1 0,1 0-1 16,-1-1-1-16,3 1 0 0,3 0-2 0,0-3 5 15,2 0 6-15,1-2 3 0,3 0-1 0,1-4-4 16,-1 0 3-16,6-1 3 0,-1-3-9 0,-7 2 0 15,6-3 0-15,-4 0 3 0,-1-1 1 0,-3-2 3 16,-1-2-3-16,0 0 4 0,-2 0-6 0,2-5-1 16,-7 1-4-16,3 2-3 0,-4-1 2 0,-2-1-4 15,0 1-3-15,-3-1-6 0,-1 1 0 0,1 2-6 16,-2-1-13-16,1 2-16 0,-3 2-21 0,-5 2-34 16,1 1-39-16,-1 1-45 0,2 5-49 0,0-4-45 0,-3 5-215 15,5-1-514-15,0 1 227 0</inkml:trace>
  <inkml:trace contextRef="#ctx0" brushRef="#br0" timeOffset="-123148.56">27863 9129 19 0,'0'0'231'0,"0"0"-29"16,0 0-38-16,0 0-50 0,0 0-48 0,0 0-53 15,-18-12-56-15,18 12-85 0,-9-7-139 0,4 4 62 16</inkml:trace>
  <inkml:trace contextRef="#ctx0" brushRef="#br0" timeOffset="-115643.39">24691 9531 59 0,'-2'-9'193'0,"1"2"-14"0,-4-2 3 0,1 0-1 0,-1 1-17 16,0 0-9-16,-1-1-8 0,0 2-6 0,0 0-10 16,-3 2-6-16,2-1-17 0,-2 4-9 0,9 2-12 15,-18-3-8-15,7 6-6 0,-8 1-10 0,0 5-2 16,3 4-7-16,-9 7-1 0,3-1-6 0,3 0-10 15,1 2-3-15,3 0-1 0,3-4 3 0,2 0-12 16,3 0 1-16,4-2-6 0,-1 1 1 0,4 0-1 16,1-4-2-16,5 2-3 0,-2-2 1 0,1-2-3 15,3-1 0-15,2 0-5 0,-1-2 5 0,3-3 0 16,-1 3 1-16,-1-5-5 0,2-1 4 0,1-1-1 16,-2-1-3-16,3-3 1 0,-1 1 2 0,-3-3-5 15,3 0 2-15,0-1 1 0,1-4-1 0,-3-2-5 16,-2 1 5-16,2 0-5 0,-2-2 2 0,-3 2 0 15,0 3-1-15,1-2 2 0,-3 2 2 0,-1 2 4 16,0 1 4-16,-3 6 0 0,5-9-4 0,-5 9-7 16,4-7 1-16,-4 7-2 0,0 0-4 0,0 0 3 15,0 0-1-15,0 0-2 0,0 0 0 0,3 25 0 16,-5-14 2-16,2 1-2 0,0-3 4 0,0 4-21 16,0-3-17-16,0 3-24 0,2 0-25 0,-1-3-29 15,-2 1-28-15,2-2-41 0,-1 0-22 0,1-1-152 16,-1-8-384-16,-1 14 169 0</inkml:trace>
  <inkml:trace contextRef="#ctx0" brushRef="#br0" timeOffset="-115325.38">24796 9641 53 0,'0'0'132'0,"0"0"-9"0,0 0 7 0,0 0 6 15,0 0-9-15,0 0-15 0,9 12 4 0,-9-12-8 16,3 16-7-16,-3-9-9 0,1 0-10 0,-1 0-2 15,1 0-5-15,-1-7-7 0,0 16-2 0,2-10-6 16,-2-6-6-16,0 9 2 0,0-9-4 0,1 8 2 16,-1-8-2-16,2 6 15 0,-2-6 5 15,0 0 3-15,0 0-8 0,0 0-5 0,0 0-3 0,0 0-8 16,0 0-9-16,8-16 0 0,-3 9-5 0,0-2-5 16,4 0-2-16,-4-2-5 0,3 3-2 0,0-2-6 15,1 2 2-15,-1-1-6 0,-2 5-3 0,1-2 1 16,-4 2-3-16,-3 4-5 0,11-5 0 0,-8 4 1 15,-3 1-1-15,0 0 1 0,0 0-2 0,15 7 1 16,-8 0-16-16,-5-1-4 0,2 0-20 0,-1 5-26 16,-1 1-33-16,2-2-40 0,-1-1-27 0,2 1-33 15,0 0-136-15,-1-1-360 0,2 0 159 0</inkml:trace>
  <inkml:trace contextRef="#ctx0" brushRef="#br0" timeOffset="-114921.92">25286 9651 175 0,'0'0'209'0,"-2"-12"1"16,-3 8-10-16,5 4-18 0,-8-9-15 15,0 9-11-15,8 0-5 0,-16 0-13 0,4 2-8 16,0 3-11-16,-1 1-14 0,-2 2-12 0,2 2-1 16,2-3-15-16,2 1-6 0,3 2-9 0,-2-2-5 0,0 2-7 15,3-1-5-15,0-1-6 0,4-2 2 16,1-6-5-16,0 13-6 0,0-13-4 0,1 10 2 15,-1-10-4-15,5 8-3 0,-5-8-1 0,7 4-2 0,-7-4-1 16,8 0-5-16,-8 0 1 0,12-5-2 0,-7 0 2 16,1-1-7-16,2-3-1 0,-2 2 3 15,1-4-2-15,-2 1-3 0,1-5 2 0,1-1-1 0,0 0-2 16,-3-3 1-16,3-5-2 0,-4 6 3 0,4-6-2 16,-3 5 1-16,1 0 1 0,-3-1-2 0,2 5 0 15,0 1 10-15,-4 3 6 0,3 1 6 0,-2 3-3 16,-1 7-2-16,1-10-7 0,-1 10-2 0,0 0-5 15,0 0 12-15,0 0-10 0,0 0-4 0,-13 35 6 16,8-17 0-16,-6 10-4 0,4-1 4 0,-2-2 1 16,2-1-4-16,0 2 2 0,5-7-1 0,-1 0 1 15,3 0-6-15,-1 0-17 0,5-2-24 0,-2 1-42 16,3-2-43-16,2-1-49 0,-1-4-57 0,-1-3-180 16,7 0-444-16,-2-2 197 0</inkml:trace>
  <inkml:trace contextRef="#ctx0" brushRef="#br0" timeOffset="-114456.03">25769 9528 152 0,'0'0'235'16,"5"-6"-14"-16,-5 6-21 0,4-7-19 0,-4 7-20 15,7-6-15-15,-3 4-15 0,-4 2-10 0,14-4-12 16,-5 4-13-16,0 0-9 0,2-2-9 0,0 2-8 15,-11 0-7-15,18 0-8 0,-9 0-2 0,2 0-8 0,-3 2-5 16,-2-2-6-16,-6 0-3 0,11 0-2 16,-11 0-2-16,7 0-5 0,-7 0 0 0,0 0-5 15,9 3-2-15,-9-3-2 0,0 0-1 0,0 0-4 16,0 0-1-16,7 1 1 0,-7-1-2 0,-2 12-2 0,2-12 3 16,-4 17-2-16,1-6 1 0,1 0-1 0,-5 5 4 15,4-5-6-15,-1 5 4 0,2-3-1 0,-3 1-5 16,3-1 3-16,-2 1 3 0,2 0 1 15,-1-4 1-15,0 1-4 0,1 0-2 0,2-2 5 0,-2-1-4 16,2 0 2-16,-2-2-1 0,0 1 0 0,2-7 4 16,-3 11 1-16,3-11-6 0,-2 8-1 0,2-8 7 15,-6 6-5-15,6-6-2 0,-9 1-8 0,1-1 4 16,8 0-3-16,-10 0-3 0,10 0 2 0,-11-3 4 16,11 3-5-16,-14-2 0 0,9 0 0 0,5 2 4 15,0 0-1-15,-8-4-4 0,8 4 0 0,0 0 0 16,-8-3-3-16,8 3 2 0,0 0 3 0,0 0-1 15,0 0 2-15,0 0-3 0,0 0-8 0,21 7-13 16,-7-7-15-16,-1 2-33 0,16-2-13 0,-8-2-30 16,5 2-19-16,3-2-30 0,-9 1-145 0,10-1-337 15,-1-1 149-15</inkml:trace>
  <inkml:trace contextRef="#ctx0" brushRef="#br0" timeOffset="-114125.24">26272 9704 126 0,'0'0'169'16,"3"-7"-6"-16,-3 7-2 0,0 0 1 0,0 0-7 15,0 0-10-15,-11-9-4 0,11 9-11 0,-14 2-4 16,14-2-8-16,-16 5-5 0,5-1-10 0,0 0-8 16,4 0-8-16,-1-1-1 0,0 4-8 0,6-2-12 15,-3 1-4-15,1-1-9 0,4-5-5 0,-4 12-3 0,4-12-3 16,2 10-2-16,-2-10-1 0,7 10-6 16,-1-8-4-16,4 4-3 0,3-2-11 0,-4-2-7 15,4 0-7-15,0-1-6 0,-1-1-5 0,-1-1-5 16,-2 1 6-16,0-2 0 0,-9 2 4 0,11-2 3 0,-11 2-3 15,9-3 2-15,-9 3-1 0,4-3 5 16,-4 3 3-16,0 0 6 0,0 0-5 0,0 0 5 16,0 0 5-16,-31 3 5 0,22 2-3 0,-6 2 5 15,3-2 2-15,-3 4 1 0,1-2 3 0,3-1 0 0,0 3-3 16,1-3 0-16,4 2 0 0,-2 1-2 0,3-2-3 16,0-1-3-16,2 0-4 0,3-6 5 15,3 14-7-15,4-5-6 0,0-2-15 0,8 2-29 16,3-3-40-16,9 0-39 0,5-3-39 0,1-3-53 0,-5 0-186 15,3-2-429-15,-2 0 189 0</inkml:trace>
  <inkml:trace contextRef="#ctx0" brushRef="#br0" timeOffset="-113649.39">26733 9822 205 0,'0'0'240'0,"8"-7"-9"0,-8 7-10 15,10-4-9-15,-5 2-9 0,3 0-13 0,-1-2-9 16,3 0-11-16,0-1-10 0,-1 2 4 0,1-2-14 16,1 1-16-16,-1-3-5 0,0 3-13 0,-1-2-3 15,0-1-7-15,-1 3-7 0,-2-2 0 0,0-1 2 16,1-2-10-16,-1 1-15 0,-4 2-1 0,1 0 4 16,2 1-1-16,-5 5-1 0,4-11-4 0,0 6-13 15,-4 5 3-15,1-5-6 0,-1 5-14 0,0 0-7 0,0 0-10 16,0 0-2-16,0 0-2 0,0 0 2 15,0 0-10-15,-9 21 2 0,1-11-4 0,4-1 3 16,2 1-8-16,0 0 2 0,-1 0-1 0,3 1-2 16,0-1-3-16,3-1 8 0,1-1-9 0,0-1-1 0,4 0 10 15,0 0-7-15,1-3 0 0,2 0 1 16,1 0-6-16,-3-3-5 0,-1-1 6 0,4-1 0 16,-3-1 2-16,0-1-4 0,0 0 3 0,0-2 1 15,0-1-2-15,-5 2 3 0,3-1-1 0,0-3-4 0,-3 1-5 16,1-2 13-16,-1 1-6 0,1-1 1 0,-3 1 13 15,1 3-11-15,1-1-4 0,-4 6-1 0,2-11 1 16,2 7 2-16,-4 4-10 0,0 0-3 16,0 0 1-16,0 0 1 0,0 0 0 0,0 0 5 0,0 0 2 15,0 0-3-15,-10 26 1 0,4-15-2 0,0 3-1 16,1-2-18-16,-1 0-21 0,2 2-27 0,1-2-24 16,-2 0-36-16,3 1-33 0,-2-2-45 15,4-1-44-15,0 0-50 0,-1-3-172 0,1-7-516 0,-4 16 228 16</inkml:trace>
  <inkml:trace contextRef="#ctx0" brushRef="#br0" timeOffset="-113480.1">26829 9575 154 0,'-8'-8'210'0,"3"2"-39"0,1 3-42 0,4 3-46 15,-6-3-21-15,6 3-30 0,0 0-42 0,0 0-38 16,25 16-83-16,-6-9-141 0,8 3 63 0</inkml:trace>
  <inkml:trace contextRef="#ctx0" brushRef="#br0" timeOffset="-112498.84">27427 9687 71 0,'5'-5'210'0,"-1"-1"-2"0,2 2-16 0,-6 4 1 16,9-8-14-16,-6 5-13 0,-3 3-10 0,9-6-13 16,-9 6-17-16,9 0-8 0,-9 0-15 0,0 0-11 0,13 5-6 15,-13-5-6-15,9 8-7 0,-6-2-11 0,-1 1 0 16,2 0-3-16,-2 0-6 0,0 2-2 16,-2 0-3-16,-2 1-2 0,-2-1-5 0,0 0 1 15,-3 0-1-15,0-1-6 0,0 5-5 0,1-6-3 0,-1-1-1 16,3-1-2-16,-1 0-3 0,0 2 0 0,1-2-4 15,4-5-1-15,-7 8-5 0,3-4 2 0,4-4-1 16,-7 5-2-16,7-5-2 0,-7 8 1 16,7-8 0-16,0 6-5 0,0-6 3 0,0 0-2 0,4 10 1 15,1-6 0-15,2 0 0 0,2-1-1 0,9 0-6 16,2-1-5-16,0 2-9 0,12-3 3 0,-3-1-4 16,0-1-3-16,1 1 2 0,-2-3-4 0,-1 0 1 15,-7 0 1-15,1-1 0 0,-1 0 7 0,0-1-5 16,-1-1 3-16,-3-1 1 0,1 1-1 0,2-1 3 15,-7 1 1-15,-1 0 4 0,-1 0-3 16,0-1 1-16,-3-2 3 0,1 1 2 0,0-1 1 0,-3-1 7 16,-1 1 5-16,-1-1 5 0,0 3 6 0,-2 1 0 15,-1-2 5-15,0 8-1 0,0-11 0 0,0 11-5 16,-1-10 4-16,1 10-8 0,-6-6 1 0,6 6-3 16,-11 0-3-16,11 0 0 0,-18 9 0 0,7-2-2 15,-3 4 2-15,1-1-8 0,-3 1 4 0,3 1-3 16,0 1 4-16,3 0-5 0,3-3 0 0,1 2-2 15,2-2 4-15,2 0-4 0,1-1 6 0,4 2 0 16,-1-4 1-16,5 2 3 0,-1-1-3 0,4-2 1 16,3 0-4-16,0-1 1 0,1-4-2 0,3 3-3 15,-3-3-1-15,4 0-5 0,-2-2 1 0,1 0-5 16,3-4 4-16,-6 3-2 0,0-5 2 0,-1 5-4 16,1-4 0-16,3-1 5 0,-3-3-1 0,-3 6 0 0,1-3 0 15,-3-2 2-15,1 1-3 0,0-1 1 16,-1 1 3-16,1-1 0 0,2 1 0 0,-3 1-4 15,0 1 5-15,0 0 1 0,1-1 1 0,-6 4 0 0,2 1 3 16,-1-2-3-16,-5 4 1 0,0 0-2 0,12 0 3 16,-12 0-3-16,6 6 6 0,-6-6-3 0,4 10 8 15,-3-6-6-15,0 4 4 0,-1-8-1 0,2 13 0 16,-2-6-4-16,1 0 3 0,1 0 2 0,0 4-5 16,1-5 4-16,-3-6-2 0,3 11-7 0,1-6-2 15,0 1-16-15,0 0-7 0,0-3-7 0,-4-3-7 16,10 5-2-16,-3-4 0 0,0 1-5 15,-7-2 0-15,14-4 6 0,-9 2 1 0,5-3 3 0,0-1 4 16,0 0 10-16,-3 1-2 0,2-3 0 0,0-1 8 16,-3 2-3-16,3 0 6 0,-2 0 6 0,-1 0 13 15,-1 3 8-15,-5 4 5 0,7-7 2 0,-4 3-5 16,-3 4-3-16,0 0-3 0,0 0 7 0,0 0 2 16,0 0 4-16,12 7-2 0,-12-7-3 0,4 8 3 15,-3-2 11-15,4 0 3 0,0 1 1 0,1-1 1 16,1 1 1-16,2-1 5 0,-1 1-4 0,6-4 2 0,1 4-8 15,4-5-1-15,-1-1-3 0,-1 1-2 16,1-5 1-16,-2-1 5 0,-2 1-11 0,-1-1 1 16,-2 0-5-16,1-3 2 0,-3 0 0 0,0 2 4 15,-1-4 1-15,-3 1 4 0,-1-3-4 0,-2 0-3 0,1 0 0 16,-3 0-10-16,0 1 2 0,-2 0-2 0,0 3 4 16,-2-4-4-16,-1 3 3 0,-4 1-11 15,0 1-2-15,-1 2-11 0,-3 1-14 0,2 1-28 16,-2 2-35-16,-1 2-52 0,1 2-71 0,3-1-61 15,1 1-188-15,1 4-497 0,4-4 221 0</inkml:trace>
  <inkml:trace contextRef="#ctx0" brushRef="#br0" timeOffset="-112341.77">28833 9827 56 0,'5'-8'296'0,"-5"8"-19"0,0 0-16 16,0 0-13-16,0 0-30 0,-11-13-17 0,11 13-24 15,-8-5-19-15,8 5-28 0,0 0-42 0,-5-5-54 16,5 5-78-16,0 0-49 0,0 0-63 0,-10-2-153 16,10 2-334-16,0 0 147 0</inkml:trace>
  <inkml:trace contextRef="#ctx0" brushRef="#br0" timeOffset="-109357.4">23431 9971 51 0,'0'0'188'15,"0"0"0"-15,0-11-9 0,0 11-15 0,-1-7-15 16,1 7-13-16,0 0-14 0,0 0-13 0,0 0-7 0,0 0-5 16,0 0-1-16,0 0-12 0,0 0-2 0,0 0-4 15,3 28-6-15,-2-18-7 0,0 3-3 16,2 0-3-16,-1 3-1 0,2 4-3 0,-1-2-5 15,3 5-9-15,-5-4 8 0,3 7-9 0,1-2 0 0,-3 1-1 16,0 2-5-16,1-1-3 0,-3 1-3 0,0-1-1 16,1-1-3-16,2-5-5 0,-2 5 1 0,2-6 2 15,0 6-5-15,1-5-6 0,0-1 4 0,1 6-2 16,1 0 0-16,1-8-3 0,-2 2 1 0,3 0-4 16,-2 0 1-16,2-3-1 0,1 1 2 0,1 1-3 15,1-3-1-15,2 2-2 0,-3-3 11 0,4 2-11 16,3-3 0-16,5 3 0 0,-6-4 6 0,3-1-7 15,7 0 1-15,0 0 1 0,1-2-1 0,1-1 1 16,1-3 2-16,0 2-2 0,2 0-1 0,1-4-4 16,3 4 6-16,0-7-2 0,5 6-2 0,-3-3-2 15,1 0 3-15,15 3 0 0,-5-5 0 0,-7 0-2 16,10-1-2-16,0 2 3 0,-13-2 1 0,14-2 0 16,-14 4-1-16,3 1 0 0,9-2 4 0,-12 1-7 15,13-1 5-15,-15 2-3 0,1-2 1 0,3 1 0 16,-3 0 0-16,1-1-3 0,0 0 3 0,-2 2-1 15,0-2 0-15,0 2 0 0,-4 0-2 0,-1-2 2 16,-2 0-1-16,0 2 8 0,-1 1-6 0,-6-1 0 16,0 0 0-16,6 0-2 0,-6 1 3 0,5-1-4 15,2 2 2-15,-1-1-2 0,0 0 2 0,1 1-1 0,0-1 3 16,-2 0-2-16,-4-1-1 0,6 0-2 16,-1 2 4-16,-6 0-2 0,7 1 4 0,-1-3-4 15,-7 3 1-15,0-2-1 0,0 0 4 0,0-1-4 0,0 2 1 16,-2-1 0-16,2-1 2 0,-1-1-2 0,-2-3-2 15,0 2 2-15,-1 1-1 0,1 1-1 0,-1-3-1 16,0 0-3-16,2 0 2 0,0 0-1 16,2 0 3-16,-1 0 1 0,-2 0-4 0,4 0 3 0,-1 2-1 15,6-2 0-15,1 0 0 0,-7 1-8 0,-1 0-6 16,-2-1-10-16,3 3-2 0,-1-3-8 0,-2 1 4 16,4-1 2-16,-6 2-1 0,2-2-7 0,0 2-1 15,-1-2-1-15,2 1-5 0,-4 0 0 0,3-1-1 16,-5 0-6-16,6 2-8 0,-6-1-9 0,1 0-24 15,-1-1-23-15,-1 0-25 0,-1 0-23 0,-3 1-113 16,-8-1-302-16,14 0 134 0</inkml:trace>
  <inkml:trace contextRef="#ctx0" brushRef="#br0" timeOffset="-109060.63">26396 10964 17 0,'0'0'140'0,"0"0"4"0,0 0-6 0,0 0-6 0,16 17-11 16,-14-9 3-16,3 3-6 0,-1 6-5 0,0 3-9 16,-1 4-2-16,-1 1-4 0,-2 3-2 0,-2-2-6 15,-1 1-8-15,-1 0-7 0,0 1-8 0,1-1 2 16,-3 1-7-16,0-2-7 0,0 3-3 0,2 3 3 15,1-2-5-15,-1 2-4 0,4-1-9 0,2-1 4 16,0 1-8-16,3 0 0 0,1 2-6 0,2-2 0 16,-4 1-2-16,3-2-6 0,-1 2-18 0,-3-4-30 0,3-1-29 15,-1 1-38-15,-2-3-21 0,-3-5-47 16,0-2-158-16,-1-2-349 0,-1-3 156 0</inkml:trace>
  <inkml:trace contextRef="#ctx0" brushRef="#br0" timeOffset="-107966.89">27088 10378 39 0,'5'-10'144'0,"-3"6"-9"0,2-2 0 0,-4 6 8 16,4-8-3-16,-4 8 0 0,5-7 0 0,-5 7-4 15,0-6-1-15,0 6-9 0,4-6-11 0,-4 6-5 16,0 0-7-16,0 0-10 0,4-5-9 0,-4 5-3 16,0 0-8-16,0 0-6 0,0 0-4 0,0 0-4 15,0 0-10-15,0 0-4 0,0 0-3 0,0 0-9 16,0 0 1-16,0 0-6 0,0 0 0 0,0 0-6 15,0 0-5-15,0 0 4 0,0 0-6 0,0 0 0 16,3-7-1-16,-3 7 2 0,0 0-5 0,0 0-1 16,0 0-4-16,0 0 0 0,0 0 1 0,0 0-1 15,0 0 0-15,0 0-3 0,0 0 0 0,0 0 1 16,0 0-1-16,0 0 0 0,0 0 0 0,0 0 1 16,0 0-3-16,0 0 2 0,0 0 0 0,0 0-2 15,0 0 4-15,0 0 0 0,0 0-1 0,0 0 4 16,0 0-7-16,0 0 3 0,0 0-4 0,0 0 2 15,0 0-1-15,0 0 2 0,0 0-3 0,0 0-2 16,0 0-4-16,0 0 0 0,0 0-4 0,0 0-3 16,0 0-3-16,0 0 1 0,0 0-5 0,0 0-2 0,0 0-3 15,0 0-4-15,0 0 2 0,0 0-13 0,0 0-13 16,0 0-6-16,0 0-6 0,0 0-4 0,0 0-1 16,0 0 7-16,0 0-3 0,-22 4 3 15,22-4-1-15,-12 3 9 0,12-3-3 0,-17 3 5 0,10 0 8 16,-3-2 3-16,-1 2 11 0,-1 0-8 0,0-1 7 15,-1-1 5-15,-6 0-1 0,0 1 2 0,-4-1 1 16,-6-1 5-16,2 0 13 0,-3 0-8 16,-3 0 6-16,-1-3 10 0,-2 5 15 0,1-4 5 0,-4-2 5 15,3 1 0-15,-4-1 8 0,4 1 7 0,-3 0 7 16,5 1 8-16,3-3 5 0,0 1 7 0,11 1 0 16,2 0 6-16,1 1 0 0,7 2-5 0,5 0-6 15,5 0-6-15,-16-2-4 0,16 2-8 0,0 0-7 16,0 0 0-16,0 0-1 0,58 9-1 0,-1-8-7 15,35 2 1-15,5 2-6 0,8-2 0 0,5-2-6 16,3 1 1-16,4 1-1 0,2-2 0 0,-1 3-7 16,3-2 3-16,-1-2-2 0,-1 2-2 0,0-1-3 15,-4-1 4-15,1 0-5 0,-1 4 2 0,-2-7-4 16,-6-1 1-16,-7 4-3 0,-8-4 3 0,-32 1-1 16,3 0 2-16,-2-2-1 0,-7-1 1 0,-2 0-4 15,-15 4 2-15,-3-3-1 0,-3-1-1 0,-9 2 1 16,-3 0 7-16,-6 1 8 0,-4 0-1 0,-2 0 0 15,0-2-2-15,-3 2-7 0,-4 3-18 0,0-10-26 16,0 10-30-16,-13-11-41 0,-1 7-49 0,-4-2-47 16,-13 2-182-16,-7 0-417 0,-13-2 185 0</inkml:trace>
  <inkml:trace contextRef="#ctx0" brushRef="#br0" timeOffset="-107518.95">27233 10494 15 0,'3'-6'249'0,"2"-1"-7"0,-3 3-18 0,-2 4-16 16,2-10-20-16,-2 10-19 0,0 0-15 0,0 0-12 15,-7-9-15-15,7 9-12 0,-15 0-12 0,15 0-13 16,-13 6-7-16,5-1-5 0,-3 1-13 0,5 1-5 16,-2 1-6-16,6 3-2 0,-2 1-3 0,4-1-10 15,0 2-3-15,0 4-2 0,6 0-7 0,2 2 2 16,3 1-5-16,1-4 2 0,2-1-5 0,2 4-6 15,-2-4 3-15,-3 0 0 0,1-1-5 0,0-1-1 16,-3-1-3-16,-4-2 1 0,4 0-1 0,-4-1-1 16,-5-3-2-16,0 2 2 0,0-8-1 0,-5 13 3 15,-4-7-4-15,-2-1 5 0,0 0-5 0,-7 1-3 0,-2-2-5 16,-1-1-5-16,1 1-20 0,2-3-9 16,0 1-19-16,-2-2-22 0,8 0-24 0,0-2-21 15,4 0-29-15,2-1-32 0,6 3-25 0,0 0-110 0,-7-4-343 16,7 4 152-16</inkml:trace>
  <inkml:trace contextRef="#ctx0" brushRef="#br0" timeOffset="-107203.16">27549 10610 154 0,'6'0'223'0,"1"-3"-15"0,-7 3-21 16,6-2-10-16,-6 2-7 0,0 0 0 0,0 0-9 15,0 14 7-15,0-14-21 0,-4 13-16 0,2-6-9 16,0 3-14-16,0 1-10 0,2 1-11 0,0-1-10 15,2-3-2-15,0 2-6 0,4 0-8 0,1-2-2 16,3 1-5-16,1-2-4 0,1-3-3 0,7-1-8 16,8-3-3-16,-6 0-3 0,-4-3-3 0,1 0-2 15,1-3 0-15,-5 3-5 0,-4-4 2 0,3 0-7 16,1-3 2-16,-6 1-5 0,2-1-3 0,-2-1 0 16,-3 0 1-16,0 0 0 0,-1 2 0 0,0 0-4 15,-1 2 0-15,0 3 8 0,-3 4-1 0,4-10-6 16,-4 10 0-16,0 0-5 0,0 0 0 0,0 0-2 15,0 0 4-15,0 0-2 0,-10 36 0 0,6-19 7 16,-1 0-6-16,-2 6-1 0,2-3-19 0,2 5-36 0,1-6-36 16,0 2-55-16,4-4-69 0,0 2-254 15,0-3-503-15,0 0 222 0</inkml:trace>
  <inkml:trace contextRef="#ctx0" brushRef="#br0" timeOffset="-106704.52">28042 10850 59 0,'0'0'228'0,"0"0"-6"0,0 0-9 15,0 0-6-15,0 0-10 0,0 0-13 0,0 0-9 16,0 0-11-16,-20 9-8 0,20-9-8 16,0 0-5-16,0 0-7 0,0 0 4 0,0 0 0 15,0 0 4-15,0 0-16 0,0 0-13 0,-8-7-8 0,8 7-16 16,-1-11-4-16,1 3-16 0,0 8-3 0,1-20-4 15,0 7-4-15,2 1-10 0,5-1-3 0,-3-3-4 16,2 3-4-16,5-1-2 0,1-1-6 0,2 1-3 16,0 1-8-16,2 1 2 0,0 2-5 0,0 4-5 15,-4 0-1-15,1 4 3 0,-2-1-9 0,-1 5 3 16,1 0-7-16,-3 2 4 0,0 4-2 0,1 0 10 16,-2-1-11-16,-1 2 0 0,-3 1-4 0,4 0 3 15,-2 0-2-15,-2-1 3 0,-3 1 1 0,3 0-2 16,-2-4-2-16,0 0 6 0,-1 1 2 0,-1-7-5 15,4 8 5-15,-4-8 5 0,0 0-6 0,0 0 2 16,0 0 1-16,0 0-1 0,0 0 0 0,0 0-2 16,0 0-2-16,-9-22-2 0,9 12-2 0,2 2 0 15,1-2-4-15,2 0 8 0,1-3-5 0,4 0 1 16,-1 0-1-16,2 0-1 0,-3 7 2 0,3-2 2 16,1 3-6-16,-3 2-4 0,-3 1 5 0,1 0 0 15,-7 2-2-15,16 3-1 0,-10 0 4 0,1 1-1 16,0 2 0-16,0 1 0 0,-1 3 3 0,1 4-3 15,-3 1 2-15,-2-3 0 0,3 4 0 0,-2-3-4 16,-3 0-25-16,2 4-29 0,-2-2-37 0,0-2-40 16,0 0-56-16,3-4-55 0,-2 2-64 0,-1-4-159 15,3-2-510-15,-3-5 226 0</inkml:trace>
  <inkml:trace contextRef="#ctx0" brushRef="#br0" timeOffset="-106213.27">28653 10747 46 0,'3'-5'225'0,"-3"5"-11"16,7-6-21-16,-7 6-16 0,0 0-12 0,0 0-4 0,0 0-9 16,0 0 0-16,0 0-10 0,0 0-10 0,-5 26-9 15,3-16-5-15,-1-1-15 0,2 2-5 0,0-3-10 16,1 2-8-16,0-10-11 0,-4 13-5 16,4-8-6-16,0-5 0 0,-2 9-2 0,2-9 10 0,0 0 14 15,-3 9 6-15,3-9-11 0,0 0-7 0,0 0-3 16,0 0-12-16,0 0 1 0,0 0-3 0,-7-20-4 15,7 20-11-15,1-12 1 0,1 1-9 16,0-1 1-16,5-1-1 0,-1-2-2 0,4 1-1 0,2 0-5 16,5-8-1-16,-4 10-5 0,4 1 3 0,-4 3-3 15,3 1-2-15,0-1-4 0,-5 5-5 0,2 3 2 16,-1 1-2-16,0 2 0 0,-3 2 2 16,-1 3-2-16,0 0 0 0,1 0 0 0,-4 4 0 0,1 2 4 15,-5-2-8-15,5 4 0 0,-5-4 3 0,0 0-1 16,-1-1 4-16,1-1-3 0,-2-1 5 0,1-9 0 15,-2 12-2-15,0-7 3 0,2-5-1 0,-3 6-8 16,3-6 6-16,0 0-3 0,0 0-4 0,0 0-1 16,0 0-1-16,0 0-2 0,0 0 0 0,0 0-3 15,-1-25 0-15,8 16 1 0,2-3 2 0,0 5-5 16,2-7 3-16,4 2 1 0,0 0 2 0,1 0-5 16,1 4 2-16,-1 0-2 0,1 0-1 0,-6 4 4 15,1 1 7-15,-1 1-13 0,-3 2 5 0,-8 0-3 16,14 2 3-16,-8 5-2 0,2 0 5 0,-4 2-3 15,1-1 5-15,-2 3-1 0,-1-2 4 0,0 2-10 0,-1 1-28 16,0-2-34-16,-2 2-46 0,0-2-62 16,2-3-62-16,-1 3-235 0,0-10-516 0,0 13 229 15</inkml:trace>
  <inkml:trace contextRef="#ctx0" brushRef="#br0" timeOffset="-105326.9">29387 10704 223 0,'-2'-10'250'16,"-3"0"0"-16,1 1-5 0,-2 1-18 0,0 3-15 16,-3 2-20-16,-2 2-11 0,-4 2-6 0,-2 2-5 15,0 4-11-15,0 5-14 0,-1-2-14 0,4 4-12 16,-4 6-12-16,8-6-12 0,0 2-6 0,3 2-5 16,3-3-8-16,3 1 0 0,1 1-15 0,1-1-6 15,5-3-6-15,-2-1-2 0,4-3-2 0,1-1-7 16,0-2 8-16,4-1-9 0,-1-2-6 0,-1-2-6 15,3 0-4-15,-2-2 4 0,-2-3-3 0,0 1-4 16,0-3-5-16,2-1 1 0,-3 0-4 0,0-2 3 16,-2 1 0-16,2-2-3 0,-2 3-3 0,-1-5 4 15,1-2 1-15,-1 4 2 0,-1-1 11 0,0 2-4 16,-1 1 4-16,0-2 0 0,-2 6 17 0,-2 4-17 16,4-10 1-16,-4 10-18 0,4-6 17 0,-4 6-10 15,0 0 0-15,0 0 1 0,0 0-5 0,5 17 1 16,-4-8 5-16,-1 1-5 0,-1-2 3 0,2 5-5 15,1-2 0-15,-2-1 4 0,2-1-2 0,1 2 0 16,2 1-2-16,-1-3 0 0,2 0 0 0,2-2-8 16,-2 0 21-16,3-2-11 0,0-1 4 0,2-1 4 15,-2-2-16-15,4-1 8 0,-1-1 1 0,-1-2-1 16,-1 1-8-16,1-1-1 0,-1-4 21 0,-2 1-15 16,3-1-3-16,-2 0 2 0,-1-2 4 0,1 0-7 15,0-5 1-15,-4 4-1 0,2-5 15 0,1 6-17 16,-2-6 5-16,1 1-5 0,-2-3 1 0,-1 7-8 0,2-1 14 15,-3 1-8-15,0 4-1 0,0 1 14 0,0 0-20 16,-3 5-1-16,5-7-2 0,-5 7 3 16,0 0 0-16,0 0-11 0,15 5 12 0,-11-1 1 15,1 2-7-15,1 1 2 0,0 1 7 0,-2 2-1 0,-1-2-1 16,2 2-2-16,-1-2 7 0,-1-3-4 0,3 7 5 16,-3-5-4-16,2-1-1 0,-3 0 2 0,1 0-6 15,2-1 12-15,-3 1-6 0,-2-6 3 16,4 7 1-16,-4-7 2 0,6 8-7 0,-6-8 4 0,3 3 4 15,-3-3-12-15,0 0 17 0,0 0-18 0,9-1 3 16,-9 1-6-16,0 0 8 0,14-7-7 0,-10 3 7 16,3 1-6-16,-2-1 1 0,2-3-5 15,1 0 9-15,-3 3-7 0,2-1 5 0,-2 1 5 0,-5 4-6 16,12-3-3-16,-6 1 1 0,-6 2-4 0,9-1 0 16,-9 1 0-16,0 0 16 0,10 6-17 0,-8-2 5 15,-2-4 1-15,4 10 3 0,-1-6-5 0,-3-4 3 16,5 10 1-16,-3-7 1 0,-2-3 5 0,7 9 2 15,-2-6 3-15,-5-3 5 0,9 2-4 0,-9-2 10 16,13 0-1-16,-13 0 3 0,15-6-5 0,-7 1 18 16,2 1-19-16,0-2 9 0,-2-1-9 0,-1 1 4 15,1-1-3-15,3 0 9 0,-2 0-8 0,-1 1 0 16,1 0 2-16,-4 1 2 0,0 3-7 0,0-2-5 16,-5 4-2-16,7-5 0 0,-7 5-7 0,0 0 5 15,0 0 1-15,10 14 1 0,-11-4 2 0,-1 2 1 16,-3 3 1-16,0 0 5 0,0 4-4 0,-1 0-3 15,-3-1 1-15,-3 5-3 0,5-5-1 0,-2 5-2 16,2 2-31-16,4-6-34 0,1 0-34 0,2 1-17 16,0-2-44-16,3 1-48 0,-1-3-54 0,5-5-62 15,-2 2-265-15,1-4-634 0,2 0 280 0</inkml:trace>
  <inkml:trace contextRef="#ctx0" brushRef="#br0" timeOffset="-105109.23">30380 10871 2003 0,'15'-29'89'0,"-5"1"0"0,4 4-24 0,-4-1 26 16,-3 10 38-16,-2 0 18 0,0 5 3 15,-5-1-5-15,4 5-10 0,-2-1-14 0,2 5-7 0,-4 2-24 16,0 0-6-16,0 0 7 0,0 0-5 0,0 0 1 16,0 23-7-16,-4-6-5 0,1 0-5 0,-1 0-15 15,-2 4-5-15,-1 1 9 0,2-3-10 16,-2-1-38-16,2 0-29 0,-2-4-30 0,3 4-42 0,0-3-31 15,0 0-45-15,-1-3-62 0,4-4-56 0,-3 1-251 16,3-4-581-16,1-5 257 0</inkml:trace>
  <inkml:trace contextRef="#ctx0" brushRef="#br0" timeOffset="-104935.92">30506 10458 42 0,'3'-2'171'0,"-3"2"-17"16,0 0-21-16,0 0-16 0,9 22-28 0,-7-4-30 0,2 9-33 15,0 3-38-15,0 2-31 0,-2 2-22 0,5 0-48 16,-2-1-120-16,-1 0 54 0</inkml:trace>
  <inkml:trace contextRef="#ctx0" brushRef="#br0" timeOffset="-104750.86">30603 10893 165 0,'0'0'160'0,"0"0"-1"0,0 0 11 15,0 0-5-15,0 0-6 0,0 0-3 0,0 0-6 16,8-26-4-16,-2 16-6 0,2 2-14 0,2-2 10 16,3-3-10-16,-5 3-1 0,2 1 0 15,5-1-2-15,-5 3-8 0,-5 2-5 0,3 1-12 0,0 3-12 16,-8 1-8-16,14-2-5 0,-14 2-6 0,9 8-3 16,-7-2-8-16,0 3-7 0,0 3-3 0,-2-2-6 15,0 2-1-15,2 4-13 0,-4-5-29 0,0 2-38 16,0-1-51-16,2-2-69 0,-1 0-81 0,1 2-215 15,1-5-495-15,2-1 220 0</inkml:trace>
  <inkml:trace contextRef="#ctx0" brushRef="#br0" timeOffset="-103955.52">31307 10704 2599 0,'5'-17'38'0,"-2"7"62"0,0-2-41 15,-5 5-27-15,2 7 6 0,-6-12 7 0,-2 9 9 16,1 2 11-16,7 1 5 0,-28 11 9 0,11-2 8 16,-1 2 6-16,-2 8 2 0,0-1-5 0,9 0-9 15,2 0-7-15,0 5-10 0,4-6 0 0,4 0-6 16,1 1-4-16,5 0-8 0,1-2-25 0,4 0-19 16,4 0-30-16,1-4-29 0,0-1-32 0,-1-3-30 15,4 0-29-15,0-3-32 0,-6 0-26 0,1-2-16 16,1-3-10-16,3-2-8 0,-2 0 11 0,-3-1 9 15,-2 0-120-15,4-2-368 0,-4-2 163 0,6-2 1426 16,-5 4-969-16,-2-4 36 0,4-6 28 0,0 4 18 16,-2-4 17-16,1-2 21 0,-3 4 22 0,1-3 16 15,-1 0 25-15,-4 7 21 0,1 0 16 0,-1 1 12 16,-1 2 9-16,-1 2-1 0,-3 4-10 0,5-9-17 16,-5 9-10-16,0 0-10 0,0 0 10 0,0 0 11 15,0 0 0-15,0 0-9 0,-14 27-10 0,10-18-6 0,0 3-11 16,2-3-7-16,0 2-6 0,2-1-6 15,2 1-3-15,-1 1-12 0,4-1 3 0,0 0-6 16,5-2-3-16,-1-1-7 0,3-1 0 0,-1-3-4 0,6 3-4 16,-1-4-8-16,-3-2 3 0,2-2-4 15,-2 1 2-15,3-3-7 0,-5-1-4 0,1-3 0 0,3-1-1 16,-3 0 4-16,-2 0-4 0,0-1-1 16,-1 0-8-16,2 0 4 0,-2-4 5 0,2-2-6 0,-1 5-7 15,-1-3-1-15,-3 4 5 0,1 2-5 0,-2-1-1 16,0 3 0-16,-1 1 0 0,-4 4-5 15,2-5-6-15,-2 5-1 0,0 0 3 0,0 0 10 0,0 0 4 16,0 0 4-16,0 0-6 0,-6 28 1 0,1-18 18 16,3-1-14-16,1 4 5 0,0-3-6 0,2 0 3 15,3 2 1-15,2-2 2 0,1-1 6 0,2-2-6 16,2 0 9-16,5 0-8 0,-4-4-9 0,6 0 3 16,1 0 11-16,-7-4-9 0,3 1-2 0,2-5 5 15,-6-1-6-15,2 0 4 0,-3-1-3 0,4-4-1 16,-5 2 3-16,3-5-6 0,-3 0-1 0,0 2-4 15,-2-5 5-15,2-6-1 0,1 5-2 0,-4-1 9 16,7-4-6-16,-6 4-2 0,1-6-9 0,-3 2 7 16,5 0 1-16,-2 4-25 0,-3 1 24 0,1 1 3 15,-3 1 1-15,2 3-6 0,-1 3 20 0,-2 3-11 16,2 2-15-16,-1-2 1 0,-3 7 3 0,0 0-9 16,0 0 7-16,0 0 12 0,0 0-8 0,-2 25-11 15,-4-8 28-15,-2 5 14 0,2 3-5 0,-4-1 13 16,1 4 6-16,1-1-5 0,2-1-5 0,1-1 2 15,-2 0-10-15,4 1 5 0,0-2-14 0,-1-4 5 0,4-4-36 16,0 0-47-16,0 2-47 0,1-7-65 16,-1 1-41-16,0-1-51 0,2-6-65 0,-1 5-309 15,-1-10-692-15,0 9 306 0</inkml:trace>
  <inkml:trace contextRef="#ctx0" brushRef="#br0" timeOffset="-103807.14">32101 10745 35 0,'-1'-12'234'0,"1"12"-3"0,2-12-14 0,-2 12-16 16,3-8-16-16,3 4-26 0,-1 0-16 0,6 3-37 15,1-2-46-15,5-1-55 0,10 1-59 0,1-1-61 16,-8 4-120-16,1-3-254 0,8 2 112 16</inkml:trace>
  <inkml:trace contextRef="#ctx0" brushRef="#br0" timeOffset="-103290.96">32487 10665 51 0,'0'0'224'0,"-37"6"2"16,20 1-2-16,6-1-3 0,-1 2-7 0,0 1-3 0,-1 3 4 15,4-2-1-15,1 2-18 0,2-2-6 0,1 1-3 16,-2 0-20-16,5 0-5 0,2-1-12 0,1 1-9 16,4 0-17-16,-2 0-1 0,6-2-8 15,1-4-15-15,6 3-2 0,-3-2-17 0,4-3-4 0,-4-2-13 16,1-1-8-16,-4 1 0 0,3-3-23 0,-3-1-7 15,0-4-6-15,-2 1-5 0,2 0-7 0,-4-2-10 16,0-1-9-16,0-3 3 0,-2 1-4 0,0-4 6 16,1-4-11-16,-4 2-3 0,-1-3 2 0,1 2 1 15,-1 1 4-15,0 1 3 0,0 4-2 0,-1 2 3 16,1 3 9-16,-1-1-2 0,1 8 2 0,1-11 2 16,-1 11-1-16,1-6-1 0,-1 6-2 0,0 0 5 15,3-7-3-15,-3 7 1 0,11 0-1 0,3 1 1 16,3 1-2-16,-17-2 4 0,0 0-4 0,70 7-2 15,-70-7-9-15,49-2-3 0,-49 2 7 0,42-5 2 16,-42 5-1-16,37-5-1 0,-37 5-1 0,24-11 12 16,-24 11-4-16,23-16-6 0,-23 16 6 0,0 0-2 15,23-26 36-15,-23 26-8 0,11-22 1 0,-11 22 2 16,0 0 1-16,11-31-1 0,-11 31 5 0,0 0 3 16,0 0 3-16,0 0-4 0,0 0 4 0,5-31-23 15,-5 31 12-15,0 0 0 0,0 0-1 0,0 0 10 16,0 0 2-16,0 0 6 0,0 0 7 0,-51 73-5 15,38-49 11-15,-2 4 4 0,0-2 2 0,-2 8 2 16,5-6-4-16,-3 4-17 0,4-1 7 0,2 0 0 16,-1-5-2-16,4 3-13 0,-1-2 3 0,3-1-3 15,0 1-6-15,0-8-17 0,4 1-28 0,3-2-34 16,-3-2-51-16,-3-5-70 0,2 2-60 0,1-3-60 0,0-5-73 16,0-5-287-16,-4 10-703 0,4-10 311 15</inkml:trace>
  <inkml:trace contextRef="#ctx0" brushRef="#br0" timeOffset="-103132.91">32712 10796 226 0,'0'0'227'0,"33"-29"-18"16,-33 29-10-16,35-23-19 0,-16 14-16 0,-19 9-17 16,47-17-15-16,-19 10-20 0,4 4-30 0,-32 3-36 15,65-11-29-15,-35 8-40 0,-3-2-51 0,-27 5-30 16,50-11-31-16,-24 5-100 0,-26 6-253 0,37-13 112 15</inkml:trace>
  <inkml:trace contextRef="#ctx0" brushRef="#br0" timeOffset="-102950.78">33223 10587 5 0,'0'0'155'0,"0"0"-5"0,0 0 13 0,10-46 14 15,-10 46 4-15,0 0 2 0,0 0-5 0,0 0-18 16,0 0-6-16,0 0 6 0,0 0 3 0,0 0 4 16,0 0 16-16,0 0-6 0,0 0-2 0,0 0-3 15,-47 66 7-15,36-40-23 0,-1 6 15 0,3-3-4 16,-2-2-11-16,3-1-10 0,8-26-12 0,-17 53-19 15,11-29-3-15,6-24-14 0,-14 38-6 0,14-38-14 16,-9 35-19-16,9-35-43 0,-4 25-36 0,4-25-57 16,0 0-52-16,-9 29-54 0,9-29-70 0,0 0-69 15,0 0-245-15,-24 18-614 0,24-18 273 0</inkml:trace>
  <inkml:trace contextRef="#ctx0" brushRef="#br0" timeOffset="-102792.4">33067 10791 55 0,'0'0'212'16,"46"-13"-12"-16,-46 13-18 0,0 0-14 0,53-3-18 15,-53 3-15-15,35 0-21 0,-35 0-42 0,0 0-40 16,40 6-38-16,-40-6-57 0,0 0-46 0,0 0-82 16,36 7-206-16,-36-7 91 0</inkml:trace>
  <inkml:trace contextRef="#ctx0" brushRef="#br0" timeOffset="-101709.29">27834 11452 59 0,'-5'-2'278'0,"5"2"-21"0,0 0-22 0,0-11-20 15,0 11-18-15,9-15-20 0,0 7-10 0,5-5-9 0,-1 2-14 16,9-5-11-16,1-1-5 0,1 1-16 16,-3-1-7-16,6-1-10 0,-3 1-7 0,-2-2-9 0,-1 0-8 15,-1-1 2-15,-2 1-16 0,-2-2-6 0,-5-1-5 16,6-4-2-16,-7 3-3 0,1 0-5 0,-5 4 0 15,-2 1 2-15,-3 1 1 0,-2 4-8 0,1 2 3 16,-4-1-3-16,-2 3-2 0,1-1-4 0,-1 4 0 16,-2 3-3-16,-5 1 0 0,-4 2-7 15,-1 3 4-15,-2 1-2 0,-7 7-2 0,7-3-2 0,1 2 0 16,6 1-3-16,3 2-4 0,2-6 3 0,4 3-4 16,4 1 7-16,3 0-4 0,3-2 3 0,9 4-3 15,2-4 2-15,2 0-3 0,8 1-4 0,4-5 11 16,1 2-8-16,-2-4-2 0,1-1 0 0,-2-1 1 15,1-2 1-15,-2 2-2 0,-9-2-5 0,-1-1 1 16,-5 2 4-16,-4 0-2 0,2 0-5 0,-4 0 0 16,0 3 0-16,-7-3-4 0,9 5 3 0,-5-1 0 15,-4-4 2-15,0 13-1 0,0-4 3 0,0 2 0 16,-1-1-4-16,-3 2 11 0,3 1-8 0,-1-3 2 16,2 2-5-16,2-1 4 0,-1 1 1 0,3-1-3 15,1-3 1-15,0 2 3 0,5 0 0 0,-2-3 3 0,5-1-4 16,-1-1 4-16,6 0 2 0,0-2-9 15,3-1 8-15,0-2-2 0,0 0 7 0,-1-2-9 16,0-1-2-16,1 1 3 0,0-4-3 0,-5 2 3 16,2-3 2-16,-4-1-2 0,4-1-2 0,-6-3 2 15,0 2-2-15,-1 0 4 0,-2-3-4 0,1 0 0 16,-5 3-1-16,-1-3 2 0,0 1-6 0,-4 1 2 16,2 0-2-16,-3 4 0 0,0-3 1 0,-2 3 0 15,-2 3 0-15,5 4-3 0,-13-5 4 0,3 5 1 0,10 0-3 16,-24 8 5-16,8 0-6 0,1 1 3 15,1-1-3-15,-1 2 3 0,2-1 0 0,4 1 0 0,2-3 1 16,2 4-1-16,4-1 2 0,0 0 1 16,2 2 4-16,3-5 3 0,7 1-3 0,0 0 0 0,6-2-2 15,3 1 3-15,7-1-3 0,-1-3-3 0,2 1 9 16,-1-3-7-16,1-2 3 0,-1 1-1 0,-6-3-6 16,-3 0 4-16,1 0-3 0,0-1-2 0,-1 0 4 15,-5-1-2-15,-2-2 5 0,1 1-2 0,-3-2-4 16,1-1 6-16,-4 0-5 0,2-1 2 0,-3 1 1 15,0 1 0-15,-2 1-2 0,-2 2-5 0,-1 5 8 16,0-13-1-16,0 13 0 0,-1-8-1 0,1 8 1 16,0 0-1-16,0 0-3 0,-12 0 1 0,12 0 2 15,-9 8-4-15,2-1 2 0,0 2 3 0,1-1-4 16,1 4 5-16,-1-1 0 0,1 1 3 0,-1 6-5 16,2-2 2-16,-2 2 1 0,2-1 2 0,-1 3-1 15,0-1-2-15,0 0-3 0,1 6 5 0,-3 0-1 16,3-6 1-16,-2 0 0 0,5-2-1 0,-5 1-7 15,1-3 5-15,4-4-13 0,-1 1-21 0,1-2-22 16,1 1-14-16,-3-2-32 0,3-2-42 0,1 0-39 16,-1-7-56-16,8 6-43 0,-4-3-155 0,-4-3-470 15,12 0 209-15</inkml:trace>
  <inkml:trace contextRef="#ctx0" brushRef="#br0" timeOffset="-101526.97">29141 11297 104 0,'2'-6'235'0,"-2"6"-6"0,3-9-15 0,-3 9-20 0,0 0-15 16,0 0-5-16,0 0-8 0,0 0-14 0,0 0-11 15,0 0-15-15,-7 27-11 0,4-16-12 0,1-1-7 16,-1 6-13-16,-1-4-9 0,0 3-31 16,2 0-35-16,-3 2-39 0,4-5-47 0,-1-3-56 0,2 0-35 15,-1 3-169-15,-2-2-365 0,2 0 161 0</inkml:trace>
  <inkml:trace contextRef="#ctx0" brushRef="#br0" timeOffset="-101368.77">29172 11182 46 0,'-1'-11'162'15,"1"4"-17"-15,0 7-18 0,0-12-38 0,0 12-32 16,0-7-22-16,0 7-35 0,0 0-20 0,0 0-35 15,0 0-43-15,0 0-106 0,15 26 47 0</inkml:trace>
  <inkml:trace contextRef="#ctx0" brushRef="#br0" timeOffset="-100938.81">29341 11281 102 0,'0'0'210'0,"0"0"0"0,0 0-2 15,-18 8-18-15,10-5-11 0,2-1-6 0,-6 5-7 16,3 2-11-16,0-1-9 0,-3 2-19 0,4 1-3 15,3-3-17-15,-2 3-10 0,5-1-7 0,-2-2-8 16,4 2-9-16,0-2-3 0,4 2-2 0,0 2-13 16,1-4-3-16,0-2-1 0,0-3-7 0,5 3-2 15,-4-4-4-15,1 0-3 0,-1 0-3 0,-6-2 3 16,16-2-9-16,-9 2 2 0,1-3-5 0,-2-1 1 16,5 0-7-16,-4-4 0 0,2 2-3 0,1-1-1 0,-1 1-2 15,0-2-1-15,0 2-5 0,1-2 12 16,-1 0-13-16,1 2 2 0,1 1-4 0,-3-1 1 15,-2 3-1-15,2-1-2 0,-2 2 0 0,-6 2 1 16,9-3-5-16,-9 3 6 0,10 1 1 0,-10-1 5 0,9 8 3 16,-6-5-3-16,0 2 4 0,-3-5 0 0,6 10-2 15,-5-5-2-15,-1-5 1 0,4 8-4 16,-4-8 2-16,4 8 3 0,-4-8-3 0,0 7 4 16,0-7 0-16,0 0-6 0,2 6 3 0,-2-6 4 0,0 0 5 15,0 0 14-15,4 4-12 0,-4-4 1 0,0 0 1 16,0 0-2-16,18-6-4 0,-12 4 0 15,1-1 7-15,-7 3-15 0,14-5 17 0,-14 5-19 0,10-1-12 16,-10 1-12-16,11 0-7 0,-11 0-10 0,9 1-14 16,-3 1-12-16,-6-2-14 0,7 7-21 0,-3-4-38 15,1 3-48-15,-5-6-20 0,8 8-30 0,-1-2-172 16,-1-1-438-16,2 2 193 0</inkml:trace>
  <inkml:trace contextRef="#ctx0" brushRef="#br0" timeOffset="-100212.68">28003 11687 103 0,'-3'-5'189'0,"3"5"-16"0,0 0-17 0,15-7-16 16,-3 7-16-16,6 0-17 0,4-4-6 0,7 4-9 15,2 0-16-15,-2 1-9 0,0-2-28 0,-1-1-24 0,-7 1-25 16,-2-2-22-16,0 2-12 0,-6 0-14 16,0 0 2-16,-4 0 8 0,-3-1-1 0,-6 2 3 15,10-1 6-15,-10 1 9 0,3-7 1 0,-3 7 8 16,0 0 10-16,0 0 13 0,-15-9 13 0,15 9 11 0,-12-3 12 15,5-1 4-15,7 4 14 0,-11 0-10 0,11 0 7 16,0 0 4-16,-14 2 1 0,10 3 8 16,2 0 10-16,-2 6 12 0,-2 6 3 0,0-1-4 15,1 7-1-15,0 4 7 0,1 1 0 0,0 0-1 0,4 1-4 16,-3-1 3-16,3 0-12 0,-2-3-2 0,4 3-11 16,-4-5 2-16,4-5-5 0,-2 1-8 0,0-1-3 15,3-5-6-15,-3-2-5 0,0 1-4 16,0-3-4-16,2 1 0 0,-2-5-6 0,0-5 0 0,1 10 1 15,-1-10-1-15,-3 7-6 0,3-7 0 0,0 0 3 16,-10 5-5-16,10-5-6 0,-13-1 5 0,13 1-7 16,-19-7 11-16,9 3-8 0,2-1-3 15,0 2 1-15,-1-1-1 0,2 1-7 0,1-3 3 0,1 3 1 16,5 3-3-16,-9-6-3 0,9 6 1 0,-5-4-4 16,5 4 1-16,0 0 7 0,0 0-6 0,0 0 0 15,0 0 3-15,0 0 0 0,0 0 1 0,34 5 0 16,-16-1 2-16,4 0-4 0,7-1 4 0,1 0 0 15,4-2-17-15,0 2-19 0,1 0-22 0,-5-2-36 16,1 1-35-16,-1-2-31 0,-1 0-24 0,-8 0-31 16,-1-1-15-16,-3 1-134 0,-3-1-387 0,-1-2 170 15</inkml:trace>
  <inkml:trace contextRef="#ctx0" brushRef="#br0" timeOffset="-99834.48">28748 11986 71 0,'2'-6'189'16,"-2"6"14"-16,-2-11 2 0,2 11-4 0,-5-8-9 15,5 8-11-15,-8-5-6 0,8 5-7 0,-12 1-2 16,-2 3-8-16,-1 1-9 0,-2 4-7 0,3-2-4 16,-4 2-10-16,6 1-12 0,-2 0-12 0,5-2-10 15,1 1-11-15,0 2-4 0,2-3-9 0,3 0-4 0,2-1-8 16,2 3-9-16,2-3-3 0,3 1 2 16,6-1-7-16,-3-3-6 0,3 2-3 0,1-2-11 15,0 1-6-15,1-3-9 0,3 1-2 0,-3 0 2 16,-3-3-2-16,1 1 0 0,-5-1-2 0,1 0 3 0,-8 0 1 15,9 0-7-15,-9 0 0 0,10-3 4 0,-10 3 0 16,0 0-4-16,0 0-2 0,0 0 0 16,0 0 2-16,0 0 0 0,0 0 6 0,-30-5 1 15,18 9 5-15,2-1 4 0,-2 2 1 0,0-1 6 0,0 2-4 16,3-1 3-16,-1 2 6 0,2-2 0 16,2 0-1-16,-1 2-2 0,1-1 0 0,2 0-5 15,2 1 1-15,2-7 3 0,0 14-5 0,2-8 3 16,3 1 6-16,4-1-9 0,0-1-1 0,7 1-13 0,-2-1-25 15,2-1-20-15,1-1-25 0,-4 0-32 0,6-2-25 16,-6-1-33-16,5 1-35 0,0-3-23 16,-1 0-32-16,1 0-206 0,-6-1-488 0,6 0 216 15</inkml:trace>
  <inkml:trace contextRef="#ctx0" brushRef="#br0" timeOffset="-99681.95">29107 12045 219 0,'4'-4'217'0,"1"0"3"0,-5 4-12 0,11-7-10 16,-4 4-23-16,3-1-17 0,0 2-17 0,3 0-13 16,-3 1-13-16,4 4-8 0,3-5-16 0,-3 2-30 15,2 2-41-15,-3-2-43 0,-3 0-49 0,3-2-51 16,-1 2-42-16,-6 2-115 0,-6-2-302 0,14 2 134 16</inkml:trace>
  <inkml:trace contextRef="#ctx0" brushRef="#br0" timeOffset="-99532.14">29167 12122 157 0,'-7'4'204'0,"2"-1"2"0,5-3-10 0,-11 3-12 16,11-3-8-16,-5 7-7 0,5-7-6 0,-3 4-9 15,3-4-9-15,0 0-11 0,17 7-6 0,-3-6-19 16,4 2-14-16,10-2-23 0,0 2-38 0,3-1-46 16,-2-3-53-16,2-2-61 0,-2-2-46 0,-2 2-154 0,-7 1-352 15,10-5 156-15</inkml:trace>
  <inkml:trace contextRef="#ctx0" brushRef="#br0" timeOffset="-99218.95">29798 11986 45 0,'4'-4'248'0,"-4"4"-10"0,0 0-12 16,4-4-21-16,-4 4-5 0,0 0-2 0,0 0-4 0,0 0-2 16,-19 16-3-16,10-7-7 0,0 1-9 0,-5 1-10 15,5 2-8-15,-4 0-6 0,5-1-13 0,1-1-14 16,3-1-13-16,-3 1-8 0,2 0 1 15,5-1-10-15,4 1-11 0,-3-1 6 0,7 0-4 0,0-5-9 16,2 4 0-16,8-2-4 0,0-1-6 0,-3-2-4 16,5 0-4-16,-1-3 0 0,-6-1-11 0,2-1-1 15,2-2-4-15,-5 0-5 0,2-1-5 0,-1-2-1 16,2 0-7-16,-5-2 4 0,1 1-6 0,-3-1 2 16,-1-2-3-16,-2-3-1 0,0-2 4 0,-4-1-5 15,1 2-6-15,-4-2-5 0,1 3 4 0,-3 1-3 16,-1 1-1-16,-1 2-4 0,-6-1 4 15,5 1-13-15,-1 2-11 0,-3 1-33 0,-5 2-33 0,-2-1-41 16,2 3-45-16,-2 2-58 0,5 0-69 0,0 1-301 16,3-1-646-16,3 3 286 0</inkml:trace>
  <inkml:trace contextRef="#ctx0" brushRef="#br0" timeOffset="-99061.16">29877 12089 188 0,'-7'2'201'0,"7"-2"-25"16,0 0-14-16,0 0-22 0,-11-1-36 0,11 1-42 15,0 0-48-15,0 0-35 0,0 0-48 0,0 0-91 16,0 0-173-16,-11-4 77 0</inkml:trace>
  <inkml:trace contextRef="#ctx0" brushRef="#br0" timeOffset="-95823.16">28245 12487 134 0,'0'0'184'0,"0"0"-11"16,0 0-19-16,17-8-13 0,-6 4-18 15,10 0-11-15,7 0-5 0,1 2-14 0,2-1-11 16,4 1-1-16,-5 1-18 0,0 0-27 0,-2 1-17 0,-10 0-18 16,2-2-37-16,-3 2-24 0,-5 0-21 0,-1-1-20 15,-4 1-104-15,2 1-220 0,-9-1 97 16</inkml:trace>
  <inkml:trace contextRef="#ctx0" brushRef="#br0" timeOffset="-95468.96">28510 12436 139 0,'-10'-3'144'0,"10"3"-4"0,-9 0-14 16,9 0-2-16,0 0 8 0,-8 8-5 16,5-3-11-16,3-5 7 0,-3 16 4 0,0-6 15 0,3 2-4 15,-3 4-8-15,1-1-8 0,4 2-12 0,-3 1-10 16,-1 0-4-16,2-1-7 0,-3 1-4 0,2-2-8 16,1 1-3-16,-1-1-9 0,1-4-4 0,0 3-6 15,-3-3-6-15,3 0-5 0,0-3-5 0,0 1-3 16,0-3 0-16,-2 0-6 0,2-7-1 0,0 12 1 15,0-12-6-15,-4 8-2 0,4-8 1 0,-7 6-6 16,7-6-2-16,-9 4-5 0,9-4 0 0,-11 1 0 16,11-1-4-16,-13-1-1 0,13 1 2 15,-14-3-3-15,7 2 0 0,7 1 1 0,-11-2-2 0,4 1-3 16,7 1 3-16,0 0-4 0,-11-4-2 0,11 4-2 16,0 0 1-16,-9 0 2 0,9 0 2 0,0 0-1 15,0 0 3-15,0 0 3 0,0 0 1 0,33 8-1 16,-15-4 2-16,2-2-3 0,-1 0-13 0,0 0-15 15,-1 1-21-15,1 0-24 0,1 2-23 0,1-4-26 16,-3 0-35-16,2 0-22 0,-1 1-36 0,-3-1-159 16,-2-1-402-16,-1 0 178 0</inkml:trace>
  <inkml:trace contextRef="#ctx0" brushRef="#br0" timeOffset="-95273.15">28808 12722 47 0,'2'-13'169'0,"-2"13"6"0,0 0 0 16,3-11 5-16,-3 11-6 0,-3-7-3 0,3 7-9 15,0 0-11-15,0 0-10 0,0 0 0 0,-13 0 0 16,13 0 0-16,-13 10-4 0,6-4-7 0,-1 2-10 16,1 0-11-16,1-1-7 0,0 2-3 0,1-2-17 15,3 3-2-15,-1 0-12 0,2 0-7 0,1-1-7 16,0-9-2-16,4 16-17 0,-2-9-26 0,4 2-24 16,-6-9-38-16,8 11-34 0,0-3-45 0,0-5-41 15,3 1-34-15,0-1-200 0,-1 0-440 0,0 1 195 16</inkml:trace>
  <inkml:trace contextRef="#ctx0" brushRef="#br0" timeOffset="-95005.43">29151 12740 16 0,'7'-3'154'0,"-1"0"-17"0,2 1-10 0,1 1-15 15,-9 1-10-15,14-4-10 0,-4 3-12 0,-1 0-19 16,-9 1-25-16,12 1-23 0,-12-1-28 0,10 1-6 15,-6 2-15-15,-4-3-16 0,3 6-4 0,-3-6-2 16,0 0 2-16,-5 12 11 0,5-12 8 0,-9 8 19 16,2-2 13-16,-1-2 11 0,-2 1 16 0,1 0 11 15,0 1 8-15,1-2-4 0,2 0 11 0,0 1 6 16,-1 0-1-16,3-2-1 0,-2 1-1 16,6-4-5-16,-5 8-3 0,5-8 2 0,0 7 2 0,0-7-8 15,9 6-7-15,0-1-5 0,4-1 6 0,4-1-16 16,14 0-39-16,2-2-53 0,3 1-119 0,-1-3-209 15,5 1 92-15</inkml:trace>
  <inkml:trace contextRef="#ctx0" brushRef="#br0" timeOffset="-94458.99">29643 12622 188 0,'0'0'185'0,"16"-8"-18"16,-3 8-11-16,7-3-17 0,8 3-9 0,2 0-12 16,-4 2-13-16,2-2-10 0,1 0-13 15,-9 1-7-15,2-1-7 0,-3 2-5 0,0 1-1 0,-1 0-11 16,-5-3-5-16,1 1-4 0,-4 0-4 0,0 2-3 16,-2-3-7-16,-8 0 1 0,10 0 6 0,-10 0-3 15,7 1 4-15,-7-1-8 0,0 0 3 0,0 0-2 16,0 0-2-16,0 0-1 0,0 0 2 0,0 0-3 15,0 0 0-15,-15 19 10 0,10-9 3 0,-2-1 2 16,0 4-4-16,1 1-1 0,0 1 6 0,0 2 4 16,1 1-7-16,-1-3 2 0,2 2 1 0,2-2-7 15,-1 3-1-15,-1-1-2 0,3-1 1 0,0-3-5 16,2 1 6-16,-1-3-5 0,1 1-4 0,0-2-3 16,-1 0 4-16,2 0-6 0,-2-3 3 0,1-2-8 15,-1-5 1-15,0 13 0 0,0-13-1 0,-5 9-2 16,2-5 1-16,3-4-1 0,-12 4-1 0,4-4-1 15,-2 0-9-15,-3 0-8 0,0-3-4 0,-1 1-1 16,0-2 4-16,-2 0-4 0,-1 0 0 0,4 1 5 16,0-1-4-16,2 0 1 0,-1 2 3 0,5 0-2 15,7 2 6-15,-12-3-3 0,6 2 3 0,6 1 1 16,0 0 4-16,-8-4 0 0,8 4-1 0,0 0 5 16,0 0 0-16,0 0 2 0,26 0-1 0,-7 0-2 15,0 1 0-15,3 2 0 0,8-3 2 0,2 1-1 16,3-1-3-16,-1 2-12 0,1-2-17 0,2 1-19 15,-5-1-22-15,0 0-27 0,-4 2-29 0,-6-2-15 16,4-2-23-16,-4 2-13 0,-1-1-3 0,-1-2-1 16,-1 0 9-16,-2 1 11 0,1-2-90 0,-2 2-268 15,4-3 119-15</inkml:trace>
  <inkml:trace contextRef="#ctx0" brushRef="#br0" timeOffset="-94020.9">30334 12901 853 0,'10'-4'-48'16,"0"-1"24"-16,-4 2 34 0,0-5 21 0,-3 2 17 16,3 4 26-16,-6 2 5 0,5-9 10 0,-5 9 10 15,2-8 13-15,-2 8 1 0,0-10 4 0,0 10 1 16,0 0-7-16,-6-9-2 0,6 9-1 0,-9 0-8 0,9 0 1 15,-14 7 8-15,4-1 6 0,-1 1-4 16,-3 4-4-16,4-3-14 0,1 1-3 0,-4 1-7 16,7 3-8-16,-2-5-6 0,3 3 1 0,0-1-7 15,2 2-5-15,3-4-3 0,0 3-8 0,3 0-5 16,0-2-3-16,2-1 3 0,4 0-4 0,0-3-8 16,2 3-1-16,3 0-10 0,3-2-12 0,1 0-6 15,-4-3-2-15,4 0-12 0,0-3 5 0,1 0-6 16,0-3-1-16,1 0-2 0,-3-1 0 0,1 0 1 15,0-1 0-15,-3-2 4 0,-2-1 1 0,-3 3 2 16,0-5 1-16,2 3 1 0,-3-3 0 0,0 1-2 16,-2 3 18-16,1-3 8 0,-3 6 5 0,-1-2 4 15,-4 5-7-15,6-6-2 0,-6 6-3 0,0 0-1 16,7-3-3-16,-7 3-1 0,0 0 4 0,0 0 1 16,5 13 3-16,-5-13-3 0,1 9 3 0,-1-9-1 15,1 11-3-15,4-4 9 0,-2-1-3 0,2-1-3 0,0-1 8 16,9 1-6-16,-1-3 2 0,5 1-2 15,0-1-4-15,0 0 4 0,0-2 0 0,-4-1-1 16,2-5 2-16,-3 6 1 0,-4-4 1 0,0-2-3 16,-1 1-2-16,-2-3 3 0,-1-1 1 0,-3 2 2 15,-1-2-4-15,-1-1-3 0,0 0-2 0,-1 1-3 0,-2-1-2 16,-1 0-1-16,-2 3-10 0,-3 0-13 16,0 2-26-16,-3 1-32 0,-2 1-33 0,-4 3-54 15,-2 1-64-15,2 1-85 0,0 2-218 0,-2 0-571 16,3 1 253-16</inkml:trace>
  <inkml:trace contextRef="#ctx0" brushRef="#br0" timeOffset="-91607.83">27327 13493 33 0,'0'0'207'0,"-12"-3"1"0,12 3 10 16,-9-1-14-16,9 1-14 0,0 0-17 0,0 0-16 15,0 0-16-15,0 0-9 0,0 0-12 0,0 0-6 16,0 0-11-16,26-7-7 0,-6 7-12 0,7-1-7 0,1-1-8 16,5-1-6-16,-1 2-6 0,1 1-10 15,-1 0-20-15,-5 0-15 0,-5 1-27 0,-4-1-25 16,0 0-21-16,-5 1-24 0,-3-1-25 0,-1 0-9 16,-3 0-4-16,-6 0-9 0,12 0 0 0,-12 0-1 0,0 0 7 15,9 2 9-15,-9-2 6 0,0 0 17 16,0 0 8-16,0 0 9 0,0 0 13 0,0 0 17 15,0 0 14-15,0 0 23 0,-25-7 13 0,25 7 13 16,-11-1 17-16,11 1 8 0,-14-3 15 0,9 1 8 16,5 2 18-16,-12 0-11 0,12 0 7 0,-12 0 4 0,12 0-4 15,-9 3 10-15,5 3 13 0,1-1 0 0,-1 4 6 16,-1 1 3-16,3 2-8 0,0 3-5 16,-3 0-8-16,1 2 0 0,2 0-6 0,0 1 1 15,0 1-9-15,-1-2-1 0,1 0-9 0,0 0-7 16,0-1-4-16,-2 3-2 0,3-4-11 0,0-5-1 15,2 6-1-15,-2-4-7 0,1 3-4 0,0-4-4 16,-2 2 1-16,2-4-1 0,-2 0-2 0,2 1-2 16,-4-3-12-16,4-7-6 0,-5 8-10 0,1-2-9 15,-1-2-10-15,-4 0-5 0,4-1-7 0,5-3 1 16,-13 2-4-16,4-1 3 0,9-1 3 0,-13-3 4 0,6 2 5 16,7 1-1-16,-14-6 5 0,10 2 7 0,-1-1-3 15,5 5 6-15,-8-8-1 0,5 4 3 0,3 4-3 16,-4-8 3-16,4 8-1 0,0 0 1 15,2-10 5-15,-2 10-5 0,11-4 6 0,-2 2-2 16,3-1 1-16,-1 1-2 0,10 0 3 0,-4 2-2 0,3-1-7 16,-1 2-10-16,3-1-21 0,-2-1-21 0,3 2-20 15,-2-2-26-15,7-2-4 0,-8 5-11 0,1-5 3 16,-2 2-3-16,4-2 7 0,-4 3 12 16,0-2 8-16,-5 1 12 0,4-2 18 0,-4 2 9 15,-4-2 20-15,3 0 22 0,-13 3 18 0,12-7 10 0,-6 1 11 16,-6 6 13-16,5-12 21 0,-3 5 12 0,1 4 26 15,-1-5 12-15,-2 8 8 0,1-11 10 0,-1 11-4 16,-1-8 0-16,1 8-11 0,0 0-9 16,0-9-11-16,0 9-9 0,0 0-6 0,0 0 7 15,0 0 5-15,0 0 6 0,-10 19-5 0,8-10 2 0,-4 2-13 16,2 7-4-16,0-7-2 0,-2 7-11 0,2-2-5 16,0 1 0-16,1-1-11 0,-1 1 4 0,2-2-7 15,0-5-12-15,2 1-18 0,-1 1-20 0,0-5-28 16,2 3-24-16,-1-1-40 0,0-9-36 15,-1 12-38-15,1-12-30 0,1 7-20 0,-1-7-175 16,1 6-436-16,-1-6 194 0</inkml:trace>
  <inkml:trace contextRef="#ctx0" brushRef="#br0" timeOffset="-91273.09">27890 13763 66 0,'13'-16'133'0,"-2"0"4"0,3 3 4 0,-1 0 3 16,1 6-5-16,-3 0-1 0,3 2-8 0,-3 1-4 15,-1 4-5-15,3 0 1 0,-3 3-7 16,-1 1-7-16,1-1-5 0,-3 2-2 0,1 1-3 16,1 2 1-16,-1-1-10 0,-3 2-4 0,2-2-8 15,-3 2-7-15,-2-2-2 0,-1 2-6 0,1-2-5 0,-4 2-2 16,1 1-7-16,-4-2-1 0,0-2-6 16,1 2-6-16,-1-2 0 0,0-2-6 0,1 1-3 0,-1 0-2 15,5-5-5-15,-5 7-3 0,5-7-12 16,-4 7-2-16,4-7-4 0,-4 8 0 0,4-8 4 15,0 0-2-15,3 11-3 0,-3-11 1 0,4 9-1 0,-2-6 1 16,-2-3 0-16,4 7 0 0,-1-1-1 0,-3-6 0 16,4 9 1-16,-2-5 0 0,-2-4 4 0,0 7-4 15,0-7 4-15,0 0 2 0,-5 14 0 0,1-9 0 16,0-2-6-16,-1 2-12 0,5-5-16 0,-8 5-15 16,2-2-21-16,6-3-20 0,0 0-23 0,-14 3-36 15,9-3-41-15,5 0-184 0,0 0-399 0,0 0 177 16</inkml:trace>
  <inkml:trace contextRef="#ctx0" brushRef="#br0" timeOffset="-90982.91">28390 13781 90 0,'10'-1'134'0,"3"0"-15"16,-4-1-7-16,-9 2-21 0,13-1-15 0,-13 1-16 15,0 0-16-15,15 6-10 0,-15-6-17 0,0 0-17 0,6 5-17 16,-6-5-9-16,0 0-7 0,-2 8-4 0,2-8 10 16,0 0-3-16,-9 14 0 0,9-9 5 0,0-5 8 15,-10 11 11-15,6-8 9 0,0 3 9 16,4-6 9-16,-7 7 13 0,4-4 4 0,3-3 9 16,-6 6 1-16,6-6-1 0,-6 7 14 0,6-7 2 0,-4 5 11 15,4-5 5-15,0 0-1 0,0 0-3 0,0 0-6 16,12 7-10-16,-6-7 0 0,2 2-11 15,3-1-25-15,2-1-35 0,5-1-52 0,0 1-69 16,0 0-77-16,-2 0-227 0,2-2 100 0</inkml:trace>
  <inkml:trace contextRef="#ctx0" brushRef="#br0" timeOffset="-90371.25">28933 13630 2177 0,'5'-11'67'0,"-2"5"-45"0,-2 0 9 15,-1 6-14-15,0 0-8 0,4-9-1 0,-4 9-2 16,4-7-2-16,-4 7-3 0,6-3 2 0,-6 3-1 16,13-2-1-16,-4 1 3 0,1-1 0 0,1 1 0 15,2 0-1-15,-1-1-4 0,2 2 5 0,-3 0-4 16,1 0 0-16,-2 0 0 0,0 0-3 0,-1-2 5 15,-9 2-3-15,12 2-3 0,-12-2-4 0,10 0-5 16,-10 0-6-16,6 0-1 0,-6 0 2 0,0 0 2 16,12 0 0-16,-12 0 11 0,0 0-10 0,0 0 3 15,0 0 13-15,0 0-7 0,0 0-3 0,0 0 3 16,0 0-5-16,0 0 1 0,0 0 6 0,0 0 1 16,0 0 1-16,0 0 3 0,0 0-1 15,0 0 4-15,-27 4 5 0,23 1 2 0,-1 3 5 0,0 3 14 16,-1 1 4-16,-1 1 7 0,-1 5 2 0,3-2 0 15,-3 0-1-15,2 3-3 0,2-2-1 0,1 2 2 16,0-3 0-16,0-1 1 0,1 1-2 0,-2-1-2 16,4 2-4-16,-5-6 5 0,5 1-7 0,-1-2-4 15,-1 0-6-15,2-3 3 0,0 3-3 0,0-10-3 16,-1 12 1-16,1-12 2 0,-1 10-3 16,1-10 2-16,-1 10-6 0,1-10-2 0,-6 7 1 0,4-3-2 15,2-4-3-15,-10 4-6 0,1-3-3 0,9-1-7 16,-13 1-3-16,4-2-3 0,-4 0-2 0,4 0-1 15,9 1-1-15,-19-3 1 0,11 1 5 0,1 0 0 16,7 2 0-16,-9-3 2 0,9 3 4 0,-10-3-1 16,10 3 1-16,-6-4 0 0,6 4 1 0,0 0 2 15,0 0 0-15,-5-4 0 0,5 4-3 0,0 0 6 16,0 0 0-16,0 0 0 0,26-1 2 0,-17 1-1 16,4 1 0-16,6 0 1 0,0-1-4 0,0-1-14 15,3 2-15-15,-2-1-37 0,8 2-25 0,-7-1-34 16,1-1-26-16,-1-1-19 0,-1 1-14 0,0-2-11 15,0 1-110-15,-2 0-330 0,0 1 146 0</inkml:trace>
  <inkml:trace contextRef="#ctx0" brushRef="#br0" timeOffset="-89998.57">29408 13862 67 0,'8'-10'107'0,"-3"5"8"16,3-2 12-16,-4 3 11 0,-1-2 9 0,0-2 5 16,-3 8 0-16,3-9-3 0,-3 9-14 0,-2-9-5 15,2 9-12-15,0 0 0 0,-14-2-2 0,14 2-6 16,-16 7 1-16,4-2-7 0,-1 0-4 0,-1 6-6 15,-1-2-10-15,1 2-3 0,-1-1-9 0,7 1-9 16,-1-3-7-16,1 1-2 0,3 1-7 0,3 1 0 16,2-2-6-16,1 3-5 0,2-3 0 0,3-1-4 15,1-1-4-15,2 1-1 0,0-3-2 0,3 1-3 16,-2-2-1-16,2-2-1 0,-2 1-5 0,0-1 0 16,-2-1 1-16,3 0 0 0,-4-1-2 0,-7 0 1 15,13-2-4-15,-6 0 0 0,-7 2 0 0,6-3-1 16,-6 3-5-16,4-6 4 0,-4 6 1 0,0 0 6 15,0 0-1-15,0 0-11 0,0 0 11 0,-11-10-8 16,11 10 3-16,-16 0-2 0,16 0-1 0,-16 6 4 16,3-2 4-16,3 0 2 0,-2 1 2 0,3 0-2 15,0 2 4-15,2-2-5 0,-2 3 0 0,4 0 1 16,1-3-6-16,0 1 2 0,1 1-3 0,3-7 8 16,0 10-5-16,0-10 4 0,7 10-14 0,-3-7-17 15,1 0-26-15,4 0-27 0,0 1-37 0,2-4-34 16,-1 2-33-16,3-2-38 0,1 0-19 0,-1-2-204 15,-1 2-466-15,2-3 207 0</inkml:trace>
  <inkml:trace contextRef="#ctx0" brushRef="#br0" timeOffset="-89825.24">29710 13859 30 0,'0'0'220'0,"4"-5"-8"0,-4 5-2 16,5-4-6-16,1 1-14 0,-6 3-15 0,14-4-11 15,-2 2-17-15,-1 1-16 0,10 0-9 0,0-2-10 16,-1 3-16-16,1 0-15 0,8-3-22 0,-8 1-44 16,-1 2-46-16,1-1-45 0,0-2-57 0,-3 1-51 15,-3-1-107-15,2-2-315 0,-4 4 139 0</inkml:trace>
  <inkml:trace contextRef="#ctx0" brushRef="#br0" timeOffset="-89311.06">30132 13663 128 0,'0'0'217'0,"0"0"-22"16,2-5-17-16,-2 5-16 0,8-5-22 0,-8 5-10 15,11-4-18-15,0 2-2 0,0 1-15 0,1-1-6 16,0 2-12-16,1 0-10 0,-4-1-9 0,3-1-23 16,-5 2-19-16,-7 0-4 0,12-1-9 0,-12 1-14 15,9 0-7-15,-9 0-8 0,0 0-12 0,6 3 4 16,-6-3 6-16,0 0 1 0,0 0-6 15,0 0 18-15,0 0-3 0,0 0 8 0,0 0 1 0,0 0 5 16,0 0 3-16,0 0 15 0,0 0 5 0,0 0 9 16,0 0 4-16,0 0 3 0,0 0 5 0,0 0 6 15,-16 12 12-15,14-2 0 0,-2-2 0 0,4 4 3 16,-3 2 5-16,0 4 4 0,0-3 2 0,1 0 0 16,1 2-1-16,-1 0 3 0,0 0-6 0,-1 1-7 15,3-1-6-15,0-3 4 0,0 1-17 0,0 2 0 16,0-2-2-16,0-4-4 0,0 1-7 0,0 1-1 15,0-3-2-15,3-2 5 0,-6-1-13 0,3-7 2 16,3 12 5-16,-3-6-2 0,0-6-10 0,0 0 2 16,-4 11-1-16,4-11 1 0,0 0-10 0,-8 3-5 15,8-3-5-15,-10 0-5 0,10 0-7 16,-13-5 5-16,13 5 0 0,-11-6 1 0,6 2 2 16,-3 0-2-16,0-1 2 0,3 2-1 0,5 3 6 0,-9-7-4 15,9 7 0-15,-6-6 4 0,6 6-2 0,-4-4 6 16,4 4-4-16,0 0 0 0,0 0 0 0,-6-4 0 15,6 4 1-15,0 0-1 0,0 0 5 0,0 0 0 16,0 0 3-16,0 0-3 0,28 4 0 16,-18-3 4-16,2 1-2 0,5-2-23 0,1 2-26 0,1-1-38 15,1-1-30-15,0 0-50 0,0-3-36 0,-1 4-187 16,-2-1-419-16,4 1 185 0</inkml:trace>
  <inkml:trace contextRef="#ctx0" brushRef="#br0" timeOffset="-89089.16">30671 13882 105 0,'0'0'210'0,"0"0"-2"16,-9-13-8-16,9 13-8 0,-14-1-9 0,5-1-3 15,-4 5-10-15,-2-1 1 0,-5 3-3 0,2 1 1 16,0 0-8-16,2 2-5 0,1 1-2 0,2 1-14 16,2-1-10-16,3 1-8 0,2-1-13 15,-1-3-11-15,5 2-10 0,-2 0-8 0,3 2-4 16,1-10-5-16,5 12-4 0,0-3-12 0,4-3-9 0,1 0-22 15,3 1-23-15,0-4-32 0,3 3-36 0,-3-4-38 16,1 0-55-16,-1 0-35 0,-2-4-40 0,2 2-34 16,-1 0-143-16,0-1-447 0,-1 0 198 0</inkml:trace>
  <inkml:trace contextRef="#ctx0" brushRef="#br0" timeOffset="-88898.54">30933 13766 224 0,'4'-5'238'0,"-4"5"-11"0,0 0-15 0,0 0-21 15,6-5-18-15,-6 5-15 0,10 0-16 0,-10 0-11 16,16-1-16-16,-6 2-7 0,0 1-18 0,3-1-26 16,-1 2-51-16,-3-2-46 0,3 0-58 0,-4 1-54 15,0-2-159-15,-8 0-327 0,10 0 145 16</inkml:trace>
  <inkml:trace contextRef="#ctx0" brushRef="#br0" timeOffset="-88727.96">30922 13844 218 0,'0'0'228'0,"-8"3"-8"0,8-3-9 0,0 0-10 16,0 0-1-16,0 0-6 0,0 0-10 0,0 0-18 15,19 10-17-15,-9-9-13 0,3 0-13 0,0-1-30 16,3 0-33-16,2-2-45 0,-1 2-51 0,2-2-57 15,-1 0-56-15,-4-1-205 0,-2 3-383 16,0-3 170-16</inkml:trace>
  <inkml:trace contextRef="#ctx0" brushRef="#br0" timeOffset="-82953">31493 13786 139 0,'0'0'145'0,"0"0"-7"16,0 0 5-16,0 0-2 0,0 0-3 15,0 0-3-15,0 0 1 0,0 0-6 0,0 0-4 16,0 0-4-16,0 0-11 0,0 0-9 0,0 0-9 16,-10-10-10-16,10 10-5 0,-7-3-5 0,7 3-5 0,-11 0-2 15,11 0-5-15,-18-1-3 0,9 0 7 16,9 1-9-16,-15-2 0 0,7 2-2 0,8 0-2 15,-13-1-3-15,13 1-2 0,-15 0-4 0,15 0-4 16,-11 0-3-16,11 0-4 0,0 0-2 0,-7-2-2 16,7 2-4-16,0 0-2 0,0 0 1 0,0 0-5 15,0 0 1-15,0 0 3 0,0 0-10 0,0 0 4 16,0 0 1-16,41 3-2 0,-20-1-2 0,0-1 1 16,2 0-2-16,-1-1 2 0,-1 0-6 0,-1 0 1 15,-1 2 0-15,-1-2-1 0,-4 0 6 0,-4 1-8 0,1-1 0 16,-2 1-2-16,-1-1-1 0,-8 0 3 0,12 2 1 15,-12-2-2-15,8 0-10 0,-8 0-8 16,0 0-17-16,0 0-17 0,9 1-18 0,-9-1-29 16,0 0-42-16,0 0-38 0,9-4-26 0,-9 4-36 15,0 0-131-15,4-4-397 0,-4 4 176 0</inkml:trace>
  <inkml:trace contextRef="#ctx0" brushRef="#br0" timeOffset="-82609.84">31889 13514 106 0,'0'0'184'0,"0"0"-10"0,0 0-10 16,0 0-11-16,0 0-20 0,0 0-7 16,0 0-16-16,9-9-12 0,-3 8-6 0,5-2-13 0,1 2-4 15,1 0-8-15,1 1-1 0,0-1-14 0,-1 0 5 16,1-1 13-16,-1 2-13 0,2-1-3 0,-2 1-5 16,0 0-4-16,-1 1-9 0,-2-1-5 15,-2 0-17-15,3 0-23 0,-11 0-16 0,11 0-17 16,-11 0-19-16,13-1-15 0,-13 1-14 0,8 0-16 0,-8 0-12 15,0 0-3-15,0 0-11 0,9 0 1 0,-9 0-67 16,0 0-213-16,0 0 96 0</inkml:trace>
  <inkml:trace contextRef="#ctx0" brushRef="#br0" timeOffset="-82099.08">32131 13494 315 0,'0'0'-12'0,"0"0"15"0,0 0 20 16,0 0 2-16,-31-1 16 0,31 1 8 0,0 0 7 16,-10-3 17-16,10 3 7 0,0 0-13 0,-11-3 9 15,11 3 1-15,0 0 12 0,-8-2 2 0,8 2 4 16,0 0 4-16,0 0-1 0,-7-4-11 0,7 4-5 15,0 0 0-15,0 0-12 0,0 0-7 0,0 0-7 16,0 0-6-16,0 0-4 0,0 0-4 0,0 0 0 16,0 0 13-16,-6 12-1 0,3-6 4 0,2 2-3 15,1-1-3-15,-2 3-3 0,2 1-3 0,-1 1 8 16,0 7 10-16,-2-8-8 0,2 2-3 16,1 2-5-16,-2-2-5 0,0-1-3 0,2 1-5 0,-1-1-3 15,0 2 5-15,0 3-6 0,1-5-1 0,-2 4 1 16,1 2-4-16,1-6 0 0,0 3-2 0,-1-3-5 15,1 1 3-15,1-2-4 0,-2 1 2 0,1-3-5 16,0 2-2-16,-2-4-3 0,4 2 0 0,-2-9-2 16,0 11 4-16,0-11-4 0,-3 12-2 15,3-12 6-15,1 7-7 0,-1-7 0 0,0 0 0 0,0 10-3 16,0-10 6-16,0 0-6 0,0 0 4 0,0 0-1 16,0 8 1-16,0-8-2 0,0 0 0 0,0 0 0 15,0 0 3-15,0 0-2 0,0 0-1 0,0 0 1 16,-7 3 2-16,7-3-4 0,0 0 1 0,0 0 0 15,-17-8-4-15,17 8 3 0,0 0-3 0,-10-4-4 16,10 4 11-16,-7-3-8 0,7 3 8 0,-6-3-9 16,6 3 3-16,-9-4-2 0,9 4 0 0,-6-3-2 15,6 3 1-15,-7-3 1 0,7 3 0 0,0 0 0 16,-6-4-3-16,6 4-2 0,0 0 2 0,0 0 2 16,0 0 2-16,0 0-6 0,0 0 2 0,0 0 3 15,0 0 1-15,0 0-2 0,0 0 2 0,0 0-2 16,27 7 1-16,-16-7 1 0,2 0-5 0,6 2-16 15,-1-4-19-15,1 2-22 0,11 2-27 0,-11-4-31 16,-2 2-47-16,0 0-49 0,-2 0-212 0,-3-1-460 16,1-1 204-16</inkml:trace>
  <inkml:trace contextRef="#ctx0" brushRef="#br0" timeOffset="-78639.54">32401 13775 111 0,'2'-9'159'0,"-2"9"-16"15,0 0-5-15,0 0 4 0,-3-11-10 16,3 11 0-16,0 0-8 0,0 0-3 0,-4-8-8 16,4 8-7-16,0 0-12 0,0 0-7 0,-6-3-4 15,6 3-3-15,0 0 0 0,0 0-7 0,-15 7-2 16,15-7-5-16,-13 7 1 0,8 1-3 0,-3-1-1 15,0 4-1-15,1-1-2 0,0 0-2 0,0 0-4 16,3 1 3-16,-1-3-7 0,1-2 0 0,1 4-8 16,2-1 2-16,0-2-3 0,1-7 27 0,-4 12-8 15,4-6-5-15,0 2 0 0,0-8-5 0,2 14-10 16,4-7 1-16,0 2-1 0,2-4-9 0,1 1-14 16,2 1-6-16,-2-3-21 0,4-3-28 0,0 3-28 15,6-2-30-15,-3 1-38 0,-2-1-37 0,4-2-46 0,0 0-201 16,1-1-451-16,-6 0 200 0</inkml:trace>
  <inkml:trace contextRef="#ctx0" brushRef="#br0" timeOffset="-59072.82">29077 14886 125 0,'0'0'145'16,"-5"9"-9"-16,2-6-2 0,3-3-4 0,-5 7 0 15,5-7-10-15,0 0-3 0,-3 7-8 0,3-7-3 16,0 0-4-16,-8 5-8 0,8-5-5 16,0 0 1-16,0 0-3 0,0 0-5 0,0 0-2 0,-11-4-4 15,11 4-5-15,0 0-9 0,0 0-3 0,-3-12-2 16,3 12-9-16,1-10-3 0,-1 10-6 0,0 0 0 15,3-12-9-15,-1 6-1 0,-2 6-5 0,7-7 1 16,-4 3-5-16,1-1-2 0,-4 5-1 16,7-6-1-16,-7 6-5 0,8-2-1 0,-8 2 1 0,9-1-4 15,-9 1 3-15,13 1-1 0,-2-1-1 0,-2 1 4 16,3 0-3-16,0 1-1 0,2-1-1 0,-1 0 3 16,-2 1 0-16,3-4-2 0,-1 4 2 0,0-2 4 15,0 0-4-15,-1 0 0 0,-1-3 2 0,-2 2 4 16,-9 1-5-16,14-3 7 0,-8 3-4 15,-6 0 0-15,0 0 2 0,10-1-1 0,-10 1-2 0,7-2-4 16,-7 2-2-16,0 0-15 0,0 0-20 0,7-2-33 16,-7 2-38-16,0 0-33 0,0 0-39 15,0 0-19-15,0 0-174 0,0 0-394 0,-21 14 174 0</inkml:trace>
  <inkml:trace contextRef="#ctx0" brushRef="#br0" timeOffset="-58733.23">29096 15134 50 0,'-7'0'194'0,"7"0"-13"0,0 0-7 0,-14-4-3 16,14 4-5-16,-9-1-1 0,9 1-8 0,-11-3-3 15,11 3-2-15,-8-5-21 0,8 5-8 0,-9-4-4 16,5 0-10-16,4 4-7 0,-9-4-6 15,9 4-1-15,-5-6-13 0,5 6-7 0,0 0-7 16,-1-12-5-16,1 12-7 0,3-11-5 0,4 6-6 16,-2-3 1-16,4 3-5 0,-1-1-7 0,2 1 0 0,-2 1-8 15,0 2-2-15,-1 0 27 0,2 0-6 0,-9 2-5 16,14 0-7-16,-8 3-2 0,-6-3-2 16,14 3-6-16,-9 1 0 0,2-1-3 0,-1 1-2 15,0 0-1-15,2 1-8 0,-3 1 9 0,2-2 1 16,-1 1-6-16,3-1-13 0,-3 1-26 0,3 1-30 15,-1-1-40-15,3 0-50 0,2-1-61 0,4-2-58 0,-4 1-165 16,4-3-466-16,0 2 207 0</inkml:trace>
  <inkml:trace contextRef="#ctx0" brushRef="#br0" timeOffset="-58436.74">29957 15032 105 0,'-2'-10'255'0,"2"10"-4"0,0 0-6 16,0 0-6-16,0 0-5 0,0 0-9 0,0 0-6 16,0 0-14-16,-11-7-21 0,11 7-11 0,0 0-24 15,0 0 2-15,0 0-13 0,0 0-4 0,0 0-10 16,19-2-24-16,-11 1 10 0,4 1-9 0,0 1-10 15,-2-1-8-15,4-1-12 0,-2 0-1 0,-2 1-12 16,4 0-19-16,-1 0 11 0,-1 0-10 0,0-2-36 16,1 1-29-16,-3 1-37 0,3-1-39 0,0-1-38 15,-2 2-47-15,2-1-55 0,1-1-45 0,-2 1-182 16,1-3-507-16,0 0 224 0</inkml:trace>
  <inkml:trace contextRef="#ctx0" brushRef="#br0" timeOffset="-57831.87">30439 14805 170 0,'0'0'201'0,"-3"-11"-13"16,3 11-15-16,0 0-17 0,23-4-15 0,-10 0-7 15,7 3-17-15,2 1-14 0,8-2-6 0,0 0-6 0,-2 2-10 16,-7 0-12-16,0-2-11 0,1 2-13 0,-4-2-20 15,-4 4-11-15,-3-2-17 0,1 0-13 0,-6 0-12 16,-6 0 4-16,0 0-23 0,17-3-2 16,-17 3 1-16,0 0 1 0,0 0-3 0,0 0 13 15,11-1-6-15,-11 1 12 0,0 0-2 0,0 0 0 16,0 0 12-16,0 0 15 0,0 0 2 0,0 0 5 16,0 0 29-16,-37-6-14 0,37 6 11 0,0 0 2 0,-11 1 11 15,11-1 4-15,-8 2 13 0,8-2 1 0,-9 7 1 16,2-1 5-16,0 1 6 0,-1 3 6 0,3 0 0 15,-1 1-2-15,1 3-1 0,-2 3 4 16,0-2-6-16,3 2-1 0,0 2 0 0,-2-3-5 16,5 1-7-16,-3 2 0 0,1-3-8 0,1 2-3 15,0-2-3-15,1-1-5 0,1 0-4 0,-3-2 1 0,3 0-7 16,0-1-1-16,0 1-3 0,0-2 0 16,2-1-5-16,-2 0-4 0,0 1-1 0,1-3 2 15,-1-8-4-15,-1 14 2 0,1-14-1 0,-2 10 0 16,0-5-4-16,2-5-3 0,0 0-8 0,-2 12-6 15,2-12-10-15,-6 3-7 0,6-3-8 0,-11 3-2 16,11-3-5-16,-13-1 2 0,13 1 5 0,-17-3-2 16,11 1 4-16,6 2 1 0,-12-7 3 0,6 5 1 15,6 2 7-15,-9-5-1 0,9 5 4 0,-8-4 0 16,8 4 4-16,0 0 0 0,-5-2 2 0,5 2 0 16,0 0 1-16,0 0 1 0,-7-3 5 0,7 3-1 15,0 0 2-15,0 0 4 0,0 0 5 0,0 0 2 16,0 0 0-16,0 0 1 0,0 0-3 0,28 6 0 15,-17-6 4-15,2 1-6 0,1 1 2 0,3 0-1 16,0 1-6-16,0-3-26 0,2 0-29 0,3 1-41 16,6-2-49-16,-9 2-47 0,4 0-175 0,-2-2-396 15,-2-1 176-15</inkml:trace>
  <inkml:trace contextRef="#ctx0" brushRef="#br0" timeOffset="-57273.32">31169 15088 138 0,'7'-5'244'0,"-7"5"-17"16,0-8-14-16,0 8-12 0,0 0-6 0,0 0-14 15,-8-12-7-15,8 12-14 0,-9-4-10 0,-2 3-5 16,-1 3-5-16,-1 2-15 0,-6 1 9 0,1 2-10 16,2 1-8-16,-1 1 6 0,-1 1-6 0,2 0-11 15,-1 2-1-15,2 0-6 0,3 1-5 0,2-3-1 16,4 0-12-16,-2-1-8 0,3 0-1 0,1 1 2 15,3 0-5-15,-1 0-15 0,2-1 0 0,4 1-5 16,3-3-3-16,-1 2-1 0,7-3-6 0,-3 1-5 16,5 0 0-16,-1-3-2 0,3 2-12 15,1-2 1-15,-5-1-14 0,5 2-11 0,-6-4-6 16,6 1-7-16,-5-1-2 0,9-1-4 0,-4 0-8 16,0-1-4-16,-1-1-4 0,3-3-2 0,-2 1 4 0,-1 1 4 15,0-4-7-15,2 1 9 0,-2-3-5 0,1 1 9 16,-4 1-2-16,2 1 9 0,-7-1 0 15,3 3 11-15,-6 0 2 0,-1 2 12 0,-5 2 2 16,9-5-2-16,-4 3-3 0,-5 2 1 0,8-2-2 16,-8 2 7-16,0 0 4 0,0 0 6 0,0 0 2 0,0 0 3 15,-14 22 0-15,8-15 0 0,3 1 8 0,-1-4-4 16,3 6-1-16,1-10-3 0,0 15-8 0,1-3 18 16,0-5 0-16,2 1 3 0,3-1 1 0,2 0-1 15,2-2-2-15,-3-3 1 0,6 3 10 16,0-4-12-16,2 1 5 0,-1-2-3 0,-2 0-4 15,2 0 3-15,-1 0 1 0,-2-4-21 0,-1-2 29 0,-1 1-25 16,-2 1 21-16,2-5-6 0,0 2 2 0,-2-1-1 16,-2-1-5-16,-1 0-13 0,0-2 2 0,-3-1-9 15,-1 0 5-15,-1 2-2 0,-1-2-1 0,0 1-3 16,-2 2-14-16,-4-1-24 0,-1 1-28 16,-6 0-34-16,-4 0-40 0,1 4-34 0,-12-2-46 0,1 5-53 15,7 1-68-15,-8 1-234 0,8 1-615 0,1 1 272 16</inkml:trace>
  <inkml:trace contextRef="#ctx0" brushRef="#br0" timeOffset="-56849.27">29982 15530 87 0,'0'0'238'16,"0"0"-12"-16,0 0 1 0,21 8-12 0,0-6-6 15,14-1-4-15,18 2-12 0,4 0-8 0,9-1-10 16,33 2-7-16,-6-3-14 0,-1-2-10 0,8 2-5 15,-3-3-19-15,6 2 0 0,-3 1-48 0,-3-1-4 16,-7-1-4-16,-25 2-12 0,-3-2 11 0,2 1 4 16,-5 1-2-16,-1 1-1 0,-21-3-2 0,-3 4 6 15,1-3-6-15,-14 0 7 0,0 1-1 0,-8-1-2 16,-1-1-1-16,-1 1 5 0,-5-2-5 0,-6 2 1 16,14 0-7-16,-14 0 0 0,8 0-2 0,-8 0 8 15,0 0-6-15,9 2-21 0,-9-2 2 0,0 0-6 16,5 3 5-16,-5-3-3 0,0 0-11 0,0 0-18 15,0 0-38-15,0 0-44 0,0 0-58 0,0 0-72 16,0 0-66-16,-23-13-81 0,10 9-220 0,1 2-620 16,12 2 274-16</inkml:trace>
  <inkml:trace contextRef="#ctx0" brushRef="#br0" timeOffset="-35571.93">23224 16784 14 0,'-2'-11'77'0,"-2"-1"14"0,0 0-20 16,2 1 2-16,-5 0-12 0,3 1 2 0,-1 0-5 16,1 1-3-16,1-3-7 0,0 3-1 0,0-2-3 15,0 1 0-15,-1-1-2 0,0 1-5 0,0 1-12 16,0-1 6-16,0 0-1 0,2-1-11 16,-1 2-6-16,-1-1 7 0,2 0-1 0,-2 1-2 15,4 9-5-15,-6-17 1 0,3 7-7 0,1-1 0 0,-1 1-1 16,3 10 6-16,-6-18-9 0,2 7 5 0,1 2 7 15,1-2-7-15,-2 2-8 0,0-1 15 0,4 10-17 16,-1-22 11-16,1 11-9 0,0 11 8 16,0-22-9-16,0 11 4 0,0 0-5 0,1-2 19 15,-1 1-15-15,1-1-4 0,1 0 1 0,-1 1 0 16,1-4 3-16,-2 16 1 0,3-26-6 0,-4 15 7 16,2-5-9-16,1 4 9 0,-2 12 0 0,4-30-9 15,-1 20 12-15,0-5-3 0,-2 0 12 0,3-1-14 16,-2 3-3-16,0 1 10 0,1-4-22 0,1 6 30 15,-4 10-7-15,10-26-5 0,-2 13 4 0,-3 2-1 16,3 0-4-16,1-2 1 0,2-1 4 0,2 3 2 16,-3-3-3-16,4 2 3 0,2 2-4 0,0-3 3 15,7-1 0-15,-7 4-2 0,0-2-2 0,2 3 10 16,6-4-7-16,-7 5 7 0,2-1-5 0,-1 1-4 16,1 0 2-16,3 4 3 0,-3-2-5 0,9-1 4 15,0 4-6-15,-1 0 6 0,4 0-7 0,-2 3 2 16,2-1 6-16,-3 3-8 0,4-2 0 0,-3 6 0 15,2-2-4-15,2-1 6 0,-2 5 0 0,0-4-6 16,2 3 6-16,1-4-7 0,1 4 2 0,1 1-5 16,4-1 4-16,-1 0-1 0,11 4 3 0,-13-6-3 15,13 7-3-15,-15-5-3 0,2 2-6 0,-1-2 4 16,-2-2 1-16,1 4 0 0,1-3-2 0,-1-1 2 16,-2 3 3-16,-1-5-6 0,-2 0 1 0,3 0 2 15,-3 4 3-15,-1-4-4 0,2 3 6 0,-3-3-3 16,0 5-2-16,1-3-13 0,-7-2 15 0,-2 1 0 15,-1 2 1-15,3-1 4 0,-3-1-4 0,-4 1 3 16,-1-2-3-16,1 2 1 0,-2-1-6 0,5-1 0 16,0 3-4-16,0-1 9 0,-2-2-9 15,0 0 3-15,2 1 4 0,1 0-4 0,2 4 2 16,-1-5 1-16,0 4 4 0,1-2-6 0,-1 0-7 0,2 1-2 16,-3 1 9-16,3-1-7 0,-3-2 0 0,0 1 1 15,0 0 8-15,0-1-1 0,-5 0-1 0,-3 2-11 16,0-3 3-16,1 2 12 0,-12-5 2 0,19 5-6 15,-10-2 5-15,-9-3-6 0,13 6 9 0,-13-6-1 16,15 7-2-16,-15-7 2 0,11 4 0 16,-11-4 1-16,12 5-2 0,-3-3 3 0,-9-2-2 15,13 5 0-15,-13-5 5 0,14 6-7 0,-8-4 9 16,-6-2 8-16,15 8-9 0,-9-4-5 0,5-1 4 16,-3 1 0-16,1 3-7 0,1-2 6 0,0 0-4 0,-5 0 5 15,3 0-4-15,2 0 5 0,-6 0-1 0,3 2-4 16,-1-2 7-16,4 1-9 0,-5 2-4 15,3-1 2-15,-2 0 1 0,-1-2 3 0,3 0 4 16,-8-5-4-16,11 13 1 0,-5-6 4 0,0 2 0 16,2-3-1-16,-2 1-4 0,-1 1 6 0,1 0 0 15,1 1-12-15,0-1 9 0,-3 2 11 0,3-1-5 16,-5 1-6-16,2-1-1 0,1 3 2 0,0-2 3 16,-5 1-5-16,0 0-5 0,2 0 9 0,-2 2 0 15,1-2-5-15,-1 1-15 0,1 2 13 0,-2-1-7 16,1 0 8-16,1 0 0 0,-1 2-5 0,0 2 1 15,3-4-7-15,-1 5 2 0,-2 0-8 0,4-1-8 16,-3-1 2-16,3 2 0 0,0-1-5 0,-1-1 6 16,-1 1 19-16,3 1-16 0,-5 0 3 0,2 1-1 15,-4 0 5-15,0 0-1 0,-3-2 0 0,2-2 2 16,-3 2 7-16,-1-1-3 0,1 0 3 0,-2-1-1 16,3-4-4-16,-3 4 5 0,-1-3 2 0,-2 1-8 15,2-2 7-15,4-2 1 0,-5 2 6 0,-2-5-7 16,1 5 7-16,-1-4 2 0,3 1-5 0,-2-2-1 15,-1-3 7-15,0 2 4 0,0-1-9 0,-6-1 10 16,0-2-4-16,2 0 1 0,-2-2-3 0,-3 0-5 16,-6-1-11-16,-1-3-6 0,-3-2-3 15,-2 1-9-15,-2-3-15 0,-5 2-50 0,-10-4 23 0</inkml:trace>
  <inkml:trace contextRef="#ctx0" brushRef="#br0" timeOffset="-1474.37">25697 8961 6 0,'0'0'42'0,"0"0"-10"0,0 0 0 15,0 0 1-15,0 0-4 0,0 0-8 0,0 0-7 0,0 0-7 16,32 2-12-16,-23 0-31 0,-2 0-38 16,-1-1 18-16</inkml:trace>
  <inkml:trace contextRef="#ctx0" brushRef="#br0" timeOffset="19505">32024 14062 59 0,'0'0'71'0,"0"0"-5"0,0 0-7 0,0 0-9 16,0 0-2-16,0 0-2 0,0 0-7 0,0 0-6 16,0 0-9-16,0 0-4 0,0 0-15 0,0 0-4 15,0 0-9-15,0 0-5 0,0 0-11 0,0 0-5 16,0 0-1-16,0 0-10 0,0 0-24 0,0 0-67 15,-3 6 30-15</inkml:trace>
  <inkml:trace contextRef="#ctx0" brushRef="#br0" timeOffset="19972.64">31775 14093 70 0,'-11'0'90'16,"11"0"-11"-16,0 0 5 0,0 0 5 0,0 0-9 16,0 0 0-16,0 0-2 0,0 0 4 0,0 0-10 15,0 0 5-15,0 0 4 0,0 0-2 0,0 0-5 16,0 0-3-16,0 0-2 0,0 0-9 0,0 0-3 15,0 0-7-15,32-7 0 0,-13 6-2 0,2-1 0 16,1 2-3-16,8 0 2 0,2 0-10 0,5-1-5 16,-2 2-4-16,4-2 0 0,-1 4-3 0,16-3 0 15,-17 0 1-15,0 1-10 0,2-1 5 0,-1 0 2 16,-3 1-14-16,3-3 7 0,-4 3-7 0,3 0 0 16,-4-1 3-16,3 0-3 0,-5 0-2 0,-3 0-3 15,-8 2 1-15,2-2 2 0,-5-2-1 0,-1 2-4 16,-16 0-1-16,0 0 3 0,0 0 0 0,0 0 2 15,0 0-4-15,62 2 2 0,-62-2 3 0,0 0-6 16,0 0 2-16,0 0-2 0,0 0 0 0,0 0-1 16,0 0-4-16,0 0-8 0,0 0-6 0,0 0-7 15,0 0-10-15,0 0-7 0,29-4-8 0,-33 4-1 16,4 0-9-16,0 0-14 0,0 0-15 0,0 0 1 16,-40 0-12-16,27 0-6 0,-5 0 4 0,-2-2-1 15,0 5-80-15,1-3-196 0,-3 1 87 0</inkml:trace>
  <inkml:trace contextRef="#ctx0" brushRef="#br0" timeOffset="20787.95">29955 15499 38 0,'0'0'57'0,"0"0"0"0,0 0-18 15,21-13 6-15,-21 13 5 0,0 0-13 0,0 0-1 16,0 0-7-16,0 0-10 0,10-5-5 0,-10 5-10 0,0 0-2 15,0 0-4-15,0 0-4 0,0 0 1 16,0 0-2-16,10 4-9 0,-10-4-4 0,8 4-8 0,-8-4-3 16,9 2-21-16,-5 2-57 0,-4-4 25 15</inkml:trace>
  <inkml:trace contextRef="#ctx0" brushRef="#br0" timeOffset="21168.46">30110 15537 2 0,'0'0'45'0,"0"0"-1"0,0 0-6 16,0 0 0-16,22 6-4 0,-10-4 1 0,5 0-9 0,5-1-2 15,5 3 0-15,3 1-2 0,5-2 2 0,1 0-7 16,17 1-1-16,-13-1 2 0,12-1-8 16,1 1 3-16,0-2-5 0,0-1-3 0,3 0 1 0,0-1-3 15,6-1-5-15,-1 4 5 0,0-4 2 0,3 2-10 16,-1 0 0-16,-2 0 4 0,-5-3-7 15,-2 3-5-15,-13 0 3 0,9 0 5 0,-18 0 4 16,0 0-8-16,-3-1 2 0,-7 1-10 0,-1 0 5 16,-4 1-7-16,-4-1 2 0,-3 0-3 0,-1 0-32 0,0 0-56 15,-9 0 25-15</inkml:trace>
  <inkml:trace contextRef="#ctx0" brushRef="#br0" timeOffset="21358.12">31477 15599 29 0,'29'2'46'0,"0"0"-12"15,-6-2-14-15,4 0-12 0,-2 2-7 0,-3-4-24 16,0 1-26-16,-4 0 12 0</inkml:trace>
  <inkml:trace contextRef="#ctx0" brushRef="#br0" timeOffset="54000.67">25405 9952 7 0,'0'0'3'0,"0"0"-5"15,0 0-2-15,0 0 1 0</inkml:trace>
  <inkml:trace contextRef="#ctx0" brushRef="#br0" timeOffset="56163.21">26207 8414 41 0,'0'0'40'0,"5"-4"0"16,-5 4-1-16,0 0-5 0,4-7 2 0,-4 7-7 0,0 0-1 15,0 0-6-15,0 0 9 0,0 0-12 0,0 0 2 16,0-7-4-16,0 7-5 0,0 0-2 16,0 0 3-16,0 0-3 0,0 0-2 0,-6-9-1 15,6 9 2-15,0 0-4 0,-11-5 0 0,11 5 2 0,-10-1-3 16,10 1 0-16,-11-2-2 0,4 1 0 0,7 1 4 16,-18-3-3-16,12 2 2 0,-5-2-3 15,-1 3-1-15,3 0-1 0,-4 0 5 0,1-2-7 0,1 2 1 16,-3-2-3-16,2 0 13 0,-1 2-2 0,0 0-3 15,0-2-2-15,-1 0 1 0,3 0-1 0,-3 2 7 16,2-1-10-16,-1 1 5 0,-1-3 6 0,3 1-10 16,-3 2 3-16,2-2-2 0,-1 2 5 0,2-1-1 15,-2 0 0-15,1-1-2 0,-1 1 2 0,0-1 7 16,1 0-1-16,-1 2-8 0,-1-1 4 0,1-2 0 16,1 3 7-16,1-3-2 0,0 3 0 0,0 0-7 15,11 0 3-15,-14-6 3 0,14 6 2 0,-14 0-5 16,14 0 5-16,-11-1-2 0,5 0 12 0,6 1-10 15,-9-2 7-15,9 2 0 0,0 0 0 0,-11-3 5 16,11 3-5-16,0 0-2 0,0 0-6 0,0 0 6 16,0 0-10-16,-9 0-2 0,9 0 5 0,0 0 4 15,0 0-10-15,0 0 4 0,0 0-4 0,0 0 6 16,0 0-7-16,0 0 8 0,0 0-11 0,22 7 3 16,-11-7 5-16,0 0 2 0,10 2-4 0,1 0-1 15,8 0 1-15,6 1-7 0,-1 1 5 0,3-4 1 16,14 3 3-16,0-3 6 0,-1 2-1 0,7 0-13 15,-1 0 4-15,4-2-8 0,-1 4 3 0,1-1 12 16,-1-1-2-16,-3 3 2 0,3-1-18 0,-1-2 9 16,-4 4 4-16,-1-4-1 0,-2 1-2 0,-16 0 2 0,18 0-1 15,-16 1 0-15,-2-3-3 0,0 3 4 16,1 0-5-16,-1-2 8 0,-1-1 0 0,-1 4-4 16,-1-4-2-16,-4 3-1 0,1-2 2 0,-9 0 0 15,-2-1-9-15,-1 3 7 0,-5-3 0 0,1 0 7 0,-3 2-5 16,0-2-4-16,-1-1 8 0,-1 2 8 0,-1-2 1 15,-8 0 7-15,14 1 1 0,-9 0 0 0,-5-1 3 16,0 0 5-16,12-1 1 0,-12 1 2 16,0 0-8-16,0 0 11 0,8-4-3 0,-8 4 5 0,0 0-10 15,0 0 0-15,7-4-7 0,-7 4-3 0,0 0 1 16,0 0-2-16,0 0 5 0,2-6-11 16,-2 6-3-16,0 0 2 0,0 0-4 0,0 0 4 0,0 0-15 15,0 0-9-15,0 0-8 0,0 0-16 0,0 0-9 16,0 0-7-16,0 0-9 0,-14-9-5 0,14 9-2 15,-15 0-2-15,4-3-2 0,-1 4-6 0,-5 1-1 16,-2-2 3-16,4 1-9 0,-6-1-2 0,1 3 6 16,-3-3-2-16,-3 0-51 0,-1-3-144 0,6 3 65 15</inkml:trace>
  <inkml:trace contextRef="#ctx0" brushRef="#br0" timeOffset="56391.45">26634 8351 56 0,'0'0'58'0,"32"5"-6"0,-10-3 2 15,10 0-1-15,3 2-8 0,1 1-6 0,4-1 0 16,15 3-5-16,-3 0 8 0,1-2-12 0,-1 0-1 16,0 1-6-16,-3 0 5 0,-8-1-8 0,-4-2-3 0,2 3-2 15,12-4 2-15,-15-2-1 0,0 7 2 0,-2-3-7 16,-1 2-9-16,-5-2 3 0,0-1-11 0,-9-2-12 15,-2 3-3-15,-5-4-15 0,-1 1-10 16,-4 2-50-16,-3-1-104 0,-4-2 46 0</inkml:trace>
  <inkml:trace contextRef="#ctx0" brushRef="#br0" timeOffset="57222.83">26598 8035 17 0,'-11'-4'48'0,"4"1"-5"0,7 3-3 0,-9-5-2 15,9 5-9-15,-6-4 3 0,6 4-2 0,-8-4-2 16,2 0 1-16,6 4-5 0,-5-3 4 0,5 3 2 15,-6-5-8-15,6 5-2 0,-4-7 4 0,4 7-1 16,-8-3-6-16,8 3-3 0,0 0 10 0,-7-4-6 16,7 4 3-16,0 0-4 0,-6-5 2 0,6 5 7 15,0 0-8-15,0 0 0 0,0 0-6 0,-6-4 3 16,6 4-5-16,0 0 7 0,0 0-7 0,0 0 5 16,0 0-7-16,0 0 7 0,0 0 2 0,0 0-1 0,0 0-1 15,24 0 6-15,-13 0-14 0,4 0 10 0,2 1 2 16,3 0-4-16,2 1 3 0,-1 0-7 15,1-1-1-15,0 2 4 0,7-2-2 0,0 1-1 16,-8-2 7-16,2 2 0 0,4 2-8 0,-8-3 3 0,0-1 4 16,4 2-8-16,-6 0-1 0,3 0-3 15,-4 0-17-15,-2-1 22 0,1-1 1 0,-5 1-3 0,3 0-2 16,-3 1-11-16,0-2-4 0,-1 0-19 16,-3 1-5-16,-6-1-11 0,9 1-14 0,-9-1-13 0,8 3-10 15,-8-3-52-15,0 0-143 0,0 0 64 0</inkml:trace>
  <inkml:trace contextRef="#ctx0" brushRef="#br0" timeOffset="57453.1">26567 8125 63 0,'0'0'67'0,"0"0"-3"0,0 0-11 15,0 0-5-15,27 10-6 0,-10-10-2 0,2 1-6 16,10 2-11-16,0 0-21 0,1-2-17 0,1 1-56 16,-3 1-76-16,5-3 34 0</inkml:trace>
  <inkml:trace contextRef="#ctx0" brushRef="#br0" timeOffset="79578.98">29922 15415 16 0,'0'0'29'0,"0"0"-7"0,0 0-7 0,0 0 6 15,0 0 1-15,0 0-7 0,0 0 2 0,0 0-3 16,0 0-6-16,0 0-1 0,0 0 3 0,0 0 0 15,0 0-3-15,0 0-3 0,0 18 7 0,0-18-11 0,0 0 6 16,-1 8-3-16,1-8 7 0,0 0-10 16,0 0 3-16,-3 8-1 0,3-8-6 0,0 0 10 15,-5 9-1-15,5-9-8 0,-2 5 8 0,2-5-5 16,-5 3 0-16,5-3-5 0,0 0 7 0,-4 7-2 16,4-7-4-16,0 0 3 0,-4 7-2 0,4-7-1 15,-4 3 2-15,4-3-3 0,0 0 8 0,-3 7-3 0,3-7 0 16,0 0-1-16,0 0-5 0,-3 6 5 15,3-6 3-15,0 0-4 0,0 0 1 0,-3 6 1 16,3-6 0-16,0 0-1 0,-1 7-5 0,1-7 9 16,0 0-5-16,-3 8-1 0,3-8 6 0,0 0-3 15,0 0 3-15,0 0-10 0,0 0 14 0,-1 9-6 16,1-9 8-16,0 0-5 0,0 0 4 0,0 0-1 16,0 0 2-16,4 9 1 0,-4-9 4 0,0 0-1 15,2 5 0-15,-2-5 0 0,4 7-6 0,-4-7 3 16,8 6 3-16,-3-4-5 0,-5-2-6 0,10 5 14 15,-2-2-2-15,-2 1-4 0,1-1 6 0,0-1-7 16,0-1 5-16,4 2-2 0,-1-2-6 0,-2 1 3 16,-8-2 6-16,15 0-6 0,-9 0-2 0,-6 0 0 15,10 1-2-15,-10-1 1 0,12 3 2 0,-4-3-4 16,-8 0-2-16,14 0-2 0,-5 0 5 0,-1 0 4 16,-8 0-4-16,13 0-3 0,-6 0-3 0,-7 0 2 15,11 0 3-15,-11 0-1 0,9 0-4 0,-9 0 0 16,7 3 3-16,-7-3 6 0,0 0 1 0,0 0 2 15,0 0-2-15,9-1 2 0,-9 1-8 0,0 0 4 16,0 0-1-16,0 0 3 0,0 0-3 0,0 0-1 16,0 0 0-16,0 0 5 0,0 0-7 0,0 0-1 15,0 0 4-15,0 0-3 0,-20-9-2 0,20 9 1 16,0 0-2-16,-13-3 10 0,13 3-1 0,-8-3 6 16,8 3-3-16,0 0 9 0,-10-3-5 0,10 3 1 15,-9-4 3-15,9 4-7 0,-8-1 9 0,8 1 3 16,0 0 6-16,-12-3-6 0,12 3 1 0,0 0 6 15,-9-1-7-15,9 1 2 0,0 0 0 0,0 0-2 16,-8-1-9-16,8 1 2 0,0 0-1 0,0 0 6 16,0 0-4-16,0 0 5 0,0 0-1 0,0 0 2 15,0 0 1-15,0 0 1 0,0 0-13 0,0 0 6 16,0 0-2-16,0 0 0 0,0 0-3 16,0 0 2-16,0 0-7 0,0 0-1 0,0 0 6 0,0 0-4 15,0 0-1-15,0 0 0 0,0 0 1 0,0 0-4 16,34 0-8-16,-22 1 12 0,7-2-3 0,-2 2-2 15,3 0-2-15,-1 0 5 0,2 1-5 0,1 0-2 16,-1 1-4-16,6 0 10 0,-5 0-5 0,7 0 6 16,1 1 5-16,-1-1-9 0,3 2-2 15,-1-3 3-15,1 1 3 0,2 0-5 0,-1 2 2 0,-1-4-3 16,4 2-6-16,-3-3 6 0,0 4 0 0,1 0 4 16,-2-1 6-16,-2-1-10 0,0 1-4 0,0 1 7 15,-3-2-9-15,1 0 0 0,-2 0-2 0,-4 1 8 16,-1-2 6-16,0 0 1 0,-2 0-8 0,3 2 5 15,-1 1-2-15,0-3 2 0,1 3-5 0,-1-2 1 16,0 1 0-16,-1-3-3 0,7 5 2 16,-5-3-4-16,-3-1 4 0,3 0-7 0,-2 0 18 0,1 1-9 15,-2-2 15-15,0 2-21 0,1 0-4 0,1-2 6 16,-4 0-10-16,2 0 11 0,-3 0-1 0,3 0 3 16,-1 0-2-16,-5-2-2 0,2 0-2 0,-2 2-22 15,0 0-2-15,2 0 9 0,-2 0 1 0,4 0 0 16,-6 2 4-16,2-4 4 0,0 2-3 0,-3 0-2 15,3 0 8-15,-2 0 1 0,-2 0-4 0,3 0-9 16,-12 0 17-16,14 0-8 0,-7 0 3 0,4 0 8 16,-2 0-9-16,2 0 0 0,-1 2-2 0,-1-4 6 15,3 4 2-15,-2-4-4 0,0 2 8 0,2 0-8 16,-5 0 3-16,2 0 10 0,-9 0-6 16,14-2-5-16,-7 1 0 0,0-1 3 0,1 0-6 0,-8 2 6 15,14-2-4-15,-7 1 8 0,-7 1-8 0,10-2 3 16,-10 2-1-16,11 0 0 0,-11 0-2 0,9-1 7 15,-9 1 5-15,7-2-3 0,-7 2-8 0,0 0 5 16,9-3-3-16,-9 3 10 0,0 0-12 0,0 0-18 16,7-3-7-16,-7 3-9 0,0 0-10 15,0 0 1-15,0 0-1 0,0 0-17 0,-24-11-4 16,14 7 0-16,-4 3-4 0,-4-3-9 0,-4 0 3 16,2 1-55-16,-8 0-142 0,0 0 63 0</inkml:trace>
  <inkml:trace contextRef="#ctx0" brushRef="#br0" timeOffset="79887.12">30938 15503 61 0,'0'0'79'16,"0"0"-6"-16,0 0-11 0,0 0-6 0,0 0 6 15,0 0-2-15,0 0-1 0,0 0 5 0,0 0-10 16,0 0 1-16,49 6-11 0,-20-4-7 0,4 0 13 16,2 0-17-16,1-4-6 0,3 4 2 0,1 1-5 15,12-1-5-15,3-2-2 0,-5 2-2 16,-12 0 1-16,2-2-2 0,-3-4-11 0,0 4 12 0,-5-2-2 16,0 2-1-16,-1 0-9 0,-10 0-4 0,0 0-11 15,-3 0 4-15,-4 0-28 0,-3 0 5 0,-11 0-7 16,21 0-15-16,-15 0 3 0,-6 0 5 0,7 2-10 15,-7-2-8-15,0 0-4 0,0 0-33 0,0 0-108 16,-34 2 48-16</inkml:trace>
  <inkml:trace contextRef="#ctx0" brushRef="#br0" timeOffset="80037.23">31508 15536 14 0,'22'4'50'0,"6"1"-2"0,-1-1-7 0,2 1-11 15,-1-1 4-15,2-1-2 0,-2 0 1 0,-6 0-4 16,-1-1-10-16,-1-1-13 0,-1 2-7 0,-7-1-17 16,2-1-36-16,-5 0-57 0,-3-1 27 15</inkml:trace>
  <inkml:trace contextRef="#ctx0" brushRef="#br0" timeOffset="82674.45">32058 15294 22 0,'0'0'39'15,"0"0"-1"-15,0 0-8 0,5 4 8 0,-5-4-6 16,0 0-4-16,0 0-2 0,0 0-8 0,0 0 3 16,4 4-15-16,-4-4-5 0,0 0-18 0,0 0-10 0,0 0-16 15,0 0-46-15,0 0 20 0</inkml:trace>
  <inkml:trace contextRef="#ctx0" brushRef="#br0" timeOffset="85973.57">27449 16079 73 0,'0'0'179'0,"-5"-10"-9"0,3 5-3 15,2 5-4-15,-6-12-6 0,4 5-4 16,2 7-6-16,-3-8-7 0,2 1-4 0,1 7-4 16,0 0-10-16,-1-8-7 0,1 8-7 0,0 0-15 15,0 0-5-15,0 0-13 0,-2-11-5 0,2 11-10 0,0 0-8 16,0 0-7-16,0 0-6 0,0 0-1 16,0 0-1-16,9 20-9 0,-5-11 0 0,3 7-1 15,-3-2-3-15,6 2-4 0,-3 1 2 0,5 7-4 16,-2 1-3-16,-3-2 1 0,4 0-5 0,-5-5-26 15,2 1 2-15,2 4 4 0,-3-5-2 0,3-1 2 16,-6-1 1-16,2-4 2 0,-1 4 0 0,2-5-2 16,-3 0 1-16,-2-3 3 0,6 2 0 0,-4-3-1 15,0-1 3-15,-4-6 1 0,9 12 1 0,-5-9 3 16,-4-3-5-16,10 6 6 0,-10-6-4 0,11-2 2 16,-11 2 5-16,16-6 0 0,-7 1 0 0,2-3 1 15,5-3-4-15,3-7 8 0,0 0-5 0,1-3 1 16,-2 1 2-16,0-6 7 0,3 1-7 0,0 3 1 15,-5-4-3-15,2 0 5 0,-4 4-5 0,1 1 6 16,-3-2 0-16,-1 0 2 0,-5 5-2 0,1 2 0 16,1 2-2-16,-5 2 1 0,2 2-1 15,-5 10-4-15,5-14-1 0,-5 14-8 0,0 0-21 0,4-15-20 16,-4 15-33-16,0 0-24 0,0 0-16 0,0 0-4 16,0 0-11-16,0 0-15 0,0 0-31 0,0 0-11 15,-30 42-117-15,22-23-327 0,-1-2 145 0</inkml:trace>
  <inkml:trace contextRef="#ctx0" brushRef="#br0" timeOffset="86231.03">27959 16290 98 0,'0'0'130'15,"5"12"7"-15,-5-12-4 0,0 0-4 0,-1 17-14 16,1-17 5-16,-1 19-14 0,-1-10-7 0,2 3-8 15,0 4-10-15,0-5-6 0,-1 0-3 0,0 0-18 16,-2 2 4-16,3-1 1 0,-2-1-9 0,2 0-5 16,2 0-6-16,-2-1-5 0,4 0-5 0,-4-10-1 15,3 19 1-15,-1-11 1 0,-2-8-11 0,2 16-22 16,-2-16-12-16,5 10-6 0,-5-10-31 0,0 0-15 16,1 12-19-16,-1-12 13 0,0 0-15 0,0 0-8 15,0 0-13-15,8 7-9 0,-8-7-71 0,0 0-205 16,0 0 91-16</inkml:trace>
  <inkml:trace contextRef="#ctx0" brushRef="#br0" timeOffset="86583.81">28026 16477 326 0,'7'-17'-20'0,"-3"-2"20"0,6-3 3 0,-3 3 16 16,-1-1 3-16,3-2 13 0,0 4 6 0,-4 0 11 15,3 2 1-15,-3 0 7 0,-1 5 21 0,1 0-5 0,-5 11 3 16,5-17 0-16,0 7-4 0,-5 10-4 0,8-11-9 16,-8 11 12-16,12-6-1 0,-12 6-2 0,13-6 0 15,-13 6-2-15,23-2-1 0,-13 4-4 16,2-1-3-16,1 1-6 0,-4 1-4 0,0 0-5 15,0 2-5-15,-9-5-5 0,16 9-1 0,-8 1-2 16,-3-5-6-16,-5-5 3 0,5 15-10 0,-2-6 3 16,-3 0-1-16,0-9-4 0,-5 17 3 0,3-10-7 15,2-7-1-15,-10 13 1 0,6-5-3 0,0-2 2 16,4-6-2-16,-7 10-6 0,7-10 3 0,-3 11-6 16,3-11 2-16,-2 12-1 0,2-12 0 0,-2 10 0 15,2-10-4-15,0 0 0 0,2 16 5 0,-2-16-3 16,2 9 1-16,-2-9 2 0,3 11-2 0,-3-11-2 15,6 10 3-15,-6-10-2 0,3 11 3 0,-3-11-4 16,0 12 9-16,0-12-9 0,-9 13 8 0,4-6-4 16,-4 0-1-16,0 0-1 0,0 2 1 0,-9-2-4 15,8-1-12-15,-1-1-13 0,-3-2-3 0,4 1-21 16,-3 1-15-16,13-5-35 0,-22 5-36 0,10-4-18 16,12-1-130-16,-15 1-307 0,15-1 136 0</inkml:trace>
  <inkml:trace contextRef="#ctx0" brushRef="#br0" timeOffset="86981.08">28588 16268 157 0,'0'0'159'0,"0"0"-14"0,0 0-5 0,-36 21 1 16,28-16-13-16,-1 3-7 0,1-1-10 0,0 2-20 15,1-1-2-15,1 1-17 0,1 0-4 0,1-2-4 16,0 3-2-16,4-10-10 0,0 12 0 0,0-12-12 16,3 11-1-16,-3-11-2 0,6 8-2 0,2-3-2 15,-8-5-1-15,13 5-8 0,-7-2-2 0,-6-3 1 16,15 3 3-16,-7 0-7 0,-8-3-4 0,15 0 1 16,-15 0-3-16,8 1 2 0,-8-1 0 0,0 0 3 15,12 3-1-15,-12-3 3 0,0 0-5 0,0 0-4 16,0 0 5-16,0 0-9 0,0 0 7 0,0 0-6 15,0 0-2-15,-37 10-1 0,28-5 5 0,-3 1 0 16,2-1-2-16,1 1 6 0,0 1 4 0,1-1 3 16,0 0 0-16,3 0 4 0,-1-1-6 0,2 2-2 15,2-2 3-15,2-5-4 0,-3 9 2 0,3-9-1 16,4 13 5-16,1-9-8 0,5 3 3 0,-1-3-5 16,4 1-14-16,2 1-28 0,1-3-26 0,-1 0-40 15,3-2-44-15,-1 0-48 0,-3 1-142 0,-14-2-358 16,26-4 158-16</inkml:trace>
  <inkml:trace contextRef="#ctx0" brushRef="#br0" timeOffset="87651.06">29118 16138 118 0,'0'0'178'0,"0"0"-13"0,0 0-13 0,0 0-7 15,0 0-16-15,0 0-8 0,0 0 5 0,0 0-2 16,-19 24-5-16,10-7-4 0,-7 7-3 0,1 2-5 16,1-1-14-16,4 1-7 0,-1-1-8 15,-2 0-5-15,6-7-7 0,1 7-4 0,1-6-3 16,4 0-10-16,1 0-2 0,0-1-10 0,1 0 1 0,5-4-5 15,-3 2-18-15,1-5-40 0,1 3-37 0,1-3-35 16,1-3-53-16,2 0-49 0,-3 0-120 0,3-2-347 16,-2 0 154-16</inkml:trace>
  <inkml:trace contextRef="#ctx0" brushRef="#br0" timeOffset="88230.93">29372 16566 28 0,'7'-12'201'0,"-2"5"-10"16,2-3 1-16,-4 2-8 0,2-3-14 0,0-2-13 15,2-1-12-15,-3-3-2 0,1 1-11 0,0-2-11 16,1-7-14-16,-2 5-5 0,-3 2-10 0,2-2 6 0,-6 1-8 16,1-6-8-16,-3 7-5 0,-1 3-10 15,-4-1-3-15,1 3-1 0,-3-1-7 0,3 4-7 16,-3 3-2-16,1-1-7 0,-2 5-2 0,-1-1-6 15,1 4-4-15,13 0-2 0,-21 0-5 0,13 3-3 16,8-3 0-16,-12 7-2 0,7-3-6 0,5-4 3 16,-4 12-2-16,4-12-1 0,0 0 2 0,16 20-1 15,-6-14 0-15,5 3-4 0,1-4 2 0,4 3 0 16,-1-3-4-16,2 1 1 0,2-3 1 0,-2 1-6 16,-3 1 7-16,1-2-7 0,-2 1 0 0,-4 2-3 15,-4 0 1-15,0 0-3 0,0 2 6 0,-2 1-3 16,-3 0 2-16,0 2 3 0,-1 1-8 0,-1-2 8 15,-2 3-2-15,0 0 0 0,-1-1 3 0,0-1-2 16,-1 1-3-16,2-2 0 0,0-1 1 0,0 1 2 16,-1-3 1-16,1-7-4 0,1 11 5 0,1-7-1 15,-2-4-2-15,6 9 7 0,-6-9-5 0,14 5 2 16,-14-5-2-16,23-3 0 0,-11 1-1 0,3-2 0 16,1 0 2-16,-2 1 0 0,2-4-1 15,-3-2-3-15,3 1 4 0,-4-3-4 0,2-1 1 16,-5 1 2-16,2-3-2 0,-3 3 1 0,1-3-3 0,-3 3 3 15,-1-1-3-15,0 1 3 0,-2 0-1 0,-1 4-3 16,-2 7 0-16,0-14-3 0,0 14-1 0,0 0 0 16,-10-12-1-16,10 12 2 0,0 0 0 15,-19 5-2-15,19-5 3 0,-25 14-2 0,17-6 2 16,-1 3 2-16,1-1-5 0,3 1-4 0,-1 1-16 16,3-1-26-16,1 1-20 0,2 0-34 0,0-12-43 15,3 21-35-15,0-12-49 0,0-1-141 0,-3-8-406 16,6 12 180-16</inkml:trace>
  <inkml:trace contextRef="#ctx0" brushRef="#br0" timeOffset="88544.73">29894 16297 185 0,'0'0'190'0,"14"21"-8"15,-11-10-8-15,1 4-10 0,-3-2-4 0,4 3-14 16,-3 0-8-16,1 0-12 0,-1 1-13 0,2-3-6 16,-1-2-6-16,3 3 7 0,1-4-4 15,-1-1 26-15,-1 0-3 0,-1-5-3 0,1 4-12 0,2-4-4 16,-2-2-1-16,1 0-4 0,0-2-6 16,2 0-3-16,-8-1-8 0,15-3-2 0,-7 0-7 15,0-1-7-15,1-2-6 0,1-4-7 0,-1 1-6 0,1-3-2 16,1-2-6-16,0-2-3 0,-1 1-7 0,1-1-1 15,0 0-14-15,0-8-28 0,2 1-15 0,-1 1-23 16,-1 5-20-16,-6 7-14 0,2-1-33 16,-2 2-24-16,-5 9-45 0,6-11-62 0,-6 11-219 15,3-6-503-15,-3 6 222 0</inkml:trace>
  <inkml:trace contextRef="#ctx0" brushRef="#br0" timeOffset="89913.19">30283 16470 191 0,'13'-4'198'0,"-13"4"-2"16,15-9-15-16,-5 3-7 0,-1-2-8 0,0 0-6 15,-1-2-11-15,3-3-9 0,-1-2-5 0,0 1-7 16,-1-2-7-16,0 2-3 0,-2-1-8 0,-2 0-11 16,0 3-5-16,-1 2-6 0,-1-1-4 0,-1 2-16 15,-2 9-2-15,-3-15 0 0,3 15-8 0,-9-9-10 16,9 9-5-16,-14-3-5 0,14 3-3 0,-29 9-8 15,11-2-2-15,3 3 1 0,-2 0-6 0,3 1-3 16,1-1-3-16,-1 4-2 0,6-5-2 16,-3 4 0-16,5-2 1 0,0 1 2 0,3-2-4 15,0 2-8-15,2-1 16 0,3-1-1 0,1-1 7 16,2 0 1-16,1 1 1 0,6-2-2 0,-2-2 0 0,8 1 2 16,-3 0-5-16,4-4-1 0,0 2 2 15,-3-3-2-15,1 0 0 0,1-2-4 0,1 0-1 16,-7 0 1-16,0-4-3 0,1 1 3 0,1 1-2 15,-4-3-4-15,3 1-9 0,-3-2 13 0,3-6-5 16,-5 5 4-16,-1-4-8 0,5-1 4 0,-9 2-1 16,5-5 0-16,-3 1-15 0,0 3 15 0,-2-3-6 15,3 0 1-15,-4 2 4 0,-1-1-2 0,1 3 1 16,1 0-1-16,0 1 4 0,-3 9-6 0,2-13 1 16,-2 13-3-16,3-9 0 0,-3 9 4 0,0 0-8 15,0 0 5-15,0-13-3 0,0 13-1 0,0 0-4 16,0 0-18-16,0 0 21 0,0 0-4 0,0 0 3 15,7-5-4-15,-7 5 6 0,0 0-2 0,0 0 1 16,0 0-1-16,0 0 4 0,0 0-5 0,0 0 1 16,18 11-2-16,-18-11 3 0,0 0 4 0,0 0-5 15,0 0 2-15,0 0 3 0,0 0 0 0,7 5-2 16,-7-5 2-16,0 0 1 0,0 0 0 16,0 0 0-16,0 0 5 0,0 0 1 0,0 0-5 15,0 0 0-15,0 0 3 0,0 0 1 0,0 0 0 16,0 0-7-16,0 0 3 0,0 0-1 0,0 0 4 15,0 0 0-15,0 0-1 0,0 0 2 0,0 0-3 0,0 0-3 16,0 0-3-16,0 0 7 0,0 0-2 0,0 0-5 16,0 0 0-16,0 0 4 0,0 0 3 15,0 0-3-15,0 0-6 0,0 0 6 0,0 0-2 0,0 0-2 16,0 0 1-16,0 0-2 0,0 0 5 0,0 0 0 16,0 0 0-16,0 0-1 0,0 0 1 15,0 0 0-15,0 0 2 0,0 0 0 0,0 0-2 16,0 0 2-16,0 0 1 0,0 0 0 0,0 0 0 15,4-19 4-15,-4 19-7 0,17-2 2 0,-5 1-3 16,2-2 7-16,4 0-9 0,2 1 2 0,-1-1-1 16,-2 2 4-16,0-3 1 0,-6 3-4 0,-1-1 2 15,3 0 2-15,-13 2 1 0,14-4-3 0,-14 4 1 16,13 0-2-16,-13 0 1 0,0 0-1 0,10-1-3 16,-10 1 3-16,0 0 0 0,11-3-3 0,-11 3 1 15,0 0-6-15,0 0 1 0,0 0 3 0,0 0-5 16,-6 13 5-16,6-13-15 0,-11 14 15 0,1-4 2 15,2-1-2-15,0 3 1 0,-1-1 1 0,-1 4 4 16,1-2-4-16,4-2-1 0,0 0 1 0,0-1 1 16,2 0 2-16,-2-1-8 0,4-2 3 15,1-1 1-15,0-6 9 0,3 15-4 0,-1-9 1 16,3-1 0-16,4 0 2 0,-1-2-1 0,2-1 3 16,4 1-14-16,-1 0 14 0,5-2 2 0,1-1-3 0,-5-1-2 15,5-3 5-15,-1 0-3 0,0 1 1 0,-3-3-5 16,-2 0 2-16,1-2 3 0,-4 1-8 15,4-5 4-15,-3 2 2 0,0 0-8 0,-1-3 8 0,-5 3-1 16,4-6-8-16,-2 6 4 0,-2 2 0 16,-3-3 4-16,1 8 0 0,-1-4-2 0,2 0 2 15,-4 7-2-15,3-7-6 0,-3 7-4 0,3-6 4 16,-3 6-4-16,0 0 3 0,0 0 0 0,0 0-2 16,0 0 3-16,0 0-1 0,-11 21 4 0,6-12 0 15,1 3-7-15,-5 2-12 0,7-4 13 0,-1 3 4 16,-1-2-1-16,3 4 2 0,0 1-5 0,1 0 6 15,-1-4 0-15,-1-2-5 0,4 4 5 0,-2-5-5 16,1 2 2-16,-1-2 2 0,-1-1-1 0,1-8-1 16,0 13-6-16,0-13-9 0,0 10-9 0,0-10-3 15,-2 8 0-15,2-8 3 0,0 0-1 0,0 0 3 16,0 10 2-16,0-10 6 0,0 0-13 0,0 0 4 16,0 0-2-16,0 0-7 0,0 0 10 0,0 0 3 15,17-27-1-15,-8 20 7 0,4-5-4 0,1 2 5 16,1 1 1-16,2-1 1 0,-2-1 4 0,3 2 2 15,-3-2-5-15,3 2 3 0,-4-1 6 0,3-2-5 16,-6 2 5-16,3 0-8 0,-6 1 8 16,2-4 0-16,-2 4 1 0,-3 2 4 0,-1-2-3 15,-4 9 5-15,4-13 1 0,-4 13 7 0,3-7 3 16,-3 7-5-16,0 0 0 0,2-12-3 0,-2 12-5 16,0 0 1-16,0 0-2 0,0 0 0 0,-31 12 0 15,22-7-3-15,0 4 7 0,-1 0-2 0,1 4-11 0,3 0 9 16,-2-1 0-16,3 1-1 0,1 2 3 15,1-4-11-15,3 2-20 0,4-3-17 0,1 2-28 16,6 0-32-16,-2-3-36 0,5 1-47 0,4-1-52 16,-3-1-138-16,-5-3-408 0,2-2 180 0</inkml:trace>
  <inkml:trace contextRef="#ctx0" brushRef="#br0" timeOffset="90309.21">31532 16186 23 0,'0'0'230'0,"0"0"-27"0,6-15-25 0,-6 15-15 15,0 0-13-15,0 0-1 0,0 0-7 0,0 0-2 0,1 34 4 16,-5-18-13-16,1 2-7 0,-1 1-7 16,-1 0-9-16,0 6-2 0,2-6-6 0,0-1-8 0,-2-1-8 15,1 0-8-15,-1-4-8 0,2 0-4 16,-1-4-5-16,2-2-5 0,2-7-1 0,-3 12-7 15,2-6-4-15,1-6 1 0,0 0-2 0,-4 12 5 16,4-12-4-16,0 0 0 0,0 0-6 0,0 0-3 16,0 0-14-16,0 0 9 0,0 0-4 0,17-23-2 15,-8 18-2-15,-1-5-5 0,4 3 0 0,-1 0-2 16,-1 0-1-16,2 4-4 0,-3-3-3 0,-1 2 2 16,1 2-5-16,-9 2-1 0,14 0-2 0,-14 0 1 15,10 8 2-15,-2-4-2 0,-4 3 0 0,-4 2-12 16,1 0 13-16,-5 2 0 0,0-1-4 0,-4 4 6 15,1-4-5-15,-1-1 4 0,-4 1 0 0,-1 1 1 16,-1-3-3-16,0 0-8 0,2-2-19 0,2 0-8 16,0-2-25-16,-2 0-26 0,12-4-27 0,-18 3-41 15,18-3-42-15,-11 0-39 0,11 0-166 16,0 0-433-16,0 0 191 0</inkml:trace>
  <inkml:trace contextRef="#ctx0" brushRef="#br0" timeOffset="90493.49">31753 16330 118 0,'0'0'200'0,"7"-7"-11"16,-4 5-14-16,-3 2-19 0,0 0-21 0,0 0-13 15,0 0 11-15,0 0-1 0,7 10-8 0,-7-10 1 16,-9 20-22-16,4-8 4 0,0-2-12 0,-2 6-6 16,1-2-11-16,-1 2-8 0,0 0-7 0,5-4-19 15,-4 2-27-15,1-4-27 0,3-1-31 0,-2 1-52 16,4-10-60-16,-4 13-177 0,4-13-357 0,-2 12 158 15</inkml:trace>
  <inkml:trace contextRef="#ctx0" brushRef="#br0" timeOffset="91270.11">32047 16370 96 0,'0'0'199'0,"0"0"-4"0,0 0-11 16,0 0-6-16,0 0-15 0,0 0-13 0,0 0-8 16,0 0-6-16,-26-3-14 0,14 9-9 0,3 0-11 15,-1 1-8-15,0 0-12 0,2 2-3 0,2-2-12 16,-2 3-7-16,3-3-1 0,-1 3-10 0,3-5-5 16,2 2 7-16,-1 0-15 0,2-7 1 0,0 0-5 15,3 14 1-15,1-12-3 0,-4-2-4 0,12 2-2 16,-6-1-2-16,-6-1-4 0,14-1 3 0,-7-3-5 15,0 0-3-15,-7 4 2 0,15-10-1 0,-6 4-4 16,-1-2 4-16,-2 2-4 0,1-4 0 0,3 2-2 16,-4-4 0-16,-1 4-5 0,4-3 5 0,-1 4-3 15,-3-2-2-15,-5 9 2 0,8-9-1 0,-8 9-5 16,5-10 0-16,-5 10-4 0,0 0 1 16,0 0-1-16,0 0 0 0,0 0-2 0,0 0 4 0,0 0 3 15,2 26 0-15,-2-15 3 0,-2-1 2 0,0-1-2 16,2 1 3-16,0-1-1 0,2 1 2 0,-2-3-1 15,1 1 4-15,2-2-2 0,-3-6 1 0,5 10 1 16,-5-10 2-16,11 5-2 0,-11-5-1 16,17 1-2-16,-7-2 2 0,-10 1-1 0,18-6 0 15,-5 1-2-15,2 2 2 0,3-4-4 0,-8-1 1 16,-1 0 2-16,6-3-1 0,-4-1-3 0,-1 3 1 16,-4 0 3-16,1-2 1 0,0 1-5 0,0 1-1 15,-2-2 5-15,0 3-4 0,-1 2-4 0,-4 6 8 16,4-10-4-16,-4 10-5 0,3-8-5 0,-3 8 4 15,0 0-5-15,0 0 0 0,0 0 4 0,0 0-1 16,0 0-1-16,0 0 4 0,-16 33-4 0,12-22 0 16,2 1-2-16,-1 0 4 0,3 1 4 0,-1 0-1 15,1 2-2-15,0-4 0 0,2 6 7 16,0-2-1-16,-2-4 1 0,3 1 4 0,0 0 2 0,-1-1-3 16,1-3 1-16,-1 3 4 0,1-1-5 0,-2-1 0 15,-1-1 2-15,0-2-1 0,0-6-1 0,-1 14-1 16,-2-9-2-16,0 2-10 0,3-7-16 15,-10 11-15-15,0-7-28 0,10-4-36 0,-10 6-46 16,10-6-53-16,-12 0-205 0,12 0-438 0,0 0 194 16</inkml:trace>
  <inkml:trace contextRef="#ctx0" brushRef="#br0" timeOffset="91508.36">32651 16118 83 0,'20'18'201'0,"-17"-2"3"15,-2 9-3-15,-2 3-18 0,-3 4-11 16,0 2-13-16,-4 11-15 0,3-11-14 0,-5-1-12 16,1 0-12-16,-2-1-6 0,-5-4-13 0,2-1-10 15,-1 0-7-15,-4-3-12 0,-1 1-22 0,0-2-26 16,-3-5-26-16,1-1-31 0,0-3-30 0,-3 0-39 15,1-2-34-15,-2 1-140 0,-2-3-312 0,-4-3 139 16</inkml:trace>
  <inkml:trace contextRef="#ctx0" brushRef="#br0" timeOffset="92442.97">27535 17096 30 0,'-3'10'167'0,"3"-10"-13"0,0 0 1 0,0 0-20 15,0 0-5-15,0 0-6 0,0 0-9 16,0 0-1-16,-6 5-7 0,6-5-3 0,0 0-4 16,0 0-4-16,-10 1-2 0,10-1-2 0,0 0-7 15,0 0-9-15,-8 3 0 0,8-3 0 0,0 0 0 16,0 0 1-16,-9 0-5 0,9 0-5 0,0 0-5 15,0 0 0-15,0 0-6 0,-4 5-4 0,4-5 0 16,0 0-6-16,0 0 4 0,0 0-6 0,0 0-1 16,0 0 2-16,0 0-3 0,0 0 1 0,0 0-1 15,0 0 0-15,0 0-3 0,0 0 1 0,0 0-3 16,0 0 3-16,0 0-5 0,0 0 3 0,0 0-4 16,0 0 2-16,0 0-3 0,0 0-1 0,0 0 2 15,0 0-5-15,21-5 1 0,-11 3-5 0,-10 2 1 16,13-1-1-16,-6 0-7 0,6 1 6 0,-6-2-9 15,4 0 2-15,-1 1-1 0,2 0-1 0,-2-1-4 16,3 1-1-16,-4 1 1 0,3-3-13 0,-1 3-15 16,-1 0-20-16,1 0-28 0,-3-1-21 15,-8 1-26-15,13-1-28 0,-13 1-24 0,14 0-37 16,-14 0-32-16,13-1-203 0,-13 1-473 0,0 0 209 16</inkml:trace>
  <inkml:trace contextRef="#ctx0" brushRef="#br0" timeOffset="92641.1">27355 17287 34 0,'0'0'202'0,"0"0"-10"0,0 0-12 0,0 0-11 15,14 13-16-15,-4-10-13 0,2-1-14 0,8-2-13 16,0 1-9-16,2 1-11 0,5-3-25 0,1 0-34 15,-1 0-47-15,0-1-49 0,-4-1-74 0,-6 3-98 16,4-3-252-16,7-2 113 0</inkml:trace>
  <inkml:trace contextRef="#ctx0" brushRef="#br0" timeOffset="93176.57">28642 17143 30 0,'0'0'248'0,"5"-5"-7"0,-5 5-14 0,0 0-11 15,0 0-13-15,0 0-7 0,5-8-9 0,-5 8-9 16,0 0-11-16,0 0-11 0,0 0-11 0,0 0-17 15,0 0-9-15,0 0-13 0,0 0-4 0,0 0-3 16,-31 3-1-16,31-3-8 0,-19 10-8 0,10-4-5 16,0 1-20-16,0 0 12 0,1 0-2 15,-2 3 1-15,3-1-6 0,-2 0-8 0,0 2-3 0,0-1-4 16,4-1-3-16,-3 1-4 0,4-1-8 16,-1 1 2-16,0-2-4 0,5-8-7 0,-4 18 2 15,3-11 2-15,1-7-6 0,1 13 0 0,-1-13 0 16,5 13-2-16,-1-7 0 0,4 0 3 0,1-1-14 15,0-2 12-15,1-1 4 0,0-1-11 0,0 1-1 0,-10-2 11 16,23-3-6-16,-11 0 0 0,0 1 5 16,-1-2-5-16,-1-3 1 0,0 4 1 0,-1-4 4 15,-1 1 2-15,2-2-6 0,-5 0-9 0,3-2 1 16,-3-1-6-16,0 0-2 0,0-2-3 0,-4 1 8 16,0 0 2-16,-1-3-3 0,-1 3-7 0,0 1 4 15,-4-1 3-15,5 12 1 0,-6-17-4 0,1 10-10 16,1-1 9-16,4 8-1 0,-17-9-3 0,8 4 1 15,0 2-7-15,9 3-8 0,-20-1-12 0,20 1-18 16,-17 3-23-16,6 0-17 0,-1 1-25 0,6-1-26 16,-4 4-34-16,10-7-29 0,-9 10-35 15,9-10-49-15,0 12-205 0,0-12-526 0,0 0 232 16</inkml:trace>
  <inkml:trace contextRef="#ctx0" brushRef="#br0" timeOffset="93352.27">28892 17242 232 0,'0'0'247'0,"0"0"1"0,0 0-10 16,0 0-10-16,0 0-11 0,0 0-16 0,8-4-13 15,-8 4-19-15,0 0-16 0,0 0-16 0,0 0-16 16,0 0-11-16,0 0-14 0,0 0-23 0,0 0-39 16,0 0-42-16,0 0-39 0,0 0-52 0,0 0-58 15,0 0-79-15,0 0-122 0,0 0-388 0,0 0 173 16</inkml:trace>
  <inkml:trace contextRef="#ctx0" brushRef="#br0" timeOffset="93652.19">29286 16983 187 0,'0'0'297'16,"5"-10"-10"-16,-5 10-18 0,2-8-22 0,-2 8-17 15,0 0-36-15,0 0 6 0,0 0 2 0,0 0-1 16,0 0-7-16,0 0-16 0,-6 30-4 0,3-12-16 16,-2-1-23-16,1 1-1 0,-2 1-13 0,-2 7 3 15,3-3-13-15,1 2-14 0,-1-5-9 0,-2 3 1 16,4-3-14-16,-1-3-7 0,0 1-3 0,2-1-5 16,-1 0-1-16,-1 0-24 0,2-1 13 0,1 0-10 15,-2-3-1-15,2-1-3 0,1-1 2 0,-3 0-14 16,3-11-11-16,-1 17-21 0,0-10-33 0,-2-2-39 15,3-5-40-15,0 0-34 0,-1 15-31 0,1-15-34 16,0 0-45-16,0 12-60 0,0-12-190 0,0 0-558 16,0 0 247-16</inkml:trace>
  <inkml:trace contextRef="#ctx0" brushRef="#br0" timeOffset="94097.5">29539 17119 77 0,'4'-8'252'0,"-4"8"-8"0,0 0-8 0,1-10-15 16,-1 10-12-16,0 0-15 0,0 0-20 0,0 0-13 16,0 0-22-16,0 0-14 0,0 0-1 0,0 0 0 15,0 0-3-15,0 0-1 0,14 28-8 0,-12-19-9 16,2 4-10-16,0 2 3 0,1 2-12 0,2-1-2 15,-5-4-10-15,2 2-9 0,-3-2-7 0,4 3 0 16,-2-3-9-16,0 0-4 0,-1-1-5 0,2-1-2 16,2-1-3-16,-1 2 0 0,0-2-3 0,-1 0-4 15,-4-9-1-15,7 12-2 0,-3-6-4 0,-4-6-2 16,8 7 1-16,-8-7 6 0,7 6 4 16,-7-6-6-16,10 3 0 0,-10-3 15 0,17-7-16 15,-6 3 2-15,0-5 1 0,4-2 0 0,2-8 3 16,0 0-2-16,0 2-3 0,0-9-2 0,-2 3-2 15,0 0 7-15,2-3-8 0,-1 2 0 0,0-2 1 16,-3 4-5-16,-1 0-4 0,-3 7 3 0,-2-1 3 16,-2 5 2-16,-1 0-7 0,0 2 0 0,-4 9 1 15,6-14-4-15,-6 14-4 0,2-12-20 0,-2 12-29 16,3-8-27-16,-3 8-35 0,0 0-34 0,0 0-19 16,0 0-23-16,0 0-28 0,0 0-39 0,0 0-40 15,0 0-170-15,0 0-498 0,0 0 220 0</inkml:trace>
  <inkml:trace contextRef="#ctx0" brushRef="#br0" timeOffset="94374.69">30230 16954 253 0,'5'-9'259'0,"-5"9"-11"0,4-10-10 0,-4 10-21 16,0 0-23-16,0 0-23 0,0 0-6 0,0 0-11 15,0 0-1-15,0 0-1 0,0 0 2 0,-14 48-4 16,5-23-15-16,-1 5-4 0,-4-3-10 0,4 3-6 16,-1-1 0-16,0-1-8 0,2 3-7 0,0-5-10 15,-1 2-17-15,3-1 2 0,0-3-10 0,-1 0-4 16,3-5-8-16,0 1 4 0,1-2-12 0,1 0-5 16,2-3 5-16,0 0-17 0,0-1-6 0,-2-2-21 15,2-3-36-15,-1 0-44 0,2 0-39 0,0-9-36 16,0 0-38-16,-1 14-30 0,1-14-43 0,0 0-222 15,3 9-529-15,-3-9 234 0</inkml:trace>
  <inkml:trace contextRef="#ctx0" brushRef="#br0" timeOffset="94892.2">30634 17126 162 0,'0'0'237'0,"4"-8"-6"16,-4 8-1-16,2-9-7 0,-2 9-21 0,0 0-17 16,0 0-20-16,0 0-12 0,0 0-7 0,0 0-11 15,0 0-8-15,0 0-3 0,-41 17-3 0,26-2-3 16,1-2-8-16,-5 9-9 0,0-1-11 0,-1-1 0 16,3 2-2-16,-1-3-8 0,6-2 1 0,3-3-17 15,2 3 1-15,-2-1-12 0,2-2-1 0,3 2-2 16,-1-6-11-16,0 2 5 0,4 0-5 15,0-2-6-15,-1 0 3 0,2-10-10 0,0 16 0 16,4-9-2-16,-4-7-1 0,9 10-6 0,-9-10 8 16,12 9-9-16,-2-5 2 0,-10-4-4 0,18 2 3 15,-18-2-4-15,18 0 1 0,-18 0 1 0,0 0 3 16,24-5-8-16,-18 0-2 0,-6 5 12 0,12-11-11 16,-7 4-1-16,-5 7-2 0,10-17 8 0,-5 9-9 15,-5 8-4-15,7-14 1 0,-3 4 3 0,-4 10-7 16,8-14 5-16,-8 14-3 0,4-11 0 0,-4 11 3 15,7-11-6-15,-7 11-1 0,7-5 4 0,2 2 0 16,-9 3-3-16,13-5 12 0,-13 5-15 0,12 0 0 16,-12 0 0-16,16 2 2 0,-16-2-5 0,14 6 2 15,-5-1 2-15,-1 2 1 0,-3-2-2 0,-5-5-2 16,8 12 5-16,-4-3 0 0,-1 0-2 0,2-3 1 16,-5-6 5-16,3 13 10 0,-1-4-14 15,-2-9 2-15,-2 13-4 0,2-13 5 0,0 14 0 16,0-14-5-16,-6 13-19 0,6-13-34 0,-5 10-37 0,-1-5-39 15,6-5-31-15,0 0-52 0,-12 8-36 16,12-8-249-16,0 0-542 0,0 0 240 0</inkml:trace>
  <inkml:trace contextRef="#ctx0" brushRef="#br0" timeOffset="95251.2">30805 17433 49 0,'0'0'211'0,"12"-2"-5"0,-5 2-5 16,0-2-16-16,7-1-4 0,-4 1-7 16,2-2-8-16,2 1-8 0,0 1-4 0,-2 0-9 0,0-3-9 15,3 0-2-15,-2 0-1 0,-3 1-11 0,2-2-10 16,-1 1-8-16,0-2-13 0,-3 1-7 0,0-2-1 16,0 1-4-16,-2 0-6 0,-1 0-2 0,-5 7-3 15,5-11-8-15,-5 11-2 0,3-11-9 16,-3 11-7-16,0 0 6 0,-5-16-12 0,5 16-6 15,-10-6-4-15,10 6 0 0,-17-3-2 0,4 6-2 16,-3-2-7-16,-2 4 17 0,1 4-9 0,-2 0 3 16,2-1-7-16,3 1 4 0,1 1-4 0,3 0-2 15,3-1-4-15,-1 1 16 0,4 1-14 0,-1-1-5 16,1-1 0-16,4-9 2 0,2 19 6 0,1-10-3 16,4 0-2-16,0-2 0 0,2 0-2 0,3 1-5 15,1-3-16-15,4 4-25 0,-2-2-44 0,2-2-41 16,-6 1-52-16,0-2-52 0,2 0-46 0,-5-4-225 15,-8 0-537-15,0 0 237 0</inkml:trace>
  <inkml:trace contextRef="#ctx0" brushRef="#br0" timeOffset="97838.93">31783 17084 10 0,'0'0'168'0,"0"0"-3"0,0 0-8 15,0 0-18-15,0 0-10 0,0-8-8 0,0 8-11 16,0 0-12-16,0 0-10 0,0 0-5 16,0 0-11-16,0 0-4 0,0 0-6 0,0 0-9 15,0 0-1-15,0 0 2 0,-26 19 3 0,16-9-4 16,-4 0-3-16,0 5-1 0,-1-2-2 0,-2 6-9 16,-2-1 6-16,5-4-6 0,-8 7-5 15,4-5 1-15,-4 4 0 0,11-5-5 0,-2 2 0 0,-1-5-3 16,3 0 0-16,2 2-2 0,0-5-5 0,0 0-5 15,1 1 4-15,6 1-3 0,-4-2-1 0,0-2 0 16,3 1-3-16,3-8-4 0,-5 13 3 0,5-13-2 16,-2 10 1-16,2-10 2 0,0 12 1 0,0-12-3 15,0 0 6-15,7 7-4 0,-7-7 1 0,12 3-5 16,-12-3-3-16,15-3 1 0,-15 3 3 16,21-6 0-16,-12 1-7 0,3-2 6 0,-3-2 24 15,2-3-2-15,-2 2 1 0,-2 0-5 0,1-3-2 16,-3-3-1-16,0 2-2 0,-2 2-6 0,-2-5-2 15,-1 2 1-15,-3 1-2 0,-3 0-3 0,1 2 2 16,-3 2 0-16,-3-3-5 0,-5 2-2 0,1 3 2 16,-4 0-3-16,0 1-1 0,0 3 6 15,1-2-7-15,5 4 3 0,-1 1-2 0,14 1-8 0,-26 0-23 16,26 0-20-16,-19 3-28 0,19-3-51 0,-11 6-17 16,11-6-54-16,-3 11-156 0,3-11-386 0,0 0 172 15</inkml:trace>
  <inkml:trace contextRef="#ctx0" brushRef="#br0" timeOffset="98247.68">32028 17166 72 0,'0'0'218'16,"-7"-10"-17"-16,7 10-13 0,-8-5-12 0,8 5-20 15,0 0-14-15,0 0-12 0,0 0-6 0,0 0-9 16,-27 14-16-16,18-8-3 0,3 3-5 0,-2 1-10 16,3-2-9-16,-3 3-5 0,3 0-2 15,1-1-9-15,3 1-10 0,-1-1 4 0,3 1-2 16,0-2-10-16,0 1-3 0,2-1 3 0,1 0-6 16,3-2-4-16,0-1 2 0,0 1-8 0,-1-2 4 0,1-1-1 15,6-1 5-15,-1 0-5 0,-1-2-1 16,2-2-2-16,-2 0 2 0,3-3 1 0,-2 1-3 15,1-1-2-15,-4-2 5 0,1-1 1 0,-3 0-1 16,2-1-3-16,-1-6-4 0,0-1 1 0,-4 4-1 16,-1-5-2-16,-1 0-2 0,-2 0-3 0,-2-1 3 15,-1 1 0-15,-4 0-1 0,-2 2-5 0,0 0-4 16,0 3 4-16,0 1-3 0,-2-1-2 0,0 5 3 16,0-1-5-16,1 4-10 0,-1-1-16 15,11 4-17-15,-22 0-16 0,9 3-25 0,13-3-16 0,-18 9-34 16,11-4-27-16,-1 0-44 0,3 4-166 0,5-9-400 15,-6 16 178-15</inkml:trace>
  <inkml:trace contextRef="#ctx0" brushRef="#br0" timeOffset="98683.08">32252 17093 112 0,'0'0'228'0,"4"-13"-16"0,-4 13-11 0,0 0-14 16,2-7-24-16,-2 7-17 0,0 0-13 0,0 0-10 15,0 0-8-15,0 0-9 0,0 0-2 16,0 0-7-16,12 23-6 0,-11-12-4 0,3 1-4 16,1 4 0-16,-2 1-12 0,1-1-7 0,3 1 5 15,-2 0-5-15,-1 0-2 0,-1-2-12 0,2 0-2 16,-1-3-8-16,1 3 4 0,1-3-6 0,-2-1-4 15,0-1-2-15,0 0 1 0,-1-3-5 0,-3-7-7 16,7 13 11-16,-7-13-3 0,4 9-3 0,-4-9-1 16,0 0 6-16,6 10 12 0,-6-10 4 0,0 0 1 15,0 0 2-15,0 0-3 0,0 0-4 0,0 0-5 16,28-17-3-16,-22 10 4 0,2-2-6 16,-3-1 1-16,2-6-8 0,2 0-6 0,-3-1 11 0,0-1-19 15,0-1 7-15,-1 2-4 0,2-1 3 0,-2-6-3 16,-1 8-1-16,0 5-2 0,-4 11 1 15,5-23-5-15,-5 23 1 0,5-14-1 0,-5 14-2 16,0 0-2-16,4-15-11 0,-4 15-29 0,0 0-29 16,0 0-29-16,0 0-25 0,0 0-23 0,0 0-24 15,0 0-34-15,0 0-58 0,0 0-194 0,0 0-490 16,0 0 216-16</inkml:trace>
  <inkml:trace contextRef="#ctx0" brushRef="#br0" timeOffset="98979.05">32663 17022 38 0,'4'-9'246'0,"-4"9"-15"0,0 0-14 0,3-11-22 16,-3 11-16-16,0 0-18 0,0 0-15 0,0 0-1 15,0 0-8-15,0 0 0 0,0 0 1 0,0 43-8 16,-4-23-3-16,-2 4-3 0,1 2-9 0,1 0 1 15,-3 0-8-15,3-1-6 0,-1 2-7 0,3-8-6 16,-5 0-9-16,5-1-3 0,-2 1-9 0,1-2-3 16,2 1-6-16,0-3-3 0,1 2-3 15,-1-1-7-15,-1 0-8 0,2-16-1 0,-1 23-5 16,1-12-7-16,0-11 3 0,0 22-8 0,1-11-32 16,-1-4-30-16,0-7-38 0,2 13-39 0,-2-13-35 15,0 0-58-15,3 14-45 0,-3-14-207 0,0 0-503 16,16 4 222-16</inkml:trace>
  <inkml:trace contextRef="#ctx0" brushRef="#br0" timeOffset="99336.05">33074 17145 100 0,'0'0'192'0,"0"0"-10"15,0 0-12-15,0 0-10 0,-53-6-9 0,53 6-6 16,0 0-15-16,0 0-9 0,0 0-14 0,-46 31-4 16,46-31-19-16,0 0-7 0,-18 17-6 0,18-17-3 15,0 0-8-15,-6 30-3 0,6-30-10 0,0 0-4 16,0 0-2-16,8 45-3 0,-8-45-5 0,0 0-5 16,23 40-2-16,-23-40-2 0,14 23-2 0,-14-23-3 15,12 20-4-15,-12-20 0 0,0 0 1 16,20 26-3-16,-20-26 0 0,0 0-3 0,12 22-1 15,-12-22 2-15,0 0-1 0,0 0 6 0,0 0 5 16,0 0 5-16,0 0 1 0,0 0 4 0,0 0-4 16,0 0-4-16,0 0-2 0,-48 26 0 0,48-26 1 15,0 0-3-15,0 0-1 0,-38-3-11 0,38 3-31 16,0 0-28-16,0 0-41 0,0 0-49 0,0 0-51 16,0 0-172-16,0 0-394 0,0 0 174 0</inkml:trace>
  <inkml:trace contextRef="#ctx0" brushRef="#br0" timeOffset="99592.96">33214 17341 47 0,'0'0'273'0,"0"0"-4"15,0 0-14-15,0 0-20 0,0 0-21 0,0 0-19 16,0 0-11-16,0 0-29 0,0 0-11 0,0 0-11 15,0 0-13-15,0 0 4 0,0 0-4 0,0 0-8 16,0 0-9-16,0 0-5 0,0 0-10 0,0 0-11 16,0 0-5-16,0 0-6 0,18 53-8 15,-18-53-2-15,0 0-5 0,0 0-6 0,0 0-8 16,0 0-18-16,-5 41-30 0,5-41-39 0,0 0-44 16,0 0-41-16,0 0-37 0,0 0-64 0,0 0-206 15,0 0-480-15,-10 39 213 0</inkml:trace>
  <inkml:trace contextRef="#ctx0" brushRef="#br0" timeOffset="99778.87">33376 17216 1911 0,'0'0'18'0,"0"0"56"0,-13-55-30 16,13 55-8-16,0 0 9 0,-9-28 26 15,9 28 13-15,0 0-6 0,0 0-10 0,0 0-8 16,0 0-6-16,-12-24-7 0,12 24-6 0,0 0-6 15,0 0-14-15,0 0-31 0,0 0-29 0,0 0-34 16,0 0-53-16,0 0-65 0,0 0-184 0,0 0-406 16,0 0 180-16</inkml:trace>
  <inkml:trace contextRef="#ctx0" brushRef="#br0" timeOffset="101025.69">32026 17145 61 0,'0'0'101'0,"0"0"4"0,0 0-7 15,0 0-8-15,0 0 3 0,0 0-12 0,0 0-4 16,0 0-3-16,0 0 0 0,0 0-8 15,0 0-1-15,0 0-3 0,0 0-3 0,0 0-11 16,5-7 3-16,-5 7 4 0,0 0-2 0,0 0-1 16,0 0-7-16,0 0 2 0,0 0 1 0,0 0-16 15,0 0-1-15,0 0-2 0,0 0 1 0,0 0-19 16,0 0 12-16,0 0-4 0,0 0 0 16,0 0-4-16,0 0-3 0,0 0 4 0,0 0-3 0,0 0-11 15,0 0-1-15,0 0 10 0,0 0 5 16,0 0 2-16,0 0-4 0,0 0 7 0,0 0 5 15,0 0-4-15,0 0-2 0,0 0 0 0,0 0 3 0,0 0 0 16,0 0-5-16,0 0 1 0,0 0 2 16,0 0 1-16,0 0-8 0,0 0 5 0,0 0-2 15,0 0 4-15,0 0-2 0,0 0 1 0,0 0-3 16,0 0 4-16,0 0 0 0,0 0-4 0,0 0 0 16,0 0-2-16,0 0 1 0,0 0 0 0,0 0-1 15,0 0-3-15,0 0-4 0,0 0 6 0,0 0-8 16,0 0 2-16,0 0-5 0,0 0 5 0,0 0-1 15,0 0-2-15,0 0 6 0,0 0-6 0,0 0-3 16,-33 9 5-16,33-9-1 0,-8 7-2 0,8-7 0 16,-9 8 0-16,4-3 3 0,-2 1 5 15,7-6-4-15,-7 12 0 0,2-7 1 0,5-5-2 16,-10 11 2-16,6-6 0 0,4-5-3 0,-8 9 1 16,8-9 2-16,-7 8-4 0,7-8 2 0,-6 7-2 15,6-7-1-15,-4 8 4 0,4-8 0 0,0 0-3 16,0 11-2-16,0-11-4 0,0 0-20 0,0 0-4 15,7 14-21-15,-7-14-26 0,0 0-37 0,10 6-37 16,-10-6-49-16,0 0-131 0,0 0-352 16,4 7 156-16</inkml:trace>
  <inkml:trace contextRef="#ctx0" brushRef="#br0" timeOffset="102588.23">33644 17817 18 0,'0'0'78'0,"0"0"1"0,0 0-1 0,0 0-18 16,0 0 13-16,0 0-6 0,0 0 6 0,0 0-4 16,0 0-3-16,0 0 10 0,0 0 0 0,0 0-7 15,0 0 3-15,-80-25-7 0,80 25 2 0,-38-2-2 16,38 2 0-16,-54-5-3 0,24 3 3 16,-4-4-8-16,34 6 4 0,-63-4-5 0,27-1 4 0,-1 3-4 15,37 2 0-15,-67-6 1 0,29 7-4 0,-13-5 1 16,11 3-10-16,-13-1 1 0,-4 0 0 0,7-1-7 15,-4 3-1-15,-1-2 1 0,-3-2 3 0,-1 2-4 16,3 2-7-16,-3 0-2 0,0 0-5 16,1 0-1-16,0 0 3 0,-4-4-1 0,1 1-1 15,1 1-1-15,2 3-1 0,-2 1 4 0,1-2-7 16,0 0-3-16,1 0-3 0,-2 0 5 16,2-4-7-16,3 5 4 0,0-2 2 0,1 1-2 15,2-1-6-15,-2 1 4 0,-5 1 3 0,0-6-5 16,3 6 0-16,1-3-1 0,1 3 2 0,0-3-2 15,-1-2 1-15,-2 1-4 0,0 1 1 0,-2-1-2 16,1-3-5-16,1-1 4 0,0 4 2 0,3-3 1 16,0 4 0-16,-2-2 0 0,-2-1-5 0,2 0-1 15,1 1 2-15,3-1 2 0,1 3 0 0,14 1-1 16,-17-3 0-16,16 4-4 0,-3-5 0 0,2 3 0 16,2-1-4-16,-1 0 6 0,-14 1 1 0,12 0-2 15,2 2 0-15,-12 0 0 0,11 0 2 0,-14 0-3 16,-1-2 3-16,-1 1 0 0,16 1 0 15,0 0-1-15,0 1 2 0,-1 1-3 0,0 0 0 16,2-1-2-16,1 2 2 0,3-2 5 0,2-1-7 16,0 0 2-16,-3 3-1 0,4-1 2 0,-1-1-1 15,2-4-1-15,-2 4 0 0,1-1-3 0,2 1 2 16,-1 0 4-16,4 2-8 0,-4-2 11 0,10 3-4 16,-7-1-3-16,5-2 0 0,-3-1-2 0,-5 0 1 15,10 1 1-15,-2-2 3 0,0 1-1 16,2 1 2-16,-2-1-1 0,3 2 1 0,1-2 3 15,18 0-8-15,-37 0 1 0,24 0-1 0,13 0 0 16,-24-2 3-16,24 2-1 0,0 0 2 0,-22-1 4 16,22 1-8-16,0 0-4 0,-19 0 2 0,19 0 5 15,0 0 2-15,0 0 0 0,-24 1 2 0,24-1 1 16,0 0-9-16,0 0 3 0,0 0-12 16,-22-1 7-16,22 1 3 0,0 0 4 0,0 0 1 0,0 0-2 15,0 0-2-15,-18-3 3 0,18 3-4 0,0 0 3 16,0 0 1-16,0 0 0 0,0 0-3 15,0 0-2-15,0 0 2 0,0 0-2 0,0 0 5 16,0 0-3-16,0 0-5 0,0 0-11 0,0 0-7 16,0 0-6-16,0 0-12 0,0 0-8 0,0 0-7 15,0 0-13-15,0 0-6 0,0 0-8 0,0 0-11 16,0 0-12-16,0 0-7 0,0 0-8 0,0 0-22 16,0 0-23-16,0 0-89 0,0 0-276 0,0 0 122 15</inkml:trace>
  <inkml:trace contextRef="#ctx0" brushRef="#br0" timeOffset="103316">27013 15980 132 0,'-8'-9'135'0,"8"9"-4"16,0 0-6-16,0 0-7 0,0 0-2 15,-19 44-4-15,13-20-7 0,2 3-7 0,-1 3 6 16,3 3-14-16,-2 17 0 0,-2 1-8 0,2 4-3 16,0 1 1-16,1 5-2 0,-1-2-11 0,-7 21-6 15,4-26 1-15,0 3-4 0,1 3 0 0,-5 22 0 16,3-27-3-16,2-1-4 0,-1-1-8 0,3-2 10 16,0 0-6-16,-4-2-2 0,2-4-2 0,1 1 0 15,-1-13-4-15,4 0 2 0,-3-2-3 0,0-2 3 16,0-1-7-16,1-3-1 0,0-6-4 0,1-2 0 15,-3 0-7-15,4-6 1 0,-3-1-4 16,0 2 2-16,3-5 0 0,2-7-5 0,-4 11 0 16,4-11-3-16,-5 9-10 0,5-9-12 0,0 0-15 15,0 0-41-15,0 0-31 0,0 0-34 0,0 0-45 16,0 0-218-16,0 0-426 0,0 0 188 0</inkml:trace>
  <inkml:trace contextRef="#ctx0" brushRef="#br0" timeOffset="104265.95">27088 16047 2 0,'0'0'89'0,"-3"-10"-2"0,3 10 2 0,0 0-21 16,8-10-2-16,-8 10 9 0,8-6-13 0,3 3 1 15,3-2 4-15,9 1-5 0,10-1 2 0,3-1-23 16,0 1 8-16,18-1-6 0,4-1 1 0,3 2-2 16,2-2-8-16,0 2 8 0,0 0-8 15,4 1 3-15,23-1-1 0,-25 3 3 0,25 0-6 16,-23 1-2-16,23 0 4 0,4 1 2 0,-3 0-11 0,2 2-3 15,-1 3 9-15,-3-2-3 0,6 2-7 0,1 2-4 16,-2-4 1-16,10 0 3 0,-1 1-5 16,4 2-1-16,-3-3-5 0,5 6 1 0,-3-4 0 0,0 0 1 15,4 0 5-15,0-4 4 0,4 5-3 0,1 0-2 16,-4-1 3-16,-1 2 0 0,0-1-6 16,-3 5 7-16,-6-3-6 0,-4 4 2 0,4-5-2 0,-1 6-4 15,1 2 3-15,0-11 0 0,-2 9-4 0,-3-2-6 16,-5-4 4-16,1 4 0 0,1-4-3 0,0 5 2 15,3-5-3-15,2 2 1 0,-1-2-2 0,0-3 2 16,-32 4-14-16,33 2 15 0,-8-3-5 16,-2 5 28-16,-22-6-6 0,25 3 0 0,-27-4-9 15,3-2 1-15,23-3-3 0,-30 5-6 0,0-4 1 16,-2 2-1-16,-2-1 0 0,0 0-1 0,-3 1-33 16,-15-3-3-16,2 2 6 0,-1-1 3 0,-2 3 5 15,-1-3-1-15,0 2-3 0,-36-3 4 0,70 5 5 16,-38-4-3-16,-2 3-1 0,-30-4 2 0,50 8 9 15,-50-8-4-15,39 7 0 0,-39-7-2 0,32 7 5 16,-32-7-5-16,31 4 2 0,-31-4 4 0,0 0 4 16,0 0-6-16,34 8 3 0,-34-8 2 0,0 0 4 15,0 0-4-15,0 0-4 0,0 0 1 0,0 0-2 16,0 0 2-16,0 0 2 0,35 6 1 0,-35-6-2 16,0 0 0-16,0 0 3 0,0 0-4 15,0 0 2-15,0 0 0 0,0 0-6 0,27 9 8 16,-27-9 2-16,0 0 0 0,0 0 0 0,0 0-1 0,0 0-3 15,0 0 4-15,28 11-3 0,-28-11-3 16,0 0 4-16,0 0-1 0,0 0 3 0,0 0-3 0,0 0-1 16,0 0 4-16,0 0 3 0,25 11-5 0,-25-11 11 15,0 0-9-15,0 0-6 0,0 0 7 0,0 0-6 16,0 0-1-16,0 0 0 0,0 0 3 16,0 0 3-16,0 0 0 0,0 0 7 0,0 0-6 15,0 0-5-15,0 0 1 0,0 0 3 0,0 0-9 0,0 0 10 16,0 0-9-16,0 0 10 0,0 0-6 15,0 0 1-15,0 0 2 0,0 0 0 0,0 0-6 16,10 33 7-16,-10-33 2 0,0 0-2 0,0 0 0 16,4 32 1-16,-4-32-2 0,0 0 4 0,8 32-1 15,-8-32-3-15,8 29 0 0,-8-29-1 0,0 0-1 16,7 43 7-16,-7-43-5 0,4 36 6 0,-4-36 29 16,-2 38-12-16,2-38 4 0,-2 46 2 0,-1-14-5 15,0 4-4-15,-5 8 2 0,3-9-3 0,0 12 0 16,-4-3-3-16,-1 2-3 0,0-1-4 0,1 1-22 15,0-12-23-15,4 2-33 0,-6 10-51 0,6-11-168 16,-1-2-310-16,2-1 138 0</inkml:trace>
  <inkml:trace contextRef="#ctx0" brushRef="#br0" timeOffset="105408.66">26827 17444 45 0,'-6'10'97'0,"-1"1"-3"15,3-1-4-15,-2 5-12 0,2-4-5 0,0 1-8 16,2 1 3-16,-1 2-10 0,-1 1 3 0,2-4-3 16,2-1-10-16,0 1-8 0,-2-1 13 0,2 1-14 0,0 4 3 15,2-4-2-15,0 3-3 0,2-3-2 0,-1-2-11 16,-1 0-1-16,2 1 4 0,0-3-6 15,6 3 5-15,3 0-6 0,-6-1-2 0,5-2 0 16,1 1-1-16,3 0 1 0,-1-2 0 0,5 0-8 16,-2 1 3-16,11-2-3 0,2 0 1 0,5-1 2 15,1 0 0-15,1 0-10 0,16 0 9 0,-3-3-3 16,-10 1 5-16,15 0-6 0,2 1 5 16,-1 2-5-16,-1-4 1 0,2 1 0 0,1-2-7 0,2 2 7 15,28-2-4-15,-24-1 3 0,1 0-3 0,24 2-3 16,-24-1 5-16,26-1-6 0,-2-1 4 0,-26 2-4 15,28-1 0-15,-2 0 15 0,-25 3-10 0,26-6 3 16,-26 5 1-16,29-1 1 0,-28 1 6 0,-1-4-5 16,33 5 2-16,-33 0-2 0,29-2 7 0,-4 2-1 15,-26-1-6-15,26 0-4 0,-27-1 4 0,30 4-3 16,-28-6-2-16,28 2 3 0,-29 3-2 16,2-3-5-16,28 3 0 0,-32-2 2 0,2-1 1 15,-1 1-4-15,1 2 2 0,-2 0 2 0,-1-1-4 16,-1 3 1-16,-2-5 0 0,1 4 3 0,-4 2-4 15,-3-7-1-15,0 3 0 0,-13 1 19 0,-1-1-20 16,2-1-19-16,-1 0-20 0,-4-1-50 0,2 1-36 16,-2-3-135-16,-1 0-281 0,-4-3 125 0</inkml:trace>
  <inkml:trace contextRef="#ctx0" brushRef="#br0" timeOffset="106508.98">33774 17215 18 0,'0'0'40'0,"0"0"-6"0,0 0 0 0,0 0 0 16,0 0 3-16,0 0 0 0,0 0-3 15,0 0 7-15,0 0 1 0,0 0 9 0,0 0-8 0,0 0 5 16,8 82 2-16,-8-82 12 0,0 0-9 16,-11 54-7-16,11-54-3 0,-10 35 8 0,5-12 7 15,5-23-4-15,-13 45-22 0,13-45 5 0,-12 40 2 16,5-23-7-16,7-17-1 0,-10 33-6 0,10-33-2 15,-13 40 5-15,13-40-3 0,-10 38-1 0,6-15-1 16,4-23-2-16,-6 35-7 0,6-35 0 0,-8 33-3 16,8-33 0-16,-8 36-5 0,8-36 2 0,-3 30 1 15,3-30 2-15,0 0-3 0,-6 46 10 0,6-46 16 16,-7 30-4-16,7-30-7 0,0 0-3 0,-7 37 8 16,7-37-7-16,0 0-6 0,-6 36 7 0,6-36-1 15,0 0-10-15,-6 32 1 0,6-32 1 16,0 0-4-16,0 0 5 0,-11 30-8 0,11-30 5 15,0 0-9-15,0 0 6 0,0 0-2 0,-12 29 3 16,12-29-4-16,0 0 5 0,0 0-9 0,-26 11 6 16,26-11-4-16,0 0-1 0,-38 7-2 0,38-7 3 15,-41 1-4-15,41-1 2 0,-60-3-1 0,25 3 9 16,-16 0-9-16,11-2 2 0,-21 1 4 0,-3-1 1 16,0-1-5-16,0-2-2 0,-29 2 5 0,32 1-1 15,-35 1-1-15,35 0-5 0,-6-1-13 0,-29-3-14 16,35 4-11-16,-4 1-15 0,1 1-28 0,-1 0-18 15,2 2-13-15,0-2-104 0,3 1-236 0,5-2 105 16</inkml:trace>
  <inkml:trace contextRef="#ctx0" brushRef="#br0" timeOffset="130660.7">26785 6840 14 0,'0'0'20'0,"0"0"2"0,-2-9 11 15,2 9-4-15,0 0-6 0,-2-9 3 0,2 9 1 16,0-8-4-16,0 8 2 0,0 0 7 0,2-13-11 15,-2 13 0-15,2-9 2 0,-2 9 0 0,2-7-12 16,-2 7 4-16,7-11-1 0,-5 7 3 0,-2 4 5 16,4-5-9-16,-4 5-5 0,10-6 3 0,-6 4 0 15,7-1 6-15,0 0-7 0,1 2-2 0,5-1-5 16,1 1 4-16,5 1-3 0,4 0 0 0,-1 1-6 16,-5-1 10-16,1 2-8 0,4 2 7 0,-3-4-3 0,-2 0-8 15,6 0 11-15,-6 2-10 0,-2-1 0 16,2 3 6-16,1-2 0 0,-2 0 0 0,3 1 2 15,-1-1-3-15,0 1-4 0,-1 1 5 0,-1 0-3 16,2 1 0-16,-1-2 5 0,-1 1 2 0,-2 0-7 0,2 0 0 16,0 0 0-16,-2 1 2 0,0-2 0 15,-2-1-3-15,4 5-3 0,-2-1 5 0,-2-2 0 16,0 2-1-16,2 0-2 0,-3 1 3 0,-4-1 4 16,6 2-10-16,-4 1-1 0,-3 0 7 0,3 4 3 0,0-3-2 15,-1 3 2-15,-2-1-1 0,1 2-1 0,-1 0-10 16,-1 0 8-16,-1-1-1 0,-1 2 2 15,2-2 2-15,-2 1-3 0,-1 0 0 0,-2 0 1 0,-1-5 1 16,3 4-2-16,-2-1-2 0,-2 4 2 16,2 1 2-16,1 0 4 0,-1-1-14 0,-2 2 11 0,0-2-1 15,2 2 3-15,-4-1-2 0,1 1-1 0,-1 0 5 16,0 1-4-16,-1 0 2 0,0-1-2 0,-2 0-1 16,-1-2 1-16,4 0-5 0,-4 0 3 0,-1 3 1 15,1-2-2-15,2-1 0 0,-2-2 1 0,-2 0 2 16,3-4 3-16,-2 3-8 0,-2-2 5 0,0 1-3 15,2-1 3-15,-4 0-4 0,2-1-1 0,-3-1-1 16,0 2 2-16,-3 2 1 0,-3-2 7 0,1 1-10 16,-2-2 7-16,0-1 6 0,-2 3-7 0,-3-5-3 15,0 5 3-15,-3-2-1 0,0 2-4 0,0 0-1 16,-1-3 5-16,2 1-8 0,3-4 6 0,0-1-4 16,-6 2 0-16,1 0 1 0,-3-3 2 0,2 4-3 15,0-4 3-15,6-1-4 0,-6 3 1 0,-2-2 1 16,3 0-11-16,5 1 20 0,-8-1-11 0,6 0 0 15,-2 2 0-15,4-2 1 0,0-1-1 0,1 3 1 16,2-1-2-16,-2-3 5 0,2 1 1 16,-2 0-5-16,1-1-4 0,2-1 6 0,-4 3-2 0,1-3-1 15,-2 0-2-15,2 0 8 0,-1-1-1 0,1 0-3 16,-2 0 1-16,1 0-3 0,1-1 1 0,-9-3-1 16,7 2-3-16,-6-1-1 0,-1-1 2 0,2-2 0 15,-2 1-2-15,2-2 3 0,1 0-3 0,-1 0 8 16,-2-2-8-16,1 0 10 0,1-2-7 0,-2-2 5 15,2 0-3-15,2 0-4 0,1 0 3 0,1-1 5 16,-1-1 4-16,3 0-2 0,6 4-1 0,-3-5-1 16,0-2 5-16,-1 0-3 0,5 3-3 0,1 0 3 15,-6-3-7-15,5 3 7 0,-3-5 6 0,3 5-8 16,1-1 1-16,1 1 9 0,-1 0-6 0,4 0 2 16,-5-1-5-16,5 2 4 0,0 0-1 0,-5-1-1 15,6 2-1-15,-1-2 4 0,1 1 0 0,2-1-4 16,-1 0-1-16,1 0 4 0,6 2-6 0,-5-1 4 15,3-1 0-15,-1 2 1 0,3-3 3 0,0 5-6 16,0-1 2-16,2-1 2 0,1 0-1 0,2 1 2 16,-3-1-3-16,2 1-2 0,1 1 0 0,1-2 4 15,-1-1-8-15,4-1 3 0,-4 5 2 0,3-4-7 0,-1 5 3 16,0-3-1-16,4 2 3 0,0-4 4 0,-1 2-5 16,1-1 2-16,-3 4 2 0,4-1-8 0,-1 0 5 15,4-2 1-15,0 2 2 0,0 0 0 16,3 0-4-16,-2 0 7 0,-1 2-5 0,2 0-1 0,-2 2 4 15,1-2-5-15,-3 2 2 0,3-1 0 0,-1-1 3 16,2 1-3-16,0 0 0 0,1 3 2 0,-2-1-5 16,4-3 10-16,-4 3-13 0,4-1 3 0,1 2 5 15,-8 0-1-15,5 1 0 0,-1-1 1 0,2 0-10 16,1 1 11-16,-2 0-1 0,2-1-3 0,0 1-3 16,0 0 3-16,1-1 0 0,-2 1-2 0,0 0 7 15,1 2-8-15,0-2 5 0,1 0 3 16,-1 0-2-16,0 0 4 0,2 2-7 0,6-1-1 0,-6 2 2 15,4-2-2-15,1 2 4 0,0 2-2 0,3-2-2 16,-10 0 0-16,9 2-9 0,-9-1 15 0,11 2-6 16,-3 0 7-16,1 1-6 0,-7-4 4 0,8 2-7 15,-10 2 7-15,0-1-5 0,1 1 0 0,-3-1 4 16,1 0 0-16,0 0 0 0,-2 1-5 0,2-2 3 16,1 1 0-16,-7-1 3 0,6 2-2 0,-4-1 1 15,3 0-3-15,-7-1-2 0,2 0 3 0,-1 2 3 16,-1-1-2-16,0 1 2 0,-2 0-2 0,0-3 3 15,3 2-7-15,-4-2 1 0,3 3-1 0,-2-3 3 16,3 1-4-16,-3 4 4 0,-3-3 1 0,4 1-5 16,-3-1 9-16,1 2-10 0,1-1 8 0,2-1-1 15,-2 3 2-15,0-2-7 0,1 1 6 0,0 0 4 16,0 1-10-16,-1 0 2 0,6 1-3 0,-3 0 7 16,-1-1 1-16,0-1-3 0,3 2 4 0,-3-1-4 15,5 1-6-15,-5 1 1 0,0-2 10 0,1-1-5 16,-2 2-6-16,-1-3 8 0,1 2-5 0,0 0 1 15,-3-1 5-15,2 2-6 0,-2-5 5 0,-2 3-3 0,2-3 6 16,-2 3-5-16,-2-1 1 0,4 2-8 16,-7-6 3-16,7 7 5 0,-5-4 2 0,-2-3-4 15,7 7-1-15,-7-7-1 0,4 6 2 0,-4-6 1 16,2 6-4-16,-2-6-1 0,0 0 4 0,5 6 3 16,-5-6-2-16,0 0-2 0,5 6-2 0,-5-6 4 0,0 0 0 15,0 0-8-15,0 0 9 0,0 0 0 16,2 7-4-16,-2-7 5 0,0 0-3 0,0 0-7 0,0 0 6 15,0 0-5-15,0 0 2 0,0 6-9 16,0-6 1-16,0 0-9 0,0 0-5 0,-6 9 5 0,6-9-14 16,-8 5-23-16,4-1-61 0,-3-2 27 0</inkml:trace>
  <inkml:trace contextRef="#ctx0" brushRef="#br0" timeOffset="142944.7">2322 10572 25 0,'0'0'161'0,"-4"-5"-3"0,4 5-11 15,0 0-8-15,-8-3-8 0,8 3-12 0,0 0-11 16,0 0 1-16,-10 14-7 0,6-5 1 0,-5 1-5 16,4 7-7-16,0 8-3 0,-5-2-6 0,1 5-3 15,0 1-8-15,2 2-5 0,-5-1-6 0,1 3-19 16,1-1-8-16,-4-2 3 0,3 0-5 0,-3-2-2 16,3 1 1-16,1-2-5 0,-4-6 3 0,4-4-8 15,1 0 0-15,-2-3-1 0,0 1-1 0,5-6-3 16,-1 1 0-16,-1-2 4 0,0 1-3 0,3-4 4 15,-2-2 1-15,1 1-5 0,6-4 2 0,-10 1-3 16,10-1-1-16,-13-4-1 0,4 0 0 0,4-5-5 16,-1-1 0-16,3 0-1 0,-2-4-2 0,2-3 0 15,1 0 2-15,2-1-2 0,2 0-6 0,-1-1 4 16,1-1-4-16,2 4 3 0,-2 6-2 0,2 0 0 16,0 3 0-16,1-2-5 0,0 4 1 0,-1-1-2 15,1 2 2-15,-5 4 3 0,11-5-2 0,-4 5-1 16,-7 0 4-16,18 4-3 0,-8-1 3 0,1 4 2 15,0-1-2-15,-1 2 4 0,1 0-5 0,-2-1-1 16,2 1 0-16,3 2 4 0,-4 4-2 0,-2-6 2 16,2 1 2-16,-1 0-7 0,-2 1-8 0,6 0-35 15,-5-1-11-15,0-1-26 0,-3 1-27 0,3-2-39 16,-2 0-23-16,-1 0-138 0,-5-7-335 0,8 7 147 16</inkml:trace>
  <inkml:trace contextRef="#ctx0" brushRef="#br0" timeOffset="143121.68">2538 10701 74 0,'0'0'137'16,"7"-9"-15"-16,-7 9-4 0,5-7-13 0,-5 7-19 15,11-6-13-15,-11 6-37 0,16-7-17 0,-4 2-26 16,2 2-32-16,-1-1-21 0,3 0-51 0,-2 2-120 15,-14 2 53-15</inkml:trace>
  <inkml:trace contextRef="#ctx0" brushRef="#br0" timeOffset="143276.4">2682 10745 39 0,'-12'11'126'16,"1"-3"-2"-16,2 0-4 0,1-2-6 0,1 1-8 15,0-2-9-15,7-5-13 0,-9 7-7 0,9-7-11 16,-2 8-1-16,2-8-9 0,0 0-1 0,0 0-7 15,0 0-9-15,27 2-29 0,-27-2-30 0,43-13-45 16,-15 2-23-16,3-1-88 0,-3-4-190 16,3-2 84-16</inkml:trace>
  <inkml:trace contextRef="#ctx0" brushRef="#br0" timeOffset="143838.25">3115 10214 96 0,'4'-15'157'0,"1"10"-19"16,4-3-15-16,0-1-10 0,4-1-12 0,2-1-12 15,1 1-19-15,-1 1-16 0,-1 0-24 0,1 1-24 16,-3 2-22-16,2 0-8 0,-5 1-8 0,1-1-6 15,1 3-8-15,-3 1 1 0,-1 0-5 0,-1-1 7 16,-6 3-4-16,9-2 7 0,-9 2 3 16,0 0 6-16,0 0 4 0,0 0 13 0,0 0 4 15,0 0 14-15,0 0 10 0,0 0 0 0,0 0 19 0,0 0 5 16,-23 9 4-16,23-9-6 0,-9 2 29 0,9-2-1 16,-10 3-6-16,10-3-4 0,-8 5-7 0,6 0 10 15,-1 1 18-15,2 4-10 0,-1 0 5 16,0 2-2-16,2 5-10 0,-3 0 8 0,3 7-7 15,0 2 2-15,1-8-5 0,3 7-5 0,0-5-10 0,-2-1 2 16,4 5-2-16,-2 0 0 0,1-4-12 0,0-4 3 16,0 4-1-16,0-4-4 0,0 2-4 15,1-2-2-15,1-1-6 0,-3 0 5 0,0-3-7 0,-3-3 3 16,2-1-9-16,-1 3 3 0,-3-3-6 0,2 0-10 16,-1-8-5-16,-2 15-8 0,-2-9-6 0,0-2-12 15,-2 1-5-15,-1-1 8 0,-2 0 3 0,1-2 3 16,8-2 1-16,-13 0 11 0,2 0-12 0,11 0 17 15,-11-3-1-15,11 3 5 0,-12-5-1 0,8 2 4 16,4 3 8-16,-6-5 0 0,6 5-6 0,-3-6 2 16,3 6 3-16,0 0-2 0,11-13 4 0,-5 8-4 15,4 1 1-15,-1-2-3 0,4 2 1 0,4-3-10 16,-1 1-19-16,2-2-22 0,1 1-17 0,-2 0-19 16,3-1-14-16,5-3-23 0,-1 1-85 0,-5 2-224 15,-1-1 100-15</inkml:trace>
  <inkml:trace contextRef="#ctx0" brushRef="#br0" timeOffset="144047.74">3662 10269 63 0,'-4'-14'167'15,"2"9"-18"-15,-1-2-4 0,3 7-4 0,-9-8 0 16,6 5 2-16,3 3-7 0,-8-3-12 0,8 3-9 16,0 0-6-16,-18 8-10 0,12 0-4 0,-6 5-2 15,-1 4-4-15,3-1-4 0,1 3-3 0,3-2-11 16,-2 1-7-16,3 1-5 0,1-2-8 15,3-2-3-15,1-2-6 0,4 1-3 0,0-1-6 0,3-4 2 16,3 0-9-16,5-1-21 0,4-1-30 0,1-3-42 16,7-2-53-16,5-5-28 0,-1-2-52 0,-1 0-116 15,5-6-340-15,-5 0 151 0</inkml:trace>
  <inkml:trace contextRef="#ctx0" brushRef="#br0" timeOffset="145301.04">3442 10677 23 0,'-10'4'115'0,"1"-1"-7"0,0 0-6 0,3 1-8 0,-3 2-4 16,1-2-1-16,2 0-15 0,-1 0 0 0,2 0 2 15,5-4-15-15,-10 5 1 0,5-1-3 0,5-4-9 16,-9 6-4-16,9-6-4 0,-5 7-6 0,5-7-1 16,-5 4-1-16,5-4-4 0,0 0-4 0,0 0-4 15,0 0 1-15,0 0 5 0,0 0 0 0,0 0-3 16,0 0 4-16,0 0 2 0,22 1 0 0,-8-2 5 15,6-8-11-15,8-1 0 0,6-3-4 0,11-7 0 16,2 2-3-16,1-2 0 0,-2 0-8 0,0-2-5 16,-14 8-21-16,1-1-40 0,1 2-37 0,-5 1-35 15,-4 1-111-15,-8 4-258 0,0 1 115 0</inkml:trace>
  <inkml:trace contextRef="#ctx0" brushRef="#br0" timeOffset="145555.81">3610 10835 62 0,'0'0'156'0,"0"0"-22"0,0 0-9 16,0 0-13-16,0 0-10 0,0 0-5 0,23-13-10 15,-12 5-12-15,6 1-8 0,0-4-6 0,-1 2-6 16,3-1-25-16,-1-2-9 0,0 3-29 0,-1-2-10 16,-1 2-20-16,-3-1-17 0,-1 4-11 0,-3 0-17 15,0 1-4-15,-3 1-52 0,-1 0-149 0,-5 4 66 16</inkml:trace>
  <inkml:trace contextRef="#ctx0" brushRef="#br0" timeOffset="145894.31">3848 10692 17 0,'0'0'43'0,"0"0"5"0,-23 13 5 0,23-13-3 16,-9 4 3-16,3-3 0 0,6-1-3 0,-6 5-9 15,1-1-1-15,5-4 2 0,-4 7 8 0,2-1 10 16,2-6 8-16,-3 17 3 0,3-7 4 0,1 3 2 16,3 3 17-16,-1 10-1 0,1-7-6 0,2 6-2 15,-1-1-10-15,0 1-5 0,2 0-8 0,-2-4-2 16,1-3-3-16,2-2-7 0,-1 2-8 0,1-1 2 16,-4-4-8-16,2 2 2 0,-2-4-6 0,0-1-4 15,1-1-6-15,-1-2 4 0,-1 0-2 0,2-2-2 16,-4 0-5-16,-1-5 4 0,4 10-3 0,-4-10-1 0,1 4-1 15,-1-4-1-15,0 0-1 0,-8 8 5 16,8-8-7-16,-7 3-4 0,7-3 2 0,-12 3-2 16,7-2 0-16,5-1-2 0,-13 0-2 0,13 0 2 15,-10 0 1-15,10 0-3 0,-8 0-4 0,8 0 4 16,0 0-2-16,-9 3-1 0,9-3 1 0,0 0-3 16,0 0 1-16,0 0 1 0,0 0 0 0,0 0 2 0,0 0-1 15,0 0 0-15,0 0-3 0,0 0 1 16,25-10 2-16,-15 5-14 0,3-2-16 0,1 0-29 15,4-5-22-15,5-1-21 0,0 2-20 0,-7-1-13 16,1 0-17-16,2 2-99 0,3-5-268 0,2 0 120 0</inkml:trace>
  <inkml:trace contextRef="#ctx0" brushRef="#br0" timeOffset="146269.34">4244 10804 4 0,'0'0'162'0,"0"0"4"16,0 0-3-16,0 0-2 0,-12-4-7 0,12 4-5 15,0 0-9-15,-14 14-3 0,6-5-6 0,1 1-9 16,-1 3-7-16,1 3-4 0,1-4-6 16,0 2-14-16,0-2-7 0,3 0-10 0,2 0-6 0,0-1-8 15,1 0-7-15,0-2-2 0,2 1-4 0,3-2-8 16,0-3 1-16,-1 1-6 0,4-3-1 16,-2 1-3-16,7-1-3 0,-3 0-5 0,1-1-2 15,0-4-3-15,-2 2-3 0,0 0-1 0,-9 0-1 0,15-3 0 16,-15 3-1-16,10 0-2 0,-10 0 4 0,8-2-4 15,-8 2 2-15,0 0 0 0,0 0-2 0,8-2 2 16,-8 2 0-16,0 0-2 0,0 0-1 16,0 0 3-16,0 0 1 0,-26 11 6 0,17-5-3 15,0 2 2-15,0 0 3 0,-3 5 3 0,0 0-4 16,4-3 0-16,-3 3-1 0,2-4-1 0,1 1-4 0,2-1-3 16,2 0 6-16,0-2-5 0,3-1-2 0,-2 1-1 15,3-7 1-15,2 14-4 0,0-8 4 0,4-2-4 16,-2 0-9-16,3-2-14 0,1-1-19 0,3-2-29 15,0 0-33-15,9-3-31 0,-4-3-44 0,5 0-41 16,-5-1-171-16,2-3-418 0,1 1 185 0</inkml:trace>
  <inkml:trace contextRef="#ctx0" brushRef="#br0" timeOffset="-135292.83">12336 11654 18 0,'34'0'18'0,"1"1"-6"0,3-2-3 0,0 2-5 16,14-2-1-16,-14 0 6 0,17-2-6 0,1 2-1 15,-2-3 1-15,1 3-4 0,4 0 7 0,-1-3-3 16,3 1 2-16,0 2-1 0,2-2 2 0,-1 1-6 16,-3 0 8-16,6 2 3 0,-2-2 1 0,2 2-4 15,23-4 2-15,-26 5 3 0,4-2-7 0,26 0 6 0,-27 1-2 16,30 0 1-16,-30-1-5 0,27 0-1 16,-25 1 4-16,23-1 2 0,2 1 0 0,-27 0 1 15,31 2 5-15,-1-1-9 0,-5 3 1 0,0-1-1 0,-25-1 5 16,31 7-4-16,-4-4-4 0,2 2 1 15,-30 0 0-15,32-1-2 0,0 2 1 0,0-2 3 0,-2 4-2 16,2-1 0-16,-3-3-7 0,2-2 4 16,-3 2-3-16,-1-1 6 0,3-2 0 0,2-1-2 0,0 2-1 15,6-1-3-15,2 0 6 0,-3-1-3 0,4-1 0 16,-3 0 0-16,1-2 4 0,5 0-3 0,2-1 10 16,1 2-11-16,-1 0 3 0,-3 0 1 0,-1-3-1 15,-4 3 4-15,2-3 6 0,-6 2 1 0,3 2-4 16,0-1 0-16,-1 1-2 0,-4-1 3 0,1 2-14 15,-1 1 6-15,-4-1 6 0,-3 2-1 0,1 0-8 16,-24-2-1-16,29 0 6 0,-3 1-6 16,-27-1-2-16,27-2 5 0,-32 1-1 0,4 3-4 0,25-2 6 15,-28 1-3-15,0 0 0 0,-1 0 5 0,0 0-14 16,0 1-13-16,-1-2-6 0,-7 2-11 0,2 1-54 16,-16-1-96-16,1-3 44 0</inkml:trace>
  <inkml:trace contextRef="#ctx0" brushRef="#br0" timeOffset="-134889.25">20548 10965 2 0,'0'0'123'0,"-13"-6"-9"15,13 6 1-15,0 0-1 0,0 0-7 0,0 0-15 16,0 0-2-16,20-22-13 0,-4 11-4 0,10-5-6 16,4-1-10-16,19-8-7 0,9-7-20 0,27-10-18 15,6-1-29-15,11 1-23 0,2 1-34 0,3 2-92 16,8-2-179-16,8-5 80 0</inkml:trace>
  <inkml:trace contextRef="#ctx0" brushRef="#br0" timeOffset="-134226.69">20171 11013 22 0,'3'-12'20'0,"-3"12"1"0,0 0-4 0,10-7-1 15,-4 4 1-15,1-1-2 0,-1 1-6 0,-1 0-1 16,3 0 5-16,0 0-4 0,-2-1 0 0,-6 4-1 16,10-6-6-16,-3 3 8 0,-7 3-6 0,12-3 2 15,-6 0-1-15,-6 3 0 0,11-2 5 16,-5 1-6-16,-6 1-2 0,9-4-1 0,-9 4 2 15,8-3-5-15,-8 3 2 0,9 0-7 0,-9 0-5 0,0 0-7 16,9 4-14-16,-9-4-36 0,0 0 16 0</inkml:trace>
  <inkml:trace contextRef="#ctx0" brushRef="#br0" timeOffset="-133962.65">20649 10826 35 0,'5'7'40'16,"-1"0"-5"-16,1-1-9 0,2 1-3 0,-2-1 6 15,4 0-6-15,0 0-7 0,0-3 3 0,2 0-1 16,2-1-1-16,7 0-6 0,-2-6-11 0,10 1-18 16,0-4-28-16,2-2-49 0,1-2 21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9T09:53:50.5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19424 6204 95 0,'0'0'161'16,"0"0"-18"-16,0 0-2 0,0 0-14 0,0 0-9 15,0 0-4-15,0 0-12 0,0 0-8 0,0 0-13 16,0 0-11-16,0 0-6 0,0 0-3 0,0 0-5 16,6 3-11-16,-6-3 0 0,0 0-7 0,0 0 2 15,0 0-6-15,0 0-5 0,0 0-1 0,0 0-3 16,0 0 4-16,12 3 1 0,-12-3 4 0,12-8-3 16,-2 1-6-16,7-5-4 0,9-2-10 0,3-5-22 15,17-10-32-15,1-1-34 0,6-1-46 0,0-4-150 16,1-1-296-16,23-13 131 0</inkml:trace>
  <inkml:trace contextRef="#ctx0" brushRef="#br0" timeOffset="24538.67">14191 7499 1 0,'0'0'57'0,"0"0"-2"0,0 0-8 15,0 0-8-15,0 0-4 0,0 0-8 0,0 0-7 16,0 0 12-16,0 0-3 0,4 7 4 0,-4-7 2 16,3 8-1-16,-1-4 8 0,-2-4-8 0,4 9 0 15,-4-9-1-15,5 8-1 0,-5-8 0 0,2 7-8 16,-2-7 20-16,5 6-18 0,-5-6-1 0,0 0-1 16,0 0 15-16,2 7-5 0,-2-7 5 0,0 0 6 15,0 0-3-15,3 5-2 0,-3-5-4 0,0 0-12 0,0 0 7 16,0 0 1-16,0 0-4 0,0 0-11 0,0 0 8 15,17-11-7-15,-9 4-14 0,5-2-21 16,5-4-29-16,8-4-30 0,3-5-110 0,13-10-200 16,4 0 90-16</inkml:trace>
  <inkml:trace contextRef="#ctx0" brushRef="#br0" timeOffset="26582.8">19301 7439 87 0,'1'11'81'0,"0"-6"1"0,-1-5-6 0,2 9-8 16,-2-9-10-16,1 8 2 0,-1-8-1 0,4 6 6 16,-4-6 1-16,0 0 12 0,5 4 6 0,-5-4-11 15,16-12-14-15,8-8-26 0,18-13-32 0,3-7-18 16,22-18-40-16,6-3-103 0,-3-2-172 0,2 2 76 16</inkml:trace>
  <inkml:trace contextRef="#ctx0" brushRef="#br0" timeOffset="31769.86">14705 10361 50 0,'0'0'57'0,"0"0"-12"0,0 0-5 15,8 6-7-15,-8-6-18 0,0 0-22 0,4 5-33 16,-4-5-41-16,2 5 19 0</inkml:trace>
  <inkml:trace contextRef="#ctx0" brushRef="#br0" timeOffset="32023.35">15687 10339 30 0,'0'0'99'0,"0"0"-15"0,-20 7-16 0,20-7-15 15,-5 4-13-15,5-4-18 0,-5 5-16 0,5-5-15 16,-3 6-57-16,3-6-71 0,-8 7 32 0</inkml:trace>
  <inkml:trace contextRef="#ctx0" brushRef="#br0" timeOffset="32379.53">15002 11291 4 0,'0'0'90'0,"0"0"-22"0,0 0-16 16,0 0-21-16,0 0-12 0,0 0-20 0,0 0-19 0,0 0-21 15,0 0-44-15,-5 6 20 0</inkml:trace>
  <inkml:trace contextRef="#ctx0" brushRef="#br0" timeOffset="33000.42">15886 11414 109 0,'0'0'109'0,"0"0"-11"0,0 0-15 15,3 5-10-15,-3-5-19 0,2 7 5 0,-2-7-15 16,0 0-8-16,4 4-8 0,-4-4-8 0,0 0-4 0,7 5-8 16,-7-5-4-16,0 0 2 0,0 0-6 15,3 4-1-15,-3-4 7 0,0 0-5 0,0 0 0 16,0 0 4-16,5 4 6 0,-5-4-7 0,0 0-6 15,0 0 9-15,0 0-2 0,0 0 2 0,0 0 2 0,0 0-4 16,0 0-2-16,0 0 8 0,0 0-4 0,0 0 2 16,0 0-2-16,0 0 6 0,0 0 0 0,0 0 6 15,0 0-10-15,0 0 4 0,0 0-7 0,0 0 0 16,0 0 2-16,0 0 3 0,0 0-1 0,0 0-7 16,0 0-4-16,0 0-10 0,0 0-13 0,0 0-2 15,0 0-19-15,-8 11-10 0,8-11-19 0,0 0-46 16,-6 6-129-16,6-6 57 0</inkml:trace>
  <inkml:trace contextRef="#ctx0" brushRef="#br0" timeOffset="35327.87">19855 11859 50 0,'0'0'58'16,"0"0"-13"-16,0 0 0 0,0 0-13 0,0 0 0 16,2 6-9-16,-2-6 5 0,0 0-9 0,0 0-6 15,0 0-1-15,0 0-1 0,0 0-1 0,0 0-1 16,0 0 1-16,2 7 3 0,-2-7-4 0,0 0-6 16,0 0 1-16,0 0-4 0,0 0 8 0,0 0-7 15,0 0 3-15,2 7-1 0,-2-7 2 0,0 0-4 16,0 0 1-16,0 0 3 0,0 0-1 0,0 0-2 15,0 0 4-15,0 0-3 0,0 0 3 0,0 0 0 16,0 0 1-16,-4 10-5 0,4-10 2 0,0 0 1 0,0 0 0 16,0 0-1-16,0 0-3 0,0 0 1 0,0 0-1 15,0 0-2-15,0 0 1 0,0 0-4 16,0 0 0-16,0 0 5 0,0 0 3 0,0 0-7 16,0 0-2-16,0 0 6 0,0 0 3 0,0 0-7 0,0 0 6 15,-2 9 2-15,2-9-7 0,0 0 5 0,0 0-2 16,0 0-5-16,0 0 5 0,0 0-2 15,0 0 3-15,0 0 0 0,0 0 0 0,0 0-4 0,0 0-2 16,0 0 12-16,0 0-8 0,0 0 0 0,0 0-7 16,0 0-2-16,0 0 5 0,0 0-4 15,0 0-8-15,0 0 1 0,0 0-4 0,0 0-5 16,-1 7 3-16,1-7-4 0,0 0-8 0,0 0-23 16,0 0-61-16,0 0 26 0</inkml:trace>
  <inkml:trace contextRef="#ctx0" brushRef="#br0" timeOffset="42032.68">14411 12611 47 0,'0'0'66'0,"0"0"-11"0,0 0-3 16,0 0-5-16,0 0-8 0,0 0-5 0,0 0 0 15,0 0-6-15,0 0-3 0,0 0 4 0,0 0 0 16,0 0-14-16,0 0 15 0,0 0 2 0,0 0 3 16,0 0-6-16,0 0-1 0,0 0-3 0,5 15-17 0,-5-15 19 15,2 5-9-15,-2-5-1 0,4 8 4 16,-4-8 2-16,2 7-2 0,-2-7 0 0,3 6-2 15,-3-6 2-15,3 6-1 0,-3-6 7 0,4 6-9 16,-4-6-7-16,0 5 12 0,0-5-4 0,5 7-1 0,-5-7 6 16,3 5-4-16,-3-5-1 0,1 6-3 15,-1-6-9-15,0 0 6 0,0 0 1 0,4 6-6 16,-4-6 12-16,0 0-1 0,0 0-9 0,0 0-9 16,0 0 16-16,0 0-6 0,0 0-8 0,0 0 6 15,0 0-2-15,5 5 3 0,-5-5 4 0,0 0-12 16,0 0 5-16,15-11-5 0,-8 3 1 0,6-7 2 15,7-3-19-15,-1-5-10 0,5-3-28 0,1-2-26 16,14-11-106-16,-7 1-200 0,3-1 89 0</inkml:trace>
  <inkml:trace contextRef="#ctx0" brushRef="#br0" timeOffset="54267.02">15730 10204 22 0,'0'0'19'0,"0"0"-15"0,0 0-7 0,0 0-4 0,0 0-9 16,0 0 4-16</inkml:trace>
  <inkml:trace contextRef="#ctx0" brushRef="#br0" timeOffset="57569.91">19415 10677 30 0,'0'0'54'0,"0"0"-3"0,0 0-7 16,0 0-4-16,-3-6-9 0,3 6-6 0,0 0-15 0,0 0-6 15,0 0-6-15,0 0-21 0,0 0-21 0,0 0-48 16,-9 21 21-16</inkml:trace>
  <inkml:trace contextRef="#ctx0" brushRef="#br0" timeOffset="58024.83">16064 14459 2 0,'0'0'29'0,"0"0"-17"0,0 0-10 16,0 0-2-16,0 0-8 0,0 0-8 0,0 0 4 16</inkml:trace>
  <inkml:trace contextRef="#ctx0" brushRef="#br0" timeOffset="58488.71">15913 15344 18 0,'0'0'80'0,"0"0"-12"0,0 0-1 15,0 0-5-15,0 0-3 0,0 0-8 0,0 0-9 16,0 0 1-16,0 0 2 0,0 0-26 16,0 0 5-16,0 0 4 0,0 0-4 0,0 0-3 15,0 0-7-15,0 0 8 0,0 0-8 0,0 0 3 16,0 0-5-16,0 0 1 0,0 0-16 0,0 0 11 16,0 0 1-16,0 0-3 0,0 0 2 0,0 0 2 0,4 4 0 15,-4-4-2-15,0 0-5 0,0 0-1 16,0 0 4-16,0 0 0 0,0 0-6 0,0 0 1 15,0 0-2-15,0 0-1 0,0 0 0 0,0 0 7 16,0 0-6-16,0 0-1 0,0 0 4 0,0 0 1 16,0 0-5-16,0 0 1 0,0 0-2 0,0 0 14 15,0 0-8-15,0 0-3 0,0 0-8 0,7 1 8 16,-7-1 1-16,0 0-1 0,0 0-5 0,0 0-2 16,0 0-2-16,0 0-2 0,0 0-12 0,0 0-5 15,4 4-3-15,-4-4-14 0,0 0-9 0,0 0-48 16,2 8-109-16,-2-8 48 0</inkml:trace>
  <inkml:trace contextRef="#ctx0" brushRef="#br0" timeOffset="59454.44">16099 15131 11 0,'0'0'13'0,"0"0"3"0,3 6-3 16,-3-6 2-16,0 0-2 0,0 0 10 0,0 0-4 15,0 0-2-15,0 0 4 0,0 0-6 0,0 0 1 16,0 0-8-16,0 0 13 0,0 0-4 0,0 0-7 16,0 0 1-16,0 0 3 0,0 0-5 0,0 0 1 0,0 0 4 15,0 0-6-15,0 0 7 0,0 0-11 16,0 0 5-16,0 0-3 0,0 0 1 0,0 0-10 15,0 0 8-15,0 0-4 0,0 0 5 0,0 0-2 16,0 0-3-16,0 0 1 0,0 0-1 0,0 0 6 16,0 0-10-16,0 0 1 0,0 0 6 0,0 0-5 15,0 0-2-15,0 0 5 0,0 0-9 0,0 0-2 16,0 0-6-16,0 0-10 0,0 0-1 0,0 0-23 16,0 0-54-16,0 0 24 0</inkml:trace>
  <inkml:trace contextRef="#ctx0" brushRef="#br0" timeOffset="59963.43">16272 14273 1 0,'0'0'9'0,"0"0"-11"0,0 0-2 0,0 0 1 15</inkml:trace>
  <inkml:trace contextRef="#ctx0" brushRef="#br0" timeOffset="60629">16119 15241 3 0,'0'0'42'0,"0"0"-11"0,0 0 3 0,0 0 13 16,0 0-23-16,0 0-2 0,0 0-1 0,0 0-6 16,0 0-1-16,0 0 1 0,0 0-2 0,0 0-4 15,0 0 0-15,0 0-3 0,0 0 1 0,0 0 2 16,0 0-2-16,0 0-1 0,0 0 2 0,0 0-7 15,0 0 7-15,0 0-5 0,0 0 6 0,0 0-2 16,0 0 3-16,0 0 0 0,0 0-6 0,0 0 7 16,0 0 3-16,0 0 0 0,0 0-3 0,0 0 2 15,0 0-7-15,0 0 5 0,0 0-1 0,0 0 2 16,0 0 1-16,0 0-2 0,0 0-5 0,0 0 3 16,0 0 2-16,0 0 5 0,0 0-4 0,0 0-3 15,0 0 5-15,0 0-10 0,0 0 3 0,0 0 4 16,0 0-7-16,0 0 3 0,0 0-3 15,0 0 0-15,0 0 3 0,0 0-6 0,0 0 3 0,0 0 5 16,0 0-7-16,0 0 0 0,0 0 2 0,0 0 4 16,0 0-9-16,0 0-4 0,0 0 3 0,0 0 4 15,0 0-1-15,0 0 1 0,0 0-10 0,0 0 8 16,0 0 1-16,0 0 6 0,0 0 6 16,0 0-14-16,0 0 0 0,0 0 0 0,0 0 4 15,0 0-10-15,0 0-1 0,0 0-3 0,0 0-2 0,0 0-5 16,0 0-10-16,0 0-7 0,0 0-10 0,0 0-42 15,0 0-94-15,0 0 42 0</inkml:trace>
  <inkml:trace contextRef="#ctx0" brushRef="#br0" timeOffset="68755.64">18434 14802 35 0,'0'0'39'0,"0"0"-15"0,0 0 7 0,0 0-4 16,0 0 1-16,0 0 1 0,0 0-6 0,0 0 2 15,0 0-5-15,0 0-3 0,0 0 5 0,0 0-2 16,0 0-7-16,0 0-3 0,0 0 9 0,0 0-4 15,0 0 0-15,0 0 3 0,0 0-10 0,-16 13 3 16,16-13-1-16,-7 6-3 0,7-6 2 0,-6 4-2 16,6-4 3-16,-9 4-6 0,9-4 1 0,-5 4 5 15,5-4-1-15,-5 3-1 0,5-3 3 0,-7 4 2 16,7-4 1-16,-6 3-3 0,6-3 0 0,-9 2-1 16,9-2-7-16,-8 4 6 0,8-4-7 0,-10 5 2 15,6-2-2-15,4-3 2 0,-11 2 2 0,11-2 4 16,-12 4 3-16,12-4-5 0,-9 3 0 0,9-3 2 15,-8 0 9-15,8 0-8 0,-11 2-5 0,11-2 24 16,-7 1-17-16,7-1 2 0,0 0 5 0,-12 0-6 16,12 0 17-16,0 0-5 0,-13 1 0 0,13-1 11 15,0 0-13-15,-9 0 0 0,9 0-1 0,0 0-4 16,-11-2 0-16,11 2 2 0,0 0 2 0,0 0 0 16,0 0 2-16,-12 1-2 0,12-1 4 0,0 0 4 15,0 0-5-15,-7 0-4 0,7 0 4 0,0 0-9 16,0 0 9-16,0 0-5 0,0 0 5 0,0 0 0 15,0 0 2-15,-12 0-3 0,12 0-3 0,0 0 1 16,0 0 3-16,0 0-6 0,0 0 7 0,0 0-2 16,0 0 6-16,0 0-13 0,0 0 0 0,0 0 0 15,0 0-1-15,0 0-3 0,0 0 0 0,0 0-1 16,0 0 4-16,0 0-5 0,0 0 5 0,0 0 0 16,0 0 1-16,0 0 3 0,0 0-3 0,0 0 1 15,0 0-3-15,0 0-1 0,0 0-1 0,0 0-4 16,0 0-2-16,0 0 8 0,-6-3-11 0,6 3 2 15,0 0-4-15,0 0 2 0,0 0 0 0,-9-3-2 16,9 3 0-16,0 0 0 0,0 0 2 0,-10-1-3 16,10 1 2-16,0 0-4 0,0 0 0 0,-12 0 1 15,12 0 2-15,0 0 1 0,-9-3 7 16,9 3-2-16,0 0 5 0,-6-2-1 0,6 2 0 0,0 0 2 16,0 0-2-16,0 0-4 0,0 0 1 0,0 0 2 15,0 0 1-15,0 0-1 0,-12-2-5 0,12 2-3 16,0 0 7-16,0 0-3 0,0 0-2 0,0 0-3 15,0 0-3-15,0 0 4 0,0 0-2 0,0 0 1 16,0 0 1-16,0 0-6 0,0 0 5 0,0 0 1 16,0 0-2-16,0 0 1 0,0 0-3 0,0 0-1 15,0 0 3-15,0 0-2 0,0 0 1 0,0 0-1 16,0 0 0-16,0 0 0 0,0 0-1 0,0 0 1 16,0 0-1-16,0 0 3 0,0 0-2 15,0 0 5-15,0 0-4 0,0 0 4 0,0 0-1 0,0 0 2 16,0 0 4-16,0 0 0 0,0 0 3 0,0 0 0 15,0 0-1-15,0 0 3 0,31 0-2 0,-31 0 3 16,14-1-2-16,-8 0-1 0,-6 1 0 0,18-3 2 16,-8 1-3-16,-1-1-1 0,3 3 2 0,-2-1 3 15,0 0-3-15,1-2-2 0,0-1 2 16,-1 3-1-16,1-1 0 0,-1-1 4 0,1 3 0 16,0-4-1-16,0 3-1 0,-1 0-1 0,4-1 0 0,-1 1-3 15,-3 0 0-15,2-1-2 0,-1 0-2 0,2 1 2 16,-1 1-3-16,-2-1 1 0,1-1 0 0,0 2 1 15,-1-1-4-15,-1 1 3 0,1 0-2 16,0 0 1-16,2 0-4 0,-1 0 4 0,1 1-4 16,2-2 5-16,-3 1-3 0,1 0 1 0,1 0 0 15,-3 0 2-15,1 1 2 0,1-1-4 0,-1 0-1 0,2 2 2 16,-1-1 2-16,-2 0-3 0,1 0 3 0,-3-1-4 16,3 0 5-16,-2 1 3 0,2 1-1 0,-2-2-4 15,2 0 3-15,-1 2-2 0,2-2 2 0,-3 1 2 16,1 0-1-16,0-1-1 0,2 0-1 15,-1 0-3-15,1-1 4 0,-1 2-3 0,0-1 0 16,0 1 5-16,0 0 0 0,1-1 0 0,1 0-4 0,-2 1 0 16,1 1 1-16,-1-2-2 0,1 1-3 0,0-2 3 15,0 2 0-15,2-2-4 0,-2 1 4 16,0 0 2-16,2-2-2 0,-1 2 3 0,1 2-3 0,-1-1-1 16,2-2-1-16,-1 1-2 0,-1-2 3 15,1 1-2-15,0 1-2 0,0 0 6 0,-2-1-5 16,1 1 1-16,-3 0 0 0,1-1 5 0,1 1 0 0,-2 0-1 15,0 0 7-15,3 1-5 0,0-1-1 0,1 0-2 16,-4 0 0-16,0 1-3 0,4-1-3 0,-3 0 5 16,-4 1-5-16,-7-1 6 0,17 2 4 15,-5-2-9-15,-2 1 2 0,1-1 0 0,1 3-3 16,-1-3 3-16,1 1-4 0,-1-1 1 0,3 0 2 16,-2 0-3-16,2 1 3 0,-1-1 1 0,-1 0-3 0,1 1 6 15,-1 0-7-15,2 1-4 0,-1-2 9 0,-1 0-3 16,0-2-2-16,-1 2 3 0,1-1-2 15,-2 1 0-15,3 0 0 0,-3 0 2 0,2-1-1 16,-1 1-2-16,1 1 1 0,-2-1 6 0,2 0-6 16,0 1 2-16,-2-1-1 0,0 0 6 0,-10 0-3 15,13 0 2-15,-6 0-1 0,-7 0-1 0,15 0 1 16,-9 0-5-16,-6 0 3 0,11 0-1 0,-11 0 0 0,10 0 1 16,-10 0-4-16,0 0 3 0,10-2 9 15,-10 2-10-15,0 0 7 0,0 0 5 0,0 0-6 16,8 2 4-16,-8-2-3 0,0 0 1 0,0 0 0 15,0 0 1-15,0 0-1 0,0 0 1 0,0 0 1 16,0 0 1-16,0 0 0 0,0 0-1 0,0 0 2 0,0 0 1 16,9 2-4-16,-9-2 2 0,0 0-1 15,0 0-4-15,0 0 0 0,0 0 1 0,0 0-3 16,0 0 1-16,0 0 0 0,0 0-1 0,0 0-1 16,0 0-2-16,0 0 1 0,0 0-3 0,0 0 1 15,0 0 3-15,0 0-1 0,0 0-4 0,0 0 13 16,0 0-14-16,0 0 4 0,0 0 1 0,0 0-3 15,0 0 3-15,0 0 2 0,0 0-1 0,0 0-2 16,0 0-1-16,0 0 1 0,0 0-1 0,0 0 0 16,0 0 3-16,0 0-6 0,0 0 4 0,0 0 1 15,0 0-1-15,0 0 1 0,0 0 0 0,0 0-2 16,0 0-1-16,0 0 1 0,0 0 0 0,0 0 2 16,9-3 0-16,-9 3-2 0,0 0 0 0,0 0 2 15,0 0-3-15,0 0 3 0,0 0 2 0,0 0-2 16,0 0 0-16,0 0 0 0,0 0 8 0,0 0-4 15,0 0 4-15,0 0-6 0,0 0 6 0,0 0 3 16,0 0-7-16,0 0-1 0,0 0 0 0,0 0-3 16,0 0 3-16,0 0-6 0,0 0 5 0,0 0-3 15,7-2-3-15,-7 2 4 0,0 0 2 0,0 0-10 0,0 0-5 16,0 0-6-16,0 0-6 0,0 0-10 16,0 0-10-16,0 0-19 0,0 0-17 0,0 0-22 15,0 0-21-15,0 0-29 0,0 0-23 0,0 0-20 16,-16-12-12-16,16 12-20 0,-12-5-143 0,12 5-397 15,-13-6 175-15</inkml:trace>
  <inkml:trace contextRef="#ctx0" brushRef="#br0" timeOffset="76279.61">19591 14814 84 0,'0'0'118'0,"0"0"-8"0,0 0-9 15,0 0-8-15,0 0-11 0,0 0-9 0,0 0-1 16,0 0-12-16,0 0-18 0,0 0-6 0,0 0-18 15,0 0-25-15,0 0-6 0,0 0-12 0,0 0-6 16,0 0-19-16,0 0-24 0,0 0-42 0,0 0-123 16,0 0 54-16</inkml:trace>
  <inkml:trace contextRef="#ctx0" brushRef="#br0" timeOffset="76745.23">22883 14169 123 0,'0'0'128'0,"0"0"-19"0,-10-2-8 0,10 2-5 16,-9-3-12-16,9 3-10 0,0 0-9 0,0 0-9 15,0 0-14-15,0 0-27 0,0 0-23 0,0 0-16 16,-1 12-29-16,1-12-82 0,0 0-146 0,10 14 65 15</inkml:trace>
  <inkml:trace contextRef="#ctx0" brushRef="#br0" timeOffset="77060.53">24828 13934 115 0,'0'0'127'0,"-30"-3"-13"0,30 3-7 0,0 0-10 0,0 0-18 16,0 0 3-16,0 0-28 0,0 0-18 0,0 0-29 15,-8 1-12-15,8-1-37 0,0 0-87 0,0 0-139 16,0 0 61-16</inkml:trace>
  <inkml:trace contextRef="#ctx0" brushRef="#br0" timeOffset="77273.66">25513 14031 12 0,'0'0'71'0,"0"0"-22"0,0 0-24 0,0 0-28 16,0 0-23-16,-11 12-28 0,11-12 12 0</inkml:trace>
  <inkml:trace contextRef="#ctx0" brushRef="#br0" timeOffset="78549.87">22290 15054 70 0,'0'0'135'0,"0"0"-5"0,0 0-12 16,0 0-1-16,0 0-14 0,0 0 0 0,0 0-24 15,0 0-3-15,0 0-9 0,0 0 2 0,0 0-19 16,0 0-5-16,4-7-9 0,-4 7-6 0,0 0-8 0,0 0-17 15,0 0-10-15,0 0-8 0,0 0 10 0,0 0-7 16,0 0-12-16,8 0-15 0,-8 0-9 16,7-3-1-16,-7 3-19 0,10-4-20 0,-10 4-68 15,7-2-166-15,-7 2 74 0</inkml:trace>
  <inkml:trace contextRef="#ctx0" brushRef="#br0" timeOffset="79288.72">24750 14875 29 0,'0'0'154'0,"0"0"-16"0,0 0-17 0,-9-3-27 15,9 3-19-15,0 0-27 0,0 0-23 0,0 0 0 16,0 0-13-16,0 0-4 0,0 0-28 0,0 0-8 0,0 0-21 16,0 0-57-16,0 0-114 0,0 0 51 0</inkml:trace>
  <inkml:trace contextRef="#ctx0" brushRef="#br0" timeOffset="79484.92">25483 14877 121 0,'0'0'95'0,"1"-8"-38"15,-1 8-32-15,0 0-28 0,0 0-47 0,0 0-53 16,0 0 24-16</inkml:trace>
  <inkml:trace contextRef="#ctx0" brushRef="#br0" timeOffset="79660.88">25861 14776 11 0,'0'0'-3'0,"0"0"-1"0,0 0 1 0</inkml:trace>
  <inkml:trace contextRef="#ctx0" brushRef="#br0" timeOffset="81799.5">14531 12559 44 0,'0'0'55'0,"0"0"-11"0,0 0-4 16,0 0-1-16,0 0-5 0,0 0-5 0,4 5 1 16,-4-5-3-16,0 0 4 0,0 0-2 0,0 0 2 15,0 11-6-15,0-11 1 0,0 7 5 0,0-7 0 0,2 12-9 16,-2-12 4-16,0 9-7 0,0-9 4 16,2 10-12-16,-2-10 8 0,4 8 3 0,-4-8-1 15,3 5 7-15,-3-5 9 0,0 0-1 0,10 1 18 16,-10-1-16-16,10-6-3 0,-1 1 0 15,3-2-5-15,-1-2-3 0,2 0-5 0,1 0-1 0,1-2-4 16,4-3-11-16,3 0-18 0,0-3-24 0,3 2-13 16,1-4-29-16,2 0-76 0,-1 0-166 0,-2-2 74 15</inkml:trace>
  <inkml:trace contextRef="#ctx0" brushRef="#br0" timeOffset="88856.43">19643 14683 74 0,'0'0'86'0,"0"0"1"0,0 0-16 0,0 0-2 16,0 0-7-16,0 0 6 0,0 0-20 0,0 0-5 16,0 0 7-16,0 0-6 0,0 0-9 0,0 0-1 15,0 0-2-15,0 0-2 0,0 0-10 0,0 0 2 16,0 0-1-16,0 0-5 0,0 0-4 0,0 0-6 16,0 0 9-16,0 0-9 0,0 0 6 0,0 0 9 15,0 0-9-15,0 0-4 0,0 0 0 0,0 0 4 16,0 0-10-16,0 0-1 0,0 0 4 0,0 0-1 15,0 0-3-15,0 0 6 0,0 0-1 0,0 0-7 16,0 0 2-16,0 0 0 0,0 0 8 0,0 0-16 16,0 0 4-16,0 0 5 0,0 0 1 0,0 0-6 15,0 0 1-15,0 0 0 0,0 0 9 0,0 0-11 16,-19-10 7-16,19 10 7 0,0 0-4 0,0 0-1 16,0 0-5-16,0 0 0 0,0 0-4 0,0 0 7 15,0 0-2-15,0 0 5 0,0 0-5 0,0 0-3 16,0 0 8-16,0 0-4 0,0 0 3 0,0 0-3 15,0 0 1-15,0 0 5 0,0 0 4 0,0 0-14 0,0 0-5 16,0 0 12-16,0 0 6 0,0 0-20 16,0 0 18-16,0 0-3 0,0 0 3 0,0 0-4 15,0 0-1-15,0 0-3 0,0 0 6 0,0 0-7 16,0 0 14-16,0 0-6 0,0 0-21 0,0 0-7 16,0 0-9-16,0 0-9 0,0 0-1 0,0 0-8 15,0 0-15-15,0 0-18 0,0 0-63 0,0 0-152 16,0 0 67-16</inkml:trace>
  <inkml:trace contextRef="#ctx0" brushRef="#br0" timeOffset="95714.79">14164 12773 21 0,'0'0'32'0,"0"0"-6"0,0 0-7 15,0 0-1-15,0 0-6 0,0 0 1 0,0 0 3 16,0 0-6-16,0 0 0 0,0 0-1 0,0 0 2 16,0 0-4-16,0 0 2 0,0 0-3 0,0 0-2 15,0 0-1-15,0 0 1 0,0 0 2 0,0 0 0 16,0 0-1-16,0 0-4 0,0 0 1 0,0 0 4 15,0 0-3-15,0 0-3 0,0 0 0 0,0 0 4 16,0 0-4-16,0 0 0 0,0 0-3 0,0 0 6 16,0 0-7-16,0 0 9 0,0 0-3 0,0 0-1 15,0 0-5-15,0 0-3 0,0 0-5 0,0 0-2 16,0 0-1-16,0 0 1 0,0 0-2 0,0 0-2 16,0 0 5-16,0 0-13 0,0 0-28 0,0 0 12 15</inkml:trace>
  <inkml:trace contextRef="#ctx0" brushRef="#br0" timeOffset="126934.79">27122 7414 10 0,'0'0'60'0,"0"0"0"0,0 0-12 16,0 0-7-16,0 0-2 0,0 0-13 0,0 0-16 16,0 0-9-16,0 0-4 0,0 0-13 0,0 0 4 15,0 0-10-15,0 0-19 0,0 0-43 16,0 0 19-16</inkml:trace>
  <inkml:trace contextRef="#ctx0" brushRef="#br0" timeOffset="128574.92">29470 7595 19 0,'0'0'54'0,"0"0"-6"0,0 0 1 0,0 0-10 16,0 0-6-16,0 0-8 0,0 0-1 0,0 0-6 15,0 0-9-15,0 0-4 0,0 0-3 0,0 0-4 16,0 0-7-16,0 0 3 0,0 0-7 0,0 0 10 16,0 0-10-16,0 0 1 0,-8 2 1 0,8-2 2 15,0 0 4-15,0 0 0 0,0 0-1 0,0 0 0 16,0 0 3-16,0 0 6 0,0 0-3 0,0 0 0 16,0 0 1-16,0 0-2 0,0 0 2 0,0 0 1 15,0 0-4-15,0 0-2 0,0 0 5 0,0 0 0 16,0 0 0-16,0 0 4 0,0 0 1 0,0 0 1 15,0 0 2-15,-13-7-5 0,13 7 1 0,0 0 2 16,0 0-1-16,0 0 1 0,0 0 0 0,0 0 0 16,0 0-2-16,0 0-4 0,0 0 1 15,0 0-5-15,0 0-5 0,0 0-3 0,0 0-14 0,0 0-18 16,0 0-46-16,0 0 20 0</inkml:trace>
  <inkml:trace contextRef="#ctx0" brushRef="#br0" timeOffset="139414.09">25839 9165 5 0,'0'0'46'0,"0"0"-5"0,0 0-8 15,0 0 2-15,0 0-6 0,0 0-4 0,0 0-4 16,0 0 2-16,0 0-14 0,0 0-7 0,0 0-12 0,0 0-11 16,19-4-19-16,-19 4-43 0,0 0 19 0</inkml:trace>
  <inkml:trace contextRef="#ctx0" brushRef="#br0" timeOffset="164732.84">21247 15928 9 0,'0'0'56'0,"0"0"-9"16,0 0-12-16,0 0-15 0,0 0-4 0,0 0-3 15,0 0-18-15,0 0-8 0,0 0-17 0,0 0-32 16,0 0 14-16</inkml:trace>
  <inkml:trace contextRef="#ctx0" brushRef="#br0" timeOffset="169561.12">23784 16661 37 0,'0'0'59'0,"0"0"-14"16,0 0-9-16,0 0-11 0,0 0-6 0,-5-2-8 15,5 2-16-15,0 0-5 0,0 0-27 0,0 0-38 16,0 0 17-16</inkml:trace>
  <inkml:trace contextRef="#ctx0" brushRef="#br0" timeOffset="171843.9">18985 16422 5 0,'-3'12'20'0,"3"-8"-25"0,0-4-4 15,0 0 2-15</inkml:trace>
  <inkml:trace contextRef="#ctx0" brushRef="#br0" timeOffset="188483.57">24983 16505 37 0,'0'0'121'16,"0"0"-11"-16,0 0-8 0,0 0-1 0,6-3-11 16,-6 3-7-16,0 0-12 0,0 0-1 0,0 0-16 15,0 0 3-15,0 0-11 0,0 0-1 0,0 0-8 16,0 0-3-16,0 0-9 0,0 0-12 0,0 0-14 16,0 0-1-16,0 0-17 0,0 0-2 0,0 0-26 15,0 0-15-15,0 0-16 0,0 0-67 0,2 14-156 16,-2-14 70-16</inkml:trace>
  <inkml:trace contextRef="#ctx0" brushRef="#br0" timeOffset="192535.64">25035 16462 30 0,'0'0'34'0,"0"0"-14"0,0 0-6 0,0 0-17 0,0 0-14 16,0 0-16-16,0 0 8 0</inkml:trace>
  <inkml:trace contextRef="#ctx0" brushRef="#br0" timeOffset="193432.79">25318 16109 4 0,'0'0'63'0,"0"0"-2"0,0 0-1 16,0 0-3-16,0 0 4 0,-2 17-2 0,2-17-5 15,0 0 4-15,0 0-9 0,0 0 3 0,0 0-5 16,0 0 3-16,0 0-2 0,2 14-10 0,-2-14-3 16,0 0 13-16,0 0 3 0,0 0 0 15,0 0-7-15,0 0 5 0,0 0-3 0,0 0-8 16,0 0 4-16,2 11 11 0,-2-11 1 0,0 0 0 16,4 8-4-16,-4-8-3 0,3 7-6 0,-3-7 3 0,0 0-11 15,7 7 0-15,-7-7-4 0,0 0-2 0,0 0-7 16,0 0 9-16,0 0-11 0,20-15-2 0,-10 5-3 15,2-5 4-15,6-6-9 0,0-2-14 0,5-2-10 16,0-2-29-16,10-10-27 0,-2 2-17 16,5-2-27-16,-11 9-23 0,4-9-73 0,0-1-228 15,-2-1 101-15</inkml:trace>
  <inkml:trace contextRef="#ctx0" brushRef="#br0" timeOffset="205749.73">24966 16294 42 0,'0'0'169'0,"8"1"-13"16,-8-1-8-16,0 0 1 0,0 0 0 0,0 0-10 16,0 0-13-16,0 0-4 0,0 0-13 15,0 0-11-15,0 0-12 0,6 3-5 0,-6-3-17 16,0 0-1-16,0 0-8 0,0 0-7 0,0 0-12 0,0 0-15 16,0 0-18-16,0 0-14 0,0 0-18 0,0 0-22 15,0 0-20-15,0 0-23 0,0 0-21 16,3 7-23-16,-3-7-89 0,0 0-243 0,0 0 107 15</inkml:trace>
  <inkml:trace contextRef="#ctx0" brushRef="#br0" timeOffset="-207822.29">30052 12782 54 0,'0'0'106'0,"0"0"-6"0,0 0-5 16,-2-7-1-16,2 7-11 0,0 0 4 0,0 0-22 15,-3-9 3-15,3 9-10 0,0 0-10 0,0 0-4 16,0 0-2-16,-2-7-17 0,2 7-18 0,0 0-21 16,0 0-17-16,0 0-24 0,0 0-18 0,0 0-62 15,0 0-144-15,0 0 64 0</inkml:trace>
  <inkml:trace contextRef="#ctx0" brushRef="#br0" timeOffset="-204293.27">27936 14169 47 0,'0'0'51'0,"-2"-6"0"15,2 6-8-15,0 0-8 0,0 0-5 0,0 0-12 16,0 0-20-16,0 0-18 0,0 0-23 0,0 0-45 16,0 0 20-16</inkml:trace>
  <inkml:trace contextRef="#ctx0" brushRef="#br0" timeOffset="-203648.25">29125 14075 45 0,'0'0'53'0,"0"0"-19"0,0 0-5 16,0 0-13-16,0 0-6 0,0 0-17 0,0 0-23 15,0 0-33-15,0 0 14 0</inkml:trace>
  <inkml:trace contextRef="#ctx0" brushRef="#br0" timeOffset="-203338.02">29862 14056 32 0,'0'0'64'15,"0"0"-1"-15,-8-3-14 0,8 3-10 0,0 0-10 16,0 0-11-16,0 0-14 0,0 0-15 0,0 0-38 16,0 0-51-16,0 0 23 0</inkml:trace>
  <inkml:trace contextRef="#ctx0" brushRef="#br0" timeOffset="-202768.35">30596 14201 5 0,'0'0'19'0,"0"0"-3"0,0 0-1 0,0 0 1 15,0 0-6-15,0 0-1 0,0 0 3 16,0 0-2-16,0 0-4 0,0 0 2 0,0 0-8 16,0 0 6-16,0 0-6 0,0 0-4 0,0 0-6 15,0 0-2-15,0 0-6 0,0 0-19 0,0 0 8 16</inkml:trace>
  <inkml:trace contextRef="#ctx0" brushRef="#br0" timeOffset="-201091.11">31635 13962 59 0,'0'0'101'15,"0"0"-3"-15,0 0-2 0,0 0-17 0,0 0 5 16,-8-2-20-16,8 2-10 0,0 0-11 0,0 0-13 15,0 0-4-15,0 0-13 0,0 0-3 0,0 0-24 16,0 0-16-16,0 0-19 0,0 0-62 0,0 0-120 16,0 0 53-16</inkml:trace>
  <inkml:trace contextRef="#ctx0" brushRef="#br0" timeOffset="-200107.99">30231 15150 60 0,'0'0'72'0,"0"0"-4"0,0 0-10 0,0 0 0 16,0 0-13-16,0 0 6 0,0 0-28 0,0 0 9 15,0 0-5-15,0 0-10 0,0 0-5 0,0 0-12 16,0 0-7-16,0 0-10 0,0 0-9 0,0 0-17 15,0 0-29-15,0 0-78 0,0 0 35 16</inkml:trace>
  <inkml:trace contextRef="#ctx0" brushRef="#br0" timeOffset="-199589.08">30787 15169 3 0,'0'0'81'0,"0"0"-13"15,0 0-14-15,0 0-4 0,3-8-15 0,-3 8-12 16,0 0-19-16,0 0-17 0,0 0-39 0,0 0-54 16,0 0 24-16</inkml:trace>
  <inkml:trace contextRef="#ctx0" brushRef="#br0" timeOffset="-198557.97">31992 15013 80 0,'0'0'173'0,"0"0"-10"16,0 0-15-16,4 3-10 0,-4-3-20 0,0 0-8 16,0 0-12-16,0 0-5 0,0 0-20 0,0 0 4 15,0 0-5-15,0 0-4 0,0 0-9 0,9 3-5 16,-9-3-4-16,0 0-6 0,10-2-9 0,-10 2 0 15,0 0-14-15,12-4-7 0,-7 3 1 0,-5 1-16 16,9-9-10-16,-1 5-12 0,-2-3-12 0,4 0-27 16,-1 1-2-16,1-4-19 0,5-4-20 0,5-4-26 15,0-1-76-15,-2-1-222 0,3-5 99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5:55:23.3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9795 3164 174 0,'0'0'170'16,"0"0"-12"-16,-2-11-4 0,2 11-14 0,-4-8-12 16,4 8-13-16,-5-6-6 0,5 6-8 0,-4-6-12 15,4 6-3-15,-8-3-8 0,8 3-6 0,-6-5-9 16,6 5-3-16,-8-2-7 0,8 2-9 0,0 0 2 16,-10-2-10-16,10 2-1 0,0 0-4 0,0 0-3 15,0 0-5-15,0 0 0 0,-13 2-3 0,13-2 0 16,0 0-7-16,0 0 3 0,0 0-7 0,0 0-2 15,0 0 0-15,0 0 7 0,0 0-5 0,0 0-4 16,0 0 1-16,0 0 0 0,0 0 0 0,0 0 0 16,0 0-4-16,0 0 6 0,0 0-2 0,0 0 0 15,0 0-2-15,0 0 1 0,0 0-2 0,-9-2 2 16,9 2 2-16,0 0 2 0,0 0-2 0,0 0 3 16,0 0 7-16,0 0 0 0,0 0 3 0,0 0 1 15,0 0-2-15,0 0-3 0,0 0 1 0,0 0-3 16,0 0-1-16,-12 6-3 0,3-3 1 0,0 4-1 15,-3 1 2-15,-4 0-4 0,-10 7 1 0,2-1 0 16,1 2 0-16,0 3 2 0,5-7-1 16,-3 5-1-16,5-4-2 0,3 0-2 0,0 2 3 0,2-2-2 15,3 1 2-15,2-1-4 0,-1-3 0 0,6 2 1 16,0 0 1-16,2 0-2 0,4 0 1 0,5 1 0 16,4 2-1-16,9 2 5 0,4-4-2 0,5 1-2 15,4 0 0-15,15 2 0 0,-15-6-1 16,1-2 2-16,-1 1-3 0,0 1 1 0,-6-3-2 15,0 3 1-15,-2-2-2 0,-9-1-1 0,-1 1-1 0,-6-2-2 16,-1-1 1-16,-2 3 1 0,0 0-1 0,-4-1 3 16,-4 2 1-16,-2 1 2 0,-2 0 2 0,-6-1 0 15,-6 1 0-15,-11 4-2 0,-6-1 2 16,-3-1-1-16,-3-1 2 0,-13 0 3 0,0 0 4 16,1-1 2-16,-1-1-3 0,17-4 2 0,-2-1-2 15,3 3-3-15,2-4 0 0,2 0-3 0,8-2-13 16,8 1-25-16,0-1-31 0,2 0-37 0,11-1-49 0,-14 0-53 15,14 0-169-15,0 0-400 0,0 0 176 0</inkml:trace>
  <inkml:trace contextRef="#ctx0" brushRef="#br0" timeOffset="476.7">10212 3430 179 0,'0'-11'222'16,"0"1"-7"-16,-1 0-2 0,1 3-12 0,0 7-17 16,-5-10-15-16,5 10-19 0,-3-9-14 0,3 9-18 15,-6-4-14-15,6 4-13 0,-16 6-8 0,6 4-9 16,-5 3-6-16,-6 8-6 0,-2-1-6 0,4 4-4 15,1 1-8-15,3-2-4 0,2 0-4 0,2 0-4 16,5-5 1-16,5 0-4 0,-1 2-6 0,3-6-1 16,1 2 1-16,1-6-4 0,6 0-6 0,-1-1 4 15,4-4-7-15,5 3-4 0,-4-6-8 0,4-2-2 16,-5 0 1-16,1-2-2 0,6-1 3 0,-3-5-1 16,-1 0 1-16,-5-1 0 0,2-2-1 0,-4 1 2 15,2-6-3-15,-4 2 8 0,0-1-5 0,-1-4-4 16,-1 2 2-16,-3-2 0 0,-2 2 9 0,1 2 7 15,0 4 8-15,-1 0 4 0,-2 2 2 0,3 2-3 16,0 7-6-16,-3-10-2 0,3 10-4 0,-3-7-4 16,3 7-3-16,0 0-2 0,0 0 0 0,-5 24 2 15,5-10 5-15,0 3-3 0,-1 0-4 0,3 8 6 16,-2-6-3-16,3 0-2 0,4 6-3 0,1 0-6 16,-2-6-21-16,2 1-22 0,5 2-25 0,-4-7-38 15,4-1-59-15,2-1-48 0,-1-4-159 0,3-3-409 16,1-1 182-16</inkml:trace>
  <inkml:trace contextRef="#ctx0" brushRef="#br0" timeOffset="707.66">10602 3363 1638 0,'5'-48'8'0,"-4"17"32"0,2 0 39 16,-2 6 26-16,0 8-9 0,1 6-17 0,-2 0-12 0,0 5-10 15,0-1-13-15,0 7-6 0,0-10-10 16,0 10-5-16,0 0-3 0,0 0-2 0,0 0-1 15,0 0 3-15,11 43 12 0,-8-14 5 0,-1 7 3 16,1 10-6-16,1 0-1 0,-1-13-1 0,-1 13 1 16,-1 0-4-16,0-13-2 0,0 2-1 0,-1-3-4 15,2 4 1-15,-2-4-2 0,1-3-6 0,0 4-11 16,1-3-19-16,-2-3-23 0,0-9-25 0,0 0-39 16,0-5-46-16,0-3-44 0,1 0-180 0,-1-10-402 15,0 0 179-15</inkml:trace>
  <inkml:trace contextRef="#ctx0" brushRef="#br0" timeOffset="1355.01">10516 3483 115 0,'-2'-7'181'0,"0"1"-20"0,2 6-17 0,8-11-13 0,-3 4-14 16,3 2-11-16,2 0-11 0,1 2-9 15,2-1-13-15,5 2 0 0,-2-1-9 0,3 1-6 0,-1 1-7 16,2 1-4-16,0 0-5 0,-2 3-5 0,2-1-3 15,-5 1-2-15,-1 1-3 0,-4 0-8 0,3 2 3 16,-3 2-8-16,-1 1-1 0,1-1 8 0,-3 1-5 16,-2 3 7-16,-3 0 1 0,1 2 9 0,0-1-3 15,0 5 2-15,0-6 0 0,-2-1 2 16,3 5-2-16,-2-4-4 0,1-1-3 0,0 0-1 16,1-3-4-16,-1 2 4 0,3-2-6 0,0-2 3 0,4 0 0 15,0-1 0-15,3-3-4 0,-1-2 2 0,0-1-3 16,2 0 0-16,2-4-4 0,4-2-1 15,-2-2 2-15,-1 0-2 0,-1-1 9 0,-3-1-5 0,0-3-2 16,0 0 5-16,-3-1 2 0,-2 1 2 16,-1-3 5-16,-2 1 9 0,-2-2-7 0,-1 2 3 15,1 2-1-15,-4-1-2 0,1 4 4 0,-2 1 9 16,2 1 4-16,0 9-5 0,0-13-10 0,0 13-5 0,0-6-6 16,0 6-7-16,0 0 1 0,0 0-4 0,0 0 2 15,0 0-5-15,8 26 4 0,-5-10-1 0,-1 1-3 16,2 0-4-16,-1-1 4 0,2 4 0 15,1-5 1-15,1 2-2 0,0-1 3 0,3 0-4 16,2-4 1-16,-6-1-2 0,7 2 2 0,-3-7-1 16,-1 2 0-16,1-3 5 0,-3-1-1 0,3-1-3 15,-5 0 3-15,3-3-1 0,-8 0 0 0,13-3-4 16,-7 0 5-16,3-4-2 0,0 1-6 0,-4-1 3 16,3-3 2-16,-6-1-3 0,5 2-1 0,-1-6-2 15,-1 0 1-15,-1 2-1 0,1-3 2 0,-1-2-3 16,2 2 2-16,-1 1-5 0,1 4 3 0,-2 1-2 15,1 2-2-15,-3 2-2 0,2 1-1 0,0 0-6 16,-4 5 4-16,0 0-3 0,14 2 3 0,-5 2 0 16,0 6 9-16,-3-2-9 0,0 3 3 0,3 4-2 15,3-1 8-15,-2 2-4 0,-3 0-3 0,0 0-1 16,2-1 5-16,-2 0-10 0,-2-3-13 0,0 4-25 16,2-6-19-16,-2 1-26 0,4 2-24 0,-1-3-42 15,2-3-39-15,1 0-20 0,4 0-4 0,4-4-113 16,1-1-365-16,9-5 163 0</inkml:trace>
  <inkml:trace contextRef="#ctx0" brushRef="#br0" timeOffset="1684.51">11807 3566 121 0,'1'-18'129'0,"1"-1"15"0,-5 2 0 15,-1 0-1-15,-2 0 3 0,-1 1 6 0,3 7 10 16,1 1-2-16,-4 0-9 0,2 3-11 0,0-3-15 16,0 5-14-16,5 3-14 0,-11 0-9 0,0 7-9 15,1 2-1-15,-5 3-9 0,-1 5-4 0,-1 6-5 16,1-1-9-16,2 1-3 0,7-7-5 15,1 3-6-15,3-1-2 0,1-3-1 0,2-3-5 16,0 1-3-16,3-3-2 0,1 0 5 0,2-1-7 16,0-2-9-16,2-4 5 0,-2 4-1 0,1-3-2 15,-7-4 1-15,14 2-3 0,-14-2-1 0,0 0-4 0,20-10 5 16,-13 4-2-16,0-2-1 0,-2-1-1 0,1-1-3 16,0 1 2-16,-2-3-1 0,1 2 0 0,0-3-2 15,-5 4 2-15,1 3 1 0,2-1 3 0,-3 7-2 16,0 0 0-16,-2-13-7 0,2 13-7 15,0 0-2-15,0 0 2 0,0 0 2 0,0 0 3 16,0 0 1-16,7 34 0 0,-5-18 0 0,-2 0-1 16,2 3 3-16,0 0-10 0,2 0-17 0,1 0-30 0,3 3-31 15,0-4-48-15,1-1-57 0,3-3-38 0,5-2-146 16,-2-2-405-16,11-2 180 0</inkml:trace>
  <inkml:trace contextRef="#ctx0" brushRef="#br0" timeOffset="1929.03">12158 3325 157 0,'0'-31'240'0,"0"-1"-17"15,-1 4 11-15,1 3 13 0,-1 8 0 0,-1 4 3 16,2 3-7-16,0 0-28 0,0 3-25 0,0 7-21 16,0 0-23-16,0 0-21 0,0 0-8 0,0 0-10 15,11 26-13-15,-9 0-6 0,2 7-4 0,1 13-11 16,2 1-6-16,-4-2-7 0,3 1-18 0,-4 2 11 15,1-12-4-15,-1-3-7 0,-3 1-16 0,1 1 18 16,1-3-9-16,-2-1-6 0,0 1-31 0,-1-4-25 16,1-2-40-16,1-6-34 0,-4-3-27 0,2 0-41 15,-2-7-49-15,1 1-47 0,-4-2-189 0,7-9-490 16,-16 6 217-16</inkml:trace>
  <inkml:trace contextRef="#ctx0" brushRef="#br0" timeOffset="2191.96">11986 3514 36 0,'4'-8'161'0,"3"3"-14"0,2-1-17 0,4-1-6 15,5 1-15-15,0 0-7 0,4 1-12 0,-1 3 0 0,8-1-10 16,-9 3-5-16,9-2-3 0,-7 4-10 0,0-2-3 16,-1 2-8-16,0 1-1 0,-3 0-3 0,0 1-2 15,2-1-5-15,-5 3-5 0,-3 0 5 0,1-1-7 16,-4 2 6-16,0 0 3 0,-2 1-2 15,1 1 2-15,-2 1 12 0,2 4 5 0,-1 0 1 16,-4-2-5-16,1 0-4 0,0 5-6 0,1-1-2 16,-4-4-6-16,2 5 2 0,-2-4-7 0,1 3-3 15,0 0-4-15,0 0-18 0,0-5-33 0,-2 5-40 0,0-16-73 16,0 23-69-16,0-23-115 0,-2 15-351 16,2-15 156-16</inkml:trace>
  <inkml:trace contextRef="#ctx0" brushRef="#br0" timeOffset="2343.85">12446 3463 1916 0,'0'-18'-16'0,"-5"1"15"0,1 0 27 16,4 5-15-16,-4 1-10 0,2 5-1 0,2 6-12 16,-3-13-38-16,3 13-31 0,0-8-38 0,0 8-25 15,5-4-112-15,-5 4-276 0,0 0 122 0</inkml:trace>
  <inkml:trace contextRef="#ctx0" brushRef="#br0" timeOffset="2866.14">12603 3509 116 0,'0'0'184'0,"-5"8"-20"0,5-8-9 0,-4 12-11 15,0-4-2-15,0 2-6 0,2 0-6 0,-2 0-11 0,4 2-10 16,0 0-9-16,0 0-7 0,0 0-10 0,4 0-8 15,-2 0-7-15,4-2-6 0,-1 1-2 16,3-2-7-16,0 0-5 0,2-2 0 0,-1 1-6 16,-2-2-4-16,4 0-1 0,-2-1-3 0,-2-2-1 15,-7-3 0-15,16 1-4 0,-16-1-3 0,0 0 0 16,13-10-3-16,-6 3 1 0,-2-3-2 0,-3 1-6 16,2-4-5-16,-3 1 1 0,1 0 0 0,0-5-2 0,2 0-1 15,-2 1-4-15,0-2 2 0,-1 5-1 0,1 2-1 16,0 1 1-16,0 1-6 0,1 2 2 15,1 1-6-15,-4 6 0 0,2-6 3 0,-2 6-7 16,9-4-1-16,-9 4 3 0,11 7 0 0,-3-1 1 16,0 3 0-16,-3 0 3 0,3 1-4 0,2 4 5 15,-3-5-2-15,-1 1 0 0,-2-2 0 0,1 1 6 16,-3-4-5-16,3 0 4 0,-5-5 0 0,5 7 9 16,-5-7 3-16,2 6 18 0,-2-6 14 0,0 0 21 15,4 7 12-15,-4-7 11 0,0 0-4 0,0 0-13 16,0 0-7-16,0 0-8 0,13-19-6 0,-3 10-7 15,-1-2-2-15,-1-4 0 0,4 1-11 0,1 1-1 16,3-1-8-16,0 1-2 0,0 2-6 0,-1 0 0 16,1 4-4-16,-5 1-1 0,0 3-3 0,3 0-2 15,-5 5-5-15,5 2 0 0,-3 0 7 0,-1 2-10 16,0 4 2-16,1 2-2 0,-2 1 0 0,-3 4-2 16,0 0 0-16,-2 1 4 0,0 0-2 0,-2-1-19 15,-2-1-21-15,1 2-21 0,-4-1-30 0,1 0-35 16,0 0-51-16,0-6-46 0,-2 0-224 0,4-11-487 15,-6 16 216-15</inkml:trace>
  <inkml:trace contextRef="#ctx0" brushRef="#br0" timeOffset="3036.54">13223 3562 1829 0,'7'-16'12'0,"-5"0"0"0,0 3 8 0,-2 5 4 15,0-3-7-15,0 2 3 0,0 2 7 0,0 7 0 16,3-11-5-16,-3 11-1 0,0-5 0 0,0 5-11 15,0 0 0-15,0 0-8 0,0 0-10 0,0 0-23 16,0 0-23-16,0 0-29 0,0 0-20 16,10 32-31-16,-9-15-13 0,-1 1-106 0,2-1-273 15,0 0 121-15</inkml:trace>
  <inkml:trace contextRef="#ctx0" brushRef="#br0" timeOffset="3134.91">13261 3663 105 0,'0'10'36'16,"0"-1"15"-16,0-9-1 0,0 17 11 0,1-7 4 0,-1-10 11 15,0 0 10-15,-1 12 11 0,1-12-20 0,0 0-3 16,0 0-8-16,1 12-6 0,-1-12-5 15,0 0-7-15,0 0-18 0,0 0-49 0,0 0-151 16,0 0-184-16,0 0 81 0</inkml:trace>
  <inkml:trace contextRef="#ctx0" brushRef="#br0" timeOffset="3306.42">13627 3553 118 0,'0'0'305'0,"7"2"-29"15,-7-2-25-15,0 0-16 0,0 0-10 0,0 0-12 16,7 2-18-16,-7-2-30 0,0 0-5 0,0 0-30 16,0 0-34-16,0 0-36 0,6 5-34 0,-6-5-40 15,0 0-57-15,-2 15-47 0,2-15-93 0,-8 14-130 16,1-5-368-16,-5-1 163 0</inkml:trace>
  <inkml:trace contextRef="#ctx0" brushRef="#br0" timeOffset="3650.28">11093 4051 34 0,'-56'8'239'16,"22"-4"-23"-16,3 2-27 0,10-1-17 0,2-1-18 15,10-3-16-15,5 3-11 0,4-4-10 0,0 0-8 16,41 15-5-16,17-8-10 0,42-2-5 0,18 0-7 16,8-3-7-16,20-2-10 0,4 0 0 0,12 0-9 15,8 0-5-15,0-5-7 0,-6 2-5 0,-7-1 1 16,-12 3-3-16,-4-2-8 0,-15 4 0 0,-10-1-5 16,-14 0 2-16,-37 2-2 0,0-2-5 0,-4-2-3 15,-11 2 2-15,-13 0-5 0,-9-1 1 0,-11 1-3 16,-3 0 1-16,-3 0 4 0,-5 0 1 0,-6 0 0 15,14 0-1-15,-14 0-6 0,0 0-14 0,0 0-35 16,0 0-50-16,-31-3-56 0,10 3-86 0,-16 3-126 16,-13-3-386-16,-7-3 170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9:33:42.6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5716 4484 53 0,'0'0'201'0,"0"0"-12"0,6-1-13 0,-6 1-13 16,0 0-27-16,0 0-4 0,0 0-11 0,0 0-13 15,0 0-10-15,0 0-7 0,0 0-5 0,-17-13-3 16,17 13-3-16,-11-1-7 0,11 1-7 0,-11-2-5 15,3 1-9-15,0-1-5 0,8 2-2 0,-14-1 3 16,14 1-1-16,-15-2-10 0,9 2-1 0,6 0 1 16,-12-1-6-16,12 1 0 0,0 0-8 0,-9-3 1 15,9 3-4-15,0 0-2 0,0 0-1 0,0 0 1 16,0 0-3-16,0 0 0 0,42 0 1 0,-12-2 1 16,-1 2-3-16,24-2 0 0,-2-1-3 0,1 0-5 15,-3 1 1-15,3-2-1 0,-15 4-2 0,2-3-5 16,-5-1-20-16,2 3-24 0,-6 1-37 0,-3-2-30 15,-6 4-37-15,-2-4-41 0,-9 2-140 0,-10 0-356 16,13-2 159-16</inkml:trace>
  <inkml:trace contextRef="#ctx0" brushRef="#br0" timeOffset="441.91">5982 4419 147 0,'0'0'171'0,"0"0"-14"16,0 0-16-16,-8 4-16 0,8-4-15 0,0 8 0 0,-1 2 0 15,0 2 1-15,-1 5-10 0,1 4-3 0,-3 7-8 16,2-1-10-16,2 0-5 0,-2 2-4 0,-1 0-7 16,0-3-4-16,1 0 0 0,0 2-11 0,2-2-6 15,-2 0 1-15,2-8-5 0,0 1-2 16,-2-1-4-16,2-2-5 0,0 3 1 0,-1-8-7 15,1 2 0-15,0-2-3 0,-1 2-3 0,1-4 2 0,0 1-1 16,1-2-1-16,-1-8-1 0,-1 13-3 0,-1-7-2 16,2-6 0-16,-3 9-1 0,0-5-3 0,3-4-2 15,-10 6-1-15,10-6-1 0,-10 4-2 16,5-3-2-16,5-1-3 0,-21 0-3 0,11-2 5 16,-2-1-6-16,0 1-1 0,-1-1 2 0,0 1-1 15,2 0 0-15,0 1 2 0,-1-3 7 0,4 3-5 0,0 0 11 16,8 1 1-16,-10-4 5 0,10 4-1 0,-8-3-5 15,8 3 3-15,-7-1-6 0,7 1-4 0,0 0-1 16,0 0 1-16,0 0 0 0,0 0 5 0,0 0 0 16,0 0 5-16,0 0-4 0,33 10-3 15,-13-10 6-15,1-1-2 0,8 3-5 0,2-2-2 0,-3 0-19 16,0-2-32-16,1 0-60 0,1-1-53 0,-3 0-177 16,-8 2-369-16,1-2 163 0</inkml:trace>
  <inkml:trace contextRef="#ctx0" brushRef="#br0" timeOffset="685.23">6458 4814 20 0,'0'0'221'0,"-15"-5"-11"0,15 5-8 0,-14 2-11 15,14-2-1-15,-19 8-14 0,9 0-15 0,-6 1-8 16,1 2-3-16,-1 3-17 0,3-2-6 0,0 2-12 15,4 0-11-15,1-1-9 0,2-3-10 0,2 3-6 16,5-1-5-16,-1-1 0 0,2-1-16 0,-1-1-6 16,4 3-2-16,3-4-4 0,1 0-7 0,2-1-17 15,5 0-22-15,0-1-31 0,1-2-37 0,1-1-50 16,2-1-57-16,-3-1-60 0,2 2-132 0,3-1-397 16,8-2 175-16</inkml:trace>
  <inkml:trace contextRef="#ctx0" brushRef="#br0" timeOffset="1313.89">7553 4815 108 0,'-8'-6'211'0,"-2"0"-16"0,-3 1-4 0,-3-4-15 15,-3 5-10-15,3 0-15 0,-2 1-4 0,-1 2-7 16,6-1-15-16,-5 4-14 0,5 2-6 0,2 0-13 16,-2 2-12-16,1 2-8 0,0 3-5 0,0 3-8 15,2-1 3-15,0-1-15 0,5-1-1 0,1 2-4 16,1-3-8-16,3 3-2 0,0-3 3 0,3 0-9 16,1-1-1-16,3 1 1 0,2-3-5 0,3 1 0 15,-1-2-5-15,3-5 1 0,5 2-1 0,-1-3-4 16,0-3 12-16,3-1-8 0,0 0-2 0,0-5-6 15,4-4 5-15,-3-1-3 0,-1-4-3 0,-2 0 0 16,-4-2-1-16,0-3 0 0,-2 0 1 0,-5-2-3 16,1-1-2-16,-3-3-1 0,-1-4 1 0,-5 1-2 15,2-1 3-15,-2-2-3 0,-3 0 11 0,-1 0-3 16,0 2 1-16,2 4 8 0,-3 5 20 0,2 6 7 16,2 6 8-16,-2 1-2 0,2 2 3 0,1 2-12 15,0 7-4-15,-4-10-13 0,4 10-2 0,0 0-5 16,0 0-3-16,0 0-1 0,0 0-1 0,-5 39-3 15,5-8-3-15,-3 2 3 0,5 14 1 0,-2-2 2 16,1 3-3-16,-2-13 1 0,1 0-4 0,4 0 3 16,-2-3-1-16,-1 2-5 0,1-4 8 0,2-2-22 15,-2-1-18-15,1 0-24 0,-1-8-28 0,-2-1-32 16,4 0-36-16,-1-3-57 0,-1-3-56 0,-3 0-149 16,2-5-444-16,2 0 196 0</inkml:trace>
  <inkml:trace contextRef="#ctx0" brushRef="#br0" timeOffset="1652.66">7913 4791 151 0,'0'0'165'0,"0"0"-13"0,0 0-4 16,0 0-11-16,0 0-4 0,-8 26-18 0,6-16-13 15,0 2-4-15,-1 0-14 0,3 0-3 0,-2-1-15 16,4 0-1-16,1-1-6 0,1 1-8 0,0-1-1 15,2-2-3-15,2 1 11 0,4-2-2 0,-2-1 6 16,1 0-2-16,2-1-2 0,0-3-1 0,5-1-6 16,-1-1 0-16,-2-3-1 0,-2 0 9 0,-1 0 1 15,4-2 1-15,-2-1-3 0,0-1 15 0,-3-5-9 16,-2 2 3-16,0-2-7 0,-4 0-4 0,3-2-9 16,-4-2 0-16,-2 0-10 0,-3-2-1 0,0 2-7 15,-7-2 2-15,2-1-7 0,-2 5 6 0,0 1-12 16,0 3-3-16,-2 0-4 0,1 4 0 0,-2-1-4 15,-2 4-4-15,-1 1-6 0,-1 4-17 0,-4 1-19 16,1 2-31-16,-3 5-29 0,5 1-41 0,0 1-36 16,6 1-37-16,1 1-180 0,3 2-424 0,3-4 189 15</inkml:trace>
  <inkml:trace contextRef="#ctx0" brushRef="#br0" timeOffset="2317.59">8190 5079 87 0,'0'0'222'0,"12"-2"0"0,-12 2-9 15,16-7-12-15,-7 3-10 0,3-2-15 0,-1-1-10 16,5-1-6-16,-1-3-11 0,0 4-9 16,1-6-8-16,-1 3-11 0,2-3-6 0,-3 0-11 0,2 1-5 15,5-5-8-15,-9 1-11 0,6-3-6 0,-4-3-3 16,-2 7-5-16,-2-2-8 0,3-6-5 0,-5 5-8 15,2-5-1-15,-5 6-2 0,-1 3 5 0,-2 2-9 16,2 1-2-16,-4 3-5 0,3-2 0 16,-2 3-5-16,-1 7-1 0,0-12 3 0,0 12-11 15,0 0-4-15,-1-10 2 0,1 10-1 0,0 0-8 0,-7-7-3 16,7 7 2-16,0 0-3 0,-16 8 1 16,4 0-7-16,1 2 2 0,-3 3 0 0,2 0-1 15,2 0 4-15,-1 1 9 0,1 1-13 0,3 2 2 16,0-2-2-16,1 1 5 0,2-2-3 0,0-1 1 15,2-1-1-15,4-1 3 0,0 1-4 0,2-2 12 16,2 1 0-16,4 1-11 0,-1-4 4 0,3-1 0 0,4-1-2 16,5 0 3-16,-3-2 5 0,3-3-8 0,0-1 1 15,-2 0-1-15,3-1 2 0,-1-3 0 16,5 1-1-16,1-4 0 0,-8 0-2 0,0 2 3 16,-1-7 0-16,1 3-2 0,-2-1-5 0,-1-4 7 15,-3 2-2-15,-1-2-3 0,-5-1-2 0,2-1 3 0,-2 1-2 16,-5-2-2-16,1 5 1 0,-2-5 0 0,0 6-2 15,-2 0 2-15,0-1-4 0,1 2 0 16,-3 2 7-16,3 8-1 0,-2-9-3 0,-1 3-1 16,3 6-3-16,0 0 1 0,-4-9-1 0,4 9 4 15,0 0-9-15,0 0 5 0,0 0 2 0,-20 15-3 16,12-6 2-16,4 3 8 0,-2 2-6 0,2 1 2 0,0 3 0 16,0 0-4-16,1 1 2 0,3 0 3 15,0 1 1-15,0-2-3 0,2-1 2 0,1 2 0 16,-2-2-1-16,1 0 0 0,1-1 6 0,1-4-5 15,-2-1 1-15,2 1-1 0,-1 1 0 0,-2-1 6 16,2-3-7-16,-1 1 4 0,1-2-1 0,-2-2 10 16,-1 0-10-16,0-6-9 0,-1 11-2 0,1-11-7 15,-5 10-8-15,1-5-12 0,0 0-17 0,-1-1-23 0,5-4-27 16,-15 1-43-16,15-1-39 0,-12 0-55 16,4 0-156-16,8 0-432 0,-12-6 193 0</inkml:trace>
  <inkml:trace contextRef="#ctx0" brushRef="#br0" timeOffset="2686.18">8925 4855 129 0,'9'4'146'0,"-5"0"-6"0,0 1-4 0,0 4-7 16,4-3-5-16,-6 3 1 0,2 1-10 0,-2 2-8 15,-1-5-5-15,1 2-9 0,-1-1 2 0,0-1 1 16,1 0-4-16,-1 0-4 0,-1-7-6 0,0 9 9 15,0-9 2-15,0 0 7 0,1 9 12 0,-1-9 9 16,0 0 9-16,0 0-3 0,0 0-11 0,0 0-10 16,0 0-9-16,0 0-7 0,0 0-10 0,0 0-6 15,8-20-11-15,-6 9 1 0,2 0-11 0,0-4-2 16,4-3-6-16,-1-1 5 0,2 4-19 0,4-7-5 16,-1 4 2-16,0 3-5 0,2 1-3 0,11-2-2 15,-14 5-8-15,4 2 1 0,-4 3-3 0,1 2-2 16,0 4 0-16,2-2-4 0,-14 2-7 0,21 9 10 15,-9-3-7-15,-1 2 7 0,0 2-6 0,2 2 4 16,-6-1-2-16,0 3 3 0,-3-1-5 0,2-1 0 16,0 2 0-16,-3 1 3 0,0-3 0 0,-3 0-12 15,1-1-24-15,0 0-23 0,-1-11-38 0,-6 19-44 16,3-10-54-16,3-9-64 0,-9 11-223 0,9-11-519 16,-11 6 229-16</inkml:trace>
  <inkml:trace contextRef="#ctx0" brushRef="#br0" timeOffset="2875.03">9430 4563 2170 0,'3'-17'69'0,"-2"8"-50"0,0-1-2 0,0 3-8 16,-1 7-15-16,0-11 9 0,2 5-1 0,-2 6 0 16,0 0 0-16,3-8 3 0,-3 8-2 0,0 0-3 15,0 0 0-15,0 0 1 0,0 0 1 0,0 0 0 16,7 32 1-16,-6-20 2 0,0 2-20 0,1 2-39 15,-2 0-57-15,1-2-46 0,-1 2-172 0,-3 0-356 16,3-7 158-16</inkml:trace>
  <inkml:trace contextRef="#ctx0" brushRef="#br0" timeOffset="3084.01">9715 4557 118 0,'5'-8'256'0,"-3"1"-10"0,2 1-1 16,-4 6-5-16,4-9-16 0,-4 9-21 0,5-7-22 15,-5 7-20-15,3-5-16 0,-3 5-18 0,0 0-10 0,0 0-8 16,4 34-12-16,-3-10-10 0,-2 4-8 0,-2 1-6 16,1 1-6-16,-2 1-8 0,0-1-6 15,0-1-3-15,0-2-1 0,2-1-8 0,-3-1-4 16,3-6-5-16,0 0-10 0,1 0-22 0,1-7-29 16,-2 5-34-16,2-6-36 0,0 1-49 0,0-12-52 15,0 14-231-15,0-14-464 0,-4 12 205 0</inkml:trace>
  <inkml:trace contextRef="#ctx0" brushRef="#br0" timeOffset="3227.65">9591 4863 2352 0,'-1'-6'43'0,"1"6"-12"16,0-10-16-16,0 10-9 0,1-8 6 0,-1 8 1 16,6-8-1-16,-6 8-3 0,7-6 1 0,-1 1-3 15,4 2 0-15,3-1-7 0,4 0-20 0,3 0-54 16,8-5-73-16,-1 5-233 0,1-2-410 0,2 3 181 15</inkml:trace>
  <inkml:trace contextRef="#ctx0" brushRef="#br0" timeOffset="4151.87">10974 4933 33 0,'-11'-15'203'0,"2"-1"-10"0,-2 2 6 16,-3 3-11-16,0-2-17 0,1 5-9 0,2 2-16 16,-9 0-12-16,8 3-14 0,-2 3-14 0,-1 0-9 15,-2 2-11-15,-1 4-2 0,-1 4-15 0,2-1-5 16,2 5-8-16,-1-1-8 0,4 2-6 16,3-1-2-16,0 2-6 0,4 0-1 0,3-4-5 0,1 3-2 15,1-3 3-15,4 0-4 0,2-1-1 0,3-1-4 16,1-4-3-16,6 3 3 0,-2-1-6 0,5-4 4 15,0-3-4-15,9-1 1 0,-6-3-2 0,-2 1 0 16,1-3 0-16,-3-4 0 0,0 1-5 16,-2-6 4-16,5-2-3 0,-3-4 1 0,-4-5-1 15,-4 1 1-15,-1-2-2 0,1-4 0 0,-2-1 5 0,-3-2-2 16,-1-12 4-16,-3 13-8 0,-1-1 5 0,0-12 2 16,0 8 1-16,0 2 10 0,-1 2 3 0,-1 4 4 15,2 6 1-15,-1 4 5 0,1 5 3 0,-1 2 3 16,2 2-7-16,-2 3-3 0,1 7-11 0,1-9-7 15,-1 9-4-15,0 0-1 0,0 0-6 0,0 0 4 16,0 0-1-16,0 39-5 0,1-9 0 0,1 16 6 16,-1-10-2-16,0 10 2 0,1 5-3 0,-1-3 5 15,2-2-5-15,-2-10 2 0,5-4-6 0,-1 0 5 16,3-2 0-16,0-2 0 0,4-3 0 0,0-2 0 16,-3-5-2-16,5-2 1 0,1-4-2 0,-1 1 9 15,0-5-5-15,3 0-8 0,1-2 3 0,0-2 0 16,1-4-3-16,0-1 1 0,1-3 3 0,-2-1-3 15,0-4-2-15,1-1 4 0,-2-3-3 0,3-6-4 16,-3-5-1-16,-3 1 8 0,-2-4-13 0,-2 4 3 16,-3 4-4-16,-1-4 1 0,-4 4 4 15,-1 2 2-15,-2 0-3 0,1 5 1 0,0 1-2 0,-4-1 3 16,0 3-1-16,1 1 0 0,1 3-2 0,2 5-1 16,-10-8-3-16,10 8 1 0,-13 4-4 0,7 3 4 15,-6 6 1-15,1 0 1 0,2 3 1 0,-1-1 1 16,2 9-1-16,3-5 3 0,4 7 2 0,-1-3 2 15,4-2-4-15,4-2 3 0,-1-1-4 16,6 0-22-16,0-3-28 0,7 4-27 0,-2-7-35 0,2 0-40 16,8-1-49-16,1-2-201 0,-8-2-441 0,10-5 195 15</inkml:trace>
  <inkml:trace contextRef="#ctx0" brushRef="#br0" timeOffset="4383.55">11788 4628 61 0,'0'0'239'0,"2"-13"-18"16,-2 13-22-16,0 0-20 0,0-13-24 0,0 13-17 15,0 0-18-15,0 0-4 0,0 0-10 16,4 31-7-16,-4-3 12 0,1 7-8 0,-4 12-8 16,1-11-8-16,-2 13-12 0,-1-3-4 0,-2 0-7 15,4-13-4-15,2 2-3 0,-2-2-4 0,1-1-9 0,-2-1-2 16,0-2-9-16,0 1 4 0,-2-3-17 15,3 0-19-15,1-3-34 0,-4-4-34 0,0-2-41 0,4-6-57 16,-5 5-205-16,-3-1-399 0,1-3 177 16</inkml:trace>
  <inkml:trace contextRef="#ctx0" brushRef="#br0" timeOffset="4837.75">11739 4846 109 0,'13'-5'178'16,"2"1"-20"-16,3 4-12 0,0 1-11 0,-1 3-11 16,2 4-7-16,-5-1-17 0,1 5-4 0,-1 2-11 15,-5 2-6-15,0-1-7 0,0 2-2 0,-8 1-9 16,1 1-3-16,-5 0-10 0,-4 0-7 0,0-1-3 16,-2-2-8-16,-6-3-2 0,2-1-8 0,0 0 3 15,4-6-6-15,-1-1-8 0,4-2 7 0,6-3-4 16,-13 7 3-16,13-7 1 0,-8 1 3 0,8-1 3 15,0 0 7-15,-15 0-6 0,15 0 7 0,0 0-5 16,0 0-2-16,0 0 3 0,0 0 2 0,0 0-6 16,0 0 3-16,0 0-3 0,24-17-2 0,-12 13 1 15,4 1-4-15,3-2 1 0,-1 4 0 0,4-4-1 16,5-2-6-16,0 3 0 0,0-2 3 0,-6 0-2 16,-1-1 1-16,5-2 2 0,-5 3 5 0,-3-2 2 15,2-1 5-15,-4 0-1 0,-1-1 8 0,-5 2 2 16,1-1 4-16,-2-1 2 0,-4 0-7 0,-1-1-1 15,1 0-3-15,-4 1 3 0,2 0 13 0,-2 3-3 16,0-1-1-16,0 8-5 0,-4-10-3 0,4 10-7 16,-9-6-5-16,1 6-5 0,8 0 0 0,-25 9-3 15,9 2-1-15,0 4-3 0,0-2-1 0,3 3 1 16,1 0-2-16,2 1-3 0,5 2-8 0,-1-2-30 16,2 0-24-16,2 1-39 0,4 0-52 0,3-3-52 15,0 2-50-15,3-1-144 0,-1-6-424 0,7 0 187 16</inkml:trace>
  <inkml:trace contextRef="#ctx0" brushRef="#br0" timeOffset="5180.16">12401 4969 98 0,'0'0'179'0,"4"-6"-17"0,-4 6-11 15,0 0-10-15,0 0-11 0,0 0 1 0,10 13-2 16,-7-2-3-16,0 0 3 0,-1 0 4 0,0 1-12 15,1 1-10-15,0-1-12 0,-3-2-8 0,2 1-8 16,0-3-9-16,-2-1-5 0,2 0-4 0,-2-7-7 16,4 9 6-16,-4-9-1 0,0 0 13 0,0 9 5 15,0-9-4-15,0 0-7 0,0 0-6 0,0 0-10 16,0 0-3-16,0 0-5 0,0 0-2 0,0 0-7 16,0-33-1-16,5 22-6 0,-1-1-2 0,1-5-10 15,9-3 2-15,-2 5-6 0,3-1-4 0,-2 2 3 16,5 2 5-16,-3 0-11 0,1 2-3 15,-5 7-2-15,0 1 0 0,3 2-6 0,-1 1 1 0,1 1 2 16,-1 7 0-16,-3 1-4 0,-2-2 3 0,2 7-1 16,-4 1 6-16,1-1-5 0,-5 2-17 0,-2 0-28 15,3-1-37-15,-1 2-47 0,-2-1-56 0,-2 0-50 16,0-1-178-16,1-1-449 0,1-15 199 0</inkml:trace>
  <inkml:trace contextRef="#ctx0" brushRef="#br0" timeOffset="5622.24">13090 4978 208 0,'-6'-8'247'0,"0"-1"-13"0,-2 1-11 16,1 1-15-16,-3 3-19 0,-2 2-13 16,-2 1-18-16,-4 4-9 0,1 5-15 0,-2-1-11 15,-2 6-4-15,2 0-18 0,-1 4-10 0,4-2-10 0,3 1-6 16,4 1-9-16,2-1-1 0,3 3-10 0,0-3-7 15,4-1-2-15,4-2 0 0,-2-1-4 16,5 2-2-16,3-1-8 0,2-1-1 0,1-1-3 16,2-3-5-16,4-3 0 0,-1-2-7 0,0 0 1 15,0-2-3-15,0-4 3 0,-2-4-6 0,-5 1 2 0,5-4-2 16,-5-1-4-16,1-5 1 0,-2-2 2 0,-1-7-2 16,1-2-2-16,-4-3-2 0,-3-2 0 15,5 0 1-15,-6-4-2 0,3-14-3 0,-2 4 4 16,-3 0-2-16,6 1 2 0,-6 10 4 0,3 1 1 15,1 3 6-15,-2 2 14 0,0 3 14 0,0 8 13 16,-2 4 2-16,0 4 7 0,0-1-12 0,0 11-5 0,0-14-5 16,0 10-11-16,0 4-5 0,0 0-7 15,0 0 1-15,0 0-4 0,9 48 0 0,-9-18-3 16,0 6 4-16,0 16-3 0,0-2-1 0,-4-2 0 16,4 0 2-16,0-14-2 0,0 1-5 0,-2-2 2 15,4 2-3-15,-4-3 6 0,4-1-8 0,-2-4-14 16,4-1-36-16,-4-2-27 0,3-5-49 0,-1-4-56 0,1-1-66 15,1 2-67-15,-2-1-187 0,2-5-535 16,-1 0 237-16</inkml:trace>
  <inkml:trace contextRef="#ctx0" brushRef="#br0" timeOffset="6243.86">13959 5021 94 0,'0'0'259'16,"5"-7"-13"-16,-5 7-15 0,0 0-22 0,0 0-18 15,0 0-11-15,0 0-22 0,-29 11-15 0,13 1-13 16,-6 4-7-16,6-3-15 0,2 3-10 0,-3 3-9 0,5-2-8 16,-1 4-5-16,6-5-4 0,0 2-11 15,3 8-6-15,4-9-1 0,2-1-11 0,3-1 0 16,0 1-3-16,3-5-5 0,1 2-2 0,1-4-1 15,3 4-2-15,3-7-5 0,-1 4 3 0,3-4 0 0,-2-1-8 16,-3-3-12-16,1-3 2 0,-3 0 1 16,1-4-1-16,-4-2-4 0,1 0 7 0,3-6-11 15,-6 4 3-15,1-9-5 0,-1 1-2 0,2 0 2 16,-4-8 1-16,-2 6 0 0,3-6-1 0,-1-2 0 16,1 1-2-16,1 1 1 0,2-1-1 0,-4 3-2 15,0 4 3-15,3 0 10 0,1 2-6 0,0 2-2 16,2 2 0-16,-3 5 0 0,5-1 0 0,-1 5 0 15,2 2-2-15,7 4 5 0,-3 2-6 0,0 3 3 16,2 5-2-16,-2 7 1 0,-1 2-5 0,1 1 7 16,-2 0-2-16,-3 0 0 0,-7-3 4 0,2 0-2 15,-2 7 1-15,-3-9-1 0,0 2 2 0,0-2-3 16,-2 0 2-16,0-5 3 0,-4-1-5 0,0-2 11 16,1 0-4-16,1-3-1 0,-3-2 5 0,5-4 5 15,-7 9 5-15,7-9 4 0,-6 2 5 0,6-2 5 16,0 0-1-16,-9-11 1 0,9 11 3 15,0-16 5-15,0 4-17 0,5-3 1 0,3-10-4 0,4 0 0 16,3 0-6-16,4-1-1 0,0-2 1 0,4 3-3 16,2 1-1-16,0 5-2 0,-1 2 1 0,-2 2-5 15,-3 6 0-15,-2 3 8 0,-5 2-12 0,1 4-2 16,-2 0 1-16,3 7 4 0,-3-1-1 0,-1 4-4 16,-1 3 1-16,-1 2 0 0,-4 2 4 0,-2 0 0 15,-2 2-5-15,-1-1 2 0,-4 0-3 0,2 7-2 16,-2-9-14-16,-3 9-38 0,-1-8-48 0,-2 8-74 15,4-8-87-15,-4-2-259 0,2-2-563 0,5-2 249 16</inkml:trace>
  <inkml:trace contextRef="#ctx0" brushRef="#br0" timeOffset="6532.38">15517 4899 250 0,'0'-7'245'0,"0"7"-28"0,0 0-20 15,5-5-20-15,-5 5-19 0,9 0-16 0,-9 0-13 16,20 0-13-16,-1 1-13 0,2 3-13 0,8 0-2 0,5-4-12 15,-1 3-6-15,0-1-23 0,-4-2-25 0,-7 0-27 16,-2 0-29-16,-3 0-31 0,-2 1-38 0,-4-2-28 16,-4 2-11-16,1-1-16 0,-8 0-91 15,10-1-268-15,-10 1 118 0</inkml:trace>
  <inkml:trace contextRef="#ctx0" brushRef="#br0" timeOffset="6871.5">15813 4875 161 0,'0'0'178'0,"-6"-2"0"0,6 2 1 16,0 0-8-16,-7-4-11 0,7 4-15 15,0 0-19-15,0 0-17 0,0 0-16 0,0 0-8 0,-6 13-8 16,5 0 4-16,-2 6 4 0,-1 8-1 16,-1 2-9-16,4 1-1 0,-3 1-9 0,2-2-4 0,-1 0-6 15,2 0-2-15,-2-1 0 0,1 0-9 0,2-1-6 16,-2 0 1-16,1-2-5 0,1-7-1 0,-3-1-3 16,3-5-3-16,-2 2 0 0,1 1-2 0,1-3-1 15,-4-3-1-15,3-3-4 0,-3 1-2 16,0-1-9-16,-2-3-3 0,-3 1-8 0,-4-1-8 0,0 1-8 15,-1-6 5-15,0 2 2 0,-4-5-1 0,1-1 2 16,2 0 5-16,4-2 3 0,-1 2-2 0,3 1 5 16,3 0 1-16,-1 1 10 0,2 0 6 15,5 4-3-15,-7-5 4 0,7 5 1 0,-4-6-2 16,4 6-2-16,0 0-4 0,0 0 0 0,0 0 0 0,0 0-4 16,25 0 8-16,-11 0-3 0,4 2 0 0,10-4-3 15,2 5 4-15,2-2-7 0,1-1-1 0,2 0-24 16,3 2-28-16,1-2-26 0,1 1-43 0,11-5-52 15,-13 3-27-15,0-1-180 0,-5 2-407 0,0-2 180 16</inkml:trace>
  <inkml:trace contextRef="#ctx0" brushRef="#br0" timeOffset="7073.88">16239 5173 94 0,'0'0'226'0,"-1"-14"2"0,1 14 4 0,-2-12-3 15,2 12-8-15,0 0-23 0,0-8-18 16,0 8-23-16,0 0-19 0,0 0-16 0,0 0-13 15,0 0-10-15,0 0-12 0,0 0-6 0,2 27-5 0,-2-11-2 16,0 1-7-16,-2 4-8 0,1-3-5 0,-2 1-6 16,2 0-2-16,-1 7 1 0,-2-7 2 15,2 0-10-15,1-2-9 0,-3-1 2 0,3-3-18 0,0-1-24 16,-2-1-32-16,1 0-40 0,1 0-35 16,1-11-57-16,-6 15-54 0,1-6-170 0,1-3-430 15,4-6 191-15</inkml:trace>
  <inkml:trace contextRef="#ctx0" brushRef="#br0" timeOffset="7477.25">16295 5125 124 0,'5'-10'225'0,"3"2"-4"0,-3 1-2 16,1-1-16-16,-1 4-17 0,2 0-19 0,-1 2-15 15,4-1-16-15,1 3-13 0,1 4-8 0,0-1-10 16,0 0-9-16,-2 3-11 0,0 0-4 0,0 1-11 15,-1 0-10-15,0 2-4 0,-1-2-5 0,-3-1-3 16,2 2-6-16,-2 0 0 0,-1-2-9 0,-2 1 4 16,-1-1-6-16,-1-6 0 0,-3 14-1 0,-1-8-5 15,1 4 1-15,-6-2-4 0,0 2-5 0,1-3-6 16,-3 0-10-16,0 0-10 0,4-1-10 0,-1 1-3 16,1 0-4-16,3 0 1 0,1-1 4 0,1-1-6 15,2-5 7-15,1 13-3 0,4-7 5 0,1 0 3 16,3 2 2-16,1-2 4 0,2 1 0 0,5-1 3 0,0 3-2 15,0 1-3-15,0-1 3 0,-3-1-1 0,-3-1 2 16,1 2 0-16,-3-1-2 0,0 1 7 16,-2 0 1-16,0 0-1 0,-2-3-5 0,-3 1 5 15,0 1 1-15,-4 2 3 0,0-3 12 0,-2 0 3 16,-1 2 2-16,-4-2 4 0,0 0-4 0,-3 0-2 16,-3 1 3-16,2-4-5 0,-3 1-1 0,-2 0-9 15,1-1-20-15,-1 0-36 0,0-3-51 0,4 0-49 16,0 1-85-16,1-2-122 0,13 0-388 0,-16-3 173 15</inkml:trace>
  <inkml:trace contextRef="#ctx0" brushRef="#br0" timeOffset="7655.49">16778 5449 184 0,'8'1'237'0,"-8"-1"0"16,0 0-11-16,8 3-11 0,-8-3-19 0,0 0-23 15,7 2-17-15,-7-2-14 0,0 0-16 0,0 0-10 16,0 0-15-16,0 0-29 0,0 0-42 0,0 0-52 16,0 0-72-16,0 0-66 0,0 0-163 0,0 0-349 15,0 0 155-15</inkml:trace>
  <inkml:trace contextRef="#ctx0" brushRef="#br0" timeOffset="9257.04">17844 5137 199 0,'-5'-3'188'0,"-3"0"-5"0,-1 0-16 0,-2 2-9 16,1 1-9-16,-3 0-13 0,-5 5-10 0,5-1-10 16,-4 3-12-16,3 3-7 0,4 0-10 0,-3 2-11 15,7-1-9-15,-4 2-3 0,5 2-6 16,2 2-6-16,2-6-6 0,1 1-5 0,0 0-1 0,5 4-1 16,0-5-3-16,3 0-7 0,-1-1 2 0,4-3-7 15,1 0 1-15,0-1 0 0,1-2-6 0,1-1 2 16,-4 1-4-16,5-3 2 0,-1-2-2 15,-1-1 0-15,-1 0 0 0,-2-3 1 0,1 0-2 0,0-5-5 16,-4 3-1-16,2-3 2 0,4-3 1 0,-5-2-1 16,-1-1-4-16,1-1 3 0,-3 1 1 0,-1-1 3 15,0 2 1-15,-3 2 6 0,2 1 2 0,-2 2 8 16,-1 3 5-16,3 0 0 0,-3 7-3 0,0-10-5 16,0 10-8-16,1-9-7 0,-1 9-3 0,0 0-3 15,0 0-1-15,0 0 0 0,0 0-4 16,0 0 2-16,0 0-3 0,-1 39 3 0,2-25-1 0,-1-1 1 15,1 3 1-15,-1-4-1 0,5-1-2 0,-1 0 2 16,1 0-2-16,4 4 5 0,0-6-2 0,6-1 0 16,1 1-1-16,2-4 1 0,1 0 0 0,0-1 9 15,3-4-10-15,-1-3 1 0,7-1 1 16,-7 1-1-16,6-4-1 0,-7 1 1 0,-3-1-6 0,2-2 4 16,-5-1 1-16,1 1-1 0,-3-5-3 0,2 0 8 15,-4-1-9-15,-2-2-3 0,-1 1 1 0,0 2 2 16,-5 2-1-16,2 1 3 0,-2 2-2 0,-1 3 2 15,0-2 5-15,-1 8-11 0,1-8 8 16,-1 8-10-16,2-7-6 0,-2 7-3 0,0 0 3 0,0 0-1 16,0 0 4-16,0 0 1 0,0 0 3 0,4 21-3 15,-4-8 3-15,1 2 2 0,-2-1 2 0,-1 1-3 16,2 0-1-16,0 1 4 0,-1 0 7 16,1-1-7-16,-1 4-1 0,-1-3 6 0,2 1-7 15,-1-5 5-15,-1-1-2 0,-2 5 0 0,0-4-1 0,1 0-4 16,-1-2-6-16,1 1-14 0,-1-1-13 0,0 0-18 15,1-3-33-15,0-1-42 0,1 2-45 0,1-1-51 16,-2-2-145-16,3-5-402 0,0 0 178 0</inkml:trace>
  <inkml:trace contextRef="#ctx0" brushRef="#br0" timeOffset="9611.41">19321 5028 177 0,'0'0'251'15,"0"-14"-18"-15,2 9 1 0,-2 5-16 0,3-10-17 16,-3 10-15-16,-2-10-21 0,2 10-19 0,0 0-21 16,0 0-17-16,0 0-7 0,0 0-11 0,10 25-10 15,-6-6-2-15,0 5-3 0,-2 5-4 0,-2 3-2 16,-1-1-8-16,1-3-2 0,-2 3-6 0,0-1-6 16,1-2-2-16,-2 1-4 0,3-1-2 0,-4-3-7 15,4-6-6-15,0 0-15 0,-2-2-41 0,-3-1-34 16,4-3-54-16,-4-2-49 0,3-4-57 0,0 0-180 15,2-7-437-15,-7 9 194 0</inkml:trace>
  <inkml:trace contextRef="#ctx0" brushRef="#br0" timeOffset="10174.03">19347 5218 1845 0,'6'-17'-18'0,"-1"1"-5"0,-1 6-1 0,1 1 22 15,-1-2 5-15,3 0 7 0,-1 1-9 0,2 0 1 16,1 0 6-16,2-2 2 0,2-1 1 0,-4 3 7 15,0 1 0-15,1 0 6 0,-2 1 0 0,1 1-8 16,1-2 9-16,-1 1-3 0,0 0 7 0,-3 1-1 16,-1 2 2-16,4-4 3 0,-5 4 8 0,2-3-4 15,-3 4 9-15,-3 4-5 0,8-8-1 0,-8 8-7 16,3-5-3-16,-3 5-6 0,4-4-5 0,-4 4-6 16,0 0-1-16,0 0-5 0,0 0 3 0,1 19-2 15,-1-6 0-15,0 3 2 0,-1 3-2 0,1-1-1 16,0 8-1-16,-2-7-3 0,0 2 8 0,0 4-4 15,1-7-1-15,-3-1-4 0,4-1 1 0,-3-4 3 16,2 4-2-16,-2-3 3 0,3-4-7 0,0-2 6 16,0-7-2-16,-1 14-5 0,2-9 2 0,-1-5-2 15,0 0 4-15,-2 9-1 0,2-9 1 0,2 7 6 16,-2-7-4-16,0 0-2 0,0 0-2 0,0 0 3 16,0 0-1-16,0 0-3 0,22-9 1 0,-15 7 4 15,0-1-2-15,3 0-3 0,-2 1 3 0,0 2-3 16,3-3 4-16,3 1-3 0,-2 4 0 0,7-2 0 15,0 0 3-15,-1 0-1 0,4-2 4 0,-2 1-4 16,7-2 1-16,-4 0-2 0,-3 1 2 0,1-1 1 16,1-4 3-16,-3 3-5 0,0-3 4 0,-1 1-2 15,-7 1-2-15,1 1 2 0,-1-3 0 0,-3-1 0 16,1 0-1-16,-3 1 2 0,-2-1 0 0,-1 0 0 16,-2 2 4-16,-1 6-4 0,1-17 1 0,-2 12 4 15,1 5-1-15,-6-13 3 0,2 8 0 0,-3 1-3 16,7 4-6-16,-15-3-2 0,4 4 1 0,-3 2-1 15,-2 4 2-15,-2 3 2 0,0 1-4 0,2 1-1 16,2 4 4-16,0-1 0 0,3 2-2 0,4-1-1 16,1 4-7-16,4-2-8 0,5-2-15 0,7 3-24 15,8 0-31-15,5 0-59 0,9-4-44 0,19 1-199 16,1-5-415-16,8-5 184 0</inkml:trace>
  <inkml:trace contextRef="#ctx0" brushRef="#br0" timeOffset="12470.84">21182 4966 109 0,'-6'-6'238'0,"6"6"-12"0,-8-6-15 0,3 3-7 0,5 3-13 16,-13-6-13-16,2 3-9 0,3 2-12 15,-1-1-13-15,-4 1-8 0,3 1-10 0,0 1-10 16,-3 1-10-16,0 2-13 0,-1 1-11 0,-1 2-5 15,-2 2-8-15,1 3-4 0,0 2-12 0,2-1 0 16,3 1-10-16,-3 1 5 0,5 2-16 0,-3 7 3 16,6-7-6-16,-1 0-1 0,6 1-4 0,-1-2-2 15,3 0 1-15,1-1-5 0,4 0 7 0,4 0-7 16,-1-4 3-16,4-1-4 0,3 3 1 0,3-5-12 16,7 2-18-16,2-2-27 0,-6-3-42 0,6 1-39 15,-9-2-40-15,4-2-42 0,-1-2-35 0,-3-2-157 16,0 2-425-16,0-3 188 0</inkml:trace>
  <inkml:trace contextRef="#ctx0" brushRef="#br0" timeOffset="12706.04">21463 4960 81 0,'0'-7'285'0,"0"7"-1"0,2-11-12 0,-2 11-18 16,0-8-17-16,0 8-26 0,0 0-23 0,0 0-22 15,0 0-14-15,0 0-19 0,0 0-12 0,0 0-9 16,0 0-12-16,-4 26-3 0,1-9-17 0,1 1-3 16,-1 1-10-16,-1 1-6 0,2 5-3 0,-1-6-6 15,2 1-7-15,0 3-1 0,1-5-3 0,0 0-7 16,0-1-24-16,0-4-32 0,1 4-30 0,-2-3-39 16,1-4-44-16,0-10-31 0,-2 23-46 0,0-14-219 15,2-9-467-15,-3 18 207 0</inkml:trace>
  <inkml:trace contextRef="#ctx0" brushRef="#br0" timeOffset="13078.1">21486 4978 31 0,'5'-12'210'16,"3"2"-1"-16,-1 1-3 0,0 1-10 0,3 1-10 15,-2 0-14-15,2 3-17 0,2 1-14 0,1 1-10 16,0 1-6-16,4 2-15 0,1 1-14 0,-5 0-8 15,3 2-10-15,-4 0-6 0,-2 2-9 0,0 1-8 16,-1 2-1-16,-2-2-11 0,0 4 1 0,-4 0-1 16,-1-1-6-16,-2 3-3 0,-1-1-1 0,-3-2 1 15,-2 0-12-15,1 2-7 0,-1-3-9 0,0 2-6 16,1-3-17-16,0 0-8 0,-1-1-21 0,3-1 2 16,1-1 4-16,2-5 3 0,-3 11 4 15,3-11 0-15,0 0 3 0,5 17 4 0,0-11 3 16,-5-6 2-16,11 10 3 0,-6-7-5 0,0 3 9 0,3 1-1 15,-3-3 1-15,-5-4 8 0,11 10-7 0,-7-5 7 16,-4-5-5-16,8 8 1 0,-8-8 1 0,4 8 8 16,-4-8 9-16,0 0 17 0,-3 11-4 15,3-11 3-15,0 0-1 0,-14 12-4 0,4-7-1 16,1-1-2-16,-3 1-6 0,-1 0-7 0,3-1-21 0,-1-2-39 16,11-2-45-16,-18 4-58 0,9-1-174 0,9-3-363 15,0 0 161-15</inkml:trace>
  <inkml:trace contextRef="#ctx0" brushRef="#br0" timeOffset="13461.63">22355 5019 104 0,'4'-5'236'0,"-1"1"-15"0,2-1-19 0,-1-1-19 16,3 0-13-16,-3 0-9 0,1 0-5 0,-1 1-18 15,3-1-9-15,-2 2-11 0,0-5-12 0,0 5-9 16,1-2-7-16,2 0-8 0,2 0-6 0,-4 3-8 0,1-1-2 16,-7 4-4-16,9-5-4 0,-6 2-1 0,-3 3-3 15,7-5-3-15,-7 5-5 0,0 0-7 16,8-4 2-16,-8 4-1 0,0 0-11 0,0 0-11 16,0 0 1-16,0 0-3 0,9 7-2 0,-9-7-2 15,-2 12 5-15,4-3-5 0,-4 3 2 0,4 3 2 16,-4 2 7-16,1 4 1 0,-1 3 5 0,2 1 8 0,0 0-4 15,-3-5-2-15,3-1 0 0,-3 0-2 0,3 6-4 16,0-1 1-16,-1-5-2 0,0 0-5 16,1-7 2-16,0 5 1 0,0 0-5 0,0-4 0 15,-1 3 2-15,1-5-7 0,0-11 6 0,-4 18-8 16,1-9 1-16,1 0-7 0,2-9-19 0,-3 16-23 16,1-10-25-16,2-6-38 0,-8 14-40 0,8-14-64 15,-9 5-54-15,9-5-188 0,-15 3-484 0,15-3 216 16</inkml:trace>
  <inkml:trace contextRef="#ctx0" brushRef="#br0" timeOffset="13760.56">22433 4719 2916 0,'7'-14'-2'0,"-5"2"39"0,1 1-21 0,-2 4-7 16,-1 7 0-16,1-12-4 0,-1 4-2 0,0 8 6 15,0-12 7-15,0 12 20 0,0-9-6 0,0 9 5 0,-2-10-6 16,2 10-1-16,-3-10-3 0,3 2-2 16,0 8 0-16,-2-17-1 0,2 10-5 0,0-2 2 15,1 2-8-15,0-3-1 0,3 0-1 0,-1 0 1 16,-1 2-2-16,2 3-2 0,-1-1-1 0,1-1 1 16,-2 2-5-16,2-2 2 0,-4 7-4 0,6-7 1 0,-6 7-6 15,8-2-3-15,-8 2 2 0,11 4 4 16,-1 4 0-16,1 4-1 0,0 2 3 0,3 1-11 15,-1 6-27-15,2 1-29 0,0 1-44 0,-1 0-65 16,1-2-75-16,-4 1-195 0,1-5-484 0,6 2 214 16</inkml:trace>
  <inkml:trace contextRef="#ctx0" brushRef="#br0" timeOffset="14541.71">23932 4880 39 0,'2'-7'251'0,"-2"7"-15"0,-2-10-14 0,2 10-23 16,-7-7-14-16,7 7-20 0,-13-3-13 0,13 3-11 15,-15 10-16-15,3-4-11 0,-5 7-6 0,2 0-10 16,-4 3-8-16,2-3-14 0,3 2-5 0,4-2-9 16,-3 3-6-16,7-6-5 0,3 5-4 0,1-4-6 15,0-1-7-15,2 0-4 0,0-3-2 0,2 0-6 16,2 0-1-16,-4-7-2 0,7 8-2 15,-3-5-3-15,1 0 3 0,-5-3 3 0,12 0-7 0,-12 0 1 16,10-8 0-16,-4 5-2 0,1-3 0 0,-5 0-1 16,5-2-4-16,-2-2 7 0,-1 1 0 0,0 0 14 15,-2 4 10-15,1-1-1 0,-3 6-2 0,6-8-8 16,-6 8 6-16,2-6-16 0,-2 6 3 0,0 0-12 16,0 0-1-16,0 0-2 0,19 18 0 0,-9-1-4 15,0 9 7-15,0 3-4 0,3-1 4 0,-5 6-6 16,3 13 12-16,-3-1-6 0,-3-12-2 0,-1 1 2 15,-2 0 0-15,-3 1-2 0,1-3 1 0,-3-2 0 16,-1-2 1-16,1-3-1 0,-5-1 0 0,2-8 1 16,-2 7-2-16,0-6 1 0,-3-3 2 0,1-1 1 15,1-4-4-15,-3-3-1 0,1-2-4 0,-1-1-4 16,1-1 1-16,-1-3-4 0,-1 0-3 0,2-6-6 16,1 1-7-16,-4-7-3 0,3-3 4 0,6 0-3 15,1-4 3-15,6 1-1 0,0-11 3 0,3 1-2 16,6-1 2-16,5-2 3 0,3 0 2 0,4 1-5 15,12-11 2-15,-1 5-1 0,5 3 0 0,-1-1 2 16,0 4 2-16,-8 7-3 0,7-8 2 0,-10 8 3 16,-2 2 2-16,3-1 0 0,-7 1 2 0,-7 7 7 15,0-1-6-15,0-1 3 0,-5 1 1 0,-3 5 0 16,3-1 5-16,-4 1 1 0,-3 1 4 16,-1-1 1-16,0 3 6 0,-1 7 3 0,-1-11 3 0,1 11 5 15,-4-8-8-15,4 8-2 0,-8-3-3 0,8 3-6 16,-19 7 0-16,9 1 3 0,-7 2 0 0,6 3-5 15,-2-1 1-15,3 0-3 0,0 3 2 0,2 0-3 16,4-4 5-16,3 1-4 0,2 2-9 0,2-4-15 16,4 5-25-16,2-2-43 0,3-2-39 0,6-3-50 15,1 0-34-15,0-1-178 0,3-4-421 0,7 0 187 16</inkml:trace>
  <inkml:trace contextRef="#ctx0" brushRef="#br0" timeOffset="14750.29">24564 4789 95 0,'0'0'238'0,"-2"-15"-8"0,2 15-21 15,2-10-21-15,-2 10-19 0,0 0-19 0,0 0-23 16,0 0-6-16,0 0-12 0,0 0-1 0,3 25-8 16,-4-7-8-16,0 7-10 0,1 3-5 0,-5-1-9 15,2 0-5-15,3 1 0 0,5-1-9 16,-2-1-4-16,-3-6-25 0,1 6-31 0,3-1-33 15,-4-6-40-15,3 1-66 0,1-4-49 0,-7 2-133 0,0 0-352 16,3-18 156-16</inkml:trace>
  <inkml:trace contextRef="#ctx0" brushRef="#br0" timeOffset="15043.84">24711 5141 66 0,'10'-14'205'16,"-1"6"-8"-16,4-5 2 0,-1-4-8 0,1 5-6 0,1-4-5 15,-4 3-7-15,1-1-12 0,-2 3-3 0,0-2-9 16,-2 2-3-16,-3-1-15 0,1 2-8 16,0 2-3-16,-1 2-1 0,-1 0-14 0,-1 0-2 15,2 0-14-15,-4 6-12 0,0-8-9 0,0 8-7 16,0 0-12-16,0 0-5 0,0 0-6 0,0 0-3 16,0 0-1-16,-18 17-6 0,13-5-4 0,-4 3-4 0,5 0 1 15,0 1-6-15,2-4-4 0,1 5 3 16,1-2-4-16,3-1 0 0,-3-1-1 0,3-1-1 15,1 3 1-15,-2-1 1 0,2-4-2 0,-1 1-2 16,-3 0-2-16,2-1 1 0,1 1-7 0,-3-11-16 16,0 18-25-16,0-18-27 0,-4 13-20 0,0-7-30 0,4-6-45 15,-10 7-42-15,4-4-244 0,6-3-488 0,0 0 216 16</inkml:trace>
  <inkml:trace contextRef="#ctx0" brushRef="#br0" timeOffset="15197.87">24496 4908 2341 0,'-4'-6'97'0,"3"0"-39"0,1 6-47 16,-4-9-15-16,4 9-5 0,-1-8 4 0,1 8-3 15,0 0 2-15,0 0 8 0,19-6-3 0,-8 5-3 16,7-1 4-16,4 2-10 0,9 0-29 0,6 0-50 16,1-1-74-16,0 2-200 0,16-3-391 0,-4-3 173 15</inkml:trace>
  <inkml:trace contextRef="#ctx0" brushRef="#br0" timeOffset="15624.08">26221 4811 1928 0,'14'-12'103'0,"-4"-2"-65"0,-7 3-14 0,-1 2-13 16,0-1 5-16,-2 3 9 0,0 7-7 0,-4-14 4 15,3 11 2-15,1 3 14 0,-8-12 0 0,4 7-3 16,4 5 0-16,-7-2-8 0,7 2-17 0,0 0-6 16,-12 11 7-16,8 0 0 0,-5 15-2 0,3 3 8 15,-2 6 13-15,3-2-3 0,1 19 7 0,0-16-4 16,-1 0 3-16,4-3-4 0,0 3 0 0,-3-4-3 16,2 0 2-16,-1-1-2 0,-1-1 0 0,3-1-7 15,-1-1 1-15,0-8 0 0,0 4 0 0,0-5-2 16,-1-3-9-16,1 4-29 0,0-9-25 0,0 4-44 15,-2-5-58-15,4-10-61 0,-1 17-186 0,1-17-425 16,-3 5 188-16</inkml:trace>
  <inkml:trace contextRef="#ctx0" brushRef="#br0" timeOffset="16013.29">26046 5021 156 0,'27'-4'153'0,"4"-1"-20"0,1 0-12 0,3 2-14 16,1 1-8-16,0 2-13 0,-4-3-7 0,1 2-9 16,-1 2-1-16,-1-2-4 0,-11 2-9 0,1-4-2 15,-1 3-13-15,-6 3-2 0,-4-3-7 0,-1 0 1 16,-1 1-7-16,-8-1 2 0,11-1 0 0,-11 1 5 16,8 3 1-16,-8-3 9 0,3 5 12 0,-3-5 2 15,0 0 5-15,-11 17 0 0,4-7-3 0,-5-1-2 16,6 1-1-16,1 1-6 0,-3-2-6 0,3 2-3 15,0 0-3-15,1-1-4 0,2-1-5 0,1 1-2 16,2-3-3-16,1 0 0 0,2-1 2 0,1 0-7 16,0-1 6-16,-1 0 0 0,2-2-9 0,1-2-1 15,1 1-1-15,2-2-2 0,1 0 4 0,-1-3-4 16,-3 3 4-16,1-3 10 0,-1-1-1 0,-1-5-2 16,2 1-1-16,-4-2 3 0,-2 2 1 0,0-3 1 15,-1 2-6-15,1-3-2 0,-2 4-1 0,0-3-3 16,-2 4-1-16,1-5-5 0,-3 4-2 0,0-1-8 15,0 4-21-15,4 5-27 0,-6-8-28 0,2 5-48 16,4 3-47-16,-9-3-43 0,9 3-138 0,-13 6-383 16,13-6 170-16</inkml:trace>
  <inkml:trace contextRef="#ctx0" brushRef="#br0" timeOffset="16295.38">26584 5037 23 0,'14'3'176'0,"-7"-2"-19"16,0 5-16-16,1 0-10 0,4 2-9 0,-3 0-7 15,4 4-10-15,-1-2-7 0,1 4 2 0,1-2-12 16,-8-4 4-16,3 3-3 0,3 0-3 0,-4-2-7 16,-1-2-8-16,-1 0-4 0,-3-2 7 0,4 0 26 15,-7-5 24-15,7 5 26 0,-7-5 18 0,4 4 16 16,-4-4-10-16,0 0-19 0,0 0-17 0,7-14-9 15,-5 5-19-15,0-1-6 0,2 0-13 0,0-2-11 16,0-4-14-16,-2 1-16 0,5-2-22 0,-3 0-50 16,2-2-27-16,0 3-43 0,2 1-39 0,1 1-42 15,0 0-58-15,5 0-50 0,-5 6-167 0,5-4-485 16,-1 5 215-16</inkml:trace>
  <inkml:trace contextRef="#ctx0" brushRef="#br0" timeOffset="16700.91">27093 5018 56 0,'0'9'188'0,"0"-9"-8"0,-3 11-1 0,1-6-3 15,-1 2-7-15,3-7 1 0,-9 14-18 0,5-5-14 16,2 1-11-16,-1-1-16 0,2-2-12 0,-4 0-9 16,5-7-8-16,0 9-8 0,0-9-4 15,2 12-6-15,1-7-3 0,1 0-9 0,0 1-2 0,5-2-4 16,-2-1-4-16,2 0-3 0,2 0 4 0,-2-2-11 15,0-1 0-15,-9 0-6 0,16-2-3 0,-7 0-3 16,-2-2 2-16,1 1-3 0,-1 0-2 16,0-1-1-16,-2-1-1 0,-1 2-4 0,-4 3 2 0,9-4-4 15,-9 4-1-15,6-4-3 0,-6 4-1 0,0 0-6 16,8-3-2-16,-8 3-2 0,0 0 2 0,13 3 3 16,-13-3-1-16,9 4-4 0,-4 0 4 0,4 1-1 15,-3-2 6-15,5 2-1 0,1-2 2 0,1 1-2 16,1 0 1-16,4 0 1 0,0-4 0 0,-5 0 3 15,1 0-4-15,-1-3 2 0,1 0-1 0,-3 1 5 16,-2 0 13-16,2-2 7 0,-4-2-1 0,2-2-5 16,-3 1-1-16,-2-2 1 0,2 0-5 0,-4-1 6 15,-2 0-13-15,2 1-8 0,-2 9-18 0,-2-18-24 16,0 10-17-16,0 0-29 0,2 8-34 0,0-12-45 16,0 12-42-16,-4-10-173 0,4 10-409 0,-2-7 181 15</inkml:trace>
  <inkml:trace contextRef="#ctx0" brushRef="#br0" timeOffset="17267.72">27652 4998 205 0,'0'0'213'16,"0"0"-6"-16,0 0-4 0,0 0-4 0,-29 6-13 16,19-1-17-16,-3 1-13 0,0 3-13 0,-2 4-11 0,2-2-16 15,0 1-8-15,4-2-12 0,2-1-7 0,-1 1-10 16,2 0-7-16,0 0-1 0,4-1-11 0,3 0-4 15,-1 1-3-15,3-2-6 0,1-2-2 0,2 0-3 16,4 0-3-16,1-3-2 0,1-3-5 16,5 2-2-16,-3-1 0 0,-1-2-6 0,-1-3 3 15,0 3-1-15,-2-5-3 0,2 0-1 0,-3 0-2 0,2-1-6 16,-2-2 5-16,-4 1-4 0,4 1 1 0,-3-2-4 16,1-3-4-16,-2 2 0 0,1 0 1 0,-2 2-3 15,-1 0 7-15,1 2 1 0,-4 6 2 16,4-10 1-16,-2 6-6 0,-2 4-6 0,6-4-7 15,-6 4-2-15,0 0 1 0,0 0-2 0,0 0 4 16,8 10 1-16,-5-3 5 0,-3-7-8 0,2 11 1 0,1-2 0 16,-1 0-1-16,2 1 1 0,0 0 0 0,2-2 1 15,-2-1 4-15,4 0 2 0,1 0 4 16,1 1-1-16,0-5 4 0,-1 2-4 0,4-3 1 16,-3 1 0-16,3-2 3 0,1-2-3 0,-3 1 0 15,3-2 2-15,-5-2 0 0,2 0 1 0,-11 4-5 16,13-10 4-16,-8 4-4 0,1-3-1 0,-3 1-1 0,1-2-4 15,-4-1 4-15,3 0-4 0,1 1 3 0,-3-1-7 16,1 0 1-16,-2 3 1 0,0-3 1 16,0 11-1-16,2-11 2 0,-2 5-2 0,0 6-2 15,5-8-5-15,-5 8 7 0,8-7-9 0,-1 1 4 16,0 6-2-16,-7 0-5 0,13 0 5 0,-2 3 8 16,-2 0-10-16,-2 1-3 0,-1 3 4 0,3 1 1 15,-3 0-2-15,1 1 5 0,-2-2 0 0,0 5 2 16,-2-3-2-16,-1 3 5 0,0-1-2 0,0 0 2 15,-2 2-4-15,0-1-28 0,0-12-39 0,0 22-33 16,0-12-40-16,0-10-50 0,0 17-51 0,0-8-166 16,0-9-444-16,0 0 197 0</inkml:trace>
  <inkml:trace contextRef="#ctx0" brushRef="#br0" timeOffset="17666">28377 5091 151 0,'5'-9'213'0,"-3"-1"5"0,0-1-4 15,-4 5-9-15,2 6-7 0,-5-13-15 0,2 7-8 16,-3 3-18-16,-1-1-15 0,7 4-11 0,-20 0-16 16,4 4-9-16,0 3-10 0,-1 1-3 0,-2 1-5 15,1 1-8-15,1 2-10 0,4 0-8 0,1-1 0 16,-1 2-6-16,5-1-7 0,2-1-5 0,3-2-3 16,2 3-3-16,1-2-1 0,1-1-4 0,2 2-4 15,7-3-3-15,-1-1 0 0,3-1-5 0,-1-2-5 16,-1-2-9-16,1 0-10 0,5-2 4 0,-5 0 3 15,3-3-6-15,-1-1 6 0,-2-2 2 0,1 0-8 16,-1-4 4-16,-2-2 1 0,0-2 0 0,0-4-2 16,-3 0 1-16,4-6 0 0,-4-2-3 0,-2-1 2 15,1 1-4-15,-1-2 4 0,-1 2 2 0,1-3 7 16,2 4-9-16,-3 0 8 0,0 8 10 0,-1 2 11 16,0 5 18-16,0-1 1 0,-2 4 3 0,1 1-2 15,-1 6-11-15,1-10-4 0,-1 10-12 0,0 0-4 16,0 0-2-16,0 0 1 0,0 0-3 0,3 23 2 15,-5-8-3-15,2 4-2 0,-2 0-1 0,2 8 3 16,-1-2-5-16,1 1-1 0,0-7-18 0,1 2-24 16,0-2-38-16,-1 0-43 0,4 0-46 0,-3-1-57 15,4-2-49-15,0-1-208 0,-1-2-514 0,5-3 228 16</inkml:trace>
  <inkml:trace contextRef="#ctx0" brushRef="#br0" timeOffset="18073.91">28970 4839 34 0,'2'-11'306'0,"2"3"-19"15,-1 2-22-15,0 1-27 0,-3 5-30 0,2-9-23 16,-2 9-23-16,0 0-14 0,0 0-15 0,5 18-10 16,-2 0-11-16,-2 9-12 0,3-1-9 0,-3 3-8 15,0 2-9-15,1-5-5 0,0 3-4 0,-2-4-7 16,1-6-1-16,2-1-10 0,-3-1 0 0,1-5-3 15,-1 0-3-15,2-2-7 0,-2-2 0 0,1-1-2 16,-1-7-2-16,0 9 2 0,0-9 5 0,0 0 9 16,0 0 5-16,0 12 6 0,0-12-6 0,0 0-8 15,0 0-4-15,0 0-8 0,0 0 11 0,14-19-13 16,-5 12-15-16,5-5-6 0,1 3-3 0,3-1-2 16,1 0 3-16,2 5-1 0,6-4-3 0,-8 4-1 15,0 3-3-15,-1 1-3 0,0 1-1 16,-7 1 1-16,2 1-5 0,-4 3 2 0,0 0 2 0,-5 0 0 15,3 4 1-15,-4-1-2 0,-2 1 5 0,-1 2-5 16,-1-2 6-16,-5 2-5 0,-3 3 9 0,-3-1-3 16,-4-2 3-16,0-1-2 0,0-1 3 0,-1-1 1 15,-1 1-4-15,1-1-1 0,1-2-26 0,-2-1-27 16,-3-3-38-16,8-1-29 0,2 1-43 16,11-2-36-16,-19-2-33 0,19 2-213 0,-9-3-481 0,9 3 213 15</inkml:trace>
  <inkml:trace contextRef="#ctx0" brushRef="#br0" timeOffset="18243.06">29402 5004 205 0,'5'-4'243'15,"1"-1"-24"-15,0 3-25 0,-6 2-21 0,6-4-18 16,-6 4-18-16,0 0-13 0,0 0-11 0,0 0-3 0,11 13-4 16,-9-5-9-16,-2 1-7 0,1 3-10 15,-2 2-6-15,1-3-7 0,-3 5-4 0,2 1-6 16,2 0-12-16,-2-4-32 0,0 2-44 0,-1-5-64 15,4 1-72-15,-2-11-179 0,-4 18-374 0,4-18 166 16</inkml:trace>
  <inkml:trace contextRef="#ctx0" brushRef="#br0" timeOffset="18404.9">29399 4847 2604 0,'-2'-9'61'0,"-2"3"-52"0,4 6-15 0,-5-9-44 0,5 1-37 16,0 8-17-16,0 0-4 0,-5-5 7 16,5 5-20-16,0 0-48 0,0 0-153 0,0 0-348 15,0 0 155-15</inkml:trace>
  <inkml:trace contextRef="#ctx0" brushRef="#br0" timeOffset="19634.52">29868 5002 2280 0,'7'-2'102'0,"-7"2"-52"15,1-8-21-15,-1 8-10 0,0 0 10 0,-9-16 35 16,1 13 17-16,0-4 10 0,-3 4-3 0,0-3 9 16,-2 5 2-16,1-2 0 0,-3 3-10 0,4 1-11 15,-7 2-5-15,2 3-9 0,-1 1-2 0,0 2-6 16,0 4-4-16,4-3-7 0,2-1-4 0,3 1-4 16,-1 0-5-16,4 1-6 0,3 0-3 0,2 1 5 15,1-3-1-15,4 1 0 0,-1-1-5 0,2 0-2 16,5-1 2-16,0 0-7 0,5 1-3 0,-3-7 1 15,0 3-11-15,3-5 15 0,-5 3-10 0,1-2 1 0,-1-2-2 16,-2 0 4-16,0-3-4 0,1 0 0 16,0 0-6-16,-3-5 10 0,-1 2-3 0,1-2-5 15,-1-2 5-15,-1 0-4 0,2 0-8 0,-4-2 9 16,5 2-9-16,-4 2 10 0,0 0-1 0,-2 2 1 16,-2 7-6-16,5-8 0 0,-5 8-1 0,3-7-5 15,-3 7 1-15,0 0-1 0,4-4-4 0,-4 4 1 16,0 0-2-16,0 0 6 0,0 0-3 0,2 17 5 15,-2-9 1-15,-1 2 1 0,1-10 0 0,0 18-5 16,1-8 4-16,-1-1-2 0,4 0 4 0,-1 0-4 16,-1-2 3-16,1 0 6 0,1-2-1 0,1-1-2 15,3 3 5-15,0-2-7 0,3-1 7 0,-1-4-1 0,3 0 1 16,-1 0-6-16,1-3 4 0,0 0-4 16,-3 0 5-16,4-4-3 0,-5 1-2 0,5-6 0 15,-1 1-5-15,-1-1 1 0,-1-2-20 0,-1-2 3 16,1 1-4-16,-3-1 5 0,0-1 0 0,1 2-2 15,-2 1-1-15,1 0 1 0,-5 4 37 0,-1 3 1 0,1 2 1 16,0-1-3-16,-3 6 0 0,3-6-11 16,-3 6-9-16,0 0 3 0,4-5-2 0,-4 5 2 15,0 0 0-15,0 0-1 0,-6 29 4 0,3-18-1 16,-2 7 8-16,0-3-4 0,-1 2-8 0,2 1 2 16,0 1 2-16,0-1-2 0,-1-1 0 0,2 0 7 15,1 1 1-15,-1 0-2 0,2-2 1 0,1-1-4 16,-1-5 0-16,-3 2 8 0,4-1-5 0,-1-1-15 15,0-5 13-15,1-5-15 0,-3 12-9 0,2-7-2 16,1-5-6-16,-4 7 11 0,4-7 1 0,-1 6 1 16,1-6 0-16,0 0 0 0,0 0 1 0,0 0-3 15,0 0-2-15,0 0-4 0,0 0-1 0,0 0 0 16,0 0 6-16,15-24 0 0,-8 16 0 0,4 2-1 16,5-4 1-16,0 2 1 0,2-4 6 0,-2 3-2 15,9-4 3-15,-1-2 3 0,-8 4-2 0,9-2 1 16,-2 0 3-16,-8 3-3 0,3-2 7 0,-4 1-4 15,1 0 7-15,-3 0-8 0,0-1 6 0,-4 2 5 16,-1 1 5-16,-1-1 5 0,-1 5 6 0,-1-4-1 16,0 3 6-16,-2 0 5 0,-2 6 1 0,0 0 0 15,0-11-6-15,0 11-3 0,0 0-1 0,0 0-7 16,0 0 1-16,-15-2-2 0,15 2 7 0,-17 12-6 16,10-6 0-16,-3 4 1 0,2-3-9 0,0 3 10 15,-1-1-5-15,6 1-2 0,-1 0 4 0,1 1-11 16,2-3-20-16,2 2-27 0,3-1-31 0,1-3-28 15,6 3-35-15,1-2-36 0,6 0-29 0,1-4-26 16,9 1-8-16,-6-2 20 0,6 2 10 0,0-5 22 16,-9 1 19-16,4 0 23 0,-4-3 28 0,-2 1 33 15,-4-2 35-15,-4-2 25 0,0 0 43 0,0-1 23 16,-2-2 15-16,0 0 8 0,-3-2 13 0,-2 6 16 16,1-5 13-16,-3 1 7 0,0 9-2 0,-4-15 14 15,1 10 1-15,-1-2-7 0,4 7-8 0,-7-7-15 16,0 5-6-16,-4 2-11 0,-1 3 1 0,0 3-3 15,-1-1-1-15,1 2-10 0,-4 2-1 0,3-1-12 16,-1 3-5-16,6-3-4 0,0 1-5 0,2 1-3 16,0-1 1-16,1 1-3 0,3-3-7 0,2-7-4 15,3 14 0-15,2-6-8 0,0-2-9 0,3-1-16 16,2-1-10-16,3 2-5 0,-2-5-6 0,3-3-8 16,-1 1 1-16,-1-1 1 0,-1-3 4 0,1 0 1 15,-2-2 0-15,1-1 4 0,1-5 3 0,-3-1 4 16,0-2-3-16,0 0 5 0,-3-3 6 0,1-7-3 15,1-1 5-15,-4 2 0 0,1-1 8 0,-1-2 0 16,1-1 9-16,1 2 10 0,1-1 0 0,-3 9 26 16,0 1 4-16,-3 1 32 0,0 6 22 0,1 2 15 15,-1 2-4-15,-1 0-4 0,0 7-37 16,2-10 7-16,-2 10-9 0,0 0-6 0,0 0-7 0,0 0-9 16,0 0-4-16,-1 29-6 0,-1-10 5 0,-2 8-7 15,2 1-5-15,0-1-3 0,2 1-9 0,-1 2 7 16,2-2-5-16,-1-2-3 0,1 0-8 0,0-1-51 15,1-1-52-15,-1-5-56 0,0 0-74 0,2-7-91 16,-3 5-255-16,0-7-616 0,0-10 273 16</inkml:trace>
  <inkml:trace contextRef="#ctx0" brushRef="#br0" timeOffset="20657.37">31351 4992 2635 0,'2'-7'101'0,"1"1"-1"0,-3 6-23 0,3-9-13 0,-1 5 0 15,-2 4-13-15,3-9-5 0,-3 9-6 16,0 0-9-16,0 0-1 0,0 0-5 0,0 0-1 16,0 0 7-16,0 0 6 0,-16 21-4 0,11-10-3 15,-4 4 0-15,4-4-5 0,0 5 1 0,1-4-4 16,3 0-2-16,-2 0-3 0,3 0 2 0,2 0-4 15,3 3 4-15,-1-4-7 0,6 1 1 0,0-3-1 0,4-1 3 16,3-1-2-16,-1 0-7 0,-2-4-4 16,-1-2-7-16,2 1 12 0,-2-2 1 0,1-3-1 15,-2 1-1-15,-1-3 0 0,0 0 2 0,-1-3-5 16,-1 2 5-16,0-4-4 0,-4-2 0 0,1 3-1 16,-1-4-1-16,2 2 5 0,0-4 3 0,-3 3-3 15,0 2 4-15,0-1-1 0,-3 6 7 0,3-1-5 16,-4 6 3-16,4-8-7 0,-4 8-4 0,0 0-1 15,5-5-2-15,-5 5-4 0,0 0-9 0,0 0 11 16,11 11 3-16,-8-5-6 0,2 1 6 0,0 2-5 16,0-1 12-16,3 1-6 0,0 1 0 0,2-2 1 15,3-1 12-15,-3 0 1 0,5 1 6 0,3-1 0 16,0-4-9-16,-1 0 4 0,0 1-2 0,-4-4 9 16,1-2-5-16,-2-2 0 0,-2 1-6 0,4-2 0 15,-5-2 5-15,1-1-4 0,2-6-7 0,-6 4-1 16,-1-4-10-16,-1-5-9 0,-2 3 0 0,-2-3-2 0,-2 0-9 15,0-1 0-15,-1-4 5 0,-1 5-2 0,2 7 6 16,0-5-6-16,-2 7 8 0,2-1 6 16,-1 6 4-16,2-3 3 0,1 8 4 0,-4-9-6 15,4 9-2-15,-1-8 2 0,1 8-5 0,-2-7-3 16,2 7 3-16,0 0-3 0,0 0-1 0,0 0 2 0,0 0-2 16,10-6 5-16,-10 6 1 0,18 0 0 15,-4-1 2-15,-2 0 4 0,1-1-3 0,6 0 2 16,-6-2-5-16,-1 2 6 0,-2-2-3 0,0-1 3 15,-1-3 0-15,3 1-5 0,-5 1 5 0,1-1-5 16,0-1 6-16,-1-1-3 0,-2 1-2 0,3 1 7 16,-3-2-8-16,-1 5 0 0,1-2 3 0,-1 2 2 15,-4 4-6-15,4-6-4 0,-4 6-4 0,0 0-2 16,0 0 3-16,0 0 2 0,16 17 3 0,-12 0-2 16,3 1 2-16,-2 7-1 0,2-2-29 0,-2 4 3 15,1 1 5-15,0 1 1 0,-1-3 1 0,-4 3 6 16,2-9 0-16,1-1 3 0,-2 1 7 0,1-4-3 0,-1 1 1 15,1-6 2-15,-2 0 5 0,2-2 2 16,-2-1-7-16,0-4 6 0,-1-4 4 0,0 10 3 0,0-10-3 16,0 0 5-16,0 10 2 0,0-10-2 15,0 0 6-15,0 0-5 0,0 0 2 0,0 0-5 16,0 0 1-16,0 0 1 0,0 0-3 0,0 0 3 16,0 0-2-16,0 0-5 0,0 0 3 0,0 0-4 15,0 0 4-15,0 0-3 0,0 0-1 0,17-7-2 16,-17 7 4-16,9-3-2 0,-9 3 11 0,13-3-10 15,-7 0 0-15,4 3-3 0,1-1 7 0,0-3-2 16,2 1 3-16,-3-4-4 0,4 3 1 0,0-2 0 16,-4-1 7-16,-1 1-3 0,0 0-2 0,-1-2 2 15,1 0-2-15,-1 0 2 0,-1-3-4 0,0 0 3 16,-2-1-1-16,0 2 1 0,0 1 3 0,-1-2-6 16,-3 5 3-16,2 0-1 0,-3 6 1 0,1-10-1 15,3 6 5-15,-4 4-6 0,0 0-5 0,0 0 4 16,0 0-1-16,0 0-6 0,0 0 9 0,-27 10-5 15,15-4 1-15,5 1 6 0,-1 0-7 0,-1 2-8 16,3-1-13-16,3 2-40 0,1 1-37 0,-1-1-39 16,2 0-39-16,1-10-52 0,10 15-53 0,-3-8-145 15,4 0-464-15,0-2 205 0</inkml:trace>
  <inkml:trace contextRef="#ctx0" brushRef="#br0" timeOffset="20850.88">32525 5011 134 0,'4'-11'233'0,"1"0"6"0,2 1 10 0,-2 1-13 16,1-1-2-16,-2 1-12 0,0 1-10 0,-1 4-15 16,4-1-20-16,-7 5-21 0,6-7-12 0,-6 7-21 15,7-3-12-15,-7 3-11 0,0 0-12 0,13 13-6 16,-6-7-8-16,0 4-5 0,-1 1-10 0,1 3-5 16,-4-1 2-16,2-2-29 0,-1 1-40 0,-1 1-29 15,-4 0-40-15,2-3-53 0,-1-10-59 0,-5 20-82 16,-2-11-147-16,0-2-458 0,-4-2 204 0</inkml:trace>
  <inkml:trace contextRef="#ctx0" brushRef="#br0" timeOffset="21803.97">9748 6051 2400 0,'-10'-24'66'0,"1"0"-29"0,0 9-29 16,-1-1 11-16,3 7 10 0,4-3 5 0,-3 6-28 0,3-1-3 16,3 7 0-16,-4-7-4 0,4 7-6 0,0 0 4 15,0 0 7-15,0 0 0 0,0 0 15 0,10 38 9 16,-2-12 6-16,1 4 0 0,2 4 1 0,-1 0 0 15,8 11-2-15,-5-11-4 0,2-2 0 0,-3-2-1 16,-2-1-1-16,3-3-3 0,-2 3 2 16,3-9-1-16,-5-3-1 0,2-2 1 0,-2 0 2 0,1-5-3 15,-4 0 1-15,1-2-5 0,-2-3 11 0,1-2-11 16,-2 3 6-16,-4-6 12 0,8 5 10 0,-8-5 5 16,7 2 5-16,-7-2 0 0,0 0-4 0,10-18-1 15,-5 2-9-15,1-2-7 0,-1-9-1 0,-3-1-5 16,0-3-4-16,2-2-2 0,-1-2-3 0,5-12-4 15,-6 13 2-15,2 1-5 0,1 2-2 0,-1 3-4 16,1 4-4-16,-3 4 6 0,0 6-4 0,1 3 0 16,1 2-17-16,-3-1-28 0,-1 4-37 0,0 6-57 15,2-7-36-15,-2 7-46 0,0 0-27 16,0 0-42-16,12 16-177 0,-8 0-498 0,0 1 221 0</inkml:trace>
  <inkml:trace contextRef="#ctx0" brushRef="#br0" timeOffset="22050.93">10368 6288 163 0,'0'0'264'0,"0"0"-5"16,-15-12-7-16,6 10-8 0,-4 2-3 0,0 2-20 16,-5-2-9-16,-1 5-12 0,-1 2-11 0,-7 1-13 15,9 2-18-15,-5 4-9 0,5-2-20 16,0 7-10-16,3-4-7 0,5 2-13 0,0 0-16 15,3 1-3-15,3 1-7 0,2-2-2 0,2-1-5 0,2 0-11 16,2 0-7-16,6-1-7 0,2-3-9 0,3 0-24 16,2-3-27-16,3 0-38 0,2-4-43 0,5 1-39 15,2-2-43-15,-1-4-50 0,4 0-31 16,-2 0-196-16,-2-5-497 0,1-3 220 0</inkml:trace>
  <inkml:trace contextRef="#ctx0" brushRef="#br0" timeOffset="22250.62">10670 6273 250 0,'-2'-12'258'0,"1"1"-11"0,-1 3 3 0,0 2-2 16,2 6-15-16,-2-11-16 0,2 11-24 0,-3-7-20 15,3 7-18-15,0 0-17 0,0 0-15 0,0 0-12 0,0 0-6 16,0 0-1-16,-1 37-7 0,1-11-12 0,-2-1-3 16,2 5-8-16,0-2-9 0,2 0-7 15,0-1-8-15,-2 0 4 0,3 0-14 0,0-7-25 0,-2-1-28 16,3-2-34-16,-1 1-35 0,-1 0-29 15,-1-2-41-15,0-1-49 0,-1-5-56 0,0 1-170 0,0-11-464 16,-1 12 206-16</inkml:trace>
  <inkml:trace contextRef="#ctx0" brushRef="#br0" timeOffset="22618.52">10633 6318 36 0,'11'-17'211'16,"-1"2"1"-16,2-1-4 0,2 3 1 0,2 3-7 15,-4 3-13-15,5-1-14 0,-4 4-18 0,-1 0-11 16,1 1-15-16,2 4-13 0,-3 0-12 0,0 4-10 16,0-1-5-16,1 2-10 0,-4 2-3 0,-2 1-7 15,0 3-1-15,-2 2-7 0,-3-2-8 0,-4 5-4 16,-3 1-1-16,-2 0-6 0,0-1-3 0,-1-2-3 16,-2 2-3-16,0-4-9 0,1 0 1 0,0 1-5 15,2-5-6-15,1 1-14 0,1 0-4 16,2-4-15-16,1 0 0 0,2 1-3 0,0-7 3 15,2 12-5-15,3-5 6 0,4 1-3 0,0-1 1 0,3 1 3 16,2 1 3-16,1 0 3 0,1-1-1 0,-1 0 2 16,-1 0-1-16,-3-1-1 0,0-1 6 0,-2 0-3 15,1-1 2-15,-3 1 1 0,-3-1 5 0,-1 1 1 16,-3-6 2-16,-3 14 7 0,-3-7-6 16,-4 0 5-16,-4 2-3 0,-5 0 4 0,-1 0 8 0,-7 2-5 15,-1-4-2-15,-1 1-7 0,0 0-16 0,-2-3-15 16,0 3-40-16,0-2-45 0,3-2-56 0,0-1-69 15,0-1-148-15,14-4-415 0,0 0 184 16</inkml:trace>
  <inkml:trace contextRef="#ctx0" brushRef="#br0" timeOffset="23361.9">11973 6632 197 0,'0'-17'248'0,"1"1"-22"0,3-2-20 0,8-8-17 16,0 2-9-16,5-2-9 0,-1 2-11 0,0-1-6 16,4 3-8-16,-7-4-13 0,3 3-9 0,-1 1-8 15,-3-1-13-15,-3 7-9 0,2-7-10 0,-4 5-5 16,0 2-5-16,-3-1 0 0,0 5-5 0,-3 3-5 16,-1 1-6-16,0 0-2 0,0 8 1 0,-1-11-13 15,-3 4-1-15,4 7-11 0,-11-7-1 0,4 6-4 16,7 1-8-16,-20 6 0 0,8-2-4 0,-5 5 1 15,3-2-3-15,1 4-4 0,4-4 0 0,-1 3-3 16,4-1-1-16,2-2-1 0,2 0-2 0,2 2 0 16,2 0-4-16,2-2 5 0,4 1-5 0,3 0 4 15,5 0-3-15,1-2 3 0,0-1-2 0,1-1 2 16,1 0-5-16,-4 0-2 0,3-2-4 0,-5 2 0 16,-1-1-2-16,-1 2 2 0,-2 0 1 0,2 3-1 15,-3-1 1-15,0 2 8 0,-4 3-8 0,3 2-1 16,1 2 4-16,-4 0-1 0,-2 1 1 0,1 0 2 15,0 1 3-15,-2-1-3 0,1-2 3 0,2-2 1 16,-2 0-4-16,1-1 2 0,6-2 0 0,-4-2 2 16,3 1 1-16,-2-4-1 0,7-1-4 0,0 0-10 15,1-3-2-15,3 1-9 0,2-4-3 0,0-3-8 16,0-1 2-16,8-6-1 0,0 0 4 0,-3 0-4 16,0-1 1-16,-1-2-1 0,-4-1 7 0,-4 2-2 15,5-3 3-15,-7 3 0 0,3-6 1 0,-5 1 5 16,0 3 1-16,-1-1 2 0,-6-2 2 0,0 2 4 15,-3 3-2-15,1 0 8 0,0 4 6 0,-2 0 8 16,-2 2 1-16,-1 0 0 0,-1 2-5 0,0 3 2 16,4 3-5-16,-12-6 1 0,12 6-5 0,-20 6 3 15,9 2 0-15,-2 4 0 0,2 5-3 0,-3 5 3 16,1 3 2-16,3-1-1 0,3 3 2 0,3-8 1 16,-2 5-4-16,6-6-7 0,4 0-24 0,2-2-15 15,1-1-13-15,5-2-26 0,1-3-26 0,5-2-24 16,2-3-26-16,7-2-11 0,4-1-14 0,-1-4-113 15,1 0-321-15,1-4 142 0</inkml:trace>
  <inkml:trace contextRef="#ctx0" brushRef="#br0" timeOffset="23693.97">13009 6450 41 0,'12'-15'77'0,"-1"1"2"0,-4-1 8 0,2 0 16 16,-7 4 6-16,0 1 6 0,-1-1 7 0,-4-2 0 16,1 5-1-16,-5-1-7 0,0 4 7 0,-2-1-5 15,1 3-2-15,-6 1-9 0,1 3-2 0,-3 3-1 16,0 2-4-16,0 4-3 0,1 3-7 0,-4 4-6 15,2 3-4-15,1 2-8 0,7-7-7 0,-1 2-9 16,4-1 1-16,-1 0-1 0,5-4-14 0,2-1 1 16,0 2-4-16,2-4-5 0,1 1-1 0,3-1-6 15,-2-2 1-15,4-2-2 0,1-1-2 0,-1-2 3 16,4-1-5-16,-3-2 0 0,4-1-4 0,-1-1 0 16,-1 1 1-16,-3-3 2 0,2 1 1 0,-1-1 0 15,-3-2-8-15,1 1-1 0,-2 0 2 0,2-2-1 16,-3 1-1-16,0-1-2 0,-2 0-1 0,1 2 1 15,1 1-1-15,-4 5 0 0,4-9-2 0,-4 9-9 16,4-4 1-16,-4 4-6 0,0 0 1 0,0 0 2 16,0 0-1-16,12 11 6 0,-9-4-2 0,3 1 0 15,-3 2 0-15,4 2 5 0,-3-3-26 0,-1 4-27 16,3-2-40-16,-2-1-49 0,3 1-46 0,0-3-48 16,-2-1-149-16,1-4-415 0,5 2 184 0</inkml:trace>
  <inkml:trace contextRef="#ctx0" brushRef="#br0" timeOffset="23916.74">13315 6350 237 0,'-7'-4'244'0,"-1"2"-19"0,1 1-19 16,7 1-20-16,-23 6-20 0,14 2-12 0,-5 5-7 15,-1 1-12-15,1 8-14 0,-3-3-14 0,3 5-6 16,5-2-9-16,3-4-12 0,-2 2-9 0,8-2-6 15,0-4-3-15,5 4-3 0,0-4-9 0,3-4-2 16,3 0-14-16,4 2-16 0,2-6-30 0,1 1-32 0,9-3-38 16,-4-4-40-16,6-3-38 0,1-5-6 15,-4 0-33-15,3 0-106 0,-11-1-328 0,1 0 146 16</inkml:trace>
  <inkml:trace contextRef="#ctx0" brushRef="#br0" timeOffset="24651.27">13559 6250 106 0,'1'-19'184'0,"-1"-1"4"0,0 8 15 0,2 1 10 16,-2 4-3-16,2-2-6 0,-2 9-26 0,0-12-19 16,0 12-22-16,0 0-14 0,0 0-4 0,0 0-12 15,0 0-3-15,8 37-8 0,-11-11-5 0,1 1-5 16,-3 5-8-16,2-3-5 0,1 3-7 0,-2-1-1 16,2 0-6-16,0-2-5 0,2-4-4 0,2 4-5 15,-4-5-1-15,2-5-4 0,0-4-7 0,0-2-3 16,0-2 0-16,-2-4-3 0,4-1-3 0,-2-6-1 15,0 10-3-15,0-10 2 0,-2 9 1 0,2-9 2 16,0 0-4-16,4 4-5 0,-4-4 0 0,0 0-2 16,18-19 1-16,-5 6-4 0,0-1-1 0,6-8 0 15,1 3-4-15,0 0 0 0,3 5 4 0,-5 1-5 16,1 4-6-16,-2-1 4 0,-2 3-7 0,3 4 0 16,-5 0-1-16,1 4 3 0,-3 1-1 0,3 1 3 15,-1 1-2-15,-2 2-1 0,3 1-1 0,1 0 6 16,-1 3 4-16,-3-5-4 0,1 2-1 0,-3-4 2 15,2 3 2-15,3-3 2 0,-3 0 4 0,2-2-2 16,3-2 2-16,-1-3 0 0,4 0 2 0,-1-1-4 16,-5 0 7-16,-2 1 14 0,1-4-5 0,-1 0 1 15,-3-1 8-15,2 2 2 0,-4-3-6 0,1 0 5 16,0-1-2-16,-2 1-6 0,-3-3-3 0,0 2 0 0,-2-1-1 16,0 1-4-16,0-1 10 0,0 1-17 15,-2 2 5-15,2 0 1 0,0 9 5 0,-7-11-2 16,5 7-4-16,2 4-2 0,-12-4-6 0,12 4-2 0,-16 8 1 15,7 0 0-15,-5 6-4 0,-3 0 1 16,2 6-2-16,1-6-1 0,5 1 1 0,1-1 3 16,0-3-6-16,6 2 4 0,0-1 1 0,4-1 0 15,2 0-5-15,3-1 4 0,2-2-1 0,2-1 1 16,5-1-1-16,2-2 3 0,4-2-1 0,6-2 0 0,1 0-3 16,-2-4 8-16,2-1-15 0,-2-5-2 0,-7 4 0 15,0 1 9-15,-1-4-13 0,-2-1-8 16,-3 1 3-16,0-3 0 0,-4 2-4 0,0 0-11 15,-1-3-3-15,-1-1 1 0,-3 2 5 0,-4 0-3 16,0 0 7-16,2 1 4 0,-6-1 0 0,6 2 5 0,-3 3-1 16,0 7 17-16,0-12-6 0,0 12 2 15,0-7-2-15,0 7-9 0,0 0 5 0,0 0 5 16,0 0-4-16,0 0 3 0,0 0 5 0,0 0-3 16,8 23-2-16,-7-14 3 0,-1 4 2 0,0-1 2 15,0 3-4-15,0 1 2 0,0-4 2 0,-1 1 7 0,-2 2-9 16,-2-2 2-16,5-3 2 0,-4 3 9 0,-2-2-2 15,2 1-8-15,-5 4 3 0,0-3-4 16,-4-1-25-16,4-2-35 0,-3 2-46 0,-1-1-51 16,-3-3-73-16,5 0-81 0,0-5-184 0,-3 2-532 15,3-3 236-15</inkml:trace>
  <inkml:trace contextRef="#ctx0" brushRef="#br0" timeOffset="26255.97">15128 6442 104 0,'2'-7'199'16,"-2"7"8"-16,2-8-5 0,-2 8-3 0,0 0-12 15,2-8-20-15,-2 8-16 0,0 0-14 0,0 0-21 16,0 0-14-16,6-4-8 0,-6 4-11 0,0 0-7 16,0 0-4-16,5 22-9 0,-4-14-4 0,1 3-11 15,1 1 0-15,0-1-6 0,-3 0 1 0,2 1-7 16,-2 0-1-16,0-1-5 0,0 0 0 0,2-4-1 15,-1 1-5-15,-1-8-2 0,2 10-2 0,0-4 1 0,-2-6-1 16,2 9 1-16,-2-9 7 0,2 6 8 16,-2-6 12-16,0 0 13 0,0 0 4 0,2 7 7 15,-2-7 1-15,0 0 2 0,0 0-5 0,0 0-9 0,0 0-6 16,0 0-3-16,0 0-6 0,0 0-9 0,-2-25-5 16,4 14-3-16,1-1 0 0,3-4-12 15,-2 0-4-15,9 0-4 0,3-6-3 0,0 2 23 16,8 1-2-16,-4 3-6 0,-4 5-3 0,0-1-3 15,-3 4-1-15,4 1-1 0,-7 4-9 0,0 0-4 0,-1 1 2 16,1 4 4-16,-1 0-6 0,-1 1-3 0,0 3 4 16,-2 2 0-16,2-3 0 0,-1 5-1 15,0-3 3-15,1 3-4 0,-2 1 2 0,4-3 0 16,-1 2 3-16,0-2-2 0,1 1 3 0,0-2-3 0,3-1 7 16,4 0-2-16,-4-2 0 0,5-1-5 0,-1-1 7 15,1-2-5-15,1-1 1 0,-1 0-4 0,0-1 6 16,-1-3-3-16,-1 0-4 0,-5 1 1 0,1 0 3 15,0-2-8-15,-4-2 0 0,-1 1 0 0,1-2-4 16,-2-1-7-16,-2-1 1 0,0 1 0 0,-1-2 5 16,-3-3-3-16,0 3-2 0,-3 0 4 0,2 2 1 15,-3-1-1-15,1 1 4 0,-2 3-1 0,3 0 0 16,2 7 2-16,-12-7-2 0,4 6-1 0,-1-1-3 16,9 2 0-16,-24 12 0 0,10-1 2 0,-2 2 0 15,-3 7 1-15,4 1 5 0,4 2-2 0,1-7-2 16,2 1-9-16,4 2-15 0,3-1-23 0,2-3-32 15,2-2-30-15,4 2-42 0,5-4-51 0,1-1-49 16,0 1-185-16,6-4-481 0,1-2 213 0</inkml:trace>
  <inkml:trace contextRef="#ctx0" brushRef="#br0" timeOffset="27412.26">16147 6334 131 0,'-7'-10'230'15,"1"1"-2"-15,0 0 5 0,-6 4-8 0,3 1-17 16,-2 0-15-16,-2 3-15 0,1 5-13 0,-2 0-7 16,-4 4-18-16,-3 6-11 0,-1 6-11 0,0-1-8 15,3 2-11-15,4-1-15 0,3-4-6 0,6 1-7 16,1 0-6-16,1-1-9 0,3-5-1 0,2 3-3 16,3-2-5-16,1-3-6 0,5 5-4 0,2-6-9 15,-2-2-6-15,3 0-13 0,4-2-6 0,-4-2 0 16,5-1-6-16,0-1-3 0,-1-3 0 0,0-1-2 15,-6 1 3-15,0-2 1 0,1-1 3 0,-2-1-3 16,-2-2 3-16,-1-1 6 0,0-2-3 0,-2 2 5 16,-1-1-3-16,-2 0-2 0,2-3 8 0,-1 4 7 15,-3-1 4-15,0 1 1 0,0 1-1 0,0 9 10 16,1-11 1-16,-1 4 5 0,0 7-1 0,2-7-3 16,-2 7-5-16,0 0-6 0,0 0-3 0,0 0-5 15,0 0-3-15,0 0 1 0,0 0 0 0,0 0 2 16,3 27-9-16,-3-16 3 0,0 1 0 0,1-1 2 15,2 4-3-15,-1-3 6 0,5 3-9 0,-1-4-3 0,3-1 9 16,0-4-6-16,-1 3 2 0,1-2 5 16,3 0-2-16,-1-2 2 0,0 0-4 0,2-2 3 15,-1 0 1-15,1-2-5 0,-2-2 2 0,-2 1 2 16,2-3 0-16,-2-1-5 0,-2 0 4 0,0-1-1 0,2-2-1 16,-4-3-1-16,2 2 2 0,-5-1-5 0,3-2 1 15,3-4-2-15,-3 1-2 0,2-3-2 16,-1 4-4-16,4-3 1 0,-1 0 0 0,1 5 2 15,-2 0-6-15,2 1-1 0,-1 1 3 0,0 3 1 16,1-2-2-16,-1 3-1 0,-1 3-7 0,0-1 3 0,-8 3 3 16,14 1 1-16,-7 2-1 0,1 1 2 15,-3 2-1-15,0 3 3 0,0 1-1 0,-1-3 0 16,0 3 8-16,0 2-5 0,-2 1-2 0,0-2 3 16,1 1-2-16,2-2 5 0,-1 2-4 0,0-3 4 0,1 0 5 15,3-2 0-15,0 0 0 0,-2-3-2 0,3 0 6 16,1 1-2-16,3-5 3 0,0 0 4 0,1 0-6 15,5-6 1-15,0 2 2 0,2-1-6 0,-5-3 5 16,1 0-3-16,-2-2-1 0,-2 1 2 0,1-2-2 16,-4-2 2-16,2 0 0 0,-3-3-5 0,-3-1-1 15,-1-2 3-15,0 1-3 0,-2-7 4 0,-3 8 0 16,-1 0-3-16,-1-9 1 0,1 0 2 0,-3 7-3 16,3-1-3-16,0 2 3 0,-2 2 8 0,1 1-5 15,2 3 12-15,-3 2 14 0,3 2-2 0,-3 1 10 16,3 7-11-16,0-10-5 0,0 10-5 0,0 0 0 15,0 0-10-15,0 0-1 0,0 0 2 0,0 0 1 16,0 0-7-16,-3 42 2 0,-1-16 1 0,1 0-2 16,2 0 6-16,0-5-8 0,-4 4 7 0,5 2-2 15,0-1-10-15,2-7 7 0,1 0-1 0,3-1-3 16,-3-1-3-16,0 0 11 0,3-7 0 0,-2 4 0 16,3-1 2-16,2-4-6 0,0-2-1 0,-1 0-1 15,2-1-1-15,-1-2-3 0,0-1-1 0,2-3-1 16,-1 0 0-16,0-2-5 0,1-1 0 0,-2-2 8 15,0-2 11-15,1-1-23 0,-1-2 3 0,1-1-1 16,-3-3-2-16,4 2 4 0,-3-2-1 0,0 4-2 16,-1 2 0-16,-3 1 14 0,1 1-12 0,-1 1 0 15,0 1-5-15,-4 4-5 0,5-6 1 0,-5 6 7 16,0 0-1-16,0 0-2 0,10 17 5 0,-6-10 4 16,-2 3 1-16,1 3 1 0,1-3 0 0,-3 2 8 15,4-1-2-15,2-2-5 0,-6 2 7 0,5-1 1 16,-1-2 0-16,2-1 3 0,-1-2 10 0,4 2-6 15,-1-4 5-15,2-3 7 0,0 3-7 0,-1-5 3 16,1 0-5-16,-1 0 0 0,0-2 0 0,-4 1 4 16,2-5 0-16,1 4-8 0,0-2 2 0,-5 2 4 15,5-1-8-15,-4 0-1 0,0 2-2 0,-1-3 7 0,-4 6-7 16,5-3-1-16,-5 3-16 0,0 0 2 16,0 0 1-16,0 0 2 0,13 5 5 0,-12 6-3 15,4 6 4-15,-2 8-1 0,-1 3-4 0,-1 2 3 16,-1 2 4-16,0 2 2 0,-2 1 2 0,-1 0-8 15,-2-1-4-15,3 1 7 0,-1-2 4 0,-2 1-5 0,5-1 3 16,3-2-21-16,-3-3-37 0,2-2-30 16,2-3-39-16,1-4-53 0,-1-1-47 0,4-4-54 15,1-1-275-15,-4-4-597 0,5-4 264 0</inkml:trace>
  <inkml:trace contextRef="#ctx0" brushRef="#br0" timeOffset="28231.83">18184 6265 73 0,'1'-6'196'0,"-1"6"-19"0,3-13-4 16,-3 13-4-16,1-8-3 0,-1 8-10 0,1-9-8 15,-1 9-11-15,0 0-12 0,2-6 3 0,-2 6-13 16,0 0-9-16,0 0-7 0,0 0-6 0,0 0-6 16,0-9-5-16,0 9-6 0,0 0-3 0,0 0-3 15,0 0-4-15,0 0-2 0,0 0-5 0,0 0 0 16,0 0-6-16,0 0-1 0,0 0-5 16,0 0-5-16,0 0-4 0,0 0 2 0,0 0-7 0,0 0-3 15,0 0 0-15,0 0 8 0,0 0-3 0,0 0-3 16,0 0-1-16,0 0 2 0,0 0-1 15,0 0 4-15,0 0 1 0,0 0 5 0,0 0 2 0,0 0-6 16,0 0 1-16,0 0-2 0,0 0-1 0,0 0-3 16,0 0-1-16,0 0 5 0,0 0-12 0,0 0-2 15,5-4 2-15,-5 4-8 0,0 0 0 0,0 0 1 16,0 0-4-16,0 0 3 0,0 0-13 0,0 0 8 16,0 0-2-16,0 0 2 0,0 0 0 0,0 0 10 15,0 0-5-15,0 0 0 0,0 0 5 0,0 0 4 16,0 0 7-16,0 0-9 0,0 0-3 0,0 0-3 15,0 0 5-15,0 0-4 0,0 0-1 0,0 0-2 16,0 0-1-16,0 0-3 0,0 0 2 0,0 0-4 16,0 0-3-16,0 0-1 0,-19 15 2 0,12-6 1 15,1-2-3-15,-1 2-3 0,0 0 5 0,-1 2-2 16,-1 2-1-16,1 3-2 0,-4 3 2 0,1 1-2 16,-1 3 3-16,4 1-2 0,-4 3 1 0,1-2 0 15,3-1-1-15,1 1-1 0,0-6 1 0,0 0 2 16,3-1-9-16,1 0 5 0,2 1 1 0,0-5 7 15,1-1-18-15,1-1 8 0,2-3 0 0,0 1 4 16,4 0 5-16,0-2-3 0,4 0-3 0,1-2 2 16,4-1-8-16,-4-2 5 0,6-1 7 0,3-4-14 15,-2 2 13-15,1-3 0 0,1-1 4 0,-3-2 0 16,1 1 6-16,-4-4-12 0,1 2 2 0,-2-1-12 16,2-3 10-16,-3 1 7 0,-2-2-7 0,1-3 4 15,-2 2-6-15,-2-2 4 0,0-4 2 0,-3 0-11 16,0 0-2-16,1-5 8 0,1 3-2 0,-7-1 2 0,1-4 2 15,0 8-9-15,-2 0 3 0,-2 1-6 0,1-1 4 16,-4 1 2-16,0 2 5 0,-1 1-10 16,-1 0 2-16,-1 5-4 0,-2-3 6 0,0 3 0 15,-3-1-7-15,1 4 0 0,-3-1 5 0,-2 4 1 16,-1 0-5-16,-2 3-1 0,5 2-1 0,-3 2 8 0,1 0-12 16,0 3-22-16,4 0-25 0,0 0-28 0,-1 0-34 15,2 5-31-15,0-2-36 0,5 0-38 16,1 0-44-16,3-1-52 0,-2 2-173 0,5-5-535 15,2 4 236-15</inkml:trace>
  <inkml:trace contextRef="#ctx0" brushRef="#br0" timeOffset="28649.44">18594 6645 8 0,'0'0'422'0,"0"0"-23"0,0 0 2 16,0 0 1-16,0 0 2 0,4 4-5 0,-4-4-16 16,0 0-16-16,0 0-24 0,0 0-19 0,0 0-26 15,0 0-25-15,0 0-28 0,0 0-21 0,0 0-23 0,0 0-21 16,0 0-17-16,0 0-15 0,0 0-17 0,0 0-15 15,0 0-33-15,0 0-38 0,0 0-45 16,0 0-62-16,12-2-64 0,-12 2-90 0,0 0-80 0,0 0-112 16,0 0-401-16,1-10-876 0,-1 10 388 0</inkml:trace>
  <inkml:trace contextRef="#ctx0" brushRef="#br0" timeOffset="54904.15">20535 6957 64 0,'0'0'121'15,"0"0"-8"-15,0 0-12 0,0 0-13 0,0 0-3 0,0 0-1 16,0 0-12-16,-14-10 5 0,14 10-7 0,0 0-11 16,-7-3-8-16,7 3 8 0,-7-3-14 15,7 3 6-15,-7-4-6 0,7 4 3 0,0 0-9 16,-9-3-3-16,9 3-1 0,0 0 1 0,0 0-5 0,-8-3-2 16,8 3-3-16,0 0-5 0,0 0-1 0,0 0-2 15,0 0-2-15,0 0 0 0,0 0-1 0,0 0 0 16,0 0-7-16,35 4 6 0,-21-2-8 0,6-2 5 15,2 0-10-15,7-2-8 0,-1 2 6 0,2 2-10 16,-9-4-11-16,6-1-20 0,-5 2-8 0,0-3-33 16,-3 1-35-16,0 3-98 0,-1 1-233 15,-3-4 103-15</inkml:trace>
  <inkml:trace contextRef="#ctx0" brushRef="#br0" timeOffset="55375.86">20696 6938 28 0,'0'0'87'16,"0"9"17"-16,0 1 5 0,0 2 2 0,0 2-4 15,0 5-3-15,0 6-8 0,-1 1-9 0,0-1-4 16,0 0-7-16,-1 0-10 0,2 0-4 0,-1-4-3 15,4 4-2-15,-3-7-2 0,1 7-9 0,0-7-2 16,0-1-6-16,1-1 0 0,-1 0 0 0,0-3-7 16,2 2-2-16,0-4 1 0,-1 1-6 0,-1-2-3 15,3-2-2-15,-3 0 1 0,1-2-1 0,-1 2-4 16,-1-8 0-16,1 10 4 0,-1-10-8 0,1 7 6 16,-1-7-7-16,0 0 4 0,0 8 9 0,0-8 5 15,0 0 2-15,0 0 1 0,-5 7-4 0,5-7 3 16,0 0-5-16,-14-1 1 0,14 1-4 0,-13-2-6 15,3 2 0-15,10 0 4 0,-18-2-3 0,8 2-5 16,1-3-4-16,-1 1 1 0,10 2-1 0,-15-2 1 16,15 2-1-16,-12-1 0 0,12 1 1 0,-8 0-1 15,8 0-1-15,0 0 0 0,-10-2-2 0,10 2-3 16,0 0-2-16,0 0 2 0,0 0-3 0,0 0-4 16,0 0 4-16,0 0 9 0,0 0-9 0,0 0 2 15,0 0 0-15,18 11 2 0,-9-7-3 0,3-3 4 0,0 1-11 16,1 0-15-16,5 0-13 0,4 0-29 0,-3-1-23 15,9-2-31-15,0 1-23 0,-1-2-149 0,-5 2-314 16,6-4 139-16</inkml:trace>
  <inkml:trace contextRef="#ctx0" brushRef="#br0" timeOffset="55611.89">21082 7327 121 0,'-7'-5'194'15,"7"5"-8"-15,-10-1-9 0,10 1-11 0,-12 1-12 16,12-1-11-16,-17 7-12 0,8 1-13 0,-2 1-8 16,5-1-17-16,-5 1-3 0,2 5-11 0,1 1-5 15,2-3-11-15,1-1-3 0,3-1-6 0,-1 2-1 16,0-1-6-16,3 2-6 0,0-4 0 0,2 3-3 16,0-3-3-16,1 1-7 0,3-1 0 0,1-1-3 15,2-2-19-15,1 1-15 0,5 0-28 0,2-1-23 16,-2-1-38-16,15-3-37 0,-9 1-23 0,1-2-152 15,-3 1-335-15,4-2 147 0</inkml:trace>
  <inkml:trace contextRef="#ctx0" brushRef="#br0" timeOffset="55999.83">21654 7376 138 0,'0'0'210'0,"0"0"-8"0,0 0-8 0,0 0-11 16,-24-5-9-16,24 5-2 0,-11-1 5 0,11 1-11 16,-9-3-17-16,9 3-8 0,-11-6-15 0,6 2-10 15,5 4-14-15,-9-8-8 0,6 2-13 0,-2-1-6 16,0 0-9-16,1-1-7 0,4-2-7 0,0 1-6 16,1-2-6-16,-1-1-2 0,3 0-7 0,3-3-1 15,-1-1-5-15,1 5-2 0,0 3-3 0,-1 0-3 16,3 2-1-16,-3 2-5 0,0-2-6 0,3 2 5 15,-3 1-6-15,4 1-2 0,-2 1 2 0,-7 1 1 16,23 0-2-16,-12 1-1 0,1 2-3 0,1 2 3 16,-1-4-2-16,2 5 2 0,-4-6-2 0,3 3 3 15,-1-2 1-15,0 2 3 0,2-3 0 0,-4 2 5 16,1-4 3-16,0 2 6 0,-3 0 3 0,1-3-3 16,3 2 0-16,-3-2-1 0,-1 0 1 0,-2 0-2 15,-6 3-5-15,13-4 4 0,-8 1-5 0,-5 3-22 16,7-5-26-16,-7 5-23 0,4-7-37 0,-4 7-57 15,0 0-55-15,0 0-243 0,0 0-487 0,-16-10 216 16</inkml:trace>
  <inkml:trace contextRef="#ctx0" brushRef="#br0" timeOffset="56297.78">21700 7464 90 0,'1'6'259'0,"-1"-6"-6"0,0 0-17 0,0 0-19 0,0 0-13 16,0 0-9-16,0 0-11 0,0 0-8 16,0 0-8-16,0 0-7 0,0 0-13 0,0 0-7 15,0 0-17-15,0 0-10 0,0 0-11 0,0 0-5 16,-15-13-7-16,15 13-8 0,0 0-4 0,-3-10-9 0,3 10-7 16,0 0-8-16,1-10-6 0,-1 10 2 0,0 0-9 15,0-12-2-15,0 12-7 0,0 0-4 16,4-6-2-16,-4 6-4 0,0 0-6 0,4-6-5 15,-4 6 3-15,0 0-2 0,10-2-8 0,-10 2 6 0,11 2-6 16,-11-2 6-16,12 4-9 0,-4-1-8 16,0-1-26-16,-2-1-18 0,3 3-35 0,4-2-34 15,-3 2-42-15,4 0-62 0,4-2-53 0,-5 0-182 16,6-2-496-16,0 0 220 0</inkml:trace>
  <inkml:trace contextRef="#ctx0" brushRef="#br0" timeOffset="56717.95">22318 7051 135 0,'-4'-5'171'0,"4"5"-7"0,-6-5-5 16,6 5-7-16,0 0-4 0,-6-6-3 0,6 6-6 15,0 0-7-15,-4-4-10 0,4 4-10 0,0 0-5 16,0 0-6-16,0 0-8 0,0 0-5 15,-8-6-4-15,8 6-6 0,0 0-4 0,0 0-2 0,0 0-6 16,0 0-3-16,0 0-9 0,0 0 1 0,0 0-7 16,0 0-6-16,0 0-3 0,0 0-7 0,0 0-4 15,0 0-1-15,21-9-6 0,-4 7 1 0,4-1-11 16,8-2-11-16,1 2-14 0,-1-1-17 0,2 1-21 16,-11 0-18-16,3 3-25 0,-2-1-17 0,-1 0-25 15,1-2-19-15,-5 1-23 0,-2 2-144 0,-2 0-351 16,-1-1 156-16</inkml:trace>
  <inkml:trace contextRef="#ctx0" brushRef="#br0" timeOffset="57441.13">22486 6983 106 0,'0'0'136'0,"0"0"-9"15,0 0-12-15,-7 2-4 0,7-2-14 0,0 0-2 16,0 0-4-16,0 0-10 0,0 0-9 0,0 0-7 16,0 0-7-16,0 0-5 0,0 0-6 0,0 0 4 15,0 0-16-15,0 0 4 0,0 0-9 0,0 0 1 16,0 0-6-16,0 0-3 0,0 0-2 0,0 0 3 15,0 0-5-15,0 0-4 0,0 0-1 0,0 0 2 16,0 0-3-16,0 0-1 0,0 0 0 0,0 0-5 16,0 0 2-16,0 0-1 0,0 0-2 0,0 0 2 15,0 0-4-15,0 0 1 0,0 0-2 0,0 0 1 16,0 0-2-16,0 0 7 0,0 0-2 0,0 0 3 16,0 0-2-16,0 0-2 0,0 0-4 0,0 0 4 15,0 0-1-15,0 0 1 0,0 0-2 0,0 0 2 16,0 0-3-16,0 0-2 0,0 0 2 0,0 0 2 15,0 0-3-15,0 0-2 0,0 0 2 0,0 0-1 0,0 0 2 16,0 0-2-16,0 0 1 0,0 0-4 16,0 0 4-16,0 0 1 0,0 0-3 0,0 0 3 15,0 0-1-15,0 0 2 0,0 0-6 0,0 0 3 16,0 0-3-16,0 0 4 0,0 0 0 0,0 0-1 0,0 0-1 16,0 0 3-16,0 0-3 0,0 0 0 15,0 0 1-15,0 0 3 0,0 0-4 0,0 0 2 16,0 0 1-16,0 8 1 0,0-8-3 0,0 0 6 15,0 0-6-15,0 0 3 0,0 0-1 0,0 0 2 16,0 0-2-16,0 0 0 0,0 0-5 0,0 0 4 0,0 0 8 16,0 0-7-16,0 0-2 0,0 0-3 15,0 0 0-15,0 0 1 0,0 0 3 0,0 0 1 16,0 0-1-16,0 0 13 0,0 0-18 0,0 0 2 16,0 0 1-16,0 0 3 0,0 0-6 0,0 0 5 15,0 0 1-15,0 0 2 0,0 0-6 0,0 0 7 0,0 0-7 16,0 0 4-16,0 0-2 0,0 0 2 15,0 0-1-15,0 0 2 0,0 0-2 0,0 0 1 16,0 0-4-16,0 0 3 0,0 0-3 0,0 0 4 16,0 0 1-16,0 0 1 0,0 0-2 0,0 0 0 0,0 0-9 15,0 0-7-15,0 0-15 0,0 0-8 0,0 0-23 16,0 0-11-16,0 0-22 0,0 0-27 0,0 0-110 16,0 0-248-16,0 0 110 0</inkml:trace>
  <inkml:trace contextRef="#ctx0" brushRef="#br0" timeOffset="109668.31">22634 7119 64 0,'-1'-9'61'0,"1"9"-2"0,0 0-2 16,0 0-6-16,-3-10 0 0,3 10 6 0,0 0-6 15,-3-7 1-15,3 7-12 0,0 0-10 0,-3-6 4 16,3 6-7-16,0 0-4 0,0 0-3 0,-8-5-1 0,8 5-3 15,0 0-5-15,-6-4-9 0,6 4 4 16,0 0 1-16,0 0-5 0,-8-4 1 0,8 4 4 16,0 0-8-16,-9-4 6 0,9 4-10 0,0 0 7 15,-8-2-3-15,8 2 11 0,0 0-10 0,-9-3 0 0,9 3 5 16,0 0 0-16,-7-5-7 0,7 5 5 0,0 0 0 16,0 0 16-16,-7-3-2 0,7 3-2 0,0 0 1 15,-7-6 3-15,7 6-7 0,-4-6 6 16,4 6 4-16,-4-5-5 0,4 5 3 0,-6-5 13 0,6 5 4 15,0 0-7-15,-8-3 5 0,8 3-7 0,0 0-5 16,0 0-1-16,0 0-9 0,-6-4 5 0,6 4-8 16,0 0-1-16,0 0-3 0,0 0 1 15,0 0 0-15,0 0-3 0,-5 16 6 0,3-9-3 0,2 2 0 16,-2 2-7-16,2 5 12 0,0 2-8 0,-2-4-4 16,1 12 1-16,0-7 0 0,-2 1 0 0,2 4 2 15,0 2 2-15,-2-6-5 0,0 0-5 0,1 3 8 16,2-3 1-16,-3-2-5 0,0 1-1 0,1-2 5 15,1-1 4-15,0-3-1 0,-2 2-4 0,1-2 1 16,0 0 7-16,0-2-13 0,-1-2 4 0,-1 2 1 16,3-1-2-16,-1-2 0 0,0-1 6 0,0 0-2 15,2-7 5-15,-5 10-9 0,5-10-2 0,-3 6 2 16,3-6 5-16,-2 7-2 0,2-7 13 0,0 0 4 16,0 0 9-16,-2 8 3 0,2-8-9 0,0 0-1 15,0 0-1-15,0 0 2 0,0 0-3 0,0 0-7 16,-15-16 2-16,11 12-5 0,4 4 0 0,-7-11 1 15,1 6-2-15,0 1-3 0,-2-4-16 0,-1 0 16 16,0 2 0-16,-1 0-6 0,-1 0-2 0,0-1-5 16,1 1 13-16,-1 2-3 0,-1 1-7 0,1-3 2 0,-1 3-1 15,2-1 2-15,5 1 1 0,5 3-4 16,-12-3 4-16,12 3 1 0,-7-3-1 0,7 3-4 16,-7-4 1-16,7 4 0 0,0 0 3 0,0 0-1 0,0 0 2 15,0 0 5-15,0 0-10 0,0 0 5 0,39 10-1 16,-18-6-5-16,9 0 3 0,3 2 0 0,2-1 6 15,-1-2-5-15,2 0 0 0,-3 1 3 0,-3 2 1 16,-4-1-9-16,-8-2 17 0,0 3-36 0,-4-2-15 16,-4-1-11-16,2 1-17 0,-2-1-13 0,-1 2-15 15,-4-1-24-15,0 2-68 0,2-2-201 0,-7-4 89 16</inkml:trace>
  <inkml:trace contextRef="#ctx0" brushRef="#br0" timeOffset="110363.37">22872 7478 61 0,'0'0'142'0,"-7"-13"-1"0,7 13-11 0,-5-4 4 15,5 4-10-15,-6-4-7 0,6 4-14 0,-7-5-9 16,7 5-1-16,-9-4-25 0,9 4 2 0,0 0-10 15,-8-1-4-15,8 1-4 0,0 0-14 0,0 0-1 16,-13 5-2-16,13-5-9 0,-9 5-5 0,2-1 7 0,4 2-8 16,-3 0-9-16,1 0 8 0,-1 3-4 15,2-1 3-15,-1 1-5 0,1 0-5 0,-1-1 7 16,2 1-2-16,1-2-3 0,1-1-1 0,1 3-1 16,0-9-7-16,0 17 9 0,2-8-3 0,1 2 1 15,2-2-3-15,0-1 2 0,3 0-16 0,1-1 0 16,-2 2-13-16,3-4-5 0,5 4-19 0,-3-4-7 15,1-1-6-15,4-1-13 0,-5 3 0 0,3-5-12 16,2 2 8-16,0-3-11 0,1-3 3 0,1 3 7 0,-1-5-1 16,1 2 7-16,-1-4 2 0,0 0 5 15,-1 0 6-15,-1 1 9 0,-2-5 9 0,-1 6 11 16,-3-2 11-16,0 0 15 0,-3-1 10 0,-1 0 11 16,2 1 8-16,-4 1 15 0,0-1-1 0,-1 3 20 0,-3 4-2 15,5-12 0-15,-3 7 8 0,-2 5 8 0,1-7-4 16,-1 7-2-16,0 0-3 0,0 0-6 15,0 0-13-15,0 0 1 0,-3-13-7 0,3 13-7 0,0 0-7 16,0 0 3-16,0 0-3 0,0 0-3 0,0 0-5 16,-12 16 2-16,8-10-7 0,0 4-5 0,-1 0 3 15,1 0 0-15,0-1 2 0,2 1-3 0,-2 3 1 16,0-3-2-16,2-1-1 0,2 2 0 0,-2-1-2 16,2-1 3-16,0 0-4 0,4-1-7 0,-1-2 10 15,2 0 0-15,-2 0-2 0,5 0-2 0,0-2 2 16,2 1 2-16,-1-4 2 0,3 2 0 0,-1-1-5 15,1-2 8-15,-2-1-9 0,1 0-8 0,0-2 6 16,-1 0 4-16,0-3 0 0,-1-1-2 0,-1 1 6 16,-1-1-2-16,0-5 1 0,-4 3 3 0,0-2-6 15,0 1 2-15,-3-3 5 0,0 3-5 0,0-2-2 16,-3 0 1-16,0 0 0 0,0 0-3 0,-1 3-9 16,0 3 8-16,0-1 0 0,4 7 2 0,-8-9-7 15,2 5 1-15,1 0-6 0,5 4-14 0,-15 0-8 16,4 0-21-16,-1 4-32 0,1-2-26 0,0 5-36 15,-7-1-101-15,3 0-264 0,3-1 117 0</inkml:trace>
  <inkml:trace contextRef="#ctx0" brushRef="#br0" timeOffset="111730.34">23709 7386 81 0,'0'0'175'0,"9"-1"-17"16,-9 1-14-16,6-3 1 0,-6 3 1 0,13-4-2 15,-8 3-14-15,3-2-1 0,-2 0-7 0,2 2-5 16,2-4-4-16,-1 1-3 0,-3 1-3 0,4-3-10 16,-1 2-5-16,0-2-5 0,2 1-3 0,-4-1-3 15,2-2-7-15,0 2-6 0,-1-1-4 0,-3 3 3 16,3-5-2-16,-3 1-10 0,0 2-2 0,-1-1-4 15,-1-2-5-15,1 0-1 0,-4 3-5 0,0 6-4 16,2-16 0-16,-2 9 2 0,0 7-6 0,-6-16 1 16,4 9-2-16,-2 3-4 0,-3-5-4 0,1 6-4 15,-3-1-3-15,2 0 2 0,-5 3-4 0,2 1-1 16,-3 2-4-16,0 1-2 0,-6 4 3 0,1 0-4 16,-7 6 1-16,-1-1-2 0,8-1 3 0,2 4-1 15,-5 1-5-15,7-3 6 0,3 2-1 0,-1 0 1 16,3 2-3-16,3-2 2 0,1-2-2 0,0 3-1 15,5-2 4-15,0-3 1 0,2 2-3 0,7 1 2 0,0 0 11 16,3-2-3-16,6 0 0 0,-4 0 6 16,12 0-3-16,1-2 0 0,3-2 11 0,0-1-12 15,2-2-5-15,0-1 0 0,-2-1 2 0,-2 0 1 0,-1-4-3 16,-7 1-3-16,-1 0-1 0,0 0 12 0,-2 0-18 16,-3-2-10-16,-2 2-14 0,-1-2-17 0,-2 0-24 15,-1 0-24-15,-2 1-27 0,-6 1-44 0,13-5-45 16,-8 4-46-16,-5 1-179 0,4-5-465 15,-4 5 205-15</inkml:trace>
  <inkml:trace contextRef="#ctx0" brushRef="#br0" timeOffset="113541.68">24196 6211 59 0,'-8'-7'117'16,"6"2"-7"-16,2 5-5 0,-7-10-6 0,4 6 2 16,3 4 3-16,-5-10 5 0,5 10 0 0,-3-8 0 0,3 8 3 15,-3-8-8-15,3 8-10 0,-3-10-7 0,3 10-2 16,-1-11 6-16,1 11-2 0,0 0-3 0,-2-6-7 16,2 6-5-16,0 0-12 0,0 0-3 0,0 0-9 15,0 0-7-15,0 0-7 0,0 0-2 0,0 0-3 16,0 0-3-16,0 0-1 0,0 0-4 0,22 13 2 15,-16-4-4-15,3-2-1 0,3 7-2 0,-1-1 20 16,-1 3-5-16,0-2 2 0,-1 2-5 0,2-2-1 16,-1 3 4-16,-3-1-5 0,2-1-2 0,-3 0-5 15,1 1 1-15,-5-3-3 0,4-2 1 0,-1 1-3 16,-3-1-1-16,3 0-1 0,0 1 1 0,-1-3-7 16,0 1 3-16,-3-1-4 0,3 1 1 0,-1-5-4 15,-2 2 4-15,-1-7-3 0,6 7 3 0,-4-2-2 16,-2-5 1-16,0 0 0 0,2 9 3 0,-2-9 4 15,0 0 13-15,1 5 10 0,-1-5 6 0,0 0-6 16,0 0 2-16,0 0 0 0,10-19-3 0,-5 11-1 16,0-3 1-16,4-5-7 0,2-6-4 0,1 0-4 15,3-3 1-15,2 0-5 0,-2 3-1 0,2 1-4 16,-1-2 2-16,1-2-6 0,-2 2 4 0,4-2-5 16,-5 3 7-16,-3 4-8 0,0 1-2 0,-1 2-1 15,-1 0 1-15,0 5-2 0,-2-1-3 0,-2 3 3 16,2 1-5-16,-3 1 0 0,0 2-5 0,-4 4-9 15,5-7-10-15,-5 7-7 0,0 0-2 0,8-1-4 16,-8 1-4-16,0 0-27 0,6 11-23 0,-4-4-13 16,0 0-13-16,-2 5-18 0,0-1-33 0,0 1-20 15,1 4-17-15,-2 1-159 0,-3-1-396 0,0-3 176 16</inkml:trace>
  <inkml:trace contextRef="#ctx0" brushRef="#br0" timeOffset="114999.84">24392 6757 185 0,'0'0'177'0,"-9"0"-17"0,9 0-16 16,0 0-11-16,-11 0-15 0,11 0-14 0,0 0-6 15,0 0-7-15,26 6-9 0,-5-6-1 0,11 1-5 16,18 5 6-16,6-6-6 0,3 1 2 15,3-1-3-15,1 0 1 0,5 0 0 0,-4-1-1 16,-1 1-5-16,0-3-1 0,-9 3-5 0,-3-4-3 0,-12 4 5 16,-1-2-12-16,-5-2-2 0,-1 4-3 0,-5-3 4 15,-9 0 1-15,2 3 2 0,-9 0 3 0,1-1 0 16,-1 1-2-16,-5 0 6 0,-6 0-6 16,13-2-8-16,-13 2-1 0,10 0-1 0,-10 0-7 0,0 0-5 15,8 0-1-15,-8 0-6 0,0 0-4 0,0 0-5 16,7-3-22-16,-7 3-23 0,0 0-36 0,0 0-51 15,0 0-59-15,0 0-50 0,0 0-221 0,0 0-480 16,-33 7 213-16</inkml:trace>
  <inkml:trace contextRef="#ctx0" brushRef="#br0" timeOffset="116151.29">24651 6978 82 0,'0'0'217'0,"-5"-11"3"16,2 5 3-16,3 6-19 0,-5-10-14 0,2 6-10 15,3 4-7-15,-4-8-14 0,4 8-8 0,0 0-18 16,-2-7-9-16,2 7-18 0,0 0-16 0,0 0-10 16,0 0-11-16,-8-1-8 0,8 1-2 0,0 0-10 15,0 0-6-15,10 28-4 0,-4-14-2 0,1 3-6 16,0 3-2-16,4 2-5 0,-3 3 5 0,0 1-10 16,-1-7-2-16,2 4 0 0,-1-6-1 0,-2 0-1 15,3 2 1-15,-1-4-2 0,-1-2-2 0,-1 2-1 0,0-4-3 16,0-1 0-16,1-1 10 0,-3 0-4 15,0-2-5-15,-2-1 1 0,2-3-1 0,-4-3 16 16,8 6 20-16,-8-6 17 0,0 0 1 0,6 0-2 0,-6 0-8 16,0 0 0-16,11-11-2 0,-4 0-9 0,-2-2-1 15,2-2-7-15,1-3-5 0,1 0 2 16,3-4-4-16,-3 4-7 0,2-7-1 0,0 0-2 16,1 1 0-16,-3 5-6 0,2-6-1 0,-4 8 4 15,3 1 5-15,-2 0-12 0,-3-1 2 0,0 6-1 0,0 0-2 16,0 2-5-16,-2 0-3 0,0 4-2 0,-3 5-17 15,4-9-25-15,-4 9-28 0,3-4-24 16,-3 4-12-16,0 0-9 0,0 0-32 0,0 0-18 16,9 15-43-16,-5-6-24 0,-3 2-189 0,-2 1-461 0,2-1 205 15</inkml:trace>
  <inkml:trace contextRef="#ctx0" brushRef="#br0" timeOffset="116526.14">25016 7131 98 0,'0'0'217'16,"0"0"-4"-16,0 0-11 0,0 0-11 0,0 0-13 16,0 0-17-16,0 0-8 0,13-2-18 0,-13 2-5 15,15-4-13-15,-3 1-12 0,1 0-11 0,7 1-10 16,-5-3-6-16,3 3-10 0,0 0-8 0,0-1-15 16,-6 1-22-16,1 2-20 0,-2-1-25 0,-2 1-21 15,-9 0-23-15,14-2-22 0,-9 1-21 0,-5 1-2 16,10-2-14-16,-10 2-6 0,0 0-1 0,10-4 0 15,-10 4 11-15,0 0 5 0,0 0 16 0,0 0 19 16,0 0 13-16,0 0 26 0,0 0 18 0,-25-5 24 16,25 5 3-16,0 0 17 0,-10-1 36 0,10 1-9 15,0 0 16-15,0 0 5 0,-7-1 7 0,7 1 0 16,0 0 2-16,0 0-8 0,0 0-4 0,0 0-10 16,0 0-10-16,0 0-3 0,0 0 1 0,-6 11 5 15,6-11-3-15,-4 14 2 0,0-4 4 0,3 0-2 16,-2 2-7-16,2 1-3 0,-4 2-3 0,1-3 0 15,3 4-6-15,0 2-4 0,-2-1 3 0,4 0 0 16,-2-1-16-16,2-1-24 0,-2 2-49 0,1 1-32 16,0-6-43-16,1 4-177 0,-2-6-337 0,1 2 149 15</inkml:trace>
  <inkml:trace contextRef="#ctx0" brushRef="#br0" timeOffset="131509.62">8125 8538 53 0,'1'-5'229'0,"-1"5"-17"0,2-11-17 0,-2 11-17 16,0-9-15-16,0 9-22 0,0 0-8 0,0 0-12 15,-7-6-13-15,7 6-8 0,0 0-10 0,-18 7-6 16,9 1-7-16,-3 5-4 0,-4 1 1 0,-3 5-3 15,0 3-1-15,-4 2-7 0,-3 3-5 16,1-3 0-16,-2 1-6 0,1-2-5 0,1-1-1 0,-1 0-8 16,3-1-2-16,0-3-5 0,3-1 0 0,-1-1-5 15,7-4-3-15,-2 0-3 0,2 2 1 0,4-6-4 16,0-1 2-16,4-2-4 0,0 0 3 0,-3-1-4 16,5 1-1-16,0-2-2 0,4-3 1 0,-6 4-3 15,6-4 3-15,0 0-3 0,-6 3-3 0,6-3 1 16,0 0-3-16,0 0-1 0,0 0 0 0,24-14-4 15,-12 10-1-15,5-2 1 0,0 2 2 0,3-1-4 16,1 1 3-16,5 1-2 0,-4 1 1 0,7 1-1 0,1 0 2 16,-3 1-4-16,2 1 1 0,-8 0 0 0,7 1 0 15,-5 0-2-15,5 0 1 0,-8 0-4 16,3-1-4-16,-2 0 0 0,2-1 0 0,-3 2-2 16,1 0 1-16,-2-1-2 0,-1 0 2 0,1 0-3 15,-6 0 4-15,1 2-5 0,-2-3 3 0,1 0 3 0,0-1 2 16,-1 3-1-16,-6-2 3 0,5-1 2 0,-11 1 3 15,11-3-4-15,-11 3 7 0,7-3 0 0,-7 3-4 16,7-9 3-16,-5 3 3 0,-2 6 3 0,0-15 7 16,-1 4 8-16,0 0 4 0,-4-1-6 0,-3-5 1 15,1 0 0-15,2-2 11 0,-1 1-3 16,-3-2-3-16,-2-4-2 0,-1 0-1 0,-3 3-5 16,-2 0 3-16,0 1-3 0,0 1 1 0,3 3-3 0,1 3 0 15,-3 0-6-15,4 0 4 0,-2 4-4 0,3 0-2 16,1 1 0-16,0 1-13 0,2 4-17 0,2-5-20 15,2 4-39-15,4 4-50 0,-8-2-28 0,8 2-31 16,0 0-35-16,0 0-140 0,0 0-396 0,0 0 176 16</inkml:trace>
  <inkml:trace contextRef="#ctx0" brushRef="#br0" timeOffset="132070.13">8598 8600 209 0,'-4'-10'201'0,"2"4"-9"0,-2 0-6 0,4 6-19 15,-4-7-16-15,4 7-15 0,-3-7-11 0,3 7-15 16,0 0-11-16,0 0-9 0,0 0-8 0,0 0-3 16,18 26 2-16,-8-13-5 0,-1 9-2 15,3 4-9-15,1-3-1 0,-1 0-7 0,4 3-1 0,-2 0-8 16,-1-1-3-16,-1-3-7 0,0 1 0 0,-2-5-5 15,-2 0-6-15,-2-1 0 0,2-2-1 0,1 1-2 16,-3-3-5-16,-2-1-1 0,0-1-1 0,-2-1-2 16,2-1-1-16,-2-4-3 0,0 0 4 0,-2-5 0 15,4 7-2-15,-4-7 0 0,4 6 0 0,-4-6-3 16,0 0 5-16,0 0 5 0,0 0 4 0,0 0-5 16,0 0 1-16,7-25-6 0,-4 13 0 0,3-6-2 0,3-8-3 15,3-1 4-15,-2-4-5 0,0 2-2 16,2 0 0-16,-1-3 4 0,-2 3-3 0,0 1-1 15,-1-3 1-15,-2 2-3 0,1 5 1 0,-2 5-4 16,-3 1 2-16,3 2-3 0,-2 5 3 0,-1 2-2 0,0 2-2 16,0 1-2-16,-2 6-4 0,3-10-10 15,-3 10-8-15,0 0-17 0,0 0-3 0,0 0-20 16,0 0-22-16,0 0-27 0,-5 32-42 0,3-19-24 16,0 4-29-16,1 2-134 0,-2-1-371 0,6 0 164 0</inkml:trace>
  <inkml:trace contextRef="#ctx0" brushRef="#br0" timeOffset="136717.54">24815 6466 44 0,'6'-9'105'0,"-6"9"-9"0,5-5-3 0,-3 2-4 0,-2 3-1 16,3-7-24-16,-3 7 8 0,0 0-1 0,1-7-4 15,-1 7-15-15,0 0 5 0,0 0-9 0,0 0-11 16,0 0 1-16,0 0-6 0,0 0-5 0,0 0-4 15,-17 0-6-15,17 0 6 0,-20 11 5 0,8-5-3 16,0 1 0-16,0 0-9 0,3 1 0 0,-2-1 0 16,1 1-4-16,2-1 2 0,-2 3-9 0,2-1 21 15,3 0-18-15,0-1 2 0,1 1-6 0,3 0 5 16,-2 0-6-16,1-3 6 0,2-6-7 0,4 17 2 16,-3-10-10-16,2 0-18 0,4 0-21 0,-2 0-25 15,3 1-18-15,1-2-21 0,1-2-64 0,0 0-186 16,4-1 83-16</inkml:trace>
  <inkml:trace contextRef="#ctx0" brushRef="#br0" timeOffset="137121.6">25097 6464 58 0,'-3'-8'94'16,"3"8"-10"-16,-9-5 0 0,9 5-9 0,-12-4 0 15,4 4-9-15,8 0-2 0,-22 5-3 0,14-1-6 16,-3 0-8-16,-1 3-2 0,2-1-3 0,-1 2 4 16,3 0-5-16,-1 0-2 0,1 3-10 0,2-2 3 15,1 1 0-15,4-1-13 0,-1 0 6 0,6 1 5 16,0-1-5-16,0-3-2 0,4 3-7 0,-2-2 8 16,2 0-2-16,3-1-8 0,-3-2 0 0,2 1 3 15,1-3-2-15,-2 1 6 0,-2-2-6 0,1 0 15 16,-8-1 1-16,14 0 0 0,-14 0 16 0,7 0-1 15,-7 0 4-15,0 0-9 0,9-2-4 0,-9 2 0 16,0 0-6-16,0 0-1 0,0 0-5 0,0 0-8 0,0 0 0 16,0 0 4-16,-18-11-1 0,6 11 2 15,-1 0-6-15,-5 0 3 0,5 3 4 0,0-2-9 0,0 2-8 16,3 1 0-16,2-2-1 0,0 3-2 16,2 0 2-16,3-2 3 0,-1 4 8 0,4-7-10 15,1 12-1-15,4-5 0 0,2-1-1 0,4 3-2 0,4-1-10 16,6-2-26-16,6 8-22 0,-3-7-27 0,3-1-36 15,-6-1-12-15,1 1-135 0,-4 0-288 16,-4-5 127-16</inkml:trace>
  <inkml:trace contextRef="#ctx0" brushRef="#br0" timeOffset="138321.87">9230 8835 82 0,'0'0'148'0,"0"0"2"16,0 0-4-16,0 0 6 0,0 0-5 16,0 0-6-16,0 0-5 0,0 0 2 0,0 0-6 0,0 0-5 15,0 0-5-15,0 0-8 0,0 0-11 0,0 0-8 16,0 0-9-16,0 0-11 0,0 0-8 0,-15 7-13 16,8-6 1-16,7-1-8 0,-17 5-4 15,11-2-4-15,-5 1-3 0,4 4-8 0,-5-3-2 0,2 4 0 16,0 3-2-16,-4 0-4 0,2 1-3 0,-1 0 1 15,4 2-2-15,-1-1-2 0,1-1-2 0,3 3-2 16,-1-5-1-16,2-1 0 0,3 0 0 0,-2 6-2 16,3-7 2-16,2 1-4 0,-1-1 2 0,2 2-2 15,4-3 3-15,-1 1-2 0,1-4-11 0,4 5-21 16,1-4-35-16,-1-1-36 0,2-1-37 0,1 0-33 16,1 0-32-16,-1-4-140 0,-1 2-366 0,6-2 161 15</inkml:trace>
  <inkml:trace contextRef="#ctx0" brushRef="#br0" timeOffset="138747.51">9522 8968 52 0,'0'0'245'16,"-4"-13"-12"-16,4 13-16 0,-2-8-15 0,2 8-15 0,-11-5-11 15,5 2-12-15,6 3-7 0,-13-3-16 16,5 3-5-16,8 0-20 0,-15 3-12 0,4 2-12 15,0 1-6-15,-1 0-12 0,3 1-7 0,-3 1-8 16,5 1-2-16,0-1-10 0,1 1-4 0,1 0-6 0,1 0-3 16,4-2-3-16,0 2 0 0,2 0-4 0,2-2-4 15,1 1 1-15,3 0-2 0,1-2-1 0,5-1-5 16,-1-1 0-16,1 0-2 0,1-2-2 0,3 4-2 16,-1-5-2-16,-3-1 1 0,-1 0 0 0,-2 0 0 15,-2 0-5-15,-1 0 2 0,-8 0 0 0,12-1 5 16,-12 1-4-16,8 0 6 0,-8 0-5 15,0 0 3-15,0 0-2 0,0 0-3 0,0 0 1 0,0 0 1 16,0 0-1-16,0 0-1 0,0 0 3 0,0 0-4 16,-37 3-1-16,20 1 0 0,2 4 5 0,-3-3 2 15,5 0-2-15,-2 3 4 0,2-2-6 0,3 1 3 16,0-1-4-16,3-1-2 0,1-1 1 0,2 3 0 16,-2 0-2-16,5-3 0 0,1-4-3 0,0 14 4 15,0-14 1-15,12 10-6 0,-3-4-13 0,3-2-14 16,6 2-23-16,-2-2-36 0,3-2-37 0,3 1-37 15,7-3-37-15,-8-1-58 0,1-1-130 0,6 0-418 16,-8 0 185-16</inkml:trace>
  <inkml:trace contextRef="#ctx0" brushRef="#br0" timeOffset="139834.67">10606 8723 213 0,'0'0'210'0,"0"0"-7"0,-3-9-7 16,3 9-16-16,0 0-11 0,-2-7-19 0,2 7-13 0,0 0-19 15,0 0-12-15,0 0-16 0,0 0-6 0,0 0-10 16,0 0-12-16,0 0-4 0,0 0-3 0,-8 34-7 16,5-18-3-16,2 1-7 0,-3 2 1 15,2 1-5-15,2-2-1 0,-2 0-5 0,4 0-2 0,-2 1 1 16,3-2-5-16,0 2-4 0,1-4 3 0,-2-3-1 16,4-1-5-16,-1 0-1 0,2-2 3 0,2-1 0 15,0 0-2-15,1-3 0 0,1 0 1 0,-1-2-1 16,1 2 0-16,0-4-3 0,1-1 8 0,1 0-4 15,-1-4 4-15,-2 0-1 0,1 1 1 0,1-4 1 16,-1 2-3-16,-2-2 3 0,0-1-2 0,-1 0-1 16,-2-1-1-16,-1-1-4 0,1 1 3 0,-3-3-5 15,1 3 2-15,-1-2-4 0,-2 3 1 0,0 1 0 16,-1 7 4-16,2-11-5 0,-2 11-4 0,2-9-3 16,-2 9-3-16,0 0-4 0,3-6 3 0,-3 6-2 15,0 0 1-15,0 0 3 0,0 0-4 0,0 0 3 16,0 0 1-16,10 23-6 0,-5-15 6 0,0-1-1 15,5 1 1-15,1 0-1 0,-1-2 3 0,3 3-1 16,3-4-1-16,0 2 4 0,-4-4 0 0,9 1 0 16,-4 0 0-16,2-3-3 0,-3-1 1 0,2-1 2 0,0-1-2 15,-5 0 1-15,-2-2-4 0,2 1-3 16,-5-2 0-16,1 0-9 0,-3-2-1 0,0 2-7 16,-2-4-1-16,-1-1-4 0,-2-1 1 0,-2 0-1 0,0-1 2 15,-1 1 0-15,-3 1 5 0,1 2 1 0,-2-4 7 16,2 4-6-16,2 1 8 0,-2 1-1 15,4 6 2-15,-7-9-3 0,7 9 3 0,-2-8-4 0,2 8 1 16,0 0 0-16,0 0-1 0,0 0 6 0,0 0-2 16,0 0 3-16,0 0 2 0,0 0-3 0,25 8 5 15,-14-6-4-15,1-1 3 0,4 2 0 0,-3-2 1 16,6-2 0-16,-3 1 2 0,-2-2 0 0,-1 2 2 16,-1 2-2-16,-2-5 1 0,-1 0 1 0,-1 3 6 15,-1-4 4-15,-1 1 6 0,-6 3 0 0,8-6 2 16,-3 2 0-16,-5 4 4 0,8-9-2 0,-6 6 5 15,-2 3-2-15,6-6-5 0,-6 6-1 0,0 0-5 16,5-7-3-16,-5 7-8 0,0 0 0 0,0 0 1 16,0 0-2-16,6 13 0 0,-5-3 0 0,-1-1 3 15,2 4-2-15,-2 5 1 0,1-3 0 0,-1 1 0 16,0 0-5-16,0 0-11 0,1 1-22 0,2-5-21 16,-1 1-39-16,-2-1-44 0,2-3-39 0,0-3-45 15,-1 1-144-15,1-1-393 0,-2-6 175 0</inkml:trace>
  <inkml:trace contextRef="#ctx0" brushRef="#br0" timeOffset="140017.37">11206 8533 208 0,'0'-9'199'0,"0"9"-15"0,0 0-26 0,0 0-15 15,0 0-10-15,0 0-24 0,0 0-36 0,22 21-38 0,-14-13-55 16,3 6-23-16,4-2-41 0,0 1-99 0,0-1-197 16,0-2 87-16</inkml:trace>
  <inkml:trace contextRef="#ctx0" brushRef="#br0" timeOffset="140217.44">11572 8570 131 0,'2'-9'169'0,"0"1"-1"0,-2 1 14 15,0 7 1-15,0 0-7 0,0-15-20 0,0 15-9 0,0-6-26 16,0 6-14-16,0 0-12 0,0 0 3 0,0 0-1 16,0 0 3-16,-2 42-7 0,1-13-7 0,-2 0-9 15,-2 6-5-15,2-2-11 0,-2 2-1 0,2 0-6 16,-1-2 0-16,3-1-8 0,-2-2-5 0,2-1-14 16,1-2-22-16,-1-2-28 0,0-4-41 0,-1-3-45 15,2 1-45-15,3-7-34 0,-3-2-157 0,-1 0-374 16,1 1 166-16</inkml:trace>
  <inkml:trace contextRef="#ctx0" brushRef="#br0" timeOffset="140417.93">11797 8661 66 0,'6'-15'209'0,"-1"1"-3"0,0 4-3 0,-5 2-17 15,4 2-18-15,-3 1-20 0,-1 5-17 0,0 0-7 16,0 0-6-16,0 0-2 0,10 22 1 0,-7-2-3 15,-1 12-10-15,-2-3-11 0,-2 3-6 0,1-2-5 16,-1 1-7-16,-2-2-11 0,0-2-3 0,1 1-6 16,-1-1-3-16,-1-6-38 0,3 3-34 0,1-4-45 15,-3-2-59-15,2 2-45 0,2-7-201 0,0 1-399 0,2-3 177 16</inkml:trace>
  <inkml:trace contextRef="#ctx0" brushRef="#br0" timeOffset="140822.51">12408 8614 191 0,'2'-11'262'0,"2"3"-28"15,-3 3-26-15,2 1-24 0,-3 4-18 16,0 0-15-16,0 0-2 0,5 27-9 0,-5-1-6 0,0 3-11 16,0 3-11-16,-2 3-13 0,0-3-11 0,1 1-4 15,0-1-8-15,1-3-8 0,-2-1-5 0,4-3-4 16,-1-7-9-16,-2-3 0 0,1-2-7 0,1-4-5 15,-2 0-4-15,1-2 0 0,0-7-3 0,2 12-2 16,-2-12-2-16,0 6 10 0,0-6-1 0,4 6 11 16,-4-6 3-16,0 0 3 0,0 0-5 0,0 0-6 15,0 0-7-15,0 0-5 0,12-17-1 0,-4 3-3 16,4-1-9-16,2 3 1 0,3 0-6 0,1 1-1 16,7-1-2-16,-5 5 4 0,0 4-8 0,-3 0 0 15,4 3-3-15,-2 3 3 0,-1 1-9 0,-3 4 0 16,-2-3 4-16,1 5-3 0,-1 2 1 0,-9-1 4 15,2 0-5-15,-2 4 3 0,-4 0 3 0,-4 3 0 16,-3-2-2-16,0-1 3 0,-6-1-1 0,-1 0 3 16,-2-2-1-16,-2-1 3 0,1-1-4 0,-3-2 1 15,-1 1 0-15,3-4-4 0,0-2-8 0,-1 2-24 16,2-1-21-16,4-3-34 0,-1 4-44 0,3-4-46 16,1-3-59-16,2-2-228 0,1-1-501 0,7 5 222 15</inkml:trace>
  <inkml:trace contextRef="#ctx0" brushRef="#br0" timeOffset="141239.71">12898 8850 2060 0,'12'-5'87'0,"0"-1"-33"0,-5 4-47 0,-1 1-2 16,-6 1-9-16,13 1-1 0,-5-1 4 0,3 5 10 16,-4 0 12-16,4 2 12 0,-2 0 14 0,0 1 8 15,-1 2-3-15,2 1-6 0,-1 2-5 0,0 0-1 16,0-2-5-16,-5-2-3 0,1 0-3 0,-1 2 0 15,-2-4 2-15,1 1-6 0,-1-1-2 0,-2-7 5 16,0 9 0-16,0-9 1 0,-3 10-4 0,-3-6 1 16,-1-1 0-16,1-1-2 0,-4 1-1 0,10-3 3 15,-13 2 3-15,7-2 0 0,6 0 2 0,-12-1-1 16,12 1-7-16,-7-6-1 0,7 6-5 0,-2-12 2 16,2 6-5-16,0 6-2 0,4-21-3 0,1 12 2 15,4-5-6-15,2 1-1 0,0-1-2 0,3 0 1 16,-1 0 3-16,4 0-6 0,-2 2 1 0,3 1-1 15,-3 0-2-15,2 1-1 0,-4 3 2 0,-2 2 0 16,0 0-2-16,0 2 0 0,-1-1-2 0,-6 2-1 16,3 0 1-16,-7 2-1 0,13 2 5 0,-6 1 5 15,-2 0-13-15,1 2 4 0,1 1-4 0,-3 3 4 16,1 1 1-16,0 0-2 0,-3 1 5 0,2 6 0 16,-4-5-2-16,0 5 3 0,0-5-2 0,0 2 4 15,0 1 4-15,-2 2-10 0,0-6-23 0,2 1-32 16,-2 1-41-16,-1-3-38 0,-2-1-46 0,3 0-29 15,0 1-198-15,2-10-443 0,-4 11 196 0</inkml:trace>
  <inkml:trace contextRef="#ctx0" brushRef="#br0" timeOffset="141405.87">13164 8507 150 0,'-4'-8'164'0,"4"8"-56"0,0 0-17 0,0 0-5 16,0 0-16-16,0 0-13 0,12 25-22 0,-6-6-31 0,3 8-14 16,0 3-22-16,5 3-32 0,1 11-47 0,1-2-118 15,-5-9 52-15</inkml:trace>
  <inkml:trace contextRef="#ctx0" brushRef="#br0" timeOffset="141617.41">13362 8971 146 0,'0'0'197'0,"0"0"-17"16,0 0-8-16,0 0 3 0,0 0 0 0,0 0-5 15,0 0-18-15,0 0-9 0,0 0-2 0,3-29-9 16,-1 20-9-16,4-2-4 0,1-5-10 0,3 3-7 16,2-2-10-16,2 2-10 0,0-2-2 0,0 4-11 15,1 1-9-15,3 3-9 0,-3 3 2 0,1 3-11 16,-4 1-8-16,0 3-6 0,0 1-2 0,-1 3-1 16,3 4-1-16,-3 2-4 0,-2 1 0 0,0 3-1 15,-2 0-5-15,-3-1 1 0,-1 1-1 0,-3 1-21 16,2-3-29-16,-4 3-36 0,1-2-47 0,-3-4-44 15,2-3-42-15,2 2-196 0,0-5-433 0,0-6 191 0</inkml:trace>
  <inkml:trace contextRef="#ctx0" brushRef="#br0" timeOffset="142121.28">14038 8822 8 0,'0'-12'226'0,"0"1"-9"0,-2-1-8 16,0 2-14-16,0 4 0 0,-3-1-16 15,5 7-17-15,-13-7-17 0,4 8-12 0,-3 2-9 0,-3 7-14 16,-1 0-7-16,0 2-11 0,2 1-8 0,4 0-7 16,1-3-11-16,5 2-5 0,-2 0-10 15,4-2-3-15,2-1-6 0,2 2-1 0,5-2-6 16,0 0-6-16,0-4-6 0,4 0-2 0,0 0-1 0,3-2-7 16,-1-3 3-16,0 0-2 0,-4-1 1 0,3-1-2 15,-1 0-4-15,-2-2 4 0,2 0-4 0,-4-2 1 16,-1 2 3-16,-1 0 10 0,0 1 8 15,-5 3-1-15,5-6 1 0,-5 6 1 0,8-4 1 0,-8 4-14 16,0 0-6-16,7-2-4 0,-7 2-2 0,0 0 0 16,4 20 1-16,-2-2 4 0,-2 11-7 0,0 5 8 15,0 14 14-15,2 4 6 0,-2 5 6 0,0-1-4 16,0 3 0-16,3-3 9 0,-3 2-10 0,-3-2 1 16,1-2 3-16,-2-1 2 0,0-2 8 0,-1-3-5 15,1-14 17-15,-1 0-10 0,-2-2-4 0,0-3-2 16,-5 2-6-16,-2-3-1 0,0-3-1 0,1-12-2 15,-5 0-3-15,0-3 4 0,-4 3 1 0,-5-5-11 16,-2-4-2-16,8-4 0 0,-8-3-1 0,1-2 0 16,-3-2-2-16,12-3-5 0,-4-4 3 0,9-1-9 15,1-2 5-15,2-5-5 0,1-2-15 0,6-4-11 0,4-4-5 16,9-1-6-16,3-16-3 0,8 2-9 16,4 2-2-16,9 0-7 0,4-1-5 0,1 5-2 15,5 0-7-15,2 5-3 0,-1-1-10 0,2 2-2 16,1 3-14-16,0 0-16 0,2 2-24 0,3 2-24 15,2 2-46-15,0 2-32 0,-1 0-206 0,4 4-477 0,-1-1 210 16</inkml:trace>
  <inkml:trace contextRef="#ctx0" brushRef="#br0" timeOffset="143981.66">15062 9274 111 0,'16'-25'232'0,"0"-1"-10"16,-2 0-15-16,-1 1-8 0,2 0-10 0,3-3-4 15,0 2-11-15,-6-3-13 0,1 0-25 0,3 3-14 0,-5-3-10 16,3-1-13-16,-3 2-6 0,-1 0-10 16,0 2-3-16,-3 1-8 0,-1 1 1 0,-1 4-13 15,0 2-3-15,0 2-4 0,-3 5 3 0,0 0-7 16,-2 4-6-16,2 2-8 0,-2 5-9 0,3-9-5 0,-3 9-6 16,0 0 0-16,0 0-3 0,0 0 0 15,0 0-1-15,1 30-2 0,-3-4 0 0,-4 3-1 16,5 3-1-16,0 0-3 0,-2 0 4 0,2-3-4 15,4-1 8-15,-3 0-6 0,0 0-1 0,3-1-2 0,3 1 4 16,-1-9-2-16,-1-4 2 0,2 2-8 0,2 0 1 16,-2-1-10-16,3 0-17 0,1-2-22 0,-2 1-21 15,1-6-13-15,0 4-24 0,3-6-9 0,1 3-8 16,3-2-2-16,-1-1-17 0,3-3 3 0,-1 1-1 16,3-5 4-16,0 1 1 0,-3-1 4 0,2-4 16 15,0 2 8-15,0-7 9 0,1 1 13 0,-4-2 7 16,6-6 14-16,-9 2 18 0,2-2 7 0,-1-6 21 15,-4 6 10-15,-1-2 13 0,-2 2 24 0,-2-2 16 16,-3 1 7-16,-2 6 5 0,0-5 22 0,-1 3 2 16,-1 1 20-16,-2 2 2 0,-1 1 1 0,-1 1-4 15,3 3-14-15,-4 1-4 0,7 4-7 0,-13-4-10 16,2 6-6-16,-6 4-1 0,2 3-4 0,-9 5-4 16,3 4-4-16,2 1-3 0,1 1-5 0,7-4-2 15,-6 6-7-15,8-6 1 0,3 1-6 0,1-1-1 16,3-3-3-16,1 2-1 0,4-1 0 0,2-4 1 15,0 0-5-15,0 0 0 0,3-2-2 0,1-2 1 16,2-1 1-16,-2 1 0 0,1-4-5 0,2-1 2 16,-5-1-1-16,5-3 2 0,-1 0 0 0,0-5-3 15,0 0 5-15,-1 1-9 0,3-6 1 0,-1 0 1 16,-3-1 3-16,-4 4-3 0,1-3 4 0,2-1-4 16,-3 2-1-16,-1 1 8 0,-2 5 3 0,1-2 3 0,-1 0 1 15,-2 8-4-15,3-9-8 0,-3 9 3 0,4-8-4 16,-4 8-5-16,0 0-2 0,0 0 0 0,0 0 0 15,0 0-1-15,0 0 1 0,4 24-1 16,-4-15 1-16,-2 4 2 0,2 3-1 0,2-6-4 0,-1 4 2 16,3-2 0-16,-3 0 2 0,2 0 0 0,2-1-2 15,0 0 2-15,0-3 0 0,3-1 6 0,2-1-2 16,1-1-2-16,2-3 1 0,5 1 4 0,0-3-2 16,-5 0 1-16,1-1-1 0,2-3 2 0,-3 1-2 15,-3-2-3-15,2-1 1 0,-1-2 1 0,-3-2-3 16,1-2 5-16,-3 1-2 0,2-5-2 0,-4-2 1 15,-3 2-2-15,0-3-1 0,-1 3-2 0,-1-2 1 16,-3 1 1-16,4 5-2 0,-6 0 2 0,2 2 0 16,2 2 0-16,-1-2 0 0,2 5 0 0,1 5-1 15,-4-12 4-15,4 12-8 0,-1-6 1 0,1 6-1 16,0 0-2-16,0 0-4 0,0 0 3 0,10-6 3 16,-10 6 1-16,20 7-4 0,-7-4 3 0,5 4 1 15,-3 0-3-15,2-3-1 0,-2 3 6 0,-2 0-4 16,0 2-1-16,-2 0 1 0,-2-2-3 0,2 7 1 15,-3-5 3-15,-3 0 4 0,2 0-6 0,-2 2 1 0,-1-1 1 16,0 1-2-16,-2 0-1 0,3-2 6 16,-3 1-4-16,0-3 4 0,-1 1-2 0,2 0 2 15,0 0 0-15,-1-2 8 0,-2-6-12 0,5 9-9 16,0-3-4-16,4 0-6 0,3-2 0 0,1-2-1 16,7-2 5-16,2 1-2 0,6-6 0 0,-8 3 1 15,10-5 3-15,-3 1 5 0,-2-5-1 0,-6 3 5 16,-3-3 0-16,0 1-5 0,-3-3 8 0,0 0-2 0,-4 2 3 15,-3-1 0-15,-1 2 9 0,0-3 4 0,-2 4 1 16,-3-1 3-16,-1 2 12 0,1 8 3 0,-4-12 1 16,0 6-4-16,-2 4-1 0,-5-1-5 0,-1 3-1 15,-5 3 2-15,-1 3-7 0,3-1-2 0,-2 4 5 16,3-2-7-16,3 2-1 0,-1 4-4 0,4-5 3 16,1 1-1-16,3 1-2 0,1 1 0 0,5 0 0 15,-2-1-2-15,2-3 4 0,2 0 0 0,4 1-1 16,-1-4-1-16,4 2 3 0,0-1-2 0,-1-3 1 15,2 2 1-15,-1-1 0 0,2-2-3 0,-3 0 2 16,-1-2-1-16,0 1 2 0,-1 0-2 0,-8 0 1 16,14-3-2-16,-9 1-4 0,-5 2-8 0,8-2 8 15,-8 2-3-15,7 4-3 0,-7-4-2 0,7 7 5 16,-4 0 0-16,-1 6 5 0,-2 3-6 0,1 11 0 16,-1-1 4-16,-1 4-2 0,-3 3 2 0,-1 12 4 15,-1 1-2-15,-1-10 6 0,1-2-2 0,1 0 2 16,-3 1-4-16,0-2 4 0,1-1-3 0,0-2 3 15,-2-3 3-15,2-4-3 0,0 0-2 0,1-6 3 16,1-3-3-16,-3-3 3 0,2 0 8 0,-2-1-6 16,-2-3 0-16,-2 0 6 0,2-2-5 0,-3-1-2 0,3-4-1 15,-2-3 2-15,0 0-1 0,2-3 2 16,-1-1-4-16,2-4-2 0,4 0 1 0,3-9-3 16,2-4-1-16,4-3 0 0,7 3-9 0,1-4-1 15,5 1-5-15,3-5-4 0,10-4-2 0,-4 8-4 0,7-7-1 16,-6 8 2-16,9-7-6 0,0-2 7 15,-10 12-2-15,13-7 2 0,-12 11-5 0,1-4 5 0,-2 2 4 16,-1 0 1-16,-2 3-2 0,-1-2 6 0,-2 1 2 16,-6 6-2-16,1-2 3 0,-3 2 3 0,0-1 0 15,-4 1 1-15,-1 2 1 0,-2 0 6 0,1 2 5 16,-2 1-2-16,-3-1 2 0,2 1 4 0,-3 1-1 16,0 8 1-16,-4-11-1 0,4 11-1 0,-6-8-6 15,2 5-4-15,4 3 4 0,-14-3-3 0,5 4 1 16,-4 1-1-16,3 1 0 0,-7 5-1 0,3 0 1 15,0 5-3-15,3-3-3 0,-1 5 3 0,2 0-1 16,2-2 1-16,3-1 0 0,1-1 1 0,2 6 1 16,2-5 1-16,2 2 2 0,2-3-4 0,4 2 2 15,1 1 3-15,1-5-3 0,3 3 2 0,2-3-3 16,0-2 5-16,3 0 1 0,-2-4-1 0,-3 1 0 16,4-1-1-16,1-2 1 0,0 1-2 0,-4-3 2 15,0-1-1-15,0-1 2 0,-2-2 0 0,4-2-1 16,-6 1 1-16,6-5-2 0,-5 0 2 0,0 0-1 15,1-2-2-15,-4 5-2 0,0-9-1 0,2 1 2 16,1 3 1-16,-2 4-1 0,-1-1-1 0,1 1 3 16,0 2-4-16,-3-2-3 0,-1 6 1 0,-1-1-5 15,1-1-1-15,-5 5-1 0,0 0-1 0,12 2-1 16,-12-2 4-16,6 8-2 0,-3 0 5 0,2 2 3 16,0 0-4-16,-3 4 0 0,1 0 2 0,-2 2-1 0,1 0 5 15,-1-1-18-15,-1 2-28 0,0-4-40 0,0 3-47 16,-1-6-63-16,-1 2-220 0,1-1-449 15,2-2 198-15</inkml:trace>
  <inkml:trace contextRef="#ctx0" brushRef="#br0" timeOffset="144421.84">17953 9013 202 0,'-7'-9'224'0,"-2"2"-11"16,0 3-11-16,-1 1-15 0,-4 0-10 0,1 3-14 16,-6 5-16-16,0 2-13 0,-7 8-11 0,0 2-6 15,3 7-9-15,-2-1-13 0,5 4-11 0,1-3-3 16,3 2-7-16,4 2-6 0,5-3-8 0,2 2-7 0,6-4-7 15,2-3-3-15,7 2-3 0,1 1-3 16,6-5-1-16,4 1-7 0,2-2-13 0,3-4-12 16,3-2-24-16,1-3-30 0,1-2-33 0,0-2-22 15,-1-3-32-15,0-1-16 0,-2-3-32 0,-6-1-154 0,-3 0-367 16,-3-4 164-16</inkml:trace>
  <inkml:trace contextRef="#ctx0" brushRef="#br0" timeOffset="145035.25">18192 8978 84 0,'3'-24'164'16,"0"7"8"-16,-2 6 12 0,1 0 1 0,-1 4-9 16,0 2-18-16,-1 5-18 0,1-10-20 0,-1 10-11 15,0 0-16-15,0 0-7 0,4 23-6 0,-5 2 0 16,-2 5 5-16,-2 0-10 0,3 4-3 0,-5 2-7 16,1 8-6-16,0-9 1 0,-2-2-9 0,3-6-3 15,1 0-5-15,-5-3-2 0,5-5-5 0,2-2-3 16,-1-1-2-16,0-7-2 0,2 2-6 0,0-5 4 15,1-6-4-15,-1 11 1 0,1-11 0 0,-2 8 10 16,2-8 8-16,-2 5 7 0,2-5-2 0,0 0-5 16,0 0-7-16,0 0-1 0,0 0-7 0,18-25 1 15,-7 11-7-15,1 0-1 0,6-6-7 0,-4 7-2 16,3-1-4-16,-2 0-2 0,6-2-2 0,-4 6 0 16,0 4-1-16,-2-3-5 0,-4 9 3 0,1-2-1 15,-2 2-3-15,0 4-3 0,-2 1 2 0,1 3 2 16,1 0 0-16,0 3 3 0,-2-1-3 0,3 2 0 15,-1 2 2-15,0-2 1 0,-1-2 2 0,-2-1-2 16,4-1 2-16,5-1 1 0,-6-2 2 0,10 1 1 16,-4-2 0-16,5-2-2 0,-1-1 0 0,1-1 3 15,-2-3-2-15,-1-1 1 0,2 1 1 0,-1-3 0 16,-3-2 6-16,0 3-1 0,-6-3 2 0,1 0 0 16,0-1 3-16,-3-1 0 0,-2-3-9 0,1 4 5 0,-2-1 0 15,-2 0-4-15,-1 0 3 0,-2 1 13 0,0 0 2 16,0 9-4-16,-3-14 1 0,-2 10-1 0,-2-1-5 15,7 5 2-15,-20-1-4 0,6 2-2 0,-4 3-3 16,-2 3-4-16,2 1 3 0,0 1-6 0,3 1 3 16,1 0-3-16,1 3 0 0,4-4-3 0,1 0 2 15,4 0-1-15,1-1 0 0,0-1 2 0,3 1-1 16,0-8 5-16,6 15-2 0,-2-8-1 0,4-1-5 16,2-1 5-16,3-2-3 0,5 0 5 0,-4-2-4 15,3 3 1-15,-3-3-2 0,-1-1 3 0,-2 1-4 16,-1 0 1-16,0 1-2 0,2 0-1 0,-6 1-5 15,5-1 6-15,-4 1-2 0,-1 1-5 0,0 0-18 16,0 4-23-16,-2-2-23 0,-1 1-23 0,-1 2-40 16,-1 1-46-16,2 0-33 0,-3 0-29 0,1 0-185 15,-2 0-460-15,-2 0 204 0</inkml:trace>
  <inkml:trace contextRef="#ctx0" brushRef="#br0" timeOffset="145250.09">18903 9445 82 0,'7'-16'168'0,"-1"-1"-16"0,4 1 7 0,1-2-1 16,2-2 2-16,-1 4-5 0,0 2 0 16,-1-1-3-16,2 3-8 0,1 1 0 0,1 1-7 15,-4 3-8-15,0 1-14 0,1 2-9 0,-3 2-10 16,3 1-12-16,-3 4-10 0,-1-2-4 0,0 6-11 0,1 0-5 16,-3 1-5-16,-1 2-3 0,0 0-4 15,-1 2-5-15,-4 5-3 0,0 0-1 0,-1-1-9 16,0-1-18-16,-1 1-27 0,0-5-33 0,-1 2-46 15,2-1-38-15,-3 0-29 0,3-3-35 0,-2 0-155 0,3-1-387 16,0-8 171-16</inkml:trace>
  <inkml:trace contextRef="#ctx0" brushRef="#br0" timeOffset="145877.54">19337 9292 47 0,'0'-28'209'0,"-3"10"-3"16,0 4 2-16,-2-3 3 0,-1 6-8 0,1 0-9 15,-1 3-18-15,2 5-17 0,-1-2-17 0,-4 2-16 16,9 3-11-16,-20 8-9 0,8-4-15 0,-4 7-7 16,2 3-10-16,2-2-5 0,1 4-10 0,0-3-7 15,6 3-7-15,1-4-1 0,1 4-5 0,3-1-6 16,4-3-6-16,1 0-8 0,2-2-10 0,3-1-5 16,4 0-3-16,-3-3-6 0,6-1-3 0,-3-2 4 15,1-1-1-15,-3-2-3 0,-1-1 3 0,1 0 3 16,-3-2-1-16,2 0 6 0,-5-1-4 0,3-3 2 15,-4 2-3-15,3 0 1 0,-2-3 1 0,-1 2 1 16,0 2 2-16,-5 4 8 0,6-10 2 0,-1 6 4 16,-5 4-7-16,5-4-4 0,-5 4-3 0,0 0-3 15,0 0 0-15,0 0 1 0,0 24 6 0,-7-2 7 16,-2 8 4-16,1 2 4 0,-2 1-3 0,-5 13 1 16,3-1 0-16,1-10 0 0,-2 10-3 0,0 0 2 15,2-12-3-15,0 0 2 0,1-5 3 0,-3 4-2 16,2-3 0-16,-1-1 2 0,5-11-8 0,-6 4 4 0,1-6 2 15,1-1-2-15,1-2 0 0,-6-2 0 16,3-1-4-16,1-4 0 0,-2-2 1 0,2-3 0 16,1-2 0-16,-1 1-1 0,0-3-7 0,2-3-4 15,1-3-6-15,3 0-2 0,1-6-8 0,4-2 2 0,5-1-4 16,4-7 0-16,8-1 0 0,3-1-2 0,13-11 1 16,2 0 0-16,4 3-1 0,2 0 4 0,1 3 1 15,2-3 4-15,-1-2-2 0,0 4-1 0,3 2 3 16,-5 2-1-16,-2 0 3 0,-9 9 2 0,-5-2 2 15,2 5-1-15,-6-1 3 0,-1 0 2 0,-6 6 1 16,-1-3 9-16,-3 7 6 0,-4-2 11 0,0 0 2 16,0 3 7-16,-1 0 0 0,-2 2 1 0,0 1-5 15,-2 5 1-15,0 0-6 0,-3-14-3 0,3 14-2 16,-9-2-2-16,9 2-4 0,-18 5 1 0,7 2-6 16,1 1 4-16,-3 3-8 0,0 1 0 0,1 0-1 15,5 4-2-15,0-5 0 0,2 6-7 0,3-1-19 16,2-1-24-16,4 1-25 0,2 0-33 0,4-1-35 15,2-1-29-15,7-1-40 0,6-3-39 0,1 2-165 16,6-3-446-16,1-2 197 0</inkml:trace>
  <inkml:trace contextRef="#ctx0" brushRef="#br0" timeOffset="146090.57">20169 9235 163 0,'4'-13'256'0,"-1"1"-5"0,1 1-13 15,-1 2-1-15,-2 2-8 0,-1 7-15 0,5-10-30 16,-5 10-16-16,3-8-19 0,-3 8-17 0,0 0-19 0,0 0-12 16,0 0-6-16,6 19-7 0,-3-7-9 15,-2 3-9-15,0 3-5 0,-1-1-6 0,1 2-7 16,-1-1-4-16,0 3-5 0,2-2-1 0,-1-1-11 16,0-1-26-16,1-1-37 0,-4 0-35 0,2-3-53 0,-1-2-51 15,1-1-51-15,-1 1-195 0,-1-4-452 0,0 0 200 16</inkml:trace>
  <inkml:trace contextRef="#ctx0" brushRef="#br0" timeOffset="146252.91">20202 9026 2044 0,'1'-17'8'0,"0"1"2"15,1 3-5-15,-1 4-23 0,0 2-34 0,-1 7 0 16,3-6 8-16,-3 6-16 0,0 0 0 0,0 0-18 15,15 11-21-15,-10 0-15 0,3 6-12 0,3 7-102 16,-3 2-246-16,0-1 109 0</inkml:trace>
  <inkml:trace contextRef="#ctx0" brushRef="#br0" timeOffset="146473.65">20414 9343 135 0,'0'0'197'0,"0"0"-3"16,0 0-6-16,8-17-18 0,-6 10-2 0,-2 7 0 15,5-13-4-15,3 4-14 0,-2-2-7 0,5-1-17 0,1-1-4 16,1-1-3-16,3 4-8 0,-1 0-3 16,-5 5-1-16,0-3-14 0,-2 7-10 0,0-2-7 15,-1 1-10-15,-7 2-8 0,16 3-6 0,-9 3-11 16,1 0-1-16,-2 3-3 0,-2 1-4 0,-1 0-3 0,-2 2 1 16,-1 4-9-16,-1 1-19 0,-2 0-29 15,-1-2-35-15,-1 2-43 0,0-2-57 0,1-2-59 16,-1-3-191-16,1 2-444 0,0-1 196 0</inkml:trace>
  <inkml:trace contextRef="#ctx0" brushRef="#br0" timeOffset="147340.37">21590 9203 106 0,'0'0'220'0,"0"0"-13"15,0-9-12-15,0 9-16 0,0 0-15 0,0 0-17 0,0 0-16 16,0 0-14-16,0 0-9 0,0 0-2 0,-9 19 11 15,-1-5-5-15,-4 0-11 0,-7 3-8 0,1 3-5 16,-2 1-10-16,-4-2-1 0,2 1-10 0,1-3-4 16,0 2-6-16,1-2-5 0,7-5-4 0,0 2-6 15,1-2-5-15,-3-2-3 0,4 0-2 0,2-3-2 16,1 2-3-16,2-3-3 0,3 0-6 0,-3-2 2 16,3-2-6-16,5-2 0 0,-8 4 3 0,8-4-6 15,-4 6-4-15,4-6 1 0,-5 3 0 0,5-3-7 16,0 0-8-16,0 0 0 0,0 0-2 0,0 0-3 15,0 0 1-15,23 3-3 0,-3-5 3 0,1-1 0 16,10 2-2-16,0 1-1 0,0 0 3 0,1 0 4 16,0 3-1-16,-4-3 2 0,-7 4-3 0,2-1 0 15,-1-2 3-15,-3 4 0 0,1-1-1 0,2 1 2 16,-5-1-4-16,-3-4 8 0,-1 0-4 0,-1 3 3 0,0-2-2 16,1 1 2-16,-2-2-2 0,-1 1 2 0,-1-2 1 15,0 0 1-15,-9 1 3 0,14-4 3 16,-7 1 7-16,0-2 8 0,-2-3-3 0,-1 2 0 15,-1-3-2-15,-1-1 5 0,0-1 3 0,-2-2-2 0,-2-3 7 16,0 0 5-16,-2 0-1 0,-2-3-10 0,-1 2 1 16,1-3-1-16,-2 5-2 0,0-3-6 0,-2 3-1 15,1-1 2-15,0 1-4 0,0 1 2 0,2 4-13 16,0 1-10-16,2 3-18 0,0 1-12 0,1-1-29 16,4 6-30-16,-7-7-36 0,7 7-26 0,-3-5-33 15,3 5-22-15,0 0-159 0,0 0-405 0,0 0 179 16</inkml:trace>
  <inkml:trace contextRef="#ctx0" brushRef="#br0" timeOffset="147846.01">22047 9179 95 0,'0'0'225'0,"0"0"-21"0,2-7-19 0,-2 7-20 16,3-5-10-16,-3 5-17 0,7-3-20 0,-7 3-15 15,15-3-6-15,-2 0-10 0,5 1-7 0,1 2-8 16,0 0-9-16,0-1-28 0,2 2-6 0,1-2-17 16,-3 1-14-16,-1 1-4 0,-4-2-12 0,-2 1-6 15,-3-2-5-15,0 3 3 0,-9-1-3 0,12 0 7 16,-12 0-3-16,0 0 1 0,0 0 1 0,2-5 11 16,-2 5-8-16,0 0 5 0,0 0 2 0,0 0 6 15,-20-8 0-15,20 8 10 0,-8-2-2 0,8 2 2 16,0 0-5-16,0 0 6 0,-13 7 11 0,8 1 17 0,0 2 5 15,2 1-2-15,-3 6-1 0,0 1 12 16,2 1 3-16,1 7-3 0,0-1 10 0,-2 1-5 16,2 0-6-16,1-1-3 0,0-1-6 0,2-5-1 0,2-1-8 15,-1 0-1-15,-2-1-5 0,1 1 0 0,0-6-1 16,-2 4-6-16,2-4 4 0,-1-1-1 16,0 0 1-16,1-2-3 0,-2 0 0 0,0-2-5 0,2-7 5 15,-5 10 1-15,-1-5 3 0,1-3-7 0,-3 1-1 16,0 0-2-16,-2-3 1 0,0 0-3 0,10 0 3 15,-15-3-4-15,9 0 2 0,-5-1-2 0,5 0-3 16,6 4 4-16,-7-6-4 0,7 6-2 0,-8-6 5 16,8 6-2-16,-5-4 1 0,5 4-5 0,0 0 2 15,-5-5-3-15,5 5-2 0,0 0 5 0,0 0-7 16,0 0 6-16,0 0-3 0,29 3 2 0,-15-2 4 16,3 1-4-16,5 1 1 0,-1-2-25 0,10 1-28 15,3 1-38-15,1-5-47 0,2 2-59 0,-1-1-140 16,3-3-362-16,-3 0 161 0</inkml:trace>
  <inkml:trace contextRef="#ctx0" brushRef="#br0" timeOffset="148061.34">22901 9390 191 0,'-6'-12'222'0,"3"6"-11"0,-2 1-12 0,-1 2-14 15,-3-1-8-15,-4 3-14 0,1 5-8 16,-4 1-8-16,-2 1-7 0,-6 8 1 0,1 3-4 15,2 1-11-15,2-2-12 0,1 3-9 0,7-3-14 16,2 1-8-16,2 1-10 0,2-1-2 0,4-1-9 16,3 3-4-16,5-3-6 0,2-1-7 0,4-2-9 15,8 4-23-15,5-4-20 0,6-1-37 0,2-4-37 16,1-1-57-16,-2-1-45 0,4-3-31 0,1 0-175 16,-2-1-420-16,-1-4 186 0</inkml:trace>
  <inkml:trace contextRef="#ctx0" brushRef="#br0" timeOffset="148198.44">23258 9636 59 0,'5'-1'270'0,"-5"1"-5"0,9-6-4 0,-9 6-9 16,5-3 3-16,-5 3-14 0,0 0-1 0,6-7-8 16,-6 7-13-16,0 0-21 0,0 0-4 0,5-3-34 15,-5 3-19-15,0 0-12 0,0 0-22 0,4-5-28 16,-4 5-36-16,0 0-44 0,0 0-58 0,0 0-75 16,3-7-97-16,-3 7-256 0,0 0-527 0,0 0 232 15</inkml:trace>
  <inkml:trace contextRef="#ctx0" brushRef="#br0" timeOffset="153521.6">11705 10721 157 0,'-4'-8'169'0,"4"8"-3"0,-3-4-12 15,3 4-9-15,0 0-1 0,-9-6-7 0,9 6 0 16,-5-4-6-16,5 4-4 0,0 0-13 0,0 0-6 16,-5-7-12-16,5 7-12 0,0 0-9 0,0 0-11 15,0 0-6-15,0 0-4 0,0 0-6 0,0 0-3 16,22-2-7-16,-3 1-3 0,11 1-4 0,1 1-2 15,3-4-6-15,4 2-19 0,-2-1-21 0,1 2-24 16,-1-1-31-16,1 2-29 0,-3-2-34 0,-5 4-34 16,-9-2-138-16,-6-1-332 0,-1 3 148 0</inkml:trace>
  <inkml:trace contextRef="#ctx0" brushRef="#br0" timeOffset="154037.66">11907 10679 141 0,'0'0'129'0,"0"0"-7"15,0 0-22-15,3 15 2 0,0-6-8 0,-2 3-3 16,3 6-6-16,-1 0-5 0,-1 9 6 0,1-2-5 16,-3 4-7-16,0-3-3 0,0 2 3 0,-1 0 3 15,-2-1-6-15,1-3-6 0,0 3-4 0,0-6-7 16,-1-2-3-16,0 2-8 0,1-5-3 0,-1 2-2 15,3-2-1-15,-5-5-12 0,7 1 2 0,-5 1-1 0,3-3 0 16,-1 0-1-16,0-2-7 0,-1 2 0 0,0-1-1 16,0-2-4-16,2-7 0 0,-2 14 1 0,0-11 0 15,0 4-3-15,2-7 0 0,-3 7-5 16,3-7 2-16,0 0 1 0,-4 8 1 0,4-8-3 0,0 0 1 16,0 8 2-16,0-8 3 0,0 0-6 0,0 0-2 15,-10 1 5-15,10-1-4 0,0 0-2 0,0 0 1 16,0 0 2-16,-15-9-4 0,8 7 1 15,7 2-4-15,-13-6 2 0,6 4-10 0,-1 0 14 0,0 0-4 16,8 2 3-16,-15-5-5 0,8 4-2 0,0-1 4 16,7 2-3-16,-12-2 0 0,6 1 1 0,6 1 2 15,-10-3 2-15,10 3-4 0,0 0 0 0,-11-1-2 16,11 1 0-16,0 0 2 0,0 0 5 0,0 0-5 16,-9-2-2-16,9 2-3 0,0 0 2 0,0 0-3 15,0 0 1-15,0 0-1 0,0 0 5 0,0 0-2 16,0 0 2-16,0 0 0 0,0 0 4 0,28 7 3 15,-13-5-3-15,4 0 2 0,3-1-5 0,-3 1 1 16,3 0-7-16,6 0-13 0,0-3-25 0,-7 3-23 16,0 1-24-16,0-2-19 0,-1-2-25 0,-2 1-12 15,4 1-125-15,-7-1-292 0,6 0 129 0</inkml:trace>
  <inkml:trace contextRef="#ctx0" brushRef="#br0" timeOffset="154291.37">12350 11101 124 0,'-5'-10'185'0,"-1"6"-10"0,6 4-7 0,-12-2-7 16,12 2-6-16,-18 0-3 0,6 2-11 0,0 2-9 16,-5 0-7-16,2 2-11 0,-4 3-10 0,2-1-10 15,-5 7-9-15,5-3-7 0,2 1-4 16,-1 1-9-16,2-1-10 0,2-1-5 0,2 1-5 0,2 1-2 15,5-3-3-15,-1 0-4 0,4 2-5 0,2-4-3 16,2 2-2-16,3-1-3 0,5 1-1 0,5-2-29 16,1-3-30-16,2 1-32 0,7-1-40 15,4-4-38-15,1 0-62 0,-5-1-117 0,6-1-353 16,-3-3 157-16</inkml:trace>
  <inkml:trace contextRef="#ctx0" brushRef="#br0" timeOffset="154467.79">12837 11104 36 0,'6'-3'167'0,"5"1"-11"16,1 0-19-16,1 2-14 0,4-3 0 0,2 1-21 16,-1 1-16-16,-3 0-13 0,4 1-33 0,-6 1-32 15,1 2-40-15,-3-3-41 0,-1 3-85 0,-2 0-171 16,-4-2 75-16</inkml:trace>
  <inkml:trace contextRef="#ctx0" brushRef="#br0" timeOffset="154629.57">12886 11208 110 0,'-5'4'142'0,"5"-4"-13"15,0 0 2-15,0 0-12 0,0 0-6 0,0 0-8 16,0 0 0-16,0 0-21 0,23 10-9 0,-12-9-17 15,3 0-34-15,5-1-51 0,2-1-59 0,2 0-95 16,8-3-195-16,-1 0 87 0</inkml:trace>
  <inkml:trace contextRef="#ctx0" brushRef="#br0" timeOffset="155190.44">14723 10918 1704 0,'-2'-28'-20'0,"-4"0"33"0,-1 1-2 16,2-1 15-16,0 12 12 0,-3 0-10 0,5 3 4 0,1 2 12 15,-2 2 3-15,1 3 6 0,2-1 2 0,1 7-12 16,-5-10-5-16,5 10-8 0,-1-8-4 0,1 8-3 16,0 0-7-16,0 0 4 0,0 0-1 0,10 24 4 15,-2-8-6-15,1 8 3 0,1 4 6 0,-1 1-1 16,4-1-3-16,0 3 6 0,-1 0-3 0,2-2 1 15,-4 1-4-15,2-3-1 0,1-2-1 0,1-3 7 16,-5-4-5-16,0-1-3 0,1-2 0 0,-1-2 0 16,-3-3 1-16,2 1 0 0,-3-3 0 0,3-1-2 15,-5-1-1-15,4-2 4 0,-5 1 13 0,-2-5 9 16,5 6 9-16,-5-6 5 0,0 0-4 0,0 0-5 16,0 0-5-16,15-11-5 0,-10 1-4 0,0-1-3 15,1-6-4-15,1 1-4 0,-1-3-3 0,4-7 0 16,-1 3-3-16,0-4-5 0,1 2 1 0,0-1 0 15,3-1 0-15,-1 0-4 0,1 4-5 0,-2 0 13 16,-1 6-14-16,-2 2 4 0,1 0-4 0,1 7-3 16,-7 0 0-16,0 4-5 0,0-2-25 0,-3 6-26 15,5-6-11-15,-5 6-16 0,0 0-24 0,0 0-39 16,10 12-20-16,-8 1-37 0,0 3-29 0,-4 1-149 16,0 4-412-16,0-2 183 0</inkml:trace>
  <inkml:trace contextRef="#ctx0" brushRef="#br0" timeOffset="155439.01">15335 11103 67 0,'-7'-8'235'0,"7"8"-14"0,-8-5-15 0,2 1-9 15,-2 3-14-15,8 1-11 0,-17 1-14 0,8 0-6 16,-2 3-13-16,-3 0-12 0,0 6-10 0,0-1-4 15,0 3-13-15,1 1-4 0,3 1-7 0,-1 0-13 0,4 0-7 16,0-2-5-16,5 0-4 0,-2 0-8 16,4 0-5-16,0 4-3 0,5-5-5 0,4 4 2 15,0-4-11-15,-1-2-30 0,8 3-34 0,-2-1-50 16,4-2-39-16,0-2-56 0,4-1-36 0,-2 0-162 0,1-4-408 16,7-1 181-16</inkml:trace>
  <inkml:trace contextRef="#ctx0" brushRef="#br0" timeOffset="155671.53">15743 11111 58 0,'-5'-10'220'0,"1"6"-11"0,4 4-9 0,-9-2-1 16,9 2-8-16,-19 2-4 0,5 4-5 0,-3 1-14 0,-3 2-7 15,2 2-17-15,0 2-12 0,1-1-15 0,-4 5-7 16,5-4-11-16,5-2-14 0,0 3-7 0,3-1-6 15,3-3-5-15,1 3-7 0,1-3-6 16,6 1-6-16,-1 0-4 0,3 0-9 0,4-3-20 0,4 3-25 16,2-2-22-16,2-4-34 0,1 1-39 0,1-1-31 15,0-2-26-15,2 0-43 0,-5 0-166 0,-2-1-399 16,-1-1 176-16</inkml:trace>
  <inkml:trace contextRef="#ctx0" brushRef="#br0" timeOffset="155970.2">14631 11541 13 0,'-52'5'208'0,"12"2"-9"0,4-5-5 16,15 1-8-16,4-3-11 0,3 1-16 0,4 2-15 15,3-1-15-15,7-2-8 0,0 0-12 0,17 13-9 16,12-8-4-16,11-1-9 0,26 0-2 0,33 0-6 16,2 0-6-16,-2-4-3 0,2 2-2 0,-1-8-4 15,-5 6-5-15,-2 2-3 0,-30-4-7 0,3 0-2 16,-2 0-7-16,-8 2-3 0,2 4-3 0,-7-4-6 16,-17 0-4-16,-2 2-15 0,-4-1-25 0,0 3-38 15,-7-1-35-15,-1 2-36 0,1-6-50 0,-10 4-206 16,1 1-412-16,-1-1 182 0</inkml:trace>
  <inkml:trace contextRef="#ctx0" brushRef="#br0" timeOffset="156391.66">14755 11856 53 0,'0'-11'243'15,"0"5"-9"-15,0 6-4 0,0-10-10 0,0 10-12 16,-3-8-15-16,3 8-13 0,0 0-24 0,0 0-14 16,0 0-15-16,0 0-15 0,0 0-15 0,0 0-7 15,0 0-10-15,0 0-8 0,3 30-8 0,1-10-3 16,-4 3-9-16,0 5 0 0,3-1-8 0,-3-1-1 16,-3 3-6-16,7-3-4 0,-4-1-2 0,-1 2-1 15,-2-2-7-15,3-1 1 0,-2-6-1 0,0 2-1 16,1 0-4-16,1-4 0 0,-3 0-7 0,2-2-13 15,1-4-20-15,0 1-18 0,0 1-28 0,1-2-42 16,-1-1-44-16,1-2-38 0,-1-7-46 0,-1 9-129 16,1-9-396-16,0 0 175 0</inkml:trace>
  <inkml:trace contextRef="#ctx0" brushRef="#br0" timeOffset="156746.53">14934 11801 93 0,'15'-7'160'16,"2"1"0"-16,-4 3-10 0,1 0 2 0,1 0-11 15,-1 2-12-15,-2 4-19 0,-1-1-1 16,-2 3-5-16,3 3-2 0,-6 1-9 0,3-1-4 16,-4 2-10-16,-2 3-8 0,-3-3 0 0,-3 3-5 0,-2 3-5 15,-3 1-5-15,-2-1-9 0,-3-3 2 0,-2 2-4 16,-2-4-6-16,-1 1-5 0,2 0-3 0,0-3 0 15,5-2-3-15,-2 0 0 0,4-3 2 0,0-1-1 16,3 1-3-16,0 0-1 0,6-4-4 0,-8 5 1 16,8-5-1-16,-7 4-4 0,7-4-5 0,0 0-1 15,-3 5 1-15,3-5-3 0,0 0 3 0,0 0-2 16,5 13 3-16,0-8 5 0,1 0 1 16,2 1-7-16,2 1 4 0,-1-1-2 0,5 2-1 0,1 2-1 15,3 0-6-15,-2 1 5 0,3-2-13 0,-1 0-23 16,1-1-32-16,1 1-33 0,-4-2-45 0,3 0-29 15,-1 0-42-15,-1-2-134 0,-4-3-369 0,5 3 163 16</inkml:trace>
  <inkml:trace contextRef="#ctx0" brushRef="#br0" timeOffset="157032.34">15379 12091 47 0,'0'0'206'0,"6"-6"-2"0,-6 6 3 0,4-6-9 16,-4 6-3-16,0 0-16 0,0 0-8 0,4-4-14 15,-4 4-18-15,0 0-16 0,0 0-5 0,0 0 0 16,0 0 5-16,0 0-6 0,-5 25 7 0,1-13-12 16,-2 5-9-16,-1 0-2 0,1 2-5 0,-4 5-3 15,2 0-13-15,-1-1-3 0,1-8-4 0,4 3-6 16,-3 0-7-16,0 0 2 0,1 7-7 0,1-9-4 16,2 0-5-16,1-1-5 0,-1-2-6 0,2-2 1 15,2 0-9-15,2 0 3 0,-2-2-2 0,5 0 1 16,2-1 1-16,5-1-6 0,1 0 6 0,6-2-5 15,8 2-4-15,3-5 18 0,3 0-20 0,0-2-18 16,3-4-17-16,-1 2-24 0,0-3-35 0,-1-1-43 0,1 2-45 16,-4-1-54-16,-3-2-63 0,-4-2-222 15,-5 2-543-15,-1-1 241 0</inkml:trace>
  <inkml:trace contextRef="#ctx0" brushRef="#br0" timeOffset="157172.25">15995 12349 33 0,'0'0'77'15,"0"0"-32"-15,0 0-57 0,0 0-13 0,0 0-25 16,0 0 12-16</inkml:trace>
  <inkml:trace contextRef="#ctx0" brushRef="#br0" timeOffset="170568.92">23148 11250 152 0,'0'0'136'0,"-5"-11"-2"0,3 5 1 0,2 6-2 15,-3-9 4-15,3 9-7 0,-2-6-12 0,2 6-10 16,0 0-11-16,-1-8-15 0,1 8-5 0,0 0-12 16,0 0-5-16,0 0-3 0,0 0-12 0,0 0 0 15,8 20-5-15,-3-9-4 0,0 1-5 0,0 4-1 16,4 9-6-16,4-2-2 0,-4 0 1 0,2 4-7 15,-1-2 2-15,1 1-2 0,-1 1-2 0,0-1 1 16,-1-2 4-16,-1-7-7 0,2 7-3 0,-4-6 4 16,2-3-6-16,-2 0 1 0,-1-5 1 0,-1 0-9 15,0-3 4-15,-1 0 3 0,-1-2-5 0,1 0 4 16,-3-5 2-16,4 7 3 0,-4-7 1 0,0 0-7 16,0 0 5-16,0 0-1 0,14-17 0 0,-11 6 3 15,4-6-7-15,-1-1-2 0,-1-1 3 0,1-5 5 16,-1-2-3-16,2 0-2 0,-2 0 2 0,2-1-5 15,-2 0 3-15,4 2 0 0,-3-1-4 0,1 1 1 16,-4 5-4-16,4-3 2 0,-3 5 1 0,2 3-2 0,-2 2 2 16,0 1-1-16,-2 4-1 0,0 1-12 0,0 0-31 15,-2 7-9-15,4-7-13 0,-4 7-17 16,0 0-7-16,0 0-12 0,0 0-14 0,10 19-10 16,-7-9-10-16,-1 6-103 0,-1-4-256 0,2 4 114 0</inkml:trace>
  <inkml:trace contextRef="#ctx0" brushRef="#br0" timeOffset="170811.34">23764 11464 16 0,'0'0'130'0,"0"0"4"0,0 0 1 0,0 0-7 0,-36-4 0 15,24 6-6-15,1 0 0 0,-4 2-10 0,3 0-8 16,-3 5-8-16,1-1 0 0,0 0-6 0,2 5-9 15,-1 0-9-15,1 0-2 0,3 1-6 0,1 1-5 16,-1 1-7-16,5-1-5 0,2-3-2 0,2 0-7 16,0 1-3-16,1-1-4 0,3 1-2 0,2-3-9 15,0 0-18-15,9 4-32 0,-1-2-37 0,0-3-22 16,2-3-48-16,1 1-33 0,2-3-92 0,0-4-282 16,8-2 125-16</inkml:trace>
  <inkml:trace contextRef="#ctx0" brushRef="#br0" timeOffset="171050.31">24032 11424 135 0,'0'0'169'0,"-10"-3"-9"0,3 1-7 16,7 2-7-16,-17 4-2 0,6 1-7 0,-1 2-12 15,-2 4-5-15,1 3-7 0,-4 5-6 0,3-3-11 16,-1 6-8-16,4-6-9 0,1 2-10 0,3 2 1 15,0-2-9-15,3 0-6 0,2 0-5 0,2 0 0 16,1-2-12-16,4 0 1 0,3-1-4 0,1-5-10 16,1 3-15-16,2-4-21 0,3-1-27 0,0-2-22 15,4 1-33-15,-1-5-33 0,4-1-35 0,-2 2-137 16,0-5-323-16,1-2 144 0</inkml:trace>
  <inkml:trace contextRef="#ctx0" brushRef="#br0" timeOffset="171233.99">24441 11430 105 0,'0'0'130'16,"6"-3"-8"-16,-6 3-10 0,11-4-15 0,-5 3-4 15,-6 1-6-15,13-3-26 0,-13 3-29 0,14 2-30 16,-14-2-44-16,14 1-37 0,-14-1-41 0,8 2-130 15,-8-2 57-15</inkml:trace>
  <inkml:trace contextRef="#ctx0" brushRef="#br0" timeOffset="171395.87">24402 11531 119 0,'0'0'120'16,"0"0"-6"-16,0 0 6 0,0 0-13 0,21 6-9 0,-9-6-13 15,2 0-4-15,4-1-12 0,2 1-3 0,2-1-34 16,-2-1-35-16,8 1-38 0,-1 0-45 16,-9 0-62-16,-1-3-158 0,-1 2 70 0</inkml:trace>
  <inkml:trace contextRef="#ctx0" brushRef="#br0" timeOffset="180586.9">25159 11205 41 0,'0'0'154'16,"0"0"-2"-16,0 0-1 0,0 0-18 0,0 0-7 16,0 0-15-16,0 0-10 0,0 0-26 0,0 0 5 15,0 0-7-15,0 0-6 0,0 0 9 0,0 0-4 16,0 0-1-16,17 17 1 0,-12-9-4 0,-3 1-5 16,2 1-6-16,3 3 1 0,-6-2-4 0,7 3 0 15,-2 0-4-15,0 2-5 0,0-1-6 0,-1-4-5 16,4 4 0-16,0 0-6 0,0 0 1 0,0 0-6 15,-3-5 2-15,1 1-1 0,0 0-2 0,-2 0-4 16,3 0-2-16,-6-6 0 0,6 5-3 0,-4 0 2 16,1-4-6-16,-1-1-2 0,-2 0 2 0,0 2 1 15,-2-7-1-15,5 7 0 0,-5-7 4 0,5 6 3 16,-5-6 9-16,0 0-6 0,0 0-1 0,0 0 1 16,10-17 0-16,-7 2-2 0,3 2 0 0,-3-1-1 15,3-5 5-15,-1 0-3 0,0 1-2 0,3-9-2 16,1 0 3-16,-5-1-6 0,4-2 3 0,1 3-3 15,2-4-2-15,-2 2-1 0,-4 2 1 0,1 8-1 16,-1 1-2-16,1 1-1 0,-1 1-5 0,0 0 4 0,-3 7 2 16,2 0-2-16,-4 3-1 0,3 0-1 0,-3 6-2 15,2-8-16-15,-2 8-17 0,0 0-8 0,6-6-9 16,-6 6-11-16,0 0-16 0,0 0-16 16,12 18-19-16,-10-8-7 0,2 3-17 0,1 3-12 0,-1 1-19 15,-1 1-118-15,1 0-307 0,-2 0 136 0</inkml:trace>
  <inkml:trace contextRef="#ctx0" brushRef="#br0" timeOffset="180818.87">25743 11323 157 0,'0'0'163'15,"-28"3"-8"-15,28-3-1 0,-16 7-9 0,7-1-6 16,1-1-11-16,-1 2-10 0,-1 0-8 0,2 0-5 15,-1 3-3-15,3-2-12 0,0 3-1 0,-2-4-14 16,3 5-7-16,3-3-8 0,-2-1-1 0,3 2-11 16,1 0-2-16,3 0 1 0,3 2-8 0,-3-7-5 15,3 5-13-15,6-2-25 0,-2 0-30 0,7-1-31 16,0-2-16-16,2 1-30 0,10-5-26 0,0-2-17 16,-5-1-107-16,-1 0-283 0,8-2 125 0</inkml:trace>
  <inkml:trace contextRef="#ctx0" brushRef="#br0" timeOffset="181200.83">26201 11249 51 0,'-7'-3'183'0,"0"0"0"0,-4 0-4 0,-2 2-12 16,-3 2-2-16,1 4-11 0,-2-1-18 0,4 2-6 16,-3 4-8-16,3 2-10 0,-3 1-12 0,5-2-10 15,-1 2-10-15,5-2-9 0,-1 0-13 0,4 2 2 16,3 1-6-16,1-1-2 0,3-3-8 0,1 1-1 15,2-1-2-15,3 0-8 0,3 0-3 0,-1-4-7 16,7 1-5-16,-5-4-1 0,4 1-9 0,-5-1 2 16,-1-1-6-16,1-1-4 0,-5 0 3 0,-1 0 2 0,-6-1-2 15,12 2-1-15,-12-2 5 0,0 0-4 16,9-5-3-16,-9 5 4 0,0 0-3 0,0 0 6 16,0 0 4-16,0 0 3 0,0 0 1 0,0 0 0 15,0 0-1-15,-29-5-3 0,29 5 1 0,-19 6 3 0,4 1 4 16,4 0 3-16,-5 2 3 0,1 2 0 0,1-2-4 15,1 3-7-15,1 2 3 0,3-5 0 0,1 3-5 16,3-1 3-16,-2-3-6 0,4 5 0 16,1-3 3-16,0 1-3 0,6 1-1 0,-2-1-1 0,1-3 4 15,4 2-2-15,2-3-1 0,2-1-7 0,-1 0-13 16,3-4-22-16,-1 3-28 0,3-1-33 0,-2-3-32 16,5-2-28-16,-1 1-40 0,0-3-164 15,-1 0-388-15,1-2 172 0</inkml:trace>
  <inkml:trace contextRef="#ctx0" brushRef="#br0" timeOffset="181416.4">26565 11353 64 0,'4'-9'256'0,"-4"9"-17"0,0 0-19 15,5-8-17-15,-1 4-23 0,2 0-16 0,4 1-17 16,1-2-10-16,9-1-15 0,0 1-14 0,11-1-11 15,3 0-3-15,-2-1-14 0,1 2-6 0,2-1-9 16,-4 2-10-16,3 2-26 0,-7 1-26 0,-5 0-34 16,-2-1-46-16,-3 2-24 0,0-1-19 0,-4 0-33 15,-3-1-32-15,-4 2-94 0,-6 0-302 0,0 0 135 16</inkml:trace>
  <inkml:trace contextRef="#ctx0" brushRef="#br0" timeOffset="181626.08">26913 11097 76 0,'-3'-9'228'0,"-1"3"-5"16,0 2-2-16,4 4-12 0,-6-9-17 0,6 9-22 15,-4-5-18-15,4 5-16 0,0 0-12 0,0 0-2 16,0 0-2-16,-4 22 0 0,4-7 8 0,-2 2-8 16,2 2-9-16,-3 8-10 0,3-6-10 0,0 2-1 15,-2 2-19-15,2 0-6 0,-2-6-6 0,2 0-1 16,0 5-8-16,0-5-24 0,-2 0-29 0,4-2-42 15,-4-1-52-15,2 0-48 0,0-4-55 0,2 5-230 0,-4-1-464 16,2-6 206-16</inkml:trace>
  <inkml:trace contextRef="#ctx0" brushRef="#br0" timeOffset="182225.46">27622 10979 63 0,'-9'-4'194'0,"9"4"-13"0,-9-3-17 0,9 3-11 15,0 0-15-15,-4-4-12 0,4 4-11 16,0 0-13-16,0 0-13 0,0 0-9 0,0 0-7 16,0 0-6-16,0 0-6 0,0 0-6 0,0 0-7 15,0 0 5-15,0 0-10 0,26 3-9 0,-9-3 5 0,1 1-11 16,4-1 0-16,-1-3-4 0,7 2-1 0,-7 1 0 16,6 0-18-16,-7-3-19 0,0 3-22 0,-2 0-14 15,-7 0-25-15,3 0-29 0,-4 0-30 16,-2 0-24-16,-8 0-82 0,9 0-260 0,-9 0 115 15</inkml:trace>
  <inkml:trace contextRef="#ctx0" brushRef="#br0" timeOffset="182622.49">27820 10945 93 0,'0'0'159'16,"0"0"-6"-16,0 0-12 0,0 0-20 0,0 0-13 15,0 0 12-15,0 0 8 0,-4 15 3 0,3-6 3 16,-1 5-3-16,0 4-1 0,0 0-7 0,1 6-7 15,1 0-7-15,-2 1-8 0,3-6 1 0,-2 2-11 16,2-2-8-16,0 1-4 0,-1-3-7 0,0 0-3 16,1-4-5-16,1 2-3 0,0 0-6 0,1-1-6 15,-3-4-2-15,3 0-5 0,-2 0-9 0,-1-2 4 16,0-1-5-16,2 1-3 0,-2-8-1 0,2 11-7 16,-2-11 1-16,0 9 1 0,0-9-4 0,-4 7-1 15,4-7 2-15,-9 7-6 0,0-3-2 0,-2-1 2 16,0-1 0-16,0-1-3 0,-2 1-3 0,0-2 2 15,0-2-4-15,2 2-2 0,-2-1 2 0,5 1 2 16,-1-4-5-16,1 3-1 0,8 1-1 0,-14-4 4 16,8 2 1-16,6 2-3 0,-10-2-1 0,10 2-4 15,0 0-1-15,0 0 0 0,0 0-3 0,-11 1 4 16,11-1 1-16,0 0-4 0,0 0 4 0,0 0-1 16,27 10-4-16,-11-8-10 0,1 1-11 0,2-1-17 15,2 0-17-15,0-2-22 0,6 2-23 0,5-4-25 16,-5 1-13-16,4-4-15 0,0 4-15 0,-1-3-1 15,3 0 5-15,-2 0 1 0,1 0-121 0,-3 1-312 16,0-4 139-16</inkml:trace>
  <inkml:trace contextRef="#ctx0" brushRef="#br0" timeOffset="182804.34">28197 11301 662 0,'16'-7'-36'0,"0"-2"32"15,-7 2 15-15,1 0 18 0,-1 0 31 0,-5 1 3 16,-2-2-1-16,0 3 16 0,-2 5 14 0,-2-13 8 0,2 13-1 16,-6-10 9-16,0 5 0 0,-2 1 0 0,0 3 3 15,-3-1-1-15,0 4-2 0,0 0 1 0,-3 4-9 16,-1 1-1-16,-8 7-7 0,8-4-1 15,-1 4-5-15,3 0-6 0,0-1-9 0,1 2-5 0,0-2-11 16,7 2-2-16,1-4 0 0,2 2-8 0,2 3-6 16,2-4-5-16,7 1-25 0,3 0-25 0,3-2-38 15,3-2-45-15,0 1-45 0,9-2-41 16,-1 1-47-16,0-4-139 0,5-5-401 0,-2-1 178 0</inkml:trace>
  <inkml:trace contextRef="#ctx0" brushRef="#br0" timeOffset="183041.75">28621 11101 185 0,'4'-9'283'15,"0"-1"-5"-15,-2 5-11 0,0 0-18 0,-2 5-16 16,2-9-30-16,-2 9-26 0,0 0-19 0,0 0-13 16,0 0-7-16,0 0-10 0,3 28-7 0,-6-12-2 15,1 5-11-15,-2 3-13 0,0 1-8 0,1-6-10 16,0 7-6-16,-1-5-3 0,6 1-7 0,-4-5-10 15,2 2-2-15,0-2-8 0,2 0-12 0,0-1-22 16,0-4-20-16,-1 0-28 0,1-4-18 0,1 3-23 16,-1-4-33-16,-2 1-31 0,0-8-28 0,2 10-14 15,-2-10-29-15,0 8-183 0,0-8-431 0,0 0 191 16</inkml:trace>
  <inkml:trace contextRef="#ctx0" brushRef="#br0" timeOffset="183347.37">28712 11011 166 0,'16'-24'185'0,"1"4"1"16,2 2-3-16,-2 6-4 0,-3 2-5 0,5 1-17 15,-4 1-12-15,2 5-12 0,-4 3-13 0,1 0-8 16,-3 3-9-16,1 0-11 0,-2 4-4 0,-2 2-8 16,-2 1-5-16,-1 5-12 0,-3 2 4 0,-4-2-7 15,-3 2-4-15,-5 6-4 0,-1-6-1 0,-8 4-5 16,-1 1-3-16,-2-3-4 0,2-2-3 0,-2-2 1 15,4-2 0-15,3-4-2 0,0 3 0 0,1-4-7 16,2 0 1-16,2-1-2 0,1-3-4 0,0 1-4 0,5-1-8 16,-1-1 4-16,0 2-1 0,5-5-3 15,-5 9-2-15,5-9 7 0,2 11-6 0,1-5-1 0,7-1 0 16,-1 3 0-16,0-2 0 0,9 2-4 0,1-1-5 16,4-1-8-16,-1-3-22 0,8 0-27 0,1 2-41 15,-2-3-36-15,2 1-40 0,-1-2-40 0,-1 2-182 16,2-3-428-16,-1 2 189 0</inkml:trace>
  <inkml:trace contextRef="#ctx0" brushRef="#br0" timeOffset="183557.46">29350 11243 40 0,'-13'-8'268'0,"1"8"0"0,1 1-5 15,-7 2-10-15,0 3-7 0,-9 2-8 0,0 4-2 16,-1-2-22-16,3 5-11 0,-3 0-21 0,6 1-17 15,-1 2-16-15,5 1-10 0,4-5-19 0,2 1 1 16,6-1-27-16,3-2-6 0,3-1-5 0,6 6-20 16,2 0-20-16,5-4-36 0,5-2-24 0,7-2-42 15,5-3-36-15,0-2-44 0,0 0-42 0,3-2-21 16,-1-2-28-16,-1 1-197 0,-2-4-462 0,0-1 204 16</inkml:trace>
  <inkml:trace contextRef="#ctx0" brushRef="#br0" timeOffset="209560.8">10422 12935 111 0,'5'6'122'0,"0"3"-8"0,-1 0-8 0,0 1-13 0,1 6 4 16,1-1-10-16,0-1-2 0,1 3-2 0,-1-2-11 15,1 1-2-15,0 1-1 0,-2-5-7 16,2 5-3-16,-1 0-2 0,-1 1 0 0,0-3-8 0,3 2 2 16,-3 0 11-16,0 2-5 0,2-2-4 0,-1 2-5 15,0-3-7-15,1 2 1 0,-1-1-8 0,-1-1 2 16,2 1-8-16,0-1 0 0,-2-1 0 0,2-4-1 15,-2 0-3-15,-1 0 3 0,0-2-4 0,1 0 1 16,0 0-3-16,-3-3 1 0,2-1 2 0,-4-5 3 16,4 7 6-16,-4-7 10 0,4 7 9 0,-4-7 5 15,0 0-5-15,0 0-6 0,0 0-3 0,16-15-6 16,-8 3-5-16,-3 1-2 0,6-7 4 0,0-4 0 16,1-1-4-16,2-1-4 0,-2-2-1 0,4 1-2 15,-3 1-1-15,-2-5-3 0,8 1 0 0,-6 1-5 16,5-4-4-16,-7 4 1 0,2-1 1 0,0 4-3 15,0-2 1-15,-3 10-2 0,-2-1 0 0,-2 6-1 16,0 0-1-16,-1 5-2 0,-1 2-4 0,-1-1-2 16,-3 5-4-16,6-7-13 0,-6 7-5 0,0 0-1 15,0 0-15-15,5 13-29 0,-5-13-33 0,-2 27-38 16,-1-6-25-16,-2 4-30 0,-1 4-154 0,-6-3-376 16,6 1 166-16</inkml:trace>
  <inkml:trace contextRef="#ctx0" brushRef="#br0" timeOffset="209791.84">11099 13336 45 0,'-14'1'186'0,"14"-1"0"0,-20 3-7 0,11 1-11 15,-2 1-6-15,-3 4-14 0,-1 1-14 0,1 1-6 16,1 1-12-16,-2 1-6 0,2 4-8 0,1-1-11 15,1-2-8-15,2 1-6 0,3 0-6 0,-2 2-8 16,4-1-5-16,3 0-6 0,-2-1-5 0,6-3-9 16,3 2-22-16,2-3-28 0,-2-2-48 0,2 0-52 15,7 0-53-15,-1-1-154 0,4-4-345 0,1-1 153 16</inkml:trace>
  <inkml:trace contextRef="#ctx0" brushRef="#br0" timeOffset="210142.52">11418 13391 87 0,'0'0'200'0,"-12"1"-4"0,12-1-9 15,-14 6-18-15,8-3-14 0,-4 1-9 0,3 4-17 16,0 0-18-16,2 1-7 0,0 0-11 0,4 1-3 16,0 0-13-16,1 0-8 0,0-2-6 0,3 2-5 15,2-2-6-15,1 1-3 0,2-2-5 0,1-1-4 16,3 0-1-16,-2-2-4 0,0-1-4 0,-1 0-3 15,-2 0 0-15,-1-2-3 0,-6-1 13 0,11 4 9 16,-11-4 14-16,7 3-8 0,-7-3 2 0,0 0-10 16,0 0 0-16,0 0-5 0,0 0 1 0,-26 1-3 15,14 1 4-15,-8 3-5 0,1-2 2 0,-5 6 3 16,-3 0-1-16,2 0-1 0,4-1-1 0,4 2-2 16,0-2-5-16,3 1-1 0,0 0-7 0,3-3 0 15,4 2 0-15,0-4-8 0,2 3 6 0,4 1-3 16,1-8-5-16,-1 12 4 0,1-12-2 0,7 11-4 15,2-6-7-15,3 0-23 0,6 1-35 0,0-3-38 16,10 0-60-16,1 0-60 0,3-2-69 0,-4-2-143 16,5-1-459-16,2 0 203 0</inkml:trace>
  <inkml:trace contextRef="#ctx0" brushRef="#br0" timeOffset="210745.87">11803 13814 112 0,'3'-7'183'16,"1"0"-7"-16,-1 1 3 0,1-3-5 0,0 0-16 16,1 1-10-16,0-3-3 0,3 1-1 0,-2 0-9 0,5-5-8 15,-1 1-6-15,2 0-6 0,-1-1-9 16,-1-1-9-16,5-4-9 0,4-1-5 0,-4-1-9 15,0-3-7-15,3 0-5 0,-2 2-6 0,-3-3-4 16,-2 2 3-16,3 0-10 0,-6 1 1 0,-1 6-5 16,-1 2 5-16,-2 2 5 0,-2 3 2 0,1 0 2 15,-2 4 3-15,1-2-14 0,-2 8-5 0,0 0-6 0,-4-11 1 16,4 11-10-16,-13 1-3 0,13-1-5 16,-20 9-1-16,4 3-1 0,1 1 0 0,0-1-4 15,2 2-2-15,1 2 0 0,3-1-5 0,5 0-1 0,2 0 0 16,2 2-1-16,3-5 1 0,3 4-1 15,4-1-1-15,3-2-1 0,1 2 2 0,7 1-3 16,0 0-2-16,-4-4-1 0,-1-1 1 0,2 3 1 16,0-4 0-16,-5 1 0 0,1 0-1 0,-5-2 1 15,-1 0 0-15,0 1-1 0,-1 0 0 0,-3-1 3 0,-2-2-1 16,-2-1 1-16,0 4 1 0,-4 0 1 0,-2-2 1 16,-1 2 2-16,-1-3 1 0,-4 0-6 0,2 1-1 15,1-3 1-15,-4 0-13 0,4 0-20 16,-5-2-26-16,4-1-35 0,0-1-34 0,3 1-34 0,7-2-35 15,-11 1-32-15,11-1-167 0,0 0-431 0,-9-5 191 16</inkml:trace>
  <inkml:trace contextRef="#ctx0" brushRef="#br0" timeOffset="211120.27">12433 13543 83 0,'0'0'186'0,"0"0"2"16,-16-9-4-16,5 9-6 0,-1 2-6 15,-4 3-12-15,-2 1-5 0,3 0-14 0,-6 3-9 0,4 0-13 16,-1 1-7-16,7-3-13 0,1 1-12 0,1 1-8 16,5 1-8-16,-1 0-7 0,3-1-5 0,2 1-4 15,1 0-6-15,5-2-3 0,0-1-4 0,1 1-4 16,7-3-3-16,-3-1 1 0,5 0-6 0,0-3-2 16,4-2-3-16,-5 2-1 0,5-5-1 0,-1 1-3 15,-6-1 3-15,6 0-3 0,-7-3 13 0,0 3 0 16,2-7-1-16,-4 4 4 0,0-1 3 0,-5-1-3 15,-1 0-2-15,2-3-2 0,-3 3 0 0,1 2 0 16,0-1 2-16,-2 2 3 0,-2 6-4 16,3-8-4-16,-3 8-2 0,1-5-6 0,-1 5-9 15,0 0 1-15,0 0-4 0,0 0-1 0,0 0-2 0,0 0 2 16,-8 27-2-16,6-15-1 0,0-2 1 0,-1 6 1 16,3 0-2-16,0-1-2 0,0-1 1 0,0-3 4 15,1 5-1-15,3 1-9 0,-2-5-17 0,0-1-30 16,3 0-38-16,-2-3-42 0,3 2-43 0,-1-5-43 15,5-1-48-15,-2-3-146 0,-8-1-444 0,19-3 197 16</inkml:trace>
  <inkml:trace contextRef="#ctx0" brushRef="#br0" timeOffset="211347.84">12818 13322 230 0,'0'0'224'0,"0"-9"-21"15,0 9-22-15,0 0-9 0,0 0-6 0,0 0-5 16,0 0-4-16,0 0-7 0,1 36 5 0,-1-12-6 16,0 1-8-16,-1 3-6 0,-1-1-11 0,0-1-5 15,-2 0-15-15,4 2-9 0,-4-3-5 0,1 2-10 16,1-8-11-16,-2 6-4 0,4-1-5 0,-5-8-4 16,2 2-19-16,-1 2-23 0,2-5-29 0,0 2-41 15,-1-1-43-15,3-3-61 0,-4-4-55 0,2-1-217 16,-2-1-468-16,0-4 207 0</inkml:trace>
  <inkml:trace contextRef="#ctx0" brushRef="#br0" timeOffset="211497.11">12678 13560 151 0,'4'-7'144'0,"-4"7"-14"0,0 0-18 16,13 0 3-16,-6 0-19 0,5 1-10 0,5-1-39 15,3 0-53-15,9-2-56 0,3 2-74 0,4-2-147 16,18-1 65-16</inkml:trace>
  <inkml:trace contextRef="#ctx0" brushRef="#br0" timeOffset="212091.84">14001 13777 95 0,'0'0'230'0,"-14"-16"-12"0,14 16-9 16,4-14-20-16,0 4-7 0,2 0-12 0,-2 0-6 16,0-3-15-16,3-1-10 0,2 0-13 0,0-2-5 15,0 0 1-15,2-1 0 0,0-1-13 0,0-5-8 16,2 3-6-16,1-2-2 0,-5 4-2 0,-2 0-11 15,4 1-2-15,-2 1 3 0,0 0-7 0,-4 6 0 16,0 0-1-16,-3 4-8 0,0 0-7 0,0 0-10 16,-2 6-1-16,6-8-12 0,-6 8-8 0,0 0-3 15,0 0-2-15,0 0-8 0,0 0 3 0,0 0-3 16,-6 27 3-16,0-14-7 0,4 3 0 0,-4 2 3 16,2 0 1-16,1-2-2 0,-1-1-9 0,2-2 6 15,0-2-4-15,0 0-2 0,2 0 5 0,2 0-3 16,2-2 4-16,3 0-1 0,4-2-2 0,2-2 5 15,-2-1-5-15,6-2-1 0,4-1 1 0,-2-1-2 0,1-4 1 16,1 1 0-16,-4-2 5 0,0-1 4 16,0-1-9-16,-5 2 4 0,-2 0-6 0,0-2 2 15,-3-2 1-15,-1-1 0 0,-1 1-3 0,-1-1 7 16,-2-3-7-16,-1 3-2 0,-1-1 0 0,1 0 2 16,-5 3-1-16,2-2-3 0,2 10 3 0,0-11-5 15,0 11-2-15,-2-10 2 0,2 10-6 0,-3-3-4 16,3 3 8-16,0 0-3 0,0 0 1 0,-12 19 5 15,9-8-2-15,-4 4-2 0,4 3 0 0,-3-1 5 16,0 0-3-16,-2 2 0 0,4-2 1 0,0 8 1 0,-3-9-3 16,5 2 5-16,-3 0 1 0,3-2-4 0,0-1-2 15,-5 1 5-15,2 0-4 0,1 1 6 16,1-2 1-16,-1-4-11 0,2 0-24 0,0-3-19 16,0-1-24-16,-3 2-24 0,3-4-31 0,2-5-46 15,-7 8-51-15,2-5-51 0,-3 0-162 0,8-3-477 0,-12-3 210 16</inkml:trace>
  <inkml:trace contextRef="#ctx0" brushRef="#br0" timeOffset="212272.51">14070 13294 86 0,'0'0'206'0,"0"-9"-20"0,0 9-17 0,0 0-21 15,0 0-14-15,0 0-14 0,0 0-23 0,0 0-36 0,0 0-49 16,22 18-50-16,-13-12-62 0,-2 2-81 0,4-1-194 16,-1-1 86-16</inkml:trace>
  <inkml:trace contextRef="#ctx0" brushRef="#br0" timeOffset="-214276.67">14872 13589 134 0,'0'0'201'0,"-1"-7"-10"16,1 7-12-16,0 0-11 0,1-9-20 0,-1 9-15 15,0 0-16-15,0 0-15 0,0 0-11 0,0 0-8 16,0 0-14-16,0 0-2 0,12 15-8 0,-7-5-7 15,3 5-5-15,-2 2-2 0,2 1-6 0,-2 0-2 16,3 7-7-16,0 1-1 0,-1-2-2 0,-2 1-2 16,3 0-4-16,-4-5 2 0,-2-4-3 0,3 0-2 15,-1-1-2-15,-3-4-3 0,4-1-2 0,-3 1-1 16,0-1 3-16,-1-1-4 0,0-3 2 0,1 0 1 16,-3-6 7-16,2 9 17 0,-2-9 5 0,0 0 6 15,0 0-3-15,0 0-7 0,0 0-3 0,16-16-4 16,-7 6 2-16,-3-5 2 0,1-1 0 0,0 1 0 15,2-7-3-15,3-1-1 0,0 0-2 0,-5 4-5 16,2-7-3-16,5 3 0 0,-7-1 0 0,4-1-2 16,-5 6-4-16,5 1 0 0,-1 1-4 0,-4 2-1 15,2 0 1-15,-2 7-1 0,-1 0-1 0,-2 1-3 16,-1 1 0-16,-2 6-4 0,3-8-8 0,-3 8-23 16,0 0-25-16,2-5-13 0,-2 5-12 0,0 0-26 15,0 0-40-15,4 17-27 0,-4-6-28 0,0 0-147 16,-6 5-375-16,4 0 167 0</inkml:trace>
  <inkml:trace contextRef="#ctx0" brushRef="#br0" timeOffset="-212766.88">15435 13698 100 0,'0'0'203'0,"-5"-11"3"0,2 6-1 15,3 5-13-15,-7-6-14 0,7 6-8 0,-8-7-16 16,8 7-14-16,-6-4-13 0,6 4-14 0,-9-3-11 0,9 3-7 16,0 0-8-16,-19 7-10 0,9 0-7 15,-1-1-3-15,1 2-6 0,-3 3-5 0,0 1-4 16,2 1-7-16,-1 2-4 0,6-6-5 0,-2 5-3 16,0 1-3-16,3-3-3 0,-1 2 0 0,2-3-4 15,-1 1-5-15,4-1 0 0,-3 0-1 0,4-2-4 16,3 1 1-16,-2-3-2 0,0-1 3 0,0 1-6 15,4-1 5-15,0 0-2 0,1-2-3 0,3 2-1 16,-3-3 0-16,4 1 1 0,-1-1 0 0,-2-1 0 16,4-1-3-16,-1-1 2 0,-2 0-1 0,-8 0-3 0,16 1 1 15,-9-1-1-15,1 0 2 0,-8 0 0 16,12-2-1-16,-12 2-1 0,11-2 0 0,-11 2 5 16,9-4-4-16,-9 4-2 0,6-3 3 0,-6 3-2 15,0 0-1-15,8-2 1 0,-8 2-2 0,0 0 2 16,7-4 1-16,-7 4-4 0,4-7 0 0,-2 2 0 15,-2 5 1-15,5-7-1 0,-5 7 1 0,2-10-1 0,1 4 1 16,-3 6-2-16,5-8 2 0,-4 1-2 16,-1 7 5-16,2-11-6 0,-2 11 3 0,3-10-1 15,-3 3-1-15,0 7 3 0,1-13-3 0,1 7 2 0,-2 6-3 16,0-11 2-16,0 11 0 0,1-9 4 16,-1 9-6-16,0-9 5 0,0 9-2 0,0 0-2 0,0-9 1 15,0 9 1-15,0 0-1 0,0-7-1 16,0 7 0-16,0 0 0 0,0 0 0 0,0-10-2 15,0 10 3-15,0 0 0 0,0 0 0 0,-1-11 0 0,1 11-2 16,0 0 0-16,-4-8 3 0,4 8-4 0,-3-6 7 16,3 6-6-16,-6-8 2 0,6 8 1 15,-4-5-5-15,4 5 1 0,-9-7 3 0,5 5-3 16,4 2-3-16,-9-5 3 0,9 5 1 0,-12-1-2 0,12 1 1 16,-9-2 2-16,9 2-5 0,-11-2-1 0,11 2 4 15,-12 2-2-15,12-2 0 0,-16 4 1 0,9 4-2 16,-3-3-2-16,3 3 1 0,-1 2 2 0,1 1 0 15,0-1 0-15,0 1 2 0,-1 2-1 0,0 3 3 16,2-2-2-16,-1 1 2 0,4-4-2 0,-1 5-2 16,0-3 4-16,4 0 2 0,-4-2-7 0,2 1 4 15,0 0 2-15,1 0-6 0,0-1 4 0,2 0-2 16,-1 1 3-16,1-3-1 0,3 3 2 0,0-2-1 16,0 0 1-16,-2-2-1 0,2 0 2 15,1 0 0-15,3-2-2 0,0 0 2 0,1 1-1 0,2-2 0 16,1 0-17-16,0-1 3 0,2-1 0 0,-2-1 5 15,1-1-1-15,8 1 1 0,-3-2 2 0,2 0 0 16,0-2 0-16,0 1 1 0,1-4-2 0,1 2-1 16,-1-1 1-16,-3-1 2 0,3-2 1 15,7 2-1-15,-11-4 1 0,0 2-1 0,1-2-2 0,-5 1 5 16,2-3-2-16,-1 2 4 0,-2-4-3 0,-3 3 2 16,0-5 1-16,-4 3-1 0,0-4-1 0,0 2 2 15,-1-2-3-15,-2 0 3 0,-2-1-3 0,0 1 3 16,-5-1 0-16,2 6 3 0,0 0-3 0,-5-4 1 15,2 6-1-15,1 2-1 0,-2-2 3 0,1 2 4 16,0 2-5-16,2 1 2 0,4 4-5 0,-12-7-4 16,12 7 4-16,-11 0-3 0,11 0 2 0,-9 5 1 15,4-3-4-15,-2 4 4 0,5 2 0 0,2-8-4 16,-4 11 1-16,4-4 6 0,3 2-1 16,-1 1 9-16,3-2-11 0,1 1 5 0,1-4-4 0,2 3 1 15,0-2 0-15,2-3 1 0,1 2 2 0,-1-2 0 16,2-1-1-16,-1 1 3 0,-1-2-4 0,-1-1-2 15,-2 2 4-15,1 0-4 0,-1-2 2 0,-8 0-2 16,10 1 2-16,-10-1-1 0,9 0-2 0,-9 0 0 16,0 0-3-16,7 3 5 0,-7-3-6 0,4 4 4 15,0 1-4-15,-4-5 6 0,1 15-1 0,1-6 1 16,-2 3-2-16,1-1 0 0,-2 2-1 0,2-1 2 16,-2 3 1-16,-1-2-3 0,2-2 4 0,0 1 1 15,2 4-2-15,-4-4 1 0,6-1-2 0,0-1 7 16,2-1-5-16,-1-2 3 0,1 1 0 0,1 0-1 15,2-5 4-15,1 1-2 0,3-4 3 0,5-2 1 16,-5 0 0-16,1-1 0 0,3-2 0 0,2-2 2 16,-8 2 9-16,5-5-1 0,-4-1-4 0,-3 3-1 15,0-1 0-15,0-4 3 0,-4 1-1 0,3-2 6 16,-4 2-10-16,-2 0 2 0,3 0-5 0,-2 0 7 16,1 2-10-16,-1 1 8 0,-1 4-8 0,-2 5 0 15,3-10-4-15,-3 10-6 0,1-7-1 0,-1 7 4 16,0 0 0-16,0 0 3 0,0 0-3 0,1 29 6 15,-2-18-5-15,1 0 0 0,0 1 0 0,1 0 5 16,2-1-1-16,-2-1 1 0,5 1 0 0,-1 0 6 16,2-1-1-16,1-1 3 0,3-1 0 0,-2-2 0 15,3-3 1-15,0 1 2 0,-1-2 1 0,0-1-2 16,2-1 10-16,-3-3 0 0,-1-1-1 0,4 1-1 16,-4-3 4-16,0 2 5 0,-1-2-3 0,-1-1-1 15,-1 0-1-15,2-2-5 0,-2 1 2 0,-1 0 1 16,1 0-7-16,-3-1 4 0,0 5-6 0,-3 4 1 15,5-8-4-15,-5 8-1 0,4-7-8 0,-4 7-3 16,0 0-3-16,0 0 3 0,0 0 0 0,0 0 1 16,4 23-2-16,-7-7 1 0,1 4 0 0,-2 4 3 15,-1 3-2-15,0-1 0 0,-1 2 2 0,0-4 3 16,-1 2-2-16,1 0-1 0,1-2-3 0,0 0 4 16,2-6 2-16,-3 1-10 0,4-1-20 0,-2 0-32 15,1 1-36-15,-1-1-26 0,1 2-32 0,3-2-69 16,2-2-61-16,-2 1-179 0,3-1-497 0,-1 0 220 15</inkml:trace>
  <inkml:trace contextRef="#ctx0" brushRef="#br0" timeOffset="-212322.82">16528 14273 2343 0,'35'-36'94'0,"0"0"-51"0,2 1-11 0,0 0-18 16,3 2-8-16,1-2 4 0,2 3-4 0,0-5 1 15,0 0 0-15,-4 2 1 0,2-2 5 0,-8-1 1 16,-7 12 3-16,-3-1 4 0,-1-1-5 0,-2-1 0 16,-3 5 4-16,-2 0 11 0,-7 7 13 0,1 2 4 15,-3 5-1-15,-3 0 4 0,-1 3-5 0,1 2-2 16,-3 5-6-16,-2-10-4 0,2 10-7 0,0 0-2 15,-21 4-5-15,7 6-2 0,-11 9 0 0,0 1-4 16,2 3-2-16,-3 0-1 0,3 6 3 0,4-1-3 16,0-1-2-16,7 2-3 0,5-4 0 0,0-1-4 15,7-4 4-15,4-1-1 0,4 5 2 0,3-9-4 16,3 0 3-16,4 3-2 0,5-3 0 0,0 0-2 16,-5-7 1-16,7 3-20 0,-5-4 3 0,-1-1 2 15,-2 0 1-15,-6-2-3 0,2 1 5 0,-4 0-2 16,-1-2 0-16,-1 0 3 0,-2 1-1 0,-1-1 2 0,-4-3 5 15,2 9 0-15,-2-9 5 0,-6 10-4 16,1-3-2-16,-5-1-2 0,1 0 5 0,-1-1-14 16,-1 0-9-16,1-1-27 0,-1 1-23 0,0-3-39 15,0 2-51-15,3-4-35 0,0 2-37 0,8-2-149 16,-14 2-416-16,14-2 184 0</inkml:trace>
  <inkml:trace contextRef="#ctx0" brushRef="#br0" timeOffset="-211784.83">17316 13950 10 0,'0'0'121'0,"0"0"1"0,0 0 2 15,12 9 14-15,-12-9-9 0,1 16-11 0,-2-9 5 16,1 3 0-16,-2 2-4 0,0-1-8 0,-1 0-9 16,2-1-1-16,0 0-8 0,0-2 3 0,1 0 1 15,0-8-2-15,-3 11-1 0,2-5 6 0,1-6 11 16,-2 7 15-16,2-7 10 0,0 0 3 0,0 0-10 15,-3 5-14-15,3-5-11 0,0 0-7 0,0 0-12 0,0 0-7 16,-2-23-9-16,2 23-6 0,2-20-7 16,0 9-4-16,2-5-7 0,-1 6-8 0,0-3 11 15,5-3-15-15,0-1-8 0,1 1 1 0,2 1-10 16,-1 0 1-16,-1 4-5 0,1 1 0 0,-1 1-3 16,-1 5-2-16,1-2-2 0,2 6-3 0,0 0-1 15,-1 3-1-15,0 3-1 0,-1 2-2 0,-1 1 2 16,1 3 2-16,-2 1 0 0,1 1-2 0,-3 1-3 15,0-3 4-15,0-1-1 0,-2 2 3 0,1-3-6 16,-2 2 3-16,0-5-1 0,-1-1 4 0,-1-6-1 16,2 9 1-16,-2-9 4 0,2 7 3 0,-2-7 1 15,0 0 8-15,0 0-9 0,0 0 7 0,0 0-9 16,0 0-2-16,0 0 0 0,0 0 0 0,0 0-1 16,-7-25-5-16,7 25 3 0,2-17 2 0,0 5-6 15,3-1-5-15,2-4-1 0,0 2-4 0,2-2-5 16,3 1 2-16,3 2-1 0,-1 0 2 0,3 7-2 15,-3-3 3-15,-1 7-4 0,-2-1 1 0,1 2 3 16,2 4 2-16,-3 2 0 0,2 1-1 0,0 6 1 16,-2 1-3-16,2 3 10 0,-5-1-3 0,0 4 3 15,-2-2 2-15,0 0-10 0,-3 1-21 0,-1-2-22 16,1 1-19-16,1 0-16 0,-3-4-19 0,0-3-30 16,1 1-22-16,-2-10-18 0,6 12-10 0,0-9-13 15,-1 1-5-15,2-2-139 0,4-1-373 0,2-2 166 16</inkml:trace>
  <inkml:trace contextRef="#ctx0" brushRef="#br0" timeOffset="-210994.68">17964 14018 12 0,'5'-11'36'0,"2"-1"11"0,-5 1 1 16,-1-1 5-16,-2 0 20 0,-1-4 1 0,-1 6 16 15,-5 1 5-15,5 1 16 0,-4 0 4 0,7 8 2 16,-11-11 0-16,2 11-15 0,9 0-13 0,-14-2-2 16,3 6-2-16,4-2-5 0,-2 5-2 0,1 2-8 15,-1 0-5-15,3 1-4 0,1 1-4 0,-2 3-6 16,3-1-4-16,3-3-2 0,1 3-5 0,3-2-4 15,-2 2-3-15,3-1-4 0,1-5 0 0,3 3-6 16,-1-3 1-16,1-1-4 0,2-2 4 0,0 1-5 16,1-2-2-16,0-3 3 0,2 0-2 0,-3-3-4 15,0-1 5-15,1 1-3 0,-5-1 8 0,0-1 5 16,-2-1 0-16,0-1 0 0,0-1 1 0,0 2 2 16,-3-2 2-16,-1 8-4 0,2-13-2 0,0 8 0 15,-2 5 2-15,1-8 6 0,-1 8-5 0,0 0-13 16,0-11 6-16,0 11-13 0,0 0 8 0,0 0-7 15,0 0-6-15,0 0 2 0,0 0-1 0,0 0-1 16,-1 28-2-16,1-28 1 0,1 15-1 0,2-6 3 16,1 0 7-16,-1-1-6 0,3 0-3 0,1-1 4 15,2 1 5-15,0-4 2 0,4 1 0 0,-2-1 6 16,2-3-2-16,5-2-6 0,1-2 3 0,-1-2-4 16,2 0 1-16,-3-3 0 0,1-2-4 0,-3 0 10 15,-1-2 4-15,-3-1 2 0,1 0 5 0,-4-4-1 16,1 0 4-16,-3 0-2 0,3-2 0 0,-2-5-2 15,-1-5-1-15,1 1-4 0,-2-1-2 0,-2 3-3 16,0-2-2-16,-1 2 0 0,0 0-4 0,-1 2 1 16,0 8-2-16,1 0-3 0,-2 6 11 0,1 0 7 15,-1 4-7-15,0 6-1 0,0-11-4 0,0 11-5 16,0 0-5-16,0 0-3 0,0 0 14 0,0 0-12 16,0 31-1-16,-1-4 0 0,-2 1-2 0,0 5 3 15,2 1 1-15,-5-5-3 0,2 4 4 0,0-3-3 16,2 1-1-16,-1-5-1 0,-1 0 5 0,3-2-6 15,1-4 7-15,1-2 2 0,3-1 1 0,-1-5-2 16,2 3 2-16,0-4 3 0,1-1 5 0,-1-2 3 16,3 1 8-16,0-2-1 0,2-3-6 0,-1-2 3 15,3-1 3-15,0-3-2 0,5-2-4 0,-1-1 2 16,0-3-2-16,0-1 0 0,-1-2-4 0,1-2 18 16,-4 0-15-16,2-3-2 0,0-6-8 0,-4 5 6 15,4-4-4-15,-4-2-1 0,3-1-1 0,-5-1 0 16,-2-3-3-16,4 1-5 0,-2 3 4 0,-2-2 0 15,-2 1 0-15,-1 7-4 0,-2 2 4 0,3 3-8 16,-4 3 4-16,1-1-5 0,-1 11-1 0,3-10-9 16,-3 10 4-16,0 0 1 0,0 0 1 0,0 0 2 15,0 0-3-15,0 0 0 0,-7 62 9 0,2-37-8 16,-1 2 3-16,2-2 0 0,-1 1 1 0,0 0 1 16,1-2-4-16,3 1 4 0,-1-7-2 0,4 2 0 15,-1-5 2-15,0 2 2 0,3-4-11 0,4 1-19 16,-1 0-22-16,0-6-44 0,0 2-27 0,1-4-32 15,-2 1-43-15,3-3-44 0,2 2-47 0,-5-4-215 16,-6-2-544-16,11 3 242 0</inkml:trace>
  <inkml:trace contextRef="#ctx0" brushRef="#br0" timeOffset="-209674.72">10768 14277 39 0,'-18'2'89'0,"-1"-1"-5"16,0 3-6-16,-7 1-8 0,-3-3 0 0,-1 2-10 0,-2 2 2 16,-1-2-1-16,0 2-8 0,0 0 13 0,-2-1-12 15,1 0 4-15,-2 2 0 0,4 0 4 0,-1-1-2 16,2 0-6-16,3-2-3 0,7 1-5 0,1-3 0 15,7 0-6-15,1 1-6 0,1 1 0 0,1-4 0 16,1 2-7-16,4 0-4 0,5-2 5 0,-6 5-11 16,6-5 0-16,0 0 3 0,0 0-1 0,0 0 1 15,18 8 4-15,-4-7-6 0,7 0 7 0,9-2-3 16,5 2 2-16,4 0 6 0,17-2-7 0,1 0 3 16,2-1 5-16,1-1-6 0,3 2 3 0,28-2 1 15,-32 3 7-15,7-2 6 0,36-1 7 0,-5 2-1 16,4-2-3-16,3 3-1 0,-4 0 2 0,3 0-6 15,3 0-1-15,2 3-4 0,-1-3 3 0,7 1-2 16,5 4 1-16,3 2-3 0,1-2-1 0,1 5-2 16,1-1-3-16,-1-5 4 0,7 4-5 0,1 1 1 15,5 0-6-15,-4 0 0 0,2 2-2 0,4-2 6 16,2 4-6-16,1 0 3 0,1-2-4 0,1 2 2 16,2 4-1-16,-5 1 6 0,6-4 1 0,1 2 0 15,3 4 0-15,-1-3-3 0,-5 3 1 0,2-5 5 16,8 3-3-16,-2 3 1 0,3-2 0 0,1-2 3 15,-7-1 3-15,4 2 3 0,2-1-21 0,0 0 5 16,0-3-2-16,6 0 8 0,-5 0-4 0,1 0 2 16,1-2-7-16,-1 3 9 0,-2-4-4 0,-2 1 6 15,2 0-1-15,-3-3-6 0,-2 0 6 0,-5 1-2 16,-1-3 2-16,-2 0 0 0,-7-3 0 0,2 3 4 16,-7-1 0-16,-2-1 3 0,-8-5 1 0,-2 2 1 15,-3 2 2-15,-9-3 7 0,-4 1 2 0,-5-1 3 16,-2 0 3-16,-31 2-1 0,3-2-8 0,-5 1 11 15,-1 0-1-15,-3-1 5 0,-5 0-3 0,-16-1-6 16,-2 3-2-16,-3-3-4 0,-6 1-3 0,-7-1-6 16,-2 2-7-16,0-1-1 0,-6 0 1 0,-2-1-7 15,-4 2-1-15,3-1-13 0,-2 1-17 0,-7-2-36 16,9 0-39-16,-9 0-45 0,6 3-50 0,-6-3-74 16,0 0-94-16,0 0-257 0,0 0-652 0,0 0 289 15</inkml:trace>
  <inkml:trace contextRef="#ctx0" brushRef="#br0" timeOffset="-208125.26">20602 13913 14 0,'-8'-5'123'0,"-1"-2"-8"0,4 4 1 0,0 0-17 15,5 3-6-15,-8-5-12 0,8 5-1 0,-5-4-26 16,5 4-28-16,0 0-14 0,0 0-26 0,0 0-17 15,-11 10-31-15,7-4-56 0,-4 3-127 0,1 1 55 16</inkml:trace>
  <inkml:trace contextRef="#ctx0" brushRef="#br0" timeOffset="-207550.78">19668 13772 171 0,'-5'-11'210'0,"1"5"-6"0,0 0-12 15,1 1-19-15,3 5-17 0,-5-8-15 0,3 3-20 16,2 5-11-16,0 0-11 0,0 0-11 0,0 0-10 15,0 0-3-15,-19 19-10 0,13-8-7 0,0 4-3 16,2 4-4-16,3-1-8 0,0-3 0 0,-1 2-7 16,4 1-5-16,1-6 0 0,1-1-4 0,0 1 0 15,3-2-5-15,-1-1-1 0,4-2-3 0,0-1 1 16,1-2-2-16,3-1 2 0,-3 1-3 0,4-4-1 16,2-2 0-16,-3-1-1 0,-1-1-3 0,3-3 0 15,-4 1-1-15,-2-1-1 0,2 0 1 0,-3 3 0 16,-2-3 2-16,4-2-1 0,-5 1 3 0,-2 2-5 15,1 1-1-15,-1-3 0 0,-2 2 2 0,-2 6-4 16,7-7 4-16,-7 7-10 0,5-5-4 0,-5 5-1 16,0 0 2-16,0 0 0 0,0 0-3 0,0 0 1 15,13 7 1-15,-8 1 3 0,1 0-2 0,0 1 2 16,2 0 2-16,0 0-2 0,3-1 2 0,3 3 2 16,2-3-6-16,-2 0 3 0,4-3 0 0,0-1 2 15,1-1 2-15,1-1-3 0,2-5-2 0,-2 1 6 16,-2-2-2-16,1-2 3 0,-1 1 1 0,-2-5-6 0,-1 2 2 15,-2-2 1-15,-2-2 0 0,1 1 2 0,-6 0 0 16,2-2 2-16,-3 0 6 0,-1 1-4 16,-2 1 4-16,0-2-2 0,-5 2-2 0,-1-5-1 15,0 5-5-15,-1 1 0 0,-1 2-8 0,-1 3-15 0,1-1-27 16,-1 5-36-16,7 1-30 0,-16 1-31 0,8 5-32 16,0 1-181-16,-3 6-385 0,2-1 171 0</inkml:trace>
  <inkml:trace contextRef="#ctx0" brushRef="#br0" timeOffset="-207406.28">20431 13879 31 0,'9'-3'172'0,"-9"3"-14"0,0 0-10 0,5-5-23 16,-5 5-25-16,0 0-37 0,0 0-41 15,0 0-47-15,0 0-37 0,0 0-60 0,0 0-133 0,0 0 59 16</inkml:trace>
  <inkml:trace contextRef="#ctx0" brushRef="#br0" timeOffset="-207009.39">20755 14130 172 0,'7'-4'175'16,"-2"-1"-7"-16,4-2-8 0,-3 0-8 0,2-2-2 15,-2-3-5-15,1 2-13 0,-1-3-6 0,2-2 6 16,-3-2-6-16,1 1-9 0,-1-1-6 0,-1 1-3 0,0 0-5 16,-3 4-1-16,-1-5-8 0,-1 5-5 0,-2-4-5 15,-3 7-5-15,2-3-8 0,-2 3-7 16,-2-1-7-16,-1 4-4 0,2-2-7 0,-4 2-2 16,2 0-7-16,0 2-8 0,3 1-4 0,0 0-4 0,6 3-4 15,-8-6-4-15,8 6 0 0,0 0-2 0,0 0-2 16,0 0 0-16,0 0-1 0,0 0 3 0,0 0-7 15,19 23 2-15,-5-16-1 0,4-2-1 0,1 2-2 16,2-3 2-16,-2 2-3 0,1-2-1 16,-4 2-1-16,-2-2 1 0,-3-1-1 0,2 1 3 0,-2 1-7 15,-2 1 4-15,1 0-3 0,-2 0 1 0,-1 2-2 16,-1 1 5-16,-1 0-1 0,-1 2-3 0,-2 1 6 16,1 0-1-16,1 3 7 0,-3 3-1 15,-1-1-9-15,0-1 0 0,0-3-21 0,-1 3-30 16,0-1-33-16,-1 2-35 0,2-6-46 0,2 1-34 0,0-1-205 15,1-2-438-15,2 0 194 0</inkml:trace>
  <inkml:trace contextRef="#ctx0" brushRef="#br0" timeOffset="-206854.19">21316 13998 135 0,'0'0'163'0,"2"-11"-3"0,-2 11-9 0,0-6-9 16,0 6-9-16,0 0-24 0,2-8-7 0,-2 8-21 15,0 0-7-15,0 0-13 0,0 0-38 16,0 0-26-16,0 0-45 0,0 0-63 0,13 16-85 16,-9-11-211-16,-4-5 93 0</inkml:trace>
  <inkml:trace contextRef="#ctx0" brushRef="#br0" timeOffset="-206583.7">21807 13713 181 0,'1'-12'230'0,"1"3"-4"0,-2 3-11 15,0 6-16-15,0-7-26 0,0 7-18 0,0 0-14 16,0 0-13-16,0 0-7 0,0 0 12 0,12 26-8 16,-10 0 4-16,3 1 1 0,-4 4-4 0,-1 2-10 15,1 0-11-15,-3 1-4 0,-1 0-8 0,2 2-9 0,-2-1-11 16,0-2-2-16,0-1-9 0,1 1-10 15,-2-3-3-15,1-2-2 0,3-3-7 0,0-2-14 16,-1-4-29-16,1-4-32 0,0-2-35 0,0-4-25 16,-1 1-28-16,-1-1-32 0,2-9-23 0,2 9-23 15,-2-9-38-15,0 0-133 0,0 0-403 0,0 0 178 0</inkml:trace>
  <inkml:trace contextRef="#ctx0" brushRef="#br0" timeOffset="-206251.57">21780 13985 67 0,'0'0'149'16,"-2"-9"-13"-16,2 9-16 0,1-10-13 0,-1 10-6 0,6-6-12 16,2 3-2-16,-2 0-3 0,2 2-1 0,4-2-6 15,2 3-3-15,-3 2-2 0,3-2-1 16,3 2-6-16,2 2-3 0,0-2-9 0,-4 3-9 16,3-1 5-16,-2 3-4 0,-5-2 6 0,6 1-6 15,-7 1-5-15,1-2-7 0,1 1 1 0,-3 2-3 0,2 0 0 16,-3-1 2-16,2-1 2 0,1 0-9 15,-1 1 4-15,-1-3-4 0,2 0-2 0,0 0 7 0,-2-2 4 16,2-1-2-16,-2 0 2 0,-1-2 3 16,3-2 4-16,-3 1 9 0,-8 2 6 0,14-8 9 15,-7 0-14-15,-3 1 1 0,0-2 2 0,-1-1-3 0,-1-1-6 16,-2 1 1-16,-2-2-2 0,-5-3-2 16,-5 2-9-16,-1 0-2 0,4 3-5 0,-14-4-5 15,4 5 0-15,-1 1-5 0,-5 1-4 0,-5 3-1 16,2 1-22-16,-1 3-20 0,1 0-35 0,0 5-42 15,1 2-46-15,9-4-67 0,-2 5-189 0,3-2-441 0,2 1 195 16</inkml:trace>
  <inkml:trace contextRef="#ctx0" brushRef="#br0" timeOffset="-205110.27">9955 13123 131 0,'-5'-5'207'16,"5"5"-11"-16,-12-4-12 0,2 1-13 0,1 0-7 15,0 0-13-15,-2 5-10 0,-1-1-13 0,0 0-13 16,-1 4 0-16,-3 2 5 0,-1 2-9 0,-5 4-9 16,5-2-4-16,-4 6-14 0,5-3-6 0,-4 2-8 0,6-1-9 15,-2-3-4-15,5 3-7 0,-2-3-3 16,3 2-6-16,1 2-3 0,-1-3-4 0,1 1-5 16,2-3-2-16,1-3-4 0,0 2 0 0,1-2-4 15,-1 1 0-15,3-5-3 0,0 1 0 0,-1 1-2 0,4-6-1 16,-3 8-3-16,3-8-1 0,-2 5 2 0,2-5 3 15,0 0-9-15,0 0 0 0,-5 5 0 16,5-5-3-16,0 0 3 0,0 0 0 0,11 5-5 16,-11-5 3-16,16 0-3 0,-2-1-2 0,-1 0 1 15,4-1-1-15,3 1-1 0,-1 0 5 0,0 1-5 0,0 1-5 16,2 0 2-16,-1 1-4 0,-1-1-3 0,3 2-1 16,0-3-1-16,-2 3 0 0,2-1-2 15,-1 0 1-15,0 0-1 0,-1 0 0 0,0-2 1 16,-2 0 1-16,-4 0 4 0,-2 2 0 0,-1-4 2 15,0-2 1-15,-3 4 1 0,0-2 0 0,-1-2 3 0,-7 4 0 16,8-9 4-16,-4 3 2 0,-3-2-1 0,1-2 2 16,0 1 7-16,-5-4 7 0,1 1 8 0,-4 2 3 15,0-7 0-15,-5 5 4 0,2-2 1 16,-3 1-1-16,-1-3-1 0,1 3 2 0,-4 2 3 16,2-1 2-16,-2 1-1 0,0 2-6 0,0 1-2 0,0 0-2 15,0-1-5-15,0 3 1 0,0 1-4 0,0 0-2 16,5-3-1-16,1 4-15 0,-2 0-21 0,3 0-28 15,3 1-35-15,1 0-41 0,5 3-42 0,-12-5-41 16,12 5-37-16,-4-4-156 0,4 4-433 16,0 0 192-16</inkml:trace>
  <inkml:trace contextRef="#ctx0" brushRef="#br0" timeOffset="-204967.55">10109 12982 162 0,'0'0'151'0,"6"-3"-17"0,-6 3-11 15,0 0-9-15,0 0-10 0,0 0-11 0,11-4-8 0,-11 4-9 16,0 0-10-16,0 0-31 0,0 0-35 0,0 0-39 16,15 0-65-16,-15 0-63 0,0 0-181 15,0 0 81-15</inkml:trace>
  <inkml:trace contextRef="#ctx0" brushRef="#br0" timeOffset="-201863">23046 13866 102 0,'0'0'153'0,"3"-4"-9"16,-3 4-6-16,0 0-11 0,7-7-12 0,-7 7-14 15,0 0-11-15,0 0-5 0,0 0-5 0,0 0 1 16,0 0 6-16,0 0 0 0,-12 26-6 0,3-13-4 16,-1 4 1-16,-4-2 5 0,0 6-3 0,-5 1-3 15,-2-1-2-15,3 2-5 0,1-2-5 0,0-4-5 16,0-2-6-16,6-2-5 0,-2 0-5 0,3 0 0 15,2-4-2-15,0-2-7 0,0 0 1 0,4-2-7 16,-1-2-6-16,1 1 3 0,4-4-5 0,-7 7-1 16,7-7-3-16,-6 3-1 0,6-3 1 0,0 0-6 15,0 0 3-15,0 0-2 0,0 0-3 0,13 8 2 16,-3-8-3-16,3 2 1 0,-2-3 1 0,3 0-4 16,5 2-1-16,1-2 1 0,-1-2-1 0,2 2 0 15,0 1-3-15,-1-2 3 0,2 0-21 0,-2 2 2 16,0-2 3-16,1-1-1 0,1 2 0 0,-3-2-1 15,2 1-2-15,-2-3 9 0,-1 1-1 0,0 0 0 16,-7 0 3-16,2 0 1 0,-4 0 3 0,0-2 2 16,0-1-1-16,-2 1-3 0,-4 0-2 0,1-3 5 0,-4 1 1 15,0-2 1-15,-4-1-2 0,-1 1 5 16,-5-4 1-16,0 2-2 0,-3-2 1 0,-4-2-2 16,3 4-1-16,-9-3 0 0,5 4 2 0,4 1 0 15,-2 0 0-15,-2 1 0 0,4 3-4 0,2 2 1 16,1 0 3-16,2-2-2 0,1 2-15 0,3 0-20 0,5 4-27 15,0 0-25-15,-12-7-35 0,12 7-33 16,0 0-28-16,0 0-160 0,0 0-368 0,22-7 163 16</inkml:trace>
  <inkml:trace contextRef="#ctx0" brushRef="#br0" timeOffset="-201186.69">23468 13791 116 0,'0'0'106'0,"0"0"-9"0,10-4-10 16,-10 4-6-16,0 0-11 0,0 0-2 0,0 0-6 16,15-2-1-16,-15 2-2 0,0 0-5 0,14 1-1 15,-14-1-2-15,0 0-9 0,13 0 2 0,-13 0-11 0,0 0 20 16,12 1 2-16,-12-1 8 0,0 0 3 16,0 0 2-16,0 0 0 0,16-1 0 0,-16 1-2 15,0 0-2-15,0 0-3 0,0 0-9 0,0 0-11 16,5 1-3-16,-5-1-5 0,0 0-1 0,2 10-8 15,1-3 0-15,-1 2-2 0,1 1 5 0,1 6-6 0,0 0 1 16,-2 2-1-16,2-1-1 0,0 2-1 16,-2 6-4-16,1-7 3 0,0 1-3 0,-2 0-2 15,0 0-1-15,-1 0-1 0,0-1-1 0,0-2 2 16,-1 2-3-16,1-3-1 0,-1-2 1 0,-1-1-8 16,0-2 6-16,-1-1-7 0,1 0 7 0,-2-3 3 0,0 0-2 15,0 0 4-15,4-6-1 0,-8 10-3 16,3-7 3-16,-1 0 0 0,-2 1-3 0,8-4 0 15,-15 3-2-15,7-3-2 0,-3-3-1 0,11 3 6 16,-14-1-7-16,6-2 2 0,1 0 3 0,7 3-4 16,-12-4 3-16,5 2-3 0,7 2-2 0,-6-3 7 0,6 3-9 15,0 0 1-15,-7-4-2 0,7 4-1 16,0 0 3-16,0 0 1 0,20-7-3 0,-8 5 0 16,5 0-1-16,0 1-9 0,3 1-9 0,2-1-16 15,0 0-21-15,6-1-15 0,1 2-23 0,5-5-16 16,-5 1-9-16,2 0-10 0,-3 0 1 0,1-1 7 0,-7 0 5 15,6 2 17-15,-8 0 3 0,0 0 16 16,0-2 4-16,-3 0 10 0,2 0 8 0,0-2 9 16,-1 1 6-16,0-1 11 0,-4-1 14 0,-1 3 7 15,-4-2 13-15,-2 2 18 0,1-2 10 0,-3 0 5 16,-1 3 15-16,-3-4 15 0,-1 8 12 0,0 0-2 16,-1-11 7-16,1 11 1 0,-9-6-3 0,3 3 4 15,6 3-5-15,-18-3 7 0,2 5 3 0,3 2-1 16,-7 0 2-16,3 2-4 0,0 1-3 0,6 1-11 15,-3 0-6-15,4 2-6 0,2-1-2 0,0 3-6 16,2 2-6-16,1-3-1 0,4 1-7 0,3-1-2 16,2 0-3-16,2 0-5 0,2-3-13 0,4 5-15 15,3-3-26-15,3-4-33 0,4 0-35 0,6-2-34 16,0-2-31-16,-6-1-24 0,-2-1-118 0,-1 0-328 16,-1-2 145-16</inkml:trace>
  <inkml:trace contextRef="#ctx0" brushRef="#br0" timeOffset="-200990.6">23557 13747 112 0,'0'0'162'0,"-7"-6"-17"16,7 6-13-16,0 0-14 0,0 0-18 0,35-4-24 15,-15 4-41-15,18-3-32 0,2 3-39 0,0 0-33 16,1 0-61-16,-3 0-140 0,-1 0 61 0</inkml:trace>
  <inkml:trace contextRef="#ctx0" brushRef="#br0" timeOffset="-200763.94">24492 14195 2598 0,'4'6'162'0,"-4"-6"-47"15,4 4-48-15,-4-4-30 0,0 0-11 0,5 7-4 16,-5-7 8-16,0 0 0 0,0 0 6 0,0 0-5 16,1 5-2-16,-1-5-5 0,0 0-4 0,0 0 2 0,0 0-14 15,0 0-16-15,0 0-38 0,0 0-53 16,-9 12-61-16,9-12-68 0,-3 3-225 0,3-3-491 15,-10 4 217-15</inkml:trace>
  <inkml:trace contextRef="#ctx0" brushRef="#br0" timeOffset="-199620.42">19002 14700 2 0,'-12'2'34'0,"-2"-2"0"0,0 2 3 0,2-1-1 16,-1 2 4-16,0-2 6 0,1 1-2 0,2-2 4 15,0 1-9-15,2 1-2 0,2 1-2 0,6-3 1 16,-10 3 5-16,10-3-12 0,-9 5 1 0,9-5-4 15,0 8 3-15,0-8 12 0,6 11-13 0,3-5 0 16,0 1 7-16,9 0 0 0,1 1-8 0,9 5 11 16,6-4-8-16,17 2 11 0,2 2-7 0,0-4 5 15,8 0 1-15,28 4-6 0,1-4 11 0,-24-4-1 16,35 2-5-16,4-1-2 0,4 4 8 0,-1-2-6 16,10-4 2-16,-1 1 1 0,10 0 0 0,3 2 6 15,3-6-1-15,9 3-4 0,4 1-1 0,3-1-2 16,1-2 3-16,6 2 0 0,2-2 0 0,1 2 2 15,-1-1 2-15,-1 1 3 0,2-1-2 0,1-3 0 16,4 6-2-16,-4-3-2 0,-1-1 0 0,-6 2-1 16,-1 0-4-16,-4-1 2 0,-6-1-21 0,-10 0 1 15,-2 1 3-15,-8-1 0 0,-10 1 6 0,-6-3-2 16,-9 4 0-16,-3-2 3 0,-36-1-2 0,2 1-1 16,-3 1-1-16,-5-1-4 0,-12 1-3 0,-4 0 2 15,-2 0-7-15,-3 2 0 0,-11-5-2 0,0 3-11 16,-6-2-16-16,-3 3-23 0,3-3-23 0,-9 2-25 0,1-1-34 15,-6-2-37-15,6 5-26 0,-6-5-158 16,0 0-368-16,0 0 163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10:08:07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22863 3715 71 0,'0'0'118'0,"0"0"3"16,5-5 1-16,-5 5-5 0,0 0-2 0,0 0-5 16,0 0-6-16,0 0-18 0,0 0-3 0,0 0-3 15,0 0-8-15,0 0-1 0,0 0-15 0,0 0-4 16,0 0-5-16,0 0-4 0,0 0 1 0,0 0-3 15,0 0 0-15,0 0-7 0,0 0 5 0,0 0 0 16,0 0-1-16,0 0-2 0,0 0 4 0,0 0-4 16,0 0 0-16,0 0-3 0,0 0-5 0,0 0 1 15,0 0-6-15,-17-3-9 0,17 3 7 0,0 0-4 16,-18 2-2-16,18-2-4 0,-16 1 2 0,7 0-3 16,-3 2 2-16,3-3-6 0,9 0 9 0,-17 0-14 15,9 1 6-15,0-1 2 0,8 0-3 0,-14 1-1 16,14-1 1-16,-11 0-1 0,11 0-1 0,-11 1 2 0,11-1-2 15,0 0 5-15,-9 1-4 0,9-1 2 16,0 0-1-16,0 0-1 0,-7 2-3 0,7-2-1 16,0 0 0-16,0 0-1 0,0 0-1 0,0 0 3 15,0 0-1-15,0 0 1 0,0 0 2 0,0 0 0 16,0 0-3-16,0 0 4 0,29 8 0 0,-15-6 4 16,3-2-1-16,3 4 1 0,8 0 0 0,0-3 4 0,4 1-3 15,-1 0 4-15,7 0 2 0,-1 0-2 16,2 0 1-16,16-1-6 0,-2 1 5 0,-14-2-1 15,14 1-2-15,2-1 1 0,-2 4-3 0,2-2-1 16,0 1-3-16,-2-6 0 0,1 3 5 0,2 0-7 16,2-2 0-16,-2 0 3 0,-2 0 1 0,3 0-2 15,0 1-2-15,-1-2 3 0,2-1-4 0,3 4 2 16,-3-2-3-16,0 1 3 0,-3-1-3 0,1 1 4 16,0 1 2-16,-18-3-5 0,3 4 4 0,-3-1-4 15,0-1 1-15,0 1-3 0,0-2 1 0,-3 3 0 16,0-1 0-16,-3-3 2 0,-3 5-5 0,-9-1 3 15,2-1-1-15,-3 0 3 0,-6 1-3 0,-2-1 3 16,0-1-3-16,-2 2 8 0,-2-1 2 0,-7 0 3 16,12 0 4-16,-12 0 15 0,9 0 3 0,-9 0 5 15,0 0 6-15,9 0 5 0,-9 0 4 16,0 0 0-16,0 0-3 0,6 4 2 0,-6-4-13 0,0 0-3 16,0 0-5-16,0 0-5 0,0 0-11 0,0 0-15 15,0 0-31-15,0 0-33 0,0 0-50 0,0 0-75 16,0 0-56-16,0 0-181 0,0 0-458 0,0 0 203 15</inkml:trace>
  <inkml:trace contextRef="#ctx0" brushRef="#br0" timeOffset="778.56">24783 3102 119 0,'-2'-6'137'15,"0"-2"-6"-15,0 0-3 0,-4 0-7 0,3-2-3 16,0 4 9-16,3 6-4 0,-2-12-10 0,-2 7-7 16,4 5 9-16,-2-11-6 0,-1 7 0 0,3 4-4 15,0 0-2-15,-2-11-4 0,2 11-8 0,0 0-4 16,-2-7-5-16,2 7-11 0,0 0-10 0,-5-6-5 15,5 6-8-15,0 0-3 0,0 0-8 0,0 0-5 16,0 0-8-16,0 0-2 0,0 0-5 0,0 0-2 16,0 0 5-16,-5 17-9 0,6-6 2 0,1 7-4 15,-1-1 0-15,0 2 2 0,4 10 3 0,-5-1-4 16,4 3 1-16,-5 3-1 0,2-1-2 0,0 2 1 16,-2 13 5-16,4-13-2 0,-1 11 4 0,2-1-2 15,-1-10 3-15,1 11-7 0,-1-11 10 0,5 10-4 16,1 3 1-16,-4-1 1 0,1 1 4 0,2 2 0 15,1-2-1-15,-1 0-1 0,-1-3 0 0,5 2-3 16,-2 0-3-16,-1-12-2 0,2 9 1 0,-4-8 1 16,1-2 0-16,-2 1-3 0,0-1 1 0,-3 1-1 15,1 0 0-15,-3-1-2 0,0-3 1 0,1 2 1 16,-2 3-3-16,-2 10 2 0,0-13 1 0,0-1-2 16,2 1-3-16,0-6 2 0,-2 1-5 0,-1-1 2 15,2 2-3-15,-5-4-6 0,7 2-8 0,-2-8-14 16,1 0-13-16,1-1-15 0,0 1-17 0,1-2-21 15,1 0-20-15,-1-2-41 0,1-2-31 16,-3-3-47-16,0 2-134 0,0-12-396 0,-3 19 176 16</inkml:trace>
  <inkml:trace contextRef="#ctx0" brushRef="#br0" timeOffset="2219.94">24934 3889 2 0,'0'0'31'0,"0"0"1"0,0 0 1 15,0 0-2-15,0 0-1 0,0 0-9 0,0 0 1 16,0 0 11-16,0 0-4 0,0 0-6 0,0 0 8 16,0 0-5-16,-32-2-3 0,32 2-1 15,0 0-1-15,0 0 5 0,-12 0 12 0,12 0 26 16,0 0 3-16,0 0-2 0,0 0-8 0,-10-4 3 16,10 4-10-16,0 0 6 0,0 0-6 0,0 0 0 15,-12 0-2-15,12 0-4 0,0 0 2 0,0 0 3 16,-8-5-1-16,8 5-1 0,0 0-8 0,-5-3 12 0,5 3 0 15,0 0-1-15,0 0-7 0,0 0 2 16,0 0-5-16,0 0-1 0,0 0-5 0,0 0 0 16,0 0-4-16,0 0-4 0,0 0-4 0,0 0 3 15,0 0-2-15,0 0-10 0,0 0 1 0,0 0-2 0,0 0 1 16,0 0-6-16,0 0 4 0,0 0-2 0,0 0-9 16,0 0 3-16,0 0-2 0,0 0 4 0,0 0-1 15,0 0-1-15,0 0-2 0,0 0 4 16,0 0-5-16,17 18 6 0,-11-9-5 0,1-2 4 15,1 1 2-15,0 2-2 0,1-4-6 0,3 7 8 16,0 0 1-16,1-3-3 0,2 3 5 0,3-3 1 0,4 7 4 16,2-3-4-16,0 0 3 0,-1-1 1 15,2 1-1-15,4 1-7 0,-4-2 1 0,-1 2 3 16,0-2-4-16,0 3 0 0,1-2-3 0,4 0 8 16,-3-1-3-16,-3-1 0 0,2 1 0 0,1-1 0 15,-1 2-6-15,0-3 6 0,2 1-1 0,-2-2 0 0,3 1 1 16,-7-4-4-16,-2-1 4 0,0 4-3 15,-1-4 1-15,0-2-3 0,-7 1 2 0,7 1 3 16,-4-2-1-16,-3-1-4 0,3 2 2 0,-1 0-4 16,-2-1 3-16,0-1 1 0,-1 0-1 0,2 3-1 15,-2-4 1-15,-3 0-1 0,-1 0-5 0,-1 0 5 16,-5-2-3-16,9 2 0 0,-9-2 3 0,13 4-4 16,-11-3 0-16,-2-1 2 0,0 0-1 0,11 2 2 15,-11-2 0-15,0 0-2 0,8 2 0 0,-8-2 2 16,0 0 2-16,0 0 2 0,0 0 9 0,0 0-1 15,0 0 9-15,0 0-4 0,7 2 3 0,-7-2-1 16,0 0 6-16,0 0 3 0,0 0 1 0,0 0 4 16,0 0-3-16,0 0-1 0,0 0-1 0,0 0 3 15,0 0-4-15,0 0 1 0,0 0-5 0,0 0-2 16,0 0-4-16,0 0-5 0,0 0 0 0,0 0-2 16,0 0-2-16,-17 12 0 0,8-9-1 0,1 5-3 15,-4-3 0-15,-1 3-1 0,0 1 2 0,-5 4-3 16,4-3 4-16,-4 2-7 0,5-2 4 0,-1 0-1 15,-1 3 7-15,3-1-11 0,5-4 2 0,-6 4 2 0,3-4-1 16,2 1-2-16,-1 0 3 0,1-3 0 16,0 3-1-16,-1-1-2 0,3 0-1 0,-2-2 2 15,8-6-7-15,-9 10-14 0,5-6-14 0,4-4-18 16,-9 10-16-16,9-10-25 0,-12 8-33 0,12-8-25 16,-8 8-25-16,8-8-26 0,-8 6-150 0,8-6-379 15,0 0 168-15</inkml:trace>
  <inkml:trace contextRef="#ctx0" brushRef="#br0" timeOffset="2468.29">25763 4353 2 0,'2'-10'209'0,"0"1"-18"0,-1-4 0 15,-2 2 1-15,1-1-7 0,-4-4-3 0,-3 0-8 16,2-1-8-16,-4-1-12 0,1 1-1 0,-2 1-7 15,-1-3-11-15,0 4-7 0,-3-1-6 0,4 1-6 16,-3-1-9-16,2 3-8 0,-2 0-9 0,4 3-9 16,0 2-7-16,0 1-8 0,0 0-10 0,4 0-9 15,-1 4-5-15,6 3-17 0,-7-8-18 0,7 8-28 16,-4-4-28-16,4 4-38 0,0 0-43 0,0 0-49 16,0 0-35-16,-2-7-196 0,2 7-445 0,0 0 197 15</inkml:trace>
  <inkml:trace contextRef="#ctx0" brushRef="#br0" timeOffset="3538.19">24880 3479 53 0,'0'0'98'0,"0"0"-11"0,0 0 4 15,-21-9-16-15,21 9 1 0,0 0-15 0,0 0-3 16,-9-4-8-16,9 4 2 0,0 0-11 0,0 0 3 15,-8-2-3-15,8 2 2 0,0 0-12 0,0 0 11 16,0 0-6-16,-11-1 19 0,11 1-16 0,0 0 5 16,0 0 1-16,0 0 5 0,0 0-4 15,-10 0 5-15,10 0-3 0,0 0 4 0,0 0 6 0,0 0 3 16,0 0-5-16,0 0 4 0,-8-3-6 0,8 3 7 16,0 0-9-16,0 0-2 0,0 0-5 0,0 0-3 15,0 0-3-15,-8-3-5 0,8 3-6 0,0 0 4 16,0 0-2-16,0 0-2 0,0 0-2 0,0 0-3 15,-6-5-4-15,6 5 4 0,0 0-7 0,0 0 6 16,0 0-2-16,-5-5 7 0,5 5 2 0,0 0 0 16,0 0 4-16,0 0 1 0,0 0-3 0,0 0-3 15,9-14-5-15,-3 11-2 0,3-3-2 0,3-1 1 16,5-3-6-16,9 0-1 0,3-5-1 16,1 1-1-16,2-2 0 0,3 1-3 0,-3-2 1 15,2 4 3-15,-2-3-1 0,1-1 0 0,-1 3 0 16,0 1 1-16,-4-3 0 0,1 2 4 0,-2-2-3 15,-1 2 2-15,-1 0-1 0,4-2 3 0,-4 0-3 0,-1-1 4 16,0 2-2-16,2 1 6 0,-4-2 0 16,1 0-4-16,-7 4 2 0,0 0-2 0,-1 0 2 15,-1 2 1-15,-2 0-2 0,-1 1-2 0,-1 2 1 16,-1 0-2-16,0 2-2 0,0 0 0 0,-4 2 3 16,-5 3 3-16,9-5-3 0,-4 3 2 0,-5 2-1 15,0 0 1-15,8-7 0 0,-8 7-4 0,4-4 2 16,-4 4 3-16,0 0 2 0,5-3-1 0,-5 3 0 0,0 0 6 15,0 0-4-15,0 0 2 0,5-3 1 16,-5 3-2-16,0 0 2 0,0 0 5 0,0 0-4 0,0 0 5 16,0 0 0-16,0 0 6 0,0 0-1 15,0 0-18-15,0 0 13 0,0 0-2 0,4-6 5 16,-4 6-12-16,0 0 1 0,0 0 6 0,0 0-13 16,0 0 0-16,0 0-1 0,0 0-18 0,0 0 16 15,0 0-3-15,0 0 3 0,0 0-6 0,0 0 6 16,0 0-16-16,0 0-4 0,0 0-13 0,0 0-16 15,0 0-23-15,0 0-28 0,0 0-30 0,0 0-43 16,0 0-23-16,0 0-49 0,0 0-54 0,0 0-184 16,0 0-506-16,0 0 224 0</inkml:trace>
  <inkml:trace contextRef="#ctx0" brushRef="#br0" timeOffset="5942.92">25644 2698 6 0,'-8'-6'95'0,"8"6"-1"0,0 0-8 0,0 0-11 16,0 0 5-16,-9-8-8 0,9 8-6 0,0 0 3 15,-6-7 6-15,6 7 4 0,-2-6-4 16,2 6-5-16,-7-7 3 0,7 7 10 0,-5-5 2 0,5 5-6 16,0 0-3-16,-4-8-10 0,4 8 1 0,-4-6 2 15,4 6-2-15,-3-6 4 0,3 6-5 0,0 0-3 16,-6-4-6-16,6 4-4 0,0 0 1 16,0 0-7-16,0 0 0 0,0 0-12 0,-4-6 1 15,4 6-6-15,0 0-7 0,0 0-4 0,0 0-6 16,0 0-2-16,0 0 1 0,0 0-7 0,0 0 4 15,-1 18-1-15,1-18-4 0,1 20 1 0,0-8-1 16,2 7 2-16,-1-3 1 0,0 2-4 0,-2-1 5 16,2 0 2-16,0 2-10 0,-1 0 1 0,2 0 8 15,-3-1-5-15,3 0 3 0,-3 1 2 0,2 0-1 16,1-2-6-16,-1-2 5 0,0-3-2 0,1-1 1 16,-1 6-1-16,0-7 1 0,0 2-1 0,1-2 0 15,-1 2-3-15,2-2 3 0,-4-10-1 0,0 15 6 16,0-15-9-16,2 13 3 0,-2-13-2 0,2 9 4 15,-2-9 0-15,0 0-3 0,1 8 1 0,-1-8-2 16,0 0 4-16,0 0-7 0,0 0-10 0,0 0-17 16,0 0-11-16,0 0-18 0,0 0-29 0,0 0-22 15,0 0-39-15,9 9-20 0,-9-9-134 0,0 0-326 16,0 0 145-16</inkml:trace>
  <inkml:trace contextRef="#ctx0" brushRef="#br0" timeOffset="6658.08">25688 2671 36 0,'0'0'105'0,"0"0"10"0,0 0-15 16,-6-2-4-16,6 2 0 0,0 0-11 0,0 0-4 16,0 0-14-16,0 0-1 0,0 0 0 15,0 0-14-15,0 0-3 0,0 0-10 0,0 0-3 16,0 0 0-16,0 0-5 0,0 0-2 0,0 0-9 16,0 0 4-16,0 0-3 0,0 0-5 0,0 0-2 0,0 0 0 15,0 0-3-15,0 0 7 0,-5-7-8 0,5 7-3 16,0 0 0-16,0 0 15 0,0 0-21 0,0 0 0 15,0 0 14-15,0 0-13 0,0 0 4 16,0 0-1-16,0 0 3 0,0 0-2 0,0 0-3 16,0 0 2-16,0 0-2 0,0 0-1 0,0 0 7 15,0 0-3-15,-14 2 8 0,14-2 0 0,0 0-1 16,0 0 0-16,0 0-5 0,0 0 6 0,0 0-6 16,0 0 7-16,0 0-4 0,0 0-3 0,0 0-1 15,0 0 6-15,0 0-7 0,0 0-3 0,0 0 6 16,0 0-8-16,0 0 5 0,0 0-3 0,0 0 0 15,0 0-3-15,0 0 2 0,0 0 2 0,39 3 2 16,-21-1 2-16,4 0-3 0,10-2-5 0,0 0 6 16,5-1 5-16,1-2-9 0,3 1 3 0,10 1-3 15,3-1-1-15,1 2 4 0,1 0 3 0,0-2-3 16,2-1-2-16,3 3-3 0,3 2 3 16,0-1 7-16,1-5-9 0,0 5-2 0,3-2-1 0,-3-2 0 15,-1 3-3-15,-1 0-2 0,-2-4 2 0,0 1-7 16,-3 0 3-16,-2-3-13 0,-1 4-5 0,-4-3-16 15,-12 4-7-15,12-2-27 0,-13 0-11 0,3 0-15 16,-3 0-12-16,0 0-74 0,-2 0-203 0,-5-1 90 16</inkml:trace>
  <inkml:trace contextRef="#ctx0" brushRef="#br0" timeOffset="7040.59">27355 2620 36 0,'29'0'92'15,"4"3"-10"-15,-3-2-7 0,2 1-3 0,-3-1-17 16,0 2 5-16,-2 0-16 0,-4-1-4 0,-1 0-1 15,0 0-15-15,-1 2 1 0,-1-1-13 0,-3 0-12 16,0 0-8-16,0-2-15 0,3 2-11 0,-4 1-11 0,-4-4-46 16,1 2-100-16,1-2 45 0</inkml:trace>
  <inkml:trace contextRef="#ctx0" brushRef="#br0" timeOffset="10373.44">27339 2659 37 0,'0'0'47'0,"0"0"-5"0,0 0 3 16,0 0-8-16,0 0-3 0,-7-3-4 0,7 3-1 16,0 0-1-16,0 0-8 0,0 0 1 0,0 0 3 15,0 0-5-15,0 0-1 0,0 0 5 16,0 0 0-16,0 0-4 0,0 0 5 0,29-3 0 15,-15 3 3-15,4-1 0 0,4-3 18 0,6 4-19 0,1-2-2 16,2-1 9-16,-2 2-19 0,1-2 11 0,-1 1 2 16,0 0-2-16,2 2-11 0,-3-2 2 0,3 0-4 15,-2 1 1-15,-2-1-7 0,3 1 2 0,-2 0 11 16,2-1-9-16,1 1 1 0,3 2-5 16,-3-1 5-16,-1-1-4 0,-2-1 5 0,-7 2-5 15,1 0 6-15,-4 0-4 0,2-1-1 0,-2 0 4 16,-5-1 1-16,-1 2-15 0,-1 0 14 0,-11 0 5 15,14 0-2-15,-5 0 11 0,-9 0 5 0,9-1 0 16,-9 1 3-16,8-2 1 0,-8 2 4 0,0 0 3 16,0 0-1-16,10 2 6 0,-10-2-1 0,0 0 2 0,0 0 4 15,0 0-3-15,0 0 2 0,0 0-8 16,0 0 7-16,0 0-13 0,0 0 5 0,0 0-6 16,0 0-3-16,0 0-7 0,0 0-5 0,0 0 0 15,0 0 2-15,0 0-7 0,0 0 4 0,5 1-4 16,-5-1 0-16,0 0 0 0,0 0-4 0,0 0 3 15,0 0-4-15,0 0-3 0,0 0 0 0,0 0 3 16,0 0-5-16,0 0 3 0,0 0 0 16,0 0 2-16,0 0-4 0,0 0-3 0,0 0 4 15,0 0-11-15,0 0 1 0,0 0 4 0,0 0-7 0,0 0 4 16,0 10-5-16,0-10 2 0,0 0 2 0,0 11 1 16,2-4 2-16,-2 0-1 0,2 3 1 0,0 0-2 15,1 1 2-15,-3 1-3 0,1 0 2 0,1 4 4 16,-1 0 3-16,1 0 4 0,0 3 1 0,0-1-4 15,1 1-1-15,-2-2 3 0,2 2 0 0,2 9 1 16,-3-10 2-16,0 0 1 0,0 7 4 16,1 1-5-16,-3-7 6 0,2 6-1 0,0-1 2 0,-1-5 1 15,-1 6 1-15,0-7 2 0,4 0-5 16,-3 0-3-16,0 0 5 0,1-2-11 0,-2 3 0 0,2-3-1 16,-2-1 1-16,0 0 4 0,0-4-2 0,4 3-4 15,-2-4-2-15,0-3 4 0,-2 2-3 0,0-2 1 16,1 2 0-16,-1-9-5 0,1 11 9 15,-1-11-7-15,2 6-1 0,-2-6 3 0,0 9-1 16,0-9 5-16,0 0 9 0,0 0 7 0,2 7 5 16,-2-7 8-16,0 0 2 0,0 0-2 0,0 0 7 15,0 0-5-15,0 0-3 0,3 9 5 0,-3-9-11 16,0 0-2-16,0 0-3 0,0 0-4 0,0 0 0 16,0 0-4-16,0 0-3 0,0 0-3 0,0 0 0 15,0 0-5-15,0 0-2 0,0 0 2 0,0 0-2 16,8-2-3-16,-8 2 4 0,0 0-4 0,11 4 4 15,-11-4-2-15,7 0-4 0,-7 0 1 0,11 5 2 16,-6-2-1-16,-5-3-3 0,10 3 0 0,-5 0 2 16,-5-3-4-16,8 7 2 0,-4-5-2 0,0 3-1 15,-1-1 0-15,2 1-1 0,-1 2 4 0,-2-4-1 16,1 4-2-16,0-1 0 0,-3-6-1 0,0 13-2 16,-1-5 2-16,-4 0 5 0,5-8-5 0,-9 19 2 15,1-10 5-15,-2 4-3 0,-1 0-1 0,-3 1-3 16,3 1 1-16,-7 3 4 0,5-5-2 0,1-1 0 15,-1 1 0-15,-1-1 1 0,7-1-2 0,-2 2 7 16,3-4-7-16,2 1-1 0,-1-1 3 0,0 2-5 16,3-1-1-16,2-10 2 0,0 21 0 15,0-21-2-15,5 21-2 0,-2-12-1 0,5 6 3 0,0 0 0 16,2-2 0-16,1 1 1 0,1 1-1 16,2-4 3-16,-4 2 3 0,3 1-2 0,-3-2-4 15,3 4-1-15,0-4-1 0,-2 0 4 0,-2 1-4 16,1-1-5-16,-2 0-3 0,-3 0 4 0,-1-1 6 15,0-1-5-15,-3 2-4 0,-1-3 2 0,0-9 1 0,-4 22 0 16,0-14 4-16,-1 4 1 0,-2-4 2 0,-1 1 0 16,-2 0-3-16,3 0 5 0,-3-1-3 0,0-1 0 15,2 2 0-15,-1-2 2 0,1 0-3 16,5-2 4-16,3-5-4 0,-8 12 5 0,8-12-4 16,-6 9 0-16,4-1-1 0,2-8 4 0,-1 15-2 15,2-3 7-15,3-5-3 0,0 5 0 0,2-3-2 16,2 2 5-16,0-3-5 0,-1 2 1 0,0-2 0 15,2 2 1-15,-2-2-1 0,-1 2-1 0,-1 0 2 16,1-2 1-16,-2 1-3 0,-1 1 1 0,-3 0-2 16,0-10 0-16,-2 20 0 0,2-20 9 0,-6 22-7 15,1-12 5-15,-2 4-5 0,0 0 1 0,-1-1 1 16,-1 1-2-16,0 1 7 0,0-1-3 0,3 2-5 16,-2-3 4-16,3 4 1 0,2 0 0 0,2 1-5 15,-4-1 2-15,9 1 5 0,-2 1-1 16,0 0-6-16,0-1 5 0,6 0-1 0,-3 1-1 0,0-1 1 15,4 5 0-15,-3-5 0 0,1 2 1 0,-2-4 1 16,1 9-3-16,-1-6 0 0,-1 0 0 16,-2 6-1-16,1-5 4 0,1 5-1 0,-2-6 0 0,0 6 3 15,2-5-1-15,-1 4 1 0,0 1 2 0,2-1-3 16,-2-6 3-16,2 1-3 0,2 0 2 0,2 5 2 16,3-1-1-16,-2-5 3 0,1 4-3 0,7-1-22 15,-4 0-38-15,1 2-57 0,0 2-66 0,0 1-75 16,-4 0-172-16,-5 1-456 0,-6-8 202 0</inkml:trace>
  <inkml:trace contextRef="#ctx0" brushRef="#br0" timeOffset="13334.63">22821 3735 57 0,'0'0'78'0,"0"0"-2"0,0 0 6 15,0 0-9-15,0 0-3 0,0 0-5 0,-7-8-13 16,7 8 8-16,0 0-4 0,0 0-6 0,-8-3 1 15,8 3 1-15,-8-3-19 0,8 3 4 16,-11-3-3-16,5 2-3 0,6 1-1 0,-15-2 1 0,8 1-19 16,-3 1 5-16,10 0 8 0,-20 0-11 0,9 0 3 15,1 0-4-15,-3-1-6 0,4 2 9 0,-2 1 0 16,1-1-3-16,-1-1-10 0,3 1 4 0,8-1-4 16,-16 0 2-16,8 3 0 0,0-3-3 0,8 0 7 15,-15 3 7-15,9 0 2 0,6-3-7 0,-17 1-16 16,11 1 4-16,0 0-4 0,6-2 7 0,-12 3 6 15,12-3-1-15,-8 2 0 0,8-2 2 0,0 0 4 16,-10 0-2-16,10 0 5 0,0 0-3 0,-7 2-4 16,7-2-1-16,0 0 2 0,0 0-2 0,0 0-5 15,0 0 10-15,-7 2-3 0,7-2 5 16,0 0-3-16,0 0-1 0,0 0-9 0,0 0 9 0,0 0-1 16,0 0 7-16,0 0-7 0,0 0-3 0,0 0 5 15,0 0 4-15,0 0 4 0,0 0-3 0,0 0 4 16,0 0-3-16,0 0 7 0,0 0-7 15,0 0 5-15,0 0-1 0,0 0-3 0,0 0 3 0,0 0-2 16,0 0-2-16,0 0-2 0,0 0 5 0,0 0-5 16,0 0 0-16,0 0 1 0,0 0-4 0,0 0-2 15,0 0-1-15,0 0 2 0,0 0-5 0,0 0-2 16,0 0 2-16,-6 5 3 0,6-5-4 0,0 0 1 16,0 0-3-16,0 0 0 0,0 0 2 0,0 0-1 15,0 0 1-15,0 0-4 0,0 0 2 0,0 0 1 16,0 0-10-16,0 0 7 0,0 0 4 0,0 0-4 15,0 0 3-15,0 0-3 0,0 0-3 0,0 0 4 16,0 0-2-16,0 0 7 0,0 0-5 16,0 0-2-16,0 0 4 0,0 0 0 0,0 0-3 15,0 0 0-15,0 0 0 0,0 0 3 0,0 0-3 0,0 0-1 16,0 0-1-16,0 0-1 0,0 0 3 16,0 0 0-16,0 0-1 0,0 0 2 0,0 0 1 0,0 0-1 15,0 0 0-15,0 0-2 0,0 0 1 0,0 0 1 16,0 0-1-16,0 0-2 0,0 0 0 0,0 0 6 15,0 0-1-15,0 0-2 0,0 0 3 0,0 0 0 16,0 0-4-16,0 0 1 0,0 0 3 0,0 0 0 16,0 0-1-16,0 0-7 0,0 0 3 0,0 0 0 15,0 0-1-15,0 0 4 0,0 0-7 0,0 0 7 16,0 0-2-16,0 0 3 0,0 0-6 0,0 0 2 16,0 0 0-16,0 0 4 0,0 0-6 0,0 0 2 15,0 0-1-15,0 0 0 0,0 0-3 0,0 0 1 16,0 0 6-16,0 0-4 0,0 0 0 15,0 0 0-15,0 0 1 0,0 0-2 0,0 0 0 16,0 0 4-16,0 0-4 0,0 0 3 0,0 0-1 0,0 0 2 16,0 0-3-16,0 0-1 0,0 0-2 0,0 0 1 15,0 0 4-15,0 0 1 0,0 0-3 16,0 0 0-16,0 0 2 0,0 0-2 0,0 0 3 16,0 0-3-16,0 0 1 0,0 0-2 0,0 0 5 15,0 0-2-15,0 0 1 0,0 0 5 0,0 0-7 16,0 0 4-16,0 0 5 0,0 0 2 0,0 0 1 0,0 0-3 15,0 0 4-15,0 0-5 0,0 0 5 0,0 0-1 16,0 0 1-16,0 0-4 0,0 0 4 0,0 0-2 16,0 0-2-16,0 0 2 0,0 0 4 15,0 0 0-15,0 0-6 0,0 0 2 0,0 0-5 16,0 0 1-16,0 0-2 0,0 0 0 0,0 0-2 16,0 0 0-16,0 0-1 0,0 0 0 0,0 0-3 0,0 0-1 15,0 0-1-15,0 0-2 0,0 0 1 0,0 0 1 16,2 16-2-16,-2-9 4 0,0-7 1 0,0 16-4 15,0-3 4-15,2 3-2 0,-1 0 0 16,0 2 3-16,-2 1 1 0,1-1-6 0,0 2 7 16,0-1 0-16,0 6 1 0,1-1-1 0,1 1 1 0,-4-6 0 15,4 6 0-15,0 2 3 0,-1-3 0 0,-1 0 0 16,-1 1 26-16,2 2-3 0,-2-3 0 16,2-3-1-16,-1 4-1 0,2-5-4 0,-2-1 2 15,-2 1-6-15,4-1 2 0,-2 5 2 0,0-6-5 16,3 1-3-16,-3-2 1 0,0 2-2 0,0-2-2 15,0 2-3-15,0 0 3 0,-1-3-1 0,-1 1-1 16,2 0-2-16,0 2 1 0,3-4-3 0,-1-2 3 0,-4-1-6 16,2-3 4-16,-1 2-3 0,1-11 0 15,1 17-2-15,-1-17 4 0,2 13 0 0,-2-13-4 16,0 11-1-16,0-11 0 0,0 0 2 0,-3 13-2 16,3-13 2-16,0 0 0 0,1 9-3 0,-1-9 1 15,0 0 2-15,0 0 0 0,0 0-2 0,0 0 4 16,-3 12-4-16,3-12 1 0,0 0-1 0,0 0 1 15,0 0-2-15,0 0 1 0,0 0 0 0,0 0 0 16,0 0 2-16,0 0 0 0,0 0-1 0,0 0-2 16,3 9 0-16,-3-9-1 0,0 0-3 0,0 0 1 15,0 0-1-15,0 0 6 0,0 0-2 0,0 0 0 16,12 3-3-16,-12-3 1 0,8 6 3 0,-8-6-3 16,11 4 1-16,-5-1 0 0,-6-3-2 0,11 7 2 15,-5-3 0-15,-6-4 5 0,17 8-6 16,-12-4 2-16,1 0-5 0,-6-4 0 0,14 9-2 0,-7-7 6 15,-7-2-3-15,11 9 2 0,-8-4 0 0,-3-5 0 16,10 7-3-16,-8 1 2 0,4-1-4 0,-6-7 5 16,1 16 0-16,-1-8 1 0,0-8-1 0,-4 19 0 15,0-6 1-15,-2 1 4 0,-4 0-8 0,3-4 6 16,-3 4 3-16,-3-1 0 0,-1 2-1 0,1-3 1 16,1 1-1-16,-1-3-2 0,3 0-1 0,2 0 0 15,1-2 1-15,-1 0 1 0,4 2-2 0,-1-1 1 16,1-1-1-16,1 0 0 0,3-8 1 0,-2 14-1 15,2-14-1-15,2 14 0 0,-2-14-1 0,5 13 2 16,1-5-2-16,-1-1 3 0,2 1-1 0,2 2 3 16,0-3-4-16,3 1 2 0,0 2 0 0,-1-2 0 15,-1 0-3-15,0 1 3 0,-1-1-2 0,0-1-2 16,-1 3 1-16,-2-1 1 0,1 1 1 0,-5-1-5 16,3 2 0-16,-5 2 3 0,-1-1 0 0,-5-1-2 15,-2 7-2-15,-3 0 6 0,-2 4 0 0,2-4 2 16,-4 2-4-16,-3-1 1 0,5-6-1 0,2 0-1 15,2-4 1-15,-1 1 1 0,2-1-1 0,2 1 1 16,0-2-1-16,2 1-1 0,4-9-3 0,-5 12-5 16,2-5 2-16,3-7-6 0,0 0 1 0,3 20 0 15,1-11-1-15,-1-2 4 0,3-1 0 0,1 1 1 16,2 4 0-16,-1-3 0 0,3-1 4 0,-1 0-1 16,4 4-1-16,-5-3 4 0,1 1-4 15,4 2 6-15,-5-2-3 0,-1 0 2 0,3 5-3 0,-4-6 0 16,-1 3-1-16,2-2 4 0,-3 3 1 0,-1-3-2 15,-2 5 3-15,2-4-4 0,-3 2 2 16,1 2 2-16,-1-5 1 0,0 2-3 0,1 2-1 0,-2-1-1 16,0-12 4-16,-2 20-4 0,4-10 2 0,-1-1 0 15,1 3 2-15,-2-2 2 0,0-10-4 0,4 24 1 16,0-13 0-16,-5 0-1 0,1-11 0 16,6 20 4-16,-2-8-3 0,0 1 3 0,1 0-2 15,0-1 3-15,-1-2 1 0,1 1-2 0,1 5 1 16,-2-4-1-16,0-2 1 0,-1 1 2 0,1 0-1 15,-4-11-3-15,3 21-1 0,-3-21 3 0,5 17-1 16,-3-6 2-16,-2-11-1 0,0 28-2 0,0-13 1 0,-2-2-3 16,2-13 8-16,-6 21-5 0,4-9-6 15,-1-1-17-15,0 1-24 0,1 0-40 0,2-12-31 16,-11 32-40-16,8-14-10 0,-2-1-34 0,0 2-175 16,-3-2-405-16,1-2 180 0</inkml:trace>
  <inkml:trace contextRef="#ctx0" brushRef="#br0" timeOffset="14592.54">22711 6128 5 0,'0'0'26'0,"8"-5"1"0,-8 5-4 16,0 0-1-16,7-5-3 0,-7 5 2 16,0 0-2-16,0 0 7 0,0 0-1 0,4-3-4 15,-4 3 9-15,0 0-4 0,0 0-5 0,0 0-3 16,0 0 1-16,0-10 13 0,0 10-1 0,0 0 0 16,0 0 4-16,0 0-3 0,0 0-1 0,0 0-3 15,0-12 0-15,0 12-5 0,0 0-6 0,0 0 2 16,0 0 16-16,0 0-10 0,0 0 8 0,1-8 4 15,-1 8-2-15,0 0 0 0,0 0 7 0,0 0 3 16,0 0 8-16,0 0-1 0,0 0 2 0,0 0 1 0,0 0-2 16,0 0-2-16,0 0 5 0,0 0-6 0,0 0 3 15,-2-8-3-15,2 8-8 0,0 0 3 16,0 0-5-16,0 0-3 0,0 0-2 0,0 0-3 16,0 0-5-16,0 0-9 0,0 0 2 0,0 0-7 0,0 0-1 15,0 0-6-15,0 0 4 0,0 0-5 16,0 0 3-16,0 0-3 0,0 0 1 0,-4 27-1 15,2-17 2-15,1 0-2 0,1 7 0 0,0 1-1 16,0 1 4-16,1 5 3 0,-1 3-3 0,0-2 4 0,0 2 1 16,0 2 2-16,0-1-2 0,0 2 2 0,2 1 1 15,0 2 2-15,0-1 1 0,0-3 2 0,1 3-1 16,-1 0 4-16,0-2-5 0,1 0-1 16,1 0-1-16,-4-3 2 0,3-1 3 0,-2-6-5 0,3 7 5 15,-4-10-5-15,1 1 2 0,-1 2 2 0,1 0-3 16,-1-4 3-16,0-1-6 0,2-1 4 0,-2-3 4 15,0 0-3-15,1 0 0 0,-1-1-3 0,0-4-1 16,0-6-1-16,-1 11 1 0,-1-4-6 0,2-7 0 16,0 12 4-16,0-12-1 0,2 10-3 0,-2-10-7 15,0 7-13-15,0-7-17 0,0 0-18 0,-2 11-25 16,2-11-20-16,0 0-29 0,-1 7-13 0,1-7-19 16,0 0-28-16,0 0-105 0,0 0-305 0,0 0 135 15</inkml:trace>
  <inkml:trace contextRef="#ctx0" brushRef="#br0" timeOffset="16024.78">22414 6969 73 0,'0'0'70'15,"-13"0"-10"-15,13 0 4 0,-11 0-5 0,11 0 3 16,-12-2-4-16,12 2-5 0,-14 0-2 0,14 0 10 16,-11-3-5-16,11 3 4 0,-12 0-5 0,12 0 5 15,-7-1-9-15,7 1 0 0,0 0 1 0,-11-2-7 16,11 2-6-16,0 0-6 0,-6-2-12 0,6 2 8 15,0 0 4-15,0 0-7 0,0 0 3 0,-11 0-12 16,11 0 4-16,0 0-8 0,0 0 3 0,0 0 7 16,0 0-7-16,0 0-6 0,0 0 2 0,0 0 8 15,0 0-9-15,0 0 6 0,0 0-5 0,0 0-4 16,0 0-5-16,0 0 14 0,0 0-6 0,0 0 0 16,0 0-4-16,42-5 1 0,-22 4-3 0,8-2 5 15,3-1-1-15,1 3-3 0,1-2 2 0,2-1 0 16,0 1 1-16,1 0 0 0,0 0 1 0,0-1 5 15,-4 3-4-15,2-1-11 0,1-1 8 0,-6 0-4 16,3-1 0-16,-1 2 3 0,-3 1-6 0,-1-3 3 16,-8 1-6-16,-2 2 0 0,-4 0-16 0,-2 2 26 15,-4-1-3-15,1-4-4 0,-8 4 5 0,13 0-1 16,-13 0 4-16,0 0-3 0,9 0 2 0,-9 0 0 0,0 0 4 16,0 0-4-16,0 0 0 0,10 0-1 15,-10 0-3-15,0 0-6 0,0 0-12 0,0 0-6 16,0 0-12-16,0 0-30 0,0 0-7 0,9 0-14 15,-9 0 0-15,0 0-2 0,4 5-11 0,-4-5-17 0,0 0-62 16,0 0-189-16,0 0 84 0</inkml:trace>
  <inkml:trace contextRef="#ctx0" brushRef="#br0" timeOffset="16524.03">22569 7151 40 0,'0'0'100'0,"0"0"-11"0,0 0-3 16,0 0-2-16,0 0-5 0,0 0-3 0,0 0-2 15,0 0-1-15,0 0 2 0,0 0 0 0,0 0-12 16,0 0 2-16,0 0-3 0,0 0 1 0,0 0 2 16,0 0 1-16,-8 5-20 0,8-5 2 0,0 0-6 15,0 0-2-15,0 0 0 0,0 0-7 0,0 0 2 16,0 0 0-16,0 0 1 0,-14-5 2 0,14 5 0 16,0 0-3-16,0 0-2 0,0 0-1 0,0 0 0 15,0 0 2-15,-8-2-4 0,8 2 2 0,0 0-3 16,0 0 2-16,0 0-7 0,0 0 1 0,0 0 2 15,0 0-8-15,0 0 1 0,0 0-3 0,26-11-2 16,-9 9 0-16,3-2-4 0,2 3 1 0,6-5-1 16,4 2-2-16,0 0 0 0,-2 0 1 0,1 0-3 15,0 1-2-15,-4 2 4 0,-4-2-5 0,-2 1 0 16,1 1 0-16,-3-1-5 0,2 1 4 0,-1 1 1 16,-2-3 0-16,1 3-1 0,-6 0-2 0,0-1 1 15,-2 1-1-15,0 0-11 0,-3 0-15 0,-8 0-11 16,13 1-18-16,-8-1-11 0,-5 0-17 0,9 3-16 15,-9-3-15-15,8 3-10 0,-8-3-16 0,0 0-109 16,0 0-268-16,0 0 119 0</inkml:trace>
  <inkml:trace contextRef="#ctx0" brushRef="#br0" timeOffset="17033.18">22762 6901 18 0,'0'0'91'0,"0"0"-6"15,0 0-11-15,0 0 0 0,0 0 5 0,27-5-8 0,-10 4-2 16,1-5-11-16,10 3 4 0,2 0-7 0,2-2-9 15,-2 1 3-15,2 0 4 0,-1-1-6 16,-1 1 2-16,-2 0-6 0,-2 0 0 0,-5 2-6 16,-2 1 0-16,1-1 0 0,-1 1 3 0,-2-1-11 0,-4 1-6 15,0 1 8-15,-3-4-7 0,2 4-4 0,-4-2 3 16,-8 2-3-16,13 0 4 0,-13 0-7 0,12 0 1 16,-12 0 3-16,9 0-1 0,-9 0-7 15,0 0 2-15,9 0-5 0,-9 0 5 0,0 0 0 0,0 0-9 16,0 0 1-16,0 0-11 0,0 0-14 0,0 0-18 15,0 0-10-15,0 0-11 0,0 0-17 0,0 0-19 16,0 0-28-16,0 0-66 0,-17 12-202 0,4-6 89 16</inkml:trace>
  <inkml:trace contextRef="#ctx0" brushRef="#br0" timeOffset="17709.22">22799 7161 46 0,'0'0'97'0,"0"0"-11"0,0 0 6 0,0 0-11 0,-1-10 4 16,1 10 3-16,0 0-2 0,0 0-1 0,0 0 7 15,2-10-6-15,-2 10 0 0,0 0-1 0,0 0-6 16,0 0-5-16,0 0 4 0,0 0-2 0,0 0-6 16,0 0-6-16,0 0 2 0,-1-10-2 0,1 10 0 15,0 0-11-15,0 0-2 0,0 0-7 0,0 0-1 16,0 0-7-16,0 0-6 0,0 0-4 0,0 0 1 15,0 0-6-15,0 0-2 0,0 0-7 0,0 0-1 16,0 0 1-16,0 0-2 0,0 0-1 0,7 28-1 16,-4-22-5-16,-1 6 3 0,-2-3 5 0,4 4-3 15,-1 0 4-15,1 4-4 0,0 1 4 0,-2 2 3 16,2-4-5-16,2 4 3 0,-3 5-4 0,2 1 0 16,-2-2 3-16,2 2-2 0,-1-1 0 0,0 0-1 15,-2 2 0-15,-2-2 2 0,4 0 0 0,-2-1-2 16,0 4 0-16,-1 0-1 0,0-3 2 0,0 3-3 0,-3-4 3 15,3 3-3-15,-1-2 2 0,1-6-3 16,-1 1 2-16,0-2-3 0,2 1 2 0,-1 0-3 16,-1-2-3-16,3 2 4 0,-3-3-2 0,2 0-1 15,1 0-7-15,1 0-14 0,-3-1-21 0,0-2-16 0,-1-2-37 16,1 1-28-16,1 1-31 0,-1-1-174 0,-4 0-353 16,1 0 156-16</inkml:trace>
  <inkml:trace contextRef="#ctx0" brushRef="#br0" timeOffset="18297.72">22817 7871 81 0,'0'0'79'0,"-4"-8"5"0,4 8-11 0,0 0-8 16,0 0-6-16,0 0-7 0,0 0 2 0,0 0-10 15,4-9-7-15,-4 9 1 0,0 0-11 0,0 0-4 16,0 0-24-16,4-7-18 0,-4 7-9 0,0 0-13 16,0 0-21-16,0 0-33 0,0 0-102 0,0 0 46 15</inkml:trace>
  <inkml:trace contextRef="#ctx0" brushRef="#br0" timeOffset="19124.43">22818 7854 104 0,'0'0'107'0,"0"0"-3"0,0 0-12 15,1-8 10-15,-1 8-3 0,0 0-7 0,0 0-10 16,0 0 0-16,0 0-9 0,0 0-9 0,0 0-7 16,0 0-1-16,0 0-10 0,0 0 0 0,0 0-5 15,0 0-7-15,0 0-1 0,0 0-5 0,0 0-2 16,0 0 3-16,0 0-13 0,0 0-5 0,0 0 8 15,0 0-7-15,0 0 0 0,0 0 0 0,-2 28 2 16,3-23 0-16,0 3-7 0,-1 1 9 0,3 1 3 16,-2 2-1-16,-1 1 8 0,1-2-4 0,1 4 2 0,-1-2-2 15,0 3-9-15,-1-2-2 0,0 1 1 16,2 1 1-16,-2-3 2 0,1 3-1 0,-1-2 6 16,0 3 0-16,1-1 3 0,-1 0 3 0,0-3 4 15,1 3-3-15,-1-5 3 0,0 5-1 0,2-4-2 0,0 4-2 16,-2-4-6-16,1 0-5 0,-1-1 3 0,2 0-1 15,-2 0 2-15,0 0-2 0,0 0-2 16,2-2 1-16,-1 0 2 0,1 1-2 0,-1 1 4 16,0-1-2-16,-1-3 4 0,2 2-3 0,-1-2 1 0,1 2-2 15,-2 1-2-15,0-10-6 0,0 13 4 0,0-7-1 16,3-1-1-16,-3 4-2 0,0-9 1 16,1 13 3-16,1-7-6 0,-2-6-4 0,4 11 3 0,-3-5-1 15,-1-6 2-15,5 9 0 0,-5-9-3 0,2 8 1 16,0-3-2-16,-2-5 5 0,3 6 1 0,0-1-9 15,-3-5 8-15,3 7-4 0,-3-7 0 0,2 6 0 16,-2-6 0-16,5 5-3 0,-5-5 4 0,4 7-7 16,0-2 2-16,-4-5 6 0,6 3-4 0,-6-3 2 15,7 6 3-15,-2-3-4 0,0 1 3 0,0-1-5 16,3 1 4-16,-1-4-2 0,0 4-3 0,1-2 3 16,2 1 1-16,-1 1 3 0,1 0-5 0,0 0-1 15,2-2 1-15,0 1 1 0,2 0 1 0,-1 0-4 16,5-2 3-16,1-1-4 0,2 2-3 0,0 1 5 15,2-2 5-15,4-1-5 0,0 4 1 0,-4-2 0 16,6-2 1-16,0 1-4 0,-1-1-1 0,0 0 2 16,1 1 5-16,1-3-2 0,-2 0 0 0,2 1 0 15,4-2-3-15,-1 2 0 0,0-2 1 0,5 1-2 16,13-2 4-16,-11 1-3 0,10-1 2 0,0-1 2 0,1 3-4 16,-1 0 0-16,1-4 3 0,3 2-3 15,-1-3-2-15,-3 4 2 0,3-3 4 0,3 1-4 16,0 3-1-16,-2-3 1 0,5 1 5 0,1-2-4 15,1 2 2-15,-1 1 3 0,3-4-6 0,-2 2-2 0,2 1 4 16,2 1-2-16,2-1 0 0,-3 0 2 0,-1-5 2 16,-3 1-5-16,1 4 2 0,-3 0-2 0,3 4-2 15,3-6 1-15,-5 3 1 0,-7-1 0 16,6 1-1-16,-3-1 1 0,-1 1-10 0,-16 2-6 0,13 2-2 16,-13-6-5-16,-1 4 2 0,0-2-11 0,-1 3-17 15,3 0-21-15,-5-2-23 0,-5 4-22 16,-3-2-27-16,-6 0-24 0,-3 3-133 0,-6-2-324 15,-1-1 144-15</inkml:trace>
  <inkml:trace contextRef="#ctx0" brushRef="#br0" timeOffset="19942.96">25342 8471 1 0,'-3'-7'91'0,"3"7"-13"0,0 0 5 0,0 0-13 15,0 0-4-15,0 0-5 0,0 0 2 0,0 0-1 0,0 0 4 16,0 0-18-16,0 0 6 0,0 0-14 0,0 0 5 16,0 0-14-16,0 0-3 0,0 0-2 0,0 0-18 15,13-7 26-15,-13 7-1 0,13-2-8 0,-6 2 10 16,-7 0-8-16,21-1 7 0,-7 1-8 0,7-3-4 16,-1 1 13-16,1-1-8 0,7 0 8 0,2 3-5 15,2-3-2-15,1 1-4 0,-1 0 3 16,6-2-6-16,2 1 1 0,9-1 0 0,3 3 1 15,-12-1-2-15,10 1-4 0,-12-2 2 0,14 2-2 0,-14-1 3 16,0 2-10-16,0 1 9 0,1-1-6 0,14-1-2 16,-16 1 1-16,3-1-1 0,12 1 3 0,-16-1-5 15,4-2 4-15,12 2 4 0,-1 2-4 0,-10-1 6 16,8-1-9-16,-10-1-6 0,1 4 9 0,12-2 1 16,1 0 0-16,-17 0-7 0,3 1 4 0,-2-1 0 15,3-1-4-15,-4 1-8 0,16-2 8 0,-11 2 1 16,-3-1-6-16,0 2 0 0,2-2 3 0,-2-1-1 15,3 4-6-15,8-5-2 0,-8 1-1 0,-3 2 2 16,0-2-8-16,-2 2-6 0,-2 1-9 0,-1-1-3 16,0-1-10-16,-5 1-6 0,3-2-9 0,-10 2-18 15,1-1-11-15,-4 0-15 0,0 1-12 0,-5 0-95 16,-1 0-221-16,-3-2 98 0</inkml:trace>
  <inkml:trace contextRef="#ctx0" brushRef="#br0" timeOffset="20308.08">27416 8381 76 0,'37'0'94'16,"-20"0"-7"-16,12 0-6 0,3 1 0 0,-1-1-7 15,6 0-9-15,1-1 3 0,16 0-12 0,-15 2-8 16,0-2 1-16,12 0-9 0,2 3 5 16,2-2-3-16,-1 1-3 0,1-2-7 0,1 0 1 0,4 1 4 15,-2-1-8-15,3 3 13 0,-1-3-11 16,-4 2-2-16,-2 0-2 0,-3-1-17 0,-14-1 20 15,0 1-13-15,-2-1 7 0,-1 2-8 0,-4 0-3 0,-2-2 1 16,-10 1-3-16,0 0-20 0,-3 1-2 0,6 0-19 16,-9-1-6-16,2 0-22 0,-3 2-7 0,-4-2-12 15,-7 0-99-15,12-3-191 0,-12 3 85 0</inkml:trace>
  <inkml:trace contextRef="#ctx0" brushRef="#br0" timeOffset="21673.72">25774 4460 79 0,'0'0'87'0,"0"0"-10"0,0 0-6 0,0 0-10 15,0 0-6-15,0 0 2 0,0 0-10 0,0 0-10 16,0 0-4-16,0 0-1 0,0 0-4 0,0 0 0 15,0 0-8-15,0 24 2 0,2-15 12 0,0 3-21 16,-2 0 14-16,2 3-5 0,0 3 9 16,1 9 6-16,1-2 2 0,-1 3 5 0,4 2-8 0,-3 2-2 15,5 0 0-15,-5 1-7 0,4 3 4 16,1 10-3-16,-3-11 3 0,2 12-2 0,-3-2-13 0,0-12 8 16,-1-1-1-16,1 14-5 0,1-14 1 0,1 2 0 15,-5-4-4-15,8-1 5 0,-4 6-6 0,-1-1 8 16,1 1-4-16,-2 0-1 0,-1-2-7 0,0 2 5 15,-3 0-6-15,0-2-8 0,0-2 3 16,0 1-1-16,-5-1-20 0,5 0-9 0,-1-1-22 0,0 2-36 16,1-5-25-16,-3 4-94 0,-1-4-219 0,-1-6 97 15</inkml:trace>
  <inkml:trace contextRef="#ctx0" brushRef="#br0" timeOffset="23130.49">25908 5551 1 0,'0'0'55'16,"0"0"-10"-16,0 0-1 0,0-9-4 0,0 9-6 16,0 0 0-16,0 0-9 0,0 0 2 0,-6-4-6 15,6 4 0-15,0 0 3 0,0 0-3 0,0 0-2 16,-3-7-4-16,3 7-1 0,0 0-5 0,0 0 3 0,0 0 0 15,0 0-4-15,0 0 5 0,0 0-9 16,0 0 7-16,0 0-5 0,0 0-2 0,0 0 6 16,0 0-4-16,0 0 7 0,0 0-8 0,0 0 10 15,0 0-4-15,0 0 4 0,0 0-1 0,0 0 1 16,0 0-2-16,0 0-5 0,0 0 6 0,0 0-4 0,0 0-3 16,0 0-3-16,0 0-3 0,0 0 3 15,0 0 0-15,0 0 1 0,0 0-4 0,0 0 1 16,0 0 1-16,0 0-4 0,0 0 5 0,0 0-3 15,0 0 6-15,0 0-2 0,0 0-7 0,0 0 1 16,0 0 3-16,0 0-5 0,0 0 7 0,0 0-3 16,0 0-2-16,0 0 6 0,0 0-7 0,0 0 2 0,0 0 5 15,0 0-7-15,0 0-1 0,0 0 0 16,0 0 3-16,0 0 0 0,0 0 3 0,0 0-1 16,0 0-5-16,0 0 9 0,0 0-6 0,0 0 1 15,0 0 0-15,0 0-2 0,0 0-1 0,0 0 3 16,0 0 0-16,0 0 0 0,-8 14 0 0,8-14 1 0,0 0-6 15,0 0 3-15,0 0 0 0,0 0 8 16,0 0-12-16,0 0 5 0,0 0-1 0,0 0 1 16,0 0 5-16,0 0-5 0,0 0 4 0,0 0-2 15,0 0 7-15,0 0 0 0,0 0-1 0,0 0 6 16,0 0 2-16,0 0 4 0,0 0 1 0,0 0 5 0,0 0 2 16,0 0 8-16,0 0-5 0,0 0 4 15,0 0-5-15,0 0 4 0,0 0 7 0,0 0-5 16,0 0 2-16,0 0-3 0,0 0-2 0,0 0 0 15,0 0-6-15,0 0 3 0,0 0-5 0,0 0 0 16,0 0 6-16,0 0-3 0,0 0-5 0,0 0 7 0,0 0-1 16,0 0 0-16,0 0-5 0,0 0-2 15,0 0 0-15,0 0 0 0,0 0-6 0,0 0 4 16,0 0-7-16,0 0 6 0,0 0-6 0,0 0-2 16,0 0 3-16,0 0-2 0,0 0 1 0,0 0-2 15,0 0 0-15,0 0 1 0,0 0-4 0,0 0 3 0,0 0-5 16,0 0 2-16,0 0-2 0,0 0 0 0,0 0 2 15,0 0-2-15,0 0-10 0,0 0 2 0,0 0-2 16,0 0 5-16,0 0-1 0,0 0-4 16,0 12 1-16,-2-5 6 0,2-7-7 0,0 18 7 15,-3-5-2-15,1 4 1 0,1 0 1 0,-1 2-1 0,0 6 1 16,2 1 4-16,-4 0-3 0,0-1 8 0,3 3-4 16,-1-1-2-16,0 0 1 0,-3 2 3 15,4-1-1-15,-1 4 2 0,4-3 0 0,-2 2 3 16,1 2-2-16,0-1 15 0,3 4-13 0,1-3 0 15,3 1-2-15,-3 2 1 0,4-3 3 0,0 13-6 0,-3-11-1 16,-1 11 6-16,0-12 1 0,-1 0-3 0,-4-2-1 16,0-1 2-16,1 2 1 0,-2-1-2 15,-1-3 0-15,-3 3-2 0,1-6 1 0,-1 1-1 16,1-8-4-16,-3 6 1 0,3-5 0 0,2 5 2 16,-6-1 0-16,6-7 0 0,-2 0-6 0,4 3-4 0,0-4-13 15,0 0-13-15,2 0-24 0,2 2-16 16,-1 0-34-16,4-2-12 0,-1 0-33 0,-1 1-151 15,-3 1-320-15,-2-1 142 0</inkml:trace>
  <inkml:trace contextRef="#ctx0" brushRef="#br0" timeOffset="24093.84">25897 6685 48 0,'0'0'70'0,"0"-8"-5"0,0 8 11 16,0 0 7-16,0-10 6 0,0 10-9 0,0 0-8 15,-2-8 6-15,2 8-1 0,0 0-2 0,0 0 1 16,0 0-13-16,-2-10-6 0,2 10-7 0,0 0 0 15,0 0-11-15,0 0-5 0,0 0-6 16,0 0 2-16,0 0-6 0,0 0-4 0,0 0 5 0,0 0-7 16,0 0 0-16,-2 27-1 0,2-18-3 0,-2 6 3 15,2 1-5-15,2 1 2 0,-4 1 5 0,2 7 0 16,-3 3 2-16,1 0 11 0,1 3-2 0,-1 1 6 16,0 0-5-16,-2 2 6 0,-1 1 0 0,1 14-2 15,0-2-1-15,0-1 2 0,4-13-6 0,-1 1 3 16,1 0-4-16,1 1-1 0,2-1 1 0,2 1-1 15,-1-1 3-15,-2 2-4 0,5 8-2 0,-5-10 1 16,0 2 2-16,4-2-4 0,-4 1 4 0,2 0-1 16,3-1-2-16,-1 2-5 0,-3 0 5 0,4-2 2 15,0 1-6-15,-1 0-1 0,-2 0 4 0,3 1-4 16,5 8-5-16,-4-11 7 0,1 0-4 0,-1-4-1 16,0 1-4-16,-3-1 2 0,-1-3 0 0,0-1-2 15,1 1-2-15,-3-8 1 0,1-1-1 0,-1 0-1 16,-2-1-3-16,-2 1 1 0,2-5-3 0,0-1 1 15,-5 0 1-15,5 0-1 0,-3 0 1 0,1-1-5 16,-2 1 1-16,4-2 2 0,-2 0-2 0,-3-2-6 16,3 0-10-16,2-7-18 0,-4 9-14 0,4-9-14 15,0 7-17-15,0-7-2 0,0 0-5 0,0 0-6 16,0 0-7-16,0 0 0 0,0 0-23 0,11 6-21 16,-11-6-24-16,0 0-86 0,0 0-272 0,9-21 121 15</inkml:trace>
  <inkml:trace contextRef="#ctx0" brushRef="#br0" timeOffset="24328.67">25942 8307 43 0,'0'0'122'0,"0"0"-16"16,0 0 0-16,0 0 6 0,0 0 10 0,0 0 1 16,-4 16 1-16,6-6 1 0,-2-10-2 0,2 20-13 15,-2-8-7-15,2 1-4 0,-2 5-3 16,2 1-11-16,1-2-12 0,-2 2-7 0,1-1-6 0,0 0 1 15,0-1-10-15,-4-2-2 0,2 3-9 16,2-2 1-16,-4-5-10 0,4 2 1 0,-4-1-4 16,4-1-5-16,-2-2-9 0,0 0-9 0,0-2-9 0,2 1-31 15,-2-8-21-15,-2 13-29 0,2-13-27 0,0 14-18 16,-2-10-18-16,-2 3-120 0,4-7-289 0,0 0 128 16</inkml:trace>
  <inkml:trace contextRef="#ctx0" brushRef="#br0" timeOffset="24498.62">26038 8528 28 0,'0'0'163'0,"0"0"-17"0,0 0-19 0,0 0-20 16,0 0-12-16,0 0-18 0,0 0-25 0,0 0-14 15,0 0-23-15,6-6-22 0,-6 6-32 0,0 0-27 16,0 0-57-16,0 0-133 0,0 0 59 0</inkml:trace>
  <inkml:trace contextRef="#ctx0" brushRef="#br0" timeOffset="27995.58">28690 3614 115 0,'0'0'150'0,"0"0"-15"0,0 0-9 15,0 0-16-15,0 0-7 0,0 0-15 0,0 0-11 16,0 0-14-16,0 0 2 0,0 0-5 0,0 0 2 15,0 0-10-15,4 28-1 0,-2-17 1 0,1 6-8 16,-2 0-1-16,-1 1 0 0,2 0-8 0,-2 2 1 16,1 0 5-16,0-1-10 0,-2-3-9 0,2 1 2 15,0-1 1-15,1 3-3 0,-1-4-6 0,-1 2 2 16,-1-1-2-16,1 0 5 0,1 0-7 0,-1-4-1 16,1-1-15-16,-2 1-14 0,1-3-17 0,-1 2-27 15,1-1-22-15,0-3-16 0,0-7-16 0,-2 13-16 16,1-8-77-16,1-5-224 0,-5 7 101 0</inkml:trace>
  <inkml:trace contextRef="#ctx0" brushRef="#br0" timeOffset="28370.87">28764 3603 106 0,'8'-8'109'0,"-7"4"-5"0,-1 4-12 16,8-6-14-16,-8 6-1 0,9-3-9 0,-3 2-4 16,-6 1-3-16,12 1-10 0,-12-1-12 0,12 6 0 15,-6-2 7-15,-1 2-6 0,-1 2-11 0,1-1-1 16,-2 1-2-16,-3 1 9 0,0 2-4 0,-6-2-7 16,1 1 3-16,-1 4 5 0,-5-1-4 0,1-1-5 15,-1 2-8-15,1-6 8 0,-2 3-18 0,2-4 16 16,2 0 1-16,-2-1 0 0,3-1 6 0,2-3 3 15,0 3 9-15,5-5-9 0,-10 6 4 0,10-6 3 16,-4 4-2-16,4-4-2 0,0 0 0 0,-8 4-6 16,8-4-5-16,0 0-1 0,0 0-7 0,0 0 7 15,0 0-11-15,0 0 5 0,0 0-1 0,11 10-3 16,-5-6-4-16,-1 0 2 0,2 0-1 0,2 1 2 16,1 1-5-16,0 0-3 0,4 4-8 0,1-1-24 15,1 2-27-15,0-2-23 0,0 0-39 0,2-1-19 16,-2 4-107-16,-3-1-263 0,-3-4 117 0</inkml:trace>
  <inkml:trace contextRef="#ctx0" brushRef="#br0" timeOffset="28677">29031 3779 78 0,'2'-6'161'16,"-2"6"-2"-16,0 0-13 0,0-10-10 0,0 10-15 15,0 0-15-15,0 0-9 0,0 0-12 0,0 0-3 16,0 0-9-16,0 0 0 0,0 0 3 0,2 32-6 16,-2-21 1-16,0 0-6 0,0 8 0 0,1-2-15 15,-1-5 3-15,-1 5-2 0,1-7 2 0,1 3-6 16,1-1 11-16,-2-2-2 0,1-1 0 0,2 1-7 16,-1-1 1-16,-1-3 1 0,-1-6-6 0,4 9-2 15,-2-4-1-15,-2-5-6 0,3 8 2 0,2-4-3 16,-5-4 2-16,13 5-6 0,-1-2 26 0,8-2-4 15,2-2-5-15,6 1-3 0,-1 1-10 0,0-1-20 16,1 0-30-16,-5-1-30 0,-2 2-41 0,0-1-40 16,8 3-50-16,-9 0-49 0,-8 1-130 0,6 4-383 15,-7-1 170-15</inkml:trace>
  <inkml:trace contextRef="#ctx0" brushRef="#br0" timeOffset="31448.8">28455 5138 2 0,'-4'-7'95'0,"4"7"-8"16,0 0 1-16,0 0-6 0,0 0-6 0,0 0-5 16,0 0-2-16,0 0-1 0,-4-7-7 0,4 7 2 15,0 0-14-15,0 0 7 0,-2-7-2 0,2 7-1 16,0 0-14-16,0 0 12 0,0 0 8 0,0 0-9 16,-3-10-6-16,3 10 0 0,0 0 2 0,0 0-8 15,-4-6-4-15,4 6-2 0,0 0 1 0,0 0-9 16,-3-6-1-16,3 6-1 0,0 0 0 0,0 0 7 15,0 0-12-15,-6-6-2 0,6 6-1 0,0 0 0 0,0 0-6 16,0 0 4-16,0 0-5 0,0 0-1 16,0 0 7-16,0 0-8 0,0 0-3 0,0 0 2 15,0 0 1-15,0 0 4 0,0 0-2 0,0 0-1 16,-3-5-3-16,3 5 3 0,0 0-2 0,0 0 4 16,0 0-6-16,0 0 5 0,0 0-1 0,0 0 4 15,0 0-7-15,0 0 2 0,0 0 4 0,0 0-4 16,0 0 1-16,0 0-5 0,0 0 1 0,0 0 0 15,0 0-1-15,0 0-4 0,0 0 3 0,0 0 2 16,0 0-5-16,0 0 6 0,0 0-4 0,0 0 7 16,0 0-5-16,0 0-1 0,0 0 4 0,0 0-7 0,0 0 5 15,0 0-5-15,0 0-2 0,0 0 4 16,0 0 1-16,0 0-2 0,0 0 2 0,0 0-1 16,0 0-7-16,0 0 10 0,0 0-2 0,0 0-2 15,0 0-3-15,0 0 4 0,0 0-4 0,0 0 3 16,0 0 0-16,0 0-5 0,0 0 5 0,0 0-1 15,0 0 0-15,0 0 1 0,0 0 0 0,0 0-2 16,0 0 5-16,0 0-4 0,0 0-5 0,0 0 4 16,0 0 3-16,0 0-2 0,0 0 4 0,0 0-2 15,0 0 2-15,0 0 3 0,0 0-3 0,0 0 1 16,0 0 0-16,0 0-5 0,0 0 2 0,0 0 8 0,0 0 5 16,0 0 0-16,0 0 0 0,0 0 4 15,0 0-5-15,0 0 4 0,0 0 4 0,0 0-2 16,0 0 4-16,0 0 9 0,0 0-11 0,0 0 1 15,0 0 1-15,0 0-3 0,0 0 3 0,0 0 1 16,0 0-5-16,0 0 1 0,0 0-4 0,0 0 0 0,0 0-2 16,0 0 1-16,0 0 0 0,0 0 1 0,0 0-6 15,0 0 1-15,0 0-2 0,0 0 0 16,0 0-7-16,0 0 1 0,0 0 2 0,0 0-6 16,0 0 1-16,0 0 0 0,0 0 0 0,0 0 2 15,0 0-4-15,0 0 4 0,0 0-5 0,0 0 8 16,0 0-5-16,1 21 3 0,-1-21-2 15,0 10 8-15,0-10-6 0,-1 12-2 0,1-5 2 0,0 1-1 16,0-8 2-16,0 17-3 0,0-10-3 0,1 1 6 16,-1 0-5-16,2 2 3 0,0-1 6 0,-1-1-6 15,-1 1 3-15,3 0 0 0,-3 1 4 0,3-1-7 0,-3 2 4 16,2 0 7-16,0-4-2 0,-1 4-1 16,1-4-3-16,-2 5 3 0,0-3-4 0,2 1 6 15,-2 0 1-15,3 1-1 0,-2-3 1 0,-1 3-3 16,1-1 4-16,1 0 3 0,-2-1 4 0,0 1-2 15,0-2-1-15,0-8-1 0,0 17-1 0,1-9-6 0,-1-1 2 16,3 1-2-16,-3 0 0 0,0-8 2 0,0 14 0 16,0-8-1-16,0-6 1 0,0 12-3 15,0-12 0-15,0 11-3 0,0-11 0 0,0 8-1 16,0-8 2-16,0 9-2 0,0-9 0 0,0 8 0 16,0-8-3-16,0 0 3 0,0 11 0 0,0-11 0 15,0 0 0-15,0 11 2 0,0-11-2 0,0 0 0 16,-2 7-1-16,2-7-1 0,0 0 1 0,0 0-2 0,0 11 0 15,0-11 1-15,0 0 1 0,0 0 1 16,0 7-3-16,0-7 3 0,0 0-2 0,0 0 1 16,-1 7 0-16,1-7 2 0,0 0-2 0,0 0 0 0,0 0 2 15,0 10-4-15,0-10 3 0,0 0-2 0,0 0 1 16,0 8 0-16,0-8-2 0,0 8 4 16,0-8-4-16,0 0 2 0,-1 10 1 0,1-10-1 15,0 0 4-15,0 11-4 0,0-11 2 0,0 6-2 16,0-6-2-16,0 0 3 0,-2 8-3 0,2-8-1 0,0 0 1 15,0 0 0-15,0 0 2 0,2 8-2 0,-2-8 0 16,0 0 2-16,0 0-1 0,0 0-2 16,1 7 2-16,-1-7 0 0,0 0 1 0,0 0-2 0,0 0 0 15,0 0 2-15,0 0 3 0,0 0-2 16,0 0-2-16,0 0 2 0,0 0-2 0,0 0-2 16,-1 10 2-16,1-10 5 0,0 0-2 0,0 0-1 15,0 0 1-15,0 0 2 0,0 0-1 0,0 0 2 0,0 0-1 16,0 0-1-16,-2 7 2 0,2-7-6 15,0 0 8-15,0 0-3 0,0 0 2 0,0 0 0 16,0 0 1-16,0 0-5 0,0 0 3 0,0 0-4 0,0 0-3 16,0 0-11-16,0 0-16 0,0 0-25 0,0 0-30 15,0 0-36-15,0 0-27 0,0 0-52 0,0 0-150 16,0 0-377-16,-17-2 167 0</inkml:trace>
  <inkml:trace contextRef="#ctx0" brushRef="#br0" timeOffset="32518.62">28222 5650 24 0,'0'0'43'0,"-11"-3"-2"0,11 3-7 0,-4-2-1 15,4 2 3-15,0 0-17 0,-15-3 8 0,8 3-4 16,7 0-5-16,-13 1 0 0,4 1 0 0,-1-2 2 15,0 1-4-15,-1 0 5 0,11-1-1 0,-22 1-1 16,10 1 1-16,2-1-4 0,0 1 2 0,10-2 9 16,-22 3-15-16,13-2 5 0,-2 2 3 0,11-3-7 15,-21 3 1-15,10-1-1 0,0 0 3 0,-2-2-1 16,13 0-2-16,-20 3 19 0,13-3-15 0,7 0 9 16,-14 3-5-16,14-3 4 0,-13 1-2 0,13-1-1 15,-10 2 4-15,3-2 4 0,7 0 0 0,-8 2 6 16,8-2 6-16,0 0-5 0,-9 1 0 0,9-1-4 15,0 0 7-15,-8 2-4 0,8-2-5 0,0 0 5 16,0 0-8-16,0 0 2 0,0 0 0 0,0 0-3 16,0 0-5-16,0 0 16 0,-10 0-17 0,10 0 1 15,0 0-5-15,0 0-3 0,-13 1 3 0,13-1-9 16,-12 1 4-16,12-1-1 0,-13-2-3 0,13 2 0 16,-14 1 3-16,14-1-1 0,-11 1-1 0,11-1-2 15,-11 0-1-15,11 0 0 0,-12 1 3 0,12-1-2 16,-10 0 1-16,10 0-2 0,-11 2-2 0,11-2 3 15,-11 0-3-15,11 0 1 0,-8 2-5 0,8-2 7 16,-8 1-9-16,8-1 5 0,-8 0 3 0,8 0 2 16,0 0-8-16,0 0 10 0,0 0-3 0,0 0-2 15,0 0 4-15,0 0-3 0,0 0-1 0,0 0 6 16,0 0-3-16,0 0 1 0,33-3-1 0,-14 0-1 16,10-1 1-16,9-1-2 0,3 1 5 0,15-6-3 15,0 5-2-15,0 1-3 0,5-1 5 0,-2-3 5 16,1 4-8-16,-2-3-1 0,-1 1-2 0,1 0 1 15,-11 1 4-15,-6 2-1 0,10 0 1 0,-15-1-3 16,0 3 0-16,-4-3 3 0,2 1 4 0,-7 0 4 16,1 0 0-16,-6 2 3 0,1-1-2 0,-3 0 7 15,-1-1-4-15,1 3 2 0,0-1 2 0,0 1-5 16,1 1-3-16,-2-2 5 0,2 0-4 0,-2 0-1 16,-3 2-2-16,2 0 0 0,-5 0-4 0,5 0-1 15,-5 1-3-15,1-1-10 0,-4 0-6 0,0 2-16 16,-1-1-10-16,-1-1-20 0,-3 2-27 0,-5-3-17 15,12 3-34-15,-9 0-11 0,-3-3-112 0,5 4-279 16,-5-4 124-16</inkml:trace>
  <inkml:trace contextRef="#ctx0" brushRef="#br0" timeOffset="32968.89">28312 5853 28 0,'0'0'138'16,"0"0"-2"-16,0 0-8 0,-7 1-4 0,7-1-4 16,0 0-10-16,0 0-8 0,0 0-5 0,0 0-14 15,0 0 2-15,0 0-9 0,0 0 5 0,0 0-13 16,0 0 5-16,-5 5-3 0,5-5-2 0,0 0-11 15,0 0 1-15,0 0-1 0,0 0-2 0,0 0 5 16,0 0-3-16,-11-2 5 0,11 2-2 0,0 0-2 16,0 0-4-16,0 0-2 0,0 0-6 0,0 0-2 15,0 0 1-15,0 0-2 0,0 0-8 0,0 0-5 16,0 0 4-16,0 0-2 0,0 0-6 0,0 0-8 16,0 0 1-16,0 0-3 0,30-8 0 0,-10 6-3 15,8-2 2-15,2 2-4 0,2-1 7 0,-1 0-7 16,4 3-3-16,-5-3 0 0,0 0-3 0,-1 1 2 15,-7 0-1-15,6 0 5 0,-6 2-7 0,-3-2 0 16,0 2 1-16,-2-3-2 0,0 3 0 0,0 0-1 16,-3 0-1-16,-1 0-2 0,1 0 5 0,-5 0-16 15,0 0-15-15,-9 0-21 0,10-2-22 0,-10 2-20 16,0 0-18-16,0 0-7 0,0 0-22 0,8 7-9 16,-8-7-19-16,0 0-143 0,-21 11-331 0,10-8 146 15</inkml:trace>
  <inkml:trace contextRef="#ctx0" brushRef="#br0" timeOffset="33468.06">27982 6106 47 0,'0'0'156'16,"-9"0"-5"-16,9 0 0 0,0 0-15 0,0 0 2 15,-13 2-12-15,13-2-12 0,0 0-10 0,0 0-7 16,0 0-17-16,-14 1-4 0,14-1-8 0,0 0-3 15,0 0-7-15,-12-3-3 0,12 3 0 0,0 0-4 16,0 0-3-16,0 0-14 0,0 0 3 0,-11-4 1 16,11 4-3-16,0 0-7 0,0 0 0 0,0 0-5 15,0 0-3-15,0 0 2 0,0 0-3 0,0 0 1 16,41-3-6-16,-18 3 2 0,8-3-1 0,5-2-1 16,16 1 2-16,3-4-6 0,4 2 1 0,4 1 0 15,4 0 0-15,0-1-4 0,22 4 2 0,-32-2-3 16,5 0 1-16,4 1-2 0,-7 0 1 0,-1 0 0 15,-1-1 2-15,-6 4-5 0,-12 0 3 0,-3 2-4 16,-3-4 1-16,-2 4-2 0,-1-4 0 0,-10 4 1 16,0-2-2-16,-8 0 5 0,4 0-3 0,-6 1-7 15,0 0-1-15,-2 0-11 0,-3 1-11 0,-5-2-20 16,0 0-19-16,0 0-24 0,17 1-30 0,-17-1-23 16,0 0-21-16,1 3-100 0,-1-3-285 0,0 0 126 15</inkml:trace>
  <inkml:trace contextRef="#ctx0" brushRef="#br0" timeOffset="33905.07">28400 6319 85 0,'0'0'127'0,"0"0"-11"0,-5 3-13 15,5-3-9-15,0 0-2 0,0 0-9 0,0 0-7 16,0 0 2-16,0 0 6 0,0 0-6 0,0 0 0 16,0 0-7-16,0 0-2 0,0 0 3 0,0 0-7 15,0 0 0-15,0 0-1 0,0 0 4 0,0 0-6 16,0 0 1-16,0 0-5 0,0 0 0 0,0 0-3 15,0 0-3-15,0 0-7 0,0 0-3 0,0 0-6 16,0 0 0-16,0 0-5 0,0 0-5 0,0 0 0 16,0 0 0-16,18 3-2 0,-18-3-3 15,0 0-1-15,9 0-5 0,-9 0 2 0,18 0-1 0,-6 2 2 16,1-2 0-16,7 0-4 0,1-2-1 0,-2 2 1 16,3 0-3-16,6 0-1 0,-6 0 2 0,-2 0-8 15,8-3 4-15,-1 3-1 0,-5 0 2 0,9-2-4 16,-3 0-4-16,-9 2-8 0,10-3-22 0,-8 3-36 15,0 0-34-15,-2-2-40 0,2 2-48 0,-11-2-133 16,2 2-346-16,-12 0 154 0</inkml:trace>
  <inkml:trace contextRef="#ctx0" brushRef="#br0" timeOffset="34678.53">28142 6561 11 0,'0'0'90'0,"-14"0"-2"0,14 0-12 15,-14 0 10-15,14 0-1 0,-18 0-4 0,13-1 1 16,-6 1-3-16,11 0-9 0,-20 0-2 16,14-1-2-16,-3 1 6 0,9 0-7 0,-16-2 4 0,16 2 0 15,-13 0-2-15,13 0-7 0,-10-2-6 0,10 2-3 16,0 0-9-16,-11 0 0 0,11 0-1 0,0 0-4 15,0 0-6-15,0 0 0 0,0 0-13 0,0 0 7 16,0 0 0-16,0 0-6 0,28-5-2 16,0 3 0-16,4 0 3 0,6-2-2 0,14-2-5 0,6 2 6 15,3-3 4-15,0 3 3 0,0-3-5 0,-1 2-3 16,-1 0-2-16,0-2-4 0,-4 3 5 0,1 0-2 16,-3-3-1-16,1 4-2 0,-13-1-1 0,-3-1 1 15,1 2-5-15,-3 2 3 0,-2-1-2 0,-5-1 2 16,-2 3-6-16,-7-1 3 0,-3 0-2 0,-4-1-2 15,-2 2 1-15,0 0-2 0,-1 0-11 0,-10 0-10 16,13 0-13-16,-7 0-16 0,-6 0-18 16,11 4-16-16,-11-4-16 0,6 6-7 0,-6-6-23 0,4 4-118 15,-4-4-266-15,0 0 118 0</inkml:trace>
  <inkml:trace contextRef="#ctx0" brushRef="#br0" timeOffset="35048.97">28400 6702 170 0,'0'0'166'15,"0"0"-8"-15,0 0-2 0,0 0-16 0,0 0-10 16,0 0-14-16,0 0-8 0,-9 0-10 0,9 0-9 16,0 0-8-16,0 0-1 0,0 0-17 0,0 0-5 15,0 0 1-15,0 0 1 0,0 0-1 0,29-2 2 16,-17 2-4-16,7-1-2 0,1-1-3 0,7 0-6 16,2-1-2-16,-1 2-1 0,1-3-5 0,-2 2-4 15,0-1-3-15,1 1-2 0,-5 1-3 0,4 0-1 16,-6 0-6-16,1-2 0 0,-9 3-3 0,1 0-1 15,-1 0-3-15,-2 0-10 0,1 0-14 0,-3 0-18 16,-9 0-26-16,15 0-17 0,-15 0-26 0,9 0-10 16,-4 2-21-16,-5-2-16 0,7 2-148 0,-7-2-318 15,0 0 141-15</inkml:trace>
  <inkml:trace contextRef="#ctx0" brushRef="#br0" timeOffset="35951.14">28493 6710 135 0,'0'0'181'0,"0"0"-6"15,0 0-8-15,0 0-15 0,0 0-11 0,-6-6-17 16,6 6-14-16,0 0-12 0,0 0-9 0,0 0-8 0,0 0-14 16,0 0 13-16,0 0-29 0,0 0-5 0,0 0-3 15,0 0-7-15,0 0-2 0,0 0-6 16,0 0 0-16,0 0-5 0,0 0-3 0,-4 18 0 16,3-12-4-16,1-6 0 0,-3 11-1 0,3-2 0 0,-1-3 1 15,1 4-2-15,-4-3-3 0,4 3-1 0,-3-4-1 16,2 4 6-16,0-2-10 0,-1 1 4 15,-1 0-6-15,3-1 3 0,-4 3-6 0,2-3 5 16,2 2-2-16,-2 2 0 0,-2 5 6 0,3-6-4 16,-3 5 3-16,2-5-3 0,2 5-1 0,-5 1 2 0,3-3-1 15,1-2 0-15,1 5-1 0,-2-1 1 0,0 0 0 16,2 0-1-16,0 0-3 0,-1 1 4 0,2-1 1 16,-2 1-4-16,2 0 3 0,-1 0-1 15,0 2 0-15,2-3 1 0,-2 3-1 0,0 0-3 0,0-1 1 16,2 0 4-16,-2 0-3 0,3 0 2 15,-1-1-1-15,-2-2-2 0,0 2-1 0,0-1 2 16,-2-3-1-16,2 6 2 0,-2-2 3 0,1-2-3 16,-1 2-2-16,0-5 4 0,2 4-4 0,-2 0 3 0,2-1-1 15,-2 2-5-15,2-2 8 0,2 0-1 0,-2 0-2 16,0-2 2-16,-2 1 0 0,4 1-3 16,-1-4-1-16,2 4 5 0,-1-1-2 0,-2 1 1 0,5 2-1 15,-5-4 1-15,1 0 1 0,-1 2-3 0,2-2-2 16,-2 0 1-16,2 2 3 0,-2-3-2 0,0 0 0 15,3 0 0-15,-3-1 1 0,0 1-3 16,2-3 3-16,-2 4-4 0,0-1 5 0,2-1-3 0,-1 0-1 16,-1-1 1-16,1 1-1 0,1 0 1 0,-2 0-2 15,0-1 3-15,2 1-1 0,-2 1 1 0,0 1-1 16,0-2 1-16,0 1 0 0,0-2 2 0,0 3-3 16,3 0 0-16,-2-3 0 0,0 3 2 15,2-2 3-15,-1 0-5 0,2 3 4 0,-1 0 6 0,-2-2-3 16,3 0 2-16,-4 1 0 0,2-2-1 0,1 1 0 15,1 0 2-15,-2-1-1 0,1 1-3 0,-1-1 5 16,2 0-2-16,1 1 0 0,-2-1 2 0,1 0-6 16,-3 0 3-16,2 3-2 0,0-3-2 0,-3-1 1 15,2 1 0-15,0-1-1 0,-2 0 0 0,-2 0 3 16,2 1 4-16,2-4-5 0,-2 3-1 0,0 0 1 16,2 1 1-16,-4-3-1 0,2 2 2 0,-2 0-2 15,2-10 2-15,0 14-5 0,0-5-2 0,0 1 3 16,0-10-1-16,0 12 1 0,0-4-3 0,0-8 1 15,0 11-2-15,2-6 3 0,-2-5-5 0,3 11 1 16,-3-11 1-16,0 11-3 0,1-6 2 0,-1-5 0 16,0 0-3-16,3 12-11 0,-3-8-18 0,0-4-14 15,0 0-21-15,0 10-26 0,0-10-27 0,1 6-31 16,-1-6-33-16,0 0-175 0,0 0-386 0,0 0 170 0</inkml:trace>
  <inkml:trace contextRef="#ctx0" brushRef="#br0" timeOffset="36116.37">28629 8395 84 0,'-4'-5'93'15,"4"5"-37"-15,-4-7-24 0,4 7-33 0,-4-5-43 0,4 5-48 16,0 0 21-16</inkml:trace>
  <inkml:trace contextRef="#ctx0" brushRef="#br0" timeOffset="40054.28">28142 2651 5 0,'0'0'72'0,"0"0"-6"16,0 0 1-16,0 0 1 0,0 0-2 0,0 0-8 15,-12-3-2-15,12 3-6 0,0 0-4 0,0 0-2 16,0 0-5-16,0 0-5 0,0 0 1 0,0 0-2 15,0 0-8-15,0 0 1 0,0 0-5 16,0 0-8-16,0 0 13 0,0 0-17 0,0 0 9 16,0 0-4-16,0 0-8 0,33-6 6 0,-21 5-4 15,6-1 15-15,0 1-14 0,4 0 7 0,6-2-2 0,3-2 2 16,3 0 4-16,2 0-2 0,16-2 4 16,-1 0-13-16,3 0-4 0,-1-3 6 0,0 3-2 0,2 4 0 15,0 0-2-15,2-3 2 0,-2 1-10 16,0 3 5-16,0-4-4 0,-2 1 11 0,-2 1-3 15,1 4 2-15,-12-2-6 0,8-1-1 0,-11 4 10 16,0-2-3-16,0-1-6 0,-1 1 1 0,-4-1-5 16,0 2-6-16,-4 0 6 0,-5 0 5 0,-3-2-7 15,-3 4 6-15,-4-2-2 0,1 0-1 0,-4-2 1 16,-10 2 11-16,16 0-14 0,-16 0 3 0,13 2-1 16,-13-2 7-16,0 0-5 0,10 0 7 0,-10 0-1 15,0 0-1-15,0 0 7 0,0 0-7 0,0 0-4 16,12 0 14-16,-12 0-15 0,0 0 9 0,0 0-4 15,0 0-3-15,0 0-5 0,0 0 1 0,0 0 2 16,3 3-1-16,-3-3 9 0,0 0-10 0,0 0 9 16,0 0-5-16,0 0-2 0,0 0 3 0,0 0-4 15,0 0-1-15,0 0 6 0,0 0 1 0,0 0-4 16,0 0 1-16,0 0-1 0,0 0-1 16,0 0 14-16,0 0-14 0,0 0 0 0,0 0 1 0,0 0-2 15,0 0 0-15,0 0-1 0,0 0 1 16,0 0 0-16,0 0 1 0,-28-5 4 0,28 5 3 15,0 0-5-15,0 0-1 0,0 0 4 0,0 0-2 16,0 0-8-16,0 0-1 0,0 0-3 0,-10 2 4 16,10-2 3-16,0 0 6 0,-8 9-1 0,2-6-3 0,2 4 1 15,-1-3-3-15,0 4 7 0,1 0-12 16,-2-3 2-16,2 3 4 0,0 0 3 0,-1 0-7 16,2 1 5-16,-1 0-5 0,3-1 7 0,0 0 0 15,1 0-3-15,1 1 6 0,0-1 0 0,6 1-1 0,-5-1 0 16,5-1 2-16,0 1 1 0,2-2-5 0,1 0 5 15,1-1-5-15,0-1 16 0,2-2-10 16,6 0 3-16,-6 1 3 0,5-3-2 0,-2 1 6 16,2-1-2-16,0 0 3 0,-5-2-2 0,-3-2 2 15,3 2 7-15,-4-1-3 0,0-1 5 0,-3 2 2 16,3-4-1-16,-2 2-4 0,-2-3 6 0,-3 1 2 16,1 0-10-16,-1-3 1 0,-2 9 0 0,0-17-3 15,-3 7-6-15,-1 2-2 0,-3-1-7 0,0 0 2 16,-2 1-2-16,0-3 4 0,-3 6-9 0,0-3 4 15,-4-1-3-15,-2 2-3 0,5 4-9 0,-6-1-20 16,6 1-7-16,-4 1-19 0,0 4-8 0,2-2-24 16,-2 3-17-16,-1 1-18 0,3 4-25 0,-3 1-116 15,0 3-283-15,4-1 125 0</inkml:trace>
  <inkml:trace contextRef="#ctx0" brushRef="#br0" timeOffset="41574.5">29058 8325 10 0,'-9'3'29'0,"9"-3"5"0,-9 3-15 15,9-3-3-15,-9 5-6 0,3 0-5 0,1-4-13 16,5-1-1-16,-14 4-9 0,7-1-19 0,0-1 8 16,-1-2 66-16,8 0-40 0,-15 5 7 0,3-3-1 15,3 0 4-15,-1 1 2 0,-3-1-1 0,0 4 3 16,-3-4-5-16,-3 2-1 0,0-2 3 0,-1-1-6 15,4 1 6-15,-3 2 12 0,2 0 5 0,-2-2 2 16,2 1 7-16,3-2 3 0,0 2-9 0,1-2 16 16,2 0-1-16,-2 1 7 0,4-1 2 0,0 1 7 15,0-2 7-15,9 0-5 0,-14 1 8 0,8 1 11 16,6-2-1-16,0 0-9 0,-13 0 6 0,13 0-8 16,0 0-7-16,0 0 1 0,0 0-13 0,0 0 1 15,0 0-11-15,0 0 9 0,0 0-14 0,0 0-9 16,0 0 1-16,41-2 2 0,-22 5-1 0,4-7-3 15,5 5-1-15,8-5 6 0,2 4-17 0,1-4 6 16,-1 2-2-16,2-2-5 0,11 1 1 0,-13 0-1 0,0 2-2 16,2-2 2-16,0 1 5 0,-1 2-7 15,-3-1-4-15,0 2 3 0,-4 0-4 0,-3 0-1 16,-8-1-2-16,2 2 1 0,-2-1 3 0,-3 1-4 16,1 0 4-16,-2-2-2 0,1 2 2 0,-4-1-2 0,0 2-1 15,-2-3 3-15,0 0-4 0,0 3-1 16,2-5 5-16,-4 4-4 0,0-4-1 0,-2 2-3 0,3 2 2 15,-11-2 5-15,15 0-4 0,-7 0-11 0,-8 0-3 16,11 1-7-16,-11-1-5 0,10-1-6 0,-10 1-16 16,9 2-9-16,-9-2-7 0,0 0-9 0,0 0 2 15,10-1-1-15,-10 1-5 0,0 0-4 0,8-1 12 16,-8 1-3-16,0 0-4 0,0 0 11 0,10 0 9 16,-10 0-3-16,0 0 8 0,11-2 9 0,-11 2 10 15,9-2 9-15,-9 2 7 0,8-3 10 0,-8 3 0 16,9-4 14-16,-9 4-1 0,4-3 14 0,-4 3-3 15,0 0 13-15,0 0 10 0,5-5 6 0,-5 5-1 16,0 0 8-16,0 0 9 0,0 0 7 0,0 0 5 16,0 0-8-16,0 0 5 0,0 0 0 0,0 0 0 15,0 0-8-15,-12-11 5 0,12 11 6 0,0 0-7 16,0 0-4-16,0 0-6 0,0 0-4 0,-10 0-9 16,10 0-2-16,0 0-9 0,0 0-3 0,0 0 3 15,-10 10 0-15,10-10-3 0,-5 4-5 0,2 3 2 0,3-7-6 16,-7 9 3-16,5-5-5 0,2-4 2 15,0 13-3-15,0-13 0 0,-1 9 0 0,1-9 1 16,3 13-6-16,-2-8 8 0,4 3-5 0,-1-4 0 16,0 2-3-16,3 1 3 0,2-2-3 0,5-1-1 0,-1 0-1 15,1-3 0-15,-2 1 2 0,2 0-1 0,2-2-3 16,1-2-5-16,-3 1 4 0,0 0 2 16,-1 0-3-16,-1-3 0 0,-1 1 0 0,-2-2-1 15,0-4 4-15,0 3-3 0,-4 2-3 0,0-5 6 0,0 0-2 16,-2 2 1-16,-2-2 0 0,-1-1 0 0,-1 1-3 15,-2 0 1-15,-2-1-5 0,0 0 5 16,-2 0-2-16,0 3-1 0,-2 0-2 0,1-1-4 0,-2 1-11 16,0 5 2-16,-2-3-17 0,-2 0-22 0,1 4-14 15,1 1-34-15,-1 0-22 0,3-1-34 0,-4 2-43 16,1-1-125-16,1 3-348 0,5-5 154 0</inkml:trace>
  <inkml:trace contextRef="#ctx0" brushRef="#br0" timeOffset="42509.55">29872 3430 71 0,'0'0'160'0,"-2"-13"1"16,2 13-3-16,-4-11 1 0,1 6-7 0,3 5 1 15,-1-9-7-15,1 9-7 0,-3-7-14 0,3 7-9 16,0 0-15-16,0 0-9 0,-3-8-12 0,3 8-4 15,0 0-11-15,0 0-6 0,0 0-9 0,0 0-7 16,0 0-6-16,0 0-3 0,0 0 1 0,0 0-9 16,-3-8-3-16,3 8-7 0,0 0-3 0,0 0 2 15,0 0-2-15,0 0-3 0,4 25-4 0,0-15 5 16,-2 2-1-16,1 5-2 0,-1 2 1 0,4 7-2 16,-5 1 6-16,1 1-5 0,1 2 4 0,0-1-2 15,-1 3 1-15,1 1 0 0,-3-1-3 0,0 2-3 16,2 2 5-16,-6-2 0 0,4 11-2 15,-1-10-1-15,-1 0 0 0,0-1 2 0,1-1 5 0,-3-2-5 16,5 2-1-16,-2-6-2 0,2 2 2 0,-1-3-1 16,2-5-5-16,-4 0 5 0,2-2 0 0,0 0-3 15,-2 0 0-15,3-2 4 0,-1-1 1 0,-1-3-3 16,1-4-3-16,2 3 4 0,-2-1-1 0,2 0-3 16,0-2 2-16,0 1-1 0,0-1-1 15,-2-9-6-15,3 12-8 0,-3-12-12 0,5 12-22 16,-5-12-27-16,0 0-11 0,3 18-59 0,-3-18-39 0,2 13-166 15,-2-13-375-15,-7 15 166 0</inkml:trace>
  <inkml:trace contextRef="#ctx0" brushRef="#br0" timeOffset="43059.92">29762 5376 206 0,'0'-13'224'0,"0"13"-10"0,-1-10-12 0,1 10-15 0,0 0-20 16,1-8-18-16,-1 8-18 0,0 0-15 0,0 0-13 15,0 0-10-15,0 0-7 0,0 0-2 0,0 0-14 16,20 21-8-16,-11-6-2 0,-1-1-7 0,1 2-6 16,0 1-4-16,-1 1-3 0,3-1-7 15,-2 2-1-15,3 4-4 0,-4-7-14 0,1 3 2 0,0-2-6 16,-2-1 3-16,1-3-4 0,-2-4 2 0,-1 0-3 15,1-1 1-15,-3-2-1 0,1-1 1 0,-4-5-3 16,5 8 12-16,-2-5 16 0,-3-3 7 0,5 4 15 16,-5-4 12-16,0 0 3 0,0 0-11 0,13-7 0 15,-6-3-9-15,1-5 0 0,2 0-7 0,3-8-6 16,-3 6 4-16,4-9-8 0,-1-2-6 16,-1 1-3-16,3-1 2 0,-4 0-2 0,0 3-5 0,1 0-3 15,0-1 1-15,-1 3-5 0,-3 7 0 0,-2-2-6 16,2 3 2-16,-3 1 0 0,2 3-5 0,-4 3 1 15,0 0-1-15,-2 3-13 0,-1 5-18 0,5-10-24 16,-5 10-31-16,4-8-32 0,-4 8-11 0,0 0-22 16,0 0-16-16,0 0-17 0,0 0-24 0,14 19-186 15,-14-7-421-15,0-2 188 0</inkml:trace>
  <inkml:trace contextRef="#ctx0" brushRef="#br0" timeOffset="43414.25">30300 5589 42 0,'0'0'162'0,"0"0"-22"16,0 0-9-16,0 10-10 0,0-10-2 0,-1 10-14 16,1-10 2-16,-5 10-10 0,1-1-6 15,2 0-7-15,-1 0-8 0,2 0-6 0,0 3-8 0,-1-5-2 16,2 2-4-16,0 0-5 0,0-9-5 0,3 13-2 15,-2-7-1-15,4 1-2 0,-2-3-8 0,2 2 4 16,-1-2-1-16,2 1 7 0,4-3 0 0,2 1 6 16,-2-1 3-16,0-3-3 0,2 1 0 0,-2-1 1 15,4-2-3-15,-5 1 6 0,1-3 4 0,3-2 0 16,-4 2-2-16,1-2 0 0,-1-1-8 0,-3-2 3 16,1 1-7-16,-3-3-6 0,-2 1-1 0,5-4 0 15,-6 1 0-15,1 5-12 0,-4-2-1 0,-2-1 3 16,-1 2-9-16,2 1-5 0,0 1 1 15,-4 0-8-15,3 2-18 0,-3 2-19 0,7 4-27 0,-16-5-33 16,7 6-46-16,-3 2-39 0,-4 4-31 0,-7 6-159 16,-1 2-397-16,1-1 176 0</inkml:trace>
  <inkml:trace contextRef="#ctx0" brushRef="#br0" timeOffset="44180.56">29927 7258 53 0,'-1'-11'183'0,"-2"1"0"0,2-2 16 0,0 2 5 16,-3 1-6-16,3 3-11 0,-2-1 8 0,3 7-13 15,-2-13-9-15,2 13-11 0,-2-10-17 0,2 10-15 16,-2-9-10-16,2 9-15 0,0 0-10 0,0 0-13 15,1-10-9-15,-1 10-10 0,0 0-5 0,0 0-10 16,0 0-4-16,0 0-6 0,0 0 4 0,0 0-12 16,0 0-2-16,0 0-5 0,0 0-6 0,7 26 1 15,-5-17 3-15,2 4-9 0,0 1 5 0,-3 2-5 16,0 2-1-16,2 0-3 0,-2 0 1 0,3 1-1 16,-2 6 2-16,2-1-3 0,-1-4-1 0,-1 4 0 15,0-4 0-15,-1 0-1 0,4 6 2 0,-4-1-1 16,2-1 0-16,-1 5-1 0,0-1 1 0,-1 2-2 15,0-2 2-15,2 0-2 0,-1-3 2 0,0 0 2 16,3 1-3-16,1 1 2 0,-2-2 1 0,0-1-5 16,0-5 1-16,-2 0 0 0,1 2 2 0,1 5-2 15,-2-1-3-15,0 1 3 0,-2-7 1 0,0 0-2 16,0 1-2-16,-3 4 2 0,0-5 1 0,1 0 1 16,-1-1-1-16,-1 0 2 0,-1 1 0 0,1-2 0 15,-1 2-1-15,0-3-1 0,3-1-3 0,-1-5 3 16,2 2 3-16,-2-2-4 0,2-1 2 0,1-2 1 15,0-7-3-15,1 11-3 0,-1-11 1 0,-1 11-10 0,1-11-9 16,1 8-19-16,-1-8-17 0,0 0-21 16,2 10-30-16,-2-10-25 0,0 0-43 0,0 0-32 15,0 0-228-15,0 0-469 0,0 0 208 0</inkml:trace>
  <inkml:trace contextRef="#ctx0" brushRef="#br0" timeOffset="45427.12">29836 3361 28 0,'0'-9'107'16,"0"9"8"-16,0-9 3 0,0 9 8 0,0 0-7 15,0 0-3-15,-1-11-11 0,1 11-10 0,0 0-12 16,0 0-5-16,0 0-15 0,0 0-7 0,0 0-6 16,0 0-8-16,0 0 5 0,0 0-14 0,0 0-2 15,0 0-2-15,-20 23-7 0,13-13 4 0,-2 3-3 16,-1 0-6-16,0 1 1 0,0 1 4 0,-2-2-6 15,3 1 1-15,2-2-3 0,-5-1-2 0,6 0-11 16,-2 3-16-16,0-4-23 0,1-3-21 0,3 2-26 16,-1 0-18-16,1-3-19 0,0 0-80 0,1-1-217 15,3-5 96-15</inkml:trace>
  <inkml:trace contextRef="#ctx0" brushRef="#br0" timeOffset="45592.07">29817 3439 53 0,'0'0'122'0,"0"0"-19"15,14 4-7-15,-7 0-13 0,2 0-11 16,3 4-2-16,3-1-9 0,4 2-27 0,-4 1-43 16,7 6-37-16,-4 2-61 0,-7-3-115 0,-2 3 51 15</inkml:trace>
  <inkml:trace contextRef="#ctx0" brushRef="#br0" timeOffset="46493">29883 8089 157 0,'0'0'155'0,"-2"-8"-13"0,2 8-3 0,0-11 0 16,0 11 2-16,0-9-5 0,0 9-2 0,2-9-9 16,-2 9-12-16,0 0-8 0,-2-10-15 0,2 10-9 15,0 0-1-15,0 0-10 0,0 0-6 0,2-7-12 16,-2 7 0-16,0 0-8 0,0 0-8 0,0 0-3 15,0 0-9-15,0 0-2 0,0 0-2 0,0 0-1 16,0 0-2-16,0 0 0 0,0 0-3 0,0 0 1 0,0 0-1 16,0 0-6-16,15 12 3 0,-13-5-3 0,4-3 1 15,-3 3-4-15,3 1 5 0,1-1-5 16,-1 0 3-16,0 1-2 0,-1 1-3 0,1 0 1 16,2-2 2-16,-2 2 3 0,1 0 0 0,0 0-1 0,0-1-2 15,1-2-1-15,-1 4 4 0,-1-3-4 0,2 3 10 16,1-3-7-16,-4-1 2 0,0-1 0 15,0-1 1-15,1 0 3 0,0-1 5 0,-6-3 3 16,7 7 7-16,-3-6 10 0,-4-1 14 0,8 4 7 0,-8-4 3 16,8 2 1-16,-8-2 27 0,0 0-11 0,11-11-7 15,-7 4-10-15,1-1-1 0,0-2-8 0,3-2-4 16,-1-1-7-16,4-3-5 0,-5-2-6 16,4 1-16-16,1-7-24 0,-2 0-23 0,3-1-25 0,1 1-40 15,1-3-50-15,2 2-53 0,1-3-44 0,0 3-195 16,3-2-474-16,-2-2 210 0</inkml:trace>
  <inkml:trace contextRef="#ctx0" brushRef="#br0" timeOffset="54702.96">23476 3564 91 0,'0'0'93'16,"0"0"-1"-16,-10-1 1 0,10 1-4 0,0 0 2 15,-10 0 0-15,10 0-2 0,0 0-1 0,-12-1-7 0,12 1 2 16,0 0-16-16,0 0-9 0,-9 2-4 0,9-2-11 16,0 0 4-16,0 0-11 0,-9 0-1 15,9 0 0-15,0 0-8 0,0 0-3 0,0 0-3 16,0 0 0-16,0 0-3 0,0 0 3 0,0 0-9 15,0 0 0-15,0 0 7 0,0 0-3 0,0 0-1 16,14 14-1-16,-7-10 6 0,3 1-5 0,-1-1 1 0,6 3 3 16,1 1-6-16,3-3 3 0,0 1-2 15,0 1-2-15,0-1 1 0,2 0 0 0,6 1-3 16,-7-1-5-16,-2-2 6 0,0 0-8 0,-2 2 9 16,-2 0-5-16,-3-1-4 0,5 1 3 0,-7-1-4 15,-1 2 3-15,-2-3-6 0,3 2 1 0,-4-2-1 16,2 1-1-16,-7-5-2 0,6 10 3 0,-3-1 6 0,-1 0 4 15,1 2 1-15,-6 1-6 0,0 4 5 16,-5 1 1-16,-1 5 2 0,-5-1 2 0,2 3-5 16,-7 1 1-16,1-3 3 0,-4 3-3 0,7 2-1 15,-4-3-9-15,-1 1-30 0,-1-1-27 0,4-1-36 16,1-2-46-16,-3 1-126 0,2-2-287 0,4-6 128 16</inkml:trace>
  <inkml:trace contextRef="#ctx0" brushRef="#br0" timeOffset="55047.71">23386 4255 101 0,'0'0'173'0,"-10"-4"-2"0,10 4 6 15,-7-2-6-15,7 2-7 0,-5-3-9 0,5 3-19 16,0 0-9-16,0 0-15 0,0 0-11 0,0 0-12 16,0 0-8-16,0 0-8 0,0 0-6 0,0 0-8 15,29-4-4-15,-11 3-11 0,2-2-2 0,2 2-19 16,-3-2-7-16,3 1-17 0,-3 1-18 0,2 0-18 15,-4 1-19-15,3 1-18 0,-4-1-24 0,-5 0-5 16,0 1-7-16,1-1-14 0,-12 0 9 0,14 2-8 16,-14-2 4-16,10 3-74 0,-10-3-210 0,0 0 93 15</inkml:trace>
  <inkml:trace contextRef="#ctx0" brushRef="#br0" timeOffset="55712.81">23654 4241 456 0,'0'0'-31'0,"0"0"14"0,0 0 11 16,-24 8 9-16,24-8 19 0,0 0 10 0,-16 0 13 15,16 0 0-15,0 0 17 0,-16 0 6 0,16 0 5 16,-8 0-3-16,8 0 2 0,-8 0 0 0,8 0-2 15,0 0-9-15,-10 1-10 0,10-1-3 0,-5 3-3 16,5-3 2-16,-4 10 16 0,3-4-8 0,-2 3 8 16,3-2-6-16,-1 5-9 0,0 0 5 0,-1 0 5 15,2 1-14-15,-1-1 7 0,1 1-4 0,3-3-5 16,-2 6-2-16,-1-6-5 0,1 1-1 0,-1 0-7 16,1 0 1-16,1-2-6 0,-2-9 1 0,1 18 2 15,0-10-5-15,-1-8-1 0,2 10-5 16,-2-10 0-16,1 11-2 0,-1-11-1 0,0 0 0 0,-1 14 2 15,1-14 2-15,1 10-6 0,-1-10-2 0,0 0 3 16,0 0-3-16,0 0 1 0,0 0 0 0,0 0-1 16,-3 12 2-16,3-12-1 0,0 0 1 0,0 0 1 15,0 0-6-15,0 0-1 0,-10 3-4 0,10-3 0 16,0 0-1-16,-15 0-1 0,15 0 5 0,0 0-1 16,-18-4-5-16,18 4 1 0,-14 0 0 0,14 0-3 15,-14 2-2-15,14-2 5 0,-14 0 3 0,14 0-2 16,0 0 3-16,-14-1-3 0,14 1 2 0,0 0-3 15,0 0 1-15,-12 3-2 0,12-3 2 0,0 0-5 16,0 0 3-16,0 0-6 0,0 0 0 0,0 0-7 16,0 0 1-16,0 0 4 0,0 0-2 0,0 0 4 15,0 0-6-15,0 0-9 0,0 0 0 0,37 5-7 16,-20-5-8-16,1 0-12 0,0-1-19 0,2 1-1 16,0 0-19-16,0-2-7 0,-5 2-6 0,5-2 5 15,-3 2-8-15,2-2 8 0,-6 1 4 16,-13 1 2-16,24-1 14 0,-24 1 3 0,22-2 8 0,-12-1 10 15,-2 2 5-15,-8 1 16 0,0 0 8 0,19-8 20 16,-19 8 7-16,8-7 21 0,-8 7 1 0,0 0 11 16,6-12 8-16,-4 7 11 0,-2 5 8 0,0 0 2 15,2-15 14-15,-2 15 15 0,1-9 6 0,-1 9 3 16,0 0 0-16,0 0-4 0,0-11-1 0,0 11-10 16,0 0-1-16,4-4-16 0,-4 4-5 0,0 0-4 15,0 0-4-15,0 0-11 0,0 0-8 0,0 0-2 16,0 0-2-16,0 0-1 0,0 0-9 0,0 0 4 15,9 22-7-15,-9-22 2 0,4 17 2 0,-3-9-2 16,0 3-5-16,-1-11 0 0,0 18-3 0,2-9 2 16,-2-9 0-16,2 17-4 0,-2-8-3 0,2 1-6 15,-2-10-22-15,2 20-18 0,-2-10-42 0,0-10-13 16,-1 21-16-16,1-21-22 0,0 18-31 0,0-11-119 16,0-7-306-16,-4 14 135 0</inkml:trace>
  <inkml:trace contextRef="#ctx0" brushRef="#br0" timeOffset="56163.09">23861 4415 40 0,'6'-8'157'0,"-6"8"-9"0,11-6 1 0,0 3 1 0,-5 1-3 16,5-2-13-16,-1 3-9 0,0-2-15 0,-1 2-7 15,0 1-9-15,2 2-10 0,-2 0-9 16,0 2-15-16,0-1 2 0,-2 0-7 0,-1 2-6 16,-1 0-3-16,0 1-9 0,-1-2-5 0,-3 4-3 15,1-3 4-15,-2 6 0 0,0-11 0 0,-7 20 0 0,2-11 0 16,0 1-4-16,0 1-3 0,0-6 2 0,5-5-6 16,-14 13-3-16,7-5-1 0,4-2 0 0,3-6-2 15,-8 11-2-15,8-11-6 0,-7 8 1 16,7-8 0-16,-5 5-1 0,5-5-4 0,0 0 0 15,0 0-4-15,-3 9-3 0,3-9 0 0,0 0 3 16,0 0-4-16,0 0 3 0,12 12 4 0,-5-7-1 16,-7-5-5-16,16 6 5 0,-8-4 2 0,-8-2-4 15,17 7 0-15,-11-4 0 0,4 1-1 0,-10-4 2 16,10 5-2-16,-10-5-1 0,12 6 0 0,-12-6-2 16,9 4-4-16,-9-4 3 0,5 7-7 0,-5-7 1 15,0 0 5-15,-3 13 3 0,3-13 3 0,-12 11-1 16,3-4-5-16,-2-3-3 0,1 0 5 0,-1 2-6 15,-1-3-12-15,1 1-13 0,1-2-6 0,-1 1-18 16,11-3-18-16,-19 4-36 0,13-3-50 0,6-1-118 16,-18 2-305-16,18-2 134 0</inkml:trace>
  <inkml:trace contextRef="#ctx0" brushRef="#br0" timeOffset="56331.73">24162 4568 21 0,'0'0'91'15,"0"0"-4"-15,0 0-25 0,0 0 0 0,0 0-33 16,0 0-30-16,0 0-25 0,0 0-29 0,0 0-58 16,0 0 26-16</inkml:trace>
  <inkml:trace contextRef="#ctx0" brushRef="#br0" timeOffset="72552.5">25751 6061 70 0,'0'0'111'15,"0"0"-4"-15,3-7-4 0,-3 7-8 0,0 0 0 16,2-8-4-16,-2 8 3 0,0 0-15 0,0 0 0 15,4-5 3-15,-4 5-11 0,0 0-10 0,0 0 6 16,0 0-8-16,0 0 0 0,0 0-6 0,3-9 3 16,-3 9-13-16,0 0 2 0,0 0-8 0,0 0-5 15,0 0 3-15,0 0-7 0,0 0-9 0,0 0-1 16,0 0-4-16,0 0-1 0,0 0-1 0,17 11-4 16,-8-3 4-16,-1 0-4 0,1 1 2 0,1 1 0 15,4 3-1-15,-5 1 0 0,2-1 2 0,-1-3-3 0,-2 0 2 16,-1 1-3-16,2 3-2 0,-2-3 3 0,-1-2-3 15,1 0-4-15,-1 1 0 0,-3-1 4 16,2-2-4-16,0 2 1 0,-1-2-1 0,0 0 6 16,0-1 9-16,-4-6-3 0,3 10 1 0,-1-6 1 15,2 2-6-15,-4-6 0 0,5 7-3 0,-5-7 0 0,3 5 3 16,-3-5 1-16,0 0 8 0,0 0 18 16,0 0 19-16,0 0 1 0,0 0-6 0,0 0-3 15,11-10-6-15,-7-2-3 0,2 1-5 0,-3-6-4 16,8-6-1-16,-4-1-6 0,2 1-4 0,3-1-11 0,-2-2-8 15,1 0-7-15,1 0-8 0,-3 1-19 0,1-1-19 16,0 9-8-16,-1 0-19 0,0 0-13 0,-2 3-14 16,2 1-26-16,-2 3-14 0,-5 4-137 15,2 3-309-15,-4 3 136 0</inkml:trace>
  <inkml:trace contextRef="#ctx0" brushRef="#br0" timeOffset="73170.89">26234 5924 86 0,'-4'-7'154'0,"4"7"-6"0,0-8-14 0,0 8-12 15,2-9-10-15,-2 9-8 0,3-8-15 0,-3 8-8 0,6-6-10 16,-6 6-6-16,6-7-4 0,1 5-5 0,-7 2-9 15,12-4-4-15,-6 1-9 0,-6 3-4 0,14-3-3 16,-5 0-2-16,-9 3-7 0,11-3 2 0,-5 1-10 16,-6 2 5-16,10-2-6 0,-10 2-2 15,5-1-2-15,-5 1-2 0,0 0 6 0,0 0-4 0,10-3 1 16,-10 3 8-16,0 0 9 0,0 0-1 0,0 0-1 16,0 0-1-16,0 0-1 0,0 0 3 15,0 0-2-15,0 0-4 0,0 0-2 0,0 0-2 16,0 0 2-16,0 0-10 0,0 0-1 0,0 0 3 0,3 7-4 15,-1 1-1-15,0 1-2 0,-2 6 4 0,0 2 2 16,0 2 2-16,0 10-3 0,-4-2 1 0,6 3 0 16,0 1 4-16,0 2 4 0,-2-6 0 0,3 2-6 15,0 0 2-15,-1 0 2 0,-2-4-1 0,4-4-2 16,-4-2-1-16,2-2 1 0,-2 0-1 0,2-2-1 16,-2-3 0-16,2-3 0 0,-2 1-2 0,0-10 2 15,0 10 6-15,0-10-1 0,-2 9 6 0,2-9 14 16,0 0 0-16,-4 7-3 0,4-7 1 0,0 0-7 15,0 0-1-15,-19-8-5 0,11 3 3 0,1 0 3 16,-2 1-8-16,2-2-3 0,1 0 5 0,1 2-4 16,-1 0-5-16,6 4-1 0,-10-8 2 0,8 6-7 15,2 2 6-15,-7-5-4 0,7 5-3 0,0 0 0 16,-6-4-1-16,6 4 0 0,0 0 0 0,-5-3-5 16,5 3-2-16,0 0 1 0,0 0 3 0,0 0 5 15,0 0-4-15,0 0 4 0,0 0-2 0,0 0 0 16,0 0-1-16,30 7-6 0,-17-7-10 0,5-1-13 15,-1 1-15-15,4 0-18 0,0-2-18 0,5 0-9 16,3-2-12-16,0 0-18 0,0 0-10 0,1-1 0 16,-3 2-4-16,-4-1-89 0,-3-1-240 0,0 0 106 15</inkml:trace>
  <inkml:trace contextRef="#ctx0" brushRef="#br0" timeOffset="73906.98">26699 6238 498 0,'11'-7'-37'0,"1"0"26"0,-3 0 17 16,-1 0 10-16,2-1 4 0,-3-1 8 0,-1 3 18 15,1-2-3-15,-3-1 11 0,0-1 16 0,0 4 15 16,0 1 7-16,-4 5 1 0,2-11-1 0,-2 11-4 15,0-9-2-15,0 9-2 0,-2-10-14 0,2 10-8 16,-4-6-2-16,4 6-8 0,-8-5-8 0,8 5-1 16,-7-3-8-16,7 3-3 0,0 0-1 0,-13 9-4 15,2-5-3-15,4 6 1 0,-2-1-2 0,1 0-8 16,2 1 6-16,-3 3-8 0,1-4 5 0,6 1-4 16,-6-1-3-16,4 0 1 0,2-1-5 0,2 0 2 15,0 1-1-15,0-9 1 0,0 12 3 0,2-5-3 16,2-3-2-16,-4-4 5 0,8 9-5 0,-6-7 0 15,4 0 1-15,-6-2 0 0,13 3 1 0,-7-1-3 16,-6-2 0-16,11 2 2 0,-11-2-1 0,8 0-4 16,-8 0 4-16,7 2-5 0,-7-2 2 0,0 0 1 15,12 0 1-15,-12 0-1 0,6 1 0 0,-6-1-1 16,0 0 1-16,0 0 1 0,7 1 3 0,-7-1 2 0,0 0 2 16,0 0 5-16,0 0 0 0,0 0 5 0,0 0-1 15,0 0 3-15,0 0-1 0,0 0-1 16,0 0-2-16,0 0-5 0,0 0-4 0,0 0 0 15,0 0-3-15,0 0 3 0,0 0-4 0,0 0-2 16,-27 3-1-16,27-3-1 0,-9 1 0 0,9-1-3 0,-6 2 7 16,6-2-7-16,0 0 0 0,-9 2 0 0,9-2-1 15,0 0 7-15,-8 2-5 0,8-2-3 0,0 0 3 16,-8 1-4-16,8-1 4 0,0 0-3 16,-5 7 2-16,5-7-5 0,0 0 3 0,0 0 2 15,-6 3-5-15,6-3 3 0,0 0-1 0,0 0 3 16,-5 6-1-16,5-6 1 0,0 0 1 0,-7 6-2 15,7-6 4-15,0 0-3 0,-4 7-1 0,4-7 0 0,0 0 0 16,-5 3 0-16,5-3 0 0,0 0 0 16,-2 4-2-16,2-4 4 0,0 0-1 0,-4 7-3 0,4-7 1 15,-5 5 2-15,5-5 1 0,0 0-1 0,0 7-4 16,0-7 2-16,-7 5 1 0,7-5-1 0,-2 6 2 16,2-6-2-16,0 0 5 0,-3 11-6 0,3-11 2 15,-6 7-2-15,6-7 3 0,-4 6-2 16,4-6 2-16,-5 7-3 0,5-7 2 0,-2 6-4 0,2-6 4 15,-2 7 0-15,2-7 3 0,-4 11-3 0,3-7 0 16,1-4 1-16,-5 7-4 0,5-7 2 0,-2 10-2 16,2-10 3-16,-2 7 1 0,2-7 1 15,2 12 2-15,-2-12-2 0,2 7 0 0,-2-7 7 16,6 10-8-16,-2-7 3 0,0 1-2 0,1 0 3 0,3-3 0 16,2 2 2-16,-1 1 1 0,4-3 0 0,-1 0-3 15,0 0 4-15,-1-1-4 0,3 0-1 0,4-1 1 16,-2 1-6-16,-1-2-7 0,-1-2-22 0,-1 1-12 15,1 3-34-15,-3-4-31 0,6-1-27 0,-2-1-30 16,-3-1-25-16,-2 4-115 0,3-1-327 0,-1-1 145 16</inkml:trace>
  <inkml:trace contextRef="#ctx0" brushRef="#br0" timeOffset="74076.28">27038 6406 85 0,'0'0'154'16,"0"0"-17"-16,0 0-15 0,0 0-24 15,0 0-25-15,0 0-39 0,0 0-28 0,0 0-32 16,0 0-41-16,0 0-36 0,0 0-111 0,0 0 48 0</inkml:trace>
  <inkml:trace contextRef="#ctx0" brushRef="#br0" timeOffset="75782.62">27081 2528 56 0,'-1'-5'130'0,"1"5"-6"0,0 0-8 16,0 0-10-16,0 0-2 0,0 0-11 0,0 0-8 16,-4-6-14-16,4 6-7 0,0 0-12 0,0 0-7 15,0 0 0-15,0 0-9 0,0 0-3 0,0 0-2 16,0 0-6-16,-13 17 9 0,7-11-17 0,1 3 7 0,-4 1-4 15,4 1-5-15,-6 0-4 0,0 3-2 16,2-5 3-16,-5 3-1 0,1 1 6 0,2-3-10 16,1-1 2-16,-1-1 1 0,1 1-1 0,2 0-4 15,2-2-6-15,-1-1 9 0,1-1-1 0,3-1-1 16,-3 2-2-16,1-1-5 0,4 1 4 0,1-6-3 16,-8 8 10-16,8-8-8 0,-2 9-2 0,2-9 4 15,-3 8 5-15,3-8-13 0,3 9 8 0,-3-9-1 16,6 9-4-16,-1-5 0 0,6 1 6 0,0-2-13 15,7 4-3-15,0-4-29 0,11-1-15 0,-2 3-21 16,9-2-34-16,-7 3-88 0,0-1-213 0,-8-2 94 16</inkml:trace>
  <inkml:trace contextRef="#ctx0" brushRef="#br0" timeOffset="76418.17">26924 2974 126 0,'0'0'120'0,"0"0"-17"16,0 0-10-16,0 0-6 0,0 0-11 15,0 0-5-15,0 0-7 0,0 0-6 0,0 0-1 16,47-4-14-16,-29 4-9 0,4-1-15 0,1-1-18 15,-5 1-14-15,2 1-9 0,-7-1-12 0,1 0-10 16,-3 1 0-16,-11 0 1 0,20 0 5 0,-20 0-4 16,11 0 10-16,-11 0-3 0,0 0 9 0,14-2 1 15,-14 2 4-15,0 0-1 0,0 0 6 0,0 0 12 16,7-7-1-16,-7 7 8 0,0 0 0 0,0 0 14 16,0 0 1-16,0 0 4 0,0 0 9 0,0 0 0 15,0 0-2-15,-23-12-1 0,23 12-9 0,0 0 1 16,0 0-2-16,0 0 0 0,0 0 13 0,0 0 3 15,0 0 4-15,-17 21-6 0,13-11 9 0,4-10-6 16,-10 22 7-16,7-5-9 0,-1 0 11 0,0-1 0 16,2 1 1-16,0 0-4 0,2-1-4 0,-3-1-2 15,3 2 2-15,0-5-4 0,0 0-4 0,0-2-2 16,0 2-4-16,0-12 3 0,0 21-1 0,3-11-5 16,-3-10-4-16,2 12 2 0,-2-12-3 0,0 13 2 15,0-13-4-15,0 0-2 0,-2 11-5 16,2-11 9-16,0 0-7 0,0 0-1 0,0 0 5 15,-3 11-2-15,3-11-3 0,0 0 4 0,-14 1-7 16,14-1 3-16,-10 0-1 0,10 0-4 0,0 0 4 16,-21-3-2-16,21 3-3 0,-13-1 3 0,13 1-1 15,0 0-1-15,-14-1-3 0,14 1 4 0,0 0 0 16,0 0 2-16,0 0-9 0,-13-1 3 0,13 1 0 0,0 0-4 16,0 0 2-16,0 0 0 0,0 0 2 0,0 0-5 15,0 0 3-15,0 0 10 0,0 0-8 0,0 0 1 16,0 0-3-16,0 0 6 0,36 5-2 15,-18-4-11-15,-1-1-14 0,6-3-19 0,4 1-16 16,2 0-20-16,1 1-16 0,-11-2-12 0,8 2-6 16,-4-2-81-16,-4 1-209 0,-4 0 92 0</inkml:trace>
  <inkml:trace contextRef="#ctx0" brushRef="#br0" timeOffset="76641.45">27497 3135 44 0,'0'0'166'0,"0"0"-12"0,0 0-12 0,0 0-14 16,0 0-10-16,-17-8-8 0,17 8 2 0,-17 6-5 16,5-2-8-16,1-1-3 0,-5 4-1 0,1 3-6 15,-1-5-9-15,2 6-1 0,-4-2-8 0,10 0-4 16,-3 0-10-16,4-2-6 0,0 1-5 0,2 2-1 16,1-1-4-16,0 2 0 0,6-3-8 0,2 3-2 15,3-3-16-15,4 2-21 0,3-1-19 0,4 0-23 16,2-3-14-16,7-1-37 0,2 1-12 0,0 0-14 15,2-4-17-15,-3 0-109 0,1-1-269 0,-7-1 119 16</inkml:trace>
  <inkml:trace contextRef="#ctx0" brushRef="#br0" timeOffset="77328.57">28386 4904 109 0,'0'0'189'16,"0"0"-8"-16,-2-11-16 0,2 11-14 0,0 0-16 15,0 0-12-15,-2-11-13 0,2 11-15 0,0 0-14 16,0 0-5-16,0 0-12 0,0 0-9 0,0 0-4 15,0 0-3-15,0 0-6 0,0 0-6 0,-18 20-1 16,4-7-2-16,-6 5-5 0,3 1 3 16,-2 0-7-16,-2 2-3 0,1-1-1 0,1 1-14 0,0-1-21 15,6-4-18-15,-1 0-26 0,4 0-35 0,1-2-28 16,-3 2-20-16,5-3-99 0,-1-4-261 0,8-9 116 16</inkml:trace>
  <inkml:trace contextRef="#ctx0" brushRef="#br0" timeOffset="77527.27">28433 4910 22 0,'0'0'112'0,"0"0"-15"15,0 0-6-15,0 0-3 0,21 11-6 0,-21-11-16 16,9 10-2-16,-2-4-6 0,1 2-11 0,1 0-6 15,1-1-3-15,0 1-19 0,6 1-36 0,-7-1-27 16,5 3-84-16,-7-1-137 0,1-2 60 0</inkml:trace>
  <inkml:trace contextRef="#ctx0" brushRef="#br0" timeOffset="77734.03">28656 4806 101 0,'2'-17'146'0,"-2"17"-22"0,0 0-11 0,0 0-9 0,9-8-14 16,-9 8-3-16,16-4-19 0,-5 1-12 16,-11 3-38-16,25-1-26 0,-14 0-22 0,-11 1-22 15,18 1-26-15,-18-1-46 0,14 2-133 0,-14-2 59 16</inkml:trace>
  <inkml:trace contextRef="#ctx0" brushRef="#br0" timeOffset="78092">28762 4775 21 0,'0'0'105'0,"0"0"-18"0,0 0-6 16,0 0-4-16,0 0-4 0,0 0-16 0,0 0 5 15,0 0 8-15,0 0 0 0,0 0-5 0,-12 28 1 16,13-16 9-16,-1-12-13 0,3 24 8 0,-2-7-13 15,-1-5-1-15,1 0-5 0,-1-12-8 0,1 26-1 16,-1-14-4-16,2 0-6 0,-2-12 2 0,-2 22-1 16,0-13-3-16,2-9-5 0,0 18 1 0,0-18-3 15,-4 16 3-15,4-16-8 0,-3 10-2 0,3-10 3 16,-8 9-2-16,8-9-4 0,0 0 0 0,0 0 3 16,-13 7 2-16,13-7-8 0,0 0-1 0,-16 0-1 15,16 0 0-15,0 0 6 0,0 0-10 0,-19-2 1 16,19 2 0-16,0 0-6 0,0 0 9 0,0 0-9 15,0 0-1-15,0 0 3 0,0 0-3 0,0 0 1 16,0 0 0-16,0 0-14 0,0 0 11 0,0 0-2 16,0 0-1-16,0 0 1 0,0 0 8 0,0 0-1 15,0 0-3-15,0 0-4 0,0 0 2 0,0 0-24 16,56 2-27-16,-28-6-23 0,-1 1-27 0,-1-1-26 16,-3 1-88-16,-2 0-235 0,3-6 104 0</inkml:trace>
  <inkml:trace contextRef="#ctx0" brushRef="#br0" timeOffset="78312.98">29115 4889 125 0,'0'0'159'0,"0"0"1"0,0 0-12 16,0 0-9-16,0 0-9 0,-53 12-14 0,42-8-6 15,3 4-9-15,-2 0-8 0,1-1-5 16,1 2-7-16,0-1-10 0,2 0 3 0,6-8-15 15,-8 18-4-15,7-8-5 0,1-10-5 0,0 0-2 16,8 25-5-16,-3-17-6 0,4-1-11 0,1 0-12 16,8-2-23-16,0 0-20 0,1-3-34 0,9 0-34 15,0-1-35-15,-7 1-129 0,-1-4-287 0,-1-1 127 16</inkml:trace>
  <inkml:trace contextRef="#ctx0" brushRef="#br0" timeOffset="80239.12">20824 6996 50 0,'-1'-7'209'0,"1"7"-9"0,0 0-9 0,-3-10-8 16,3 10-8-16,-2-6-4 0,2 6-17 0,0 0-13 15,0 0-13-15,0 0-17 0,0 0-11 0,-3-10-13 0,3 10-16 16,0 0-6-16,0 0-10 0,0 0-8 16,0 0-6-16,0 0-8 0,0 0-1 0,0 0 0 15,0 0-6-15,12 30-3 0,-6-17-3 0,2 5 0 0,0-1-3 16,-1 1-2-16,6 5-1 0,-5-6-2 15,-1-1 0-15,1 3-1 0,2-2 1 0,-1-1-4 0,-2 1 6 16,0-2-4-16,1-2-1 0,-2 0-2 16,-1-1-3-16,2 1 0 0,-2-3 2 0,0 1 1 0,0-4-3 15,0 1-6-15,0-1-5 0,-1-1 7 16,-2-2-4-16,-2-4 0 0,7 7 4 0,-4-2-4 0,-3-5 6 16,3 5 0-16,-3-5 6 0,0 0 9 0,0 0 11 15,0 0 11-15,0 0 2 0,0 0-11 0,11-16-6 16,-9 5-3-16,1-6-2 0,2-3-1 0,3-4-1 15,-5-2-3-15,3 3-4 0,-3 4-2 0,3-5 2 16,-1-2-1-16,0 8-6 0,0-7-1 0,-3 8 2 16,1 0 0-16,-2-2-3 0,1 6-6 0,-1 0 0 15,0 3-3-15,-1-2-3 0,1 5-8 0,1 0-15 16,-2 7-13-16,2-11-26 0,-2 11-32 0,0 0-18 16,0 0-9-16,0 0 1 0,4-6 4 0,-4 6-2 15,0 0-4-15,10 15-13 0,-3-6-124 0,-5 2-291 16,3 0 130-16</inkml:trace>
  <inkml:trace contextRef="#ctx0" brushRef="#br0" timeOffset="80518.92">21273 7252 109 0,'0'0'173'0,"0"0"-16"16,0 0-16-16,0 0-22 0,0 0-8 0,0 0-4 16,0 0-27-16,0 0-7 0,0 0-11 0,0 0-6 15,-19-2-4-15,19 2-8 0,1 8 2 0,-1-8-3 16,1 15-8-16,1-7-6 0,-2 4-8 0,1-2 9 16,0 1-4-16,0 0-3 0,2 1 0 0,-3-2-7 15,2 1 3-15,1 1-10 0,-2-2-5 0,2 1-1 16,-3-2-32-16,2 2-16 0,0-3-18 0,-1 0-17 15,2 0-9-15,-2-2-14 0,-1-6-98 0,2 9-217 16,-2-9 96-16</inkml:trace>
  <inkml:trace contextRef="#ctx0" brushRef="#br0" timeOffset="80901.97">21261 7171 109 0,'0'0'97'15,"3"-10"-7"-15,-3 10-4 0,2-8-7 0,-2 8-11 16,4-7-1-16,-4 7-8 0,4-5-8 0,-4 5-2 16,8-3-5-16,-8 3-10 0,0 0-1 0,13 3-1 15,-13-3-1-15,10 5-12 0,-5-1-3 0,0 0 2 16,0 1 4-16,-1 1-7 0,1 3-1 0,-1-2-6 0,-2 1 2 16,0-1 22-16,-2 0-23 0,1 2-8 0,-2 1 9 15,1-10-15-15,-3 13 15 0,2-6-5 16,1 1-2-16,0-8 10 0,-1 11-15 0,1-11 2 15,0 13 6-15,1-8-13 0,-1-5-1 0,4 10 7 0,-2-4-17 16,1-1 18-16,2 1 8 0,0-3-21 0,0 2 10 16,4 0-4-16,-2-1 2 0,-1 2-7 15,2 0 12-15,-1-3-6 0,-2 2 10 0,1 0-7 16,-1-1-2-16,0-1 2 0,0 3 2 0,-1 0-2 0,-1-2-9 16,0 1 1-16,-3-5 8 0,1 10 8 0,-1-10-8 15,-1 10 2-15,-3-3 1 0,0 1-3 16,-2-2 6-16,0 1-10 0,-2 0 5 0,0 0 6 15,-2 1-14-15,2 0-14 0,1-2-9 0,-2-1-21 16,1 0-36-16,0 1-46 0,2-3-145 0,6-3 65 0</inkml:trace>
  <inkml:trace contextRef="#ctx0" brushRef="#br0" timeOffset="81175.58">21613 7192 129 0,'0'-11'203'0,"0"11"-13"0,1-7-21 0,-1 7-16 0,0 0-20 15,0 0-12-15,0 0-18 0,0 0-12 0,0 0-25 16,0 0 6-16,-4-7-12 0,4 7-2 0,0 0-7 16,0 0-8-16,4 22-2 0,-1-11-1 0,-3 1-7 15,1 1-3-15,1 3-3 0,0-3-6 0,-1 3 1 16,-1-4 2-16,1 5-4 0,1-5 4 0,-2 4-8 15,0-4-6-15,0 1-12 0,0 2-17 0,-2-2-14 16,2-1-14-16,-1 0-20 0,1-2-25 0,0-1-6 16,0 1-8-16,-1-1-20 0,-1-1-101 0,2-8-246 15,-3 13 110-15</inkml:trace>
  <inkml:trace contextRef="#ctx0" brushRef="#br0" timeOffset="81598.62">21626 7219 35 0,'-2'-6'149'16,"2"6"-18"-16,-1-8-6 0,1 8-17 0,0 0-7 15,0-12-18-15,0 12-7 0,0 0-12 0,0 0-3 16,4-7-6-16,-4 7-7 0,9-2 0 0,-9 2-9 16,10 2-9-16,-10-2 3 0,12 3-12 0,-7 0 5 15,-5-3-4-15,12 4-1 0,-6 2-5 0,-3-3-2 16,1 1 5-16,1 1-10 0,0 2 7 0,-2-3-9 15,-3-4 2-15,4 11-7 0,-2-6 10 0,1 1-1 16,-3-6-9-16,3 10 7 0,-3-6-1 0,0-4-2 16,1 13-6-16,-1-13 5 0,0 8 4 0,0-8-1 15,0 0-10-15,-3 11 4 0,3-11-2 0,-1 6-9 16,1-6-11-16,0 0-1 0,3 10 1 0,-3-10 4 0,2 5 5 16,-2-5-7-16,7 7 1 0,-4-5 3 15,5 2-4-15,-2 0 2 0,5-2 0 0,-5 3 10 16,4-1-3-16,-2 1 0 0,2-2-4 0,-2 1 4 15,-1-1 0-15,0 1 1 0,-2 2 7 0,0-3-17 16,1 0 11-16,-6-3 1 0,5 7 2 0,-5-7-2 16,4 3-5-16,-4-3 14 0,0 0 0 0,3 8 11 0,-3-8-4 15,0 0 13-15,0 0-6 0,-8 12-6 16,3-9 11-16,-1 1-8 0,-3 1 1 0,-2 0-8 0,0 0-11 16,2-1-28-16,-1 2-42 0,-3-2-119 0,-1-1-209 15,0 0 94-15</inkml:trace>
  <inkml:trace contextRef="#ctx0" brushRef="#br0" timeOffset="82908.03">21560 4963 162 0,'0'0'171'0,"-5"-6"-3"0,5 6-11 0,0 0-7 15,-4-7-14-15,4 7-11 0,-3-5-16 16,3 5-15-16,0 0-11 0,0 0-19 0,0 0-2 0,0 0-11 16,0 0-6-16,0 0-6 0,0 0-5 0,0 0-7 15,0 0 2-15,1 31-5 0,1-15-4 0,1 1 1 16,0 1-5-16,-1 1 1 0,1 7 0 16,-2 0-2-16,-1-1-4 0,3-1 5 0,-3-5-4 0,1 0 0 15,-2 1-5-15,1-2 3 0,-2 1-4 0,1-4-7 16,1 3-7-16,-1 0-11 0,-1-2-26 0,1-1-3 15,0-3-30-15,-2 2-11 0,3-5-18 0,-2 2-20 16,0-4-9-16,0 2-73 0,2-9-227 0,-8 10 101 16</inkml:trace>
  <inkml:trace contextRef="#ctx0" brushRef="#br0" timeOffset="83315">21572 4963 64 0,'7'-4'65'0,"1"2"0"16,0 1-8-16,-8 1-3 0,15-2-4 0,-7 4-6 0,-2-1-12 16,2 3-2-16,1 1-1 0,-4 0-3 0,3 2 1 15,-2 2-11-15,-1 2 5 0,0 0-3 0,-2 1-5 16,-2 0 1-16,-1 1 4 0,-2 2-7 15,-5 1 8-15,1-2-1 0,-4 2 0 0,-6-3-4 16,3 1 5-16,-2-2-8 0,-3-2 5 0,0 0 0 16,4-2 4-16,0-2 5 0,4-1 3 0,0-3 18 0,2 0 15 15,2 0-7-15,6-2 11 0,-12 4 3 0,12-4-13 16,-6 0-2-16,6 0-7 0,0 0-9 16,0 0-6-16,0 0 1 0,0 0-3 0,0 0-6 15,0 0 0-15,0 0-8 0,0 0 2 0,0 0 4 16,30 4-12-16,-21-1-7 0,3-3 7 0,1 4-6 0,-2 1 5 15,2-2-8-15,2 4 10 0,2 1-8 0,-3 0 0 16,4-2-1-16,-3 3 2 0,2-1-15 16,-2 0-20-16,2-1-18 0,1 3-21 0,-2-3-19 15,1 0-14-15,0 1-18 0,-2 0-62 0,-4 0-199 16,1-2 88-16</inkml:trace>
  <inkml:trace contextRef="#ctx0" brushRef="#br0" timeOffset="83551.97">21863 5214 154 0,'-1'-9'177'0,"1"9"-17"15,-4-6-12-15,4 6-13 0,-4-6-17 0,4 6-19 0,0 0-13 16,0 0-5-16,0 0-15 0,0 0-7 16,0 0-5-16,0 0-12 0,0 0-1 0,-1 21 0 15,1-12-9-15,1 2-3 0,1 1 3 0,-1-1-5 16,-1 8-2-16,-1-7-1 0,2 4-6 0,-1-3 2 15,0 2-5-15,1-2 4 0,0 2-5 0,-1-3-7 16,0 0-11-16,0-1-17 0,0 0-20 0,0-11-29 16,2 19-18-16,-2-10-15 0,0 1-13 0,0-3-98 0,0-7-231 15,0 0 103-15</inkml:trace>
  <inkml:trace contextRef="#ctx0" brushRef="#br0" timeOffset="83956.27">21852 5221 95 0,'0'0'113'0,"4"-10"-7"0,-1 5 2 0,-3 5-12 15,7-7-11-15,-3 4-6 0,-4 3-3 0,9-4-15 16,-9 4 17-16,11-1-25 0,-11 1-4 0,12 2-6 16,-5 0-1-16,-7-2-3 0,13 4-10 0,-13-4-3 15,8 7 2-15,-8-7-7 0,9 8 2 0,-9-8-2 16,9 9-5-16,-9-9 0 0,3 8 1 0,-3-8-10 15,2 9 6-15,-2-9 1 0,1 10-2 0,-1-10-5 16,0 0-4-16,-1 14 9 0,1-14-14 0,0 0 14 16,-5 12-6-16,5-12 0 0,0 0-7 0,0 11-3 15,0-11-2-15,0 0 0 0,0 13-6 0,0-13 12 16,6 7-7-16,-6-7 1 0,6 10 17 0,0-6-14 16,-6-4 6-16,14 11-8 0,-9-7-4 0,2 2 1 15,1 0 1-15,0-1 2 0,-1 2 0 0,0 2-2 16,-2-5 8-16,4 2-7 0,-4 1 2 0,-5-7 2 15,6 10-5-15,-6-10 12 0,3 11-11 0,-3-11-2 16,2 11 6-16,-2-11 10 0,0 9-1 0,0-9-29 16,0 0 25-16,-9 11 0 0,9-11 3 0,-7 5-7 15,7-5 10-15,-13 6-8 0,13-6-14 0,-10 4-39 16,10-4-30-16,-14 2-34 0,5 0-61 0,9-2-190 16,0 0 85-16</inkml:trace>
  <inkml:trace contextRef="#ctx0" brushRef="#br0" timeOffset="88412.83">29280 6021 97 0,'0'0'156'15,"2"-7"-6"-15,-2 7-10 0,0 0 4 0,0-9-9 16,0 9-13-16,0 0-11 0,1-9-9 0,-1 9-12 16,0 0-9-16,0 0-7 0,0 0-4 0,0 0-11 15,0 0-3-15,0 0-13 0,0 0-1 0,0 0-6 16,0 0-4-16,0 0-6 0,0 0-5 0,0 0 2 15,0 0 0-15,0 0-7 0,0 0 3 0,17 14-4 16,-11-5-1-16,0 0 0 0,1 1 0 0,2 5-4 16,0-1 6-16,1 2-5 0,0 3 3 0,2-3-5 15,-1 8 4-15,-3-6-5 0,6 4 0 0,-5-5 0 16,-1-1 0-16,-2 1-1 0,3 1-3 0,-1-4 4 16,-1-1-2-16,-2-2 0 0,4-2-4 0,-4 0 1 15,-1 0 2-15,3-2-1 0,-3-1-1 0,-1 1 1 16,1-2 5-16,-4-5 0 0,6 6-1 0,-3-2 12 15,-3-4 20-15,5 4 21 0,-5-4-1 0,0 0-3 16,0 0-2-16,0 0 0 0,0 0-8 0,9-19-3 16,-7 9-6-16,0-1-2 0,2-6-5 0,-3 1 2 15,0-5-9-15,2-7-4 0,1 5-1 0,1-4-4 16,1-1 0-16,-1 2-1 0,2-2-2 0,0 5 1 16,-1 3-6-16,0-3 1 0,-2 4 0 0,6 4-1 15,-5-1-3-15,-1 1 0 0,0 3 1 0,-2 5-5 16,1-3-1-16,-2 4-11 0,2 1-18 0,-3 5-26 15,0 0-30-15,2-8 1 0,-2 8-4 0,0 0-27 16,0 0-16-16,0 0-24 0,14 22-31 0,-12-11-132 16,-2 2-345-16,-2 1 153 0</inkml:trace>
  <inkml:trace contextRef="#ctx0" brushRef="#br0" timeOffset="88720.18">29772 6207 140 0,'-5'-15'177'0,"5"15"2"0,0 0 6 0,0 0-8 16,0 0-13-16,-10-9-16 0,10 9-7 0,0 0-11 16,0 0-25-16,0 0-12 0,0 0-10 0,-26 9-9 15,16-4-9-15,0 3-2 0,-2 1-6 0,-3 2-3 16,6-2-11-16,-1 5-3 0,3-5-4 0,-1 1-3 15,1 2-4-15,2-2-3 0,2 1 0 0,0-1-5 16,3 0 0-16,-1 1 1 0,2 0-6 0,2 0 3 16,-1-1-15-16,1-3-11 0,3 3-25 0,3-1-10 15,0-1-22-15,4-3-21 0,-2 1-17 0,7-1-6 16,-5-3-13-16,6-1-4 0,-6 1-3 0,5-4-2 16,-2 0 2-16,-2 1 6 0,-1-3-75 0,5-3-212 15,0 4 94-15</inkml:trace>
  <inkml:trace contextRef="#ctx0" brushRef="#br0" timeOffset="88928.89">29900 6370 608 0,'16'-10'-57'0,"0"-4"10"0,0 2 10 0,-1-4 15 15,-1 1 7-15,0 0 15 0,-4 0 9 0,3 1 18 16,-5 5 8-16,-2-3 19 0,-1 5 20 0,1-2 13 16,-3 2 8-16,0 3 9 0,-3 4-5 0,4-9-4 0,-4 9-14 15,-2-9-10-15,2 9-1 0,0 0-5 16,-15-2 6-16,15 2 5 0,-23 6-6 0,5 2 12 16,-1 1-4-16,1 1-3 0,-5 4 2 0,8-2-7 15,-1-1-9-15,0 1-6 0,4-1-7 0,2 1-3 16,0-2-2-16,3 2-4 0,1-3-3 0,1 2-1 15,2 0-5-15,2 0-1 0,2-1-1 0,2 2-3 16,2-2-17-16,4 0-26 0,2-2-29 0,6 1-40 16,10 0-38-16,2 0-29 0,2-2-45 0,0-2-110 15,-2-3-333-15,0 3 149 0</inkml:trace>
  <inkml:trace contextRef="#ctx0" brushRef="#br0" timeOffset="94560.05">25964 7392 8 0,'0'0'48'16,"0"0"4"-16,0 0-21 0,0 0-18 0,0 0-25 15,0 0-12-15,0 0-25 0,0 0 11 0</inkml:trace>
  <inkml:trace contextRef="#ctx0" brushRef="#br0" timeOffset="102836.87">21964 7768 36 0,'0'0'92'0,"0"0"-9"16,0 0-6-16,0 0-11 0,0 0-1 16,0 0-9-16,0 0-3 0,0 0-8 0,0 0-1 0,0 0 0 15,0 0-4-15,0 0-3 0,0 0 1 0,0 0-6 16,0 0 4-16,0 0-10 0,0 0-2 0,0 0-3 15,0 0 3-15,0 0-4 0,0 0 0 0,0 0-1 16,0 0-4-16,0 0 2 0,0 0 1 0,0 0-6 16,0 0-3-16,0 0 8 0,0 0-12 0,0 0-3 15,0 0 0-15,0 0 3 0,0 0 0 0,-7-8-10 16,7 8 2-16,0 0 6 0,0 0-7 0,0 0-2 16,0 0 8-16,0 0 9 0,0 0-19 0,0 0 6 15,0 0 4-15,0 0-7 0,0 0 5 0,0 0 2 16,0 0 3-16,0 0-3 0,0 0 3 0,0 0 2 15,0 0 4-15,0 0-7 0,0 0 8 0,0 0 7 16,0 0-9-16,0 0-1 0,0 0 0 0,0 0-1 0,0 0 5 16,0 0 8-16,0 0-3 0,0 0 4 15,0 0 4-15,0 0-2 0,0 0-5 0,0 0 5 16,0 0 3-16,0 0 6 0,0 0-7 0,0 0 3 16,0 0-4-16,0 0 0 0,0 0 0 0,0 0 4 15,0 0-2-15,0 0-4 0,0 0 2 0,0 0-4 16,0 0 3-16,0 0-9 0,0 0 5 0,0 0-3 0,0 0-2 15,0 0-2-15,11-13-4 0,-7 7 2 0,1 2-1 16,4-5-3-16,1 0-2 0,5-1 4 16,0-2-4-16,1-1 4 0,5-4-4 0,2 0 4 0,1-2 2 15,-1 0-8-15,1 2 0 0,-1 0-3 0,3-1 1 16,-3 0-1-16,0 3 2 0,-3-6 4 0,3 3-6 16,0-2 8-16,-1 1-3 0,1 1 1 0,-3-2-3 15,3 0 0-15,-1 0-5 0,0 0 12 16,-3 2-11-16,2 0 7 0,-1-2-6 0,2 3 6 0,-3-4-3 15,3 2 3-15,-3-1-1 0,1 2 3 0,1 1-3 16,0 1-2-16,-7 2 3 0,9-4-3 0,-5 0 4 16,-1 6-5-16,-3-4 4 0,5-2-3 0,-5 4 4 15,2 1-3-15,5-4 7 0,-1 1-9 0,0-4 2 16,0 2 0-16,1 0 1 0,-1 1 5 0,-4 4 5 16,0 0-6-16,3 1 2 0,-3 0-7 0,0-2 3 15,2-3 0-15,-3 6-5 0,0 0 3 0,0-1 1 16,0 0 0-16,1 0 1 0,0-1 4 0,1 0-4 15,-2-1 8-15,3 2 0 0,5-4 0 0,-4 0-2 16,-1 3-1-16,-2 0 14 0,0 0 1 0,1 0-3 16,-1 0-2-16,1 2 0 0,0-3 1 0,-2 3-4 15,-2-1 1-15,1-1-3 0,0 4-1 0,-4-1 3 16,-1 3-7-16,1-2 2 0,-1 2 0 0,-1-2 1 16,2 2-3-16,-2 1 2 0,-2-1-4 0,1 0 3 15,1 1-6-15,0 1 3 0,-4-2-3 0,0 4 0 16,1-1 0-16,1-4-1 0,1 3-1 0,-2 0 1 15,1-3-3-15,3 2 0 0,0-1 4 0,-4 0-4 16,2 1-2-16,0-3 2 0,3 3-1 0,-2 1-2 0,-4 0 3 16,1 1-1-16,0-1 0 0,0 0 0 15,-5 5-1-15,9-6 0 0,-5 2 1 0,-4 4 0 16,5-5 0-16,-5 5 1 0,5-5 0 0,-5 5-3 16,7-2 9-16,-7 2-3 0,0 0-4 0,0 0-3 15,0 0 2-15,0 0 4 0,6-5-1 0,-6 5-2 16,0 0 0-16,0 0 1 0,0 0 0 0,0 0-1 15,0 0 3-15,0 0 0 0,0 0 1 0,0 0 2 16,0 0 3-16,0 0-2 0,0 0-1 0,0 0-2 16,0 0-2-16,0 0 1 0,0 0-1 0,0 0 1 15,0 0-2-15,0 0 2 0,0 0-4 0,0 0 2 16,0 0-4-16,0 0 2 0,0 0-1 0,0 0-1 16,0 0 0-16,0 0-3 0,0 0 2 0,0 0-1 15,0 0 3-15,0 0 1 0,0 0 4 0,0 0-8 16,-6 23 0-16,6-23 2 0,-2 14 2 0,1-7-6 0,0-1 5 15,-2 5-2-15,2-2-1 0,-2 2 4 16,2-1 3-16,-1 1-3 0,2 0-2 0,-2 0-2 16,0-1 3-16,0 1 0 0,2 0 0 0,-1 3 0 0,0-4-3 15,-2 1 4-15,5 0 11 0,-2 0-12 0,0-3 0 16,-3 5 1-16,3-4 2 0,0 3-1 16,-1-3-1-16,-2 1-1 0,2 0 0 0,1-2 1 15,-1-1 1-15,1-7-1 0,0 12 0 0,-3-8-1 16,3-4 0-16,2 10 7 0,-2-10-5 0,0 0 0 0,-2 9-1 15,2-9 0-15,0 0 0 0,0 0-1 0,0 0 1 16,0 11 4-16,0-11-3 0,0 0-1 16,0 0 3-16,0 0-1 0,0 0-9 0,0 0-11 0,0 0-16 15,0 0-11-15,0 0-25 0,0 0-24 16,0 0-21-16,0 0-21 0,0 0-26 0,0 0-33 0,0 0-129 16,-9 0-347-16,9 0 153 0</inkml:trace>
  <inkml:trace contextRef="#ctx0" brushRef="#br0" timeOffset="103147.98">23589 6395 59 0,'-6'-4'176'0,"-4"-1"-5"0,1-1-1 0,-1 0-12 15,0 0-4-15,0 1-3 0,2-3 7 0,-1 2 2 16,-1-1-6-16,0 0-15 0,1-1-14 0,-3 0-6 16,3 0 3-16,-1 0-13 0,0 1-8 0,1-1-10 15,0-2 1-15,-1 2-9 0,1 2-7 0,1-1-6 16,2 0-6-16,-3 4-7 0,2-4-4 0,2 3-4 16,5 4-6-16,-9-7-1 0,5 3-9 0,4 4 4 15,-5-6-7-15,5 6-8 0,0 0-6 16,-7-6-14-16,7 6-27 0,0 0-33 0,-7-2-40 0,7 2-35 15,0 0-38-15,0 0-26 0,0 0-24 0,0 0-144 16,0 0-393-16,-9 10 175 0</inkml:trace>
  <inkml:trace contextRef="#ctx0" brushRef="#br0" timeOffset="105607.06">20204 6506 15 0,'0'0'68'0,"-10"-1"-9"0,10 1-10 16,-10-1 5-16,10 1-7 0,-9-2-2 0,9 2 5 16,-10-3-10-16,10 3-4 0,-12-2-4 0,12 2 0 0,-10-1 3 15,10 1-13-15,-9-1 16 0,9 1-4 0,0 0 8 16,-13 0-14-16,13 0 11 0,0 0-5 15,-7-2-9-15,7 2 5 0,0 0-12 0,0 0-1 0,-11 0 1 16,11 0-2-16,0 0-3 0,0 0-1 0,0 0 0 16,0 0-7-16,0 0 2 0,0 0 3 0,0 0 4 15,0 0-5-15,0 0-3 0,0 0 1 16,0 0-2-16,0 0 5 0,0 0 0 0,18 11 1 0,-6-10 4 16,1 0 5-16,2 2-17 0,3-2 17 0,2 1-1 15,8 0 5-15,0-2-3 0,3 1 7 0,0-1-3 16,1 0-1-16,2 0 5 0,1-1-8 0,1 1-1 15,0 0-4-15,2-3 5 0,0 2 0 16,0-1-3-16,2 0-3 0,0 1 4 0,-2-2-3 0,0 1-12 16,0-1 1-16,-3 1 6 0,1 0-5 0,0 1 0 15,-3-1-2-15,-1-1 3 0,1 2 6 0,0 1-12 16,1-4 9-16,-2 3-17 0,0 1 7 16,0-2 3-16,0 2-1 0,-3-1 1 0,2 1 6 0,-1 0-6 15,1 0-1-15,0-2-1 0,-1 0 5 0,-2 2-3 16,3 0 1-16,-2-3 3 0,0 2-8 0,-1 0 3 15,0 0 0-15,-7 0-3 0,0 0 6 0,8-1-2 16,-7 2 3-16,6-3-10 0,1 2 8 0,-8 2 2 16,1-3-3-16,-1 0-2 0,2 2 3 0,-3-1-1 15,6-1 0-15,-4-1-4 0,-3 4 1 0,3-3 3 16,-2 1-3-16,1-1 3 0,2 0-2 0,5 1-2 16,-8-1 2-16,0 1 2 0,1-2 4 0,0 3-2 15,-1-1-3-15,1-1 0 0,-3 1 4 0,0-1 0 16,-4 2-3-16,-3-1 0 0,1-1-4 0,-2 2-2 15,-2 0 5-15,-8 0-2 0,12 0 4 0,-12 0-2 16,10-1 6-16,-10 1-13 0,9 0 11 0,-9 0-6 16,0 0-1-16,10 0 8 0,-10 0-4 0,0 0 5 15,11 0 1-15,-11 0 6 0,9 0-5 0,-9 0 1 16,10 0 1-16,-10 0-2 0,14 0 3 0,-14 0 3 16,14 0-6-16,-7 1 2 0,-7-1 5 0,17-1 0 15,-6 0-9-15,0 1 18 0,1 0 2 0,2 0-10 16,-3-2-2-16,2 2 2 0,0 0 0 0,-3-1-6 15,0 0 4-15,2 1-6 0,-5-2 5 0,1 0-2 16,-8 2-6-16,14 0-2 0,-14 0 1 0,10-1 1 0,-10 1-4 16,14 0 0-16,-5-2 2 0,2 1-4 15,0 1 2-15,3-1-5 0,-1-1-3 0,2-1-4 16,2 0 0-16,1 2-6 0,0-2-4 0,-4 3-14 16,-3-2-3-16,3 1-28 0,-2 1-25 0,-2 0-35 15,-2 0-35-15,-8 0-90 0,10 0-268 0,-10 0 120 0</inkml:trace>
  <inkml:trace contextRef="#ctx0" brushRef="#br0" timeOffset="106992.88">20328 7945 73 0,'0'0'66'0,"0"0"-6"16,7-3-3-16,-7 3-8 0,0 0 3 0,0 0-10 15,0 0-5-15,0 0 0 0,0 0-1 0,0 0-1 16,0 0-5-16,0 0 1 0,0 0-6 0,0 0 6 16,0 0-11-16,-29 3-7 0,22-1 6 0,-2 0-8 15,-2 0 2-15,0 2-4 0,-2-2-5 0,1 2 0 16,-4 2 7-16,-1 0-2 0,5-1 5 0,-2-1-7 15,1 1-3-15,2 0 2 0,-3-1-6 0,2 0 3 16,1 0 5-16,0-2-5 0,1 3-5 0,4-2-1 16,-4 1 5-16,2-2-1 0,0 0-2 0,1 0 1 15,0 2 3-15,1-1 1 0,6-3-5 0,-12 4 3 16,6-2 7-16,6-2 3 0,-8 1-1 0,8-1-6 16,-6 4 1-16,6-4 8 0,0 0 7 0,0 0-9 15,0 0 6-15,-7 3-2 0,7-3 7 0,0 0 0 16,0 0-4-16,-6 2 2 0,6-2-5 0,0 0 3 0,0 0-4 15,0 0 1-15,0 0 1 0,0 0-3 16,0 0-2-16,0 0 2 0,0 0-4 0,0 0 14 16,32-5-12-16,-24 4 4 0,-1-1 2 0,2 1-1 15,3 0-4-15,-1-1-4 0,2 2 10 0,0-2-6 0,0 0-4 16,5 0 4-16,-1 0 7 0,3 0-2 16,-1 1 0-16,1 0-14 0,8 0 10 0,1-2-4 0,-1 3 4 15,-2 0 0-15,3 0-4 0,-1 0-3 16,2-1 2-16,0-2 4 0,0 3-7 0,1 3 8 0,1-6-6 15,1 2 3-15,2-2-2 0,1 3-6 0,1-2 9 16,2 1 0-16,0-1-3 0,-1 0 7 16,3 2-12-16,-4-1 8 0,1 1-3 0,14-3-1 0,-17 3 4 15,2 0-4-15,0-1-1 0,14-2-1 0,-14 2-2 16,-1-1 0-16,0 2 1 0,1-2-2 0,-1 1 2 16,-2 1-3-16,0 0 0 0,-1-1-2 0,0 1 3 15,-1 0 0-15,1 0-3 0,-2-2 0 0,1 2 2 16,0-1 1-16,0 1 3 0,-2-2-5 0,1 0-2 15,1 1 3-15,-3 1 2 0,2-2-4 0,-3 1 2 16,0-3 4-16,2 3-7 0,-1-1 2 0,0-1 0 16,2 2 6-16,-3-1-10 0,-6 2 2 0,7-4 3 15,-8 6-5-15,1-5 4 0,0 1-3 0,-2 2 0 16,1-1 0-16,2 0 8 0,-2 1-2 0,2-2 2 16,-1 0-4-16,-1 1-1 0,9 1 3 0,-10 0-2 0,2-2 5 15,-2 1-10-15,0 0 4 0,0 1 2 16,-2-2-3-16,1 2-7 0,-1-2 10 0,-1 2-5 15,-3 0 11-15,2-1-9 0,-1 0 6 0,-2-1 2 16,1 2-6-16,-2-1 3 0,2 0-1 0,0 1 1 0,-2-1 1 16,0 1 1-16,1-3 2 0,0 2-5 0,0-2 4 15,0 3-5-15,0-1 3 0,2 0 2 16,-1-2-3-16,2 1 2 0,-1 1-2 0,4-1 4 16,-6 0 2-16,6-1 1 0,-2 2 0 0,2 0-6 0,-2-2 5 15,-3 3-4-15,-1-3 2 0,-1 2-7 0,1-1 7 16,-1 1-7-16,-2-1 2 0,-1 2-2 15,-9 0 5-15,13-1-1 0,-7 1-5 0,-6 0 3 16,0 0-2-16,16-2 7 0,-16 2 2 0,0 0 10 0,7-2-1 16,-7 2 4-16,0 0 0 0,0 0-4 0,7-2 3 15,-7 2-3-15,0 0-5 0,0 0-1 0,0 0-4 16,0 0 8-16,0 0-6 0,9 0-3 0,-9 0-8 16,0 0-8-16,0 0-13 0,0 0-25 0,0 0-19 15,0 0-38-15,0 0-31 0,0 0-42 0,0 0-101 16,0 0-299-16,0 0 132 0</inkml:trace>
  <inkml:trace contextRef="#ctx0" brushRef="#br0" timeOffset="125546.43">4029 13761 24 0,'0'0'24'0,"0"0"3"0,0 0-9 0,0 0 10 0,0 0-4 15,0 0-2-15,0 0-4 0,0 0 2 0,0 0 0 16,0 0-3-16,0 0-3 0,0 0 2 0,0 0-4 16,0 0-5-16,0 0 0 0,0 0 4 15,0 0-3-15,0 0 1 0,0 0 0 0,0 0-5 0,0 0-3 16,0 0 2-16,0 0-3 0,0 0 2 0,0 0-3 15,0 0 3-15,0 0-2 0,0 0 1 0,1 7-4 16,-1-7 6-16,0 0-1 0,-1 9 6 0,1-9-5 16,0 9 2-16,0-9-4 0,0 8-2 0,0-8 3 15,-1 10-10-15,1-10 3 0,0 10 1 0,0-10 0 16,1 11 3-16,0-6-5 0,-1-5 10 0,2 13-8 16,0-4 3-16,-2-3-1 0,0-6 5 0,1 13-6 15,2-5 0-15,-3-1 5 0,1 1-3 0,-1-8-2 16,2 15-2-16,-1-6 5 0,-1-3 0 0,0 4 1 15,1-1-5-15,-2 0 3 0,2 1 1 0,-1-1-2 16,0-1-3-16,-1 2-1 0,2-3 3 0,-1 1 1 16,0 3 5-16,0-11-1 0,-1 16-4 0,1-7 8 15,1 0-7-15,-2-2-3 0,1-7-6 16,0 13 10-16,1-5-3 0,-1 1 1 0,0-9 1 0,1 14 0 16,1-7 2-16,-1 2-3 0,-1-9-1 0,0 14-1 15,1-8-1-15,2 2 5 0,-3 1-6 0,0-9-4 16,1 13 9-16,-1-6-1 0,0-7 2 0,0 13 0 15,1-6-3-15,1 1 3 0,-2-8 3 0,0 13-2 16,-2-6-1-16,1-1 1 0,1-6-1 0,0 14-5 16,0-14 5-16,-1 17-3 0,1-9 1 0,-3-2 1 15,3-6-2-15,0 12 6 0,0-5-2 0,0-7-2 16,-1 12-3-16,1-12 1 0,-1 13 3 0,1-7 3 16,0-6 1-16,0 12-7 0,2-6 3 0,-2-6 2 15,3 10-2-15,-3-10-2 0,0 10-2 16,1-4 4-16,-1-6-3 0,3 9 3 0,-2-2-2 0,-1-7 1 15,1 9 2-15,-1-9-4 0,-1 9 2 0,1-9 9 16,2 9-11-16,-2-9 2 0,2 8 4 0,-1-3 6 16,-1-5-7-16,0 10-5 0,0-10 6 15,-1 9-3-15,1-9-4 0,-3 9 0 0,3-9-1 16,-1 10 7-16,1-10-4 0,-1 9 5 0,1-9-3 0,-2 10-3 16,2-10 6-16,0 11-6 0,0-11 1 0,0 10 5 15,0-10-3-15,2 8-5 0,-1-1 5 16,-1-7 2-16,0 0-1 0,0 15-3 0,0-15-2 0,0 6 3 15,0-6-10-15,0 0 4 0,-1 8 0 0,1-8 3 16,0 0-5-16,0 0 1 0,0 0 2 0,1 8-7 16,-1-8 1-16,0 0-14 0,0 0-28 0,0 0 12 15</inkml:trace>
  <inkml:trace contextRef="#ctx0" brushRef="#br0" timeOffset="126219.79">4057 14279 11 0,'0'9'17'16,"1"1"-3"-16,-1 0 0 0,-1 0 1 0,0 2-1 16,0-2-5-16,1 4 2 0,1-2 3 0,0-1-5 0,-1 3 3 15,0-2 1-15,1 3-3 0,-1-3-1 0,0 1-4 16,0-4 0-16,-1 5 0 0,1-5-3 15,1 2 3-15,-2 0 0 0,1 0-6 0,1-2 12 16,-1 2-7-16,0-2-2 0,2 4-3 0,-1-5 3 16,-1-1-3-16,0 3 6 0,1-1-6 0,1 1 7 15,-2 0-4-15,0 1-1 0,0-1-4 0,1 2 3 0,-1 1 5 16,-1-4-1-16,-1 5-6 0,1-2 5 16,2 3-4-16,-2 2 7 0,1-4-5 0,-3 0-2 0,5 2 3 15,-5 2-3-15,3-1 0 0,-2-2 9 16,-1-1-6-16,2-1-3 0,-2-1 5 0,1 1 4 15,0-1-8-15,2 1 7 0,-2-2-9 0,1 3 0 0,-1-3 2 16,1 2 3-16,0-2 1 0,1 0 0 0,0 0-4 16,1 0-1-16,-2 1-3 0,1-3 7 0,-2 2-3 15,2-1-1-15,-1 1 6 0,0-2-1 16,1 2-5-16,0-1 3 0,1 2-2 0,-2 0 5 16,1 0-4-16,0 0 2 0,-1-2-4 0,1 1 2 15,0-1 3-15,-2 1-4 0,1 1 2 0,1-3 0 0,0 2 0 16,1-1-2-16,1-3 1 0,-2 3 3 0,1-1-4 15,-1-8-1-15,1 12 2 0,-1-4-4 16,0-2 1-16,0-6 11 0,1 13-7 0,-1-13-5 16,0 10 3-16,2-4-1 0,-2-6 3 0,2 11-1 15,-2-4-3-15,0-7 2 0,0 10 1 0,0-10-4 16,2 10-3-16,-2-10-9 0,1 8 1 0,-1-8-4 0,0 9 1 16,0-9-4-16,0 0-15 0,0 7-39 15,0-7 17-15</inkml:trace>
  <inkml:trace contextRef="#ctx0" brushRef="#br0" timeOffset="126554.59">4046 15140 30 0,'0'0'25'0,"0"0"0"0,0 0 4 16,0 0-11-16,0 0 4 0,0 0-3 0,0 0-5 16,0 0-10-16,0 0 6 0,0 0 2 0,0 0-3 15,9 18 3-15,-7-13-2 0,-2-5 1 0,4 12 4 16,-1-6-5-16,-1 6 2 0,-1-2 2 0,2 2-4 16,1-2-1-16,-3 0-2 0,3 5 6 0,0-3-3 15,-2 2 3-15,-2-3-13 0,1 1 5 0,2-2 5 16,-2 3 0-16,-1-2-2 0,2 1-4 0,-1 1 7 15,0-1-8-15,1-1 3 0,-1 0 3 0,-1-1-7 16,1 0 2-16,0 0-8 0,-2-2-5 0,1-8-2 16,0 14-5-16,1-6-8 0,-1-8-7 0,0 12-26 15,0-12-62-15,-2 11 28 0</inkml:trace>
  <inkml:trace contextRef="#ctx0" brushRef="#br0" timeOffset="129780.68">19790 9045 151 0,'0'-12'180'0,"0"12"-7"0,-1-9-2 0,1 9-9 16,1-7-14-16,-1 7-12 0,0 0-15 0,0 0-10 15,0-8-13-15,0 8-14 0,0 0-9 0,0 0-3 16,0 0-11-16,0 0-5 0,0 0-1 16,0 30-2-16,0-15-6 0,2 5 1 0,-2 7-3 0,0 4-8 15,-3-2-2-15,3 1-2 0,0-2-2 0,-1-2-4 16,1-6-2-16,1 0-3 0,3 4 2 0,0-7-3 15,1-1-4-15,0 0-1 0,-1-5 0 16,1-1-3-16,1 1-1 0,-2-2 2 0,3-1 0 0,-2-3-3 16,0 0-2-16,-1-3 2 0,-4-2 0 0,12 5 1 15,-5-5-2-15,-7 0 3 0,16-5-2 0,-7 0-3 16,-1-2-1-16,2-1 3 0,0-1-4 0,-2-2 4 16,-1 0-6-16,-2 0 1 0,1-1 1 0,-2 2-1 15,-2-3 1-15,1 1 2 0,0-5-3 0,-2 5-1 16,0 0-2-16,-1 1-1 0,1 5-1 0,1-1 3 15,-2 7-4-15,0 0 0 0,1-12-2 16,-1 12-1-16,0 0-4 0,0 0 5 0,0 0 3 16,0 0-2-16,0 0 0 0,0 0 0 0,4 23-3 0,-2-11 2 15,0-2 3-15,3 2 1 0,-3-2 0 0,1 3 0 16,1-3-1-16,2 2 0 0,-1-4 1 0,3 1 2 16,-1 0 2-16,1-2-2 0,1-1 1 0,0-2-1 15,1 0 0-15,1-2 3 0,1 1-1 0,1-4 1 16,-3 1 1-16,3-2-2 0,-3-3-3 0,2 2 4 15,-2-2-3-15,-1-2 2 0,-1-2-5 0,0 1 3 16,0-3-2-16,-1 1 1 0,-3-2-11 0,-2-5-1 16,1 0-5-16,-1 0-1 0,-2-2 1 0,-2 0 4 15,-1 0 3-15,-2 0-5 0,0 0 3 0,-2 1 4 16,1 0-5-16,0 3 5 0,1 4 3 0,1 0 0 16,-1 3 4-16,2 2 1 0,0-1 1 0,3 7-5 15,-3-10-1-15,3 10 0 0,-2-6-5 0,2 6 7 16,0 0-1-16,0 0 2 0,0 0-6 0,0 0 3 15,9-4 0-15,-9 4 1 0,12 0-3 0,-12 0-2 16,15 0 2-16,-3-2-1 0,0 1-3 0,0-1 1 16,-3-1 0-16,2-1 3 0,-2 3-1 0,2-2-3 0,-6-2 3 15,5 0 1-15,-1-2 2 0,-3 0 1 16,1-2-2-16,1 1 6 0,-4 1-7 0,-1-2 6 16,-2-1-2-16,2 0-3 0,-1 1 3 0,0-1 1 15,-1 4 1-15,0-2 3 0,-1 8-4 0,3-9 1 0,-3 9-2 16,2-5 0-16,-2 5-1 0,0 0-4 15,0 0 0-15,0 0 7 0,10 22 1 0,-7-4 1 16,1 6 4-16,-4 4-1 0,1 1-1 0,-2 4 2 16,0-2 2-16,-2 1 0 0,2-3-3 0,-1 1-1 0,0-3 0 15,1-8 0-15,1-3 0 0,0 1-2 0,0-5 3 16,1 0 2-16,-2-1-7 0,2-1 2 16,-1-3 2-16,0 0 0 0,0-7-1 0,2 11-3 15,-2-11 5-15,-1 7-1 0,1-7 4 0,0 0-1 16,0 0 0-16,0 0 1 0,0 0-5 0,0 0 1 0,0 0 4 15,16-14-2-15,-10 4-4 0,3 2-1 0,-3 0 5 16,1-1-6-16,0 2-2 0,0 0 1 0,2 2-3 16,-2-2 4-16,1 5 0 0,1-3 1 15,-1 4-3-15,-1-1 3 0,-7 2-4 0,21 0 2 0,-11 2 0 16,1-2 2-16,1 1-1 0,-2-1-3 0,3 1 2 16,-3-1 1-16,0-1 0 0,1 1 1 0,-1 0 1 15,-2-1 0-15,-8 1-1 0,13-3 1 16,-6-2-2-16,-1 0 3 0,1 1 0 0,0 0-1 0,-2-2-1 15,1-2-1-15,-1 0-1 0,-1-2 5 0,-2 1 1 16,2-2-4-16,-3 2-4 0,2 0 7 0,-6-3 1 16,2 2-3-16,-1-1 7 0,0 1 0 0,0 4 0 15,-2 0 3-15,4 6 0 0,-7-10-4 0,3 8-4 16,4 2 1-16,-10-4 0 0,10 4-5 0,-11 8 2 16,3 0 4-16,-2 4-3 0,1 2 2 0,0-2-2 15,0 6-1-15,3-4 1 0,2 3 1 0,1-1-1 16,1-3-9-16,0 0-13 0,2 2-12 0,2 1-26 15,0-6-40-15,2 0-20 0,1-3-29 0,4 3-21 16,-1-3-18-16,1-2-135 0,-2-2-345 0,-7-3 153 16</inkml:trace>
  <inkml:trace contextRef="#ctx0" brushRef="#br0" timeOffset="130138.66">20781 9156 168 0,'0'0'152'0,"0"0"-15"0,0 0-3 0,0 0 8 16,0 0 4-16,0 0 1 0,8 19-9 0,-8-11-7 0,0-1-14 16,1 3-4-16,1 0 1 0,0 2-4 15,-1-2-11-15,0 0-8 0,-1-1-10 0,2 0-2 16,0-4-10-16,-1 1-10 0,-1-6-2 0,2 9-5 0,-2-9-2 16,2 7 2-16,-2-7 9 0,0 0 8 15,3 5 9-15,-3-5-4 0,0 0-7 0,0 0-8 16,0 0-5-16,0 0-6 0,0 0-3 0,-2-25-6 15,5 16-6-15,-2 0 0 0,0-1-3 0,2-2-7 0,0 0 1 16,2 0-2-16,0-5 0 0,0 5-7 0,4-2 2 16,0 0-9-16,0 0 2 0,-2 6-7 15,2 2 5-15,-5 1-6 0,3 1 4 0,-2 0-3 16,-5 4-3-16,14-2-2 0,-14 2 2 0,13 4-2 16,-3 2 0-16,-3 1 2 0,0 1 0 0,-1 0 0 0,1 2 0 15,-1 0-8-15,0 1-13 0,0 6-23 0,-3-1-29 16,0-2-40-16,0-2-49 0,0 1-35 15,1-5-43-15,-4 5-165 0,0-2-438 0,0-11 193 0</inkml:trace>
  <inkml:trace contextRef="#ctx0" brushRef="#br0" timeOffset="130636.77">21590 9076 1655 0,'0'-9'88'0,"-1"-4"-33"0,2 5-15 15,-2-3-3-15,-1 0 11 0,2 11 5 0,0-11-2 16,0 11 9-16,0-13 4 0,0 13 0 0,2-7 0 0,-2 7-5 15,0 0-10-15,0 0-4 0,0-10-8 16,0 10-6-16,0 0 1 0,0 0-1 0,10 20-2 16,-4-10 3-16,0 3 2 0,1 6 1 0,-1-1 8 15,1 6 2-15,0-5-8 0,2 4-3 0,-2-5-3 16,0 6-1-16,1-8-5 0,-3 0-3 0,2-1-2 16,-4-4-2-16,1 2 8 0,0-4-9 0,2 1-2 15,-2 0 0-15,1-3-2 0,-3 0 0 0,2-2-4 16,-4-5 4-16,3 7 4 0,-3-7 10 0,4 6 11 0,-4-6-3 15,0 0 1-15,0 0-7 0,0 0-5 0,14-13 3 16,-9 5 7-16,-1-1-5 0,1-3-3 0,0-4 0 16,4-1-1-16,-2 0-1 0,-1-8-6 15,1 0 1-15,-1 0-5 0,0-1 3 0,1 2-7 0,-1-3 1 16,-2 3 2-16,1 4-9 0,-2 2 0 0,3 1 3 16,-5 6-4-16,3 0 7 0,-3 3-13 0,1 0-17 15,-2 8-25-15,2-7-28 0,-2 7-32 0,0 0-18 16,0 0-28-16,0 0-22 0,0 0-24 0,0 0-18 15,3 21-209-15,-6-9-459 0,4 2 203 0</inkml:trace>
  <inkml:trace contextRef="#ctx0" brushRef="#br0" timeOffset="130865.05">21916 9148 42 0,'0'0'241'0,"0"0"-12"0,0 0-20 0,0 0-20 16,0 0-20-16,0 0-14 0,0 0-13 0,3 5-4 15,-3-5-11-15,2 8 4 0,-4 2 1 0,4 0-4 16,-4 5-10-16,1 2-11 0,0 1-8 0,-3-2-8 16,0 4-11-16,3-1-10 0,-1-1-7 0,-1 0-4 15,0-5-6-15,1 2-4 0,2-2-9 0,0-2-17 16,0 1-21-16,0-1-19 0,1 1-19 0,0-3-30 16,1 1-22-16,-2-3-24 0,1 0-28 0,-1-7-16 15,3 9-17-15,-3-9-17 0,2 7-128 0,-2-7-345 16,0 0 152-16</inkml:trace>
  <inkml:trace contextRef="#ctx0" brushRef="#br0" timeOffset="131246.84">21969 9123 177 0,'2'-8'174'0,"0"3"-9"0,3-2-16 15,-1 1-5-15,0 2-7 0,1-1-3 16,-5 5-5-16,10-5 2 0,-2 4-12 0,-8 1-10 15,13-3-5-15,-13 3-8 0,15 5-8 0,-9-2-6 0,1 0-5 16,-3 0-6-16,2 3-10 0,3 0-4 16,-4-1-3-16,0 5-5 0,-2-1-3 0,-1 1-7 15,0 0-4-15,-2 2 2 0,-2-4-5 0,1 4 0 16,0-6-9-16,1-6-1 0,-3 16-1 0,1-9-5 0,2 1-5 16,-3-1-7-16,3-7-7 0,-1 12-3 0,0-7-8 15,1-5 2-15,0 0 2 0,1 14-6 0,-1-14-1 16,5 9 2-16,-1-3 0 0,0-2-2 0,-2 1 9 15,3-2-4-15,3 4-5 0,-3-4 12 0,2 1-4 16,-2 0-1-16,1 1 1 0,-1-1 2 0,-1 2 1 16,0-1 2-16,-2 0-2 0,-2-5 5 0,5 9-1 15,-2-6-1-15,-3-3 3 0,0 0 0 16,-1 9-3-16,1-9 2 0,-5 7 0 0,5-7 1 0,-9 6-3 16,1-2-8-16,3-1-9 0,-1 1-14 0,-2-3-17 15,8-1-33-15,-13 4-30 0,8-3-29 0,5-1-35 16,-14 1-115-16,14-1-318 0,0 0 140 0</inkml:trace>
  <inkml:trace contextRef="#ctx0" brushRef="#br0" timeOffset="131677.91">22428 9122 151 0,'0'0'226'0,"0"0"-16"16,2-8-18-16,-2 8-14 0,0 0-9 0,0 0-7 15,0 0-10-15,-24 8-11 0,14-4-11 0,0 5-15 16,-4 3-7-16,1-1-12 0,2 0-7 0,1-1-10 0,0 3-7 16,4-2-7-16,1-3-4 15,0 3-6-15,2-5-8 0,2 2-3 0,1-8-5 0,3 15-5 16,0-8 3-16,1-4-7 0,0 4-5 0,2-4-4 16,4 0 1-16,-2 0-5 0,3 0 2 0,-1-2-4 15,1 1 0-15,-2 0-4 0,2-4-1 0,-1 2 2 16,-10 0-4-16,15-2-3 0,-10 1 2 0,-5 1-1 15,12-2 6-15,-12 2-8 0,6-1 3 0,-6 1-2 16,0 0-2-16,0 0 1 0,0 0 2 0,0 0-1 0,0 0 1 16,0 0-6-16,0 0 5 0,0 0 1 15,-27 3 3-15,17 0 2 0,-1 1-2 0,0 2 0 16,2 0 3-16,-3 0 0 0,0 3-1 0,3-2-1 16,-2 1 1-16,2 1 3 0,2 0 0 0,0 2 1 0,2-2-2 15,-1 0 1-15,3-1-2 0,3 1 1 0,-2-1-2 16,2-8-1-16,4 13 1 0,0-5 1 15,2-2 0-15,4-1-12 0,-1 1-11 0,4-2-19 16,6-1-33-16,2-2-30 0,7-2-39 0,0 0-14 0,3-2-11 16,-1-2-38-16,2-1-36 0,-1 1-124 0,0-2-383 15,-4 1 170-15</inkml:trace>
  <inkml:trace contextRef="#ctx0" brushRef="#br0" timeOffset="131853.99">22810 9242 33 0,'0'0'260'0,"-2"-7"-10"16,2 7-8-16,0 0-20 0,-4-9-13 0,4 9-15 16,0 0-18-16,-4-4-20 0,4 4-18 0,0 0-7 15,0 0-15-15,13-5-10 0,-4 5-8 0,1-2-22 16,1 2-20-16,1-1-37 0,1 2-48 0,0-1-58 16,-1-1-52-16,4 1-50 0,-6 1-151 0,-10-1-368 15,16-2 163-15</inkml:trace>
  <inkml:trace contextRef="#ctx0" brushRef="#br0" timeOffset="132016.22">22858 9315 184 0,'-4'6'239'0,"4"-6"-12"16,0 0-13-16,-5 5-15 0,5-5-12 0,0 0-13 16,0 0-15-16,0 0-7 0,0 0-16 0,0 0-10 15,10 6-13-15,-10-6-14 0,15 3-15 0,-5-3-29 16,2 0-40-16,1 0-48 0,-2 0-46 0,7-3-45 15,0 0-32-15,0 0-173 0,-4 1-356 0,4-3 158 16</inkml:trace>
  <inkml:trace contextRef="#ctx0" brushRef="#br0" timeOffset="132347.13">23255 9179 212 0,'0'0'252'0,"0"0"-17"16,-3-11-12-16,3 11-11 0,0 0-14 15,0 0-15-15,0 0-14 0,0 0-3 0,0 0-2 16,0 0-13-16,-24 22-7 0,14-9-19 0,0 1-6 16,-2 0-14-16,2 4-3 0,2-3-14 0,0 1-8 0,2 0-3 15,2-2-8-15,2-1-10 0,-1-1-2 0,3-5-8 16,0 5-3-16,3-1-6 0,1-2-5 16,2 0-1-16,4-4-3 0,-1 0-1 0,2-1-2 15,3 0 0-15,-2-2-8 0,4-2-2 0,-4 0 3 0,4-3-4 16,-5-1 1-16,3 1-2 0,-2-3 0 0,3-3 1 15,-5 3-4-15,-1-3 2 0,-1 0 0 0,1-2 3 16,-1-3-8-16,-3 2 3 0,-4-5 2 0,-1-1 1 16,0 3-4-16,-4-5 6 0,0 5 1 0,-1 0-4 15,-1 4-6-15,1-1 3 0,-3 5-7 16,0 1 2-16,-3-1-7 0,-1 5-26 0,-5-1-33 0,-3 5-44 16,-7 5-61-16,-2 0-76 0,1 2-306 0,6-2-591 15,-7 2 261-15</inkml:trace>
  <inkml:trace contextRef="#ctx0" brushRef="#br0" timeOffset="137714.97">24446 4201 5 0,'0'0'14'16,"0"0"-7"-16,-4-6-2 0,4 6 3 0,0 0 3 15,0 0 6-15,0 0 2 0,0 0-6 0,-2-10 1 16,2 10 1-16,0 0-1 0,0 0 4 0,0 0 2 16,0-8 0-16,0 8 7 0,0 0-7 0,0 0 0 15,0 0 1-15,-3-10-4 0,3 10 1 0,0 0-1 16,-2-5 6-16,2 5-4 0,0 0 5 0,0 0 5 16,0 0 0-16,0 0 3 0,0 0-1 15,0 0-1-15,0 0-8 0,0 0-4 0,-3-14 7 16,3 14-1-16,0 0-4 0,0 0 2 0,0 0 0 15,-1-7-2-15,1 7 3 0,0 0 4 0,0 0 1 16,0 0 0-16,0 0-11 0,0 0 0 0,0 0 1 16,0 0 5-16,-3-7-2 0,3 7-4 0,0 0 11 0,0 0-4 15,-5-5 2-15,5 5-9 0,0 0 5 16,0 0-2-16,0 0-1 0,0 0 5 0,0 0-7 16,0 0 0-16,0 0 2 0,-4-8 9 0,4 8-4 0,0 0 4 15,0 0-5-15,0 0-6 0,-6-4 6 0,6 4-13 16,0 0 6-16,0 0 6 0,-4-7 3 0,4 7-10 15,0 0 4-15,0 0-7 0,0 0 10 16,0 0 1-16,0 0 0 0,-5-5-5 0,5 5 2 16,0 0 1-16,0 0-4 0,0 0-1 0,0 0-2 15,0 0 1-15,0 0-5 0,0 0-1 0,0 0-9 0,0 0 10 16,0 0 2-16,0 0-9 0,0 0 6 16,0 0-7-16,0 0-2 0,0 0-6 0,0 0 4 0,0 0 4 15,0 0-1-15,0 0 0 0,0 0-1 16,0 0-4-16,0 0 4 0,0 0-5 0,-1 19 5 15,1-19-1-15,2 10-2 0,-2-10 1 0,4 12-1 16,-4-6 6-16,3 1 2 0,-3-7-8 0,1 12 6 0,1-2-2 16,-2-3 2-16,3 1-3 0,0 2 5 0,-3-1-5 15,1-3 9-15,0 4-6 0,2 0-2 16,-1-4 1-16,0 6 6 0,-1-3-3 0,1 1-5 16,1-3 9-16,2 3-3 0,-2 0 4 0,-1 1-9 15,2-3 3-15,-1 2 3 0,-1-1 4 0,1 1-8 16,-1 0-1-16,2-2 5 0,-1 2-2 0,0 1 9 0,-3-2-3 15,4 4-3-15,-3-4 1 0,2-1 6 16,0 2-6-16,-1 1-1 0,3-2 0 0,-5-9 3 16,6 16-6-16,-4-7 4 0,-2-9-6 0,5 15 3 15,-1-7 2-15,0 2-1 0,-2-2 3 0,-2-8-1 16,5 16-2-16,-1-8-1 0,-2 0 3 0,1 1-3 16,4 0 0-16,-7-9 1 0,4 12 2 0,-1-2-2 0,-3-10-2 15,6 16 0-15,-4-10 3 0,2 4-3 16,1-3-1-16,-1 1-1 0,1 2 0 0,0 0 2 15,-1-1-2-15,1 1-6 0,0 0 12 0,0-1-2 16,1-1 0-16,-3 1-1 0,2 1 0 0,2-1 1 16,-2-1 7-16,-1 1-3 0,3-2-2 0,0 1 3 15,-2 1 1-15,1-1-3 0,-1 1 0 0,2-1 3 16,-1-1-4-16,1 1 4 0,-2 1-2 0,2-1 0 16,0-2 1-16,0 1-1 0,0 1 2 0,-2-1-5 15,1 1 3-15,-1 0-4 0,2-1 3 0,-2 1-4 16,1-1 4-16,1 2 2 0,0-2-3 0,-2-2 5 15,3 3 0-15,-1-1-1 0,0 2 2 0,1-1-1 16,-1-1 0-16,2 2-4 0,-1-1 1 0,0 0-6 16,-1-2 3-16,2 1 1 0,0 1 0 0,-1-3 1 15,0 1-1-15,0 2-1 0,0-3 1 0,0 2 0 16,-3-2-1-16,5-1 1 0,0 2-2 0,-3 1 1 16,1-1 0-16,-1-2-2 0,2 2 3 0,0 0-3 15,-4-2 3-15,3 3 1 0,-1-3-5 0,3 2 3 16,-1-1-5-16,-1 1 3 0,1 0 0 0,0-2-2 15,0 1 0-15,1 1 0 0,-1-1 1 0,1-1-2 16,-1 2 2-16,2-2-2 0,-3 0 1 0,-8-4-3 16,17 7 3-16,-6-3 0 0,-1 2 0 0,-5-2-3 15,4-1 5-15,1 1-3 0,-10-4 1 0,14 6 1 16,-9-2 0-16,-5-4 1 0,13 5-2 0,-4-3-1 16,2 1 4-16,-11-3 1 0,13 4-4 0,-13-4 3 15,14 3-1-15,-9-1 0 0,-5-2 0 0,16 3-3 16,-16-3 4-16,17 2-1 0,-10-2 3 0,-7 0-4 15,18 0 1-15,-7 0-2 0,-11 0 1 0,23 0-3 16,-11-3 6-16,3 1-5 0,-2 2 2 0,5-4 1 16,-5 3-4-16,-1 1 2 0,-12 0 2 15,19-4-6-15,-7 4 7 0,-1-1-4 0,-11 1-1 0,15 0 0 16,-15 0 1-16,14-3 0 0,-14 3-1 0,9-1 1 16,-9 1-1-16,0 0-2 0,14-2 1 0,-14 2 1 15,0 0-1-15,0 0 2 0,11 0-3 0,-11 0 4 16,0 0-3-16,0 0-3 0,0 0 6 0,0 0 3 15,0 0 3-15,0 0 0 0,0 0 2 0,0 0 2 16,0 0 1-16,0 0-3 0,0 0 2 0,9 4-1 16,-9-4 0-16,0 0 0 0,0 0-2 0,0 0-1 15,0 0 1-15,0 0 7 0,0 0-8 0,0 0 0 16,0 0-3-16,0 0-5 0,0 0 5 0,0 0-3 16,0 0-3-16,0 0 4 0,0 0 1 0,0 0-3 15,-9 21 5-15,9-21-3 0,-4 10 4 16,4-10-6-16,-6 9 3 0,6-9-4 0,-5 8 1 0,5-8-4 15,0 0 5-15,-8 12-2 0,8-12 3 0,-2 9-4 16,2-9 2-16,0 0-3 0,0 0 5 0,-2 14-5 16,2-14 1-16,0 0-7 0,0 0-11 0,-2 16-16 15,2-16-18-15,0 0-21 0,0 0-36 0,-5 13-13 16,5-13-28-16,0 0-23 0,0 0-15 16,0 0-15-16,-4 10-136 0,4-10-364 0,0 0 162 0</inkml:trace>
  <inkml:trace contextRef="#ctx0" brushRef="#br0" timeOffset="137908.7">25607 5155 189 0,'-2'-16'198'0,"2"16"9"0,-6-12-4 16,6 12-19-16,-12-13-16 0,4 6-11 0,-2-1-13 0,-3 1-8 16,-3 1-11-16,3 2 0 0,-4-3-13 0,1 2-8 15,-1 0-10-15,2 1-8 0,3 0-4 0,-1 0-16 16,2 2-4-16,-1 1-16 0,12 1-22 15,-11-5-19-15,11 5-24 0,-14-4-40 0,14 4-53 16,-7-5-45-16,7 5-42 0,-6-7-130 0,6 7-356 16,0 0 158-16</inkml:trace>
  <inkml:trace contextRef="#ctx0" brushRef="#br0" timeOffset="138545.75">24424 4162 7 0,'0'0'104'0,"0"0"6"16,0-9-7-16,0 9-19 0,0 0-9 0,0 0-18 16,0 0 3-16,0 0 1 0,0 0-17 0,0 0-6 15,0 0 3-15,0 0-10 0,-14 21 4 0,8-11 10 16,0 1-17-16,-2 3 0 0,-2 1-3 0,-2-1 6 15,3-1-7-15,0 2-3 0,-1 1-8 0,6-5-17 16,-3 5-18-16,1-2-21 0,3-3-9 0,-4 0-28 16,1 0-64-16,-1-1-156 0,1-3 69 0</inkml:trace>
  <inkml:trace contextRef="#ctx0" brushRef="#br0" timeOffset="138718.2">24382 4170 54 0,'8'-1'117'0,"-8"1"-15"15,0 0-11-15,0 0-9 0,0 0-10 0,20 10-23 16,-11-6-28-16,0 2-21 0,3 3-25 0,2 1-23 16,-2 3-39-16,-3 0-92 0,4-1 41 15</inkml:trace>
  <inkml:trace contextRef="#ctx0" brushRef="#br0" timeOffset="139280.67">24591 5196 21 0,'0'0'150'0,"0"0"-14"0,0 0-12 0,0 0-1 16,0 0 5-16,0 0-9 0,-2 10-8 0,2-10-4 16,9 14-11-16,-4-6-7 0,0 2-4 0,2 2 5 15,-1-3-11-15,4 7-7 0,-1-3-3 0,-1 1-2 16,2 2-12-16,-2-5-1 0,2 1-5 0,-1-2-5 16,-1 0-2-16,-3 1-5 0,3-1-2 0,-1-4-5 15,0 4 2-15,0-6-4 0,-3 1 0 0,0-1-1 16,1 2-5-16,-1-2 1 0,4-1-3 0,-5 0-3 15,-3-3 1-15,8 5 4 0,-8-5 6 0,0 0 7 16,7 4 13-16,-7-4 13 0,0 0 3 0,0 0-7 16,0 0-3-16,10-11-4 0,-7 4-6 0,0-5-1 15,3-6-8-15,-3 0 8 0,1 1-11 0,-4-2-1 16,4-5-5-16,-3 3-2 0,0 3-3 0,2-8 0 16,-3 8-4-16,0-1-4 0,2 2 1 0,-2-1-1 15,2 6-4-15,-1 2-1 0,-1 1-1 0,0 1-12 16,0 8-19-16,0-10-28 0,0 10-28 0,-1-9-40 15,1 9-26-15,0 0-20 0,0 0 6 0,0 0-26 16,0 0-13-16,12 14-120 0,-12-14-344 0,4 18 152 16</inkml:trace>
  <inkml:trace contextRef="#ctx0" brushRef="#br0" timeOffset="139534.91">24997 5336 24 0,'0'0'184'0,"0"0"-19"0,0 0-11 16,6 4-13-16,-6-4-15 0,0 0-8 0,0 0-11 15,2 5 6-15,-2-5-3 0,0 8-6 0,1 0-6 16,0 1-13-16,0 3 1 0,-1-2-6 0,2 3-10 16,-2-1-6-16,0-2-4 0,2 0-7 0,-2 2-2 15,0-1-8-15,0 1-2 0,0-2-8 0,0 0 1 16,0 0-10-16,0-1-7 0,0-1-15 0,0 0-27 15,2-1-17-15,-2-7-36 0,1 13-22 0,-1-13-13 16,0 12-19-16,0-12-24 0,-1 11-102 0,-1-6-278 16,2-5 124-16</inkml:trace>
  <inkml:trace contextRef="#ctx0" brushRef="#br0" timeOffset="139975.76">25037 5369 124 0,'0'0'144'0,"0"-12"1"0,0 12-7 0,0 0-6 16,2-9-12-16,-2 9-12 0,0 0-6 0,3-8-17 16,-3 8-7-16,0 0-4 0,0 0-7 0,0 0 3 15,8-6-1-15,-8 6-1 0,0 0-6 0,0 0-13 16,14 9 2-16,-14-9 1 0,6 5-9 0,-1-2-3 16,-5-3-3-16,5 8-9 0,-2-3 2 15,-3-5-3-15,6 8-3 0,-4-3-2 0,-2-5 0 0,3 9-1 16,-2-3-1-16,-1-6-1 0,2 9-8 0,-2-9-2 15,-2 8-7-15,2-8-1 0,0 0-2 0,0 0-5 16,-1 11-4-16,1-11-2 0,0 0 1 16,0 0-6-16,0 0-2 0,0 0-8 0,0 0-3 0,0 0-1 15,0 0 7-15,0 0 1 0,6 9 4 0,-6-9 3 16,0 0 1-16,8 5 0 0,-8-5-1 0,0 0-2 16,10 9 6-16,-10-9 10 0,9 7-3 0,-9-7-5 15,7 6 2-15,-7-6 1 0,6 7 3 16,-6-7 2-16,8 5-1 0,-8-5 3 0,6 7-8 15,-6-7 11-15,2 5-10 0,-2-5 9 0,1 6 4 16,-1-6 2-16,0 0 3 0,0 9 5 0,0-9-3 0,0 0-5 16,-5 9 8-16,5-9-6 0,-8 7-1 0,8-7 0 15,-6 5-2-15,0-2 3 0,6-3-14 0,-5 6-5 16,-1-3-12-16,6-3-18 0,0 0-12 16,0 0-28-16,-11 7-25 0,11-7-17 0,0 0-115 15,0 0-256-15,-10 3 113 0</inkml:trace>
  <inkml:trace contextRef="#ctx0" brushRef="#br0" timeOffset="140427.97">25352 5409 164 0,'0'0'213'0,"0"0"-9"0,0 0-6 16,0 0-13-16,0 0-19 0,0 0-7 15,0 0-12-15,0 0-18 0,0 0-16 0,0 0-11 16,0 0-8-16,0 0-11 0,0 0-6 0,-30 12-8 0,24-6-7 16,3 3-8-16,-3 0-1 0,1-1-11 15,0 0-5-15,1-1-2 0,2 0-3 0,2-7-5 0,-3 10 3 16,2-6-8-16,1-4 0 0,0 0-2 16,4 15-1-16,0-11-3 0,-4-4 3 0,9 6-7 15,-9-6 6-15,7 4-7 0,0-3 0 0,-1 1-1 16,-6-2-4-16,0 0-1 0,15 2 4 0,-15-2-4 15,0 0 3-15,13 0-4 0,-13 0 2 0,0 0 0 16,0 0 2-16,8 1-2 0,-8-1 1 0,0 0 2 0,0 0 2 16,0 0-1-16,0 0-4 0,0 0-2 15,0 0 0-15,0 0 0 0,-17 14-4 0,10-10 6 16,-2 5-1-16,4-1 0 0,-3 2 1 0,1-1 1 16,-3 2 1-16,4-2-3 0,1-1 1 0,1 1 1 15,-3 0 6-15,5-2-8 0,2-1 1 0,-5 0 1 16,5-6 8-16,0 10-11 0,0-10 4 0,6 10-1 15,-2-6 1-15,4-2-1 0,1-2-4 0,3 1-10 16,5-4-13-16,-3 1-19 0,2-3-31 0,4-2-30 16,0 2-44-16,-2-1-22 0,1-2-32 0,-2-1-164 15,-3 1-391-15,1-2 174 0</inkml:trace>
  <inkml:trace contextRef="#ctx0" brushRef="#br0" timeOffset="149544.87">22423 6967 2 0,'0'0'31'0,"0"0"-1"16,0 0-6-16,0 0-2 0,0 0 0 0,0 0-1 15,0 0 1-15,0-11-9 0,0 11 4 0,0 0-7 16,0 0-1-16,-6-3 0 0,6 3 0 0,0 0 1 16,0 0-5-16,-13-3 3 0,13 3-11 0,-9 0 7 15,9 0 3-15,-12 0-1 0,12 0-5 0,-14 1 7 16,8 1-5-16,6-2-4 0,-13 0 2 0,4 1 1 15,9-1 1-15,-14 2-2 0,6-2 1 0,8 0 4 16,-15 3-5-16,10-2-2 0,5-1 5 0,-11 1-4 16,3 1-2-16,8-2 6 0,-10 1 1 0,10-1 3 15,0 0-7-15,-9 1 7 0,9-1 0 0,0 0 2 16,-5 4 4-16,5-4 3 0,0 0 10 0,0 0-4 16,0 0 2-16,0 0 1 0,0 0-4 0,0 0 7 15,0 0 1-15,0 0-5 0,0 0-1 16,0 0 3-16,0 0-7 0,0 0 11 0,0 0-12 0,0 0-2 15,0 0-6-15,0 0 3 0,0 0-5 0,0 0 1 16,0 0 1-16,0 0 0 0,0 0-1 0,0 0-3 16,18-10-3-16,-11 8-5 0,7 0 14 0,-2 0-6 15,2-2-3-15,-1 1-2 0,7 1 3 0,-1-1-1 16,3 1 1-16,6 1-1 0,0-5 2 0,-6 5-9 16,7-3 8-16,-2 2-5 0,-1 2-2 0,2-1-3 15,-6 1 10-15,0-2 0 0,-1 2-3 0,-1 0-1 16,2 0-1-16,-3-2-3 0,2 1 6 0,-3 1-5 0,2-1 5 15,1 1 4-15,-4-3 1 0,3 2-6 16,0 1-1-16,-2-4-3 0,2 4 6 0,1-4-6 16,-1 3 8-16,1-2-6 0,-1 3 0 0,-2-2 8 15,1-1-1-15,-2 2-7 0,-3 0 5 0,-1-2-10 0,-1 0 3 16,-1 2-1-16,-5 1-1 0,-6 0 1 16,14 0 10-16,-14 0-17 0,12 0 7 0,-12 0 3 15,7 1 0-15,-7-1 0 0,0 0-3 0,10 0 1 16,-10 0 0-16,0 0-3 0,0 0 11 0,0 0-11 15,0 0 10-15,0 0-7 0,11 0 2 0,-11 0-2 16,0 0 2-16,0 0-20 0,0 0-4 0,0 0-15 16,0 0-26-16,0 0-58 0,0 0-133 0,0 0 60 15</inkml:trace>
  <inkml:trace contextRef="#ctx0" brushRef="#br0" timeOffset="150068.79">22529 7206 34 0,'-11'-3'77'0,"11"3"-12"0,0 0-4 0,0 0-6 0,0 0-5 16,0 0-5-16,0 0 4 0,0 0-11 0,0 0-2 15,0 0-3-15,0 0-4 0,0 0-2 0,0 0-9 16,26-7 7-16,-16 7-3 0,1-3-7 0,2 3 4 16,1-4-2-16,5 1 0 0,0 1-9 0,-1-2 12 15,5 2-5-15,-3-2-6 0,8 1 4 0,-6 2 1 16,0-2-9-16,0 3 7 0,4-3-7 0,-6 3 7 15,-1 0-4-15,-1 0-3 0,-2 0-1 0,-3 0 1 16,-1 0-11-16,-1 1 0 0,1 1-5 0,-5-2-6 16,-7 0-8-16,12 2 0 0,-12-2-4 0,10 2-7 15,-10-2-1-15,6 3-4 0,-6-3-15 0,7 3-41 16,-7-3-104-16,0 0 47 0</inkml:trace>
  <inkml:trace contextRef="#ctx0" brushRef="#br0" timeOffset="160140.94">19751 10299 182 0,'0'0'184'0,"0"0"-11"0,0 0-9 0,-4-16-8 16,4 16-9-16,3-12-10 0,-1 5-2 0,3-3-15 0,-1 1-8 16,1-3-6-16,1 2-10 0,0-2-4 15,0 0-4-15,0 1-3 0,-1 1-8 0,1-1-4 16,-1-1-8-16,-1 1-6 0,-2 0-7 0,2 0-2 15,0 2-6-15,-3-1-4 0,0 1-4 0,2 1-1 16,-2 1-2-16,-1 7 2 0,1-11-7 0,-1 11 0 16,2-6-5-16,-2 6-6 0,0 0 0 0,0 0-7 15,0 0-2-15,0 0 2 0,0 0-4 0,0 0 1 16,0 0-1-16,0 0-3 0,0 0 1 0,0 0-1 0,-5 30 1 16,5-19-3-16,0-1 3 0,0 0-5 15,2 2 0-15,1-1-13 0,-1-1-15 0,2-1-20 16,3 1-19-16,-2-2-21 0,2 1-34 0,1-4-13 15,2 1-27-15,2-2-26 0,-6-1-127 0,4 0-342 0,-2-2 151 16</inkml:trace>
  <inkml:trace contextRef="#ctx0" brushRef="#br0" timeOffset="160294.15">19806 9923 50 0,'0'0'122'0,"0"0"-22"0,-8-2-19 16,8 2-25-16,0 0-32 0,0 0-27 0,6 22-39 16,-3-11-23-16,2 2-71 0,4 1 32 0</inkml:trace>
  <inkml:trace contextRef="#ctx0" brushRef="#br0" timeOffset="160568.22">20090 10242 121 0,'6'4'196'0,"-6"-4"5"0,0 0-3 0,0 0-2 16,0 0-9-16,0 0-4 0,0 0-24 0,0 0-11 15,0 0-11-15,-18-20-8 0,15 13-1 0,-1-2-11 16,2 0-14-16,-2-2-3 0,2-1-15 0,0-1-6 16,1 2-14-16,2-4-1 0,4 1-11 0,0 3-5 15,2-3-6-15,1 4-4 0,3 1-8 0,-3 0-2 16,1 4-3-16,2 0-4 0,1 1-5 0,1 4 1 15,-1 0-4-15,0 6 0 0,-1-2-4 0,5 3-5 16,-5 1 2-16,2 3-12 0,0 2-2 0,-1 0-3 0,-3 0-23 16,0 1-12-16,-1 2-22 0,1 1-34 15,-1-1-29-15,-3-3-37 0,-1 1-39 0,-3-1-156 16,0-3-394-16,-1-1 174 0</inkml:trace>
  <inkml:trace contextRef="#ctx0" brushRef="#br0" timeOffset="160816.25">20468 9932 159 0,'0'0'229'0,"-4"-13"-26"0,4 13-23 16,-1-5-19-16,1 5-14 0,0 0 15 0,0 0-1 15,0 0-4-15,5 40-4 0,-5-15-7 0,0 3 3 0,-2 4-18 16,-1-2-7-16,1 5-9 0,0 0-13 0,1-3-11 15,-2 2-5-15,-1-3-11 0,3 1-5 0,0-1-9 16,-3-1-6-16,2-5-8 0,1 0-17 16,-1-5-23-16,0-4-35 0,1 1-32 0,0-2-31 0,-2-3-40 15,3 0-34-15,-1-2-30 0,0-3-194 0,1-7-421 16,-4 11 187-16</inkml:trace>
  <inkml:trace contextRef="#ctx0" brushRef="#br0" timeOffset="161032.1">20475 10103 90 0,'16'-9'198'0,"-4"5"-11"0,5 1 4 0,-3 2-10 16,-1 1-17-16,-2 0-10 0,2 4-1 0,-2 0-15 16,1 2-13-16,-4 1-11 0,-2 3-13 0,0 0-4 15,-3 2-11-15,1-1-10 0,-5 0-6 0,-2-1-8 16,2 2-3-16,-4 2-10 0,1-2-19 0,-1-2-27 15,-3 2-30-15,1-3-28 0,0 0-35 0,1-4-33 16,-1 1-38-16,2-1-151 0,-1-2-338 0,6-3 149 16</inkml:trace>
  <inkml:trace contextRef="#ctx0" brushRef="#br0" timeOffset="161585.03">20717 10083 166 0,'0'0'191'0,"5"-9"-12"15,-5 9-21-15,0 0-2 0,0 0 10 0,0 0-8 16,0 0-15-16,10 11-13 0,-10-11-9 0,2 16-10 0,-2-9-11 16,1 4-10-16,1 1-5 0,1-1-10 15,2-2-7-15,-1 3-6 0,-2-4-6 0,4-1-5 16,-3 2-3-16,3-2-4 0,0-2-1 0,4 0-3 16,0-2-6-16,-1 0-3 0,4-3-1 0,-1-3-2 15,0-1-2-15,2-5-5 0,-2 3 0 0,1 0-4 16,0-5 2-16,-3 4-4 0,-4-3 5 0,0-2-6 0,1 1 1 15,-2-5-8-15,0 7-1 0,-2-3 5 16,-2 0-6-16,0-1 4 0,-2 2 2 0,0 2 2 0,1 9 7 16,0-12-3-16,0 12-2 0,-2-8-4 0,2 8-6 15,0 0 0-15,0 0-3 0,0 0 3 16,0 0 3-16,0 0-3 0,-7 27 2 0,4-15 0 0,2 5-1 16,0-1-1-16,-1-4 2 0,4 1-2 0,0 0 3 15,1-1-4-15,2-2 4 0,-1 0-1 0,2 0 1 16,0-1 5-16,3-2 2 0,-1-3 0 15,-2-1-2-15,6 0 1 0,-1-3 0 0,1 0 0 0,0-4-2 16,0 0-3-16,-3-1 3 0,3-3-2 0,0-3 1 16,-4 4 0-16,-1-3-4 0,1-2-1 15,0-3 3-15,0-2-2 0,-3 0 1 0,1 1-4 0,1-1 1 16,-4-2-4-16,-1 0 2 0,0 0 0 0,-2 2 2 16,2 1-2-16,-2 3 3 0,0 3 4 15,0 2 1-15,0 1 3 0,0 7 0 0,-2-12-4 0,2 12-2 16,0 0-8-16,0 0 4 0,0 0-3 15,0 0 2-15,0 0 5 0,0 0 2 0,-6 37 1 0,5-19-3 16,-2-1-3-16,2 2 3 0,1 1-2 0,-3-2 2 16,6 0-1-16,-3 1-5 0,1-3-7 0,2 1-11 15,0-1-29-15,0 1-26 0,-2-2-32 0,1-3-37 16,-2-1-30-16,1 2-36 0,0-5-23 0,-2 3-163 16,0-5-425-16,1-6 187 0</inkml:trace>
  <inkml:trace contextRef="#ctx0" brushRef="#br0" timeOffset="161734.87">21053 10104 64 0,'0'0'147'0,"4"-4"-27"0,-4 4-33 0,9-3-23 16,1 0-6-16,3 3-27 0,6-3-34 15,8 1-44-15,-4 0-41 0,8 1-93 0,-2-2 42 16</inkml:trace>
  <inkml:trace contextRef="#ctx0" brushRef="#br0" timeOffset="162053.04">21494 10023 118 0,'-3'-11'227'0,"3"11"-4"0,-1-9-2 0,1 9-9 0,0-9-23 16,0 9-21-16,0 0-17 0,0 0-16 0,0 0-13 15,0 0-10-15,0 0 3 0,12 24 0 0,-6-6-10 16,3 0-7-16,1 6-10 0,-1-1-6 15,1 2-10-15,-3-6-4 0,-1 5-10 0,1-6-4 0,1-2-7 16,-1 0 0-16,-2-4-3 0,1-3-6 0,-2 0-3 16,1-1 0-16,0-3 4 0,-1 1 2 0,-1-3 9 15,-3-3 3-15,6 7 11 0,-6-7 2 16,7 1-8-16,-7-1-4 0,0 0-6 0,12-10-6 0,-9 2 0 16,1-2 4-16,0-1-8 0,2-6-5 0,0 1-9 15,1-1 3-15,0-9-4 0,-1 8-2 0,0-6-4 16,2-4-3-16,0 1-2 0,-1 9-5 0,-2 0-19 15,-1-1-4-15,1 4-18 0,1 5-25 0,-2-3-32 16,-1 7-38-16,-2-1-37 0,-1 7-48 0,5-8-13 16,-5 8-10-16,0 0-5 0,0 0-154 0,0 0-428 15,0 0 190-15</inkml:trace>
  <inkml:trace contextRef="#ctx0" brushRef="#br0" timeOffset="162308.07">21779 10158 98 0,'0'0'150'15,"1"10"2"-15,-1-10-1 0,2 10 6 0,-2-3 1 16,0-7-6-16,2 9-5 0,1-3-8 0,2 1-3 16,-5-7-8-16,6 8-12 0,-2-5-8 0,2 0 0 15,5 0-6-15,-4-1-7 0,5-2-7 0,-2 0-5 16,1 0-9-16,1-4-5 0,-1-1-3 0,0 2-4 16,-4-4 0-16,1 0-6 0,0 1-5 0,-3-6 0 15,-1 1-7-15,-2 1-7 0,-1 0-1 0,-1 1-3 16,-1-2-3-16,-1 2-7 0,-2 1 6 0,0 2-8 15,0 1-3-15,-3 1-5 0,-1-1 2 0,-1 5-4 16,-3-2-2-16,1 4-18 0,-1 4-19 0,-2-2-27 0,-1 5-37 16,0 0-42-16,6-2-60 0,1 3-56 15,-2-2-136-15,2 1-419 0,3-1 186 0</inkml:trace>
  <inkml:trace contextRef="#ctx0" brushRef="#br0" timeOffset="162546.59">22091 9941 261 0,'0'-10'293'0,"4"1"-11"0,-3 2-9 0,-1 7-28 0,2-12-20 16,-2 12-25-16,-2-7-18 0,2 7-24 16,0 0-15-16,0 0-16 0,0 0-11 0,6 22-8 0,-3-5-4 15,-2 3-9-15,0 7-10 0,1 1-9 0,-1-1-9 16,0 0-5-16,-2-1-3 0,2-2-8 0,1-3-8 15,-2-1 1-15,2 5-22 0,-2-8-29 0,1 1-26 16,1-1-30-16,-2 0-41 0,0-2-51 0,1-3-43 16,-1-2-32-16,-3 0-193 0,2-3-456 0,1-7 202 15</inkml:trace>
  <inkml:trace contextRef="#ctx0" brushRef="#br0" timeOffset="162779.04">22302 9953 206 0,'2'-7'275'0,"1"1"-24"0,-3 6-22 16,2-8-22-16,-2 8-18 0,0 0-21 0,0 0 11 15,0 0-2-15,0 0 2 0,2 21-4 0,-4-5-15 16,0 3-7-16,-1 8-16 0,1 0-8 0,-3-1-7 16,2 0-3-16,0-1-24 0,2-5-8 0,-1-1-15 0,0-2-2 15,1 2-9-15,0-2-12 0,1-2-12 16,0-2-24-16,1-1-36 0,0-1-26 0,1-1-28 15,-2 0-34-15,0-4-32 0,0-6-25 0,2 9-33 16,-2-9-21-16,0 0-203 0,0 0-459 0,0 0 204 0</inkml:trace>
  <inkml:trace contextRef="#ctx0" brushRef="#br0" timeOffset="163820.87">22197 10082 101 0,'-4'-5'201'0,"4"5"-16"0,-1-10-14 16,1 10-21-16,0 0-18 0,9-9-11 0,-3 7-11 15,4 0-6-15,3 1-5 0,4-1-6 16,1 1-14-16,5 0-10 0,3 0-8 0,0-1-1 0,-3 4-10 16,4-5 1-16,-6 0-2 0,0 2-10 0,-2 1-4 15,-6-2-3-15,1 2-3 0,-2 0-3 0,-1 0-2 16,-5 0 1-16,-6 0 4 0,8 2 4 16,-8-2 8-16,0 0 3 0,0 0-7 0,0 0 5 0,0 0-6 15,0 0 8-15,0 0-3 0,-14 15 2 0,3-7 3 16,-5 3 13-16,0 1-12 0,1 2-3 0,2-4-4 15,1 2 0-15,4 0-4 0,-2 0 3 0,4-1-10 16,1-2-3-16,3 1-1 0,0-1-3 0,2 1 1 16,0-3-2-16,2 0 0 0,2-1-2 0,0-1-1 15,0 0 2-15,5 1 0 0,-2-5-1 0,2 2-5 16,2-3 3-16,-1 0-3 0,0-1-2 0,0-1-2 16,2-2 4-16,-3-1-4 0,0-1 1 0,2 1-3 15,-3-1 2-15,1-4-1 0,0 4 8 0,-2-4-11 16,0 0-1-16,-1 0-2 0,-1 1 3 0,0-1-3 15,0 4 0-15,-2-1 1 0,-3 7 2 0,4-9-5 16,-4 9-1-16,2-5-1 0,-2 5-1 0,0 0-4 16,0 0 4-16,0 0 4 0,0 0-2 0,0 0 0 15,11 18 4-15,-9-11-2 0,2 0-2 0,-1 0 3 16,-1 0-1-16,5 3 0 0,-5-3 1 0,6 1 1 16,2-2 2-16,1-1-1 0,2-1 1 0,5-1 2 15,1-2-4-15,1-5 1 0,8 0 0 0,-3-2-4 16,1-2 6-16,-5 3-2 0,-3-2 3 0,0-1-2 15,0 0 2-15,-8-1-6 0,3 0 5 0,-3 0 3 16,-1 1 4-16,-1-2-3 0,-2 0-2 0,2-1 5 0,-4 1 1 16,1-2 5-16,-1 0 3 0,-6 3 4 15,4 2 6-15,-2 7 1 0,-3-13-5 0,-1 7-1 16,4 6-2-16,-8-8-7 0,8 8 5 0,-11 0-8 16,11 0 5-16,-15 7-5 0,6 0-5 0,0 2 5 0,0-1 0 15,0 2-4-15,-1 2-1 0,3-2-3 0,4 2 1 16,-2 0 2-16,3-3 0 0,1-2-11 15,1 0 3-15,0-7-4 0,0 13-3 0,0-13-1 0,5 9 0 16,-1-4 2-16,1-3-1 0,1-1-1 0,-6-1 2 16,12 2-2-16,-3-2 6 0,-9 0-8 15,14-3 0-15,-8 1 0 0,-6 2 4 0,13-2-1 16,-8 0-1-16,-5 2-1 0,8-3 3 0,-8 3-3 0,6-3 1 16,-6 3-4-16,0 0 0 0,0 0 4 0,12 5-3 15,-12-5 5-15,2 14 9 0,3-1-3 0,-2 4-1 16,4 10 4-16,-4-1-7 0,6 5 5 0,-2 1 1 15,-4 0 12-15,0 3-9 0,3 1 3 0,-2-3-5 16,1 2 4-16,-2-3 0 0,-2-3-1 0,-1-1-5 16,0-2 4-16,-1-1-3 0,-4 1 2 0,-2-8-3 15,1 0 4-15,-2-3 0 0,-1-2 0 16,-2-1 1-16,3-4-3 0,-1-1 2 0,0-4-2 0,0-1-6 16,-3 0-2-16,0-2-7 0,2-3-1 0,-2-1-4 15,0-2-3-15,4-1-3 0,-1-2 0 0,0-5 2 16,5-1-9-16,6-4 2 0,0 0-7 0,6-7 15 15,6-1-14-15,5-1-3 0,1-1-2 0,10-8-5 0,-5 8 0 16,9-9-1-16,-11 10 3 0,10-8 3 16,-9 7 2-16,9-7 5 0,-9 8 4 0,-2 2 2 15,1-1-2-15,-1 2 1 0,-5 2 2 0,1-3 9 16,-6 4-2-16,-4 5 4 0,-2 1 6 0,-1 1 0 0,-3 5 7 16,-1-4 1-16,-1 5 11 0,0 3 8 15,0 6 6-15,-3-13 2 0,2 7-9 0,1 6 0 16,-6-5-1-16,6 5-2 0,0 0-6 0,-23 10-1 15,11-3 1-15,-3 3 4 0,3 1-5 0,-1 4-2 16,2-1 2-16,3 1-3 0,3 1-13 0,0-3-16 0,2 3-28 16,1-4-25-16,2 1-30 0,3 0-36 15,4-3-19-15,1 0-20 0,2 0-22 0,9-2-19 16,1-1-165-16,-1 0-415 0,2 1 184 0</inkml:trace>
  <inkml:trace contextRef="#ctx0" brushRef="#br0" timeOffset="164266.74">23392 10297 87 0,'9'3'148'0,"-3"-2"14"0,-6-1 12 0,17-2 5 0,-11-1 5 15,3-2-4-15,-1 0-9 0,2-2-5 16,0 0-4-16,3-4 6 0,-2 3 1 0,0-4-12 0,-1-1-4 16,0 4-8-16,-1 0-2 0,-1-1-9 0,3-3-6 15,-2-1-8-15,-1-1-15 0,2 1-5 0,-4-2-8 16,1 1-7-16,-1-2-8 0,-1 0-9 0,-1 2-10 16,1 2-1-16,-2 1-4 0,-2 2 2 0,2 3 3 15,-3-1-3-15,0 8-7 0,4-10-9 0,-4 10-10 16,2-7 5-16,-2 7-11 0,0 0-3 0,0 0 0 15,0 0-2-15,0 0-3 0,-9 31 0 0,4-20 1 16,0 6-3-16,4 0 12 0,-3-1-15 0,0-1 2 16,3 1-6-16,1-3-3 0,1-2 9 0,2 1-2 15,0-1-1-15,4-3-2 0,-2-1-6 0,4 1 10 16,1-4 0-16,1-1-5 0,4-1-3 0,-1 0 8 16,-2-2-9-16,0-2 7 0,2 0-1 0,-2-1 6 15,-1-4-15-15,-1 2 12 0,-1 0-8 0,1-3 4 16,-2 0-3-16,-2-1 0 0,1-1-5 0,2-1 10 15,-5 2-4-15,1-2-1 0,-1 1-6 0,-1 1 8 16,0 1 0-16,0 1-10 0,-1 1 6 0,-2 6 1 16,3-10-13-16,-3 10 7 0,2-5-8 0,-2 5 6 15,0 0-1-15,0 0 6 0,0 0 0 0,-5 23 3 16,3-10 0-16,-2 3-1 0,0-1 5 0,-3 2 0 16,2 1-8-16,-1-1 4 0,0 0 0 0,2-2-2 15,0 1-12-15,0-4-6 0,3 0-21 0,-1-1-28 16,0-2-38-16,1 0-39 0,-1-2-38 0,1 0-40 15,1-7-25-15,-4 7-53 0,4-7-197 0,0 0-538 16,0 0 238-16</inkml:trace>
  <inkml:trace contextRef="#ctx0" brushRef="#br0" timeOffset="164435.23">23636 9803 292 0,'-6'-3'262'16,"0"-1"-20"-16,6 4-36 0,-7-5-35 0,7 5-28 0,0 0-33 16,0 0-46-16,-14 6-54 0,14-6-58 0,0 0-58 15,-2 10-119-15,2-10-243 0,0 0 108 0</inkml:trace>
  <inkml:trace contextRef="#ctx0" brushRef="#br0" timeOffset="165002.75">24299 10075 160 0,'0'0'266'0,"-4"-8"-11"0,2 3-11 0,2 5-12 16,0 0-25-16,-3-11-17 0,3 11-25 0,0 0-20 0,0 0-14 16,0 0-9-16,0 0-21 0,0 0-3 0,12 26-9 15,-6-12-5-15,3 3-7 0,-3 1-7 0,5 6-4 16,-4-6-5-16,0 0-9 0,0 6-5 16,1-8-6-16,-3 1-3 0,4-1 2 0,-5-4-10 15,3-4-3-15,-3 3 1 0,2-2 5 0,-2-4-7 0,-2 1-1 16,3-3 8-16,-5-3 10 0,6 6 12 0,-6-6-2 15,0 0 0-15,0 0 1 0,16-10-4 0,-10 1-8 16,-1-1 0-16,-1-2 3 0,4-5-8 0,-2 1-1 16,0-5-8-16,1 4 3 0,1-9-5 0,-1 0-4 15,-1-2 15-15,2 4-20 0,0-4-8 0,1 3 2 16,-3 1-14-16,2 5-10 0,0 2-5 0,-4 5-13 16,-1 3-22-16,0 1-28 0,0 1-37 0,-1 3-39 15,-2 4-12-15,8-5-2 0,-8 5-15 0,0 0-12 16,15 8-12-16,-8 0-3 0,2 3-163 0,-2 3-407 15,1 0 180-15</inkml:trace>
  <inkml:trace contextRef="#ctx0" brushRef="#br0" timeOffset="165784.91">24702 10132 79 0,'9'1'177'0,"-9"-1"-4"0,0 0-12 0,0 0-8 16,7-10 1-16,-7 10-3 0,5-10-8 0,-1 4-11 15,-2-1 0-15,1-1 0 0,0 2-9 0,-2-1-2 16,2-1-16-16,-3 8-3 0,0-15-6 0,0 15-3 15,-1-11 2-15,1 11-6 0,0-12-1 0,0 12-5 16,-3-7-11-16,3 7 5 0,-3-6-10 0,3 6-13 16,-5-5-4-16,5 5-9 0,0 0-5 0,-10 0-3 15,1 8 1-15,1 0-1 0,-4 6-5 0,-1-1-2 0,1 1-6 16,3 0 2-16,3 3-2 0,-2-2-9 16,3-1 4-16,3-4-4 0,0 2 2 0,2-2 8 0,-1 3-9 15,4-4 1-15,-1 1 1 0,2-5-2 16,1 3 0-16,3-2 1 0,2 0 1 0,1-3-4 15,-1-1 1-15,2 1-2 0,0-3-2 0,2-1 2 0,-1-3-2 16,-2 2-1-16,1-2 0 0,-1 0 0 0,0-3 2 16,0 3-1-16,-5-5-4 0,3 2 5 15,-1-2-4-15,-2 2-1 0,1-1-3 0,-2-1 4 0,1-1 0 16,1-1-4-16,-1 0 3 0,1 2 0 0,-1-1-3 16,1-1 0-16,1 2 2 0,-1-1-1 0,-2 5-1 15,0 1 0-15,-3-2-3 0,-2 6 0 0,10-3-1 16,-10 3 0-16,0 0-3 0,13 3 4 0,-9 3 0 15,0-1 8-15,2 3-3 0,-2 2 0 0,0 0 1 16,1 1 1-16,-2 0 5 0,-1-1 0 0,2 1 0 16,2-1 2-16,-1-2-2 0,0 2 11 0,1-1-6 15,-1-4 3-15,0-1 1 0,1 0 1 0,2-2-1 16,2 0-4-16,2-2 2 0,-1-2-3 0,2 0-1 16,-3-2 4-16,2-4-6 0,-2 3 1 15,7-5-2-15,-8 2 0 0,-2 0 0 0,2-2 14 0,-2-1-19 16,0 0 0-16,0-3 0 0,0 2-1 0,-3 1 2 15,0 0-2-15,0 0 2 0,1 3 2 0,-4 3-8 16,2-1 15-16,-3 6-15 0,2-8-3 0,-2 8-7 16,0 0 2-16,0 0 2 0,0 0 4 0,0 0-3 0,0 0 1 15,0 0 2-15,3 29 3 0,-6-18-1 16,3 1 3-16,0-1 2 0,0 1-1 0,0-2 1 16,3-2-3-16,2 1 4 0,-1-1 9 0,1-3-10 15,0-2-1-15,5 1 2 0,0-1 1 0,1-3 2 0,0 0 0 16,2 0-6-16,-1-4 1 0,-1 0 3 15,-2 2-4-15,2-3-2 0,-2 1 7 0,0-3-2 16,0 1-4-16,-5 1 1 0,4-4 6 0,-1 1-4 0,-1 0 1 16,0 0 0-16,-1-1-6 0,2 6 3 15,-3-5-5-15,-1 4 11 0,-3 4-9 0,4-9-4 16,-4 9 12-16,0 0-8 0,0 0-1 0,0 0 0 0,0 0 1 16,6 22 6-16,-7-10 9 0,-1 6-7 0,-3 7 5 15,-1-1 0-15,0 2 1 0,2 3 11 0,-1-1-21 16,-1 2 5-16,2-2 1 0,1-2-14 0,-1 0-18 15,2-2-34-15,-3 1-30 0,2 0-54 16,3 0-37-16,-4-6-35 0,2-2-48 0,0-1-243 0,1-5-545 16,1 0 242-16</inkml:trace>
  <inkml:trace contextRef="#ctx0" brushRef="#br0" timeOffset="166172.47">25642 10240 192 0,'19'-24'210'16,"2"2"-11"-16,-1-4-6 0,-2 0-2 0,2 2 1 15,-4 0-14-15,2-3-6 0,-5 3-13 0,-1 7-3 16,-2 1-8-16,-3 1-4 0,1 6-2 0,-2-1-5 16,-3 1-2-16,-2 0-6 0,0 0 3 0,-1 9-24 15,-2-13-7-15,2 13-13 0,-7-8-9 0,0 6-13 16,7 2-6-16,-20 2-6 0,8 3-4 0,-1-2-2 15,-5 4-12-15,3 3-3 0,1 1-2 0,7-1-12 16,-2-1-5-16,5 2-2 0,2-1-8 0,2 1 2 0,4 0-7 16,2 0-4-16,5 2-3 0,5-1 5 0,-1-1 0 15,10 3 1-15,-4-4 0 0,4 2-5 16,-7-2 7-16,0-2-5 0,-1 1 2 0,-3 0-1 16,-1-2 2-16,-3-1-4 0,-1 1 2 0,-3 1 2 0,1-1-3 15,-3-1 3-15,1 0-4 0,-2-1 6 0,-3-5-1 16,0 12 7-16,0-12-4 0,-3 13-3 15,-2-9 0-15,1 3 5 0,-3 0-24 0,-1 0-24 16,1-1-37-16,-3 0-34 0,0 2-40 0,3-4-45 0,-3-1-31 16,4 0-35-16,1-1-142 0,-3 1-441 0,8-3 195 15</inkml:trace>
  <inkml:trace contextRef="#ctx0" brushRef="#br0" timeOffset="166697.93">26053 10106 132 0,'6'-3'183'0,"-6"3"-21"0,6-3 17 16,-6 3 6-16,0 0-1 0,12 8-7 0,-12-8-3 16,9 9-9-16,-9-3-11 0,4 4-8 0,-2-1-8 15,1 3-6-15,-1-1-12 0,0 2-8 0,1-5-8 16,-3 3-8-16,2-3-13 0,-1-2-9 0,-1-6-2 16,0 10-5-16,0-10 1 0,1 7 5 0,-1-7 16 15,0 0 5-15,0 0 14 0,0 0-10 0,0 0-14 16,0 0-9-16,0 0-5 0,0 0-7 0,0 0-7 15,-9-24-9-15,9 12 4 0,0 1-10 0,0-1-3 16,2-5-9-16,1 1 5 0,1-3-7 0,1 2-4 16,8-6-5-16,-4 6-4 0,0 2-6 0,4-1-6 15,-3 5 5-15,-1 3-3 0,0 2 7 0,2 1 2 16,-6 2-14-16,-5 3 3 0,19 4-6 0,-11 3 3 16,1-1 3-16,-1 4-2 0,-4 2-2 0,1 2 3 15,0-1-2-15,-3 2 0 0,0-2 1 0,1 3 3 16,-3-2-5-16,2-2-4 0,-2-2 0 0,0 0 6 15,2-1 4-15,0-2 6 0,-2-7-13 0,0 10 2 0,2-5 4 16,-2-5 1-16,0 0 6 0,2 8 1 0,-2-8-1 16,0 0-9-16,0 0 4 0,0 0 13 15,0 0-16-15,0 0 2 0,0 0-6 0,0 0 2 16,7-22-8-16,-2 12 0 0,-2 2 3 0,3-1-8 16,3-5-3-16,2 0-12 0,1 3 5 0,0-2-2 0,1 1 1 15,2 2 5-15,-5 3 2 0,0 2 3 0,1 2-1 16,-5 1 1-16,2 0-2 0,-1 1 5 0,-7 1 0 15,13 5-1-15,-4-2-2 0,-4 2 5 0,-1 3 4 16,2 1-6-16,-1 0 1 0,-1 0 6 0,2 1-2 16,-4-1-5-16,0 2-13 0,0-1-25 0,2-1-30 15,-3 1-36-15,3-2-45 0,-2-2-41 16,2 0-46-16,-1-1-240 0,-3-5-527 0,11 5 232 0</inkml:trace>
  <inkml:trace contextRef="#ctx0" brushRef="#br0" timeOffset="167503.09">26741 10015 223 0,'0'-8'226'16,"-2"-2"-1"-16,2 3-2 0,-4 0-14 0,4 7-9 15,-9-7-10-15,1 5-3 0,-2 4-9 0,-3 4-7 16,-3 2 4-16,0 3-18 0,0 2-7 0,-5 5-11 16,0 1-12-16,7-3-18 0,3 1-8 0,-2-2-5 15,5 4-6-15,2-5-13 0,4 3 0 16,-2-5-10-16,4 0-6 0,2-2-4 0,0 1-5 0,6-2-4 15,-2-2 0-15,0-2-5 0,5-3-8 0,1 0-6 16,-1-2-6-16,0-2-7 0,3 0 2 0,-5-4-2 16,2 1 0-16,0-2-1 0,-2 1-7 0,-2-2-3 15,1 0 4-15,0-2 3 0,-2 0-7 0,-2 0 6 16,1 1-2-16,-1-2-2 0,-1-1 3 0,0 3-4 16,1-1-1-16,-2 3-2 0,0 3 4 0,-2 4-2 0,2-10 0 15,-2 10-5-15,3-6-1 0,-3 6 2 16,0 0-6-16,0 0 5 0,0 0 9 0,0 0-2 0,0 0 4 15,-2 27-5-15,-1-17 0 0,3 3 8 0,0-3-8 16,0 2 0-16,0 0 2 0,0 0 2 0,2 0 0 16,1 0 9-16,1-2-14 0,3 0 4 15,0-1-1-15,2-3-2 0,-3 0 1 0,1-1 3 0,-1-2 0 16,4-2-7-16,1 1 4 0,1-2 1 0,-1-3 4 16,1 0-4-16,0-4-5 0,-3-1 6 0,0 0-4 15,1-2 0-15,-2-3-2 0,-1-1 2 0,1-1-1 16,-2-4-1-16,0 2 6 0,-1-9-4 0,1 3-3 15,-1 4-3-15,-1-6 1 0,1-4-1 0,2 1 3 16,-5 10-1-16,2-10 2 0,1 3-4 0,-1 6 4 16,0 0-2-16,-2 2 12 0,2 7 11 0,-4-1 24 15,2 3-13-15,0 1-6 0,-2 7 1 0,0-9-10 16,0 9-3-16,0 0-8 0,0 0 3 0,0 0 6 16,0 0-2-16,-10 43 8 0,2-16-3 0,-1 2 8 15,4 0-2-15,-4 2-1 0,5-1 0 0,-1-2-2 16,1 0-6-16,4-2 8 0,0-2-3 0,0-5 3 15,8-1-2-15,-3 0-4 0,5-4 3 0,1 2-9 16,1-3 4-16,2 0 0 0,0-5 2 0,4-1-7 16,-1-3 3-16,4-2 2 0,2-2-7 0,-1-2 1 0,0-3 5 15,3-3-14-15,-4 2 6 0,4-7 1 16,-8 2 0-16,1-1 3 0,0-7-9 0,-4 4 5 16,1-7-10-16,1-1 2 0,-3 2-8 0,-1-5 8 0,-4 0-7 15,-3 0-3-15,0 2 0 0,-4-3-1 0,-2 8 0 16,1 0 4-16,-1 0-5 0,-3 2 9 0,2 5-10 15,0 1 10-15,1 5-4 0,-3-1-3 0,4 7-4 16,-4-10 4-16,4 10-5 0,0 0 1 0,0 0 1 16,0 0 19-16,-14 17-6 0,8 2-1 0,-1-3 1 15,2 4 3-15,-2 4-1 0,3 1 3 0,-3 3 8 16,3-5-5-16,2 3-6 0,2-7 4 0,0 6-6 16,0-6 12-16,2 1-20 0,2-1-10 0,1-4-26 15,1 0-34-15,0-4-47 0,-2 1-32 0,0-1-41 16,3-3-50-16,-1-1-67 0,1 2-318 0,2-4-685 15,-4-2 302-15</inkml:trace>
  <inkml:trace contextRef="#ctx0" brushRef="#br0" timeOffset="167663.06">27591 10175 64 0,'0'0'162'0,"0"0"-47"0,0 0-33 16,-9-8-52-16,9 8-50 0,-7-4-53 16,7 4-77-16,-13-5 34 0</inkml:trace>
  <inkml:trace contextRef="#ctx0" brushRef="#br0" timeOffset="169711.83">27778 10271 149 0,'0'0'158'0,"0"0"-19"16,0 0-15-16,0 0-13 0,0 0-9 0,0 0-10 15,0 0-8-15,-19 19-20 0,12-13-19 0,1 2-35 16,0-2-24-16,3 3-40 0,-4-1-33 16,0 1-68-16,3-3-165 0,0 1 73 0</inkml:trace>
  <inkml:trace contextRef="#ctx0" brushRef="#br0" timeOffset="170387.94">28171 9904 50 0,'-4'-7'191'16,"4"7"-7"-16,0 0-11 0,-1-7-6 0,1 7-5 0,0 0-9 15,0 0-11-15,5-9-15 0,-5 9-16 0,14-6-9 16,-1 4-13-16,8-2-10 0,0 0-10 16,9 0-5-16,-1 1-9 0,-1 1-9 0,-7 1-15 0,6-2-19 15,-9 3-15-15,-3-1-18 0,-3 0-15 0,-1 0-9 16,-4-1-22-16,-7 2-3 0,13-1-2 0,-13 1 5 15,9-2-3-15,-9 2 5 0,0 0 6 0,8-2 3 16,-8 2-1-16,0 0 10 0,0 0 11 0,0 0-3 16,0 0 4-16,0 0 5 0,0 0 10 0,-23-3 6 15,23 3 9-15,-10-3 12 0,10 3 10 0,0 0 13 16,-11 0 9-16,11 0 5 0,0 0 5 0,0 0 1 16,-9-1-4-16,9 1-2 0,0 0-11 0,0 0-4 15,0 0-1-15,0 0-1 0,-7 7 6 0,7-7 9 16,-3 14 2-16,2-5 8 0,-2 0-1 0,-1 8 2 15,0-1-1-15,2 1-3 0,1 1-4 0,-1-1-2 16,0 1 2-16,-2 1-5 0,4-1 1 0,-3 1 0 16,6-1-9-16,-3-1 0 0,0 1-4 0,0-1-4 15,0-6 1-15,2 1-6 0,-2 4 3 0,0-4-3 0,0-3-1 16,0 1-1-16,2-1-2 0,-2-3-2 0,0-6 0 16,0 12-3-16,0-12-1 0,-4 11 0 0,4-11 0 15,0 8-1-15,0-8-4 0,-5 5-6 16,5-5-2-16,-9 5-8 0,3-2-4 0,-5-2 2 0,0-1 0 15,-1-1-7-15,0 0 3 0,-1-1-6 0,2 1 7 16,-1-1 2-16,3 0-1 0,1 1 1 0,8 1 4 16,-12-4 3-16,12 4-3 0,-9-1 5 0,9 1-2 15,0 0 3-15,-9 0-4 0,9 0 1 16,0 0 7-16,0 0-4 0,0 0-1 0,0 0 2 0,0 0-1 16,0 0-7-16,30 0-2 0,-20 0-14 15,6-2-8-15,0 1-8 0,5 0-5 0,-4 2-18 0,3-2-17 16,-1 0-12-16,0-2-8 0,2 0-22 0,-3-1-9 15,0 1-103-15,-6 0-256 0,2 0 113 0</inkml:trace>
  <inkml:trace contextRef="#ctx0" brushRef="#br0" timeOffset="170612.15">28580 10131 78 0,'4'-8'85'0,"-1"2"-1"0,-2-4 1 16,1 4 13-16,-2 6 9 0,3-12 11 0,-3 12-3 16,4-8 0-16,-3 1-1 0,-1 7-2 0,3-6-6 15,-3 6-16-15,0 0-11 0,0 0-7 0,0 0-6 16,0 0 9-16,0 0 6 0,0 0 14 0,1 22-2 15,-2-11-2-15,1 5 5 0,-3 0-10 0,-2 2-3 16,2 2-7-16,0 3-3 0,-4 1-8 0,2-5-3 16,5-1-7-16,-3 1-4 0,1-3-5 0,1 1-5 0,-1-2-3 15,2-4-6-15,0 2-2 0,0-1-7 16,2-2-18-16,-2 1-14 0,0-1-24 0,0-5-26 16,0-5-21-16,0 14-30 0,0-14-23 0,0 10-16 15,0-10-14-15,1 8-8 0,-1-8-148 0,0 0-347 16,0 0 154-16</inkml:trace>
  <inkml:trace contextRef="#ctx0" brushRef="#br0" timeOffset="170992.11">28575 10177 52 0,'4'-13'142'0,"2"3"4"0,-1 0 0 0,3-1-5 16,0 4 2-16,-1-1-1 0,1 1-11 0,0 3-4 15,2 0-2-15,-2 2-8 0,1-2-4 0,-1 4-5 16,3 0-10-16,-3 3-5 0,1 0-3 0,1 2-11 15,-1 1-3-15,-1 0-3 0,-2-1-11 16,-3 1-1-16,1 3-9 0,-1 0-4 0,-3 0-9 0,0 1 1 16,-1 0-1-16,-2-2-8 0,-1 2-2 0,-1 1-2 15,-3-1-4-15,1-1-3 0,2 0-3 0,-1-4-4 16,2 4-1-16,1-4-7 0,-1 1-9 16,2 2-8-16,2-8-4 0,-4 11-1 0,4-4 6 0,0-7-2 15,4 11 2-15,-2-4-1 0,2-1-1 0,-1-1 2 16,1 3 1-16,3-2 5 0,-3 0-5 0,2 1 6 15,0-1-3-15,-2 0 0 0,3 2 2 0,-2-3 0 0,-1 1 1 16,0 0 2-16,-2 0 0 0,1-1 0 16,-3-5-4-16,3 11 7 0,-3-11 0 0,0 7 3 15,0-7-1-15,0 0 4 0,-7 11-3 0,2-7-1 0,0 0 3 16,-1-1-6-16,6-3 6 0,-11 6-4 0,5-3 1 16,-2-2-11-16,-1 1-13 0,9-2-23 15,-14 2-25-15,8-2-34 0,6 0-33 0,-12-2-38 16,12 2-152-16,-13-3-354 0,8-3 157 0</inkml:trace>
  <inkml:trace contextRef="#ctx0" brushRef="#br0" timeOffset="171179.96">29080 10150 16 0,'0'0'177'0,"13"-4"-9"15,-7 2-9-15,2 0-19 0,-8 2-12 0,19 0-18 16,-9 0-12-16,0 2-28 0,2 0-16 0,-6-1-53 16,5 2-27-16,-1 2-33 0,-3-2-31 0,-3 0-68 15,0 1-171-15,-4-4 75 0</inkml:trace>
  <inkml:trace contextRef="#ctx0" brushRef="#br0" timeOffset="171339.1">29089 10240 115 0,'0'0'172'0,"0"0"-10"16,0 0-6-16,0 0-4 0,0 0-7 0,0 0-6 16,0 0-8-16,0 0-8 0,15 7-14 0,-7-5-9 0,6-2-11 15,4 1-15-15,1-1-29 0,3-1-40 16,7 1-30-16,0-3-40 0,2 3-36 0,1-1-46 16,-5-3-84-16,2 0-248 0,0 2 110 0</inkml:trace>
  <inkml:trace contextRef="#ctx0" brushRef="#br0" timeOffset="171700.57">29767 10046 11 0,'0'0'232'0,"4"-7"-14"16,-4 7-6-16,1-8-8 0,-1 8-10 0,0 0-16 16,0 0-17-16,0 0-17 0,-10-5-3 0,10 5-1 15,0 0-2-15,-20 19-1 0,10-11-5 0,-3 4-17 16,-4 2-6-16,5 1-10 0,0 2-4 0,2-1-7 15,1 1-4-15,1-2-11 0,3 3-3 0,-3-4-5 16,6-2-8-16,1 3-1 0,1-2 3 0,2-3-5 16,2 2-5-16,4-1 0 0,-2-3 5 0,7 2-11 15,-1-2-2-15,0-2 0 0,5-1-4 16,1 1 4-16,2-4-5 0,-2-1 1 0,2-1-6 0,2-1 0 16,-4-3-2-16,1 0-8 0,-1-2 10 0,-1-2-3 15,-2-1 2-15,-5 2-6 0,3-5 1 0,-2-1-5 16,-2-1 2-16,-1-4 1 0,-2 1-2 0,-4-2-3 15,-2-1 2-15,-2 1 0 0,-1 2 8 0,-2-2-8 16,-3 1 2-16,0 4-5 0,-4-2-6 0,-1 4 0 16,-1 1-5-16,-2 3-8 0,-3 2-18 0,-8 2-28 15,0 3-36-15,-2 5-41 0,-7 3-57 0,2 1-73 16,1-1-54-16,-2 4-221 0,3 0-574 0,1-1 254 0</inkml:trace>
  <inkml:trace contextRef="#ctx0" brushRef="#br0" timeOffset="185005.31">19471 7309 38 0,'-3'-10'118'0,"3"10"-14"0,-2-8 4 15,2 8-9-15,-4-8 5 0,4 8-8 0,-1-6-10 16,1 6-3-16,0 0-16 0,0 0-5 0,-3-7-5 16,3 7-7-16,0 0-8 0,0 0 1 0,0 0-2 15,0 0-12-15,0 0 1 0,0 0-5 0,0 0-1 16,12 17-4-16,-7-8-1 0,-3 1 5 0,5 3-8 16,0 0 4-16,0 2-7 0,0-1-4 0,1 1 5 15,-3 1-1-15,2-1 0 0,-1 1-6 0,-1-4 3 16,-1-1-2-16,2-2-5 0,-1 1 5 0,-1-2-2 15,0 0 2-15,-1-2 1 0,-1 0-4 0,1-2-4 16,-3-4 2-16,4 9 6 0,-4-9 3 0,5 4 11 0,-5-4 8 16,0 0 9-16,0 0-1 0,0 0-7 0,0 0-2 15,0 0 1-15,0 0-7 0,12-14-2 16,-9 5-3-16,1-1-1 0,0 0 3 0,1-2-4 16,0-2-1-16,0-3-2 0,0 2-5 0,3-1-2 0,-3-3 2 15,1 3-2-15,-1 0-2 0,1-1-3 16,-1 2 0-16,-3 0-4 0,1 2-2 0,-1 2 0 15,0 0-1-15,-2 1 1 0,0-1-5 0,0 4 8 16,0 7-4-16,-3-11 3 0,3 11-9 0,-2-9 5 0,2 9-1 16,-4-7 4-16,4 7 0 0,0 0-4 0,-8-2 4 15,8 2-1-15,0 0-1 0,0 0 1 0,-15 10 2 16,11-4-1-16,1-1 2 0,3-5-4 16,-2 14 1-16,2-7 1 0,0-7-5 0,5 16-10 15,0-9-11-15,4 1-13 0,1-2-8 0,7 3-20 0,-1-1-22 16,3-1-12-16,1 0-30 0,1 0-86 0,1-2-239 15,-3-2 106-15</inkml:trace>
  <inkml:trace contextRef="#ctx0" brushRef="#br0" timeOffset="185196.33">19861 7400 6 0,'0'0'160'0,"-4"5"-14"0,4-5-18 0,-3 9-16 0,3-9-3 15,-4 11-16-15,1-3 5 0,0 1-11 0,1-1-10 16,-2 3-10-16,1 0-5 0,3 2-4 16,-1-1-7-16,1 6-3 0,-1 0-19 0,2 0-28 0,-1 1-21 15,1 1-23-15,0 4-44 0,-3 2-110 0,-2-7-214 16,0 0 94-16</inkml:trace>
  <inkml:trace contextRef="#ctx0" brushRef="#br0" timeOffset="185369.68">19853 7127 27 0,'0'0'37'0,"0"0"-26"16,6-2-24-16,-6 2-14 0,0 0 7 0</inkml:trace>
  <inkml:trace contextRef="#ctx0" brushRef="#br0" timeOffset="185617.91">19680 6654 8 0,'0'0'138'16,"-10"0"-21"-16,10 0-9 0,-11 13-6 0,6-1-12 0,0 4-9 16,-1 9-6-16,2 3-5 0,3 1-10 15,2 17-8-15,2 1-29 0,1 1-30 0,4 3-35 0,-3 2-105 16,1 0-157-16,-2-3 70 0</inkml:trace>
  <inkml:trace contextRef="#ctx0" brushRef="#br0" timeOffset="185848.94">19794 8192 227 0,'-1'9'218'0,"0"-1"-24"0,-1 1-15 0,-4 2-23 0,2 8-12 15,-4 5-15-15,1 3-14 0,0 1-19 16,0-4-18-16,2 4-26 0,1-3-44 0,0 3-47 16,4-5-46-16,-1 5-56 0,1-1-82 0,-3-4-239 15,-1-5 106-15</inkml:trace>
  <inkml:trace contextRef="#ctx0" brushRef="#br0" timeOffset="-195253.62">22441 11203 71 0,'0'0'128'0,"-10"-6"-16"16,10 6-9-16,-7-3 4 0,7 3-12 0,-7-4 1 15,7 4-16-15,-6-2-3 0,6 2-11 16,0 0 1-16,-7-5-8 0,7 5-2 0,0 0-8 0,0 0-6 16,0 0-6-16,0 0-7 0,0 0-1 0,0 0-2 15,0 0 6-15,0 0-9 0,22-6-2 0,-8 7-1 16,2-1-4-16,3-1-3 0,-1 1-9 16,4 0-15-16,-2 0-16 0,1 0-10 0,-1 0-12 0,1-1-15 15,-2 2-4-15,-1 0-26 0,-3-1-15 0,-2 1-62 16,-3-2-184-16,2 1 81 0</inkml:trace>
  <inkml:trace contextRef="#ctx0" brushRef="#br0" timeOffset="-194815.08">22585 11179 15 0,'-3'6'117'0,"3"-6"-7"0,-7 8 5 16,5-1-14-16,-1 0-1 0,0 4 0 0,1 0-7 16,1 1-1-16,-2 5 3 0,-1 2-7 0,3-2 3 15,-3 2-7-15,0 0-7 0,-1 7-6 0,3-8-7 16,-2 7 0-16,1-5-8 0,2 0-7 0,0-1-5 16,-4 0-4-16,5-3-1 0,-3 3-10 0,2-2 1 15,0-2 0-15,1 3-3 0,-2-7-4 0,1 0-1 16,0 0-2-16,-1-1 0 0,0 0-5 0,1-4 1 15,-2 1-3-15,0 0-1 0,3-7 4 0,-4 8-4 16,4-8 3-16,-3 6-6 0,3-6 1 0,-12 3 3 0,12-3-3 16,-11 1-2-16,3-1-3 0,8 0 2 15,-13-2-2-15,7-2 3 0,6 4-3 0,-13-5 1 16,7 3 0-16,-1-1-1 0,7 3 2 0,-7-6 3 0,7 6-4 16,0 0-3-16,-9-3 3 0,9 3 1 15,0 0-3-15,0 0-1 0,-8-3-1 0,8 3-6 0,0 0 11 16,0 0-4-16,0 0-1 0,0 0 0 0,0 0 2 15,18 13 0-15,-10-10-4 0,-1 0 4 0,5 1-3 16,1 0 1-16,4 0-25 0,0-3-19 0,2 4-36 16,2-1-31-16,-2-1-16 0,3-1-30 0,-3 0-120 15,-3 1-295-15,5-3 130 0</inkml:trace>
  <inkml:trace contextRef="#ctx0" brushRef="#br0" timeOffset="-194558.6">22841 11565 102 0,'-13'-3'174'15,"7"1"-8"-15,6 2 3 0,-14 2-10 0,5 0-7 16,-1-1-4-16,-1 5-8 0,-1 0-10 0,1-1-9 16,-5 4-1-16,3 1-10 0,-1 2-8 0,1 0-6 15,2 0-9-15,0 0-3 0,4-3-8 0,2 1-5 16,1 0-1-16,0 2-10 0,0-3-4 0,4 1-4 15,-1-1-6-15,2 3-3 0,2-5 1 0,2 5-8 16,1-3-4-16,1 0-5 0,4-4-21 0,-1 0-22 16,6 3-37-16,3-3-29 0,-1 0-46 0,10-2-36 15,-1-1-31-15,1-2-146 0,0-2-368 0,0-1 163 16</inkml:trace>
  <inkml:trace contextRef="#ctx0" brushRef="#br0" timeOffset="-194239.33">23309 11558 164 0,'0'0'185'16,"-14"1"-7"-16,5-1-11 0,-2 1-2 0,1 1-2 0,-1-2-13 16,-1 0-8-16,0 0-8 0,0 0-14 0,2-2-6 15,-2 1-3-15,2 0 2 0,2-1-4 0,8 2-5 16,-14-2-9-16,8-2-6 0,-1 0-5 0,7 4-5 15,-10-7-5-15,7 0 1 0,-1 1-9 0,4 6-2 16,-5-7-3-16,5 7-8 0,-3-7-3 0,3 7-1 16,0 0-8-16,0 0-4 0,0 0-7 0,4-11-2 15,-4 11 2-15,11-3-9 0,1 2-1 16,-1 0-1-16,8 0-2 0,-1 0-3 0,5 1 0 0,4-3-3 16,-5 3 0-16,-2-1 5 0,2-1-20 0,0 1-10 15,-3-1-14-15,1-1-20 0,0 2-17 0,-2 1-36 16,-1-3-34-16,0-2-45 0,-6 3-35 0,-2 0-199 15,-1 0-447-15,-3-3 199 0</inkml:trace>
  <inkml:trace contextRef="#ctx0" brushRef="#br0" timeOffset="-193971">23228 11683 71 0,'-9'2'192'0,"3"0"-3"0,6-2-6 16,-13 3-13-16,7-1-8 0,-1 0-9 0,7-2-1 15,-10 1-9-15,10-1-8 0,-9 2-4 0,9-2-8 16,0 0-13-16,0 0-4 0,0 0-9 0,-10 2-10 0,10-2-2 16,0 0-15-16,0 0-13 0,0 0 2 15,0 0-6-15,0 0-8 0,0 0-9 0,32 0-12 16,-21 0-16-16,9 0-19 0,0 1-26 0,1-1-22 0,8 0-21 15,-2-1-26-15,5-1-38 0,-2 2-19 0,2-2-178 16,-9 1-368-16,7-3 163 0</inkml:trace>
  <inkml:trace contextRef="#ctx0" brushRef="#br0" timeOffset="-193565.72">23983 11397 215 0,'0'0'218'0,"-6"-3"-3"15,6 3-10-15,-6-6-13 0,6 6-11 0,-7-2-23 16,7 2-11-16,0 0-12 0,-16 2-8 0,6 4-14 16,1-3-7-16,-2 7-10 0,-1 1-3 0,3-2-10 15,-2 4-5-15,0 1-11 0,2 1 4 0,-1 3-12 16,0-2-6-16,3-1-3 0,-1 0-4 0,2 1-6 15,-2-1 7-15,3-4-10 0,4 1-4 0,-2 5-4 16,3-7-3-16,3 2-1 0,-2-1 2 0,3-1-6 16,4 2 1-16,3 0-5 0,-2-5 6 0,6 2-4 15,1-4-1-15,3 0-3 0,0-3-4 0,3-1 2 16,1-4-1-16,5 0 1 0,-6-1 3 0,-3-3-7 16,8-3 0-16,-8 0-3 0,-2 0 3 0,4-7-2 15,-5 2-1-15,0-6 0 0,-5 3-1 0,-4 1 0 16,2-5 1-16,-4-4 0 0,-4 7-5 0,-2 0 0 0,-6 2-2 15,0 0 1-15,-6 4 2 0,1-1-2 16,-5 3-2-16,-1 1-3 0,-2 5-2 0,-11 5-16 16,-1 5-17-16,-4 3-42 0,-12 10-60 0,-1 2-60 15,-2 6-256-15,-3 1-496 0,7-1 219 0</inkml:trace>
  <inkml:trace contextRef="#ctx0" brushRef="#br0" timeOffset="-191107.43">25043 11232 15 0,'-3'-6'172'0,"3"6"-11"16,-5-7-7-16,5 7-13 0,0 0-10 0,-7-4-12 15,7 4-2-15,0 0-9 0,-16 15 0 0,9-4-5 16,-1 2-15-16,-2 5 1 0,-3 7-9 0,-1 0 0 16,4 3-1-16,-1 3-11 0,0 2-1 0,3-2-6 15,1 1-1-15,1 1-7 0,4-3-1 0,1 1-10 16,1-2 1-16,1-1-6 0,1 0-1 0,5-3-6 16,-1-6-2-16,2 8-2 0,2-4-1 0,0-5-2 15,2-3-4-15,2 0-7 0,-2-2-12 0,3-1-19 16,0-2-33-16,9 3-21 0,-2-5-33 0,-3-3-38 0,8-2-34 15,-5 0-132-15,5-5-334 0,-3-1 148 16</inkml:trace>
  <inkml:trace contextRef="#ctx0" brushRef="#br0" timeOffset="-190579.78">25668 11294 19 0,'-9'-2'163'0,"9"2"3"0,0 0-8 16,-9-3-7-16,9 3-15 0,0 0-12 0,0 0-5 16,-4-4-17-16,4 4-7 0,0 0-8 0,0 0-14 15,0 0-1-15,0 0-10 0,0 0-5 0,18-3-3 16,-5 3-12-16,0-3-5 0,6 1-17 0,-1 0-17 15,2 2-28-15,2-3-11 0,-2-1-22 0,-2 1-8 16,1 0-14-16,-6 3-17 0,-2 0-9 0,0-2-12 16,-2 2-75-16,-9 0-208 0,11-1 93 0</inkml:trace>
  <inkml:trace contextRef="#ctx0" brushRef="#br0" timeOffset="-190267.28">25799 11265 25 0,'0'0'70'0,"0"0"-7"0,0 0 4 0,0 0-15 15,0 0-3-15,0 0-2 0,0 0-4 0,0 0 5 0,0 0-8 16,0 0 7-16,0 0-3 0,0 0 1 16,0 0-9-16,0 0 0 0,0 0 15 0,0 0-20 15,0 0 0-15,0 0-9 0,0 0 8 0,0 0 0 16,0 0-14-16,0 0 1 0,0 0-2 0,0 0-2 0,0 0-4 15,0 0 3-15,0 0 2 0,0 0-4 16,0 0 3-16,-2 7-3 0,2-7-2 0,0 0-2 16,0 0-2-16,0 0-11 0,0 0 13 0,0 0-12 15,0 0 4-15,0 0 5 0,0 0-7 0,0 0 1 16,0 0 1-16,4 12-5 0,-4-12-13 0,0 0-4 0,0 0-8 16,0 0-15-16,0 0-16 0,0 0-12 15,0 0-54-15,2 8-139 0,-2-8 61 0</inkml:trace>
  <inkml:trace contextRef="#ctx0" brushRef="#br0" timeOffset="-189750.86">25690 11340 20 0,'-11'-1'117'0,"11"1"2"0,0 0-9 0,0 0-9 0,-8-2 5 16,8 2-15-16,0 0 7 0,0 0-21 0,0 0-5 15,-9-2-9-15,9 2 2 0,0 0-6 0,0 0-5 16,0 0 4-16,0 0-13 0,0 0 4 16,0 0-3-16,0 0 2 0,0 0 1 0,0 0-1 0,0 0-6 15,0 0-5-15,0 0-5 0,-1-9-1 0,1 9-7 16,0 0 1-16,0 0-4 0,0 0-1 0,0 0-3 15,4-12-2-15,-4 12 2 0,0 0-5 0,0 0-1 16,0 0 4-16,0 0-4 0,3-6-5 0,-3 6 1 16,0 0 0-16,0 0-1 0,0 0-5 0,0 0-2 15,0 0 0-15,0 0 6 0,0 0-5 0,20 7 1 16,-20-7 7-16,9 5 4 0,-2-4-12 0,0 0-2 16,-7-1 6-16,16 4-1 0,-5-3-5 0,0 0 6 15,-4-1-3-15,5 2 4 0,-2-4-5 0,-10 2 5 16,14-1-1-16,-3 0-2 0,-2 2 3 0,-9-1 3 15,16-2 0-15,-10 0 8 0,-6 2 2 0,11-2 1 16,-11 2 1-16,7-1-7 0,-7 1 7 0,8-3-2 16,-8 3-10-16,4-6 2 0,-4 6-1 0,0 0 0 15,6-6 2-15,-6 6-9 0,0 0-8 0,1-5 9 16,-1 5-8-16,0 0-8 0,0 0-15 0,0 0-16 16,1-8-23-16,-1 8-13 0,0 0-15 0,0 0 1 15,0 0-6-15,0 0-14 0,0 0 3 0,0 0-7 16,0 0-86-16,-8 23-221 0,4-17 98 0</inkml:trace>
  <inkml:trace contextRef="#ctx0" brushRef="#br0" timeOffset="-189421.72">25754 11558 70 0,'0'0'117'0,"0"0"-3"16,-9 2-12-16,9-2 1 0,-7 2 4 0,7-2 7 0,0 0-2 15,0 0 4-15,0 0-7 0,0 0-2 0,-12-6-7 16,12 6-12-16,0 0-8 0,-6-5-8 16,6 5-6-16,0 0-7 0,0 0 1 0,-5-6-7 15,5 6-6-15,0 0-5 0,-4-6-1 0,4 6-3 0,0 0 1 16,0 0-8-16,0 0-5 0,0 0-1 0,0 0-3 15,0 0-3-15,0 0 2 0,0 0-6 0,9-10 1 16,-9 10-1-16,9-2-3 0,-9 2-2 16,12 0-4-16,-12 0-8 0,14-1-10 0,-4 2-17 0,1-1-19 15,0 2-13-15,-1 0-30 0,2-1-23 0,0-1-36 16,1 4-129-16,-1-4-300 0,2 1 133 0</inkml:trace>
  <inkml:trace contextRef="#ctx0" brushRef="#br0" timeOffset="-188346.3">26167 11246 156 0,'0'0'155'0,"0"0"-8"0,0 0-11 16,2-7-18-16,-2 7-1 0,0 0-16 0,5-6-12 0,-5 6-1 16,9-4-14-16,-3 1-4 0,4 0-5 15,1-1-12-15,-1 0-8 0,2 2-14 0,-1-1-8 16,-2 0-9-16,5 1-10 0,-8 0 2 0,1-1-9 16,0 0-4-16,-7 3 0 0,9-4-14 0,-5 0 9 0,-4 4 3 15,7-6 0-15,-7 6 2 0,4-8 0 0,-4 8-1 16,0 0 1-16,-2-10 0 0,2 10 12 15,0 0-7-15,0 0 8 0,-4-8 8 0,4 8-1 16,0 0 6-16,0 0 0 0,-5-7-5 0,5 7 6 0,0 0-7 16,0 0 6-16,0 0-1 0,0 0 4 0,0 0 1 15,-8 18 11-15,3-9 8 0,5 2 0 0,-7 1 3 16,7 0 2-16,-5 2-12 0,3 3 1 16,0-5-2-16,2 4 0 0,-2-5-1 0,2 5-2 0,2 0-5 15,-2-2-7-15,0 0 2 0,2-1-2 0,-2-3-3 16,2 0 0-16,-1 1 3 0,-1-3-8 0,0-2 5 15,0 4-5-15,0-10-4 0,-3 13 1 16,1-6 0-16,2-7-2 0,-4 9-3 0,-1-5 2 0,5-4 0 16,-9 9-4-16,2-6 0 0,1 0-5 0,6-3-1 15,-11 4-4-15,3-2-2 0,8-2 0 0,-13-2 0 16,13 2-2-16,-13-2 0 0,13 2 2 0,-12-2 5 16,6 1-5-16,6 1-1 0,0 0 2 0,-11-4 5 15,11 4 1-15,0 0-3 0,0 0 0 0,-10-1 5 16,10 1-5-16,0 0-1 0,0 0 11 0,0 0-9 15,0 0 3-15,0 0 2 0,0 0 2 0,0 0-9 16,34 6-15-16,-22-4-7 0,7-2-13 0,0 0-18 16,3 0-10-16,8-1-14 0,-9 0-13 0,9-2-5 15,-1 1-13-15,-2-1 0 0,-6 2-1 0,1-2 14 16,-2 0 12-16,1 0-1 0,1-1 10 0,-2 0 15 16,-2-1 12-16,-1-1 14 0,0-1 18 0,-2 2 15 15,-3-3 6-15,-3 2 12 0,-1 1 10 0,-2-2 14 16,0 2 16-16,-2 0 5 0,-4 5 4 0,3-11 6 15,-3 11 7-15,0-8 7 0,0 8 0 0,0 0 2 0,-5-11 3 16,5 11-1-16,-4-6-6 0,4 6-5 0,0 0-3 16,-16 2 0-16,16-2 2 0,-11 8-2 0,2 0 5 15,-1 0-3-15,-3 4-1 0,1 1-11 0,2 3-2 16,3-6-7-16,-2 4-1 0,4-2-8 0,-1 0-5 16,3-2 1-16,3 4-5 0,-2-4-4 0,4 0 3 15,1 1-8-15,1-1-7 0,0-1-11 0,4-3-9 16,0 2-2-16,1-2-6 0,3-1-11 0,-1-1-2 15,2-1-9-15,5 1 3 0,-2-4-1 0,2-2-1 16,0 1-5-16,-2-3 2 0,-2-1 7 0,-1 1 3 16,-2-2-1-16,0 1 3 0,2-3 3 0,-3 2 6 15,-3-1 2-15,-1 0 5 0,1 0 4 0,-3 2 13 16,0 0 6-16,-4 5 10 0,4-7 1 0,-4 7-3 16,4-5-5-16,-4 5-4 0,0 0-2 0,0 0 3 15,0 0 5-15,0 0 0 0,0 0-7 0,-4 25 2 16,0-16 2-16,4 3-5 0,-2-1 6 0,2-1-6 15,0 1-1-15,2 0 8 0,2-3-4 0,-2-1 2 16,0-2 0-16,2 0 3 0,3 0-5 0,-3-1 2 16,6-1 4-16,-2 0-2 0,1-2-1 0,0-1 1 0,-9 0 0 15,20-3-1-15,-13 1-2 0,3-4 2 16,-2-1-2-16,-1 1 2 0,1-1-4 0,-2-1-1 16,-2 1 2-16,0-5-4 0,-3 5-1 0,1-4-2 15,0 2-2-15,-2-4 1 0,0 4-18 0,-4-1-4 0,4 1-10 16,-3 3-12-16,3 6-8 0,-6-12-26 0,1 7-29 15,0 3-29-15,-1-3-20 0,6 5-35 16,-13-3-144-16,5 1-355 0,8 2 157 0</inkml:trace>
  <inkml:trace contextRef="#ctx0" brushRef="#br0" timeOffset="-188122.01">27235 11143 129 0,'0'0'183'0,"13"6"-4"0,-7 0-13 15,1 7-9-15,1 9-9 0,-2 3-1 0,-4 6-15 16,-5 2-11-16,-2 1-16 0,-4 14-6 0,-1-2-7 16,-4-2-12-16,1-10-11 0,-4 10-17 0,-4-2-20 15,-6-3-37-15,6-10-40 0,-4-1-30 0,-6 9-33 16,-3-2-28-16,-2-2-118 0,-4-4-275 0,7-9 121 15</inkml:trace>
  <inkml:trace contextRef="#ctx0" brushRef="#br0" timeOffset="-179635.85">20523 12446 129 0,'0'0'139'0,"-3"-9"-6"0,3 9-7 16,-2-5-7-16,2 5-9 0,0 0-15 0,-3-6-11 15,3 6-7-15,0 0-6 0,0 0-13 0,0 0 0 16,0 0-10-16,0 0-2 0,0 0-11 0,0 0 4 16,0 0-7-16,0 0 5 0,0 0-2 0,0 0 4 15,0 0-6-15,8 25-2 0,-3-14 1 0,-1-2-3 16,-1 1 2-16,3 1-8 0,-1 1 6 0,2 4-4 16,1 1 3-16,0 0 0 0,-2 1-7 0,2-3-3 15,-1 1 5-15,0 0-1 0,-2-2-3 0,3 3-7 16,-2-1 6-16,2 1-8 0,-3-6 4 0,2 3-3 15,-3-3-4-15,3-1 1 0,-2 0 0 0,-2-1 2 16,0-1-3-16,1-2-4 0,-1-1 0 0,-1 1 1 16,-2-6 6-16,4 9-9 0,-1-6 14 0,-3-3 8 15,0 0 14-15,3 6 13 0,-3-6 1 0,0 0 18 16,0 0-9-16,0 0-2 0,0 0-6 0,10-14-1 16,-7 5-9-16,0-1-4 0,0-2-6 0,3-4-1 15,-1-2-5-15,1-3-3 0,3-5 3 0,0 1-5 16,-1-2-3-16,2-1 1 0,-1 0-2 0,0 1-5 15,1 2 1-15,0 1-2 0,-1-1-5 0,0 9 2 16,-1 0-2-16,-3 4 0 0,-1 0 3 0,-2 2-5 16,1 3-2-16,-1 1-3 0,1 1 0 0,-3 5-2 0,0 0 1 15,4-8-3-15,-4 8 0 0,0 0-1 16,0 0 4-16,0 0-11 0,0 0-9 0,-12 25-22 16,8-13-22-16,-2 2-32 0,-2 2-35 0,1 1-17 15,2 2-27-15,0 0-24 0,2 0-122 0,0-1-349 0,2 0 155 16</inkml:trace>
  <inkml:trace contextRef="#ctx0" brushRef="#br0" timeOffset="-179233.75">20983 12765 60 0,'-4'6'148'0,"-1"0"0"0,0 2-2 0,-2 1-21 0,1-2-6 16,1 3-4-16,0-1-6 0,0 1-12 0,1 1-6 16,0 1-8-16,1-2-7 0,1 2-3 15,-1 0-6-15,3-2-7 0,0 1-1 0,3-2-3 16,-1 1-3-16,2-2-1 0,0 0-3 0,1-2 2 16,2 0 0-16,3-2-1 0,0 0 0 0,0-1-1 0,4-3 0 15,3 0-10-15,1 0 5 0,-2-4-1 0,2 0-4 16,1-1-1-16,-2-3 1 0,1-1-2 0,-4 0 8 15,1 0-3-15,-4 2 0 0,-5-1 1 16,2-3 2-16,-2 0-5 0,-1 1-4 0,-2-3-5 0,-5 1-6 16,-2-2 6-16,-3-1-9 0,-2 1-4 0,0 2-2 15,-5 0 1-15,-1-1-3 0,-3 2 0 0,1 4-4 16,1 0-4-16,-2-1 5 0,0 5-7 0,1-1 2 16,2 3-2-16,2 0 1 0,-1 1-4 15,2 1 3-15,0 1-10 0,3 2-8 0,-2-1-17 0,1 3-20 16,4-2-33-16,-1 3-22 0,2 1-31 0,1-1-51 15,3 0-192-15,-1 2-412 0,2-2 182 0</inkml:trace>
  <inkml:trace contextRef="#ctx0" brushRef="#br0" timeOffset="-178984.72">21577 12723 107 0,'0'0'232'0,"0"0"-24"0,4-6-18 0,-4 6-14 16,0 0-11-16,5-4-9 0,-5 4-11 0,9-1-7 16,-1 0-12-16,3-1-14 0,2 1-9 0,5 0-9 15,1 1-9-15,1 0-5 0,2 0-24 0,5 0-25 16,-8-2-37-16,-1 2-52 0,-5 2-38 0,2-2-55 15,-3 1-165-15,-1 2-342 0,-2-3 151 0</inkml:trace>
  <inkml:trace contextRef="#ctx0" brushRef="#br0" timeOffset="-178806.26">21582 12854 206 0,'0'0'202'0,"-5"4"-10"0,5-4-8 0,0 0-4 16,0 0-18-16,0 0-10 0,17 5-17 0,-5-4-16 16,5 1-10-16,2-2-20 0,0 3-39 0,2-3-54 15,6 0-51-15,-1 0-59 0,-5 0-155 0,7-3-289 16,-6-1 129-16</inkml:trace>
  <inkml:trace contextRef="#ctx0" brushRef="#br0" timeOffset="-177470.83">22524 12580 102 0,'-6'-9'157'0,"6"9"3"0,-4-9-14 16,3 4-10-16,1 5 4 0,-3-7-10 0,3 7-6 16,0 0-8-16,-7-7-11 0,7 7-11 0,0 0-11 15,0 0-8-15,-3-6-8 0,3 6-9 0,0 0-6 16,0 0-5-16,0 0-3 0,0 0-10 0,11 17 7 0,-4-9 2 16,-1 2-4-16,4 1 6 0,-2 3-5 15,1 0-1-15,1 1-2 0,0-1-5 0,-1 3-1 16,3-2-2-16,-1 1 1 0,0 0-10 0,-1-2 10 15,-1 2-1-15,0-2-7 0,1 3-6 0,-3-3 6 0,4-1-3 16,-5-2-1-16,-1 0-3 0,3-2 0 16,-2 0 1-16,1 2-3 0,0-4-2 0,-2-1-2 0,0 1 1 15,-2-1 0-15,0 0-4 0,-3-6 4 16,6 6-3-16,-3-2 3 0,-3-4 0 0,4 5 10 16,-4-5 12-16,0 0 13 0,7 4 17 0,-7-4-7 0,0 0 0 15,0 0-1-15,0 0-6 0,0 0-5 0,0 0 1 16,6-18-4-16,-6 13-6 0,2-7 1 15,-1 2-8-15,2-3-1 0,-2-3-2 0,3-1-5 16,-2 0-3-16,0-1 1 0,0 0-2 0,3-6-1 0,0 5-1 16,-2-1-7-16,1-5 0 0,0 6 5 0,1-7-3 15,-1 8-2-15,-1 0-2 0,2 2 3 0,-1 1-2 16,0 5 0-16,-3 0-3 0,1 3 1 16,-2 7-4-16,4-10 0 0,-3 5-4 0,-1 5 4 15,1-7-13-15,-1 7-10 0,0 0-11 0,0 0-8 0,0 0-5 16,0 0-25-16,0 0-5 0,0 0-29 0,3 24-28 15,-2-12-23-15,-2 4-24 0,1 0-27 16,1 2-172-16,-1 0-411 0,1 0 182 0</inkml:trace>
  <inkml:trace contextRef="#ctx0" brushRef="#br0" timeOffset="-177155.66">23114 12796 33 0,'0'0'186'0,"0"0"-10"0,-2-9 8 0,2 9-9 15,0 0-11-15,-6-6-6 0,6 6-10 0,-9-2-7 16,9 2-11-16,-13-2-15 0,4 2-10 0,-1 2-14 16,-1 1 4-16,-3 1-9 0,0 2-6 0,-2 3-6 15,2 1-4-15,-2-1-3 0,5 3-6 0,-4-1-5 16,3 2-4-16,3-1-5 0,0-1 0 0,0 4-11 15,1-2 0-15,3-4 0 0,3 2-3 0,-3-2-6 16,5 4 0-16,0-4-4 0,1 1-1 0,3-3 0 16,0 3-1-16,2-2 0 0,0-1-4 0,2-2-10 15,6 5-17-15,-1-4-34 0,5-2-39 0,-2-2-35 16,5 2-38-16,0-1-28 0,0-4-38 0,-2 4-120 16,4-6-371-16,-2 0 164 0</inkml:trace>
  <inkml:trace contextRef="#ctx0" brushRef="#br0" timeOffset="-176884.56">23538 12830 199 0,'0'0'227'16,"-12"-4"-11"-16,4 4-7 0,8 0-5 0,-16 0-9 15,4 2-9-15,0 2-8 0,-4 3-8 0,-2 0-16 16,1 2-9-16,1 0-10 0,1 2-8 0,-2-1-8 15,3 3-4-15,0-2-13 0,1 2-7 16,5-5-8-16,0 3-8 0,1 0-3 0,3 1 1 0,2-3-16 16,0 4-2-16,2-3-5 0,0-1-4 0,4-1-4 15,1 2-4-15,2-1-3 0,2-2-7 0,4 3-2 16,-1-5 0-16,5 3-4 0,2-5-4 0,0 0-24 16,9 0-17-16,-6-2-35 0,0 0-45 0,0-2-51 15,-1 1-51-15,9-3-45 0,-9 2-224 0,1-1-508 16,0-2 225-16</inkml:trace>
  <inkml:trace contextRef="#ctx0" brushRef="#br0" timeOffset="-173147.22">24058 12821 60 0,'0'0'159'16,"0"0"-4"-16,0 0-9 0,0 0-7 0,4-4-8 15,-4 4-6-15,0 0-11 0,0 0-8 0,0 0-7 16,0 0-8-16,0 0-8 0,0 0 0 0,0 0-3 16,0 0 0-16,0 0-5 0,0 0-2 0,0 0-7 15,0 0 0-15,0 0 0 0,0 0-4 0,0 0 2 16,0 0-3-16,0 0 2 0,0 0 4 0,0 0-6 15,0 0 16-15,0 0-1 0,0 0-4 0,0 0 2 16,0 0-4-16,0 0-7 0,0 0-3 0,0 0-5 16,0 0-5-16,0 0-4 0,0 0-5 0,0 0-2 15,0 0-9-15,0 0-2 0,11-4-1 0,-3 2-5 16,5 0 0-16,6-3-1 0,2 1-4 0,7-2-1 16,4 1 0-16,-6 0-3 0,2 0-1 0,-1-1 2 15,-4 2 5-15,-3 1-13 0,-7 2 1 0,2-2-1 16,-3 1-1-16,0 1 0 0,-2-2 0 0,-2 2 4 15,-1 0-3-15,-7 1 3 0,10-1-4 0,-10 1 9 16,8-2-3-16,-8 2 4 0,0 0-2 0,9-1 6 16,-9 1-7-16,0 0-2 0,0 0 0 0,0 0 7 15,0 0-9-15,0 0 0 0,0 0-5 0,0 0-8 0,0 0-15 16,0 0-25-16,0 0-42 0,0 0-51 16,-23 12-63-16,16-11-59 0,0 5-207 0,3-2-507 15,-3 0 225-15</inkml:trace>
  <inkml:trace contextRef="#ctx0" brushRef="#br0" timeOffset="-172641.62">24937 12551 73 0,'-8'-2'136'15,"8"2"-2"-15,-11-4-8 0,6 0-6 0,5 4-6 16,-12-4-4-16,4 4-4 0,8 0-3 0,-11-2-12 16,11 2 0-16,-12-3-6 0,12 3 2 0,-8-2-10 15,8 2-3-15,-7-2-6 0,7 2-2 0,0 0-7 16,0 0-6-16,0 0-2 0,0 0-6 0,-11-1-3 15,11 1-1-15,0 0-6 0,0 0-1 0,0 0 1 16,0 0 2-16,0 0 1 0,0 0-2 0,26-2-5 16,-9 0-2-16,5 0 0 0,7 0 1 0,3 0-6 15,0 0-5-15,1 0-3 0,-2 0-1 0,0-1-16 16,-3 2-2-16,-9-1-22 0,0 1-32 0,-1-2-27 16,-5 5-29-16,-4-2-26 0,0 0-19 0,-9 0-12 15,10 2-99-15,-10-2-290 0,0 0 128 0</inkml:trace>
  <inkml:trace contextRef="#ctx0" brushRef="#br0" timeOffset="-172159.59">25019 12507 110 0,'0'0'168'0,"0"0"-7"0,-7-3-8 0,7 3-13 15,0 0-6-15,0 0-21 0,0 0-14 0,0 0-3 16,0 0-1-16,-2 14 3 0,2-14-7 0,2 18-3 15,-2-5 3-15,2 4-8 0,0 2-1 0,0-1-6 16,-1 1-8-16,1 2-6 0,-2-4-4 0,0 2 10 0,3-3-4 16,-1 1-7-16,0 0-10 0,-2-3-2 15,2-1-5-15,-2-2-3 0,1 1-2 0,1-4-5 16,0 3-1-16,-2-1-4 0,2-4-2 0,-2-6-4 16,2 11 3-16,-1-6-7 0,-1-5 3 0,0 10-6 0,0-10 5 15,0 0-6-15,-1 9 3 0,1-9-3 0,0 0 3 16,0 0-2-16,1 7 1 0,-1-7-4 15,0 0 0-15,0 0 1 0,0 0 1 0,0 0-7 16,-12-1 1-16,12 1 1 0,0 0-7 0,-16-5 2 0,16 5-3 16,-13-4 2-16,8 2 0 0,5 2-3 0,-15-7-1 15,10 7 1-15,-3-3-1 0,8 3 1 0,-14-4-2 16,9 2 2-16,5 2-1 0,-10-3 1 16,2 0 0-16,8 3 2 0,-7-2-1 0,7 2 0 15,0 0 2-15,-12 0-1 0,12 0-5 0,0 0 2 0,-6-3-1 16,6 3 1-16,0 0-1 0,0 0 0 15,0 0 0-15,0 0 1 0,0 0 1 0,0 0 2 0,0 0 2 16,0 0-2-16,0 0 0 0,0 0 2 0,19 13-1 16,-10-11 0-16,2-1-2 0,2 2 1 0,5-2-4 15,1 1-14-15,2-1-22 0,0 0-33 0,1 1-22 16,0-2-37-16,5 1-28 0,-8-1-29 0,0 1-143 16,-1-2-359-16,1 0 160 0</inkml:trace>
  <inkml:trace contextRef="#ctx0" brushRef="#br0" timeOffset="-171871.96">25412 12798 131 0,'0'0'195'0,"0"0"-10"0,0 0-9 15,0 0-4-15,0 0-3 0,0 0-10 0,-9-12-7 16,9 12-14-16,0 0-13 0,-10-4-11 0,10 4-12 15,-13 2-3-15,13-2 0 0,-17 6-7 0,5-2-4 16,2 0-4-16,-2 2-9 0,3 1-7 0,0 0-6 16,0 1-8-16,2-1-3 0,-2 3-5 0,2 0-4 15,2-2-3-15,2 0-4 0,-3 2 0 0,5-3-4 16,0 1-4-16,1-8 0 0,2 17-4 0,4-9-1 16,-2-3 5-16,5 1-17 0,2-1-15 0,1 0-27 15,5-2-34-15,-3 0-32 0,8 0-42 0,0-3-29 16,-1-2-34-16,-3 0-171 0,2 0-405 0,-1-1 180 15</inkml:trace>
  <inkml:trace contextRef="#ctx0" brushRef="#br0" timeOffset="-171522.18">25912 12568 40 0,'-2'-10'259'0,"2"10"-15"16,-2-7-7-16,2 7-7 0,0 0-11 0,-4-11-8 15,4 11-17-15,0 0-15 0,0 0-21 0,-2-7-15 16,2 7-17-16,0 0-13 0,0 0-11 0,0 0-11 16,0 0-2-16,0 0-7 0,0 0-3 0,0 28-6 15,-3-16 0-15,2-2-6 0,0 5-7 0,-1 4 3 16,2-3-12-16,-4 1-1 0,4 2-4 0,-2-2-3 15,2-2-3-15,0 2-6 0,-3-2-4 0,3-2-3 16,-2 3-1-16,2-5 3 0,-1 2-9 0,1-1 1 16,0-3-3-16,-2 2-3 0,4-3-4 0,-4 2-11 15,2-2-12-15,0 1-18 0,2-1-27 0,-2-8-22 16,-2 14-21-16,2-10-22 0,0-4-30 0,-2 7-29 16,2-7-17-16,0 0-18 0,0 9-9 0,0-9-146 15,0 0-401-15,0 0 178 0</inkml:trace>
  <inkml:trace contextRef="#ctx0" brushRef="#br0" timeOffset="-171130.82">25841 12571 119 0,'7'-9'167'15,"5"-4"-12"-15,-1 1 0 0,-1 3-7 0,4 1-4 16,-1 2-8-16,4 0-10 0,-4 1-11 0,-2 2-6 15,2 3-10-15,0 0-7 0,-1-2-4 0,-3 5-7 16,2 3-4-16,-3 0-8 0,-2 1 0 0,0 3 0 0,-5 0-4 16,1 3-2-16,-5-2-5 0,-1 5 3 15,-4-1-6-15,-2 1-2 0,-3-3-4 0,0 2-5 16,-4-2-3-16,1-1-3 0,1 0-9 0,-3-2 1 16,4-2-2-16,-1 2-4 0,3-3 3 0,2-1-6 15,0-1-1-15,1-2-2 0,3-1-1 0,1 1 0 16,-1 0-2-16,6-3-1 0,-8 3 0 0,8-3 2 15,0 0-1-15,-8 4 3 0,8-4-3 0,0 0-1 16,0 0 2-16,0 0-4 0,0 0-1 0,0 0-3 16,0 0-2-16,0 0 0 0,0 0-1 0,0 0-2 0,24 3 1 15,-15 0 0-15,0-1-3 0,0 1 4 16,1 1-1-16,0 1 3 0,2 0-4 0,-1 1-9 16,7 0-16-16,-4 2-26 0,4-1-38 0,-1 1-46 15,-3-1-35-15,-1-3-39 0,-1 0-182 0,1-1-420 16,0 1 186-16</inkml:trace>
  <inkml:trace contextRef="#ctx0" brushRef="#br0" timeOffset="-170797.62">26247 12754 186 0,'1'-8'225'15,"-1"8"-3"-15,6-5-6 0,-6 5-9 0,3-5-8 16,-3 5-23-16,0 0-14 0,0 0-21 0,0 0-12 15,0 0-8-15,0 0-3 0,0 0-10 0,0 0 5 16,0 0 6-16,0 0 3 0,0 26-7 0,2-17-5 0,-4 2-6 16,2-1-3-16,-3 1-5 0,1 1-10 0,0 0-5 15,-1-2-3-15,3 2-4 0,0 0-6 16,0-1-5-16,-2-1-4 0,0 2-9 0,2-1 5 16,0 0-9-16,0 0-4 0,0-2 4 0,0 1-10 0,0-3 1 15,0-7-2-15,0 13-9 0,0-8-2 16,0-5 0-16,4 11-4 0,-4-11 5 0,0 0 1 15,3 13-1-15,-3-13-8 0,4 6 6 0,-4-6 0 16,10 4-1-16,-10-4 1 0,17 2-5 0,-5-2-5 16,5-2-5-16,4 2-21 0,2-4-39 0,4-3-35 0,2 2-46 15,4-2-44-15,-1 0-71 0,4-2-58 0,0-3-236 16,15-2-586-16,-13 4 260 0</inkml:trace>
  <inkml:trace contextRef="#ctx0" brushRef="#br0" timeOffset="-159121.58">21966 13680 116 0,'-9'-1'168'0,"9"1"-2"0,0 0-7 0,0 0-9 16,-9 0-11-16,9 0-15 0,0 0-7 0,0 0-6 15,-8-3-10-15,8 3-8 0,0 0-12 0,0 0-7 0,0 0-7 16,0 0-3-16,0 0-5 0,19-13-11 0,-12 9-2 15,4-1-3-15,1-1-4 0,3 1-5 16,3-1-5-16,-3-2 1 0,-2 2-6 0,-2 0-3 0,2 0-1 16,-3-1 1-16,2-1 0 0,-1 2-5 0,-3-1-1 15,0 0 0-15,1 0-3 0,-2 1 13 0,-3 0 2 16,1-2-4-16,-1 2-1 0,-1-2 0 16,-3 8-2-16,5-11 3 0,-4 5 5 0,2 0-3 0,-3 6-3 15,-2-11 1-15,2 11 0 0,-2-9-1 16,2 9 10-16,-3-9 1 0,3 9-5 0,0 0 3 0,-3-8-6 15,3 8-2-15,0 0-6 0,0 0 0 0,-4-6-4 16,4 6-4-16,0 0 2 0,0 0-2 16,0 0-1-16,-12 18 1 0,7-10-1 0,-1 2-1 0,2 1-1 15,-1 1-1-15,0 0 0 0,2 1 0 0,0-2 0 16,-1 0 8-16,6 0-9 0,-1 1 1 0,0-2 0 16,2 1 2-16,1 0-4 0,0 0-11 0,0-2-26 15,1 1-22-15,5-2-33 0,-1-1-42 0,0 0-33 16,1-3-39-16,0 1-162 0,-3-2-394 0,4-3 174 15</inkml:trace>
  <inkml:trace contextRef="#ctx0" brushRef="#br0" timeOffset="-158737.95">22442 13425 144 0,'-11'-4'171'0,"11"4"-10"15,-10-3-13-15,10 3-9 0,0 0-9 0,-13 7-5 16,5 0 7-16,4 4-4 0,-3 3 0 0,0 4-6 16,-2 6-3-16,3 1-5 0,-2 1-12 0,2 3-8 15,2-1-7-15,-1-1-12 0,0 1-4 0,4 2-8 16,-3-2-2-16,1-1-7 0,2-1-4 0,5-1-2 16,-6-1-7-16,1-5-6 0,1 0-3 0,0 0-16 15,0-2-18-15,0-1-25 0,-1-1-41 0,-1-1-43 16,0-5-50-16,2 1-30 0,-1-1-148 0,-5-1-367 15,3-3 164-15</inkml:trace>
  <inkml:trace contextRef="#ctx0" brushRef="#br0" timeOffset="-158590.33">22270 13730 18 0,'9'-5'112'0,"3"2"-5"15,4 1-7-15,3 0-18 0,3-1-28 0,8-1-40 16,1 2-45-16,-2-3-45 0,-2 2-83 0,6-1 37 16</inkml:trace>
  <inkml:trace contextRef="#ctx0" brushRef="#br0" timeOffset="-157867.29">22888 13537 121 0,'0'0'130'0,"13"-4"-7"16,-1 1-16-16,-1 1-9 0,8 1-16 0,3-2-4 0,-4 2-18 15,4 0-19-15,-1 1-16 0,-1-1-23 0,-3 1-15 16,-5 0-18-16,3 0-8 0,-5 1-8 0,-2-1-3 16,-8 0-4-16,14 1 15 0,-14-1 7 0,8 0 4 15,-8 0 7-15,0 0 3 0,0 0 8 0,0 0 4 16,0 0 6-16,0 0 8 0,0 0 6 0,0 0 6 15,0 0 7-15,-32 7 3 0,32-7 0 0,-13 3 9 16,13-3 4-16,-10 7 1 0,5-2 10 0,5-5 11 16,-7 14-3-16,3-4 16 0,2 0 3 0,1 2-1 15,-1 4 21-15,2-2-2 0,2 1-12 16,-1 2-7-16,0 2 9 0,0-2-7 0,1 2-6 16,-1-2-1-16,0-1-4 0,1 2-8 0,-1-4-6 0,1 0-3 15,0 1-5-15,-1-3-3 0,-1 0-5 0,1-2-7 16,-1-1 0-16,0-9-4 0,-1 12-1 0,-2-4-4 15,3-8 0-15,-6 8-2 0,2-4-5 0,-1 1 0 16,5-5-3-16,-14 3-2 0,6-2-1 0,-3-1 0 16,1 0-4-16,10 0 1 0,-16-1-3 0,9-3-2 15,7 4 10-15,-12-5-10 0,7 2 0 0,0-1 0 16,5 4-2-16,-9-3 3 0,9 3-6 0,-5-4 0 16,5 4-3-16,0 0 3 0,0 0 6 0,0 0-8 15,0 0 1-15,0 0 2 0,0 0 2 16,0 0-2-16,27 1 2 0,-16-1-2 0,3 3-8 0,7-3-10 15,-3 0-20-15,5 2-29 0,-2-2-26 0,7-2-25 16,-2 1-20-16,2-1-9 0,-6 1-9 0,7-1-9 16,-7 0 19-16,0-2 0 0,-1 2 18 0,9-3 15 15,-9-1 11-15,-1 1 11 0,-1-3 6 16,0 5 12-16,-2-6 8 0,-7 4 14 0,1-4 11 0,-3 4 19 16,-1-2 10-16,-2-2 11 0,0 1 14 0,-5 8 15 15,2-11 9-15,-2 11 24 0,-1-11-4 0,1 11 11 16,0 0 5-16,-10-15 7 0,5 13 7 0,0-1 1 15,5 3 3-15,-15-1 2 0,15 1 8 0,-17 4 4 16,6-1 8-16,4 3-6 0,-4 1-7 0,2 1 3 16,-3 6-7-16,2-1-2 0,0 0-3 0,3-2-11 15,2-1-3-15,1 2-13 0,1 0 0 0,2-2-9 16,2 2-3-16,2-2-2 0,1 1-8 0,3-4-16 16,4 1-15-16,0 0-13 0,6-4-27 0,1 1-26 15,2-1-35-15,0-1-25 0,1-3-25 0,-1 1-23 16,1-4-19-16,-1 2-15 0,1-3-109 0,-3 1-328 15,1-3 146-15</inkml:trace>
  <inkml:trace contextRef="#ctx0" brushRef="#br0" timeOffset="-157712.62">23812 13741 70 0,'12'-2'179'0,"-12"2"2"0,10-2-23 0,-10 2-7 15,15-1-15-15,-3-1-12 0,-12 2-9 0,25 2-11 16,-12-1-13-16,4-1-16 0,-6 4-28 0,0-2-23 15,1 0-40-15,-4 0-19 0,1 2-21 16,-9-4-18-16,14 6-13 0,-10-1-12 0,-4-5-83 16,4 13-196-16,-6-7 87 0</inkml:trace>
  <inkml:trace contextRef="#ctx0" brushRef="#br0" timeOffset="-157581.79">23912 13847 59 0,'0'0'74'0,"-10"6"6"0,5-2 4 0,5-4-6 15,-8 9-6-15,8-9 8 0,-5 5-12 0,5-5 3 16,0 0-4-16,0 0-1 0,0 0-10 0,10 12-5 15,-10-12-3-15,19 2-11 0,-1-4-19 0,4-2-24 16,5 0-29-16,1-2-19 0,2 2-19 0,1-4-68 16,0 0-151-16,1-2 67 0</inkml:trace>
  <inkml:trace contextRef="#ctx0" brushRef="#br0" timeOffset="-157269.53">24444 13672 132 0,'0'0'146'16,"0"0"-2"-16,2-10 0 0,-2 10-7 0,0 0-8 15,0 0 1-15,0 0 5 0,0 0-6 0,0 0 10 16,-23 11-1-16,17-4-10 0,-1 3-5 0,0 1-7 16,0 3-2-16,1-2-4 0,-1 2-12 0,2 1-6 15,1-3-8-15,2 0-10 0,2 0-4 0,5 0-7 16,-2 0-3-16,0 0-1 0,6 0-7 0,1-2 2 16,3-2 6-16,2 0-4 0,11-1 1 0,-12-1-6 15,-2-2-3-15,2-2-6 0,0-1 1 0,-1-1 0 16,1-3-3-16,-4-1 0 0,3 1-1 0,0-2-5 15,-2-1 2-15,2-2-5 0,-5 1 0 0,-2-4-5 16,0 0-2-16,-2-1 0 0,0-2-3 0,-5-1-6 16,-2 4-1-16,-2-4-3 0,-1 1 1 0,-3 1-2 15,1 1-2-15,-2 3-1 0,1 1-7 0,-6 0-14 16,-1 2-15-16,-3 4-23 0,0 0-21 0,-3 7-30 16,2 0-44-16,-7 2-54 0,8 0-56 0,-7 7-202 15,7-3-495-15,4 0 219 0</inkml:trace>
  <inkml:trace contextRef="#ctx0" brushRef="#br0" timeOffset="-156333.78">20826 14347 39 0,'0'0'199'0,"-4"-7"-10"0,4 7-29 16,0 0-11-16,-4-8-20 0,4 8-14 0,0 0-6 0,0 0-11 15,0 0 1-15,0 0 12 0,0 0-11 16,20 21-12-16,-11-8 6 0,3 0-11 0,0 1-2 16,1 2-9-16,4 5 0 0,-2 3-9 0,3-5-5 15,-4 6 0-15,3-4-7 0,-4-6-4 0,-1 1 0 16,-1-1-7-16,0 0-4 0,2 0-8 0,-4-1 0 0,0 0-2 16,-3-6 1-16,3 2-4 0,-2 2-3 15,-1-4-1-15,-2-1-2 0,0 2-2 0,2-4-1 16,-2 0 0-16,0-1-1 0,-2 1 2 0,-2-5-2 15,4 6 8-15,-4-6 16 0,0 0 17 0,0 0-2 16,8 0-2-16,-8 0-4 0,6-10-1 0,0 1-10 16,0-1-1-16,1-7 0 0,-2 0-7 0,2-1 1 0,2-8-5 15,0 2 2-15,-2 0-3 0,3-1-3 16,-2-2-3-16,-1 4 0 0,-3-2-4 0,4 0-3 16,0 1 1-16,-4 6-1 0,0-1-1 0,2 5-3 15,-2-1-2-15,1 4 1 0,-2 3 1 0,-1 2-2 0,1 0-3 16,-3 6-9-16,4-7-10 0,-4 7-15 0,5-3-17 15,-5 3-25-15,0 0-17 0,6 12-39 16,-6 0-37-16,3-2-29 0,-3 2-38 0,-3 5-147 16,1-1-414-16,-1 2 183 0</inkml:trace>
  <inkml:trace contextRef="#ctx0" brushRef="#br0" timeOffset="-155973.39">21350 14612 52 0,'-6'9'170'0,"0"1"-7"0,1 0-11 0,-3 5-2 0,2 2-9 15,2-1-13-15,1-5-14 0,2 1-8 16,0 6 0-16,0-4-9 0,2 3-12 0,1-2-6 16,2 0-3-16,0-4-3 0,4-1-2 0,-2-1 3 15,3 0-6-15,0-3 0 0,3-1-3 0,0-1 2 16,4-1-1-16,2-2 1 0,-4-1-5 0,4-1-3 15,-1-2-3-15,1-3 1 0,0 0-2 0,0-2-3 16,-4-3 1-16,0-1-2 0,-1 1-5 0,-4 1-2 16,0-4-3-16,0-1-2 0,-3 0 2 0,-3-1-12 15,-2-1-3-15,-2 2-6 0,-3-1 1 0,-1 0-6 16,-4 2 1-16,-3 1 1 0,0 1-6 0,-4-1-2 16,1 2-1-16,-3 2 1 0,1 1-3 0,0 2-1 15,0 3-2-15,0 4-3 0,3 1-6 0,2-1-14 16,-3 3-2-16,3 1-26 0,0 1-26 0,2 3-34 15,2-1-24-15,3 3-33 0,1 0-38 0,0 2-183 16,4 0-417-16,0-13 185 0</inkml:trace>
  <inkml:trace contextRef="#ctx0" brushRef="#br0" timeOffset="-155788.02">21932 14626 50 0,'0'0'147'0,"16"-2"-18"0,-5 1-7 16,1 1-16-16,-12 0-21 0,21-1-14 15,-10 1-33-15,-1 3-25 0,-10-3-28 0,13 5-17 16,-13-5-13-16,7 7-13 0,-7-7-45 0,5 10-109 16,-5-10 49-16</inkml:trace>
  <inkml:trace contextRef="#ctx0" brushRef="#br0" timeOffset="-155644.92">22011 14704 59 0,'0'0'88'0,"-8"7"2"0,8-7-8 16,-9 6 2-16,9-6 1 0,-7 6 1 0,2-2-4 16,5-4 0-16,-4 7-8 0,4-7 5 0,-5 5-3 15,5-5-4-15,0 0-3 0,0 0-5 0,0 0-5 16,0 0-9-16,16 11-1 0,-16-11-14 0,17 4-26 16,-4-5-38-16,0 1-53 0,6-3-38 0,2 5-71 15,-1-4-206-15,1 0 91 0</inkml:trace>
  <inkml:trace contextRef="#ctx0" brushRef="#br0" timeOffset="-155195.62">22598 14456 197 0,'-2'-6'226'0,"2"6"-26"16,-4-7-20-16,4 7-16 0,-4-7-23 16,4 7-9-16,0 0-15 0,0 0 6 0,0 0 1 0,0 0-12 15,15 26 2-15,-7-12-9 0,3 4-1 0,-2 6-4 16,2 3-7-16,0 1-9 0,-2-2-12 0,0-1 0 16,-3-8-7-16,1 3-6 0,0-4-7 0,1 3-2 15,-1-3-4-15,-1 0-1 0,-1-4-4 0,0 0-2 16,-1-2 4-16,1 0-10 0,-1-3-6 15,0 0 6-15,-2 0 0 0,2-2-11 0,-4-5 4 0,4 7-2 16,-4-7 9-16,4 7 6 0,-4-7 4 0,0 0 4 16,0 0 4-16,0 0-2 0,0 0-5 0,13-10-9 15,-9 0 3-15,3-1-6 0,1-3-2 0,3-3-4 16,-1 0-8-16,1-8-2 0,2 3 3 0,2-3-2 16,-2 3-6-16,2-4 0 0,-1 4 2 15,3-3-2-15,-5 0 0 0,2 5 2 0,-2-3-7 0,-3 6 2 16,1 2-7-16,-2 6-1 0,-3-1-1 0,0 2-8 15,-1 3-20-15,0-1-25 0,-4 6-28 0,5-6-3 16,-5 6-19-16,0 0-12 0,0 0-22 0,0 0-32 16,7 25-39-16,-10-10-34 0,-1 4-171 15,-5 0-448-15,1-1 199 0</inkml:trace>
  <inkml:trace contextRef="#ctx0" brushRef="#br0" timeOffset="-154923.8">23166 14699 188 0,'0'0'203'0,"0"0"0"0,0 0-9 0,0 0-4 0,-4-10-7 16,4 10-4-16,0 0-17 0,-14 1-11 0,14-1-8 16,-17 8-9-16,5-2-8 0,-1 4-7 15,0 1-8-15,0-5-10 0,0 8-1 0,-1-1-12 16,3 1-6-16,0 0-8 0,5 2-3 0,-2-2-10 15,2 0 0-15,2 1-7 0,2-5-6 0,-1 2-5 0,3 0-4 16,1-2 0-16,3-1-8 0,1 1 2 0,2-2-4 16,4-2-18-16,-1-1-30 0,8 0-40 15,-1 1-43-15,1-4-50 0,1-1-60 0,1-2-36 16,1 1-163-16,-8-2-443 0,8-1 196 0</inkml:trace>
  <inkml:trace contextRef="#ctx0" brushRef="#br0" timeOffset="-154686.06">23654 14665 80 0,'-8'-3'226'0,"-5"2"1"0,2 2-4 16,-7 3-1-16,-1-1-9 0,-2 5-6 0,-4 4-13 0,2 1-10 16,-3 3-15-16,3-1-3 0,2 4-22 15,5-5-17-15,2-1-9 0,3 4-11 0,2-1-9 16,2 1-13-16,4-1-5 0,3-4-10 0,1-1 3 15,4 3-12-15,1-3-4 0,4 1-5 0,4-1-14 16,2-4-10-16,3 1-27 0,-2-2-18 0,4 0-31 16,-5-1-32-16,-2-2-32 0,-1 0-55 0,-1 1-35 0,-2-3-19 15,-2 1-180-15,-8-2-434 0,0 0 192 16</inkml:trace>
  <inkml:trace contextRef="#ctx0" brushRef="#br0" timeOffset="-154145.12">20382 14376 135 0,'0'0'136'0,"0"0"6"15,0 0 0-15,0 0 2 0,4 40 1 0,-3-12-4 0,-1 5-5 16,1 17-1-16,1 0-6 0,-6 4-8 0,0-3-8 15,1 4-27-15,1-3-3 0,1-1-10 0,-1-5-6 16,1-12-2-16,2 1-10 0,2-1 0 0,2-4-6 16,-1-1-5-16,0 0-2 0,1-3-7 15,-1-8-3-15,-2 1-2 0,6 0 0 0,-6 1-2 0,4-5-11 16,-1 2-20-16,-3-6-20 0,2 1-27 0,-3-5-35 16,2 4-37-16,1-6-26 0,0 1-18 0,-4-6-137 15,0 0-327-15,5 6 146 0</inkml:trace>
  <inkml:trace contextRef="#ctx0" brushRef="#br0" timeOffset="-153031.62">20541 14298 79 0,'9'-2'98'0,"10"-2"-5"0,10 1-3 0,6-2-7 16,18 0 2-16,0 2-12 0,7-3-1 0,2 4 6 15,29-2-16-15,-27 2-8 0,27-1-1 16,-26 2 0-16,1-2 0 0,26 1-10 0,-27 0-6 16,1 2 5-16,28-1-14 0,-31 2 2 0,30-2-6 15,-3 1 3-15,6-3-5 0,-2 0 5 0,6 0-13 16,4-1-5-16,0 2 4 0,-2-2-3 0,0 0 3 0,-4 0-3 15,0-1 2-15,-3 2 0 0,-6-3-2 16,1 5 0-16,2-2 0 0,-28 3-1 0,25-4-2 16,-25 1 3-16,1 1-1 0,0 1-1 0,2 2 9 15,-3 1 2-15,-2-2-3 0,-2 0 0 0,0 3-2 0,-5-3 3 16,-1 1 1-16,-3 2-10 0,-11 1 16 16,-2 1-12-16,-3-3-1 0,0 0 0 0,-1-1-5 15,-1 2 4-15,-5-1-2 0,-6 0-5 0,-2-1 4 16,-3 1-4-16,1-1-1 0,-6-1 5 0,1 0-2 15,0 0 1-15,1 0 2 0,-2-1 0 0,-1 1 0 16,0-2 0-16,1 1-1 0,1 0 7 0,-2-2 0 0,2 3-11 16,1-1 8-16,-1-1-4 0,1 1 0 15,-1 0 3-15,1-1 3 0,-1 2-12 0,-3-3-2 16,5 3 0-16,-15 0-1 0,23-3 8 0,-12 3 2 16,0-1-1-16,-11 1-1 0,22-1-3 0,-15 2 6 15,-7-1-2-15,21-1 2 0,-11 3 0 0,-10-2 0 0,19 3 2 16,-12-1-8-16,0-1 0 0,4-1 1 0,-5 1-5 15,-6-1 6-15,11 3-7 0,-6 0 4 0,-5-3-2 16,9 7 6-16,-4-2 6 0,1 0 8 16,-3 1-4-16,1 0 4 0,0 4-1 0,-1 2 2 15,0 1-1-15,0 2 4 0,-2 1 7 0,-1 3 4 0,0-1-4 16,-1 5-4-16,0 3-1 0,-1-6-4 16,-3 5 6-16,4 4-6 0,-3 1 7 0,2 0 2 15,-2-1 5-15,1 3-10 0,-1-4 3 0,2 0-5 16,2-2-3-16,-4 2 4 0,0-1 5 0,2 1-4 15,2-5 2-15,-3 5-2 0,1-3-1 0,0 0-1 16,2 0 2-16,0-6 8 0,3 7-3 0,-2-7-9 0,-1 7 2 16,3-2 0-16,-1-5-2 0,2 0-5 0,-3-1 0 15,2 2-3-15,1-4 0 0,0 2-2 16,-2-1-2-16,2 1 1 0,1-3 1 0,-1 3 4 16,0-5 0-16,-2-3-11 0,3 5 4 0,-3-3-4 15,0 0-2-15,0-2 1 0,-1-1 2 0,-1 4-4 16,0-4 2-16,-3 0-2 0,2 0-2 0,-2-3 5 15,-2 2 1-15,-2 1-2 0,-2-1 1 0,-5 0-6 16,-2 1 4-16,1-1 2 0,-3 0 0 0,3-4-4 16,-6 2 2-16,0-1-3 0,-6 0 3 0,6-2-5 15,-7 1 4-15,-1 2-2 0,0-3 2 0,-5 2 1 16,1-3-2-16,-3 1-2 0,-1 3 3 0,0-6-3 16,-3 4 1-16,-13-2-1 0,-1 5 4 0,0-3-7 15,-1-2 2-15,-5 2-1 0,-2-1-1 0,-4 2 3 16,-24 4-3-16,-2-1-1 0,1-2 1 0,-7 5-1 15,-1-3 1-15,1 3-2 0,-4-2-1 0,2-3 3 16,-2 3 2-16,-2 0-3 0,2-3 3 0,-2 4-1 16,5-6-2-16,2 4-1 0,-3-1 0 0,-1-1 3 0,5-3 1 15,4 1 1-15,1 1-1 0,26-3-3 16,-29 0 32-16,2 3-4 0,-2-3-1 0,32 1-3 16,-32 0-6-16,29 1 0 0,-32-2 2 0,34 0-3 15,-2 1-2-15,-27 3 0 0,27-1 0 0,-1-1-2 16,0-1-2-16,4-2-1 0,4 0 0 0,6-1 0 15,11 1-5-15,3 1 5 0,2-1-5 0,4 0 2 16,4 1 1-16,9 2 4 0,6-4-2 0,1 0-3 16,1 1-3-16,-1 0-11 0,7 1-6 0,5-2-10 15,0 0-14-15,0 0-19 0,0 0-10 0,0 0-19 16,0 0-20-16,0 0-41 0,0 0-36 0,35-2-29 16,-22 1-158-16,-2-4-404 0,2-1 179 0</inkml:trace>
  <inkml:trace contextRef="#ctx0" brushRef="#br0" timeOffset="-152448.22">20325 15060 110 0,'0'0'136'0,"0"0"6"0,14 26-7 0,-12-13-3 0,2 3-9 16,2 3-12-16,1 7-3 0,-2-1-5 0,-2 5-3 15,-1 2-8-15,3 4-9 0,-4-1 1 16,1 13-3-16,-1-12-8 0,0-3 8 0,-1 2-7 16,0 0-4-16,1-2-5 0,-1-1 2 0,-3-1-5 15,3-3-5-15,1-3-5 0,-2-6 0 0,1-1-4 16,0-1-5-16,1 0-6 0,0-5-2 0,0-1-2 0,1 0-4 16,0 0 1-16,2-4-5 0,0 2 2 15,-1-3-5-15,1 0 1 0,2-2-3 0,0-2-1 16,2 1-2-16,2-2 0 0,4-1 0 0,4-1-4 15,4-1-4-15,7-1-7 0,2 0-14 0,2-2-14 16,3 0-16-16,0-3-21 0,3 4-26 0,1-3-33 16,12-2-32-16,-15 4-34 0,14-1-140 0,-16-1-354 0,-1-1 157 15</inkml:trace>
  <inkml:trace contextRef="#ctx0" brushRef="#br0" timeOffset="-147930.62">23957 13359 46 0,'0'0'65'0,"0"0"-3"0,0 0-16 16,0 0-2-16,0 0-6 0,0 0-16 0,0 0-17 15,0 0-28-15,0 0-29 0,0 0-54 16,0 0 24-16</inkml:trace>
  <inkml:trace contextRef="#ctx0" brushRef="#br0" timeOffset="-123456.38">30155 2628 37 0,'0'0'59'16,"0"0"5"-16,0 0 7 0,0 0-4 0,18 7-2 15,-7-7-6-15,7 0 3 0,3-1 4 0,9 0-8 16,2-3-13-16,1 2 3 0,6-1-6 15,13-4 9-15,0 4-20 0,-1 1 13 0,-12-3-10 0,-2 3 3 16,0-3-14-16,1 0 2 0,-1 2 1 0,-2-1-5 16,-1 1 1-16,1-1 2 0,-6 1-9 0,-1 3 2 15,-6 0 1-15,-4-2-2 0,1 2-1 0,-5-1 0 16,-1 1-9-16,-3 0 2 0,-2-1 0 0,-8 1-1 16,13 0 9-16,-13 0-1 0,9 0-1 0,-9 0 7 15,0 0-2-15,9 0 0 0,-9 0 6 16,0 0-7-16,0 0 2 0,10 0-11 0,-10 0 2 0,0 0 5 15,0 0-6-15,0 0-19 0,0 0-22 0,0 0-7 16,6 2-17-16,-6-2-21 0,0 0-27 0,3 9-82 16,-3-9-200-16,-3 12 89 0</inkml:trace>
  <inkml:trace contextRef="#ctx0" brushRef="#br0" timeOffset="-122602.89">30800 5405 104 0,'0'0'219'0,"0"0"-10"0,0 0-4 0,0 0-14 15,0 0-8-15,0 0-13 0,0 0-13 16,0 0-10-16,0 0-18 0,0 0-10 0,0 0-12 16,1-5-12-16,-1 5-8 0,0 0-8 0,17 1-8 15,-5-1-9-15,-1-1-10 0,3-1-14 0,0-1-26 16,4 1-23-16,-5 2-32 0,1-2-38 0,-1 0-42 15,1 2-42-15,-4 0-30 0,-2 0-108 0,-8 0-329 16,0 0 145-16</inkml:trace>
  <inkml:trace contextRef="#ctx0" brushRef="#br0" timeOffset="-122440.75">30734 5531 19 0,'-9'4'178'0,"9"-4"-22"0,0 0-9 0,-7 6-20 15,7-6-6-15,0 0-16 0,0 0-7 0,12 9-10 16,-12-9-8-16,13 4-10 0,-2-1-20 0,1-3-29 16,0 3-52-16,2-4-41 0,3 1-37 0,2 0-66 15,0-2-189-15,1 1 83 0</inkml:trace>
  <inkml:trace contextRef="#ctx0" brushRef="#br0" timeOffset="-122029.97">31062 5271 18 0,'0'-7'232'0,"0"7"-4"0,-1-12-1 0,1 12-4 15,1-10-3-15,-1 10-11 0,0-7-10 16,0 7-15-16,0 0-20 0,0 0-18 0,0 0-20 0,0 0-11 16,0 0-20-16,4-4-6 0,-4 4-5 0,0 0-2 15,14 21-3-15,-5-5-6 0,0 1-9 0,0 0 0 16,2 12-9-16,1-7-4 0,-3-3-12 0,-3 0 6 15,3-2-10-15,-3 0 0 0,2 2-1 0,-3-3-4 16,2-1-4-16,-1 1 0 0,-2-6-6 0,1 0 0 16,0 0 1-16,0 1-5 0,0-2-1 15,0-3-2-15,-1-1-3 0,0 0 4 0,-1-1 0 16,-3-4 0-16,5 7-1 0,-5-7 19 0,4 6-2 16,-4-6 1-16,0 0-6 0,0 0 0 0,12-15-6 0,-7 6-2 15,4-6 0-15,-2 1 3 0,4-11-4 16,1 1 3-16,-1-1-10 0,2 1 4 0,0-7-14 0,1 8 12 15,-4-3-2-15,1 1 3 0,1 3-8 16,-2 0 5-16,-2 5-1 0,1 3-5 0,-1 4 2 16,-4 1-4-16,-2 0-2 0,2 3-4 0,1-1-17 0,-5 7-26 15,6-7-23-15,-6 7-30 0,4-6-27 0,-4 6-17 16,0 0-18-16,0 0-29 0,12 4-30 16,-12-4-34-16,4 16-153 0,-3-5-441 0,0 0 196 15</inkml:trace>
  <inkml:trace contextRef="#ctx0" brushRef="#br0" timeOffset="-121763.61">31669 5445 185 0,'0'0'219'0,"0"0"-7"0,0 0-16 15,0 0-9-15,0 0-10 0,0 0-8 0,-27 8-11 0,16-6-6 16,-2 2 0-16,-1 0-9 0,-3 1-10 0,-1 4-8 15,2-1-12-15,-2 3-10 0,1-3-11 16,3 4-7-16,-1 0-9 0,3 0-2 0,2 0-4 16,4-3-7-16,-3 1-6 0,4 1-2 0,1-2-6 15,3 2-2-15,-1-2-6 0,4 1-1 0,3 1-3 0,-1 0-1 16,6-1-9-16,3 2-11 0,1-3-31 0,4 1-35 16,2-5-50-16,9 2-48 0,-2-3-53 15,5-2-68-15,-10 1-149 0,7-3-452 0,-2-2 199 16</inkml:trace>
  <inkml:trace contextRef="#ctx0" brushRef="#br0" timeOffset="-121348.65">32078 5468 17 0,'0'0'259'15,"-9"-8"-20"-15,3 4-12 0,1 1-3 0,5 3-5 0,-11-2-8 16,11 2-8-16,-15 2-16 0,9 0-11 0,-3 2-8 15,-4 1-18-15,3 3-6 0,-5 2-15 16,2 0-16-16,2 0-9 0,3-1-11 0,1-1-10 16,2 4-6-16,0-3-9 0,2 1-5 0,1-1-4 15,2 0-6-15,1 0-1 0,3 2-4 0,1-3-7 0,1 1-7 16,3-2-2-16,3-1 1 0,3 0 0 16,-1-1-2-16,-1 0-4 0,0-3-6 0,1 2-2 15,-1-2 0-15,-1-2-3 0,1 0 7 0,-4 3-9 16,0-1 1-16,-3-1-3 0,-6-1-2 0,9 2 3 15,-9-2-1-15,0 0-4 0,11 0 10 0,-11 0 5 16,0 0 4-16,0 0-4 0,0 0 1 0,0 0-9 16,0 0-3-16,-23 9 0 0,6-5 8 0,0 3 1 15,-2 1 1-15,3 0 0 0,-2-1-3 0,1 5 4 16,3-2-6-16,4-3 1 0,1 0-5 0,0 3 6 16,3-3-7-16,-1 2-3 0,3-1 2 0,2 1 2 15,0-2-2-15,2-7-3 0,4 13-8 0,0-6-10 0,5-2-12 16,1 1-22-16,9 0-35 0,2-3-49 0,-2 2-40 15,8-2-56-15,2-3-60 0,-7-2-255 16,-4 1-584-16,1-2 259 0</inkml:trace>
  <inkml:trace contextRef="#ctx0" brushRef="#br0" timeOffset="-120717.29">31476 2919 167 0,'-2'-9'156'0,"-1"-3"-15"0,2 3 3 0,-1-1 10 16,1 1 1-16,1 1-15 0,0 8 2 0,-2-15-11 16,2 9-5-16,0 6-2 0,-3-11-6 0,2 4-11 15,1 7-4-15,-4-7-15 0,4 7-4 0,0 0-10 16,-1-9-6-16,1 9-11 0,0 0-5 0,0 0-12 15,0 0 2-15,0 0-14 0,0 0 2 16,0 0-9-16,0 0 3 0,0 0-1 0,-8 28-6 0,11-12 4 16,-5 4 0-16,5 7 0 0,-2 3-5 0,1 2 3 15,-4 15 0-15,5-1 2 0,-4 3-3 0,2 1 1 16,-2 0 3-16,1 0-3 0,2-2-6 0,2 1 2 16,2 0 0-16,-1-2 1 0,-1-1-5 0,3-1 1 15,-2-11 0-15,2 11 2 0,-4-9-5 16,3 17 2-16,1 0-14 0,-1 0-11 0,-3-1-23 15,2-3-30-15,-5 3-32 0,0 1-22 0,0 0-37 0,-3-1-43 16,1 1-166-16,-10-3-397 0,2 1 175 0</inkml:trace>
  <inkml:trace contextRef="#ctx0" brushRef="#br0" timeOffset="-120191.73">31509 7178 75 0,'-3'-11'244'0,"0"0"-11"0,-1 0-11 16,3 4-8-16,1 7-20 0,-3-11-19 0,3 11-25 15,-2-6-14-15,2 6-16 0,0 0-11 0,0 0-11 16,0 0-7-16,0 32-8 0,1-3 5 0,2 16-2 16,-2 5-3-16,0 6-4 0,0 4 11 15,-1 33-4-15,0-9 0 0,9 2-4 0,-5-4-7 0,5-1-6 16,-4 6-8-16,2-6-10 0,-5-22 0 0,5 21-4 15,0-27-4-15,1 3-12 0,-2 1-4 0,-1-5-16 16,-1-4-13-16,0-2-20 0,-4-13-23 0,3 2-41 16,-4-3-30-16,-1-2-47 0,0-3-50 0,0-8-228 15,-2-2-477-15,-2-6 211 0</inkml:trace>
  <inkml:trace contextRef="#ctx0" brushRef="#br0" timeOffset="-116846">30345 2606 59 0,'0'0'101'0,"0"0"-2"0,-2-8-11 0,2 8-10 16,0 0-11-16,0 0 3 0,0 0-12 0,0 0-3 15,0 0-10-15,0 0-8 0,0 0-14 0,0 0-3 16,0 0-21-16,0 0-20 0,0 0-15 0,0 0-13 15,0 0-13-15,0 0-44 0,0 0-113 16,0 0 50-16</inkml:trace>
  <inkml:trace contextRef="#ctx0" brushRef="#br0" timeOffset="-115984.53">29980 8484 33 0,'0'0'151'0,"0"0"0"0,0 0-3 0,0 0-4 16,0 0-11-16,0 0-1 0,0 0-2 0,0 0-7 16,0 0-5-16,-3 23-7 0,3-23-9 0,0 0-6 15,0 0-4-15,0 0-7 0,0 0-9 16,0 0-4-16,0 0-9 0,0 0-5 0,0 0-4 0,0 0-6 16,0 0-5-16,0 0-4 0,0 0-7 0,0 0-5 15,0 0-10-15,0 0-9 0,0 0-20 0,0 0-18 16,0 0-29-16,0 0-25 0,0 0-18 0,0 0-49 15,0 0-157-15,0 0-334 0,0 0 147 0</inkml:trace>
  <inkml:trace contextRef="#ctx0" brushRef="#br0" timeOffset="-114354.38">31232 8429 48 0,'0'0'112'0,"0"0"-10"0,0 0-19 15,0 0-3-15,0 0-10 0,0 0-7 0,0 0-1 16,0 0-6-16,0 0-14 0,0 0-23 15,18-11-22-15,-18 11-34 0,0 0-80 0,0 0-125 0,0 0 55 16</inkml:trace>
  <inkml:trace contextRef="#ctx0" brushRef="#br0" timeOffset="-112999.95">31550 8231 49 0,'0'0'113'0,"0"0"-9"15,4 5-4-15,-4-5-12 0,0 0 11 0,1 11-10 16,-1-11 3-16,0 0-13 0,2 7-6 0,-2-7-3 15,0 0-13-15,0 0-1 0,0 0 2 0,0 7-13 16,0-7-8-16,0 0-8 0,0 0 13 0,0 0-5 16,0 9 0-16,0-9-2 0,0 0-1 0,0 0-5 15,0 0-2-15,0 8-5 0,0-8 5 0,0 0-8 16,0 0 3-16,0 0-3 0,0 0 0 0,0 0-6 16,0 0-1-16,1 9 0 0,-1-9 1 0,0 0-1 15,0 0 4-15,0 0-2 0,0 0-5 0,0 0 0 16,0 0 6-16,0 0-2 0,0 0-6 0,0 0-1 0,0 0 1 15,0 0 1-15,0 0-1 0,0 0-1 16,0 0 1-16,0 0 3 0,0 0-2 0,0 0-6 16,0 0 2-16,0 0 3 0,0 0-19 0,0 0 1 15,0 0 0-15,0 0-6 0,0 0-5 0,0 0 2 0,0 0-2 16,0 0-9-16,0 0-10 0,0 0 0 16,0 0 1-16,0 0-1 0,0 0 2 0,0 0 1 15,0 0-7-15,0 0 0 0,0 0-19 0,0 0-17 16,0 0-21-16,0 0-82 0,0 0-199 0,9-19 88 0</inkml:trace>
  <inkml:trace contextRef="#ctx0" brushRef="#br0" timeOffset="-108246.65">19723 16093 184 0,'0'0'183'0,"-2"-9"1"16,2 9-8-16,0 0-14 0,-2-8-9 0,2 8-15 16,0 0-15-16,0 0-13 0,-3-7-16 0,3 7-8 15,0 0-11-15,0 0-8 0,0 0-6 0,0 0-5 16,14 17-2-16,-9-9 20 0,2 3-6 0,2 3-6 15,1 3-7-15,0 0-2 0,2 5-3 0,-1-7-8 16,5 6-4-16,-5-6 1 0,1 2-5 16,-1-3-27-16,0-1 2 0,1 3-1 0,0-4-3 0,-4-2 8 15,-1 0-10-15,2-2 3 0,-4-1-3 0,3 3 3 16,-1-5-2-16,-3 0 4 0,0-1-3 0,0 0 0 16,-4-4 3-16,5 5 1 0,-5-5 2 0,6 7 11 15,-6-7 15-15,0 0 3 0,0 0 5 0,0 0-4 16,0 0-4-16,0 0 3 0,12-19-3 0,-11 10-1 15,0-7-9-15,3 0-1 0,-1-4-3 0,3-3-6 16,-1-2 5-16,0 0-8 0,0 0 3 0,-1 7-5 16,4-8 1-16,-3 1-5 0,0 1 2 0,-1 8-1 15,2 0 2-15,0 0-3 0,-5 6-3 0,1 1-1 16,-2 9-2-16,4-13-5 0,-4 13-11 0,0-10-15 16,0 10-26-16,0 0-12 0,0 0-8 0,0 0-9 15,0 0-22-15,0 0-13 0,0 0-25 0,22 25-23 16,-17-11-32-16,1 2-140 0,-6 3-367 0,3-2 162 15</inkml:trace>
  <inkml:trace contextRef="#ctx0" brushRef="#br0" timeOffset="-107893.75">20258 16306 147 0,'0'0'150'0,"-6"16"7"15,1-8-6-15,1 2-7 0,-3 4-9 0,1-3-15 16,3 4-14-16,0 2-5 0,1-2-10 0,1 0-5 16,-3 1-10-16,7-4-6 0,-2 0-8 0,2-2-2 15,2 2 5-15,-1-5-2 0,2 2 1 0,2-3-1 16,0-4 2-16,3 0 4 0,2-2-7 0,1-4-1 16,1-2-3-16,3-3 10 0,0-1-11 0,-2 0 1 15,1-4-4-15,-4 1 0 0,1-1-5 0,-3 0 0 16,1-2-5-16,-6 3 3 0,-1 1-3 0,-1-4-2 15,-3 0-7-15,-4 1-2 0,0-2-4 0,-2 3 1 16,-3-2-3-16,-2 3-4 0,0 2-7 0,-7 3-3 16,1-1 0-16,0 3-3 0,0 1 0 0,-1 2-3 15,2 4-3-15,3-1-3 0,-1 2-23 0,-1 1-16 16,3 1-20-16,1 3-15 0,1-1-19 0,2 2-30 16,2 0-35-16,5 3-19 0,-1 0-35 0,1-11-138 15,1 21-379-15,4-11 168 0</inkml:trace>
  <inkml:trace contextRef="#ctx0" brushRef="#br0" timeOffset="-107743.39">20728 16264 67 0,'11'-3'135'0,"1"-2"-9"0,1 0-7 0,0 1-19 15,0 0 3-15,-3 1-19 0,-10 3-27 0,22-1-29 16,-15 1-34-16,-7 0-45 0,14 2-76 0,-14-2-139 15,6 8 62-15</inkml:trace>
  <inkml:trace contextRef="#ctx0" brushRef="#br0" timeOffset="-107608.77">20771 16358 64 0,'0'0'130'0,"0"0"-24"0,0 0-8 15,0 0-10-15,0 0-6 0,0 0-11 0,21 8 1 16,-12-7-15-16,5-2-37 0,-1 0-41 15,5-2-43-15,-1 2-54 0,2-4-126 0,-3 0 56 0</inkml:trace>
  <inkml:trace contextRef="#ctx0" brushRef="#br0" timeOffset="-107229.27">21097 16069 211 0,'-4'-10'242'0,"4"10"-18"0,0 0-22 0,0 0-14 16,0 0-24-16,0 0-11 0,0 0-11 0,0 0-7 16,0 0-8-16,0 0-9 0,25 24-8 0,-15-7-12 15,6 5-12-15,-1-1-6 0,-3 2-7 0,0-6-5 16,-1 1-9-16,4 3-1 0,-2-6-7 0,-3-1-3 16,1-1-5-16,0-1-1 0,-1 1 2 0,0-4-3 15,-2 1-7-15,0-3 2 0,-1 1-7 0,-2-3 1 16,-5-5 0-16,10 9 1 0,-4-6-2 0,-6-3 6 15,12 4 0-15,-12-4 0 0,11 0 0 0,-11 0 0 16,0 0-1-16,14-11 0 0,-8 3-3 0,-2-2 6 16,4-4-13-16,-3-3 5 0,-1-1-3 0,1-1-7 15,3-6 3-15,-2-1-5 0,-1 0 0 0,-1-3-4 16,2 5 2-16,0-1-3 0,-3 5-2 16,1 4 2-16,-2 4-4 0,2 1 1 0,-3 0-4 0,2 2-11 15,-3 9-24-15,3-9-26 0,-3 9-37 0,0 0-23 16,0 0-24-16,0 0-15 0,0 0-28 0,0 0-29 15,0 0-30-15,0 0-149 0,0 0-423 0,1 52 188 16</inkml:trace>
  <inkml:trace contextRef="#ctx0" brushRef="#br0" timeOffset="-106987.86">21615 16215 95 0,'4'-10'209'0,"-4"10"-4"15,0 0-1-15,0 0 3 0,0 0-10 0,0 0-8 16,0 0-11-16,0 0-16 0,0 0-12 0,0 0-14 16,-25-2-9-16,25 2-12 0,-17 15-3 0,6-6-9 15,0 3-7-15,0 2-4 0,1 0-9 0,-1 3-7 16,4-3-8-16,-1 3-8 0,4-1 1 0,0 0-10 16,4-2 5-16,2 1-13 0,0-3-6 0,3 3-1 15,0-3-11-15,3-3-25 0,1 0-37 0,4-2-42 16,-2-3-53-16,6 1-43 0,5-3-53 0,-2-1-193 15,-3-4-455-15,4-3 202 0</inkml:trace>
  <inkml:trace contextRef="#ctx0" brushRef="#br0" timeOffset="-106582.83">22114 16130 170 0,'0'0'245'0,"0"0"-7"16,-13-9-5-16,13 9 3 0,-17-2-10 15,17 2-10-15,-26 3-14 0,9 4-5 0,-3 2-16 0,-5 6-21 16,9-2-4-16,-5 4-26 0,6-3-11 0,1 1-11 16,5 0-11-16,-3-1-10 0,5-1-9 15,4 0-6-15,1-1-8 0,2-1-8 0,0-11-3 16,6 18-9-16,0-10 1 0,2-2-6 0,1 0-2 0,9 0-2 16,-2-2-3-16,4-4-2 0,-1 1-4 15,3-1-2-15,-1-1-3 0,-3-3-1 0,-4 1-1 16,2-1-6-16,-4 2 2 0,-1-2-3 0,-1 2-2 15,-10 2 5-15,11-6-6 0,-11 6 5 0,7-4-4 16,-7 4-1-16,0 0 0 0,0 0-6 0,0 0 0 16,0 0 3-16,-41 12-2 0,15-3 7 0,1 4 1 15,-2-2 3-15,0 4 7 0,1-1 3 0,3 2 5 16,5-3 2-16,1-1-4 0,3 2 1 0,2-1 0 16,1-1-11-16,3-1-1 0,4 1 6 0,1-2-4 15,1-1-7-15,2-9 5 0,4 16 0 0,0-10-4 16,2 1 1-16,5-1-5 0,2-2-8 0,6 0-23 15,8-4-29-15,1-1-14 0,3-3-39 0,-1 1-44 16,-1 0-59-16,3-2-53 0,-4 0-69 16,-8-1-178-16,7-2-547 0,0-3 242 0</inkml:trace>
  <inkml:trace contextRef="#ctx0" brushRef="#br0" timeOffset="-105566.78">22677 16183 65 0,'0'0'210'0,"-10"-4"-9"16,5 2-2-16,5 2-5 0,-10-4-3 0,10 4-9 0,-9-3-5 16,9 3-5-16,-8-3-6 0,8 3-9 0,0 0-10 15,-6-5-8-15,6 5-14 0,0 0-6 0,0 0-16 16,0 0-2-16,0 0-10 0,15-10-12 15,-2 6-3-15,5 0-14 0,10-2-5 0,-1 2-3 16,2 0-11-16,-1 1-22 0,0-2-41 0,-8 5-39 16,0 0-44-16,-1 0-56 0,-6 0-47 0,-4 2-30 0,2 0-156 15,-11-2-423-15,9 8 187 0</inkml:trace>
  <inkml:trace contextRef="#ctx0" brushRef="#br0" timeOffset="-105396.65">22708 16304 84 0,'0'0'189'0,"-6"2"-16"0,6-2-19 15,0 0-7-15,0 0-18 0,0 0-7 16,0 0-14-16,23 7-10 0,-7-7-23 0,3 5-31 16,10-4-55-16,0-1-54 0,-1-1-53 0,-6 2-71 15,3-4-203-15,4-2 90 0</inkml:trace>
  <inkml:trace contextRef="#ctx0" brushRef="#br0" timeOffset="-105029.85">23187 16013 213 0,'0'0'247'0,"0"0"-14"15,0-10-16-15,0 10-20 0,0 0-13 0,0 0-9 16,0 0-5-16,0 0-8 0,0 0-1 0,22 19-5 15,-13-3-12-15,3 7-12 0,1 0-17 0,-1 0-2 16,1 1-9-16,0 2-12 0,-1-3-2 0,4 2-4 16,-5 1-6-16,2-3-10 0,-4-7-5 0,0 0-4 15,1-1-4-15,-1-1-6 0,1-2-3 0,-2-1-5 16,1-4-10-16,-5-1 9 0,2 1 2 0,-1-2-11 16,-1-2 25-16,-4-3 9 0,8 4-11 0,-8-4 7 15,0 0-1-15,0 0-7 0,14-11 6 16,-9 2-20-16,-1-1 3 0,2-4-4 0,-1-3-7 15,0 0-4-15,2-2-6 0,-3-6-8 0,2 1 5 0,4-4 6 16,-2 2-13-16,1-1 7 0,2 2-4 0,-3 0 0 16,-2 7-7-16,1 1-1 0,2 3-15 0,-4 3-9 15,0 0-24-15,-3 7-29 0,-2 4-50 0,6-9-34 16,-6 9-29-16,0 0-34 0,0 0-36 0,0 0-23 16,0 0-236-16,15 22-553 0,-11-10 244 15</inkml:trace>
  <inkml:trace contextRef="#ctx0" brushRef="#br0" timeOffset="-104793.53">23847 16207 202 0,'0'0'251'0,"0"0"-6"0,2-2-11 16,-2 2-5-16,0 0-8 0,0 0-7 0,0 0-4 15,0 0-17-15,0 0-12 0,-41 7-12 0,25 3-14 16,0 2-19-16,-6 3 1 0,1 3-17 0,1 1-14 15,4-6-7-15,5 4-12 0,0-3-5 0,3 3-32 16,1-2 16-16,2-1-5 0,4-2-10 0,1 0-11 0,2 0-25 16,5-2-22-16,2-1-34 0,5 1-38 15,1-3-31-15,3-3-46 0,1-3-44 0,8-1-32 16,2-2-21-16,3-2-160 0,0-2-448 0,0-1 199 16</inkml:trace>
  <inkml:trace contextRef="#ctx0" brushRef="#br0" timeOffset="-104585.15">24242 16275 189 0,'27'-17'7'0,"-5"0"27"15,-7 5 14-15,-3-1 26 0,-3 0 22 0,-4 6 4 16,-1 0 4-16,-4 7 12 0,-2-12 3 0,2 12 10 16,-9-6 15-16,1 5 5 0,-3 1 17 0,-4 2 12 15,-1 3-1-15,-3 1-1 0,0 5 7 0,-6 3 0 16,2 2-12-16,7-3-19 0,2 1-15 0,2 2-5 16,1 1-20-16,0 0-10 0,5 1-7 0,3-2-8 15,3 0-10-15,0-2-12 0,7 1-20 0,2-3-16 16,5-2-17-16,1-3-36 0,5 3-17 15,1-7-29-15,1 1-32 0,5 0-42 0,-7-3-20 0,-3 1-20 16,-5-1-36-16,0-1-27 0,-1 0-152 0,-11 0-432 16,13-5 191-16</inkml:trace>
  <inkml:trace contextRef="#ctx0" brushRef="#br0" timeOffset="-104001.08">19353 16096 118 0,'0'0'149'0,"0"0"1"0,0 0-2 0,-7 19 0 0,4-1 4 15,4 10 1-15,-2 6-1 0,1 14-7 16,-4 7-4-16,6 0-5 0,-1 1-7 0,5 2-8 16,1-3-7-16,-1-2-9 0,4 1-5 0,1-4-11 15,-4-2-6-15,6 2-8 0,-4-3-2 0,2-15-5 16,-6 2-7-16,6 1-9 0,-7-3-7 0,6-1-2 0,-5-4-17 16,0-1-16-16,-1-7-23 0,2-2-32 15,-3-5-44-15,-2-2-39 0,4 0-46 0,-4-1-43 16,2-3-137-16,-3-6-383 0,0 0 170 0</inkml:trace>
  <inkml:trace contextRef="#ctx0" brushRef="#br0" timeOffset="-102938.47">19453 16139 56 0,'0'0'162'0,"8"-14"-21"16,-1 5-19-16,7-4-4 0,9-1-14 0,6 0-7 16,4 1-16-16,18-5 2 0,6 0-6 0,5 0-5 15,2 0-11-15,24-2-4 0,0 4 1 0,-28 2-12 16,31-2 0-16,-32 3-3 0,33-3-5 16,-26 5-6-16,25-3 4 0,-2-3-4 0,2 4-6 15,2-3-4-15,-28 8 3 0,29-5-3 0,1 0-1 0,0 0-1 16,5 2 8-16,1-3 6 0,5 2-8 0,1 1 0 15,2 2-3-15,-3-5 2 0,9 6-8 0,-9-6 3 16,1 2-5-16,2 6 1 0,1-6-4 0,2 5 3 16,0-1-4-16,-3 0-3 0,0 0 4 0,-2-2-2 15,-2 2 4-15,-5 1-9 0,1-2-2 16,-8 3 5-16,0 0-4 0,-2-1 2 0,-26 1-1 16,39-3 1-16,-15-1 0 0,-26 6 4 0,28-2-1 15,-25 2 0-15,22-6-1 0,-22 9-2 0,24-3 6 16,-28 3 1-16,-2-2-1 0,-3 4 1 0,2-2-4 15,-3 0-5-15,-6 2 0 0,4-1 5 0,-3 0-1 16,-13 3 3-16,-2-5-4 0,-3 4 0 0,4-2-4 16,-1 1 5-16,-3-1-2 0,-6 1-9 0,0 0 6 15,-7-1 0-15,0 0 1 0,-2 3-4 0,0-3 4 16,-8 1-4-16,-10-1 1 0,17 3 1 0,-17-3-4 16,13 4 3-16,-13-4 3 0,16 4 2 0,-16-4-3 15,16 7 2-15,-8-3-4 0,-8-4 0 0,14 8 0 16,-8-3 2-16,2-1-1 0,3 2 1 0,-7-1 0 15,-4-5 2-15,13 11-4 0,-3-4 0 0,-1-1 2 16,0 1 0-16,-1 1-2 0,2-1 0 0,-2 2 4 16,1-2-2-16,3 6 5 0,-3-3 6 0,-2-1 0 15,2 6-1-15,2-2 1 0,-6-2 1 0,6 2-3 16,-2 3 0-16,1 1 7 0,-2-2-5 0,3 0 4 16,0 7-2-16,0 2 1 0,-2 0-1 0,1-2 0 15,0 1 2-15,-2 1-1 0,-1 1 6 0,1 1 0 16,-1 2 2-16,-1 3 11 0,1 2-5 0,0 0 9 15,-2-2 0-15,-1 3-2 0,0 2 3 16,-2 1 2-16,3-3 0 0,2 11 1 0,-3-10-6 0,-1 11-1 16,5 0 0-16,-4-13-1 0,2 2 2 0,-2-2-5 15,3 13-1-15,-3-12-3 0,-1-3-1 0,-1 5 0 16,-1-2-6-16,-1 1-4 0,-1 1-2 0,-1 10 3 16,1-14-3-16,-3 1-3 0,-2-2 1 15,-1 1-2-15,1-1 2 0,2 0-2 0,-7 0-2 16,0-1-3-16,-3 0 0 0,1 1 2 0,-3-5-4 15,-1 3 35-15,-4-7-11 0,-5 2-3 0,-1-1 1 16,-1 0-2-16,-2-2-5 0,-3-2-1 0,-1 0-4 0,-12 0 3 16,9-6-1-16,-10 3-2 0,9-5-8 15,-11 3-3-15,-6-1-1 0,0-4 1 0,-5 2 1 16,-3-1 6-16,-1-2-6 0,-23 3-2 0,20-4-1 16,-27-3 0-16,0 4-14 0,-6-3 13 0,0-5-6 15,-3 4 4-15,-11-3-4 0,-1 1 2 0,-9-4-4 16,-5 7 4-16,-5-3-8 0,-7 3 0 0,-6-1 5 15,4-1 5-15,-4 1-2 0,1-1 0 0,2-2-15 16,3 3 15-16,2-2 3 0,4 2-8 0,7 5 8 16,4-6-5-16,1 0-2 0,4 0 7 0,1 2-3 15,3 0 2-15,3-3 3 0,6-1 0 0,-1 3-7 16,1-5 6-16,4 7-1 0,1-2 1 0,2 0-1 16,5-3 2-16,-3 1 1 0,6 0-3 0,28-4-1 15,-2 8 3-15,-27 3-7 0,27-7 7 0,2 2 3 16,1-4-3-16,0 3-20 0,2-5 17 0,1 4-4 15,21-4 8-15,-2-1-11 0,3-6-5 0,2 2-9 16,7 1-12-16,-2 2-24 0,10-1-3 0,0 0-29 16,4-3-24-16,-1 0-29 0,4 3-40 0,3-2-40 15,-1-3-231-15,2 0-491 0,1-1 216 0</inkml:trace>
  <inkml:trace contextRef="#ctx0" brushRef="#br0" timeOffset="-102181.75">19468 16832 2 0,'0'0'119'0,"0"0"4"16,0 0-7-16,0 0-6 0,9 8 7 0,-9-8-3 16,3 16-11-16,-2-4 7 0,-2 7 5 0,2 6-1 15,0 1-9-15,-2 1-2 0,0 5-10 0,-2 1 3 16,6-1-9-16,-2 4-3 0,-1 10-8 0,1-13-5 15,2 2-4-15,-1 0-6 0,0-2-6 0,2-1-7 16,-3-3-1-16,-1 4-6 0,-1-6 3 0,-2 4 0 16,2-6 1-16,1 2-2 0,-2-3-5 0,2-6-2 15,-1-2 0-15,0 1 1 0,0 3 9 0,-1-4-9 16,2 2 3-16,2-7-5 0,0 4 4 0,-1-3-8 16,2-1 2-16,1-1-1 0,0-1 1 15,0 3-5-15,2-4 3 0,0-2-2 0,1 0-1 0,2 3-2 16,0-6 4-16,2 3-4 0,6-3-2 0,1 0-1 15,1-1-4-15,0 2-1 0,8-6 0 0,2 2-5 16,1-4-10-16,3 0-20 0,4-2-11 0,-1-1-26 16,15-5-21-16,4 0-36 0,-2 0-18 0,1 2-45 15,2-3-32-15,-2-1-186 0,-3 5-423 16,-1-5 187-16</inkml:trace>
  <inkml:trace contextRef="#ctx0" brushRef="#br0" timeOffset="-65009.44">14068 2777 50 0,'0'0'149'0,"0"0"-2"16,0 0-15-16,-2-11-7 0,2 11-7 15,0 0-8-15,0 0-10 0,0 0-16 0,0 0-1 16,0 0-10-16,0 0-14 0,2-7-8 0,-2 7-7 16,0 0 2-16,0 0-5 0,0 0-8 0,0 0 1 15,11 18-4-15,-7-13-2 0,0 4 2 0,2 1-4 16,3 4 6-16,-5-4-6 0,4 5 6 0,-3-4-9 15,5 2 2-15,-2 1-8 0,-2-3 0 0,-1 0-3 16,4 0 3-16,-4 3 3 0,4-1-8 0,-3-2 2 16,2 4-2-16,2 0-2 0,-3-5 6 0,-1-1-8 15,0 0 4-15,1-2-8 0,-3 2 5 0,0-4-2 16,-4-5-2-16,9 10 1 0,-9-10-5 0,4 9 5 16,-4-9 2-16,7 5 14 0,-7-5 18 15,1 5 11-15,-1-5-2 0,0 0-2 0,0 0 8 16,0 0-7-16,11-16-3 0,-9 7-8 0,6 0 0 0,-5-4-4 15,4 1-2-15,-2-2-2 0,-1-1-2 0,4-2-2 16,-3 2-2-16,0-2-3 0,0 2-6 0,-1-1 2 16,1 1 0-16,-3 3-5 0,2-1 1 0,0 3-3 15,-4 1 1-15,6 0-5 0,-4 3-3 0,-2 6-10 16,0-10-12-16,0 10-23 0,2-7-29 0,-2 7-18 16,0 0-15-16,0 0-11 0,0 0-27 15,0 0 1-15,17 15-32 0,-14-5-118 0,-2 1-315 16,-1 0 140-16</inkml:trace>
  <inkml:trace contextRef="#ctx0" brushRef="#br0" timeOffset="-64765.57">14463 3014 70 0,'0'0'154'0,"0"0"-24"16,0 0-15-16,0 0-6 0,0 0-2 0,0 0 5 15,0 0-3-15,2 16-5 0,-2-9-6 0,0 2 1 16,0-9-11-16,-2 17-1 0,0-8-6 0,2 1-7 16,0 0-5-16,0 1-8 0,-3 0-6 15,3-2-4-15,3 1-5 0,-6 0-4 0,1 2-3 0,2-2-10 16,0 1-14-16,0-2-20 0,-1 1-20 0,1-10-20 16,-4 17-34-16,0-9-25 0,0-1-16 0,3 0-22 15,-3 0-96-15,0-2-257 0,4-5 114 0</inkml:trace>
  <inkml:trace contextRef="#ctx0" brushRef="#br0" timeOffset="-64418.86">14461 2972 16 0,'9'-8'135'16,"0"0"-14"-16,-1 4 1 0,2-1-11 0,0 1-3 15,0 0-2-15,-1 4-4 0,2 3-9 0,0-2 0 16,-1 3-3-16,0-1-8 0,1 0-8 0,-3 6-5 15,0-4-11-15,-1 3 3 0,-1-1-10 16,0 2-5-16,-2 1-2 0,-1 0 1 0,-1 2-4 16,0-5-8-16,-2 5 0 0,0-3-5 0,0-3-6 15,0-6 1-15,0 13 0 0,-2-5-3 0,2-8-4 16,0 10 1-16,0-10-6 0,2 10-7 0,-2-10-2 16,4 8-7-16,-4-8-3 0,2 7 4 0,3-3-1 15,-5-4 0-15,9 4 0 0,-4-1 1 0,-1 1 2 16,1 0-2-16,-5-4-2 0,8 7 1 0,-4-4-3 15,-4-3 4-15,7 7-2 0,-6-1 5 0,-1-6 6 16,2 10-6-16,-2-10 4 0,-2 10-5 0,2-10 3 16,-6 12-2-16,2-7 3 0,-1 0-5 0,1 0-7 15,0 0-20-15,-2 0-18 0,1 0-28 0,-2-2-30 16,7-3-33-16,-9 7-99 0,9-7-256 0,-8 3 113 16</inkml:trace>
  <inkml:trace contextRef="#ctx0" brushRef="#br0" timeOffset="-64027.14">14885 3019 160 0,'0'0'157'0,"0"0"-5"16,0 0-19-16,0 0-6 0,0 0-9 15,0 0-5-15,-24 14-11 0,19-8-13 0,1-1-4 0,3 2-9 16,-1 2-8-16,4 0-7 0,-2-9-2 15,5 13-5-15,0-8-2 0,0 3-8 0,0-4-6 0,4 1 1 16,0-2-9-16,3 1-1 0,-3 0-3 16,-2-3-4-16,2 0 3 0,-1 1-6 0,-8-2 2 15,12 0-3-15,-12 0 2 0,7 2 0 0,-7-2 5 16,0 0 2-16,8 2 1 0,-8-2-2 0,0 0-3 16,0 0-7-16,0 0-1 0,0 0 5 0,0 0-12 0,0 0 6 15,-28 7-8-15,19-2 5 0,-3 0-5 0,1 1 1 16,-1 0 7-16,3 1 2 0,0-1-3 15,1 2 5-15,0-2 1 0,2 0-6 0,2-2-1 16,0 0-1-16,4-4 0 0,-7 11 4 0,7-11-6 16,0 10 2-16,0-10 0 0,8 9 0 0,-3-5-2 15,0-1-1-15,4 0-22 0,2-2-15 0,1-1-24 16,1 2-13-16,-2-2-20 0,-11 0-27 0,29-2-22 16,-10-1-13-16,-7 1-7 0,6-3-111 0,-2 0-287 0,4-2 128 15</inkml:trace>
  <inkml:trace contextRef="#ctx0" brushRef="#br0" timeOffset="-63751.83">15254 3033 83 0,'0'0'86'0,"11"-6"-2"15,-5 0-4-15,-6 6-10 0,12-6-8 0,-12 6-9 16,11-4-2-16,-11 4-2 0,9-1-3 0,-9 1-7 16,0 0-2-16,0 0-27 0,16 3-15 0,-16-3-11 15,0 0-12-15,9 8-6 0,-9-8-13 0,0 9 7 16,0-9 0-16,2 11 2 0,-2-11 0 0,0 0 6 15,-2 14 2-15,2-14 13 0,0 0 0 0,-3 11 20 16,3-11 6-16,-4 9 11 0,4-9 18 0,-5 9-2 16,5-9 7-16,-4 10 5 0,4-10 7 0,0 0 1 15,-5 8-5-15,5-8 10 0,0 0-9 16,0 0-1-16,-2 9 0 0,2-9-4 0,0 0 1 16,0 0-4-16,0 0-3 0,9 10-5 0,-9-10 0 15,14 3-19-15,-2-3-32 0,2-1-39 0,3 1-42 16,3-2-79-16,-2 0-189 0,3-3 84 0</inkml:trace>
  <inkml:trace contextRef="#ctx0" brushRef="#br0" timeOffset="-63210.47">15912 2785 68 0,'0'0'191'0,"0"0"-5"0,-3-6-3 0,3 6-8 16,0 0-14-16,0 0-11 0,-1-8-20 0,1 8-9 15,0 0-16-15,0 0-14 0,0 0-11 0,0 0-6 16,0 0-3-16,0 0-6 0,7 20 0 0,-4-10 2 15,0 2-13-15,2 5-2 0,0-2-4 0,0 2-3 16,1 0-6-16,-1-1-2 0,1 1-3 0,-1-1-3 16,0-1-5-16,-1 1-3 0,2 0 4 15,-4-4-5-15,2-4-5 0,-1 2 3 0,1-2-3 0,-4-8-3 16,2 12 3-16,2-7-1 0,-4-5 1 0,2 12 0 16,-2-12 6-16,0 0 12 0,3 7 10 15,-3-7 15-15,0 0 6 0,0 0 2 0,0 0 5 16,0 0-1-16,0 0-8 0,0 0-4 0,13-24-4 15,-7 12-10-15,3-5-2 0,4 2-3 0,-6-4-8 16,8-4 2-16,-1 1-9 0,-4 6-1 0,4-7-6 16,-1 1-3-16,0 0-2 0,-7 4 0 0,2 3 1 0,1-1-2 15,1 1-3-15,-1-2 2 0,-3 3 2 16,-2 4-6-16,1-2-4 0,0 3 2 0,-1 1-1 16,-1 3-6-16,-3 5 0 0,4-10 3 0,-4 10-6 15,0 0-6-15,2-7-5 0,-2 7-9 0,0 0 3 16,0 0-3-16,0 0-10 0,0 0-9 0,0 0-18 15,0 0-17-15,-1 28-16 0,1-19-27 0,-1 0-25 16,-1 0-31-16,1 2-29 0,1-2-31 0,0 3-144 16,0-12-412-16,0 15 182 0</inkml:trace>
  <inkml:trace contextRef="#ctx0" brushRef="#br0" timeOffset="-62700">16331 2919 178 0,'-3'-7'182'0,"3"7"-5"0,0 0-6 16,0 0-11-16,0 0-9 0,-1-8-9 0,1 8-17 16,0 0-9-16,0 0-15 0,0 0-8 0,0 0-12 15,0 0-9-15,0 0-2 0,0 0-13 0,0 0-6 16,0 0-7-16,0 0-4 0,0 0-4 0,0 0 0 15,0 0-5-15,0 0-2 0,0 0 0 0,0 0-3 16,1 25 3-16,1-18 1 0,-2-7 2 0,1 17-4 16,0-10-2-16,0 3-4 0,1-3-1 0,-1 4 3 15,0-1-4-15,-1 2-4 0,3-2-1 0,-2-2 1 16,-1 3-2-16,1-3 3 0,1 0-5 0,-2 2 2 16,0-10-6-16,1 13 0 0,-1-7 0 0,1 4 3 15,-1-3 2-15,0-7-6 0,1 13-1 0,-1-6-3 16,0-7 5-16,0 12-4 0,0-6-4 0,0-6-10 15,-1 10-7-15,1-10-18 0,0 13-19 0,0-13-13 16,0 0-24-16,-1 16-28 0,1-16-21 0,0 11-14 16,-1-7-15-16,1-4-124 0,0 0-316 0,0 0 140 15</inkml:trace>
  <inkml:trace contextRef="#ctx0" brushRef="#br0" timeOffset="-62262.7">16368 2914 79 0,'4'-7'182'0,"-1"1"-17"0,3 3-14 0,-1-3-8 16,4 2-8-16,1-2-13 0,-1 3-5 0,1 0-12 0,2 2-4 15,-2 1-13-15,1 1-1 0,2 2-3 16,-3 0-5-16,1 2-10 0,0 0-10 0,-2 0-2 15,-1 2-6-15,-1 1-3 0,-2 0-5 0,-2 1-1 16,-2 0-8-16,-2 3 2 0,-3-2-7 0,0-1-1 16,-1 1 0-16,0 2-5 0,0-5-5 0,0 3 0 15,0-1-1-15,0-1-6 0,-2 0-1 0,2 1-8 16,1-5-11-16,4-4-11 0,-5 10-2 0,4-5-6 16,1-5 4-16,0 8 3 0,0-8-4 0,0 0 7 15,6 10 4-15,-2-7 0 0,1 0 4 0,3-1-1 16,-3 2 0-16,-5-4-1 0,13 5 7 0,-4 2-1 15,-3-4-4-15,1 1-1 0,-4 0 6 0,3 1 1 16,-3 0-2-16,0 1 4 0,-3-6 1 0,5 10 0 16,-4-4 8-16,-1-6-3 0,-2 13 3 0,-2-8 0 15,1 1-4-15,3-6 6 0,-10 12-4 0,4-6-2 16,-1-2 0-16,0 2-4 0,-2-2-13 0,1 3-19 16,0-4-27-16,8-3-28 0,-14 7-39 0,9-6-24 15,5-1-107-15,0 0-279 0,0 0 124 0</inkml:trace>
  <inkml:trace contextRef="#ctx0" brushRef="#br0" timeOffset="-62038.4">16653 3017 149 0,'0'0'138'0,"0"0"-7"0,0 0-15 15,0 0 10-15,0 0 6 0,0 0-7 0,11 13-9 16,-9-4-7-16,-1-1-1 0,0 2 3 0,2 3-3 15,-1-1-10-15,0 0-12 0,1 1-2 16,-1-1-11-16,-1-1-5 0,-1 0-2 0,0 1-14 16,2-3-4-16,0-1-6 0,-2 0-14 0,1-1-20 15,-1-7-22-15,0 0-23 0,1 15-29 0,-1-15-17 0,0 0-19 16,0 0-14-16,2 11-26 0,-2-11-119 16,0 0-282-16,0 0 125 0</inkml:trace>
  <inkml:trace contextRef="#ctx0" brushRef="#br0" timeOffset="-61691.86">16671 3063 41 0,'4'-14'163'16,"-4"14"-9"-16,5-8-6 0,-5 8-5 0,5-8-4 15,-5 8-14-15,8-6-8 0,-8 6-6 0,0 0-3 16,9-8 8-16,-6 8-12 0,-3 0-10 0,0 0-2 16,18 0-7-16,-18 0-1 0,0 0-11 0,14 4-5 15,-14-4-13-15,9 5-2 0,-9-5-9 0,7 10-2 16,-5-4-3-16,-2-6-5 0,4 9 0 0,-4-9-5 15,0 12-7-15,0-7-5 0,0-5-14 0,0 14-11 16,0-14-9-16,0 12-5 0,0-12-8 0,0 10-6 16,0-10-9-16,3 10-1 0,-3-10 8 0,2 9-7 15,-2-9 2-15,6 10 5 0,-6-10 0 0,4 10 4 16,-4-10-2-16,8 10 12 0,-5-6 5 0,-3-4 1 16,7 10 0-16,-7-10 4 0,7 9 3 0,-4-4 2 15,-3-5 8-15,4 12 5 0,-4-12-3 0,4 7 4 16,-4-7 6-16,0 0 0 0,-4 17 4 0,2-11 0 15,-3-1-6-15,0-1 5 0,5-4-3 0,-7 9-5 16,3-4 2-16,4-5-20 0,-9 5-17 16,9-5-31-16,0 0-44 0,-10 6-28 0,10-6-122 15,0 0-274-15,0 0 121 0</inkml:trace>
  <inkml:trace contextRef="#ctx0" brushRef="#br0" timeOffset="-61517">17030 3066 90 0,'0'0'165'15,"0"0"-7"-15,14-1-13 0,-14 1-8 0,15-2-14 16,-4 1-4-16,-11 1-20 0,26-1-6 0,-12 0-17 16,4 2-21-16,1-1-44 0,4-2-53 0,4-1-61 0,-6 0-85 15,8-3-204-15,-3-2 91 0</inkml:trace>
  <inkml:trace contextRef="#ctx0" brushRef="#br0" timeOffset="-60482.62">17545 2869 60 0,'0'0'215'0,"-4"-5"-20"0,4 5-5 15,0 0-17-15,0 0-14 0,0 0-20 0,0 0-13 16,0 0-15-16,9-8-10 0,-9 8-8 0,12-3-17 15,-5 3-8-15,3-1-18 0,1 0-18 0,-1-1-18 16,-1 2-20-16,-9 0-19 0,14 0-12 0,-14 0-19 16,0 0 3-16,16 0 4 0,-16 0 4 0,0 0 1 15,0 0 15-15,8-2-1 0,-8 2 15 0,0 0 0 16,0 0 4-16,0 0 13 0,0 0-1 0,0 0-1 16,0 0 4-16,0 0 12 0,0 0-10 15,0 0 8-15,0 0-3 0,0 0-4 0,0 0 4 16,0 0 14-16,0 0 18 0,0 0 1 0,-15 22 0 15,12-13 2-15,2 1 7 0,0 2 3 0,0 0-1 0,-1 4 2 16,5 1-5-16,-3-6 0 0,-1 5 0 0,-1 3-1 16,2-3-6-16,2 1-2 0,-2-4 0 0,1-1-10 15,-2-1 2-15,-1-1-3 0,1 2-6 16,0-6 1-16,-1 2-2 0,0 2-5 0,-2 0 6 16,0-2-7-16,-1 1-4 0,-1-2-1 0,-1-2-3 15,1-1-1-15,-3 0-3 0,-1 2-2 0,3-6-2 16,-3 3 0-16,2-3 0 0,8 0 1 0,-12 0-3 15,12 0 2-15,-11-3-3 0,11 3 6 0,-9 0 3 16,9 0 3-16,0 0 1 0,-8-6 2 0,8 6-2 16,0 0-2-16,0 0-5 0,0 0 4 0,0 0-5 15,0 0 0-15,0 0-7 0,20-11-5 0,-8 11-10 16,5-2-16-16,0 1-9 0,3 1-25 0,-2-4-16 16,3 4-6-16,0-2-14 0,0 1-15 0,-2-1-5 15,0-3 2-15,0 1 15 0,-3 3 17 0,2-3 1 16,-8 3 10-16,-1-1 11 0,1-4 22 0,-10 6 13 15,12-8 10-15,-6 5 31 0,-6 3 7 0,8-11 6 16,-3 5 20-16,-5 6 20 0,5-13 4 0,-5 13 6 16,5-11 9-16,-5 11-3 0,2-11 8 0,-2 11 4 15,0 0-4-15,0 0-3 0,2-11-9 0,-2 11-7 16,0 0-11-16,0 0-2 0,0 0-6 0,0 0-6 16,0 0 0-16,0 0-3 0,0 0-4 0,0 29-3 15,0-22-2-15,0 2 3 0,0 0-9 16,0 1-1-16,0-3-5 0,0 3-4 0,0-3 3 0,0 2-2 15,0-1-2-15,0-8 1 0,1 11-1 0,2-7 0 16,-3-4-8-16,2 7-3 0,-2-7-3 0,0 0-4 16,3 6-2-16,-3-6 2 0,0 0 7 0,0 0-7 15,0 0 5-15,0 0-9 0,0 0-7 16,0 0 3-16,0 0-2 0,0 0 6 0,0 0 0 16,0 0 2-16,-1-33-3 0,1 33 5 0,0-19-2 15,0 8 4-15,2-3 4 0,3 3-2 0,0-6 3 16,-1 7 2-16,1 1 0 0,-1-3 3 0,1 3-6 0,-1 3 3 15,1 1-2-15,1-3-1 0,0 6 1 0,-1-2-2 16,-5 4 0-16,10-4-3 0,-3 4 3 0,-7 0-1 16,13 4 0-16,-7 0 0 0,-6-4 3 0,12 10-2 15,-7-3 5-15,-1 1-9 0,-1-3 7 16,-1-1-1-16,1 6-3 0,-2-3 1 0,-1-7-1 16,-1 17-6-16,0-10 0 0,-2-2-7 0,3-5-10 15,-3 11-9-15,2-5-6 0,1-6-3 0,-2 7-2 0,2-7-13 16,0 0 1-16,0 12-4 0,0-12 4 0,2 5 8 15,-2-5-6-15,0 0 11 0,5 11 7 16,-1-9 5-16,-4-2 0 0,0 0 11 0,10 6 0 16,-10-6-3-16,7 5 7 0,-7-5 7 0,5 4 8 15,-3 2 4-15,-2-6 3 0,4 7 10 0,-2-1-5 16,-2-6 7-16,2 7 1 0,-2-7 11 0,-2 10 2 16,2-10-3-16,-8 10 3 0,1-3-4 0,-4 1-3 15,3-3 2-15,-1 0-4 0,0 2-8 0,-1-3-10 16,0 1-25-16,0-2-29 0,0 1-39 0,10-4-45 15,-12 4-49-15,12-4-120 0,-13 3-327 0,13-3 144 16</inkml:trace>
  <inkml:trace contextRef="#ctx0" brushRef="#br0" timeOffset="-60201.25">18208 2902 196 0,'0'0'246'0,"0"0"-12"16,-1-7-14-16,1 7-14 0,0 0-24 0,0 0-16 15,0 0-20-15,0 0-11 0,0 0-17 0,0 0-7 16,0 0 0-16,0 0-3 0,3 28-10 0,-1-17-7 16,-2 2-7-16,1 4-6 0,-1 1-7 15,2 0-5-15,-2 1-8 0,1-2-4 0,1-2-6 16,0-4-7-16,-2 1 0 0,1-1-1 0,-2 2-10 15,2-2-17-15,-1-4-19 0,2 2-21 0,0-1-21 0,-2-8-42 16,1 13-31-16,-1-13-37 0,1 10-27 0,-1-4-16 16,0-6-159-16,0 0-389 0,0 0 172 0</inkml:trace>
  <inkml:trace contextRef="#ctx0" brushRef="#br0" timeOffset="-59901.71">18312 2855 36 0,'0'0'135'0,"7"0"1"16,-7 0 7-16,0 0 0 0,16 5 4 0,-14 0-18 15,3 0-8-15,-3 1-6 0,0 0-9 0,-2 4-4 16,-1-1-15-16,-2 4-11 0,-2-4-1 0,-2 5-7 16,-1-4-10-16,0-1-5 0,-4 4-5 0,4-7-3 15,0 2-4-15,3-4-3 0,-1 0 1 0,1 0-6 16,1 2 9-16,4-6-3 0,-5 6 7 0,5-6 1 15,0 0 2-15,-7 4 3 0,7-4 4 0,0 0-11 16,-5 3-2-16,5-3-11 0,0 0 3 0,0 0-8 16,0 0-2-16,0 0-3 0,12 10 0 0,-7-6-5 15,4 1-2-15,1 1-9 0,1-1-24 0,0 0-24 16,1 1-26-16,0 1-38 0,4-1-27 0,-5 0-30 16,3-1-18-16,-4 1-134 0,0-2-339 0,2 3 150 15</inkml:trace>
  <inkml:trace contextRef="#ctx0" brushRef="#br0" timeOffset="-59673.63">18526 3063 14 0,'4'-16'196'0,"-3"8"2"0,-1 8-7 0,4-12 8 15,-4 12 5-15,0-10-3 0,0 10-5 0,0 0-7 16,-1-12-8-16,1 12-22 0,0 0-15 0,0 0-15 16,0 0-18-16,0 0-15 0,0 0-3 15,0 0 7-15,0 0-13 0,0 0-4 0,-5 38-8 16,5-22-9-16,0-1-2 0,-1 2 2 0,1-4-17 15,0 3 1-15,-2-2-5 0,0 1-9 0,4-2-8 16,-2-1-4-16,2-1-16 0,0-1-21 0,-2-3-22 16,1 3-26-16,-1-10-28 0,0 13-23 0,0-13-22 15,3 11-35-15,-3-11-19 0,0 0-17 0,1 11-8 16,-1-11-132-16,0 0-372 0,0 0 166 0</inkml:trace>
  <inkml:trace contextRef="#ctx0" brushRef="#br0" timeOffset="-59321.79">18543 3032 136 0,'5'-9'170'16,"0"-1"5"-16,2 3-5 0,-2-1-2 0,1 1-4 15,2 1-17-15,-3 3-12 0,3-1-15 0,-8 4-8 16,12-1-3-16,-3 3-4 0,-9-2-7 0,17 6-11 16,-11-2 2-16,5 1-8 0,-1-1-12 0,-4 1-1 15,-2 2-10-15,1 2-6 0,-3-1-2 0,-2-8 2 16,1 19-12-16,-1-12 1 0,0-7-6 0,-5 15-8 15,-1-6 2-15,1-2-3 0,0 0-1 0,5-7-5 16,-10 11 3-16,4-6-19 0,2 2-6 16,4-7-7-16,-7 7-12 0,7-7 0 0,-5 7-1 15,5-7 5-15,-2 10 0 0,2-10 3 0,6 8-2 0,-1-3 2 16,0-1 4-16,3 1-2 0,1 0 1 0,-1 0 7 16,2 0-5-16,-1 1 2 0,0 0 0 0,-5-1 2 15,1 0 1-15,-1-1-7 0,-1 0 6 0,-3-4 3 16,5 9 2-16,-3-4 1 0,-2-5 2 0,0 0-1 15,-8 15-1-15,0-11-4 0,-2 0 1 16,-1 0-13-16,-1-1-18 0,-6 1-28 0,0-1-36 16,1 0-49-16,0-3-42 0,-2 1-131 0,1-1-343 15,-3-3 152-15</inkml:trace>
  <inkml:trace contextRef="#ctx0" brushRef="#br0" timeOffset="-58704.74">18313 2851 19 0,'0'0'177'0,"0"0"-7"16,0 0-12-16,0 0-9 0,0 0-8 0,0 0-8 15,0 0-3-15,0 0-10 0,-8-5-14 0,8 5-6 16,0 0-4-16,0 0-13 0,0 0-4 0,0 0-12 16,-3-6-5-16,3 6-11 0,0 0-4 0,0 0-2 15,-7-3-2-15,7 3-2 0,0 0-7 0,-8-3-4 16,8 3 0-16,0 0-7 0,-12 0-6 0,12 0 3 15,-12 1-7-15,12-1-6 0,-14 4-23 16,4-1-31-16,1 1-29 0,0-1-33 0,0 4-38 16,0-3-153-16,0 2-324 0,-2-1 144 0</inkml:trace>
  <inkml:trace contextRef="#ctx0" brushRef="#br0" timeOffset="-29525.51">16466 2530 11 0,'0'0'40'0,"-10"-4"-7"16,10 4 1-16,-9-5-3 0,9 5-3 0,-11-4-1 16,4 2-6-16,7 2-1 0,-11-4 2 0,4 2 3 15,0-1-6-15,-1 1-7 0,-1 1-3 0,0-1 7 16,-2 0-2-16,0 2-6 0,1 0 8 0,-3-1-8 15,1 1 4-15,0 0-4 0,12 0-2 16,-26 1 1-16,13 1-1 0,0-1 5 0,-1 1-5 16,1 0 3-16,0-1-8 0,-5 2 5 0,0 2 2 15,6-1 14-15,0 0-20 0,-3 0 6 0,-2 3-3 16,0-2-2-16,2 2 1 0,2-1-3 0,-2 1 5 16,0 3-6-16,1-1 1 0,-2 0 1 0,6-1 2 15,-4 1 4-15,4-1-7 0,-1 1 15 0,-4 3 0 16,2-2-4-16,-1 2-3 0,0-2 5 0,3 0 3 15,-3 2-4-15,5-3 5 0,-3 2-9 0,2-3 8 16,1 2-10-16,-2 2 8 0,-1 0-10 0,4-2-1 16,-2-1 9-16,3 2-4 0,-4 1 6 0,1 0-7 15,0 1 4-15,4-4-4 0,-1 3 2 0,1-2 1 16,-1 0-3-16,1 1 4 0,1-1-2 0,0-1 5 16,0 2-7-16,1 0 9 0,-1 0-3 0,1-1-5 15,1 2-2-15,-1-1-7 0,4-11 2 0,-5 21 15 16,3-10-8-16,0 2 0 0,0-1 2 0,2-1-6 15,-1 1 3-15,1 1-16 0,1 0 16 16,0-2-3-16,3 4 4 0,0 1-11 0,2-1 15 16,-3-3-7-16,3 3-1 0,2 1 11 0,-3 0-7 0,1-3-9 15,2 1 5-15,0 1 4 0,-2-2-4 0,2-1 2 16,0 2 0-16,2 0 1 0,0-1-5 0,-1 2 10 16,-3-3-8-16,4 3-5 0,1-1 6 15,-1-1-1-15,0 1-1 0,-4-2-2 0,6 2 3 16,-3-3-7-16,-1-1 7 0,1-2 0 0,3 4-1 15,0 0-2-15,-1 0 4 0,2 0-2 0,0-2-1 16,-2-1 0-16,3 0 6 0,4 3-9 0,-2-2 3 16,2-1 4-16,-4 0-1 0,2 1 9 0,0-4-15 15,1 4-2-15,0-2 2 0,4-1 5 0,-2-1-1 16,0 1 0-16,1-2-3 0,1 0 4 0,-2 1 0 16,0-2-8-16,0-1 10 0,0 2-5 0,3-4 5 15,-1 3-9-15,0-3 9 0,0 1-8 0,1-2 11 16,1 0-1-16,-2 0-12 0,1-2 10 0,4 2-4 15,-5-1-5-15,1-2 5 0,1 1-1 0,-4 0-3 16,9-2 14-16,-9 1-13 0,2 0-2 0,1 1 2 16,-3-3 1-16,1 1-10 0,-1-1 3 0,2-1 3 15,-3 2-1-15,0-2 6 0,-2 2-8 0,3-2 1 16,-1-3-1-16,0 3-4 0,-1-2 5 0,-2 0-3 16,2 1 1-16,-3-1 1 0,-3 1-1 0,1 0-5 15,-1 0 5-15,1 0 8 0,-3-1 6 0,0 1-16 16,0-1 1-16,-2 0 5 0,2 0 0 0,-1-2-4 15,0 1 0-15,-2-1 21 0,2 0-24 0,-2-1-5 16,2 0 3-16,-1-3 10 0,1 0-4 0,-4 2-1 16,2-2 1-16,1 2 0 0,-4-3-7 15,3 0 11-15,-2-1-12 0,-2-1 11 0,1 2 1 0,1-1-1 16,-3-1-5-16,-1 0 4 0,-1-2 5 16,-1 0-6-16,1 1 12 0,-2 0-4 0,1 0 0 15,-2-2-1-15,-3 3-3 0,0-2-10 0,2 0 8 0,-2-1 2 16,0 2-1-16,-1 0 12 0,-3 3-2 0,2-3-3 15,0 2-1-15,-4 1 6 0,3-2-5 16,-1 0-3-16,0 1 1 0,-1 1 3 0,0 0-3 16,3 1 2-16,-4 0-2 0,0 0 11 0,0 3-9 15,-1-4 8-15,3 5-10 0,-1-3 6 0,1 1 3 16,1 2-1-16,1 0-8 0,-4-2 9 0,4 2 1 16,0 2-1-16,-5-4-6 0,4 0 0 0,1 2 4 15,-3 1 1-15,2 3-9 0,1-3-4 0,-1 2 10 16,0 0 1-16,-1 0-9 0,1-2 1 0,0 1-1 15,0 2 0-15,-2-1-1 0,2-1 9 0,1 3 0 16,-2-3-7-16,0 3 2 0,0-2-3 0,-2 4 0 16,1-3-2-16,1 3 4 0,1-3-3 0,-3 3-4 15,-4-4 0-15,5 4 2 0,-1 1 1 0,1-1-1 16,-2 2-6-16,0 0 6 0,-2-2-6 0,-2 3 4 16,0 0 1-16,0 0 5 0,0 3 2 0,-4-2-9 15,4 2 8-15,-3 0-3 0,-1 0-5 16,1 3 0-16,-7 0 0 0,2-1 6 0,4 1 0 0,-5-1-5 15,3 3 7-15,-4 0-10 0,2 0 6 16,4-2 2-16,2 0-10 0,1 1 7 0,-2-2 5 0,-3 7 0 16,5-7 0-16,2 2-4 0,1 0-4 0,-2 0 2 15,2 0-3-15,1-1 10 0,3-1-26 0,0 1-13 16,1 1-7-16,0-2-12 0,0 3-11 16,2 1-3-16,-4 1-13 0,1 2-49 0,1 0-141 15,-1 1 63-15</inkml:trace>
  <inkml:trace contextRef="#ctx0" brushRef="#br0" timeOffset="-22420.58">14816 3488 11 0,'0'0'56'16,"0"0"-6"-16,0 0-10 0,0 0-2 0,0 0-11 15,0 0-11-15,0 0-7 0,0 0-1 0,0 0-26 16,0 0-22-16,0 0-43 0,0 0 19 0</inkml:trace>
  <inkml:trace contextRef="#ctx0" brushRef="#br0" timeOffset="-5404.25">14667 3334 78 0,'0'0'74'0,"0"-14"-2"0,0 14 1 16,0 0-6-16,0-10-6 0,0 10 1 0,0 0-12 15,0 0 2-15,0 0-9 0,0 0-1 16,-2-12-10-16,2 12-4 0,0 0-17 0,0 0 29 16,0 0-17-16,0 0-5 0,0 0-4 0,0 0-5 15,0 0 0-15,0 0 3 0,0 0-1 0,0 0-7 16,0 0 13-16,0 0-13 0,4 32 1 0,-4-32 2 16,3 17 2-16,-3-7-8 0,-1 2-3 0,3 1 6 15,-2-1-4-15,3-1 4 0,-2 1 0 0,1 1-1 16,-2-3 4-16,2 2-4 0,-2-12-6 0,0 22 6 15,0-11 3-15,2-1 2 0,-2 1-2 0,0-11-1 16,2 19 9-16,-2-11-11 0,0-8-4 0,1 15 4 16,0-8-4-16,-1-7-2 0,2 12 4 0,-2-12-2 15,1 14 8-15,-1-14 0 0,0 10-10 0,0-10-6 16,4 9 11-16,-4-9 14 0,2 8-14 0,-2-8 0 16,7 9-4-16,-7-9 2 0,9 4-3 0,-9-4 6 15,9 7-2-15,0-3 3 0,2 0 3 16,0-3-7-16,2 0 1 0,4 0 6 0,1 1 9 0,-2 0-18 15,4-2 8-15,-2 1-9 0,-1-1 3 16,1 0-3-16,0 0 8 0,-5 0-4 0,4 0-7 0,-4-2 6 16,3 1 3-16,-16 1-7 0,27-2 9 0,-27 2 2 15,23 0-4-15,-13-1-5 0,-10 1 6 0,22 0-9 16,-22 0 1-16,14-1 5 0,-14 1-4 16,0 0 2-16,18-1-3 0,-18 1 5 0,0 0 6 15,0 0 7-15,0 0-18 0,16 1 0 0,-16-1-1 16,0 0 2-16,0 0-10 0,0 0 9 0,0 0-2 15,0 0-2-15,12 5 10 0,-12-5 1 0,0 0-8 16,0 0 7-16,0 0-10 0,0 15 4 0,0-15 10 16,0 0-5-16,0 0-1 0,-10 21 2 0,10-21 9 15,-7 10-11-15,7-10 8 0,-10 13-7 0,6-7 2 16,4-6-16-16,-13 16-9 0,7-7 2 0,-1-2-29 16,7-7-24-16,-12 18-72 0,4-9-157 0,0-1 71 15</inkml:trace>
  <inkml:trace contextRef="#ctx0" brushRef="#br0" timeOffset="-5188.25">15002 3555 16 0,'-5'-10'141'0,"-3"-1"-9"0,-2-3-7 16,3 6 0-16,1 0-10 0,-1-1-1 0,1 5-18 15,1-2-8-15,5 6-12 0,-7-9-11 16,3 6-8-16,4 3-23 0,0 0-20 0,0 0-37 0,-7-11-31 16,7 11-12-16,0 0-5 0,0 0-19 15,0 0-59-15,0 0-162 0,0 0 71 0</inkml:trace>
  <inkml:trace contextRef="#ctx0" brushRef="#br0" timeOffset="-3369.24">15202 3944 22 0,'0'0'130'0,"0"0"-6"16,0 0-9-16,4-11-11 0,-4 11-9 0,0 0-7 15,0 0-6-15,0 0-6 0,0 0-5 0,0-16-5 16,0 16-1-16,0 0-8 0,0 0-4 15,0 0 1-15,3-12-6 0,-3 12-3 0,0 0-8 16,0 0 4-16,0 0-6 0,0 0 0 0,0 0 4 0,0 0-7 16,0 0 1-16,4-10-2 0,-4 10 1 0,0 0-4 15,0 0 0-15,0 0-2 0,0 0-4 0,0 0 0 16,0 0 0-16,0 0 0 0,0 0 0 16,0 0-6-16,0 0 2 0,0 0-2 0,0 0 3 0,0 0-4 15,0 0 3-15,0 0-7 0,0 0-1 0,0 0 7 16,0 0-8-16,0 0 1 0,0 0-3 15,0 0 1-15,0 0-1 0,0 0 0 0,0 0-2 16,0 0-2-16,0 0 2 0,0 0 1 0,0 0-5 0,0 0 4 16,0 0-3-16,0 0-2 0,0 0 2 0,0 0 0 15,0 0-2-15,0 0-1 0,0 0 1 16,0 0-2-16,0 0 3 0,0 0 0 0,0 0 1 16,0 0-1-16,0 0-2 0,0 0 4 0,0 0-4 15,0 0 3-15,0 0 0 0,0 0-4 0,0 0 2 16,0 0-2-16,0 0 5 0,0 0 0 0,0 0-2 15,0 0 3-15,0 0-4 0,0 0 3 0,0 0 1 16,0 0-8-16,0 0 5 0,0 0-2 0,0 0 5 16,0 0-6-16,0 0 4 0,0 0-2 0,0 0-2 15,0 0 8-15,0 0-3 0,0 0-3 0,0 0 2 16,0 0 1-16,0 0-2 0,0 0 5 0,0 0 2 16,0 0-8-16,0 0 6 0,0 0-3 0,0 0 0 15,0 0 1-15,0 0 0 0,0 0-1 0,0 0 2 16,5-11 0-16,-5 11-6 0,0 0-1 0,0 0 7 15,0 0-4-15,0 0 0 0,0 0 1 0,0 0 0 16,0 0 0-16,1-13 0 0,-1 13-4 0,0 0-1 16,0 0 5-16,0 0-3 0,0 0 3 0,3-15 3 15,-3 15-4-15,0 0 1 0,0 0 3 0,0 0-9 16,1-11 6-16,-1 11 0 0,0 0-2 0,0 0 0 16,1-15 2-16,-1 15-3 0,0 0 3 0,0 0-5 15,0 0 3-15,0-13-1 0,0 13 4 0,0 0-2 16,0 0-10-16,0 0 10 0,6-13 2 15,-6 13-3-15,0 0-3 0,0 0 8 0,2-15-3 16,-2 15-4-16,0 0 5 0,0 0-3 0,3-11 3 0,-3 11 1 16,0 0-1-16,0 0 0 0,0 0 2 0,3-14 0 15,-3 14 3-15,0 0 1 0,0 0 2 0,3-9-3 16,-3 9 0-16,0 0-1 0,0 0-2 0,0 0 6 16,0-10-4-16,0 10 0 0,0 0-2 15,0 0-2-15,0 0-1 0,0 0 1 0,0 0-1 16,0 0 2-16,0 0 0 0,0 0-1 0,0 0 0 15,0 0-6-15,0 0 8 0,0 0-6 0,0 0 8 16,0 0-11-16,0 0 6 0,0 0-4 0,0 0 0 0,-6-12-3 16,6 12 3-16,0 0-1 0,0 0 3 0,0 0-4 15,0 0 1-15,0 0 0 0,0 0 4 16,0 0-4-16,0 0-3 0,0 0 0 0,0 0 4 16,0 0-1-16,0 0-3 0,0 0 1 0,0 0 2 15,0 0-2-15,0 0-1 0,0 0 2 0,0 0 2 16,0 0-1-16,0 0-1 0,0 0 3 0,0 0 0 15,0 0-3-15,0 0 3 0,0 0-1 0,0 0 1 16,0 0-4-16,0 0 10 0,0 0-7 0,0 0 0 16,0 0 2-16,0 0-2 0,3 42-5 0,-3-42 9 15,0 0-2-15,0 0 2 0,0 0 1 0,0 0-5 16,0 0 3-16,0 0-4 0,0 0 7 0,0 0-5 16,0 0 4-16,3 12-5 0,-3-12 4 0,0 0 2 15,0 0-6-15,0 0 2 0,0 0 1 0,0 0 3 16,0 0-3-16,0 0 0 0,0 0 4 0,0 0-3 15,0 0 3-15,0 0-3 0,0 0-4 0,0 0 5 16,0 0-4-16,0 0 5 0,0 0-3 0,0 0-1 16,0 0 0-16,0 0 2 0,0 0 3 0,0 0-3 15,0 0-3-15,0 0 6 0,0 0-6 0,0 0 5 16,0 0-6-16,0 0-2 0,0 0 3 0,0 0-1 16,0 0 4-16,0 0-1 0,0 0-3 15,0 0 0-15,0 0-1 0,0 0 2 0,0 0 0 16,0 0-1-16,0 0 3 0,0 0-4 0,0 0-1 15,0 0 4-15,0 0-3 0,0 0 0 0,0 0 4 16,0 0 1-16,0 0-2 0,0 0-4 0,0 0 3 0,-4 15-3 16,4-15 7-16,0 0-1 0,0 0-3 0,0 0 1 15,0 0-2-15,-5 13 0 0,5-13 4 0,0 0-2 16,0 0-1-16,-4 15 5 0,4-15-6 0,0 0 3 16,-4 11-3-16,4-11 1 0,0 0 2 15,0 0 1-15,0 15 0 0,0-15 1 0,0 0-2 16,0 14-1-16,0-14-1 0,0 0-2 0,-1 13 6 15,1-13-2-15,0 0 1 0,1 15 1 0,-1-15-2 16,0 0-4-16,0 15 5 0,0-15-2 0,0 0-1 0,3 14-1 16,-3-14-1-16,5 11 2 0,-5-11-8 15,0 0-1-15,3 12-9 0,-3-12 1 0,0 0-12 16,3 11 3-16,-3-11-2 0,0 0-4 0,0 0 3 16,5 11-18-16,-5-11-8 0,0 0-11 0,0 0-11 15,8 7-8-15,-8-7-8 0,0 0-13 0,0 0-10 16,0 0-15-16,0 0-69 0,14 3-216 0,-14-3 97 15</inkml:trace>
  <inkml:trace contextRef="#ctx0" brushRef="#br0" timeOffset="-2508.12">15400 3601 50 0,'0'0'100'0,"0"0"-4"16,0 0-13-16,0 0-9 0,0 0-8 0,0 0-9 15,0 0-2-15,0 0-6 0,0 0-5 0,0 0-8 16,0 0-8-16,0 0-2 0,0 0-6 0,0 0 7 16,0 0-11-16,0 0 15 0,0 0-19 0,0 0 2 15,0 0 0-15,4 14-2 0,-4-14-6 16,0 0 6-16,0 0 3 0,0 0-2 0,0 0 0 0,0 0 7 15,0 0-18-15,0 0 14 0,0 0 1 16,0 0-10-16,0 0 7 0,0 0 3 0,0 0 2 16,0 0-2-16,0 0 2 0,0 0-7 0,0 0 2 15,0 0-3-15,0 0 8 0,0 0-10 0,0 0-3 0,0 0 8 16,0 0 14-16,0 0-17 0,0 0 1 0,0 0 5 16,0 0-11-16,0 0 9 0,0 0 0 15,0 0-5-15,0 0-4 0,0 0 8 0,0 0-4 16,0 0-2-16,0 0-1 0,0 0-8 0,0 0 6 15,0 0-2-15,0 0 3 0,0 0 2 0,0 0-5 16,0 0 2-16,-5 15-1 0,5-15-2 0,0 0-3 16,0 0 2-16,-4 13 3 0,4-13-3 0,-2 10-1 15,2-10 6-15,-2 15-7 0,2-15 3 0,-1 17 4 16,-1-5-6-16,2-12 9 0,-4 24-16 0,1-7 12 16,1-4-7-16,2 2 6 0,-1 4-2 0,-1-4-2 15,1 0 3-15,0 1 2 0,1-2-2 0,0-14-1 16,1 28 0-16,-1-18 9 0,0-10-14 0,1 22 7 15,-1-10-1-15,0-12-4 0,0 17 8 0,2-5-4 16,-2-5-3-16,0-7 1 0,0 0 3 16,0 24-7-16,0-18 4 0,0-6 3 0,0 15-1 0,0-15 0 15,0 0 2-15,0 20-4 0,0-15 1 0,0-5-5 16,0 0-4-16,0 0 0 0,-2 22-11 0,2-22-12 16,0 0-2-16,0 0-23 0,0 0-3 0,0 14-12 15,0-14-11-15,0 0-14 0,0 0-77 0,0 0-186 16,-2 9 82-16</inkml:trace>
  <inkml:trace contextRef="#ctx0" brushRef="#br0" timeOffset="-686.3">16375 3779 87 0,'0'-4'152'0,"0"4"-3"0,0 0-2 0,0-11-12 16,0 11-11-16,0 0-12 0,0 0-16 0,0 0-9 15,0 0-13-15,-1-8-7 0,1 8-10 0,0 0-7 16,0 0-2-16,0 0-2 0,12 15-8 0,-7-7 3 16,0 1-8-16,3 1 0 0,-2 1-9 0,3 3-1 15,-4-3 0-15,7 5-3 0,-6-1-3 0,0-5-3 16,1 0 3-16,0 1 0 0,1 3-3 0,-3-4 0 15,2 0-5-15,-2-1 2 0,2-1 1 0,-2 0 0 16,1 0-2-16,-3-2-2 0,3 0 0 0,-2 1 3 16,2-4-2-16,-6-3-12 0,5 10 9 0,-5-10-3 15,5 6 4-15,-5-6-3 0,5 3 8 0,-5-3 0 16,0 0 13-16,5 3 8 0,-5-3-4 0,0 0 1 16,0 0-9-16,7-11 2 0,-6 3-2 0,3-1-6 15,-2-2 4-15,2-4-6 0,-1 5 2 0,1-6-5 16,1-2-1-16,-1 4-1 0,-1-2 1 0,1 4-4 15,0-3 2-15,-3 1-2 0,3 4-2 0,-1-1-5 16,2 4-1-16,-4-1-8 0,2 1-6 0,-1 0-11 16,-2 7-15-16,4-10-37 0,-3 6-32 0,-1 4-25 15,7-5-8-15,-7 5-124 0,0 0-292 0,11 0 130 16</inkml:trace>
  <inkml:trace contextRef="#ctx0" brushRef="#br0" timeOffset="-104.52">16779 3871 100 0,'0'0'106'0,"-1"10"-11"0,1-10-3 0,0 8-16 16,0-8-3-16,-4 16 1 0,4-10-10 0,-1 6 10 15,0-3-5-15,-1 3-2 0,2-3-13 0,0 3-2 16,-3-3-4-16,3 0-10 0,0 0 5 0,0 1-7 15,-2-3-10-15,2-7-3 0,0 11 3 0,0-11-3 16,0 10 2-16,0-10-6 0,0 0 1 0,2 10-7 16,-2-10 11-16,0 0-4 0,0 7 7 0,0-7 1 15,0 0 15-15,1 6 5 0,-1-6 14 0,0 0 6 16,0 0 2-16,0 0-6 0,0 0-8 0,0 0-1 16,0 0-5-16,-3-25-5 0,2 15-4 0,0-1-6 15,2 0-7-15,-1-6 3 0,3 1-5 0,0 0-4 16,1-1-1-16,1 2 0 0,-1 3-4 0,1 0-1 15,1-2-2-15,-3 4-5 0,4 0 0 0,-5 5-1 16,3-1-4-16,0 0 1 0,2 2-1 0,-1 1-3 16,2 0 1-16,0 1-1 0,-2-2-1 0,-6 4 0 15,14 1-1-15,-6 2-1 0,-2 0-1 0,1 0-2 16,-2 0 1-16,2 2-3 0,-3 1 1 0,-4-6 3 16,6 9-3-16,-4-1-2 0,2-3-4 0,-2 2 2 15,1-1-4-15,2 0 0 0,-5-6-8 0,2 13 1 16,-2-8-5-16,0-5-8 0,3 10 3 0,-3-10-5 15,1 10 3-15,-1-10-9 0,1 7-1 0,-1-7 0 16,2 8-3-16,-2-8-5 0,2 7 0 0,-2-7 8 16,4 4 5-16,-4-4 17 0,1 7-15 0,-1-7 8 15,0 0 0-15,4 8-1 0,-1-4 8 0,-3-4 13 16,0 0-5-16,1 10 1 0,-1-10-7 0,0 11 8 16,0-11 0-16,-2 12-1 0,2-12-2 0,-3 11 5 15,3-6-1-15,0-5-2 0,-5 9 6 0,2-4-14 16,3-5-11-16,-5 10-16 0,3-6-29 0,2-4-8 15,-4 8-17-15,4-8-66 0,-4 6-180 16,4-6 80-16</inkml:trace>
  <inkml:trace contextRef="#ctx0" brushRef="#br0" timeOffset="461.61">17068 3914 48 0,'0'0'90'0,"0"0"5"0,0 0-12 0,0 0-8 16,0 0 4-16,7 16-12 0,-7-16 0 0,1 16 4 15,1-6-1-15,0 0 4 0,-1 2-20 0,-1-2-1 16,0 3-5-16,0-1-3 0,0-1-2 16,1 0-16-16,-1-1-7 0,0-2-12 0,0 2-19 0,0-10-8 15,0 13-8-15,-1-7-6 0,1-6-2 16,1 9-4-16,-1-9-5 0,1 7 9 0,-1-7-8 15,0 0 6-15,0 0-8 0,0 0 5 0,0 0 3 0,0 0 5 16,0 0 2-16,0 0 3 0,-8-23 17 0,8 14 7 16,0 9-7-16,1-20 10 0,4 4 5 0,-4 1-6 15,4-1 8-15,-1-1 6 0,0 3 13 0,1-1-6 16,-1 4 10-16,2-1 16 0,-1 2-9 16,-1-1-3-16,0 7-3 0,-1-3 2 0,-3 7-1 15,5-9-1-15,-5 9-9 0,5-4-4 0,-5 4-3 0,5-3-9 16,-5 3 15-16,0 0 11 0,0 0-6 0,0 0-1 15,12 7 5-15,-9-1-7 0,-3-6 1 16,4 10-4-16,-2-5 1 0,0 0-13 0,-2-5 8 16,4 12-1-16,-2-6 1 0,0 0 3 0,-2-6-4 15,1 11-2-15,0-5 2 0,-1-6-5 0,1 10-1 16,2-4-4-16,-3-6 2 0,3 10-2 0,-2-5-3 16,-1-5-14-16,3 8 10 0,-3-8 0 0,3 6 3 0,-3-6-2 15,4 4-2-15,-4-4-3 0,5 5-3 0,-5-5 7 16,8 6 2-16,-8-6 0 0,5 5 0 15,-5-5 0-15,3 7 0 0,-3-7-8 0,1 6 4 16,-1-6-4-16,0 0 11 0,1 9-12 0,-1-9 3 16,0 0 2-16,-5 14 9 0,2-9 0 0,3-5-7 15,-6 8-8-15,1-2-3 0,1-3-15 0,4-3 0 0,-6 8-24 16,2-3-26-16,4-5-16 0,-7 6-69 0,7-6-176 16,-5 4 78-16</inkml:trace>
  <inkml:trace contextRef="#ctx0" brushRef="#br0" timeOffset="612.26">17504 3937 5 0,'0'0'52'0,"11"0"-22"0,-11 0-15 15,0 0-13-15,6 4-20 0,-6-4-19 0,0 8 9 0</inkml:trace>
  <inkml:trace contextRef="#ctx0" brushRef="#br0" timeOffset="729.41">17505 4074 36 0,'17'-5'27'0,"3"0"-38"15,6-2-11-15,-6 1 5 0</inkml:trace>
  <inkml:trace contextRef="#ctx0" brushRef="#br0" timeOffset="1225.08">17908 3814 45 0,'0'0'125'0,"0"0"3"16,0 0-15-16,0 0-12 0,0 0-14 0,0 0 1 15,15-4 2-15,-15 4-32 0,12-4-5 0,-3 2 3 16,-9 2-17-16,12-2 11 0,-5 1-19 0,-7 1 11 16,13-1-9-16,-7-1-3 0,-6 2-7 0,0 0 0 15,12 0 0-15,-12 0-2 0,0 0-2 0,10 2-5 16,-10-2-8-16,0 0 5 0,0 0-1 0,0 0-3 16,0 0-7-16,5 5 19 0,-5-5-15 0,0 7-5 15,0-7 8-15,2 12 3 0,-2-5 8 0,0 3-3 16,0-1 14-16,0 4-13 0,0-3-5 0,-1 6 9 15,2-4 1-15,-3 4-2 0,2-3 1 0,0-1-3 16,0 1-5-16,-2-3 13 0,2 3-9 0,0-3-2 16,0 1-14-16,-1 0 6 0,2-1 3 0,-1-2-1 15,0-8 3-15,-1 13-6 0,1-7 3 0,0-6 1 16,-1 12-3-16,1-12 6 0,-1 7-9 0,1-7 2 16,0 0 1-16,-2 8-3 0,2-8-3 0,0 0 12 15,0 0-8-15,-2 7 7 0,2-7-5 0,0 0 0 16,0 0-1-16,0 0 4 0,0 0-6 0,0 0 1 15,0 0 0-15,0 0-1 0,0 0 6 0,0 0-4 16,0 0 2-16,0 0-3 0,0 0 4 0,0 0-5 0,0 0 6 16,0 0-3-16,0 0-9 0,0 0 6 15,0 0 5-15,0 0-6 0,18-11-1 0,-18 11-2 16,16-1-9-16,-5 0-21 0,-1 1-19 0,1-4-18 16,1 4-34-16,-1-1-21 0,2 0-120 0,-3-1-262 15,-3 1 117-15</inkml:trace>
  <inkml:trace contextRef="#ctx0" brushRef="#br0" timeOffset="1395.87">18018 3819 103 0,'-3'-5'145'0,"3"5"-19"0,0 0-8 0,0 0-6 0,13-8-20 16,0 6-27-16,1 2-23 0,5-3-28 0,4 0-39 15,3 0-29-15,-6 3-69 0,2-3-134 0,-2 2 59 16</inkml:trace>
  <inkml:trace contextRef="#ctx0" brushRef="#br0" timeOffset="1633.33">18342 3951 106 0,'-1'9'142'0,"-1"1"0"0,0 2-12 0,0-3-9 16,-1 2-9-16,3 1-12 0,-2-1-5 0,0 3-10 15,0 2-11-15,-1-3-9 0,2-3 0 0,0 3-6 16,-1-3-9-16,1 0-2 0,0-2-9 0,-2 0-3 16,3-8-11-16,-1 11-10 0,0-6-7 0,1-5-28 15,-2 9-21-15,2-9-19 0,-2 7-19 16,2-7-11-16,0 0-17 0,0 0-80 0,-6 5-202 15,6-5 89-15</inkml:trace>
  <inkml:trace contextRef="#ctx0" brushRef="#br0" timeOffset="2008.4">18406 3853 95 0,'7'-3'130'16,"-1"-1"-17"-16,1 3-6 0,-7 1 8 0,12-2-8 15,-12 2-10-15,14 0-15 0,-10 3-2 0,-4-3 0 16,13 4-17-16,-9-1 8 0,1 0-10 0,-1 3-3 16,-2-1-8-16,2 0-5 0,-3 2-5 0,-1-7 3 15,2 13-5-15,-4-4-7 0,0-1 0 16,-1 0 0-16,-1-2-4 0,1 1-1 0,-1 2-3 0,1-4-6 16,3-5-4-16,-4 11-1 0,3-6 2 0,1-5-2 15,-4 9-3-15,4-9 0 0,-1 10-1 0,1-10-2 16,0 10-4-16,0-10 5 0,5 12-3 0,-2-8 1 15,-1 4-3-15,2-4 1 0,-1 3 1 16,2-1 0-16,-1 1-6 0,2-1 5 0,-1 1 0 0,1 0-2 16,-2-1 6-16,0-3-5 0,0 4 1 0,-1-2-2 15,-3-5 0-15,2 10-2 0,-2-10 6 16,3 7-2-16,-3-7 3 0,1 6-4 0,-1-6-1 16,0 0 11-16,-6 10-7 0,6-10-3 0,-9 6 3 15,3-4-4-15,0 0-5 0,-3 1-12 0,3 0-22 0,6-3-24 16,-12 4-33-16,12-4-42 0,-9 2-111 0,9-2-268 15,0 0 119-15</inkml:trace>
  <inkml:trace contextRef="#ctx0" brushRef="#br0" timeOffset="2283.31">18873 3874 155 0,'2'-7'213'0,"-2"7"-9"16,0 0-15-16,4-5-13 0,-4 5-15 0,0 0-12 16,0 0-17-16,0 0-8 0,0 0-21 0,0 0-13 0,0 0-11 15,0 0-7-15,0 0-7 0,0 0-2 0,4 19-9 16,-4-12-3-16,-1 3-4 0,1 1-8 16,-2 1-4-16,2-1-1 0,-2 1-2 0,2 1-5 15,-1-1-1-15,1-1-7 0,-2 1-9 0,2-2-7 16,0 1-17-16,-1-1-22 0,0 1-19 0,1-2-21 15,-2 0-6-15,1-2-30 0,1-7-7 0,-2 12-16 0,0-7-19 16,2-5-108-16,-5 11-284 0,5-11 127 0</inkml:trace>
  <inkml:trace contextRef="#ctx0" brushRef="#br0" timeOffset="2586.02">18988 3771 84 0,'0'0'115'0,"0"0"-5"16,0 0-14-16,0 0 0 0,0 0-11 0,0 0-2 15,15 14-9-15,-12-8-9 0,-2 1-3 0,-1-7-3 16,1 16-1-16,-2-9-4 0,1 3-11 0,-1-1-6 16,-2 1 3-16,2 0-7 0,-3-1-3 0,0-1-4 15,2-2-1-15,0 0-5 0,2-6 1 0,-5 11 2 16,5-11-2-16,-1 6-8 0,1-6 6 0,0 0 1 15,0 0-1-15,-1 7 6 0,1-7-3 0,0 0-4 16,0 0 0-16,12 4-1 0,-5-2 3 0,1 3-3 16,0-4-14-16,3 1-13 0,-1-1-12 0,4 1-23 15,-1-2-16-15,1 2-11 0,-4-1-9 0,0 2-11 16,2-1-10-16,-3 1 2 0,-3-3-65 0,2 2-178 16,-1-1 79-16</inkml:trace>
  <inkml:trace contextRef="#ctx0" brushRef="#br0" timeOffset="2772.26">19158 3946 571 0,'0'0'-44'15,"11"1"13"-15,-11-1 10 0,8 0 16 0,-8 0 16 16,0 0 14-16,0 0 25 0,0 0 10 0,14-5 0 15,-14 5 18-15,4-1-8 0,-4 1 17 0,0 0 1 16,4-7 8-16,-4 7 1 0,0 0-3 16,0 0 4-16,0 0-10 0,0 0-7 0,0 0-13 0,0 0-4 15,0 0-10-15,0 0-8 0,0 0-2 0,0 0-2 16,0 0-2-16,0 0-14 0,-2 19 6 0,-1-9 1 16,0 1-5-16,2 0-6 0,-2-1 4 0,1 0-6 15,-1 2-1-15,2-1 2 0,1 1-5 0,0-1-8 16,0-2-17-16,-2 1-26 0,0-1-44 0,2-1-29 15,0-8-17-15,0 13-24 0,-1-7-128 0,-3 0-298 16,4-6 132-16</inkml:trace>
  <inkml:trace contextRef="#ctx0" brushRef="#br0" timeOffset="3140.54">19205 3939 131 0,'0'0'155'0,"5"-9"-11"0,-2 6-5 0,-3 3-5 0,0 0-11 16,7-6-12-16,-7 6-13 0,7-1-7 0,-7 1 4 16,0 0-10-16,12 4-4 0,-12-4-13 0,6 3-1 15,-6-3-12-15,4 7-2 0,-4-7-5 0,3 12 0 16,-1-8-7-16,-1 2-4 0,-1-6-8 0,0 9 2 16,0-9-4-16,-3 12-1 0,3-12-4 15,-3 8-9-15,1-1-8 0,0-1-6 0,2-6-17 0,-3 8-19 16,3-8-13-16,-3 8-7 0,3-8-6 0,0 0 0 15,0 0-1-15,2 16 5 0,-2-16 3 0,6 9 8 16,-6-9-1-16,4 6 8 0,-4-6 6 16,5 8 2-16,-5-8 3 0,5 6 1 0,-5-6 1 0,0 0 10 15,9 10 4-15,-9-10-7 0,4 7 12 16,-4-7 1-16,1 5 10 0,-1-5-4 0,0 0 5 0,2 8 19 16,-2-8-8-16,0 0-3 0,0 0 1 0,-7 11 3 15,7-11-4-15,-7 6 2 0,0-2-2 16,0 0-11-16,-3-1-19 0,-1 0-29 0,1 1-31 15,-4 0-103-15,-4 1-198 0,-2-2 88 0</inkml:trace>
  <inkml:trace contextRef="#ctx0" brushRef="#br0" timeOffset="26398.25">29169 11254 67 0,'0'-8'104'16,"0"8"-13"-16,0 0-8 0,-1-9-1 0,1 9-6 15,0 0 0-15,-1-8-6 0,1 8-4 0,0 0-3 16,-1-9-3-16,1 9 0 0,0 0 2 0,0 0-6 15,0 0-6-15,0 0-6 0,0 0-3 0,0 0-10 16,1-8 12-16,-1 8-19 0,0 0 2 0,0 0-9 16,0 0 3-16,0 0-7 0,0 0 1 0,0 0-5 15,0 0 8-15,0 0-8 0,5 25-3 0,-2-16 5 16,-1 1-7-16,3 6 6 0,-1 1-7 0,0-1-1 16,0 4 8-16,2 8 6 0,-1 2 0 0,5 0 2 0,-3 0 0 15,-1 2-3-15,3 14-1 0,0-12-4 16,-3 1 3-16,3 14-6 0,4-6 1 0,-5 5-3 15,2-3 9-15,-3 1-10 0,1-2 9 0,0 4-6 16,-4-12 1-16,2 10-9 0,-2 2 6 0,-1-2 4 0,0 4-7 16,0-3 9-16,0 0-5 0,-5-2-3 0,2-9-1 15,2-1 0-15,-1 10-7 0,0-10 8 16,0-2 2-16,2 1 0 0,0-2 0 0,-1-1-6 16,5 2 3-16,1-4 2 0,-3-3 5 0,1-1-7 0,-1 1-4 15,0-6-6-15,0-2-4 0,1 1-13 0,-2-3-3 16,3-1-17-16,-4 3-3 0,3-4-8 0,-2-2-9 15,-2-1-18-15,3 1-20 0,-2-2-98 16,-1 2-216-16,1-6 97 0</inkml:trace>
  <inkml:trace contextRef="#ctx0" brushRef="#br0" timeOffset="29257.4">29388 12448 3 0,'0'0'24'0,"0"0"0"16,0 0-5-16,0 0-2 0,0 0 1 0,0 0-8 16,0 0 1-16,0 0 5 0,0 0-11 0,0 0 3 15,0 0-1-15,0 0 2 0,0 0-2 0,0 0-1 16,0 0 2-16,0 0-1 0,0 0-2 0,0 0 2 16,0 0-2-16,0 0 8 0,0 0-12 0,0 0-1 15,0 0 6-15,0 0-2 0,0 0 1 0,0 0-3 16,0 0 1-16,0 0-1 0,0 0-2 0,0 0 2 15,0 0 0-15,0 0 1 0,0 0-6 0,0 0 4 16,0 0-2-16,0 0 3 0,0 0-6 0,0 0 11 16,0 0-7-16,0 0-3 0,0 0 1 0,0 0 5 0,0 0-6 15,0 0-1-15,0 0 1 0,0 0 1 16,0 0-3-16,0 0-1 0,0 0 3 0,0 0 1 16,0 0 2-16,0 0-8 0,0 0 7 0,0 0-3 15,0 0 4-15,0 0-1 0,0 0 4 0,0 0-5 0,0 0 0 16,0 0 4-16,0 0 3 0,0 0-2 0,0 0-2 15,0 0-3-15,0 0 7 0,0 0 3 16,0 0-6-16,0 0 4 0,0 0-8 0,0 0-7 16,0 0 13-16,0 0-1 0,0 0-6 0,0 0 2 0,0 0-4 15,0 0-2-15,0 0 2 0,0 0-3 0,0 0 0 16,0 0 2-16,0 0-2 0,0 0-1 0,0 0 2 16,0 0 3-16,0 0-3 0,0 0 3 0,0 0-4 15,0 0 4-15,0 0-1 0,0 0-5 0,0 0 5 16,19 7-2-16,-19-7-5 0,0 0-7 0,0 0-19 15,0 0 9-15</inkml:trace>
  <inkml:trace contextRef="#ctx0" brushRef="#br0" timeOffset="45121.14">31443 12304 64 0,'0'0'113'0,"0"0"-7"16,-4-7 5-16,4 7-10 0,-6-5-1 0,6 5-7 15,-8-3-10-15,8 3 0 0,0 0 3 0,-6-8-7 16,6 8-3-16,0 0-17 0,-5-3 2 0,5 3-13 16,0 0-6-16,0 0 2 0,0 0-11 0,0 0 6 15,0 0-6-15,0 0-4 0,0 0-1 0,0 0-2 16,28 12-1-16,-17-10-3 0,3 1 1 0,4 2-3 15,-1 2-6-15,-1-1-4 0,4-2 13 0,-4 2-1 16,-3-2-9-16,0-1-1 0,3 3 3 0,-4-1-6 16,0-1 2-16,-1 1 2 0,-1-1-4 0,-1 2-5 15,-4-2 8-15,1 0-12 0,-2 1 4 0,0 1-5 16,-2 1 2-16,-2-7 1 0,-2 14 4 0,-3-6-8 16,0 1-2-16,-2 0-10 0,-5 4-24 0,2-2-23 15,-1 1-18-15,1-2-14 0,0 3-24 0,1 0-12 16,-2 0-83-16,3-3-229 0,1-1 102 0</inkml:trace>
  <inkml:trace contextRef="#ctx0" brushRef="#br0" timeOffset="45529.92">31618 12617 56 0,'4'5'115'0,"-4"-5"-6"15,8 11-15-15,-3-3-4 0,-1 1-11 0,2 1 8 16,0-1-13-16,1 1-6 0,-2-1-1 16,1 1-8-16,3 0-7 0,-1-1-5 0,-2-1 11 15,2-1-7-15,-4-2-10 0,2 1 11 0,2 0-12 0,-2-1-1 16,1-1 4-16,0 0 4 0,-1 0-1 0,1-1 1 15,-2 1 2-15,-5-4-5 0,9 2 12 16,0-1-8-16,-9-1 2 0,0 0-6 0,13-3 0 0,-13 3 1 16,9-6 3-16,-4 2-5 0,-1 0-1 0,1-1-5 15,0-3-4-15,-1 2 0 0,2-3-9 16,0 1 0-16,-1-1-1 0,1 2-4 0,0-4-7 0,-2 3-9 16,1-1-9-16,0-1-4 0,0 3-3 0,-1 2-12 15,-1-2-14-15,-3 7-29 0,3-7-20 0,-3 7-18 16,6-6-7-16,-6 6 3 0,0 0-2 0,7-1 1 15,-7 1-4-15,0 0 4 0,0 0-3 16,12 9-60-16,-12-9-188 0,5 7 84 0</inkml:trace>
  <inkml:trace contextRef="#ctx0" brushRef="#br0" timeOffset="46024.27">31945 12690 20 0,'0'0'54'0,"0"0"-2"16,4 4 5-16,-4-4 4 0,0 0 4 0,4 6 14 15,-4-6 2-15,0 0 4 0,0 13 8 0,0-7 0 16,0-6-3-16,0 12 0 0,0-4-11 0,0-1 2 15,0-7-5-15,-3 16-4 0,3-6-8 0,0-3-2 16,0-7-8-16,0 13-1 0,0-7 2 0,0-6-9 16,3 13-1-16,-2-7-5 0,-1-6-2 0,1 8 1 15,-1-8-4-15,0 0 0 0,2 8-3 0,-2-8 7 16,0 0 7-16,0 0 4 0,0 0 2 0,0 0-3 16,0 0-3-16,0 0-10 0,0 0 2 15,0 0-2-15,0 0-3 0,0 0-4 0,0 0-1 0,9-20-5 16,-7 15-1-16,-2 5-2 0,4-13-6 0,-3 5 1 15,3 0-3-15,0-2 3 0,2 3-11 0,-1-2 7 16,1 4 0-16,0-3-3 0,0 0-2 0,3 3 1 16,-4 1-3-16,1 0-1 0,-6 4 1 0,6-5 0 15,-6 5-4-15,8-5 0 0,-8 5-1 0,8-2 0 16,-8 2 0-16,0 0 4 0,12 4-4 0,-12-4 1 16,7 6-1-16,-4-4-2 0,-3-2 1 0,7 8-3 15,-7-8 0-15,2 9 0 0,-2-9 1 0,1 7-3 16,-1-7-5-16,-1 10-3 0,1-10-5 0,-1 9-7 0,1-9 6 15,-3 7-2-15,3-7 0 0,-2 8-7 16,2-8-7-16,0 0-2 0,-4 5-2 0,4-5 0 16,0 0-1-16,0 0 8 0,0 0-1 0,0 10 1 15,0-10 12-15,0 0-10 0,0 0 4 0,0 0 0 0,0 0 3 16,4 9 3-16,-4-9 11 0,0 0-1 0,4 4 3 16,-4-4-3-16,0 0-3 0,3 6 7 15,-3-6-1-15,0 0 3 0,3 6-1 0,-3-6-3 16,0 0-13-16,0 0-6 0,0 0-24 0,0 0-5 15,0 0-27-15,-6 10-14 0,6-10-13 0,-8 3-100 16,8-3-229-16,-8 4 102 0</inkml:trace>
  <inkml:trace contextRef="#ctx0" brushRef="#br0" timeOffset="46401.3">32309 12715 103 0,'0'0'138'0,"0"0"-8"0,0 0-5 16,0 0-7-16,0 0-12 0,0 0-10 0,0 0-9 15,-16 16-4-15,8-13-17 0,4 3-1 0,4-6-8 16,-7 8-2-16,4-5-9 0,-1 4 0 0,0-3-7 16,4-4-3-16,0 9 0 0,0-9-7 15,-1 10-4-15,1-10-5 0,0 0-3 0,5 9-7 0,-2-5 2 16,-3-4-1-16,6 4 1 0,-6-4-2 0,5 6-6 15,-5-6 2-15,6 3 2 0,-6-3-4 0,0 0 1 16,3 4-2-16,-3-4-1 0,0 0 1 0,5 6 3 16,-5-6 7-16,0 0 7 0,0 0-2 0,-11 13-2 15,8-10 3-15,3-3 0 0,-7 7-1 0,7-7-5 16,-7 7 3-16,5-1 4 0,2-6 5 0,-8 8-6 16,6-5 0-16,2-3-7 0,-7 9 3 0,7-9 1 15,1 8-2-15,-1-8-4 0,0 0-8 0,7 10-5 16,-7-10-17-16,9 4-19 0,-6-1-18 0,5-2-30 15,3 0-14-15,0-1-27 0,0 1-15 0,-2-1-82 16,3-1-242-16,-3-1 107 0</inkml:trace>
  <inkml:trace contextRef="#ctx0" brushRef="#br0" timeOffset="47492.35">29231 11284 84 0,'0'0'108'16,"0"0"-13"-16,0 0-2 0,0 0-9 0,0 0-2 16,0 0-15-16,0 0-8 0,0 0-1 0,0 0 0 15,0 0 0-15,0 0-1 0,0 0-12 0,-18 12 0 16,5-5-6-16,1 3 4 0,-1-4-9 0,1 1-3 16,-3 4-11-16,3-2-10 0,-3 3-14 0,6-6-22 15,0 1-22-15,1 0-29 0,-2 1-93 0,2 0-183 16,2-3 82-16</inkml:trace>
  <inkml:trace contextRef="#ctx0" brushRef="#br0" timeOffset="47671.84">29231 11337 39 0,'5'5'73'16,"5"0"-11"-16,-5 1-14 0,3 0-26 0,-2 3-24 16,1-1-39-16,1-1-43 0,-4 0 19 0</inkml:trace>
  <inkml:trace contextRef="#ctx0" brushRef="#br0" timeOffset="49658.32">28757 11413 19 0,'9'-2'70'16,"2"4"-5"-16,0-4-6 0,0 2-10 0,-2-1-3 16,3 1-4-16,-12 0-4 0,15-1-6 0,-7 1 2 0,-8 0-2 15,11-2-4-15,-11 2 0 0,8 0-11 0,-8 0-8 16,0 0 6-16,12 0-6 0,-12 0-6 16,0 0-6-16,0 0 0 0,0 0-4 0,10 2-9 15,-10-2-4-15,0 0-4 0,0 0-6 0,0 0-3 0,0 0 8 16,0 0-9-16,0 0 1 0,0 0 2 0,3 5 0 15,-3-5 6-15,0 0 0 0,0 0 3 0,0 0 2 16,0 0 2-16,0 0 1 0,0 0 4 0,0 0 5 16,-17 5 8-16,17-5 0 0,0 0 5 0,0 0-2 15,0 0 3-15,-11 0 3 0,11 0-4 0,0 0 3 16,-12 2-1-16,12-2 6 0,0 0-7 0,-12 1 2 16,12-1 1-16,-7 0-1 0,7 0-5 0,0 0 7 15,0 0 0-15,0 0-5 0,0 0 5 0,0 0-5 16,0 0 4-16,-10 0-5 0,10 0-1 0,0 0 1 15,0 0 4-15,0 0-5 0,0 0 1 0,0 0-3 16,0 0 1-16,0 0 4 0,0 0 0 16,0 0 0-16,0 0-1 0,0 0 4 0,0 0-3 0,0 0-1 15,0 0 3-15,0 0-1 0,0 0 3 0,-5 4 3 16,5-4-1-16,0 0 4 0,0 0-3 0,0 0-1 16,0 0 4-16,0 0 0 0,0 0 2 0,0 0-3 15,0 0 4-15,0 0-2 0,0 0 3 16,0 0-2-16,0 0-3 0,0 0-3 0,0 0 4 0,0 0 1 15,0 0 3-15,0 0-11 0,0 0 7 0,0 0-10 16,0 0 10-16,0 0-11 0,0 0 9 0,0 0-10 16,0 0 7-16,0 0-2 0,0 0-2 0,0 0-6 15,9 14 5-15,-9-14-1 0,0 0-6 0,0 0 10 16,0 0-9-16,0 0 3 0,0 0 2 0,5 6 0 16,-5-6-4-16,0 0-1 0,0 0 7 0,0 0-4 15,0 0-1-15,5 3-1 0,-5-3-1 0,0 0-2 16,0 0 7-16,0 0-6 0,0 0 4 0,0 0 2 15,0 0-1-15,0 0-6 0,0 0-4 0,0 0 3 16,0 0 1-16,0 0 4 0,0 0 0 0,0 0 2 16,0 0 3-16,3 5-6 0,-3-5 1 0,0 0-1 15,0 0 5-15,0 0-1 0,0 0-5 0,0 0 2 16,0 0 2-16,0 0 2 0,0 0-6 0,0 0-4 16,0 0 10-16,0 0 0 0,0 0-2 0,0 0 14 15,0 0-7-15,0 0 2 0,0 0 3 0,0 0-4 16,0 0 3-16,0 0 0 0,0 0 1 0,0 0 0 0,0 0 2 15,0 0-4-15,0 0-5 0,0 0 3 0,0 0 1 16,0 0-8-16,0 0 1 0,0 0-5 0,-22-3-1 16,22 3 4-16,0 0 3 0,0 0-6 15,0 0 4-15,0 0 1 0,0 0 4 0,0 0-8 0,-10-4 1 16,10 4-8-16,0 0 7 0,0 0-1 16,0 0 6-16,0 0-8 0,0 0 0 0,0 0 2 0,0 0 6 15,0 0-5-15,0 0-3 0,0 0 2 0,0 0 1 16,0 0-1-16,0 0 1 0,0 0-3 0,0 0 5 15,0 0-10-15,0 0 4 0,0 0-1 0,0 0 7 16,0 0-2-16,0 0-2 0,0 0-4 0,0 0 1 16,0 0 7-16,0 0 4 0,26 5-17 0,-26-5 5 15,9-1-2-15,-9 1 1 0,0 0-2 0,14-1-10 16,-14 1 10-16,8-4-1 0,-8 4-2 0,0 0 3 16,0 0-6-16,10 1 0 0,-10-1 3 0,0 0-5 15,8-2 5-15,-8 2-8 0,0 0 0 0,0 0 3 16,0 0-5-16,0 0 0 0,0 0-3 0,0 0 7 15,0 0-1-15,8-2 3 0,-8 2-7 0,0 0 9 16,0 0-3-16,0 0 4 0,0 0 1 0,0 0 0 16,0 0 2-16,0 0 2 0,0 0-8 0,0 0 6 15,0 0-3-15,0 0 7 0,0 0 1 0,0 0-1 16,0 0-1-16,0 0 2 0,0 0-1 0,0 0 1 16,0 0 3-16,0 0-1 0,0 0 4 0,0 0 3 15,0 0 7-15,0 0 5 0,-17 14 2 0,17-14 4 16,0 0 6-16,-1 12-2 0,0-5-9 0,1-7 1 0,-2 12-3 15,1-4 14-15,1 1-7 0,1-1 4 16,-1 1 2-16,2-1 1 0,-2 2 2 0,1-1-10 16,-1-2 2-16,1 1-5 0,0-1-5 0,-1-7 1 15,0 13-5-15,0-7 7 0,0-6-9 0,0 13 5 0,0-7-10 16,0-6 8-16,-3 12 2 0,-3-6-11 0,1-3-3 16,-2 3-3-16,3-2-6 0,-1 0-5 15,5-4-2-15,-11 7-3 0,4-5 4 0,7-2 6 16,-8 2-8-16,8-2 4 0,-11 1 1 0,11-1 0 0,-8 2 13 15,8-2-10-15,0 0-5 0,0 0 8 0,-12-5-3 16,12 5 5-16,0 0-2 0,0 0 6 0,-7-3-10 16,7 3 6-16,0 0-2 0,0 0 5 0,0 0-1 15,0 0-1-15,0 0 0 0,0 0 1 0,21-5-8 16,-21 5 10-16,11 0-5 0,-11 0-1 0,14-1-3 16,-7 1-1-16,-7 0 2 0,16-2 2 0,-12 0-3 15,-4 2 1-15,13 0 3 0,-6-1-5 16,-7 1 0-16,11-2 9 0,-11 2-3 0,9-2 1 0,-9 2-1 15,10-5 9-15,-10 5 2 0,6-4 0 0,-6 4 1 16,5-5 0-16,-5 5 0 0,4-4 7 0,-4 4-2 16,0 0-1-16,5-9 4 0,-5 9 1 0,2-5 2 15,-2 5 6-15,0 0 4 0,0 0-6 0,3-7-4 16,-3 7 4-16,0 0-12 0,0 0 6 0,0 0-3 16,0 0 9-16,0 0 6 0,0 0 3 0,0 0 12 15,4 22-8-15,-4-22-2 0,-3 12 0 0,2-3-2 16,1 1 8-16,1-1-11 0,-1 0 0 0,0-1-2 15,0-8-3-15,-1 12-4 0,0-5-1 0,1-7 3 16,-2 11-9-16,2-11-2 0,-1 8 3 0,1-8-5 16,1 6 1-16,-1-6 0 0,0 0 4 0,0 0 0 15,-2 9 6-15,2-9 0 0,0 0 1 0,0 0-1 16,0 0-3-16,0 0-5 0,0 0-1 0,0 0-2 16,0 0-1-16,0 0-5 0,-1-29 3 0,1 29-8 15,0-14-4-15,2 4 0 0,-1-1-5 0,2 2-1 16,0-1-3-16,0 1-4 0,2 0 9 0,-1 3-12 0,0-4 8 15,0 3 1-15,0 1 4 0,0 2-9 16,-4 4 13-16,6-8-2 0,-1 4-2 0,-5 4-6 16,6-3 6-16,-6 3-2 0,0 0 7 0,13-1-5 0,-13 1 6 15,0 0-5-15,13 4 3 0,-9-1-1 0,-4-3 4 16,5 6-2-16,-5-6 1 0,3 9 2 16,-2-5-1-16,-1-4 2 0,2 6-3 0,-2-6-1 15,0 9 8-15,0-9 0 0,0 0-7 0,-2 11 3 0,2-11-2 16,-1 7-4-16,1-7-3 0,-4 8-5 0,4-8-13 15,-4 9-5-15,4-9-8 0,-1 7 5 0,1-7-3 16,0 0 1-16,0 10 1 0,0-10-9 0,0 0 6 16,1 9 0-16,-1-9 1 0,2 7 3 0,-2-7-3 15,3 7 6-15,-3-7 2 0,6 6 2 0,-6-6 2 16,4 5 1-16,-4-5 9 0,7 8-3 16,-7-8 1-16,5 3 0 0,-5-3 2 0,2 5 5 0,-2-5 3 15,0 0-1-15,0 9 3 0,0-9-2 0,0 0-1 16,-4 9-2-16,4-9 10 0,0 0-6 0,-7 7 7 15,7-7-9-15,-7 7 0 0,4-3-7 0,-3-1-14 16,6-3-23-16,-7 9-72 0,1-5-136 0,-1 1 60 16</inkml:trace>
  <inkml:trace contextRef="#ctx0" brushRef="#br0" timeOffset="68261.53">29183 12523 56 0,'0'0'96'0,"0"0"-4"0,0 0-9 16,0 0-4-16,-10-2 1 0,10 2 0 0,0 0-4 15,-6-3-3-15,6 3 0 0,0 0-14 0,0 0-4 16,-5-7-4-16,5 7-3 0,0 0 1 0,-3-7-3 15,3 7-7-15,0 0 2 0,0 0-10 0,0 0 2 16,0 0-2-16,3-13-1 0,-3 13-2 0,0 0-2 16,0 0 1-16,0 0 1 0,0 0-4 0,2-9 11 15,-2 9-5-15,0 0-1 0,0 0 0 0,0 0-5 0,0 0 0 16,0 0-3-16,0 0 0 0,0 0-8 16,0 0 0-16,3-7 1 0,-3 7-3 0,0 0 0 15,0 0-3-15,9-2-1 0,-9 2 0 0,9-1 2 16,-9 1-3-16,10 0 2 0,-10 0-8 0,12-1 3 15,-12 1-1-15,17 0 2 0,-6 1 1 0,0-1 0 0,-1-1-2 16,2 2 0-16,2-1-2 0,-3 1 0 0,3 1 1 16,0 0-3-16,2-2 1 0,0 0 0 15,2 0 3-15,3-2-2 0,-1 4 3 0,-1-2 1 16,1 2-10-16,1-4 14 0,0 2-9 0,-2 2 4 0,8-2 2 16,-6 0-8-16,-1 0 5 0,1 0 0 0,9 0-3 15,-9 0 1-15,9 0 1 0,-3 0-2 16,-7 0 4-16,8 0-5 0,-1 0 1 0,-5 0 1 15,-2-2-1-15,2 0 2 0,0 2-4 0,1 0 3 0,-3 0 4 16,2 0-4-16,6-2 1 0,-8 2 1 0,1 2-8 16,1-4 2-16,1 1 2 0,-4 2-1 0,4-1 2 15,-2 0 1-15,0 2-1 0,-1-2-3 0,9 0-2 16,-9 0 6-16,1-3-4 0,-1 4-2 16,0-1 7-16,1 0 0 0,-1 0 0 0,-1 0 0 0,1 0-3 15,-1 0 3-15,1 0-3 0,-1 0-1 0,-1 2-4 16,-1-2 7-16,2 0-7 0,1 2 10 0,-2-2-3 15,1 2-2-15,0 0 2 0,-6-1 2 0,5-1-4 16,-4 2 3-16,-1-2-3 0,1 1 4 0,-1 0-4 16,1 0 6-16,-1 1-6 0,0-2 5 0,5 1-2 15,-6-1-4-15,6 2 1 0,-5-2 1 0,2 2 4 16,2-2-2-16,1 1 0 0,-7-1-8 16,2 3 3-16,0-3 1 0,1 0-2 0,-1 0 8 0,1 2-5 15,2-1 3-15,-2-1-1 0,2 2 0 0,-1-2-1 16,-2 1-2-16,0-1 2 0,2-3 3 0,-3 5 0 15,7-1-4-15,-6-1 3 0,0 0-1 0,0 0-1 16,3 0 3-16,0-1-1 0,0 1-7 0,-4 0 1 16,6-2 17-16,-1 1-16 0,-3-1 0 0,3 2 2 15,-3 0 0-15,-3 0 5 0,2-3-1 0,2 2-3 16,-2-2 0-16,5 1-3 0,-5 0 3 0,2 1-3 16,-3-1 6-16,0 0-3 0,6-1 0 0,-4 3-1 15,-1-4-1-15,1 4 2 0,-2-2 1 0,-1 1 0 16,-1 0-1-16,2 1-1 0,-3 0 1 0,0-2 0 15,1 4-1-15,-2-2-2 0,-8 0 5 0,21 0-3 16,-13 1 0-16,1-2-2 0,2 2 5 0,-3 0-2 16,-8-1-3-16,18 0 1 0,-6 2 4 0,-1-4 0 15,3 4-1-15,-2-4-3 0,0 2 5 0,0 2-15 16,0-2-1-16,-1 0 4 0,-1 0-2 0,0 0 5 16,3 0 0-16,-3-4 1 0,3 4-1 0,-3 0-1 15,-2 1 2-15,-8-1-5 0,18 0 8 0,-10 0 3 0,-8 0-2 16,11 0 1-16,-2 0-4 0,-9 0 4 15,13-1 0-15,-7-1-2 0,-6 2 1 0,17-1-3 16,-11 1 1-16,-6 0 4 0,17-1-3 0,-11 1-1 16,2-2 8-16,-8 2-7 0,13-2 2 0,-6 2 3 0,1-1 0 15,-8 1-8-15,12 0 5 0,-5-3 1 0,-7 3 0 16,9 0-7-16,-9 0 6 0,0 0 1 16,10 0 3-16,-10 0 0 0,0 0 1 0,0 0-7 0,8-1 1 15,-8 1-6-15,0 0-3 0,0 0-14 0,0 0-23 16,0 0-23-16,0 0-12 0,0 0-35 0,0 0-111 15,0 0-247-15,0 0 109 0</inkml:trace>
  <inkml:trace contextRef="#ctx0" brushRef="#br0" timeOffset="71842.07">29394 12465 32 0,'0'0'58'0,"0"0"-13"0,0 0 5 15,-7-2-7-15,7 2 0 0,0 0 4 0,0 0-15 16,0 0 3-16,-9-1-5 0,9 1-1 0,0 0-5 16,0 0 6-16,-11 0-4 0,11 0 1 0,0 0-1 15,0 0-1-15,0 0-1 0,0 0 6 0,-12 0-11 16,12 0 1-16,0 0-3 0,0 0 0 0,0 0 5 16,-11-2-2-16,11 2 2 0,0 0 4 0,0 0-6 0,0 0-1 15,-7 2-8-15,7-2 3 0,0 0 9 16,0 0-4-16,0 0 4 0,0 0 8 0,0 0 3 15,0 0 3-15,-12-3-5 0,12 3 6 0,0 0-1 0,0 0-3 16,0 0 0-16,0 0 0 0,0 0-2 0,0 0 7 16,0 0-1-16,0 0 0 0,0 0-1 0,0 0 0 15,0 0-8-15,0 0 1 0,0 0-4 16,0 0-1-16,0 0-2 0,0 0-1 0,0 0-2 16,0 0-7-16,0 0 6 0,0 0-11 0,0 0 5 0,0 0-4 15,0 0 1-15,0 0-3 0,0 0 4 0,0 0-6 16,0 0-1-16,0 0 1 0,0 0 1 0,0 0 2 15,0 0 4-15,0 0-3 0,0 0-3 16,0 0 6-16,0 0 0 0,0 0 2 0,0 0 1 0,0 0-7 16,0 0 1-16,0 0-1 0,0 0-3 0,0 0-2 15,0 0 4-15,0 0 0 0,0 0-2 0,0 0-3 16,0 0-3-16,0 0 5 0,0 0-1 16,0 0 1-16,0 0-1 0,0 0 3 0,0 0-1 0,0 0-2 15,0 0 0-15,0 0 0 0,0 0 0 0,0 0 8 16,0 0 3-16,30-1 7 0,-30 1-3 0,11 0-6 15,-11 0 1-15,9 1 1 0,-9-1-4 0,8 1-4 16,-8-1 4-16,0 0-7 0,14 0 2 0,-14 0 6 16,9 0-3-16,-9 0 6 0,10 0-4 0,-10 0 2 15,13 0 7-15,-7 0-7 0,-6 0 0 0,12-1 0 16,-12 1-1-16,12 0-3 0,-12 0 4 0,11 0 1 16,-11 0-5-16,11 0 3 0,-11 0-1 15,10 0 4-15,-10 0-1 0,12 0-6 0,-12 0 7 0,12 1-3 16,-5 1-2-16,-7-2 5 0,12-2-2 0,-12 2 2 15,12 0-1-15,-12 0-1 0,13 0-1 0,-13 0-5 16,12-1 8-16,-12 1-6 0,12 0 3 0,-12 0 2 16,11-1 0-16,-5-1-1 0,-6 2 1 0,14-1 4 15,-14 1-2-15,12 0 1 0,-6 1-5 0,-6-1-5 16,9-2 0-16,-9 2 1 0,0 0 4 0,15-1-2 16,-15 1 1-16,11 1-5 0,-11-1 3 0,11 0-1 15,-11 0 2-15,10 0-5 0,-10 0 0 0,0 0-1 16,11-3-1-16,-11 3 3 0,0 0 0 0,8 0-4 15,-8 0 2-15,0 0 5 0,8-1 3 0,-8 1 0 16,0 0 3-16,10 0 1 0,-10 0-4 0,0 0 0 16,9-1 0-16,-9 1-3 0,0 0-1 0,13 0 0 15,-13 0-1-15,9 0 0 0,-9 0-1 0,0 0-1 16,14 0 0-16,-14 0-3 0,6-3 2 0,-6 3 1 16,0 0 3-16,11 0-1 0,-11 0-4 0,0 0 1 15,14 0 0-15,-14 0-3 0,9 0 6 0,-9 0-6 0,7 0 3 16,-7 0-3-16,12 0 1 0,-12 0 2 15,7-2 1-15,-7 2-1 0,0 0-2 0,13-1-1 16,-13 1 2-16,10 3 0 0,-10-3 1 0,0 0-2 16,11-2 1-16,-11 2-3 0,0 0 1 0,10 2 1 0,-10-2-3 15,0 0 1-15,11 0 1 0,-11 0 2 0,0 0 2 16,9 0-3-16,-9 0 4 0,0 0-2 0,0 0-5 16,11 0 1-16,-11 0 16 0,0 0 1 0,10 0-2 15,-10 0 0-15,6-3-1 0,-6 3-3 16,0 0 2-16,9 0-3 0,-9 0 0 0,0 0 0 0,13 0 2 15,-13 0 1-15,9-2 1 0,-9 2 0 0,9 0 3 16,-9 0-5-16,9-2 0 0,-9 2 3 0,11-3 2 16,-11 3-3-16,8 0 3 0,-8 0-1 15,0 0-1-15,8-4 1 0,-8 4 1 0,10-2 3 0,-10 2-7 16,9-3 7-16,-9 3-6 0,0 0-3 0,9-1 1 16,-9 1-3-16,6-2 2 0,-6 2 1 0,0 0-1 15,10-5-4-15,-10 5 4 0,7-2-2 0,-1-1-3 16,-6 3 4-16,8-4-2 0,-8 4-1 0,10-3 1 15,-4 0-1-15,-6 3-1 0,9-6 4 0,-3 4 1 16,0-1-6-16,-6 3 7 0,10-5-3 0,-4 3-3 16,0-2 0-16,-6 4 1 0,10-4 1 0,-10 4-2 15,9-6 0-15,-5 3 0 0,-4 3 0 0,7-4-1 16,-3 1-1-16,-4 3 2 0,9-7-1 0,-5 4 4 16,-4 3-4-16,8-6 4 0,-5 1 3 0,1 1 0 15,-4 4 1-15,10-7 1 0,-6 4 6 0,-4 3 1 16,8-9-5-16,-4 5 4 0,0 1-3 0,-4 3 2 15,6-11 0-15,-2 6-5 0,-4 5 1 0,5-8 0 16,-3 1-7-16,-2 7 2 0,4-14-2 0,-1 9 3 16,-1-1-6-16,-2 6 6 0,6-14-4 0,-4 9-3 15,1-3 1-15,0 0-2 0,0 2 3 0,1 1 1 16,-2-3-6-16,1 3 3 0,1-1 2 0,-2 0-5 16,1-1 3-16,0 1-3 0,-3 6 0 15,7-12 0-15,-4 7 5 0,-1-1-5 0,2 1 7 0,-1-2-2 16,-1 1-3-16,1 0-4 0,1-3 2 0,-2 4 6 15,1-2-3-15,2-2-4 0,-3 0 6 0,1-1-1 16,1 0 0-16,0 2-1 0,-1-2 1 0,1 2-6 16,0-1 7-16,0 0-2 0,0-1 1 0,-2 4-4 15,2-2 5-15,-3 1-3 0,3-2 0 0,-1 3-1 16,-1-1 2-16,1 1 1 0,0-1 2 0,-3 7-2 16,5-12 0-16,-3 6 9 0,1-1-7 0,-2 0 3 15,-1 7-2-15,4-10 0 0,-2 4 3 0,2-1-1 16,-4 7 0-16,2-13 2 0,0 7 3 0,1 0-5 15,-2-4 7-15,2 0-11 0,0 1 1 0,0-2-3 16,-2-1 0-16,2 2 2 0,-1 1 3 0,-1-1-6 16,1 1 6-16,0-1 2 0,1 2-8 0,-2-2 5 15,3 0-1-15,-3 0 0 0,2 1 3 0,0-1-2 0,-1 1 2 16,2-1-1-16,-3-1 1 0,0 1-4 16,-1 0 2-16,2 0 0 0,-1-1-1 0,1 3 2 15,0-4-8-15,2 3 9 0,-4 0-6 0,0 1 6 16,0 8-5-16,1-16 0 0,-1 16 10 0,0-20-3 15,-1 9-3-15,1 11 9 0,-2-21-2 0,1 12-15 16,2-3-2-16,-1 1 22 0,-1-1-15 0,1 4-2 16,-1-4-1-16,2 5 5 0,-1 7-2 0,-1-13 10 15,1 13-11-15,-2-13 2 0,2 7-1 0,0 6 2 16,-1-16-9-16,2 9 3 0,3-1 0 0,-5-1 0 0,1 9 2 16,0-14-6-16,1 7 2 0,-1 7 2 15,0-13-4-15,0 7 5 0,0 6 3 0,0-11-3 16,0 11 1-16,-1-13 2 0,2 6-3 0,-1 7 1 15,2-14 2-15,-2 9-2 0,1-3-1 0,-1 8-3 16,1-11-3-16,-1 3 1 0,0 8 5 0,-1-17-1 0,2 10 5 16,-1 7-16-16,-1-13-1 0,3 7 13 15,-2 6-7-15,0-13 5 0,2 6 3 0,-2 7-6 16,1-14 0-16,0 8 11 0,-1 6 2 0,0-12-4 16,0 12-5-16,2-9 6 0,-2 9-4 0,0-11 3 0,0 11-8 15,2-12 8-15,-1 7-4 0,-1 5-2 0,2-11-9 16,-1 5 12-16,-1 6-3 0,2-10-1 15,2 3-1-15,-2 0 1 0,-2 7 1 0,2-13 5 16,-1 6-5-16,2 0 0 0,-3 7-1 0,1-14 2 16,1 8-1-16,-1-2 1 0,-1 8 4 0,1-12 4 0,0 6-4 15,1-1-2-15,-2 7 8 0,1-12-8 0,0 5-1 16,1 0 3-16,-2 7 5 0,3-11 1 0,-1 3 1 16,1 2-22-16,-3 6 9 0,4-11 7 15,-3 4-7-15,2 2 1 0,-3 5-6 0,1-11 11 16,-1 11 2-16,3-9 11 0,-3 9-13 0,3-9-3 0,-3 9 3 15,2-10 1-15,-2 10-7 0,3-11-1 0,-1 6 4 16,-2 5 0-16,5-9 2 0,-5 9-8 16,0 0 5-16,0-11-3 0,0 11 4 0,0 0 1 0,3-13-1 15,-3 13 2-15,0 0 3 0,0 0 2 0,0-12-2 16,0 12-4-16,0 0-1 0,0 0 5 0,0 0 1 16,0 0-4-16,0-13 0 0,0 13 1 0,0 0-4 15,0 0 3-15,0 0 3 0,0 0-2 0,0 0-1 16,-5-10 4-16,5 10-6 0,0 0 8 15,0 0-8-15,0 0 0 0,0 0 0 0,2-14-3 0,-2 14-2 16,0 0 2-16,0 0 2 0,0 0-9 16,0 0 7-16,0-12 0 0,0 12 6 0,0 0-9 0,0 0 5 15,0 0 18-15,0 0-11 0,0 0-6 0,0 0 5 16,0 0 5-16,0 0 2 0,0 0 7 16,-1-12-15-16,1 12 3 0,0 0-6 0,0 0 4 0,0 0-2 15,0 0-2-15,0 0 4 0,0 0-1 0,-4-8-3 16,4 8-2-16,0 0 0 0,0 0 0 0,0 0 1 15,0 0 0-15,0 0 2 0,0 0-8 0,0 0 9 16,0 0-4-16,0 0 3 0,0 0-1 0,0 0-1 16,0 0-10-16,0 0-5 0,0 0-10 0,0 0-20 15,0 0-24-15,5-5-28 0,-5 5-31 0,0 0-23 16,0 0-37-16,0 0-61 0,17 0-52 0,-17 0-283 16,0 0-630-16,18 8 279 0</inkml:trace>
  <inkml:trace contextRef="#ctx0" brushRef="#br0" timeOffset="76954.27">30242 12473 21 0,'0'0'22'0,"0"0"-7"0,0 0 2 16,0 0-1-16,0 0 1 0,0 0-6 0,0 0 1 16,0 0-5-16,0 0 7 0,0 0 0 0,0 0-1 15,0 0-1-15,0 0-4 0,0 0 2 0,0 0 0 16,0 0 1-16,0 0 0 0,0 0 3 0,0 0-2 0,0 0 3 15,0 0-2-15,0 0 0 0,23 9-3 16,-23-9 1-16,10 2 6 0,-10-2-5 0,10-2 1 16,-1 4-1-16,-9-2-4 0,14-2-2 0,-6 2 2 15,-8 0-1-15,19 0-6 0,-9 0-9 0,3 0-6 16,-3-1-15-16,2-1-32 0,0 2-65 0,-1 0 29 0</inkml:trace>
  <inkml:trace contextRef="#ctx0" brushRef="#br0" timeOffset="77678.3">30712 12418 23 0,'0'0'82'0,"0"0"-12"0,0 0-1 16,0 0-1-16,0 0-10 0,6 25-5 0,-6-25-7 0,3 8-6 15,-3-1-2-15,0-7 0 0,1 13-6 16,-1-5-7-16,1-2-3 0,1 3-12 0,0 0-17 16,-2 1-16-16,0-1-22 0,1-1-56 0,-2 2-107 15,2-3 48-15</inkml:trace>
  <inkml:trace contextRef="#ctx0" brushRef="#br0" timeOffset="78125.88">30745 12479 53 0,'0'0'82'16,"0"0"-2"-16,0 0 3 0,-2-11-1 0,2 11-15 16,0 0 6-16,0 0-9 0,0 0-3 0,0 0-2 15,0 0-9-15,0 0-6 0,0 0-9 0,0 0-3 16,0 0 4-16,-8 21 0 0,7-12-5 0,-1 4-4 16,2-2 1-16,-1 4-3 0,-2 2 5 0,5-2-21 15,-2 2-4-15,0-2-24 0,0-2-15 16,0 1-18-16,1 3-26 0,-2-2-74 0,-1-4-164 0,4 1 73 0</inkml:trace>
  <inkml:trace contextRef="#ctx0" brushRef="#br0" timeOffset="89307.53">30159 12444 16 0,'11'-1'27'0,"-11"1"-3"0,9 0-4 0,-9 0 1 16,8-3-17-16,-8 3-10 0,11-1-12 15,-11 1-19-15,8-2 8 0</inkml:trace>
  <inkml:trace contextRef="#ctx0" brushRef="#br0" timeOffset="92482.4">30070 12418 9 0,'0'0'18'15,"0"0"-2"-15,0 0 4 0,0 0-2 0,0 0 2 0,0 0-3 16,0 0-9-16,0 0-4 0,0 0 13 0,0 0-3 16,-9 0 5-16,9 0-8 0,0 0 1 0,0 0-2 15,0 0 2-15,0 0-6 0,0 0 2 16,0 0-4-16,0 0-3 0,0 0 2 0,0 0 0 0,0 0 2 15,0 0 7-15,0 0 2 0,0 0-4 0,0 0 5 16,0 0 2-16,0 0 5 0,0 0 0 16,0 0 5-16,0 0-2 0,-7-3 1 0,7 3-4 15,0 0 3-15,0 0 0 0,0 0-4 0,0 0-4 16,0 0 5-16,0 0-5 0,0 0-2 0,0 0-4 0,0 0 1 16,0 0 2-16,0 0-4 0,0 0 0 0,0 0-2 15,0 0 2-15,0 0-3 0,0 0 2 0,0 0-6 16,0 0 5-16,0 0-1 0,0 0 0 0,0 0 0 15,0 0 1-15,0 0-4 0,0 0-1 0,0 0 4 16,0 0-2-16,0 0 6 0,0 0-6 0,0 0-2 16,0 0-2-16,0 0 2 0,0 0 0 0,0 0 6 15,0 0-1-15,0 0-3 0,0 0-4 16,-8-2-2-16,8 2 4 0,0 0-3 0,0 0 3 16,0 0 0-16,0 0-1 0,-9-2 4 0,9 2-5 0,0 0 6 15,0 0-3-15,0 0 3 0,0 0-7 0,0 0-2 16,0 0 4-16,0 0 4 0,-8-3-6 0,8 3 1 15,0 0 2-15,0 0-1 0,0 0 7 0,0 0-3 16,-5-4-1-16,5 4 2 0,0 0-1 0,0 0 1 16,0 0 4-16,0 0 1 0,0 0-3 0,0 0 5 15,0 0 1-15,0 0-3 0,0 0 7 0,0 0-10 16,0 0 5-16,0 0 1 0,0 0 1 0,0 0-4 16,0 0 4-16,0 0-4 0,0 0 2 0,0 0-3 15,0 0 0-15,0 0 3 0,0 0-2 0,0 0-4 16,0 0 9-16,0 0-5 0,0 0-8 0,0 0 2 15,0 0-3-15,0 0 9 0,0 0-9 0,0 0 5 16,0 0-5-16,0 0 4 0,0 0-3 0,0 0 0 16,0 0-3-16,0 0 1 0,0 0-1 0,0 0-1 15,0 0 22-15,0 0-23 0,0 0-5 0,0 0 7 16,0 0-2-16,0 0 3 0,0 0-3 0,0 0 4 16,0 0-7-16,0 0 5 0,0 0-2 0,18-6 5 15,-18 6 0-15,0 0-4 0,10-2 0 0,-10 2 0 16,0 0 0-16,9-1 0 0,-9 1-2 0,0 0 3 15,13 1 0-15,-13-1-1 0,0 0 1 0,0 0 1 16,10 0-3-16,-10 0 4 0,0 0 0 0,9 0 0 16,-9 0-4-16,7 2 0 0,-7-2 3 0,0 0 2 15,11 0-5-15,-11 0 6 0,0 0-9 0,8-2 3 16,-8 2-2-16,0 0 3 0,0 0 8 0,0 0-15 16,10 0 10-16,-10 0-5 0,0 0-5 0,0 0 7 15,0 0 1-15,0 0-3 0,10-2 0 0,-10 2 0 16,0 0 0-16,0 0 1 0,0 0 5 0,8-1-3 15,-8 1 2-15,0 0-3 0,0 0 0 0,0 0 2 16,9 2-1-16,-9-2 3 0,0 0-6 0,0 0 5 16,0 0-6-16,0 0 0 0,0 0-2 0,11-1 11 15,-11 1-5-15,0 0 2 0,8-3-5 0,-8 3 12 0,0 0-10 16,10-2 8-16,-10 2-2 0,0 0-3 0,7-2 2 16,-7 2 4-16,0 0-2 0,7-5-3 15,-7 5-5-15,0 0 7 0,8-5-4 0,-8 5 1 16,5-2 4-16,-5 2 1 0,0 0-8 0,11-4 5 0,-11 4-1 15,10-2-2-15,-10 2 3 0,7-5-3 0,-2 3-7 16,-5 2 8-16,8-3 0 0,-8 3 5 16,0 0-6-16,10-4-4 0,-10 4 1 0,0 0 0 15,5-2 3-15,-5 2-5 0,0 0 14 0,0 0-3 16,6-3-4-16,-6 3-3 0,0 0 7 0,0 0-3 0,7-4 1 16,-7 4-6-16,7-3 0 0,-7 3 11 15,0 0-7-15,10-3-5 0,-10 3 1 0,6-3 2 16,-6 3 2-16,7-2 0 0,-7 2-3 0,5-3 1 15,-5 3-2-15,0 0 4 0,10-4-4 0,-10 4 3 0,0 0-4 16,8-4 0-16,-8 4 0 0,6-2 6 16,-6 2-7-16,0 0 4 0,8-4-1 0,-8 4 3 0,7-2-3 15,-7 2 5-15,0 0-7 0,7-3 0 0,-7 3 1 16,0 0 3-16,7-2-1 0,-7 2 0 16,6-4-5-16,-6 4 6 0,0 0-6 0,0 0 4 0,8-3 1 15,-8 3 2-15,0 0-5 0,5-6 6 0,-5 6-2 16,8-4-5-16,-8 4 5 0,5-5 3 0,-5 5 2 15,7-3 4-15,-7 3-5 0,6-5-1 0,-6 5-3 16,0 0 4-16,10-6-1 0,-6 4-2 0,-4 2 0 16,0 0 2-16,9-10-3 0,-9 10-2 15,9-6 4-15,-6 4 0 0,-3 2 2 0,6-9 3 0,-2 4-6 16,-4 5 3-16,5-4 2 0,-5 4 0 0,8-5 0 16,-8 5 7-16,6-7-11 0,-6 7 4 0,4-6 6 15,-4 6-10-15,4-5 0 0,-4 5 3 0,6-6 1 16,-6 6 0-16,3-7 1 0,-3 7 16 0,4-5-15 15,-4 5-2-15,2-6-2 0,-2 6 5 0,0 0-6 16,8-8-2-16,-8 8 3 0,3-7 2 0,-3 7-2 16,6-6 0-16,-6 6-1 0,2-6 2 0,-2 6-2 15,3-5 4-15,-3 5-5 0,4-8-1 0,-4 8 0 16,5-6 7-16,-5 6 3 0,5-5 0 0,-5 5-5 16,4-7 1-16,-4 7 3 0,3-6-5 0,-3 6-3 15,3-5 3-15,-3 5-2 0,4-7 0 0,-4 7-3 16,5-7 5-16,-5 7 1 0,5-6 1 0,-5 6 5 15,0 0-3-15,3-8 0 0,-3 8-2 0,5-7-4 16,-5 7 1-16,4-7-1 0,-4 7 3 0,5-7-8 16,-5 7 5-16,2-8-2 0,-2 8 1 0,3-9-3 0,-1 4 6 15,-2 5-5-15,3-5 0 0,-3 5 2 16,3-10-5-16,-3 10 5 0,2-7 0 0,1 2-4 16,-3 5 5-16,3-7-1 0,-3 7 1 0,2-8-6 15,-2 8 5-15,3-9-3 0,-3 9 0 0,3-9-1 0,-3 9 1 16,1-9 1-16,2 4 0 0,-3 5 0 0,1-8 3 15,-1 8 1-15,4-10 3 0,-4 10-1 16,1-8-4-16,-1 8 6 0,2-9-3 0,-2 9-1 0,0-8-1 16,0 8 1-16,0-8 3 0,0 8-3 0,1-7 3 15,-1 7-5-15,0 0 4 0,1-14-4 0,-1 14 4 16,-1-8 0-16,1 8-3 0,1-9 3 16,-1 9-2-16,2-6-5 0,-2 6 3 0,6-8-2 15,-6 8 2-15,2-8 6 0,-2 8-7 0,4-6-4 0,-4 6 6 16,1-9-3-16,-1 9 0 0,2-7 1 0,-2 7 1 15,2-8-4-15,-2 8 3 0,3-9-4 0,-3 9-2 16,2-9 5-16,-2 9-4 0,2-7 3 0,-2 7 2 16,2-7-4-16,-2 7 2 0,3-8 1 15,-3 8-3-15,1-8 3 0,-1 8-3 0,3-8 3 0,-3 8-4 16,1-8 4-16,-1 8-4 0,1-7 3 0,-1 7 1 16,3-9-3-16,-3 9-1 0,2-8 1 0,-2 8-1 15,0 0 1-15,4-8 3 0,-4 8-1 0,1-7-2 16,-1 7 0-16,0 0 2 0,3-10-1 0,-3 10-3 15,0 0 3-15,3-8 2 0,-3 8-3 0,2-5 2 16,-2 5-5-16,0 0 1 0,0 0 11 0,4-9-13 16,-4 9 6-16,4-6-3 0,-4 6 2 0,4-6-2 15,-4 6 6-15,3-6-4 0,-3 6 1 0,5-4-2 16,-5 4 2-16,0 0 4 0,4-10-4 0,-4 10 1 16,2-5 0-16,-2 5 1 0,1-7 4 0,-1 7-2 15,0 0 0-15,3-9-3 0,-3 9-1 0,0 0 2 16,1-8 0-16,-1 8-3 0,2-7 2 15,-2 7-1-15,0 0 4 0,3-9-6 0,-3 9 0 0,1-8 0 16,-1 8 4-16,2-7-3 0,-2 7 0 0,1-7-1 16,-1 7 0-16,5-9-1 0,-5 9 3 0,2-6-1 15,-2 6 1-15,3-7-1 0,-3 7-1 0,0 0 5 16,2-10-4-16,-2 10-2 0,3-7 1 0,0 0-3 16,-3 7 5-16,3-7-1 0,-3 7 0 0,2-8 0 15,-2 8-1-15,1-9-1 0,-1 9 1 0,1-9 1 16,-1 9-2-16,2-8 3 0,-2 8-2 0,1-7-1 15,-1 7 0-15,1-9 0 0,-1 9 0 0,0 0-1 16,2-12 1-16,-1 5 0 0,-1 7 2 0,0 0-2 16,1-10 1-16,-1 10 3 0,-1-9-2 0,1 9 0 15,0 0-3-15,1-9 2 0,-1 9-1 0,0 0 0 16,1-8 2-16,-1 8-1 0,0 0-1 0,0 0-2 16,0-11 5-16,0 11-2 0,0 0 2 0,3-8 2 15,-3 8-3-15,0 0-3 0,2-10 1 0,-2 10 3 16,2-5-2-16,-2 5 1 0,0 0-3 0,2-8 2 15,-2 8-1-15,0 0-3 0,0-7 4 0,0 7-2 0,0 0 1 16,3-9 2-16,-3 9 1 0,0 0-2 0,1-7 2 16,-1 7 4-16,0 0-5 0,1-9-3 0,-1 9 1 15,3-7 0-15,-3 7 0 0,0 0 3 16,1-9 1-16,-1 9-4 0,0 0-3 0,1-8 4 16,-1 8-1-16,0 0 2 0,4-6-3 0,-4 6 1 0,3-7 1 15,-3 7 0-15,0 0 0 0,2-7-1 0,-2 7 0 16,0 0 2-16,3-7-1 0,-3 7 3 15,2-8-3-15,-2 8-2 0,0 0 3 0,2-10-3 16,-2 10-2-16,1-6 1 0,-1 6 2 0,4-7 2 0,-4 7-2 16,1-6 1-16,-1 6 0 0,0 0 0 0,1-9 3 15,-1 9-2-15,0 0-2 0,4-7 3 0,-4 7-1 16,0 0-2-16,3-7 2 0,-3 7 1 16,0 0-3-16,1-9 0 0,-1 9 1 0,0 0-2 0,0 0 1 15,1-9 4-15,-1 9-5 0,3-7 0 0,-3 7 3 16,1-7-4-16,-1 7 3 0,0 0 1 0,3-9-2 15,-3 9 3-15,0 0 0 0,1-7-4 0,-1 7 0 16,0 0 3-16,1-12 1 0,-1 12-1 0,2-7-1 16,-2 7 3-16,2-6-4 0,-2 6-2 0,0 0 2 15,0-10 2-15,0 10-1 0,0 0 0 0,1-7 0 16,-1 7 0-16,0 0 0 0,0 0 1 0,3-10 3 16,-3 10-6-16,1-6 0 0,-1 6 2 0,0 0-2 15,1-7 0-15,-1 7 4 0,0 0-4 0,2-8 2 16,-2 8-2-16,0 0 3 0,0-8 0 0,0 8-1 15,0 0-3-15,0 0 4 0,0-11-2 0,0 11 0 16,0 0 3-16,0 0 0 0,-2-11 2 0,2 11-5 16,0 0 0-16,-1-8 3 0,1 8 2 0,0 0-4 15,-1-8 0-15,1 8-1 0,0 0-2 0,0 0 2 16,1-9-1-16,-1 9 0 0,0 0 3 0,0 0-1 16,0-9-1-16,0 9 2 0,0 0 7 0,0 0-8 15,1-9 2-15,-1 9-6 0,0 0 6 0,2-8-3 16,-2 8 2-16,0 0-1 0,0-9 0 0,0 9 0 15,0 0 1-15,1-7-2 0,-1 7 2 0,0 0 1 16,0 0-6-16,0 0 7 0,1-11-5 0,-1 11 1 16,0 0-1-16,2-9 0 0,-2 9 2 0,0 0-3 0,0-9 2 15,0 9 1-15,0 0 1 0,0-8-4 16,0 8 6-16,0 0-4 0,1-9 2 0,-1 9 1 16,0 0 2-16,0 0-4 0,0 0-2 0,1-8 1 15,-1 8 1-15,0 0 3 0,0 0-2 0,0 0-4 0,0 0 2 16,0 0-1-16,0 0 3 0,0-8-3 15,0 8 2-15,0 0 0 0,0 0-1 0,0 0 2 16,0 0-1-16,0 0 0 0,3-6 1 0,-3 6-2 16,0 0 8-16,0 0-9 0,0 0 1 0,0 0-1 0,0 0-2 15,0 0-12-15,4-7-6 0,-4 7-5 0,0 0-17 16,0 0-11-16,0 0-16 0,0 0-8 0,0 0-19 16,0 0-28-16,11 2-21 0,-11-2-21 15,0 0-104-15,0 0-293 0,9 6 129 0</inkml:trace>
  <inkml:trace contextRef="#ctx0" brushRef="#br0" timeOffset="94927.51">30388 12530 8 0,'-8'0'14'0,"1"0"-6"16,7 0-8-16,-13 2-5 0,13-2-6 0,-11 1 2 15</inkml:trace>
  <inkml:trace contextRef="#ctx0" brushRef="#br0" timeOffset="95198.88">30541 12526 18 0,'-13'1'32'0,"0"-1"-6"0,0 0 1 16,-1 0-3-16,3-1-8 0,-7 1-3 0,6 1-5 15,-2-2-4-15,3 2 2 0,-2 2-3 0,3-3-3 16,3 0 1-16,7 0-2 0,-14 0-8 0,14 0 1 16,-7 2 1-16,7-2 3 0,0 0-5 0,0 0-1 15,0 0 2-15,0 0-13 0,0 0 19 0,0 0-15 16,32 5-18-16,-21-5 8 0</inkml:trace>
  <inkml:trace contextRef="#ctx0" brushRef="#br0" timeOffset="95798.25">30602 12530 11 0,'0'0'16'16,"12"-2"7"-16,-12 2-6 0,0 0 0 0,0 0-6 16,0 0 5-16,0 0-4 0,0 0 0 0,0 0-4 15,0 0 2-15,-34-5 1 0,27 7 2 0,-6-4-4 16,1 2-4-16,1 0 1 0,-1 0 2 0,1 0 3 16,-1 0-2-16,0 2-3 0,1-2 2 0,0 0 1 15,1 1 0-15,3 0-4 0,7-1 0 0,0 0-2 16,-16-1 3-16,16 1 2 0,-7 2-5 0,7-2-5 15,0 0 4-15,0 0-4 0,0 0 7 0,0 0-6 16,0 0 2-16,0 0-7 0,27 5 6 0,-15-5-4 16,2-1-1-16,-4 1 3 0,3 1-4 0,1-1 6 15,-3 0-7-15,4-1 2 0,-3 1-3 0,1 0 7 16,-6 0-2-16,4 1-3 0,-4-1 3 0,-7 0 0 16,12 2-4-16,-12-2-3 0,8 1 4 0,-8-1-3 15,0 0 4-15,0 0 2 0,0 0 4 0,0 0-4 16,0 0-1-16,0 0 3 0,0 0 1 0,0 0 1 15,-27 1-3-15,16-1 10 0,0-2-2 0,1 2 5 16,-2-2-6-16,0 4 4 0,0-2 0 0,0 0-1 0,4 1 6 16,-1-1-1-16,9 0-1 0,-15-1-2 15,15 1-3-15,-10-2 2 0,10 2-7 0,-7-1-2 16,7 1-2-16,0 0 1 0,0 0 0 0,0 0-1 16,0 0 0-16,0 0 5 0,0 0-10 0,0 0 2 15,0 0-5-15,0 0 5 0,37 4-2 0,-30-4 1 16,5-1 1-16,-2 1 0 0,0 0 1 0,-1 0-4 0,1 1 8 15,-10-1-4-15,16-1 3 0,-16 1-1 16,10 0-1-16,-10 0-2 0,10-2 1 0,-10 2-2 16,0 0 3-16,9 2 0 0,-9-2-5 0,0 0 3 15,0 0 1-15,0 0 2 0,0 0-2 0,0 0 5 0,0 0-8 16,0 0 5-16,0 0-1 0,0 0 3 16,0 0-3-16,0 0 4 0,-28 4-4 0,28-4 3 15,-10 1 2-15,10-1-2 0,-10 1-2 0,10-1-1 16,-8 2 7-16,8-2-4 0,0 0 4 0,0 0-5 0,-10 0-1 15,10 0-1-15,0 0 1 0,0 0-7 0,0 0-2 16,-9 1-3-16,9-1 1 0,0 0 2 0,0 0 1 16,0 0-7-16,0 0-17 0,0 0 7 0</inkml:trace>
  <inkml:trace contextRef="#ctx0" brushRef="#br0" timeOffset="95829.57">30523 12544 48 0,'0'0'-8'0,"0"0"-9"16,0 0 22-16,0 0-10 0,0 0-6 0,0 0 4 0</inkml:trace>
  <inkml:trace contextRef="#ctx0" brushRef="#br0" timeOffset="96128.37">30523 12544 1 0,'0'0'5'0,"0"0"2"0,0 0-4 0,0 0 1 15,0 0 3-15,0 0-6 0,0 0-2 16,0 0 5-16,0 0-1 0,0 0-4 0,0 0 1 0,0 0 0 16,0 0 4-16,0 0-5 0,0 0 10 0,0 0-5 15,0 0-2-15,0 0 0 0,0 0 10 16,0 0-7-16,0 0-2 0,0 0 4 0,0 0 0 16,0 0-1-16,0 0 0 0,0 0 4 0,0 0-6 0,0 0 3 15,0 0 0-15,0 0-5 0,0 0 3 0,0 0 3 16,0 0-1-16,0 0-4 0,0 0 3 0,0 0 4 15,0 0-4-15,0 0-1 0,0 0-1 0,0 0 2 16,0 0-4-16,0 0-1 0,0 0 6 0,0 0-1 16,0 0-3-16,0 0 3 0,0 0-5 0,0 0-2 15,0 0 2-15,0 0-1 0,0 0 0 0,0 0 4 16,0 0-6-16,15-14 1 0,-15 14 1 0,0 0-3 16,0 0 9-16,0 0-6 0,0 0 4 0,0 0-4 15,0 0-2-15,0 0-1 0,0 0 0 0,0 0-7 16,0 0-10-16,0 0-12 0,0 0-32 0,0 0 14 15</inkml:trace>
  <inkml:trace contextRef="#ctx0" brushRef="#br0" timeOffset="108620.24">29399 12429 11 0,'0'0'34'0,"-11"-2"-7"0,11 2 3 16,0 0-4-16,-9-1-3 0,9 1-3 0,0 0-1 15,-7-2-1-15,7 2-1 0,0 0-2 0,0 0-5 16,0 0-1-16,0 0-1 0,0 0-1 0,0 0 1 16,0 0-2-16,0 0 4 0,-10-1-4 0,10 1-3 15,0 0-4-15,0 0 2 0,0 0-4 0,0 0-1 16,0 0-3-16,0 0-1 0,0 0 3 0,0 0 2 15,0 0-1-15,0 0 1 0,0 0-2 0,0 0 3 16,0 0-1-16,0 0 0 0,26 8 0 0,-17-8-1 16,2 0 2-16,0 0-1 0,0 0 5 0,3 0-5 15,-2-1 5-15,3 0-4 0,3 1-5 0,0-2 7 16,0 2-6-16,-4 0 3 0,4 2-5 0,-4-2-2 16,3-2-3-16,0 1-2 0,1 4 0 0,-1-3 4 15,2-3-2-15,0 3 1 0,-6 0-1 0,5-2-7 16,-6 2-22-16,1 0 11 0</inkml:trace>
  <inkml:trace contextRef="#ctx0" brushRef="#br0" timeOffset="109476.04">29543 12469 7 0,'14'-1'11'0,"2"-2"-3"0,3 0-2 0,-4 1 4 15,4 0 0-15,0-1-4 0,-1 1 1 0,-1-1-4 16,2-1 3-16,0 4 2 0,-4-3-2 0,3 1-4 15,-5 0-1-15,1 0 0 0,0 0 0 0,0-1 4 16,-3 1-5-16,5-1 1 0,-5 2 1 0,2 1 2 16,0-2-3-16,-3 1 2 0,4 0-3 0,-4-2 1 15,-1 2 2-15,3-2-4 0,-2 3 1 0,0 0-3 16,0 0 6-16,2-1-7 0,-3 1-1 0,-9 0-13 16,15 0 20-16,-7-1-10 0,-8 1-6 0,15 0-14 15,-9-1 7-15</inkml:trace>
  <inkml:trace contextRef="#ctx0" brushRef="#br0" timeOffset="153650.69">25196 13141 14 0,'0'0'11'0,"0"0"3"0,0 0-3 0,0 0 3 16,0 0-3-16,0 0-3 0,0 0 0 0,0 0 2 0,0 0 7 16,0 0-6-16,0 0 2 0,0 0 5 15,0 0-2-15,-20 6-3 0,20-6-2 0,0 0 4 16,-9 3-5-16,9-3 1 0,-9 3-3 0,9-3-2 16,-10 3 3-16,10-3 2 0,-12 3-8 0,6 0 3 0,-1-1-4 15,0 0 0-15,7-2-2 0,-16 3 1 16,7 0 0-16,1-2 5 0,0 1-3 0,0-2-3 0,3 3 1 15,-7-3 0-15,12 0-1 0,-19 1 2 16,12-1 1-16,-2 1 9 0,1 0-7 0,8-1 0 0,-13 0 3 16,6 1 5-16,7-1-2 0,-10 0-9 0,10 0 4 15,0 0 5-15,-11 0-2 0,11 0 0 16,0 0 1-16,0 0 2 0,0 0-1 0,0 0 4 16,0 0-10-16,31 7 6 0,-13-6-1 0,2 0 0 15,7-2-1-15,2 1 1 0,1 1-1 0,1 0 3 0,0 1-4 16,5-4-8-16,-5 1 5 0,5 1 2 0,-2 0-1 15,-3-1-1-15,-2 1 0 0,3-1 0 0,-5 1-1 16,-6 0 2-16,-2 0-4 0,0 0 3 0,-6-2-2 16,-2 1-2-16,-2 1 3 0,-9 0 4 0,13 1-2 15,-13-1 4-15,10-1 6 0,-10 1-2 0,0 0 3 16,9-1-1-16,-9 1-7 0,0 0-3 0,0 0 5 16,0 0-5-16,0 0-1 0,-25-7-5 0,12 7 3 15,-6 0 1-15,-1 1-9 0,-9 0 1 0,1-1 4 16,0 2 5-16,-1 1-9 0,2-2 2 0,-2 3-1 15,8-3 1-15,-1-1-4 0,2 1 5 0,-1 1 0 16,-1-1-3-16,4 1 1 0,-2-1 2 16,4-1 5-16,-2 2-4 0,7-1 1 0,0 1-1 0,-1-2 2 15,6 1-4-15,6-1 6 0,-9 1-9 0,9-1 6 16,0 0-4-16,0 0 8 0,0 0-7 0,0 0 1 16,0 0 10-16,36 7-4 0,-5-5-2 0,3-2 4 15,3 0-10-15,18 0 4 0,-1 0 0 0,1 0 1 16,2 0-1-16,-1-2 5 0,1 1-1 0,1 1-3 15,1-3-3-15,-1 2-1 0,-3-2-4 0,0 0 8 16,-3 0-2-16,-14 2-3 0,2-2 3 0,-1-1 1 16,-1 0-2-16,-1 0 1 0,-3 2-6 0,-3-2 9 15,-3 3-2-15,-6-2 5 0,-6 3-3 0,4-3-1 16,-9 2-5-16,1-1 2 0,-2 2 1 0,-3-2 3 16,0 1 0-16,-7 1-7 0,9 0 2 0,-9 0 8 15,0 0-4-15,0 0-3 0,0 0-6 0,0 0 7 16,-33-1 5-16,12 2-10 0,-10 0 3 0,-1 1-1 15,-1-2 0-15,-3 3-3 0,-4-1-2 0,-10 2 11 16,10-3-9-16,-1 1 0 0,5-1 0 0,0 0 2 16,3-1 2-16,5 1 5 0,10-1-7 0,3 0 3 15,6 1-1-15,-2-1 1 0,4 0 1 0,7 0 1 0,-7 1-2 16,7-1 8-16,0 0-9 0,0 0-1 16,0 0 3-16,36 11-2 0,-9-10 1 0,7 3 4 15,0-3 1-15,5 2 2 0,14-1 4 0,-2 0-1 16,0-4-12-16,-12 2 4 0,12-1-6 0,-15 0 16 0,-1-2-9 15,1 2 7-15,-3-1 5 0,-2-1-16 0,-3 0 6 16,-5 1 4-16,-4-2 5 0,1 2-5 0,-7 2-2 16,1-1 4-16,-5 0-5 0,-2 1 5 15,-7 0-5-15,14 0 1 0,-14 0 1 0,6-2 2 0,-6 2-3 16,0 0 4-16,0 0-1 0,0 0-7 0,0 0-2 16,-33 0 5-16,10 1-6 0,-9 1-9 15,-1-1 4-15,-5 1 11 0,-1 0-5 0,-12-2 3 16,1 2 6-16,14-1-9 0,-3-2 7 0,-1 1-6 15,3 0 2-15,-1 0-8 0,2 0 7 0,4-2-2 0,1 1-2 16,8 1 6-16,3-1-5 0,6 1-3 0,1-2 4 16,6 2-5-16,7 0 5 0,-11 0 5 0,11 0 0 15,0 0-2-15,0 0-2 0,0 0 4 0,36 2-7 16,-15-2 6-16,10 0 2 0,3 0-6 0,3-2 7 16,1 1-4-16,0 0-2 0,1-1-3 0,-1-1 5 15,0 2 6-15,-2-2 2 0,1 0-10 0,-6 0 4 16,-5 1 5-16,-7 0-12 0,1 1 15 0,-7-2-1 15,-2 2-2-15,1-1-11 0,-6 1 9 0,-6 1-4 16,13-1 1-16,-13 1 3 0,8-2 0 0,-8 2-9 16,0 0 8-16,0 0-4 0,0 0-4 0,0 0-3 15,0 0 8-15,-48 0-8 0,19 3 4 0,0-2-9 16,-3 1 0-16,-1-2 1 0,-3 0-2 0,2 2-3 16,1 0-6-16,-5-1-1 0,1 0-4 0,3-3 1 15,-1 2 2-15,4 0 1 0,3 0-5 0,4 1 8 16,6-2-1-16,0-1-3 0,7 4 1 0,0-4-16 15,3 4-6-15,8-2-12 0,-13 0-4 0,13 0-31 16,-6 2-95-16,6-2 42 0</inkml:trace>
  <inkml:trace contextRef="#ctx0" brushRef="#br0" timeOffset="156595.94">25033 13187 17 0,'0'0'32'0,"-12"2"3"0,12-2-12 0,0 0 7 15,-14-2-5-15,14 2 10 0,0 0-7 0,-8 2 4 0,8-2-2 16,0 0-8-16,0 0-4 0,0 0 1 0,0 0 1 16,0 0 6-16,0 0 1 0,0 0-2 15,0 0 7-15,41 3-3 0,-12-1-2 0,4-2-4 0,5 0-6 16,14 3 5-16,-2-1-6 0,5-1 6 16,0 0-6-16,3 1 6 0,2 0 1 0,-1 1-9 0,1 0 1 15,1-3 2-15,-2 0 0 0,1 0-17 0,-3 0 15 16,0-2-3-16,-2-2 3 0,-3 2-1 0,-15-1 2 15,1 1-10-15,-4-1 11 0,1 0 3 0,-2 1-7 16,-3-1-2-16,-9 2-5 0,0-2 2 0,-8 3 3 16,1-2-2-16,-6 2-3 0,-1-1 2 0,-7 1-5 15,14-1-2-15,-14 1 3 0,7 1 2 16,-7-1-2-16,0 0 5 0,0 0-11 0,0 0 8 0,-27 6-8 16,9-2 9-16,-4-2-7 0,-8 1 3 0,-1 0-3 15,-5 0 5-15,0-1 0 0,-1 0-8 0,-1 1 2 16,-14-3 0-16,2 1-11 0,0 1 5 15,9-1 6-15,-8-1-7 0,-2 4 1 0,12-6 1 0,-2 4-3 16,-11-2 0-16,15 1-2 0,-3-1-3 0,-10 1 9 16,10 2-7-16,4-3 1 0,2-2 8 0,1 5 1 15,0-3-1-15,7 1-4 0,-1-1 5 0,4 1 0 16,5-1-2-16,0 0 2 0,7 2-4 16,0-2 3-16,3 0 9 0,8 0-7 0,-12 0-10 0,12 0 3 15,0 0 0-15,0 0 3 0,0 0 1 0,0 0 4 16,50 4 2-16,-18-4-9 0,6 0 1 0,21 0 8 15,2-2 2-15,2-2-4 0,2 3-3 0,3-3 0 16,-3 2 0-16,0-1-8 0,-2 0 12 0,-2 0-1 16,-5-1 10-16,-3 0-10 0,-16 2 4 0,-1-1 0 0,-3 0-4 15,-4 1 6-15,-9 1 0 0,1-2 2 16,-7 2-11-16,-1 1 9 0,-4 0-6 0,4-3 6 16,-8 2-7-16,-5 1 8 0,10 0-4 0,-10 0 3 15,0 0-2-15,0 0-1 0,0 0-3 0,0 0 4 0,0 0-2 16,-42 0 4-16,13 0-2 0,-3 2-5 15,-5 1-2-15,-15 0-3 0,-2 0 2 0,0-1 0 16,2-2-7-16,0 0 8 0,0 1 6 0,-1-1-7 16,2 2 9-16,13-1-9 0,-13-2-2 0,13 1 2 15,-13 0 2-15,12 1-3 0,6-4 3 0,-3 3-9 0,5 0 11 16,-1 0 2-16,4 0-10 0,8 2 5 16,2-1 3-16,1 0-2 0,6-1-1 0,-3 1 6 15,4-2-1-15,2 1-4 0,8 0 0 0,-13 0-10 16,13 0 5-16,0 0 1 0,0 0-2 0,0 0 8 0,0 0-2 15,0 0 9-15,40 6-5 0,-11-6-6 0,10 2 15 16,12-2-13-16,5 1 11 0,-4 0-9 0,5-1 6 16,-4 0 2-16,1 2-3 0,-2-2 2 0,-14 1-12 15,0-1 8-15,1 0-2 0,1 2 9 0,-7-2-6 16,3 0 1-16,-7-2 3 0,-2 2 3 0,-6 0-17 16,-5 0 11-16,0-1-1 0,-6 1 7 0,1 0 3 15,-3 0-3-15,-8 0 6 0,11 0-9 0,-11 0 5 16,0 0 0-16,0 0-4 0,0 0 0 0,0 0-3 15,0 0-3-15,-38-2 1 0,9 4-2 0,-5-2-7 16,0 3 0-16,-7-3 11 0,-10 0-4 0,-3 2-5 16,0-1-3-16,-4 0-1 0,3-1 5 0,-3 0-5 15,1-1 4-15,4 1 7 0,1-1-12 0,1 1 7 16,10 0-8-16,3-2 9 0,0 2-3 0,3 0 2 16,1 0-3-16,3-2 6 0,10 2 0 0,1 0-9 15,8-1 8-15,2 1-3 0,3 0 5 0,7 0-3 16,0 0 7-16,0 0-8 0,0 0 3 0,33 0-4 15,-4 0 0-15,12 0 4 0,14 0 7 0,6 0 0 16,2-2 0-16,1 2-8 0,3-1-9 0,-6-2 13 16,1 3-1-16,-1 0-2 0,-3 0-3 0,-4-4 1 15,-15 4 3-15,1-2 6 0,-2 1-4 0,-3 1-4 16,-1-3 2-16,-7 2 8 0,-4 1-4 0,-5 0 0 16,-5-2-4-16,-4 2 6 0,1 0-4 0,-10 0-2 15,11-1 5-15,-11 1-7 0,8 0 5 0,-8 0-7 16,0 0 2-16,0 0 3 0,0 0-3 0,-44 0 7 15,15 0-2-15,-7 3-4 0,-3-2-7 0,-14 1-3 16,-3-1 5-16,1 0-5 0,-1 0 1 0,5-1 7 16,-5 0-4-16,1-1-1 0,4 2 11 0,15-2-5 15,0 0-4-15,2 0-6 0,3-2 1 0,8 3 5 16,6 0 6-16,2 0-10 0,3 0 3 0,4-2 0 16,8 2 2-16,-8 2 3 0,8-2-4 0,0 0 11 15,0 0-7-15,36 1-6 0,-7 1-1 0,11 0 9 16,12 0-2-16,8 0 7 0,1-1-2 0,2 2-6 15,0-3 11-15,-1 1-14 0,0 2 5 0,-2-3 2 16,-4-2-10-16,-6 1 7 0,-12 0 2 0,-2-2 2 0,-1 2 2 16,-5-1 2-16,1 0 0 0,-8 1 0 15,-5 1-3-15,-2-1-3 0,-4 1-2 0,-6 0 5 16,1-2 2-16,-7 2-1 0,11 0-6 0,-11 0 6 16,0 0 1-16,0 0-7 0,0 0 8 0,0 0-10 0,-30-1-2 15,1 2-1-15,-5 1 0 0,-6-1 3 0,-16 1-3 16,-3-1 0-16,-2-1-7 0,1 0 13 15,-3 2-9-15,3-2 5 0,3 1-1 0,4-2 0 16,-4-1 6-16,4 2-1 0,19 0 1 0,1-2-9 0,5 3 6 16,13-1 0-16,-1 0 3 0,7 0-6 15,2 1-2-15,7-1-2 0,0 0 6 0,0 0-6 0,0 0 2 16,36 7-1-16,-4-4 11 0,5-3 3 0,18 0-8 16,6 1 1-16,-1 1 1 0,3-2 5 0,2 0 2 15,0 0-5-15,-6 0-4 0,1 0 2 0,-6 0 5 16,0-3-10-16,-17 1 3 0,-2 1 3 0,-3-3 5 15,-3 3-3-15,-10-1 4 0,2 1-6 0,-8 1 0 16,1 0 5-16,-8-1-2 0,1 1 0 0,-7 0-2 16,10-1 4-16,-10 1-2 0,0 0-2 0,0 0-4 15,0 0 1-15,0 0-4 0,-37 1-4 0,8 0 10 16,-3 0-9-16,-8 2 4 0,-10 4-3 0,-5-4 0 16,-1-3-3-16,-1 3 1 0,-1-2 9 0,0 2-6 15,1-3 0-15,1-3 3 0,1 3-5 0,3-1-2 16,13 0 1-16,2-1 4 0,0 2 3 0,5-3-3 15,12 3 5-15,2 0-9 0,5 0 1 0,1-2 11 16,6 2-7-16,6 0 1 0,0 0-5 0,0 0 3 16,0 0 10-16,0 0-5 0,31 2-3 0,-4-2 11 15,7 0-11-15,4 1-1 0,16-2 0 0,-4 1 6 16,3-3 0-16,-1 3-7 0,-12 0-3 16,-1 0 6-16,-1-1 6 0,-5-1-8 0,-1 1 4 0,-3 0 1 15,-10-1 1-15,-2 0-5 0,-1 2 1 0,-7-1 10 16,-2 1-14-16,-7 0-2 0,14 0 7 0,-14 0-2 15,0 0 1-15,6 1-2 0,-6-1 3 0,0 0 1 16,0 0 2-16,-40 5-6 0,13-2-5 0,-4 1-2 16,-3-1 3-16,-7-1 2 0,-10-1 3 0,-1 1-3 0,0-2 6 15,12 2-5-15,-10-2-5 0,-1 1 3 16,10 0-1-16,3 0 6 0,2-1-3 0,1-1 3 16,5 2 1-16,8-1 5 0,8 0-7 0,3 2-1 15,4-2-1-15,7 0-5 0,-9 0 15 0,9 0-6 0,0 0 0 16,0 0 8-16,28 1-6 0,-7-1-5 15,10 0 1-15,6-1 4 0,12-1 3 0,5 0-12 16,-16 2 12-16,2-3-1 0,-1 3-1 0,1-1-2 16,-4 1 1-16,2 0-6 0,-7-1 7 0,-4 0 9 0,1 1-5 15,-8 0-13-15,-7 0 19 0,-1-2-9 0,-1 2 10 16,-4 0 1-16,2 0 6 0,-9 0-1 0,11-3 0 16,-11 3 6-16,0 0-7 0,9 0-2 15,-9 0-5-15,0 0 3 0,0 0 4 0,0 0-6 0,0 0-2 16,0 0-16-16,0 0 9 0,-30 0 10 15,30 0-16-15,-17-2 11 0,5 4-5 0,5-2 3 16,7 0-3-16,-17 0-4 0,17 0 10 0,-12 0-11 0,6 0 3 16,6 0 1-16,-9 0-5 0,9 0-1 0,0 0 4 15,-10 1 1-15,10-1 1 0,0 0-2 0,0 0-5 16,0 0 2-16,-8 2 4 0,8-2-8 0,0 0 9 16,0 0-12-16,0 0 11 0,0 0-5 0,0 0-4 15,0 0 7-15,0 0-4 0,0 0 6 0,0 0-6 16,0 0-5-16,0 0 8 0,0 0 0 0,0 0 2 15,0 0 1-15,0 0-5 0,0 0 9 0,-2 7-4 16,2-7 0-16,0 0 9 0,0 0-11 0,0 0-5 16,0 0 6-16,0 0-8 0,0 0 7 0,0 0 0 15,0 0-2-15,0 0 0 0,0 0-2 0,0 0 4 16,0 0 5-16,0 0-9 0,0 0-1 0,0 0 2 16,0 0 6-16,0 0 1 0,0 0-2 0,0 0-4 15,0 0 3-15,0 0-5 0,0 0 2 0,0 0 6 16,0 0-4-16,0 0-5 0,0 0 3 0,0 0 2 15,0 0-5-15,0 0 6 0,0 0 4 0,0 0-7 16,0 0 4-16,0 0-1 0,0 0-1 0,0 0 4 16,0 0-20-16,0 0 19 0,0 0 2 0,0 0-10 15,0 0-8-15,0 0 14 0,0 0-3 0,0 0 0 16,0 0-3-16,0 0 3 0,0 0 5 0,0 0 0 16,0 0-6-16,0 0-2 0,0 0 6 0,0 0-2 15,0 0 4-15,0 0 1 0,0 0-2 0,0 0 1 16,0 0-4-16,0 0 4 0,0 0 1 0,0 0 4 15,0 0-2-15,0 0 5 0,0 0 1 0,0 0-2 16,0 0-5-16,0 0 4 0,0 0-7 0,0 0 8 16,0 0-2-16,0 0-1 0,0 0-4 0,0 0 6 0,0 0 0 15,0 0-12-15,0 0 3 0,0 0 5 0,0 0 4 16,0 0-4-16,0 0-1 0,0 0-2 0,0 0 3 16,0 0-5-16,0 0 0 0,0 0 5 15,0 0-3-15,0 0 0 0,0 0 5 0,0 0-6 0,0 0 2 16,0 0 0-16,0 0-2 0,0 0 1 0,0 0 3 15,0 0-6-15,0 0-1 0,0 0 0 0,0 0 2 16,0 0 2-16,0 0-2 0,0 0-2 16,0 0 4-16,0 0-18 0,0 0 19 0,0 0-17 0,0 0-7 15,0 0-19-15,0 0 0 0,0 0-14 0,0 0-5 16,0 0-13-16,0 0-7 0,0 0 3 0,0 0-8 16,0 0-2-16,0 0-83 0,0 0-181 0,0 0 80 15</inkml:trace>
  <inkml:trace contextRef="#ctx0" brushRef="#br0" timeOffset="157976.31">20699 13072 35 0,'0'0'38'0,"0"0"-1"0,0 0 2 0,0 0-11 0,0 0 10 16,0 0-14-16,-14 1-2 0,14-1 3 0,0 0 0 15,0 0-1-15,0 0-3 0,0 0 0 0,-13 8-3 16,13-8 1-16,-7 1 0 0,7-1-10 0,-8 2 8 15,8-2 2-15,-12 1-5 0,12-1-2 0,-12 0-1 16,5 1 3-16,7-1 3 0,-14 3 1 0,8-2-5 16,-1 1 7-16,7-2-3 0,-12 3 0 0,12-3-4 15,-9 0-2-15,9 0 6 0,0 0-2 0,-9 3-7 16,9-3 6-16,0 0 2 0,0 0-4 0,0 0 4 16,0 0 9-16,23 5-1 0,-5-4-3 0,5 0 1 15,7-2 0-15,2 2-4 0,0-1-2 0,3 0 2 16,-2-1-3-16,0-2-1 0,-2 5 7 0,1-4 2 15,-3 2-5-15,-1 0-7 0,0 0 5 0,-7 0-6 16,7-1-1-16,-9 1 15 0,-5 0-14 0,-1-2-2 16,5 2 3-16,-7 0 0 0,1 0-2 0,-5 0-6 15,-7 0 6-15,13 0 1 0,-13 0-9 0,8 0 5 16,-8 0-3-16,0 0 10 0,8 3-14 0,-8-3 2 0,0 0 6 16,0 0-6-16,0 0-5 0,-27 6 7 15,13-4 1-15,2 0 4 0,-8 1-5 0,1 1 4 16,-3-1-3-16,-6-2-9 0,0 2 6 0,0 0 0 15,-2-1 0-15,0 0 2 0,-1-2 3 0,1 2-1 0,-1 1-8 16,1-3-3-16,1 0 1 0,-1 2 7 16,10-2-2-16,-1 1 9 0,1 2-11 0,7-2 1 0,0-2-1 15,2 2 1-15,4-1-2 0,7 0-5 16,-11 1 14-16,11-1-3 0,0 0-1 0,0 0 8 0,0 0-6 16,0 0 5-16,0 0-6 0,40 8 5 0,-10-7 2 15,5 0 1-15,3 0 0 0,3 0-6 0,10-2 4 16,2 0 1-16,-2 1 0 0,-14-1-3 0,1-2 2 15,0 2 5-15,2 0 1 0,-4-1 2 0,0-1-2 16,-2-1 8-16,-1 1-7 0,-5 0-1 0,1-1 3 16,-10 2-2-16,-3 1 0 0,-3-1-1 0,-4 2-2 15,-1-2 8-15,-8 2-10 0,11-2 0 0,-11 2 1 16,9-3-3-16,-9 3-3 0,0 0-18 0,0 0-26 16,0 0-12-16,-50 15-54 0,15-2-128 0,-24 4-249 15,-27 3 111-15</inkml:trace>
  <inkml:trace contextRef="#ctx0" brushRef="#br0" timeOffset="159944.54">20883 13005 15 0,'0'0'48'0,"0"0"-2"16,0 0-8-16,0 0-7 0,0 0-6 0,0 0-9 15,0 0-15-15,0 0-12 0,0 0-25 0,0 0-37 16,0 0 18-16</inkml:trace>
  <inkml:trace contextRef="#ctx0" brushRef="#br0" timeOffset="161012.31">20348 16716 1 0,'0'0'35'0,"0"0"-1"0,0 0-6 0,0 0-5 0,0 0-14 16,0 0-7-16,0 0-15 0,0 0-8 0,0 0-21 15,0 0 11-15</inkml:trace>
  <inkml:trace contextRef="#ctx0" brushRef="#br0" timeOffset="162153.68">21647 16713 39 0,'0'0'55'16,"14"-11"-3"-16,-14 11-15 0,13-4-5 0,-6 3-5 16,-7 1-11-16,10-2-4 0,-1 1-5 0,1 0 3 15,0 0-7-15,-1-1 4 0,1 1-2 16,1 2 3-16,-1-2-3 0,-10 1-3 0,15-1-5 15,-7-1 6-15,-8 2-2 0,14 0-1 0,-14 0 2 16,10-3 0-16,-10 3 0 0,8 0-6 0,-8 0-1 16,9-2 2-16,-9 2 10 0,0 0-13 0,0 0 4 15,0 0-1-15,0 0 1 0,0 0 0 0,0 0 0 0,-22 8 6 16,10-4-4-16,2-2 0 0,-1 0 0 16,-1 1-1-16,-1-1 0 0,1 1-2 0,-6 0 0 0,0 1 0 15,1-1 3-15,-2 1 0 0,2-1 2 16,4 0 4-16,0-2 5 0,1 0-2 0,-2-1 3 15,6 3 4-15,8-3 14 0,-14 1-6 0,8-1-1 16,6 0-2-16,0 0 8 0,0 0-9 0,0 0-6 16,0 0 2-16,0 0-2 0,0 0 1 0,0 0-1 15,35-2 7-15,-18-1-8 0,4 2 8 0,4-2-7 16,5 0 0-16,-8 1-1 0,-2 1-5 0,8-2 4 16,-9 2 2-16,2 0 1 0,2-1-4 0,-4 0 4 15,-1 1-3-15,-2 2-6 0,-2-3 0 0,-2 2-5 16,1-2 8-16,-13 2 6 0,15 0-6 0,-15 0-1 15,0 0 1-15,15 0-3 0,-15 0 7 0,0 0-9 16,0 0 3-16,0 0-4 0,0 0 18 0,0 0-20 16,-39 3 5-16,22-1-4 0,-3 1 4 0,-8 3 6 15,-2-2 0-15,1-3-7 0,-6 2 4 0,0-1-6 16,-3 1 4-16,0 0-2 0,1 0 3 16,-1 2 7-16,4-5-3 0,4 3 15 0,0-2 3 0,9 1-3 15,4-5-2-15,2 4 2 0,5-1 9 16,-2 0-7-16,12 0-1 0,-14 2-7 0,14-2 4 0,0 0-3 15,0 0-4-15,0 0 2 0,0 0-1 0,0 0-5 16,46-3-1-16,-19 2-2 0,6-1-1 0,0-1 3 16,2 3 0-16,1-3 2 0,-2-2-5 0,3 4 1 15,-5-3-5-15,0 4 3 0,0-3 2 16,-4 3-4-16,0-3 2 0,-1 3 0 0,-8-2-1 0,-7 2 1 16,-2 0-4-16,-10 0 6 0,18 0 15 0,-10 0 15 15,-8 0 0-15,7-2-7 0,-7 2 3 0,0 0-3 16,0 0-2-16,0 0-9 0,-28-6-3 0,6 6-17 15,-6 3-20-15,-12 4-49 0,-13 3-60 16,-42 5-142-16,2 10-289 0,-17-5 127 0</inkml:trace>
  <inkml:trace contextRef="#ctx0" brushRef="#br0" timeOffset="112389.6">5521 7161 1 0,'10'2'2'0,"0"-4"-3"16,0 2 1-16,2 2 3 0,-2-2 0 0,-1-2-4 15,2 4 2-15,0-1-3 0,-2-1 3 0,3 1-3 16,-3 1 3-16,0-2-2 0,0 0 4 0,0 2-4 16,-9-2 2-16,13 0-1 0,-4 0 0 0,-9 0 3 15,15-2-2-15,-8 2-3 0,-7 0 4 0,15 0 3 16,-9 0-5-16,-6 0 1 0,12 0-4 0,-5 0-4 15,-7 0 12-15,11 2-6 0,-11-2 4 0,9 0-4 16,-9 0 2-16,10 1-1 0,-10-1-3 0,7 0 3 16,-7 0 3-16,9 1-1 0,-9-1-3 0,0 0-1 15,9 0 2-15,-9 0 0 0,0 0-1 0,12-2 1 16,-12 2 2-16,0 0-3 0,0 0 1 16,9 0 1-16,-9 0-1 0,0 0 0 0,0 0 0 0,9-2 0 15,-9 2 1-15,0 0-1 0,0 0 0 0,0 0 0 16,0 0 3-16,0 0-4 0,0 0 2 0,0 0-5 15,0 0-3-15,0 0 2 0</inkml:trace>
  <inkml:trace contextRef="#ctx0" brushRef="#br0" timeOffset="113919.4">4080 7200 24 0,'0'0'25'0,"-5"-5"-3"0,5 5-1 0,0 0-2 15,0 0-1-15,0 0-1 0,0 0 0 0,0 0 3 16,0 0-1-16,0 0-4 0,0 0-2 0,0 0 5 16,0 0-4-16,0 0 6 0,0 0-3 0,0 0-1 15,0 0 3-15,0 0-2 0,0 0 2 16,0 0-2-16,0 0-5 0,0 0 0 0,0 0-4 16,0 0 4-16,0 0-5 0,0 0-3 0,0 0 5 0,0 0-4 15,0 0-1-15,0 0 3 0,0 0-6 0,0 0 1 16,0 0 3-16,19-5 0 0,-19 5-5 0,0 0 1 15,12-1 2-15,-12 1-1 0,9 0 4 0,-9 0-7 16,10-3 5-16,-10 3-1 0,13-2-1 0,-4 2-2 16,2-2-1-16,-1 1 5 0,2 1-4 0,-1-1 3 15,3 0-3-15,-1 0 0 0,-1 0 0 0,0-2 3 16,1 3-4-16,0-1 1 0,1 1 0 0,-1 0 1 16,1-2 1-16,3 1-3 0,0 2 2 0,3-1-1 15,-2 0 6-15,1 0-5 0,2 0 1 0,-1-1 0 16,1 1-7-16,0-1 2 0,1 2 9 0,-2-1-3 15,3 1-4-15,-5-1 1 0,4 2-1 0,-2-2 3 16,-2 1 1-16,1-1-2 0,-1 0 0 0,1 3-1 16,0-3-3-16,-2-3-2 0,1 3 6 0,0 0 0 15,-2 0-3-15,-2 0 3 0,4 0 1 0,-5 0-2 16,6 0 3-16,-6 0-1 0,0 0-6 0,3 0 6 16,-3 3-2-16,0-1 3 0,1-2-3 0,-3 2 2 15,2-1 1-15,1 1-4 0,-3 0 0 0,4-1 0 16,-4 2 2-16,7 0 0 0,-5-1 2 0,4 2 1 15,-3-4-1-15,4 1-1 0,0 1-4 0,-5-1 5 16,6 1-5-16,-2-2 1 0,1 1-1 0,-1-1 0 16,2 0 3-16,-2 0-1 0,2 2 1 0,-2-2 0 15,2 1 0-15,0 0-1 0,-3 1 2 0,5-1-3 16,-3 0 1-16,-4-1-1 0,0 1 1 0,4 2-2 16,-5-3 1-16,4 1-2 0,0-1 3 0,-3 2 4 15,3-1-5-15,-2 0 7 0,2 0-6 0,1 0-1 16,-6 1 4-16,2-1-2 0,3 0 2 0,-3 2-4 15,-2-3-1-15,2 0 1 0,-3 2 7 0,1-1-11 16,0 0 3-16,-1 1 0 0,0-2 6 0,1 1-4 16,-1 1 1-16,1-1 3 0,-1 2-5 0,-1-2 2 15,0-1-4-15,1 1 1 0,0-1 2 0,2 3 1 16,-3-3 2-16,-1 1-3 0,3-1 4 0,-2 0-7 16,0 1 3-16,2 1-2 0,-3-2 1 0,-2 0 2 15,6 1-2-15,-5-1-1 0,0 1-3 0,-8-1 1 16,17 0 5-16,-9-1-2 0,0 2-4 0,2-1 7 15,-10 0-2-15,13 0 3 0,-6 1-7 0,2-1 3 16,-9 0-1-16,17-1-2 0,-7 1 3 0,2 0 4 16,-2 0-7-16,3 0 6 0,-3 0 1 0,0 0-2 15,1 0 3-15,0 0-4 0,-1 0-2 0,0 1 2 16,0-3 1-16,-10 2-2 0,17 1-2 0,-9 0 5 16,-1-1-4-16,-7 0 4 0,18 0-3 0,-10 1 2 15,0-1-3-15,-8 0 2 0,16 0 0 0,-8 0 2 16,0 0-8-16,-8 0 4 0,16 2 2 0,-8-2-1 15,2 0 1-15,-1 0 1 0,-9 0-1 0,14 1-3 16,-14-1 3-16,13 0 2 0,-6 0 0 0,-7 0-4 16,11 0 3-16,-11 0 2 0,10 0-3 0,-10 0-5 15,10 0 4-15,-10 0 2 0,8 0-2 0,-8 0 0 16,0 0-2-16,11 0 4 0,-11 0-2 0,12 0 2 16,-12 0-3-16,6 3-1 0,-6-3-3 0,0 0-4 15,0 0 1-15,11 1 2 0,-11-1 2 0,0 0 1 16,0 0-3-16,0 0 3 0,0 0 0 0,0 0-3 15,10-1 0-15,-10 1-2 0,0 0 1 0,0 0-4 16,0 0-10-16,0 0-5 0,0 0-5 0,0 0-25 16,0 0-60-16,0 0 28 0</inkml:trace>
  <inkml:trace contextRef="#ctx0" brushRef="#br0" timeOffset="114829.59">5211 7271 17 0,'-4'-6'22'0,"4"6"-4"16,0 0 0-16,0 0-5 0,0 0 3 0,0 0-5 15,0 0 6-15,0 0-9 0,0 0 1 0,0 0 5 16,0 0-2-16,0 0-4 0,0 0 3 0,0 0-6 16,0 0 3-16,0 0 1 0,0 0 2 0,0 0-5 15,0 0 5-15,0 0 3 0,0 0-3 0,0 0-2 16,0 0-4-16,0 0 2 0,0 0-6 0,0 0 2 15,0 0 0-15,0 0-1 0,9-9 1 0,-9 9-1 16,9-1 3-16,-9 1-2 0,14-1 0 0,-1-1 1 16,-3 1-5-16,2 1 6 0,3-4-8 0,2 4 5 15,3-2-1-15,2 0 2 0,-3-2 1 0,9 2-3 16,-6 0-2-16,6-1 3 0,-1 0-3 0,1 1 3 16,-7 0 0-16,0 2-2 0,1-1-1 0,-2 1-2 15,2-1 3-15,-2 1 0 0,-1 1 1 0,1-2 2 16,-1 2-2-16,-6 0 2 0,5 1-6 0,1-1 4 15,0 0-1-15,-1 2 3 0,-4-3-1 0,4 0-1 16,-4 2 2-16,3-1-4 0,3 0 0 0,-6-2-3 16,-1 2 4-16,1 0 0 0,0 1 3 0,0-2-5 15,-1 0 3-15,-2 2 2 0,0-2-4 0,1 1 0 16,-1 0 0-16,0 1 1 0,-3-1 2 0,-2 0 1 16,2-1-4-16,2 0 0 0,-10 0 2 0,14 4 1 15,-7-4-2-15,-7 0 0 0,15 1 5 0,-8-1 1 16,-7 0-8-16,13 0 4 0,-5 0-2 0,-8 0 1 15,14 0-1-15,-6 0 0 0,-8 0-3 0,16 0 0 16,-8 0 5-16,-8 0-1 0,14 0-2 0,-6 0-1 16,-8 0 6-16,11-1-5 0,-11 1 1 0,13 0 0 15,-13 0-2-15,11-1 4 0,-11 1 3 0,11-3-4 0,-11 3-1 16,11 3 1-16,-11-3-1 0,9-3 2 16,-9 3-1-16,0 0 0 0,9 0-3 0,-9 0 2 15,0 0 3-15,0 0 4 0,0 0 1 0,9-1 5 16,-9 1-2-16,0 0-3 0,0 0 3 0,0 0 1 15,0 0-4-15,0 0 5 0,0 0-6 0,0 0 0 16,0 0 2-16,0 0-6 0,0 0 0 0,0 0-1 0,0 0 5 16,0 0-7-16,0 0 3 0,0 0-12 0,0 0-2 15,0 0 0-15,0 0-16 0,11 1-7 16,-11-1-35-16,0 0-73 0,6 4 32 0</inkml:trace>
  <inkml:trace contextRef="#ctx0" brushRef="#br0" timeOffset="138990.09">2617 13483 19 0,'0'0'22'0,"0"0"0"16,0 0-2-16,0 0 2 0,0 0-4 0,0 0 4 15,0 0-10-15,0 0 1 0,0 0-6 0,0 0-1 16,0 0-4-16,0 0-7 0,0 0-1 0,0 0 7 16,0 0-8-16,15-11-4 0,-15 11-3 0,13-1-11 15,-13 1-25-15,13-2 12 0</inkml:trace>
  <inkml:trace contextRef="#ctx0" brushRef="#br0" timeOffset="147475.59">14811 13340 1 0,'0'0'6'0,"9"-4"1"0,-9 4-7 15,8-3 4-15,-8 3-2 0,8-3 1 0,-8 3-1 16,7-3 0-16,-7 3 2 0,9-3-3 0,-9 3 1 16,11-3 0-16,-5 0-2 0,-6 3 3 0,11-4 0 15,-6 3-2-15,-5 1-2 0,13-4 1 0,-5 2 1 16,-8 2-2-16,11-3 2 0,-3 3-3 0,0-1 6 16,-8 1-3-16,11 0 0 0,-11 0-1 0,13-2 3 15,-13 2 0-15,13-1-5 0,-7 2-1 0,-6-1 5 16,13 3-4-16,-9-3 4 0,-4 0-3 0,15 1-3 15,-15-1 6-15,12 0 0 0,-6 0 1 0,-6 0-5 16,10 2 2-16,-10-2 0 0,12-2-3 0,-12 2 2 16,12 0 1-16,-5 0-1 0,-7 0 2 0,0 0-2 15,22 0-1-15,-22 0 3 0,15-1 0 0,-15 1-4 16,17-1 3-16,-7-1-1 0,-10 2-1 16,20 0 1-16,-10 0-1 0,2 0-4 0,-12 0-7 0,20 2 3 15</inkml:trace>
  <inkml:trace contextRef="#ctx0" brushRef="#br0" timeOffset="156481.29">6296 6509 2 0,'0'0'6'0,"0"0"1"0,0 0 0 15,0 0 1-15,0 0-4 0,-7-3-1 16,7 3 3-16,0 0 2 0,0 0 2 0,0 0-1 16,0 0-10-16,0 0 5 0,0 0-3 0,0 0 3 15,-4-6-2-15,4 6 2 0,0 0 3 0,0 0-3 0,0 0 4 16,-4-7-5-16,4 7 3 0,0 0-1 16,0 0 1-16,0 0 5 0,0 0-2 0,-4-5-2 15,4 5 0-15,0 0 0 0,0 0 1 0,0 0-5 16,0 0 2-16,0 0-1 0,0 0-2 0,0 0 3 15,0 0-5-15,0 0 3 0,0 0-4 0,17 16 2 16,-15-11 0-16,-2-5 0 0,5 9 2 0,-2-3-1 0,1-1-3 16,-2 1-1-16,1 0 2 0,-3-6 1 15,4 13 1-15,-3-3-4 0,0-1 2 0,3 0 0 16,-3 1 0-16,-1 1 2 0,2 1 1 0,-4-2 0 16,2 3-1-16,0 1-2 0,0-3 0 0,0 2 2 0,0-3-3 15,2 3 2-15,-1 2-5 0,0-2 3 0,2-2 1 16,-1 1-1-16,-1 1-2 0,2 1 3 0,-2 2 1 15,1 2 6-15,-1-2-5 0,-1 0-9 16,0 0-4-16,0-1 3 0,0 3 5 0,0 0-4 16,0-3-2-16,-3 2 5 0,2-2-2 0,1 1 3 0,-1-3-6 15,-2 3 6-15,1-4-2 0,-2-1 4 0,3 2-3 16,-2 0-1-16,1 0 2 0,-1-2-6 0,-2 4 0 16,0 1 0-16,1-4 3 0,-1 4-10 15,0 0-16-15,0-2 7 0</inkml:trace>
  <inkml:trace contextRef="#ctx0" brushRef="#br0" timeOffset="158949.29">6411 9275 1 0,'0'12'8'0,"3"-2"-1"16,-2 3 2-16,0 0-2 0,1-1 3 0,0 0-5 0,1 0-2 16,-2 0 2-16,0-1 1 0,2 0-2 15,-2 1 6-15,-1 0-4 0,0 0 6 0,0-2 0 16,1 2-5-16,-1-2 2 0,2 1-4 0,-2 0 13 16,0 0-11-16,1-2 0 0,-1 2 1 0,-1-2 1 15,-1 3-3-15,2-2 4 0,0 1 0 0,-1 1-1 0,1-2-4 16,-1 2 5-16,1-2-1 0,-2 1 0 0,1 0 12 15,0 0-10-15,1 1 1 0,0-3-4 16,-1 2 1-16,-2 0 0 0,2 0 1 0,1-1-6 16,-1 2 4-16,-1-2 1 0,2 0-7 0,-2 2 1 15,1-3 6-15,-1-1-8 0,1 2 8 0,1 1-5 0,-3 0 2 16,2-1-4-16,0-1 2 0,1 1 0 16,-1 0-2-16,-1 0-2 0,2 0 3 0,-1-1-2 15,1-9 7-15,0 20-6 0,0-11 0 0,0-9 6 16,1 20-6-16,-2-12-1 0,2 1-2 0,-1-9 1 15,0 12 0-15,2-2 3 0,-2-4 1 0,0-6-5 0,1 13-1 16,0-6 1-16,-1-7 4 0,3 11 0 0,-2-4-5 16,-1-7 3-16,3 9-2 0,-1-3 3 0,-2-6-4 15,4 10 3-15,-3-5-2 0,-1-5 5 0,4 11-6 16,-4-11 4-16,1 8-4 0,-1-8 2 16,0 10 2-16,0-10-2 0,0 0 1 0,-1 12 0 0,1-12-2 15,-1 10 2-15,1-10-2 0,-4 8 3 0,3-2-3 16,1-6-2-16,-2 9-2 0,2-9 4 0,-1 12-1 15,0-5 8-15,1-7-3 0,-1 13 1 16,-2-7-5-16,2 2 1 0,-2 2 0 0,1-1-3 16,2 3 1-16,-3-2 4 0,0 1-1 0,0 1-1 0,1 1 4 15,0-1-3-15,-1 0-4 0,1 4 6 0,0 1-1 16,1-3-6-16,0 3 0 0,-3-5 7 16,3 0-1-16,-1 5-2 0,0-5-2 0,1 5 5 15,-2-1-5-15,2 0 5 0,-2-1-8 0,2 2 3 16,0 0-1-16,-3-1 1 0,1-1 2 0,2 2-2 0,-3 1 3 15,3-1-1-15,0-1 1 0,-2 3 2 0,1-2-1 16,0 2-3-16,1 0 0 0,0 1 8 0,-2-1-6 16,3 0 5-16,-3 5-9 0,3-3 1 15,0-2 1-15,-2-1 3 0,2 7-1 0,-4 0-3 16,2-5-1-16,0-1-1 0,0 0 3 0,2-1 0 0,0 2 1 16,-3 4-2-16,1 1 2 0,0-6-2 0,0-1 10 15,1 2-12-15,-1-2 1 0,1 1 2 0,0 1 2 16,-1-4 0-16,1 4-3 0,1-2 1 15,-1 0 0-15,1-1-2 0,-1 1 1 0,-1-2-4 16,2 1 6-16,0-2 1 0,0 3-2 0,-1-2 4 0,1 1-4 16,1-4 1-16,-2 3-1 0,2-4-1 0,-1 0 0 15,0 0-2-15,2 4 2 0,-2-3 0 0,1 0 1 16,-2-4-2-16,2 4 6 0,-1-2-6 16,0 1 4-16,0 1-3 0,-1-3 4 0,2 0-1 15,-1 3-2-15,0-1-2 0,0-1 12 0,0 1-10 0,-1 0-2 16,-1-1 5-16,1-2-8 0,0 4 5 0,1-2 3 15,-3-2-2-15,2 3-4 0,0-2 4 0,-1 1 0 16,1-3 1-16,1 4-3 0,-1-3 0 0,1 1 1 16,-1-1-1-16,1 0 7 0,-2 0-4 0,1 1 2 15,0-1 1-15,1 2 0 0,0-1 3 0,1-1-1 16,-1 1 0-16,0 1 4 0,1 0-3 0,-1-1-1 16,2 3-3-16,-1-3 1 0,1 2 0 15,0 4 10-15,-2-4-2 0,1-1-1 0,-1 3 0 0,1-3-9 16,-1 2 3-16,0 0 6 0,-1 3-7 15,0-2 2-15,1 2-1 0,-2-3 3 0,1 0-1 0,1 3-1 16,-1-2 1-16,1 1-2 0,-3 1 1 0,2-1 5 16,-2 0-10-16,3 1 2 0,-1-4 4 0,1 0-3 15,-1 3 5-15,1-3-4 0,0 1-1 0,0-2-2 16,2 5 2-16,0-1 0 0,-2 1-2 0,2-3-3 16,0-3 4-16,-1 2-1 0,1 0 3 0,1 0-4 15,-2 4 1-15,2-6 1 0,-1 2-3 0,0 1 3 16,0-2-4-16,-1 0 2 0,2-1-1 0,-2 0 2 15,2 2-3-15,-2-2 8 0,-1 1-7 0,1-1-2 16,2 1 6-16,-2-2-5 0,-1 1 1 0,2-1-2 16,-1 2 4-16,-1-4-2 0,1 2-1 0,-1-1 2 15,1 0-4-15,1 2 5 0,-1-1-2 0,-1-2 3 16,1 1-5-16,2 1 0 0,-3-9 2 0,2 12 2 16,-1-5-2-16,-1-1-2 0,0-6 12 0,3 11-10 15,-3-6 8-15,0-5-11 0,3 9 6 16,-3-9-5-16,2 10-1 0,-2-10 8 0,0 8-2 0,0-8-3 15,-1 8 0-15,1-8 4 0,1 7-5 0,-1-7-2 16,0 0 5-16,2 10 8 0,-2-10-11 0,0 0 4 16,0 8-1-16,0-8 0 0,1 7-1 0,-1-7-1 15,0 0 4-15,0 9-1 0,0-9 2 0,0 0 3 16,0 10-6-16,0-10 2 0,0 0-1 0,0 9 4 16,0-9-6-16,-3 8 7 0,3-8-1 0,-1 10 0 15,1-10-3-15,0 9 6 0,0-9 9 0,-1 10 3 16,1-10-6-16,-2 12-3 0,1-6 4 0,1-6-6 15,-1 13 2-15,1-13 3 0,-2 11-10 16,2-4 0-16,0-7 11 0,-1 13-10 0,0-7 3 0,0 1-4 16,1 3 1-16,0-10 2 0,-3 14-1 0,1-8 3 15,2 3-6-15,-2 0 7 0,2-9-5 0,0 16-1 16,-1-9 0-16,1 5 0 0,0-3-1 0,1 1 0 16,-1-2 9-16,2 3 3 0,-2 0-9 0,0 0 1 15,1-1-1-15,-1 1-2 0,4 0 4 0,-4 5-5 16,1-7-1-16,0 6 1 0,-1-5-5 0,1 3 5 15,1 0-3-15,-2-1 6 0,0 0-2 0,1 4-4 16,0-4-1-16,-1 1 8 0,2 3-9 0,-1-1 5 16,-1-2 5-16,0 1-7 0,-1 0-4 0,-1 1 2 15,1-2 0-15,0-1 4 0,1 5-3 0,-2-2 2 16,0 0 9-16,1 1-12 0,-2-4-2 0,2 5 3 16,0-5 5-16,-1-1-8 0,1 2-3 0,1-2 5 15,0 2-2-15,0-2 1 0,0 0 0 0,0 0-2 16,1-1-4-16,-1-3 6 0,0 2-1 0,0 0 4 15,2-2 3-15,-2-7-7 0,0 13 2 0,0-6-3 16,0-7-3-16,1 13 6 0,-1-8 2 0,0-5 0 16,0 14-2-16,0-8 4 0,0-6 6 0,0 11-7 15,1-6-2-15,-1-5 11 0,0 12-5 0,0-12-1 16,-2 9-7-16,2-9 3 0,1 11-1 0,-1-11 4 16,-3 12-3-16,3-6 2 0,0-6-2 0,-2 10-2 15,2-3-2-15,0-7 12 0,-4 11-7 0,3-3 4 16,1-8-4-16,-3 13 0 0,2-7-3 0,1-6 8 15,-3 12-7-15,2-6 0 0,0 1-2 0,1-7 2 16,-2 14 5-16,1-9-1 0,0 5-4 0,0-1 7 16,-1-1-4-16,1 0 1 0,1-1 0 0,-1 4-1 15,1-3 1-15,-3 0-1 0,3 1 1 0,0 3 0 16,0-12-6-16,0 15 7 0,0-6 2 0,0 1 0 16,-1-1-5-16,1 1 9 0,-1-2 3 0,-1 4-1 15,1-2 3-15,-1 0-4 0,-1 0-7 0,2 0 10 16,-2 2-6-16,2-2 7 0,0-2-7 0,1 1-4 15,-2 1-1-15,0-1 3 0,0 0-1 0,1 1-2 16,0-2-2-16,0-1 5 0,-1 0-3 0,1 0-3 0,1-7-3 16,-2 9 4-16,2-9 0 0,-2 10 0 15,2-10-1-15,-3 9 5 0,3-9-4 0,-2 8 2 16,2-8-1-16,-1 7 6 0,1-7-11 0,-4 5 3 16,4-5-1-16,0 0 1 0,0 0 5 0,-3 7 7 15,3-7-1-15,0 0 9 0,0 0-4 0,0 0 3 0,0 0 1 16,0 0 0-16,0 0-2 0,0 0-1 0,0 0 0 15,0 0 0-15,0 0 0 0,0 0-5 16,0 0 0-16,0 0 0 0,0 0-8 0,0 0-5 16,0 0-11-16,0 0-19 0,0 0-12 0,0 0-19 15,0 0-34-15,-11-14-17 0,11 14-19 0,-1-8-122 16,1 8-273-16,-4-9 121 0</inkml:trace>
  <inkml:trace contextRef="#ctx0" brushRef="#br0" timeOffset="162337.47">11482 6639 5 0,'0'0'14'0,"0"0"-8"0,0 0 2 15,0 0-5-15,0 0 6 0,0 0-1 0,0 0 0 16,0 0-4-16,-4 18 3 0,4-18-5 0,-2 8 2 16,2-8 1-16,-1 11 0 0,1-11-3 0,-4 10 0 15,4-10-1-15,-3 13 0 0,3-7 3 0,-1 2-4 16,1-8 2-16,-1 19 4 0,1-9-4 15,-2 0 2-15,-1 2-2 0,0 0-1 0,1 5-1 0,-1-1-3 16,1 0 7-16,-3 3 1 0,-1-3-3 0,3 2 4 16,-3 0-3-16,2-2-1 0,-1-3-2 0,1 5-3 15,2-1 4-15,-1-2 0 0,1-1 1 0,-3 0 0 16,5 2 0-16,-2 2-1 0,2-2-7 0,-1 0 9 16,0 1 3-16,0 0-1 0,1-1-4 0,-2 0 4 15,2 0-9-15,0 2 9 0,-2-1-7 0,0 2 1 16,1-2 1-16,-1-3 4 0,0 4-6 0,0-2 3 15,0-3-2-15,0 4 5 0,-1-2-10 0,1-2 10 16,-1 4-2-16,2-2-3 0,0-1 4 0,-1 5-2 16,0-3 0-16,1-1-2 0,-1 3 2 0,1-6-2 15,1 2 1-15,-1 4 1 0,0-1 0 0,2 0 1 16,0 1-5-16,-1 1 8 0,3-2-1 0,-2 1 2 16,1 0 2-16,0-3-1 0,-1 2-2 0,2 4 8 15,0-6-13-15,-1 6 5 0,1-4-1 0,-1 0 8 16,-1 1-4-16,2 1 1 0,-1-2-7 0,1 1-2 0,-1 0 7 15,0 0-5-15,-1-1 1 0,1 2 5 16,-2-3-2-16,2 3 1 0,-1 1 1 0,-1-2 1 16,0 2-4-16,0-1 1 0,-1-2 2 0,-1 2 3 15,0 1-4-15,1-1 0 0,-1-1-4 0,0 1 3 0,0 6-5 16,0-5-1-16,1-5 3 0,-1 7-4 0,1-4 7 16,0 1-3-16,-1 7 3 0,2-8-6 15,-3 8 5-15,1-2-2 0,-1-3-2 0,4 3 3 16,-2 2-4-16,1-2 5 0,-2 0-4 0,1 3 3 15,1-1-1-15,-1 0-1 0,1-1 2 0,-2 1-2 16,0 0 0-16,2-1 3 0,0 4-4 0,-3-1 2 0,5-2 0 16,-2 2-2-16,-2 1-4 0,4-5 6 0,-2 3-2 15,0 0-6-15,1-1 5 0,-1 1 3 16,0-1-7-16,2 0 4 0,-4 0 1 0,2 1 3 0,2 0-7 16,-4 1 4-16,4 1-10 0,-2 0 4 0,0-1 0 15,2 1 1-15,-1 1-7 0,2-1-2 16,-2 2-3-16,3-3-2 0,-1 3 1 0,-3-2 2 15,3 2-4-15,1 0 3 0,-3-2-4 0,2 2 6 16,-1-2 1-16,0 1 1 0,0-3 3 0,1 0 0 0,-1-1 2 16,3 1-2-16,-1-1 0 0,0 1 1 0,1 1 0 15,-4-3 1-15,2 1 8 0,1 3-5 0,-1-3 1 16,-1 0 5-16,-2 3-4 0,4-1 8 16,-3-1-3-16,0 3-2 0,-1-1 4 0,0 1-2 0,-1-1 2 15,1 2 4-15,0 0 0 0,0-1-5 16,0 1 5-16,-1-1-1 0,2 0 0 0,-1 3-3 0,0-3-3 15,0 0 1-15,-1-1 2 0,1-2 1 0,-3 1-2 16,3-3 1-16,0 1-3 0,-1 0 4 0,1-1-1 16,-2 0-1-16,4 1-2 0,-4-6 2 0,2 5 0 15,0 2 2-15,-2-3-12 0,1 1 7 0,0 1 0 16,-2-6 1-16,0 4 5 0,2 2-2 0,-3-3-3 16,3-3 0-16,0 5-1 0,-2-5-1 0,1 4-2 15,-5 1 3-15,5-6 1 0,-2 5-2 0,1-3-2 16,-1-2-1-16,-2 8 7 0,3-2 1 0,-4 0-2 15,3-6-2-15,1 5-1 0,0-3 8 0,-2 2-4 16,2-5-5-16,0 2 6 0,1 4-2 0,-1-5 0 16,3 0-3-16,-1 7 6 0,1-7 0 0,0 4-4 15,-1 1 1-15,2 4-3 0,-1-6-3 0,0 3 11 16,1-6-2-16,-1 2-2 0,1 6-3 0,-1 1 2 16,0-2-2-16,0-2-2 0,2 0 6 0,-1 2-6 15,-1-7 4-15,-1 6-7 0,-2 1 6 0,1-2-1 16,1 1-2-16,-2-1 0 0,0 2 3 0,1-1 4 15,-2 0-4-15,0-6-1 0,2 1-3 0,-4 5 9 16,3-2-8-16,-1 1-2 0,0-5 8 0,1 7-1 16,1-7-1-16,1 0-3 0,-1-3 3 15,1 3 0-15,1 1-3 0,-1 3-2 0,1 1 9 0,-3-5-6 16,1 8 4-16,-1-2-2 0,2 0 3 0,-2-6-2 16,1 0-3-16,-1 7 5 0,-1 0-6 0,-2-1 4 15,1 1-2-15,-2 1-5 0,1 1 4 0,0-1-2 16,-1 1 9-16,0-2-2 0,-1 2-9 0,0 0 4 15,-1 0-2-15,2-3-3 0,-2 4 5 16,-1-1 0-16,0 2 1 0,1-1-3 0,1-1-3 0,1-1 6 16,1 2-6-16,-1 1 0 0,3-1 1 0,1-1-1 15,-2 4 4-15,2-2 1 0,-2 0 2 0,2 1-3 16,2 0-5-16,-1 0 6 0,0 1-9 0,2 3 9 16,-2-5 1-16,2 3-3 0,0 1-2 0,-2-1 2 15,0 1 4-15,1-1 0 0,-2-1-4 0,-2 1-6 16,1-1 6-16,0 1 0 0,0-1 2 0,-2 1-1 15,1-3 1-15,-5 0 0 0,6 2-1 0,-4-1-1 16,0 0-3-16,-1 1 5 0,2-2-7 0,1-1 5 16,2-2 2-16,-3 3-4 0,1 0 1 0,1-2-5 15,0 3 5-15,0-4-8 0,2 0-9 0,-1 1-5 16,2-2-3-16,-5 1 0 0,3-3-19 0,1 1-50 16,0-6 23-16</inkml:trace>
  <inkml:trace contextRef="#ctx0" brushRef="#br0" timeOffset="163775.04">4435 12989 2 0,'27'-3'5'0,"1"0"-4"16,-8 1-1-16,1 0 7 0,1-2-1 0,0 1-3 15,-3 0 1-15,0 3-2 0,0-3 1 0,-1 1-3 0,0 1 3 16,-5 1 3-16,5 0-3 0,-6 1-3 15,1-1 2-15,0 2-6 0,0-2 7 0,1 2-4 16,-3-1-2-16,2-1 6 0,0 2 2 0,4-1-6 16,-5 0 2-16,3 1-1 0,-2-1 4 0,4-1-4 15,2 0 5-15,2 0-5 0,-2-1 2 0,3 1-2 16,-3 1 5-16,0-1-3 0,1-1-2 0,0 1 2 16,0 1 1-16,-1-1-3 0,0 0-2 0,3 1 4 15,-3 1-3-15,2-2-1 0,-1 2 7 0,0 0 0 16,2-2-5-16,0 4-2 0,6-2 1 0,-6 0 3 15,5 1-5-15,-7-1 6 0,8 0 1 0,2-2-2 16,-1 0-3-16,-1 0 1 0,0 0 3 0,2 2-1 16,-2-2-1-16,2 0-2 0,1 1 5 0,-3-1-2 15,4-1-2-15,-1-1 3 0,1 2 5 0,-2-3-2 16,1 1-6-16,1 0 0 0,0 1 0 0,0-3 3 16,0 4-5-16,0-1 8 0,-4 1-2 0,1 0-4 15,-1-3-6-15,-1 3 10 0,-5 0-2 0,0 0-1 16,-2-1-2-16,2 2-1 0,0-2 4 0,-1 1-10 15,1 1 5-15,0-2-8 0,0 2-7 0,-1-2-18 16,-1-1 9-16</inkml:trace>
  <inkml:trace contextRef="#ctx0" brushRef="#br0" timeOffset="164277.77">6378 12935 18 0,'17'2'23'0,"-17"-2"-7"0,14 3 3 16,-3-2-1-16,1 1-8 0,-2 0-2 0,3-1 0 15,-2 2-2-15,3-2 0 0,7 2 1 0,2-1 3 16,6 0-1-16,2 0-3 0,-3 1-3 0,1-1 0 16,4 2 2-16,-1-3 2 0,-1-1-6 0,4 3 3 15,-1-2 0-15,-1-1-1 0,5 3-3 0,0-2 4 16,14-1-3-16,-12 0 2 0,11 2 0 0,1-2 2 16,-13 0-10-16,0 0 11 0,12 0-3 0,-12 0 2 15,2 0 10-15,-4 0 2 0,15-4 2 16,-2 4-5-16,1-4 7 0,-13 4-6 0,13-2-8 15,-1 2 6-15,-10-1 4 0,12-1 0 0,1 0-9 16,-1 1 6-16,-2 1 1 0,-12 0-4 0,1-1-1 0,-1-2 1 16,2 1-6-16,12-2 5 0,-14 1-1 0,2 3-6 15,10-7 2-15,-9 5-9 0,-4-2 9 0,2 2-4 16,0-2 14-16,0 3-13 0,-4-2 2 16,-1 3 2-16,-2-3-1 0,-1 3 1 0,-2 0-5 15,-2 0 5-15,-5-1-11 0,0 1-1 0,-2-1-10 16,-2 1 2-16,0 0 6 0,-1 1-9 0,-5-1-8 0,0 1 2 15,-1-1 0-15,-2 3-8 0,-9-3-28 0,13 1-65 16,-13-1 29-16</inkml:trace>
  <inkml:trace contextRef="#ctx0" brushRef="#br0" timeOffset="164644.47">9238 12952 3 0,'37'-2'33'0,"3"-1"-5"0,-2 1 1 0,2-2-5 16,-2 2 2-16,3-1-6 0,-3 3 7 0,-1-3-14 16,1 0-1-16,-3 3-2 0,1-3 4 0,-4 0-3 15,1 1-1-15,-1 1-3 0,-1-1 2 0,-3 2-4 16,-7 0 4-16,1 0-3 0,0 0-3 0,-3 0 1 16,2 0-1-16,-3 0 6 0,-6 0-6 0,6 2 2 15,-5 0-3-15,-13-2-1 0,26 0-1 0,-16 1-4 16,-10-1-2-16,15 3-12 0,-15-3 4 0,12 3-4 15,-12-3-27-15,0 0-48 0,10 5 22 16</inkml:trace>
  <inkml:trace contextRef="#ctx0" brushRef="#br0" timeOffset="164963.61">10313 12957 49 0,'34'-2'43'0,"5"1"-9"0,-3 0 6 16,3-2-4-16,-2 3-7 0,3-3-2 15,-2 1-7-15,2 0 3 0,10 2-2 0,-16-2 0 0,6 0-14 16,-3 2 8-16,0-2 5 0,1 1-5 0,4 0 0 15,-4-1-3-15,0 2 2 0,-2-3 1 0,1 3-1 16,-4 0-5-16,0-2-3 0,-1 1 2 0,-5 1 0 16,1 1-1-16,-7-1 0 0,-1 0-6 0,1 2 3 15,-4-2-4-15,1 0-4 0,-5 1-11 0,-3 1 1 16,2 0-8-16,-12-2-11 0,14 4-39 0,-9 0-78 16,-5-4 34-16</inkml:trace>
  <inkml:trace contextRef="#ctx0" brushRef="#br0" timeOffset="165212.87">11395 13003 10 0,'0'0'28'0,"21"1"-7"0,-21-1 1 0,17 0-16 16,-17 0-8-16,15 0-13 0,-15 0-15 0,0 0 8 16</inkml:trace>
  <inkml:trace contextRef="#ctx0" brushRef="#br0" timeOffset="165433.94">11481 13011 7 0,'0'0'28'0,"16"0"-3"0,-16 0-4 0,0 0-4 16,0 0 1-16,17-3-6 0,-17 3 1 0,0 0-2 16,0 0-6-16,0 0-16 0,17 1-14 0,-17-1-26 15,0 0 12-15</inkml:trace>
  <inkml:trace contextRef="#ctx0" brushRef="#br0" timeOffset="-201097.91">13001 7805 191 0,'-3'-9'181'0,"1"3"-3"0,2 6-4 16,-6-12-6-16,4 5-6 0,-1 3-3 0,3 4-13 16,-9-16-13-16,4 11-8 0,1 1-5 0,4 4-12 15,-7-9-8-15,3 5-13 0,4 4-4 0,-8-2-13 16,8 2-6-16,-6-3-5 0,6 3-11 0,-11-2-3 15,11 2-5-15,-14 5-7 0,6 1-1 0,-3 2-4 16,-3 5-3-16,3 0-2 0,-3 0-4 0,0 4 0 16,2-1-4-16,2-1-3 0,1 3 1 0,0 0-2 0,3 0-2 15,-1-1-1-15,4-2 1 0,1 2-6 16,2-5 5-16,0 1 0 0,4-1-4 0,-3-1 1 16,4-1 4-16,1 1-5 0,1-2-2 0,1-3-3 15,4 3-16-15,-1-1-14 0,-2-1-17 0,7 0-24 16,-3-1-29-16,4-2-11 0,0-2-28 0,3 0-25 0,-5-4-11 15,6 2-138-15,-2-4-338 0,2 0 150 16</inkml:trace>
  <inkml:trace contextRef="#ctx0" brushRef="#br0" timeOffset="-200490.4">13193 7903 64 0,'3'-11'123'0,"2"-2"8"0,-3 5 4 0,0-5-2 16,1 5 8-16,-1 1 10 0,-2 7 0 0,0-11-8 15,2 4-9-15,-2 7-10 0,2-6-16 0,-2 6-12 16,0 0-13-16,0 0-9 0,2-7-4 0,-2 7-10 15,0 0-7-15,0 0-6 0,0 0-2 16,-2 31-4-16,2-19-3 0,0 0-5 0,0 1-6 16,2 0 1-16,0 0-3 0,5 2-2 0,-4-4-2 0,3 2-3 15,-3-4 2-15,3 0-4 0,1-1 1 0,-1 1-2 16,2-2 1-16,-2-1-4 0,1 1 3 0,2-3-2 16,-2 0-1-16,-1-1 1 0,1-3-1 15,-7 0-3-15,11-2 2 0,-3-1-1 0,0 0-2 0,-3-4-3 16,3 1 0-16,-2-2 2 0,2-1-2 0,-3-3 5 15,1 1-5-15,-2-1 1 0,-1 1 2 0,-1-2 1 16,3-2 0-16,-3-2-1 0,0 6 3 16,-2-2-4-16,0 1 1 0,0 2-3 0,0-1 5 0,0 11-4 15,0-11 4-15,0 11-6 0,0-8-1 0,0 8-5 16,0 0-1-16,0 0-1 0,0 0 0 0,0 0 3 16,0 0-2-16,1 30 5 0,1-12-1 0,-2-1-1 15,4 2 1-15,-2-3 0 0,0 3 1 0,3-2-3 16,-1-2 3-16,3 1-1 0,-2-5 2 0,1-2-2 15,1 2 4-15,3-2 1 0,-4-2-1 0,3-2 0 16,0 1 0-16,2-2 1 0,0-4-2 0,0 0 0 16,1-3 0-16,1-2 1 0,-1 0 1 0,1-4-3 0,0-1 0 15,-3 0-2-15,1-3 1 0,-5 3 3 16,2-5-1-16,-4-1 0 0,0 2 0 0,-2-2-7 16,0 0 8-16,-1-4 1 0,-1 1-1 0,0-8 1 15,-3 2 0-15,1 6-1 0,-2 0-1 0,2 2 2 0,0 5 10 16,-2 1 4-16,4 3 5 0,-2 1 6 15,2 7-9-15,-2-9-4 0,2 9-4 0,-2-8-3 16,2 8-1-16,0 0-4 0,0 0 3 0,2 24 3 16,2-9 4-16,-4 5 0 0,4-1-1 0,-2 7-2 0,-2-8-3 15,0 3 3-15,2-2-2 0,2 1 1 0,0-1-1 16,-1 7-5-16,1-7 1 0,-2-1 0 16,2-1-1-16,-3 0-4 0,1-1-4 0,1-7-27 15,-1 4-26-15,0 0-34 0,1-4-37 0,-3 2-38 0,0-5-39 16,0 1-205-16,0-7-442 0,-5 13 195 15</inkml:trace>
  <inkml:trace contextRef="#ctx0" brushRef="#br0" timeOffset="-199822.13">13524 7955 39 0,'6'-4'120'0,"6"2"-3"0,1 0-13 0,4 0-10 0,0-4-8 15,1 4-18-15,2 0 10 0,3-1-10 0,-3 0-15 16,0 1-1-16,-2 0-8 0,1-2-4 0,0 2 2 16,-9 2-7-16,1-1-2 0,-3 0-1 0,0-2-2 15,-8 3 20-15,11-1 14 0,-11 1 9 0,8-1 4 16,-8 1 1-16,0 0 0 0,0 0-8 0,0 0-4 16,0 0-3-16,0 0-1 0,0 0-2 0,0 13-1 15,0-13-4-15,-9 13-1 0,5-3-7 0,4 0 6 16,-4-1-1-16,4 2-2 0,0-2-9 0,0 0 0 15,4 1-2-15,-4-1-10 0,5-1 2 0,-3 0-1 16,4-1-3-16,-1-1 0 0,2 1-7 0,0-1 4 16,-1-2-5-16,5 0 1 0,-1-2-1 0,-4-2-4 15,7 0-2-15,-1 0-8 0,-5-2-5 0,3 0 2 16,0-3-8-16,-3 1-2 0,-1-4-8 0,1 3-2 16,-3-5-2-16,-2 1 1 0,-2-3-3 0,0 2 3 15,0-4 3-15,-2 2-1 0,-2-4 4 0,-1 1-2 16,-5 0 0-16,5 5 6 0,-2 0 6 0,0 1 9 0,1 2 1 15,1 1-5-15,1 0 0 0,4 6-1 16,-6-9 1-16,6 9-2 0,-4-4 0 0,4 4-3 16,0 0 0-16,0 0 9 0,0 0-6 0,0 0 3 15,0 0 2-15,0 0 1 0,19 11 0 0,-10-9-1 0,4 0-2 16,0-4 3-16,1 1-2 0,2 0 0 16,2-1 2-16,0-1-1 0,-2-3-2 0,-5 2 5 15,2-3-7-15,-4 2 2 0,2-1 1 0,-4-3 6 16,-3-2-1-16,4 2-1 0,-4-2-3 0,0-1 3 0,-2-3 0 15,0 1-2-15,-1 1 2 0,-1-1 1 0,0 1 4 16,2 1 6-16,-4 5 3 0,2-2 5 0,0 9-4 16,0-12-3-16,0 12-7 0,0 0 2 15,0 0-4-15,0 0 1 0,0 0-1 0,-3 27 11 0,3-3 4 16,-2 1-6-16,0 5 4 0,0 2-3 0,-2 0 1 16,4 0 3-16,-1 0-7 0,0-2 5 0,-2 0-2 15,3 1-3-15,-3-2-4 0,3-3 3 16,0-1-4-16,3-5-1 0,-6-3-1 0,6 2 1 15,-3-1-4-15,0 0-5 0,0-6-14 0,0 0-21 0,3 0-33 16,-6-3-37-16,0 0-35 0,1-2-48 0,2-7-29 16,-2 14-181-16,-2-9-427 0,4-5 190 0</inkml:trace>
  <inkml:trace contextRef="#ctx0" brushRef="#br0" timeOffset="-199477.86">14061 8061 108 0,'13'-7'122'0,"0"-2"1"0,6 1-20 0,-1-2-15 16,-3 2-8-16,4-2-11 0,0 1-5 0,2 0 0 15,3-1-12-15,-8 2-7 0,2 0-9 0,0-2-6 16,-2 0-7-16,0 1 3 0,-3 0 0 0,0-3-10 16,-5 3 15-16,-2 0-7 0,0-1 17 0,-1 0-5 15,-3-2 3-15,1 1 15 0,-2 2 14 0,0-1 12 16,0 0 3-16,-1 10 8 0,0-11 4 0,0 11-2 15,1-11 3-15,-1 11-12 0,-2-6-1 0,2 6-8 16,0 0-13-16,0 0-4 0,0 0-5 0,0 0-3 16,0 0 14-16,-5 27 4 0,5-9-4 0,-4 1 0 15,-2 7-1-15,3 2-2 0,-1-1-5 0,4 1-4 16,-2-5 0-16,-3 2-8 0,5-1 1 0,-3-5-11 16,3 0 2-16,-4 0-2 0,4-2-7 0,-2 2-3 15,2-5-6-15,0 1-16 0,-2-1-31 0,2-2-26 16,-2-1-41-16,1 0-46 0,1-11-52 0,-2 14-37 15,2-14-175-15,-6 12-439 0,1-8 195 0</inkml:trace>
  <inkml:trace contextRef="#ctx0" brushRef="#br0" timeOffset="-199312.38">14272 8010 60 0,'0'0'174'0,"2"-6"-20"0,-2 6-16 15,9-5-17-15,-5-1-13 0,3 5-14 16,2-2-14-16,3 0-13 0,5-2-15 0,6 2-19 16,6-2-28-16,3-1-36 0,3-1-33 0,-3 2-102 0,-1 0-178 15,-1 0 79-15</inkml:trace>
  <inkml:trace contextRef="#ctx0" brushRef="#br0" timeOffset="-198030.14">12792 8651 61 0,'-3'-12'206'0,"-1"2"5"0,0 0-20 0,1-1-13 15,-1 2-3-15,4-3 7 0,-4 6-3 0,4-2-8 16,0 8-14-16,-3-9-16 0,3 9-13 0,-3-8-15 16,3 8-15-16,0 0-8 0,0 0-13 0,0 0-6 15,0 0-6-15,0 0-5 0,19 25-4 0,-11-10-3 16,0 0-6-16,-1 2-6 0,5 1-2 0,-5 0-5 15,3 0-1-15,0-1-7 0,1 0-4 16,-3-1 1-16,1-2-1 0,-3 0-3 0,3 0-4 0,-2-6-1 16,-4 3-2-16,3-3 2 0,-1 1-4 0,-1-5 3 15,-2 1-5-15,-2-5 0 0,8 6 3 0,-8-6 4 16,0 0 4-16,8 1-2 0,-8-1-3 0,0 0 5 16,13-12 1-16,-9 1-4 0,6-4 2 0,-3-2-5 15,-1-8 0-15,3-2 3 0,3 0-2 0,-6-2-2 16,3 1 2-16,1-3-2 0,-4-2-4 0,1 3 2 15,2-1-4-15,2 0 2 0,-4 6-2 0,1 0-1 16,-1 6 7-16,-2 5-7 0,0 3-1 0,-3 3-5 16,0 0-9-16,-2 2-21 0,0 6-14 0,4-5-11 15,-4 5-18-15,0 0-16 0,0 0-23 0,15 20-37 16,-11-10-24-16,0 8-25 0,0 7-20 0,-1 1-149 0,-1-1-399 16,-2 0 176-16</inkml:trace>
  <inkml:trace contextRef="#ctx0" brushRef="#br0" timeOffset="-197709.61">13199 8703 99 0,'0'0'190'0,"-3"8"-12"0,3-8-10 0,0 0-21 16,0 0-9-16,-5 11-3 0,3-5 2 0,2-6-10 16,-4 11-15-16,2 0-4 0,2-2-7 0,-1-1-8 0,1-8-10 15,1 15-5-15,1-7-6 0,2 1-6 0,-2-2-2 16,2-1-4-16,2 0-5 0,-2-2 1 0,1 2-5 15,5-3-2-15,2 1-3 0,-3-2-4 16,0-2-4-16,3-2 0 0,-2-2-6 0,1-1-1 16,-1-1 2-16,-1 0-5 0,-1-1 0 0,-1-1 5 0,1-1-4 15,-4 0 0-15,2-1-2 0,-3-3-4 0,-1 1 2 16,-2 1 2-16,0-2-1 0,-2 0-2 0,-1 3-5 16,1-2 1-16,-4 4-5 0,1 0 2 0,-2 0-5 15,2 3 0-15,1 1-4 0,4 4 4 16,-11-7-10-16,4 6-10 0,7 1-20 0,0 0-17 0,-15 6-17 15,10 0-21-15,1-1-37 0,-4 3-33 0,6-1-33 16,-2 1-26-16,4 3-146 0,-3-5-387 0,3-6 170 16</inkml:trace>
  <inkml:trace contextRef="#ctx0" brushRef="#br0" timeOffset="-197547.79">13595 8649 117 0,'10'-6'161'0,"1"4"-14"0,-2-4-8 16,3 2-18-16,-4 0-12 0,3 2-10 0,-1-1-7 16,0 3-14-16,1 0-21 0,-1 0-28 0,-10 0-35 15,13 3-32-15,-6 3-37 0,-2-2-97 0,-3 3-186 16,1 1 83-16</inkml:trace>
  <inkml:trace contextRef="#ctx0" brushRef="#br0" timeOffset="-197409.91">13676 8795 38 0,'-2'8'170'0,"2"-8"-14"0,0 0 0 16,0 0-6-16,3 10-13 0,-3-10 1 0,6 6-14 16,-6-6-11-16,10 1-9 0,-1-1-7 0,3 2-12 0,1-2-14 15,0-2-30-15,5 0-32 0,-1-1-38 0,4 0-45 16,1-2-41-16,-2 1-114 0,0-4-248 16,-1 3 111-16</inkml:trace>
  <inkml:trace contextRef="#ctx0" brushRef="#br0" timeOffset="-197041.16">14079 8499 153 0,'2'-6'212'15,"-2"6"-18"-15,2-7-11 0,-2 7-19 0,0-11-14 16,0 11-13-16,0 0 15 0,0 0 6 16,0 0-9-16,16 17-12 0,-10-6 0 0,1 4-3 15,0 0-12-15,0 3-10 0,-2 2-13 0,-1-4-5 0,7 8-8 16,-3 0-4-16,-4-7-10 0,2 0-10 0,0 0 0 15,-1-2-8-15,0-3-6 0,0-1-8 0,-1 1 1 16,3-2-4-16,-3-2-5 0,2 2-8 0,-4-3 5 16,1-1-1-16,2-1-2 0,0 0-3 0,-5-5-3 15,6 6-2-15,-6-6-2 0,5 4 1 0,-5-4 1 16,0 0-1-16,10-2 0 0,-10 2-3 0,8-13 0 16,-4 2 0-16,3-3-3 0,-1-4-2 0,0 2 3 15,2-3-7-15,-1-6 3 0,-1 0-3 0,0-2-1 16,2 3-2-16,-3 5 1 0,4-10-1 0,-1 6 1 15,0 6 6-15,0-1-6 0,-2 7 0 0,-1 0-4 16,1 4-1-16,-3 0 0 0,0 0-13 0,-3 7-15 16,5-5-15-16,-5 5-13 0,0 0-28 0,0 0-30 15,0 0-33-15,16 15-27 0,-13-6-20 0,4-1-29 16,-5 4-171-16,1-1-429 0,1 0 189 0</inkml:trace>
  <inkml:trace contextRef="#ctx0" brushRef="#br0" timeOffset="-196784.91">14689 8618 113 0,'3'-5'222'0,"-3"5"2"0,0 0-7 0,0 0-5 16,0 0-17-16,0 0-12 0,-11-10-14 0,11 10-4 16,0 0-10-16,-18 3-6 0,11 1-11 0,-1 0-7 15,-2 2-9-15,-1-3-4 0,2 6-13 0,-1 0-13 0,0 2-6 16,1 0-5-16,-1 3-10 0,1-1-3 0,3 2-5 15,1-4-4-15,-1 5-9 0,3-5 3 16,3 1-14-16,0 0 0 0,3-1-5 0,1 1-8 16,1-3-4-16,1-1-21 0,1 0-19 0,5 1-27 0,0-4-31 15,5 1-38-15,1 0-34 0,0-4-26 0,3 0-41 16,7-5-9-16,-6 2-174 0,-1-1-432 0,8-5 192 16</inkml:trace>
  <inkml:trace contextRef="#ctx0" brushRef="#br0" timeOffset="-196564.59">15081 8609 87 0,'0'0'203'0,"-5"-10"0"0,0 6-6 0,5 4-1 0,-8-5-9 15,8 5-3-15,-14 3-5 0,4 4-2 0,-3 1-7 16,-4 2-9-16,-2 7-5 0,4-2-3 0,-2 6 4 16,-2-5-20-16,6 1-14 0,1-2-8 0,3 1-12 15,2 1-17-15,2-6-6 0,-1 0-4 0,6 3-6 16,0-3-5-16,5-3 3 0,1 0-20 0,3-1-8 15,1 0-10-15,4-3-8 0,3-1-13 0,5 0-20 16,-2-3-27-16,-2-2-21 0,1 2-28 0,-6 0-55 16,1 0-59-16,-4-1-34 0,-3 1-217 0,-7 0-489 15,0 0 217-15</inkml:trace>
  <inkml:trace contextRef="#ctx0" brushRef="#br0" timeOffset="-184844.07">11830 9542 59 0,'0'0'167'0,"0"0"-13"15,0 0-5-15,0 0 0 0,0 0-6 0,0 0-5 16,0 0-2-16,0 0-8 0,0 0-16 0,0 0-9 16,0 0-8-16,16-20-10 0,-9 11-9 0,6-1-8 15,-1-2-6-15,3 2-2 0,-3-3-10 0,3 1-5 16,-4 2 0-16,-1 0-6 0,-1 0-4 0,1 1 1 16,-2-1-6-16,-3-1-4 0,0 3-4 0,0-2 3 15,-1 3-1-15,-1-1-5 0,-2-1 0 0,5-2-3 16,-6 4 0-16,0 7-1 0,-3-14 1 0,6 9 2 15,-3 5 0-15,0-10 2 0,0 10 0 0,0 0 0 0,2-10-1 16,-2 10-5-16,0 0-2 0,0 0-1 0,0 0-6 16,-2-9-1-16,2 9-2 0,0 0 1 15,0 0 4-15,0 0-4 0,0 0 2 0,-12 28-3 16,8-18 3-16,1 2-2 0,-1 2-1 0,2-2-4 16,0 0 4-16,2 0-1 0,-2 1 2 0,2-1-3 0,2 1 1 15,0-3 1-15,2 2-3 0,1-2-4 16,0 0-12-16,1 0-19 0,3-2-24 0,2-1-16 15,0 1-39-15,4-3-25 0,2-1-40 0,-1-1-142 0,-1-2-350 16,2-2 155-16</inkml:trace>
  <inkml:trace contextRef="#ctx0" brushRef="#br0" timeOffset="-184680">12033 9058 77 0,'0'0'106'0,"-5"-4"-23"16,5 4-27-16,0 0-22 0,0 0-24 0,0 0-25 15,0 0-44-15,0 0-63 0,0 0 28 0</inkml:trace>
  <inkml:trace contextRef="#ctx0" brushRef="#br0" timeOffset="-184417.31">12277 9077 29 0,'-5'-10'193'15,"5"10"-18"-15,0 0-13 0,0 0-9 0,0 0-22 16,0 0-12-16,0 0-4 0,0 0-10 0,0 0 4 16,-13 17 3-16,9 2-5 0,-2 6-4 0,-2 3-7 15,-1 0-1-15,1 3-7 0,-1 3-4 0,1 0-11 16,0 0-3-16,3 0-4 0,-1-3-10 0,1 0-5 15,0-2-7-15,3-2-4 0,2 1-1 0,-2-3-4 16,4-6-4-16,0-1-5 0,1 0-2 0,1-2-4 16,1 1-11-16,-1-5-13 0,0-1-25 0,1-1-32 0,-1 1-32 15,4 0-22-15,-2-4-29 0,3 0-36 16,-4 1-143-16,1-5-349 0,0-3 154 0</inkml:trace>
  <inkml:trace contextRef="#ctx0" brushRef="#br0" timeOffset="-184251.19">12146 9439 39 0,'0'0'163'0,"-3"-8"-21"0,3 8-14 0,0 0-9 0,7-12-7 16,-3 8-18-16,7 1-5 0,7-4-11 16,-2 2-11-16,13-2-17 0,-8 2-23 0,10 1-35 15,-2-2-16-15,1 2-38 0,-1 1-18 0,0 1-76 0,-3-2-169 16,3 0 75-16</inkml:trace>
  <inkml:trace contextRef="#ctx0" brushRef="#br0" timeOffset="-183901.29">12626 9187 39 0,'0'0'172'0,"-3"-9"-4"15,3 9-13-15,-2-10-15 0,2 10-18 0,0 0-5 16,0 0-15-16,0 0-3 0,0 0 8 0,11 21 4 15,-7-6-11-15,4 4-8 0,-2 4 0 0,3 2-9 16,-5 1-6-16,3 3-4 0,-1-4-12 0,-2 0-5 16,2-1-1-16,-3-7-7 0,3 1-4 0,-2-3-8 15,-2-2 2-15,6 1-5 0,-4-4-4 0,1 2-1 16,1-3 1-16,-4-2-4 0,3 0-5 0,0 2-1 16,-3-4 2-16,-2-5-1 0,3 6 1 0,-3-6 9 15,4 7 22-15,-4-7-2 0,0 0 1 0,0 0-7 16,0 0-3-16,10-10-3 0,-5-1-5 0,2 1-3 15,2-8 1-15,-2 1-6 0,1-2 1 0,2-6-5 16,3 0-1-16,-2-1-5 0,1-1 2 0,1-1-4 16,-1 1 0-16,-1-1-8 0,0 5 5 0,2 1-12 0,-6 7-12 15,-1 3-16-15,-1 3-24 0,0 2-42 16,0 1-53-16,-3 3-25 0,-2 3-10 0,0 0-21 16,0 0-144-16,0 0-376 0,4 22 166 0</inkml:trace>
  <inkml:trace contextRef="#ctx0" brushRef="#br0" timeOffset="-183595.16">12896 9601 21 0,'0'0'210'0,"0"0"-11"16,0 0-6-16,0 0-4 0,0 0-12 0,17-11-9 16,-10 3-14-16,-2-1-13 0,1-1-5 15,1-1-11-15,-1 1-11 0,2-1-7 0,-2-3-8 16,3-2-6-16,0 2-13 0,0-1-6 0,-4-1-6 0,3 2 2 15,-5 1-10-15,1 3 5 0,-2 3 0 0,2 2 1 16,-4-3-1-16,0 8 0 0,0-9-6 0,0 9-4 16,3-8-9-16,-3 8-6 0,0 0-4 15,0 0 0-15,0 0-10 0,0 0 0 0,-18 15-2 0,12-3 0 16,-1 2-6-16,0-4 0 0,2 3 1 0,-1 2-1 16,3-3-7-16,-1 0 3 0,4 2-3 0,-2-3-2 15,4 1-1-15,-2-1 0 0,2 1-11 0,3-2-6 16,-3-1-29-16,5 0-22 0,-1-1-32 0,4-1-43 15,-2-1-50-15,3-1-33 0,1-1-211 0,-1-3-464 16,1 0 206-16</inkml:trace>
  <inkml:trace contextRef="#ctx0" brushRef="#br0" timeOffset="-183438.22">13021 9274 14 0,'0'0'161'16,"0"0"-22"-16,0 0-23 0,0 0-30 0,0 0-44 16,0 0-47-16,0 0-45 0,0 0-35 0,18 8-90 15,-9 0 40-15</inkml:trace>
  <inkml:trace contextRef="#ctx0" brushRef="#br0" timeOffset="-182947.33">13360 9558 110 0,'0'0'225'16,"7"-9"-13"-16,-5 2-8 0,-2 7 0 0,6-14-13 15,-1 5-19-15,0-1-15 0,-1 0-14 0,1-2-10 16,-1 2-18-16,3-6-8 0,-1 4-14 0,0 2-2 16,0-6-11-16,1 2-7 0,-3-2-9 0,0 0-7 15,-2 6-10-15,2 0 3 0,0 2-9 0,-2 1-5 16,-2 0-3-16,0 7-5 0,2-9-3 0,-2 9-5 15,0 0-1-15,0 0-2 0,0 0-5 0,0 0-1 0,0 0 3 16,0 0 0-16,-12 34-5 0,10-17 4 0,-4 1-4 16,1 1 0-16,5-1-1 0,0 0 1 0,-2-1-1 15,4 0 1-15,3-1-7 0,-3-3 10 16,4-4-4-16,0 0-4 0,2-1 3 0,1-1 2 0,9-1-3 16,-7-3 0-16,8-2-1 0,-2-2 3 0,2-3-5 15,-2-2 1-15,1 2 0 0,-1-5-1 0,2 0 0 16,-10 4 2-16,5-4-3 0,-5 0 1 0,-1-1-2 15,2-3 5-15,-4 1-4 0,-1 1 0 0,-3-6 0 16,0 6 1-16,0-6-2 0,0 4 2 0,-2 1-1 16,0 0 2-16,0 1 0 0,0 2 7 0,0 2 0 15,0 7 3-15,-2-10 0 0,2 10-1 0,0 0-5 16,0 0-2-16,0 0 2 0,0 0 6 0,0 0 2 16,-4 25-3-16,2-8-1 0,0-1 2 0,2 4 2 15,-3-2-7-15,-1 1 0 0,4 0-4 0,0-1 2 16,0 1 3-16,-2-3-7 0,4 1 6 0,-2-1-4 15,4-4 1-15,-4-1-10 0,1 1-16 0,0-1-28 16,-1-1-42-16,1 0-58 0,1-2-60 0,-2-8-54 16,-2 12-147-16,0-7-441 0,2-5 195 0</inkml:trace>
  <inkml:trace contextRef="#ctx0" brushRef="#br0" timeOffset="-182775.14">13430 9146 46 0,'-3'-5'217'15,"3"5"-24"-15,-2-9-27 0,2 9-28 0,0 0-25 0,0 0-43 16,0 0-45-16,0 0-42 0,15 14-54 0,-9-10-76 16,5 4-159-16,-1-1 70 0</inkml:trace>
  <inkml:trace contextRef="#ctx0" brushRef="#br0" timeOffset="-182325.42">14216 9761 180 0,'0'0'223'15,"-5"-13"-21"-15,10 4-15 0,-3-2-10 0,5-5-15 16,2 0-11-16,-1 1-9 0,6-8-15 0,-3 6-7 16,3-5-10-16,4-1-8 0,-2 1-11 0,-3-1-4 15,1 0-16-15,-3 1 1 0,-1-2-8 0,0 0-10 16,-6 1-4-16,-1 3-3 0,-1 1-10 0,0-6-2 15,-4 8 0-15,2-9 0 0,0 8-3 0,-2 1-1 16,-1 1 1-16,0 3 3 0,-2 1-4 0,-1 2 2 16,0 3 3-16,4-1-2 0,-1 3-6 0,3 5-4 0,-2-8-3 15,2 8-5-15,0 0-4 0,0 0 3 16,0 0-5-16,0 0 3 0,-8 27-4 0,8-10-1 16,0 2 2-16,0 7 0 0,4 2-1 0,-1-4 2 0,1 4-4 15,-2-1-3-15,5-1 2 0,0-1 1 16,-2-5-3-16,1-1-4 0,1-2-11 0,1 1-15 0,2-3-27 15,1-1-15-15,1-1-28 0,1-2-21 16,-2 0-32-16,0-3-21 0,0-2-16 0,7 0-16 0,-2-2-127 16,-4-1-356-16,2-5 158 0</inkml:trace>
  <inkml:trace contextRef="#ctx0" brushRef="#br0" timeOffset="-181152.05">14717 9447 36 0,'0'-10'166'16,"-3"-1"-2"-16,-1 3 2 0,2 2-4 0,-5 1-6 15,7 5-8-15,-9-7-16 0,4 4-7 0,5 3-9 16,-14 6-4-16,4 3 0 0,-3 2-4 0,1 3-9 16,-1 2-10-16,-3 4-7 0,6-2-7 0,0 0-6 15,0-1-8-15,4-1-5 0,1 0-6 0,3-3-6 16,0 2-1-16,4-4-6 0,-2 1-1 0,4-3-3 16,-1-1-2-16,1-1-5 0,3-1-7 0,-4-3-2 15,4 2-5-15,-1-2-6 0,-6-3 6 0,16 0-1 16,-16 0-1-16,9-4-3 0,-3 1 2 0,-1-1-1 15,-1-2-2-15,2-4 1 0,-3 2-2 0,-1-3 3 16,1 0-4-16,-3-2 0 0,4-3 1 0,-2 4-2 16,1 1 2-16,1-4-1 0,-4 3 3 0,2 4 7 15,0-2 4-15,-2 4 4 0,0 6 1 0,0-9-6 16,0 9-2-16,0 0 1 0,0 0-2 0,0 0 4 16,0 0-1-16,0 0 1 0,0 0-2 0,0 0 2 15,6 26 0-15,-5-16 1 0,0 1-4 0,1 0 1 16,0 0-1-16,1 0-1 0,0-3 1 0,2 3 1 15,0-1-3-15,1-3-3 0,3-1-1 0,-2 1 3 16,0-2 0-16,3-2-3 0,-2 1-1 0,1-3 1 0,-2-1 0 16,-7 0 0-16,15 0-3 0,-15 0-1 0,11-4 5 15,-4 2-4-15,-1-2 0 0,0-4-3 16,-2 3 2-16,1-5-3 0,-1-2 0 0,-2 3-8 16,0-2 5-16,2-1-2 0,2-3-2 0,-4 1-2 0,3-3 2 15,-1 6 0-15,-2 0 1 0,3 0-1 16,-1 2 0-16,-1 2 1 0,3 2-1 0,-1 0-1 15,-1 1 7-15,-4 4-10 0,13-5 8 0,-6 5-3 16,-7 0 0-16,0 0-1 0,16 7 4 0,-12-3-2 0,6 3-1 16,-8 3 4-16,3-1 2 0,-1 4 0 0,-2-2 2 15,0 0-2-15,3 5 6 0,-5-4-6 16,2-2 3-16,-1 2-2 0,0-3 5 0,1 1-5 16,1-2 4-16,2 1-3 0,-2-3 1 0,2-1-2 15,1 1 1-15,1-3 1 0,4 1-2 0,-1-3 1 0,2 0 1 16,2-3 0-16,-1-1 1 0,1-1-6 0,-1 1 3 15,2-5 2-15,2 0-5 0,-7 0 3 16,0 1 3-16,2-5-6 0,0 0 1 0,-4 2 0 0,-2-1 1 16,-1 0 1-16,-1-2-2 0,1-2-1 0,-5 3 3 15,-1 0-2-15,-1 2-1 0,-2 1-4 0,0 0 7 16,-1 4 0-16,-3 2 0 0,3 0-4 0,-5 1 5 16,10 2 1-16,-18 4-2 0,5 0 0 0,-1 3 3 15,0 4-6-15,0 0 2 0,5 2-1 0,-1 0-2 16,2-1 4-16,2 2-2 0,2-4-2 0,1 3 1 15,1-2 2-15,2 1-3 0,4 0-5 0,-3-5-6 16,3 3-5-16,-2-2-1 0,5-3 0 0,-3 1 1 16,0 0-6-16,2-2 2 0,0-3 2 0,-2 3 0 15,-4-4 3-15,11 2 4 0,-11-2-1 0,12 2 3 16,-12-2-1-16,0 0 3 0,10-4 0 0,-10 4 5 16,0 0-4-16,8-1 0 0,-8 1-3 0,0 0 4 15,6 3-1-15,-6-3 9 0,3 9-5 0,-1-3 7 16,1 4-6-16,-3 1 9 0,2 5 4 0,0 2 3 15,-1 7-2-15,4-1-3 0,-4-5 2 0,2 6 1 16,1 1 0-16,-1-2 0 0,1 0 1 0,0 2-3 16,-1-6 3-16,-2 6-1 0,-2-1-3 0,1 0 1 0,-3-5 2 15,1-3-4-15,-6 0 1 0,4-5-1 16,-3 4-1-16,-2 1 1 0,-3-5-3 0,2 1 0 16,1-1 0-16,-1-4-3 0,2-3 0 0,1 0 2 0,1-2-6 15,-2-1-2-15,2 0-1 0,6-2-2 0,-13-4-7 16,13 4-3-16,-7-9-3 0,2 0 1 15,5-4 2-15,0-4-1 0,2-2-4 0,6-8 0 16,2-4 0-16,4 4-1 0,3-3-5 0,2-2 2 0,8-7-2 16,3 1 6-16,-10 8-4 0,10-6 6 15,-5 8 0-15,-1-1 2 0,6-7 1 0,-9 7 2 0,2 3 1 16,-3-4 1-16,0 3 4 0,-3-1 1 16,0 1 2-16,-4 5 0 0,-5-1 0 0,3 5 11 0,-6 3 3 15,-2 1 13-15,-3 3 7 0,0 1 0 0,-2 0 4 16,-1 0 6-16,1 4 1 0,2 6-5 0,-9-7-4 15,3 4 1-15,6 3-2 0,-15 4-4 16,3 2-2-16,-3 3 1 0,2 5-2 0,-1-1-4 0,1 3-2 16,3-1-4-16,0 2 0 0,5-1 0 0,1 3 1 15,0-3-12-15,4 2-22 0,5-3-19 0,1 0-22 16,0-4-41-16,5 3-46 0,1-3-40 0,4-1-35 16,1-2-183-16,1-1-438 0,3-3 193 0</inkml:trace>
  <inkml:trace contextRef="#ctx0" brushRef="#br0" timeOffset="-181006.36">15711 9601 126 0,'0'0'180'0,"0"0"-19"16,0 0-29-16,0 0-30 0,0 0-46 0,0 0-39 15,6-4-60-15,-6 4-80 0,0 0-131 0,0 0 58 16</inkml:trace>
  <inkml:trace contextRef="#ctx0" brushRef="#br0" timeOffset="-178515.57">16091 9545 66 0,'-13'-3'117'0,"4"0"-13"15,0 0 6-15,1 0 6 0,-1 3-13 0,-1-2 1 16,0-2-6-16,2 3-4 0,-1-2-11 0,9 3-6 16,-15-1 3-16,8-1-6 0,7 2-3 0,-11-3 0 15,11 3-5-15,-8-2-3 0,8 2-12 0,0 0-2 0,0 0-2 16,-10-2-5-16,10 2-8 0,0 0 4 16,0 0-9-16,0 0-4 0,0 0-4 0,0 0-2 15,0 0-2-15,0 0 2 0,0 0-5 0,0 0-1 16,0 0 1-16,39-2-2 0,-20 4-2 0,-7-4 1 0,9 1-2 15,7-1-2-15,1 0 3 0,1-1 1 16,-1 1-6-16,2-2 3 0,-1 1 3 0,0 2-4 0,-2 1-5 16,0-1 9-16,-9 0-5 0,0 0-3 15,-1-2-6-15,-4 5 2 0,1-4 1 0,-3 1 2 0,0 0 1 16,-5 2 1-16,-7-1-3 0,14-1-4 0,-14 1 5 16,11-2 2-16,-11 2 3 0,7 0 5 0,-7 0 8 15,0 0 3-15,0 0 0 0,9 1 4 0,-9-1-4 16,0 0-5-16,0 0 3 0,0 0-4 0,0 0-1 15,0 0-3-15,0 0-1 0,-4 12-2 0,4-12 1 16,-11 13 2-16,3-4-2 0,-2 0 2 0,-1 3-6 16,-1 0 5-16,3-2-4 0,-2 3-2 0,-1-1 0 15,2 1 0-15,4-3-1 0,-3 3-1 0,3-3-20 16,1-1-25-16,-1 0-27 0,2 0-8 0,2 1-32 16,0-3-26-16,2-7-12 0,0 12-18 0,2-6-112 15,-2-6-298-15,0 0 132 0</inkml:trace>
  <inkml:trace contextRef="#ctx0" brushRef="#br0" timeOffset="-178328.29">16391 9461 87 0,'-9'-15'190'0,"0"-2"-10"0,-2 1-21 16,0 2 10-16,2 1 0 0,-1 3-8 0,4 2-16 15,-2-1-17-15,2 2-7 0,-1 1-18 0,2 0-9 0,1 1-11 16,4 5-12-16,-6-7-24 0,6 7-30 15,-5-5-28-15,5 5-22 0,0 0-17 0,0 0-19 16,0 0-25-16,0 0-27 0,20 16-29 0,-10-10-83 16,6 1-253-16,2-1 113 0</inkml:trace>
  <inkml:trace contextRef="#ctx0" brushRef="#br0" timeOffset="-177999.22">16809 9329 37 0,'1'-11'207'0,"-1"11"-9"0,-1-9-10 16,1 9-18-16,-5-9-10 0,5 9-14 0,-7-6-8 16,7 6-15-16,-9-4-12 0,9 4-9 0,-10 0-15 15,10 0-6-15,-15 6-2 0,6-1-10 0,0 3-9 16,0-1-6-16,1 3-2 0,3-1-7 0,0 1-4 16,2 2-5-16,1-2-2 0,4 1 0 0,1 1-6 15,0-1 0-15,3 5-5 0,3-2-1 0,1 2-9 16,2-5 7-16,0 3-4 0,0-1 1 0,1-2-2 15,-3-1-4-15,-2-1 2 0,2 3-4 0,-1-3 2 16,-4-1-5-16,1 0 3 0,-1-2-4 0,-1 0 0 16,-1-1-1-16,-3-5 0 0,5 9-4 0,-5-9 6 15,-1 8 0-15,1-8-2 0,-8 8-3 0,3-3 1 16,-5-1 1-16,0 2 1 0,-1-2-2 0,2 0-7 16,-2 0-15-16,4-2-12 0,-3 1-30 0,2-3-44 15,8 0-21-15,-12 3-34 0,12-3-31 0,-7 3-114 16,7-3-331-16,0 0 146 0</inkml:trace>
  <inkml:trace contextRef="#ctx0" brushRef="#br0" timeOffset="-177611.18">16990 9455 164 0,'0'0'196'0,"0"0"-8"15,-6-13-7-15,6 13-16 0,-1-7-17 0,1 7-13 0,0 0-11 16,0 0-15-16,-12 1-7 0,12-1-7 0,-8 10 3 15,2-2-10-15,-3 2-12 0,3-1-6 16,-1 2-10-16,1-1-4 0,1 0-3 0,0 1-5 16,4 0-5-16,1 0-5 0,0-4-8 0,1 4 4 15,0-3-3-15,0-2-1 0,-1-6-5 0,8 11-4 0,-3-6-7 16,0-2-2-16,0-1-5 0,-5-2 4 16,13 3-2-16,-13-3 1 0,9-1-1 0,-9 1 1 0,10-6-4 15,-6 1 1-15,0-1 0 0,1-1 0 0,-3 0-2 16,1-3 0-16,0 0 0 0,-2 1 2 0,0 2 5 15,1 0 7-15,-2 7 4 0,2-12 6 0,-2 12-1 16,3-9-1-16,-3 9 0 0,0 0-10 0,0-7-2 16,0 7-8-16,0 0 4 0,0 0 0 0,0 0 3 15,0 0-3-15,0 0 2 0,-3 32-2 0,3-23-2 16,1 2-1-16,-2 1-2 0,2-2 0 0,1 1 0 16,-2 1-3-16,2 0-17 0,1-4-15 0,2 3-20 15,0-3-18-15,-1 2-32 0,0-4-24 0,1 1-26 16,-1-3-30-16,1 0-22 0,2-2-123 0,-7-2-351 15,11 1 155-15</inkml:trace>
  <inkml:trace contextRef="#ctx0" brushRef="#br0" timeOffset="-177391.88">17137 9424 41 0,'-1'-19'178'0,"1"2"12"0,-1 3 8 0,1 4-1 15,0 0 4-15,0 2-3 0,0 8-14 0,-1-11-19 16,1 11-16-16,0-9-17 0,0 9-7 0,0 0-8 15,0 0 12-15,0 0-11 0,-2 28-8 0,4-11-4 16,-1 3-7-16,-2 7-7 0,1 0-12 0,0-3-9 0,-2 3-5 16,2-1-8-16,0-2-4 0,-1 1-7 0,-2-6 0 15,3 0-10-15,0-2-18 0,2 2-20 16,0-4-32-16,0 1-40 0,-2-4-43 0,2-1-38 16,-1 0-29-16,2-6-26 0,-2 3-22 0,-1-8-137 15,1 8-399-15,-1-8 176 0</inkml:trace>
  <inkml:trace contextRef="#ctx0" brushRef="#br0" timeOffset="-176445.12">17156 9541 119 0,'0'0'151'0,"4"-10"-10"16,-1 6-11-16,-3 4-3 0,7-5-7 0,-7 5-2 16,9-2-5-16,-9 2-6 0,0 0-9 0,16 8 7 15,-9-3-8-15,-3 1-5 0,1 1-6 0,0 2 7 16,1 0-12-16,-1 1-2 0,1-1-11 0,-1 0-6 15,2 0-3-15,0-1-5 0,0 0-12 0,2-2 6 16,-3 0-8-16,2 0 2 0,-1-2-8 0,1-1-1 16,-2 0-6-16,5-1 3 0,-5 0-5 0,-6-2-1 15,14-2-9-15,-14 2 4 0,12-6 2 0,-6 1-6 16,0 1-1-16,-1-6 1 0,-2 2-6 0,1-1 3 16,0-2-1-16,-3 0-3 0,2-1 1 0,-2 0-1 15,-1 0-2-15,-1-3 2 0,-1 3-2 0,1 1-3 16,0 1 7-16,-1 1 5 0,2 9-2 0,-1-12 7 15,1 12-2-15,-2-10 0 0,2 10-6 0,0 0-2 16,-3-5-4-16,3 5 7 0,0 0 1 0,0 0 0 16,0 0 1-16,3 23 4 0,-3-13-1 0,0 2 3 15,0 0-1-15,1 0-1 0,0-2-3 0,2 3 3 16,-1-3 0-16,1 2-2 0,2-2 2 0,-1 0-2 0,1-2-2 16,0-2 3-16,0 1-4 0,0-2 0 15,2-2 0-15,-2 2 2 0,-5-5-3 0,10 4 1 16,-4-4-5-16,2 0 0 0,-8 0 0 0,13-3 2 15,-13 3-4-15,9-6 0 0,-4 1-2 0,0 0 0 0,-1-2-1 16,-2-1 2-16,2 0-2 0,-1-2-2 0,-2 0 4 16,0-2-5-16,1 1 5 0,-2 0-3 15,0-1-4-15,1 0 0 0,-1 3 3 0,1-3-2 16,0 4-1-16,1 0 1 0,-1 1-1 0,-1 7-1 0,4-10-2 16,-4 10 3-16,6-3-4 0,-6 3 2 0,8-2-2 15,-8 2 2-15,0 0-1 0,14 11 1 0,-10-5-2 16,1 0 3-16,0 4 1 0,-1 0 1 15,0 0-3-15,-1 1 5 0,1-2-2 0,0 1 0 0,-1 0-4 16,-1-3 4-16,5 1 1 0,-5 2 0 0,2-1 0 16,0-4 0-16,-2 3-9 0,2-4-8 0,4 3-20 15,-2-4-20-15,-1 0-19 0,4-1-22 0,4-2-15 16,0 0-23-16,5-1 11 0,0-3-3 0,1-1 17 16,0-1 9-16,-1-1 9 0,1 0 12 0,-7 0 9 15,0-3 6-15,1 0 9 0,-5 1 10 0,0-1 16 16,-3-1 5-16,0 0 5 0,-2 0 27 0,-3-1 11 15,2 2 10-15,-2 1 12 0,0 2 21 0,0 7 13 16,-4-13 2-16,4 13-6 0,-6-7-3 0,2 4-11 16,4 3-5-16,-10 0 6 0,10 0-5 0,-13 8 0 15,3-1 0-15,1 2 3 0,1 1 1 0,0 1-4 16,-1-1-8-16,4 0-3 0,0 2-7 0,2-2 0 16,3 0-2-16,-1-1-2 0,1-2-5 0,0-7-1 15,1 13-1-15,3-6-1 0,-1-3-2 0,2 1-4 16,-5-5-1-16,9 6-6 0,-3-5 0 0,-6-1-5 15,14-1 2-15,-14 1 0 0,14-3-3 0,-9-1 4 16,1-1-2-16,0-2-3 0,-2 1-2 0,0-1-1 16,-2 0 4-16,2-3-6 0,-1 2 2 0,0-1 1 15,-1-1 1-15,-2 10-2 0,1-11 11 0,-1 11-10 16,0-9 3-16,0 9-6 0,0 0 3 0,1-7-6 16,-1 7 3-16,0 0 0 0,0 0 4 0,0 0 2 15,0 0 1-15,0 0 0 0,2 30 4 0,-4-22-8 16,6 3 4-16,-4-1 1 0,1 0 1 0,2 0-5 15,0-1 4-15,1 1-5 0,2-1-15 0,0-1-25 16,-1 1-12-16,3-2-31 0,1-2-32 0,1-2-41 16,2 0-35-16,-2-3-212 0,1 0-436 0,1-4 193 0</inkml:trace>
  <inkml:trace contextRef="#ctx0" brushRef="#br0" timeOffset="-176205.01">18047 9285 28 0,'3'-17'177'0,"-5"1"15"16,2 6 8-16,0 0 2 0,0 3-10 0,0 7-22 16,0-10-23-16,0 10-6 0,0 0 21 0,0 0-1 15,0 0 1-15,4 39 1 0,-2-13-4 0,-4 3-14 16,2-2-4-16,-1 1-15 0,2 1-4 0,1 1-9 16,-1-2-14-16,-1 0-10 0,1 0-4 0,-2-2-6 15,1-1-11-15,0-5-15 0,0-2-11 16,0 0-20-16,1-1-27 0,-1-6-32 0,-1 1-32 0,0-1-34 15,1-2-28-15,-2-1-23 0,2-8-34 0,0 12-22 16,0-12-5-16,-4 7-9 0,4-7-127 0,0 0-380 16,0 0 168-16</inkml:trace>
  <inkml:trace contextRef="#ctx0" brushRef="#br0" timeOffset="-175954.07">18018 9642 27 0,'-3'-11'60'0,"-2"-4"3"0,1 3 19 0,2 0 16 16,-2 0 5-16,0 1-8 0,2 0 9 0,0 5 5 15,0-1 7-15,2 7 0 0,-3-12 0 0,3 12-9 16,-2-7-3-16,2 7-15 0,0 0-10 0,3-8-3 15,-3 8-7-15,9-3 1 0,-9 3-2 0,14-1-7 16,-2 1-4-16,1-1 5 0,1 2-3 0,4 0-2 16,-6-1-6-16,2 2 0 0,-1-1-5 0,0 0 5 15,1-2-2-15,-2 3-5 0,-5-2-5 0,1 2 4 16,-8-2-4-16,14 0 1 0,-8 3-6 0,-6-3 4 16,11 6-5-16,-8-2 11 0,1 0-2 0,1 1-2 0,-2 1-1 15,1 2-2-15,-2-2-7 0,1 1-3 16,1 0-3-16,-4 0-2 0,2 2-3 0,-2-9 2 15,0 15-11-15,0-7-20 0,1 1-37 0,-1-2-29 0,0-7-48 16,-1 14-60-16,1-8-61 0,0-6-134 0,-4 8-412 16,4-8 183-16</inkml:trace>
  <inkml:trace contextRef="#ctx0" brushRef="#br0" timeOffset="-175774.02">18195 9346 108 0,'0'0'144'0,"0"0"-21"15,0 0-16-15,0 0-36 0,0 0-11 0,23 17-32 16,-15-9-11-16,1-2-28 0,1 1-16 0,6 4-19 16,-4-3-50-16,4 2-104 0,-2 0 46 0</inkml:trace>
  <inkml:trace contextRef="#ctx0" brushRef="#br0" timeOffset="-175294.87">18395 9465 31 0,'0'0'147'0,"0"0"-10"0,1 6 3 0,-1-6-4 16,0 0-7-16,0 0 6 0,-4 13-5 0,4-13 3 15,-2 10 1-15,-1-4-12 0,3-6-3 0,-1 13-1 16,1-6-4-16,0-7-8 0,1 13-5 0,-1-7-9 16,3 0-4-16,-2 0-9 0,-1-6-4 0,5 10-10 15,-1-4-1-15,-4-6-4 0,7 6-5 0,-3-1-6 16,2-3-6-16,-6-2-2 0,9 3-4 0,-9-3-3 15,10 0-3-15,-10 0-5 0,0 0 1 0,10-5-4 16,-10 5-3-16,6-9-1 0,-4 1-4 0,0 3-1 16,0-2 0-16,-1-1 0 0,-1-2-4 0,1 1-1 15,0 0-1-15,3-1 1 0,-3-2-2 0,1 2-2 16,0-2-1-16,2 1 0 0,-1 2-1 0,0 1-2 16,0 0 0-16,1 4 0 0,0-2 0 0,2 2 0 15,-6 4-2-15,9-2 0 0,-9 2 2 0,13 3 0 16,-6 1 8-16,1 4-2 0,-2 1-2 0,1-1 5 15,-3 3 0-15,1 0 2 0,-1 0 13 0,-1-3-7 16,3 2-5-16,-4-4-1 0,1-1 1 0,-1 2-2 0,-2-7 2 16,4 7 0-16,-4-7 5 0,4 6 2 0,-4-6 9 15,5 4 4-15,-5-4 0 0,0 0-4 16,0 0-1-16,0 0-6 0,0 0 2 0,8-13-6 0,-4 6-1 16,1 1-2-16,1-2-2 0,3-2 0 0,-1 2-1 15,-2 0-3-15,2 0-4 0,2 1 0 0,-1 0 3 16,-4 2-1-16,2 2-3 0,0 0 0 15,-1 2-1-15,-6 1-1 0,12 1-5 0,-7 3 7 0,-1 0-3 16,2 1 2-16,-2 1-6 0,0 2-2 0,-1 4 4 16,-2-2-11-16,1 2-24 0,-2 0-30 0,-1-1-34 15,1 2-44-15,-1-1-38 0,0-2-51 16,-1 2-225-16,0-3-496 0,-2 1 219 0</inkml:trace>
  <inkml:trace contextRef="#ctx0" brushRef="#br0" timeOffset="-161435.79">12980 10196 35 0,'0'-9'197'0,"0"9"-7"0,3-9-7 0,-3 9-9 16,0 0-3-16,2-10-16 0,-2 10-10 0,0 0-15 15,0 0-14-15,0-9-13 0,0 9-12 0,0 0-11 0,0 0-6 16,0 0-6-16,0 0-4 0,18 16-7 0,-10-9-3 16,0 3-7-16,0-1-3 0,3 5-7 15,3 2 2-15,-3-4-8 0,1 3 2 0,-3-1-6 16,0 1 3-16,3-2-7 0,0 1-3 0,-7-4 0 0,3 1-4 16,0 0 2-16,1-2-1 0,-5 1-5 15,3 0 1-15,-1-2-4 0,2 1 1 0,-6-2-1 16,6-1 3-16,-3 2-3 0,-1-2-2 0,0-2 0 15,2 2 2-15,-2-2-5 0,-4-4 2 0,9 7-1 0,-9-7 1 16,4 5 5-16,-4-5 14 0,7 1 10 0,-7-1 3 16,0 0-6-16,0 0-3 0,9-11-2 0,-6 1-3 15,1-1-2-15,-2-4 0 0,5-2-3 0,-5 0-3 16,5-7-1-16,-2 5-1 0,1-8 0 0,-1 3-2 16,3-2 2-16,-3 7-5 0,0-8 0 0,1 9 3 15,-3 1-1-15,1 2 2 0,-2 3-2 0,2 1 0 16,-1 0-5-16,1 2 1 0,-1 3 1 0,-3 6-7 15,3-11-6-15,-3 11-14 0,0-7-13 0,0 7-13 16,0 0-14-16,0 0-16 0,0 0-17 0,0 0-31 16,6 25-18-16,-4-13-28 0,-2 5-34 0,0-1-150 15,-2 3-380-15,2-3 169 0</inkml:trace>
  <inkml:trace contextRef="#ctx0" brushRef="#br0" timeOffset="-161087.12">13465 10345 54 0,'0'0'165'16,"0"0"-18"-16,0 0-10 0,0 0-1 0,-8 13 6 15,8-7-6-15,-3 1-6 0,-1 1-10 0,2 3-11 16,-2-2-3-16,0 1-7 0,2 2-9 0,0-3-8 0,2 0-9 16,0-9-5-16,0 19 1 0,2-12 2 15,0 3-6-15,-2-4-3 0,8 1-5 0,-6-1-2 16,7 0-7-16,0-1 0 0,2-1-3 0,0-2 0 15,2 0-7-15,-1-1-2 0,1-4-1 0,1 1-3 0,-1-2-4 16,-1-1 0-16,1 2 3 0,-2-2 7 0,-1-1 0 16,-2-2 11-16,-3 2-1 0,-1-3 1 0,1 4-6 15,-4-4-4-15,-1-1-2 0,-1 0-8 16,-4 0 0-16,-1-1-5 0,-1 3-3 0,-3-1 0 0,-1 1-7 16,-4 0 2-16,-3 1-4 0,3 1 1 0,-2 2-4 15,1 0 1-15,3 4-2 0,0-1-3 0,1 2-8 16,1 1-9-16,1 0-22 0,0 4-24 15,1 1-35-15,3 0-31 0,-2 1-28 0,2 0-39 0,3 1-44 16,3-1-139-16,0-8-403 0,5 12 179 0</inkml:trace>
  <inkml:trace contextRef="#ctx0" brushRef="#br0" timeOffset="-160905">13971 10354 215 0,'7'-4'217'0,"-7"4"-20"0,0 0-20 0,9-4-18 0,-9 4-15 16,13-1-15-16,-8-2-7 0,-5 3-18 0,17-1-16 15,-7-1-19-15,-1 5-28 0,4-3-42 0,-1 1-32 16,0 2-40-16,-1-1-37 0,1 0-29 0,-5 1-79 16,4-1-236-16,0 1 104 0</inkml:trace>
  <inkml:trace contextRef="#ctx0" brushRef="#br0" timeOffset="-160737.5">14074 10459 53 0,'-6'3'197'15,"6"-3"-2"-15,0 0-10 0,0 0-5 0,0 0-8 16,0 0-14-16,0 0-16 0,-7 1-15 0,7-1-9 16,0 0-12-16,0 0-10 0,0 0-12 0,26-1-20 15,-16 1-28-15,8-1-35 0,-4-1-29 0,3 1-39 16,1 1-36-16,3-3-29 0,0-1-132 0,0 2-286 15,1-3 126-15</inkml:trace>
  <inkml:trace contextRef="#ctx0" brushRef="#br0" timeOffset="-160399.68">14516 10329 191 0,'0'0'203'0,"-9"-5"-8"0,9 5-11 0,0 0-9 0,-10-2-6 16,10 2-12-16,0 0-10 0,-15 7-9 15,7-1-8-15,1 0-9 0,-2 2-10 0,3 1-14 16,1 2-1-16,0 1-11 0,1-1-10 0,0 0-4 16,2 1-3-16,-2 0-9 0,6 0-3 0,0 0-4 0,0-2-1 15,5-2-5-15,-3 1-2 0,3 1-4 0,2-2-2 16,2-3 0-16,4 1-4 0,-1-2-4 0,2-1 0 16,4 0-1-16,0-4-3 0,-2-1-5 15,0 1 5-15,-2-5-3 0,2 3-1 0,-3-2-5 0,-1 0 3 16,-5-3 4-16,3 0 1 0,-4-2 1 0,-1 0 12 15,-3-2-11-15,-1-2 1 0,-3 2 0 0,-3-5 0 16,-3 3-4-16,-1-2-3 0,-4 1-5 0,-2 3 0 16,-1-1 0-16,-2 3-5 0,-5 1-1 0,4 2 0 15,-2 3-12-15,0 4-12 0,-10 2-23 0,6 2-29 16,-2 5-38-16,-2 4-44 0,3 2-70 0,3 1-52 16,1 3-164-16,7-6-471 0,1 1 209 0</inkml:trace>
  <inkml:trace contextRef="#ctx0" brushRef="#br0" timeOffset="-159905">13241 10796 30 0,'-9'1'221'0,"9"-1"-5"16,0 0-13-16,-12 0-10 0,12 0-12 0,0 0-20 15,0 0-10-15,0 0-4 0,0 0-5 0,0 0-4 16,30 10-12-16,1-8-4 0,21 3-10 0,9-5-7 16,35 2-9-16,1-7-9 0,9-1-10 0,5 2-6 15,-2-5-12-15,5 2 0 0,-4 4-11 0,3-2 2 16,-4-1-7-16,-2-1-5 0,-5 4-3 0,-7 0-7 15,-31 3-3-15,-3-4-3 0,-2 5-5 0,-5 2-5 16,-16-2-9-16,-5 2 0 0,-3-1-7 0,-10 2-9 16,-3-1-6-16,-5 1-10 0,-3-2-10 0,-2-1 0 15,-1 2-1-15,1 1-4 0,-7-4-7 0,1 6-23 16,-1-6-19-16,0 0-43 0,0 0-43 0,-15 6-199 16,3-6-408-16,-2 0 182 0</inkml:trace>
  <inkml:trace contextRef="#ctx0" brushRef="#br0" timeOffset="-154239.22">19646 7135 127 0,'0'0'127'0,"1"-7"-5"0,-1 7 1 16,0 0 0-16,0-9 2 0,0 9-4 16,0 0-4-16,-4-8-8 0,4 8-10 0,0 0-3 15,-5-8-11-15,5 8-12 0,-4-4-4 0,4 4-10 16,-7-6-6-16,7 6-9 0,-13-4-7 0,0 3-10 0,2-1 1 15,-1 2-10-15,0 0-1 0,0 1 5 16,0 0-6-16,-2 3-1 0,-2 0-3 0,0-1-4 16,1 0 5-16,-5 4-1 0,-6 2-9 15,-2 2 2-15,1 1 2 0,4 1-2 0,0 3-1 0,0 0 4 0,8-3-5 16,-1 1-4-16,2 0 4 0,0 2-2 0,4-1-2 16,0 3 0-16,4-1 5 0,-1 0 0 15,2 2-2-15,1 2-3 0,3-1 3 0,0-3 2 16,3 2-5-16,-1 0 6 0,1 6-3 0,0-5 2 0,1-1 0 15,3 1-9-15,-1 6 10 0,3-10-2 0,1 7-3 16,0-5-1-16,6 5 3 0,-3-7 0 0,7 2 2 16,-1-2 0-16,-2 0 0 0,2-7-2 15,5 6-1-15,2-4 1 0,-9-2 2 0,12-2-1 0,-2 2-7 16,1-3 8-16,-6-2-4 0,7-4 2 0,1-5-4 16,-1 5 0-16,-1-2 5 0,1-4-5 0,-7 1 4 15,0 0 4-15,-3-1-3 0,2-1-1 16,1-2-5-16,-6 2 3 0,0-5 5 0,-2 3-1 0,-1-2-2 15,-3-3 2-15,-2 3-5 0,1-3 4 0,-3-3-5 16,-1 1 0-16,0-3 1 0,-2-6 1 0,-1 1 1 16,-1 0 1-16,-1-1-8 0,0 1 3 0,0-3-5 15,-3 3 2-15,-1-1-1 0,1-1-4 0,0 9-2 16,-1-3-12-16,1 1-2 0,-5 1-6 0,3 1-11 16,-3 3 2-16,-1 2-7 0,0 2-13 0,-3-2-10 15,-1 2-3-15,-2 3-13 0,0 3-10 0,-2 2-17 16,-3 2-91-16,0 3-222 0,1 3 98 0</inkml:trace>
  <inkml:trace contextRef="#ctx0" brushRef="#br0" timeOffset="-141531.31">12091 4583 132 0,'-2'-5'161'16,"-3"-1"-12"-16,5 6-7 0,-2-12-15 0,-1 7 4 0,3 5-9 16,-2-11-2-16,2 11-8 0,-2-8-3 15,2 8-6-15,-2-9-14 0,2 9-8 0,0 0-12 16,0-7-7-16,0 7-12 0,0 0-2 0,0 0-3 16,0 0-4-16,0 0-7 0,9 19-4 0,-2-9 0 15,0 5-1-15,0 0-5 0,5 2-2 0,-2 2-4 0,-3-3 0 16,3 2-1-16,0-1-4 0,1 6 5 0,-4-6-6 15,-1-2 0-15,4 2-2 0,-2-2-1 16,-1 1-3-16,-1-2 0 0,0-4 4 0,-2 3-5 16,3-4 1-16,-3 3 2 0,1-3 0 0,1 1-1 15,-4-5-4-15,3 1 1 0,-2 1 2 0,-3-7-3 16,4 10-2-16,0-6 2 0,-4-4 5 0,2 4-4 0,-2-4 5 16,0 0-4-16,7 6 0 0,-7-6 2 15,0 0 1-15,0 0 1 0,0 0-3 0,12-14-1 16,-5 4-2-16,3-4 5 0,0 0-8 0,-1-2 0 15,3-1-3-15,2-4 3 0,0-2 3 0,0-2-7 16,-4 2 4-16,3-1-8 0,0 0 3 0,-2 1 0 0,-3 4 4 16,4-4-1-16,-6 7 2 0,-1 4-4 15,1-5-3-15,-4 7 1 0,-1-1 2 0,4 2-3 16,-5 3 0-16,2-1 3 0,-2 7 0 0,2-9-4 16,-2 9 5-16,2-8 1 0,-2 8 0 0,0 0-5 15,0 0 2-15,0 0-4 0,0 0 1 0,-12-4 2 16,12 4 1-16,0 0-7 0,-15 14 7 0,7-7-4 15,2 3 5-15,-1 1 5 0,3 0-7 0,0-3 2 16,-1 5 0-16,2-4-7 0,2 1 6 0,2-1 3 16,1 2 0-16,2-2 0 0,2 1 0 0,1-1-13 15,5-1-9-15,-2-1-17 0,7 0-30 0,0 1-12 16,2-2-19-16,8-1-25 0,-6 0-14 0,6-2-117 0,-8 3-280 16,0-2 124-16</inkml:trace>
  <inkml:trace contextRef="#ctx0" brushRef="#br0" timeOffset="-141327.28">12758 4685 118 0,'0'0'140'0,"0"0"-20"0,0 0-10 16,0 0-7-16,0 0-15 0,0 0 5 0,0 0 16 16,0 0-10-16,-16 20-3 0,14-11-2 0,2 2-17 15,-4 0-2-15,4 0-12 0,0-1-1 0,0 6-6 16,0 0-8-16,-3 1-3 0,3-2-5 0,0-2-1 15,0 3-6-15,3 0-14 0,-3-4-25 0,0 5-32 16,2-7-28-16,0 0-34 0,-1 0-26 0,3 2-107 16,-4-3-250-16,0-1 111 0</inkml:trace>
  <inkml:trace contextRef="#ctx0" brushRef="#br0" timeOffset="-141130.49">12703 4582 16 0,'0'0'165'0,"-1"-10"-26"0,1 10-6 0,0 0-19 16,7-9-9-16,-2 9-9 0,5-2-28 0,2 0-9 16,6 2-33-16,2-2-25 0,3 4-31 0,3-2-25 15,3 4-28-15,0-1-43 0,-8 4-136 0,6-2 60 16</inkml:trace>
  <inkml:trace contextRef="#ctx0" brushRef="#br0" timeOffset="-140983.94">13057 4668 11 0,'0'0'116'0,"0"0"-11"16,0 0-14-16,0 0-8 0,0 0-17 0,0 0-3 15,0 8-12-15,0-8-14 0,0 0-24 0,9 2-20 16,-3 1-20-16,-1-1-26 0,4 0-39 0,-5 2-99 15,-4-4 44-15</inkml:trace>
  <inkml:trace contextRef="#ctx0" brushRef="#br0" timeOffset="-140835.87">13063 4767 42 0,'-4'5'87'0,"4"-5"3"15,0 0-8-15,0 0-4 0,0 0-14 0,0 0 3 16,0 0-12-16,11 6 4 0,-3-5-11 15,4-1-7-15,1-1-22 0,6 0-16 0,1-1-25 0,0 0-23 16,1-1-67-16,8-1-120 0,-9-1 53 0</inkml:trace>
  <inkml:trace contextRef="#ctx0" brushRef="#br0" timeOffset="-140477.4">13601 4537 113 0,'0'0'160'0,"0"0"-18"0,2-6-11 0,-2 6-9 16,0 0-19-16,0 0-7 0,0 0-1 0,0 0-7 16,-18 19 0-16,11-8-5 0,1 3-4 0,-6 2 4 15,1 1-12-15,2-1-2 0,-1 1-8 16,2-1-4-16,3 1-2 0,1-2-11 0,4-3 5 0,-2-1-9 16,4 1-5-16,-2-2 0 0,4 1 1 0,1-3 1 15,1 2 0-15,2-3 0 0,-2-3-6 0,7 0 0 16,1 0 3-16,2-4-3 0,4 0-1 0,-1-4-1 15,0 0-3-15,2 0 0 0,-2-2-2 16,0-1 1-16,-2 0-5 0,-1-1 0 0,-3-3 2 0,-3 1-7 16,-1 3 5-16,-1-7-1 0,2-1 0 15,-6 0 2-15,-2 0 1 0,0-3-2 0,-6 1 3 0,0-1-7 16,-2 1 1-16,-4-2-6 0,-1 4 0 0,-1 3-5 16,-1 0 3-16,4 4-4 0,-9-1-1 15,7 5-2-15,-1 1 1 0,-1 1-8 0,1 3-13 0,1 2-24 16,-4 2-31-16,-3 2-35 0,5 3-53 0,3 0-29 15,-1 6-151-15,3-3-368 0,3-1 163 16</inkml:trace>
  <inkml:trace contextRef="#ctx0" brushRef="#br0" timeOffset="-139545.19">14553 4483 98 0,'0'-11'158'16,"0"11"-11"-16,-3-11 6 0,3 11-7 0,-2-11-1 15,2 11 1-15,-2-4-5 0,2 4-7 0,0 0-12 16,0 0-9-16,0 0-9 0,0-10-13 0,0 10-12 16,0 0-11-16,0 0-7 0,0 0-4 15,0 0-12-15,0 0 2 0,0 0-8 0,12 24-4 0,-4-11 0 16,-1 2-6-16,-1 0 3 0,4-1-7 0,-1 3-3 16,-1-1 1-16,-2 0-2 0,3 0 0 0,-1-1-5 15,-1 2-4-15,2-1 3 0,-3-3-3 0,1 0 1 16,-1-3-4-16,-1 0-3 0,2 1 4 0,-2-3-3 15,-1 1 2-15,0-3-3 0,-1-1-1 0,1 1-4 16,0-2 2-16,-4-4 2 0,5 8 1 0,-5-8 2 16,5 4 0-16,-5-4 13 0,3 5 12 0,-3-5 12 15,0 0 7-15,0 0-4 0,0 0-3 0,0 0-8 16,8-14-1-16,-5 3-7 0,0 0 0 0,2-6-1 16,1 1-3-16,0-10-5 0,1 7 0 0,-1-5-3 15,1 0 0-15,-2 5-6 0,1 1 2 0,-2 0-3 16,1 0-2-16,-1 0-2 0,0 3-1 0,-1-2-2 15,2 7 3-15,-1 1-3 0,-2 0 2 0,1 3-2 16,-1 1-6-16,-2 5-14 0,4-9-22 0,-4 9-33 16,1-7-28-16,-1 7-1 0,0 0-24 0,0 0-24 15,0 0-25-15,17 16-19 0,-14-6-13 0,-1 0-108 16,-2 4-341-16,0-2 151 0</inkml:trace>
  <inkml:trace contextRef="#ctx0" brushRef="#br0" timeOffset="-139239.38">14912 4682 129 0,'0'0'124'0,"0"13"7"0,0-13 2 0,2 7-9 16,1-2-3-16,-3-5-1 0,0 0-10 0,9 12 3 16,-4-10-8-16,-5-2-13 0,12 4-2 0,-5-1-4 15,5-2-9-15,-2 1-8 0,2-2-6 0,-12 0-3 16,20-4-5-16,-11 0-8 0,3 0-2 15,-3-1-5-15,2-2-1 0,-5 0-6 0,1 0-3 16,-2-4-5-16,-2 0-4 0,0 1 0 0,-1 0 2 0,3-2-3 16,-9-4 3-16,3 4 1 0,-3 2-3 0,-1-3-3 15,-1 4 2-15,1 0-2 0,-1 2-2 0,0 0 1 16,6 7-6-16,-14-10-3 0,7 8-1 16,7 2-3-16,-16-1 4 0,16 1-9 0,-21 7-4 15,12-4-16-15,-1 5-21 0,1-1-20 0,2 0-42 0,0 1-24 16,5 1-36-16,0 1-139 0,-2 2-328 0,4-12 147 15</inkml:trace>
  <inkml:trace contextRef="#ctx0" brushRef="#br0" timeOffset="-139072.1">15247 4623 127 0,'8'-2'146'0,"-8"2"-16"0,10-3-9 0,-10 3-15 0,0 0-14 15,15 0-20-15,-15 0-22 0,0 0-24 16,19 3-26-16,-11 0-17 0,-8-3-32 0,13 7-15 16,-7-3-60-16,-6-4-133 0,8 11 58 0</inkml:trace>
  <inkml:trace contextRef="#ctx0" brushRef="#br0" timeOffset="-138958.56">15340 4715 81 0,'1'10'96'0,"-1"-10"-3"0,0 0-7 0,0 0-17 15,0 0-2-15,13 2-22 0,-13-2-22 0,16-2-25 16,-16 2-49-16,25-4-34 0,-9-2-92 0,0 2 42 16</inkml:trace>
  <inkml:trace contextRef="#ctx0" brushRef="#br0" timeOffset="-138566.09">15698 4447 63 0,'0'0'171'0,"0"0"-15"0,0 0-13 0,0 0-5 16,0 0-7-16,0 0 2 0,0 0-2 0,14 18-13 15,-7-9-9-15,0 1-3 0,4 4-7 0,-1-1-7 16,0 3-7-16,2-1-3 0,-2 0-4 0,1 1-7 16,-2-1-7-16,0-1-7 0,1 2-2 0,-2-7-1 15,0 2-8-15,-2 0-6 0,0-3-1 0,-1 1-6 16,-1-4-2-16,-4-5-3 0,8 11-2 0,-3-5-4 15,-5-6-1-15,5 7 1 0,-5-7-6 0,5 9 4 16,-5-9 6-16,0 0 13 0,0 0 18 0,5 7 4 16,-5-7-4-16,0 0-4 0,0 0-11 0,0 0-1 15,9-23-2-15,-5 12-3 0,0-5-4 0,4 1-5 16,-2-3 0-16,1 0-5 0,0-5 5 0,5-1-5 16,-3 7 0-16,-3-1-6 0,2-1 0 0,4-4 0 15,-5 7-3-15,-3 5 0 0,1 2-3 0,0-3 1 16,3 5-2-16,-6-1 2 0,-2 8-8 0,3-9-5 15,-3 9-10-15,5-8-20 0,-5 8-5 0,0 0-29 16,0 0-34-16,0 0-40 0,0 0-40 0,24 15-33 16,-19-8-26-16,0 3-130 0,-5-10-398 15,12 19 177-15</inkml:trace>
  <inkml:trace contextRef="#ctx0" brushRef="#br0" timeOffset="-138325.87">16318 4527 21 0,'0'0'227'0,"0"0"-10"0,0 0-14 16,1-10-20-16,-1 10-1 0,0 0-14 0,0 0-8 15,0 0-9-15,-24 0-13 0,24 0-6 16,0 0-7-16,-20 7-2 0,11-4-14 0,0 4-8 0,1-2-5 16,-1 5-8-16,1-2-9 0,3 1-8 0,0 2-5 15,3-3-6-15,-2 2-4 0,4-10-6 16,-3 13-5-16,3-3-2 0,0-10-4 15,7 16-1-15,-2-7-1 0,2-1-30 0,2 0-26 0,4-1-38 16,3-2-34-16,3 2-71 0,0-4-63 0,-1 1-186 16,3-1-444-16,-1-2 197 0</inkml:trace>
  <inkml:trace contextRef="#ctx0" brushRef="#br0" timeOffset="-138095.22">16737 4502 131 0,'0'0'221'0,"-15"3"4"0,15-3 3 0,-32 6-1 0,12 3-4 16,-6 2-9-16,3 2-5 0,-1 2-12 0,1-1-17 15,6-2-12-15,0-1-15 0,3 1-18 16,3 0-3-16,2-1-19 0,1 1-10 0,-1-2-14 16,7 3-6-16,-1-3-9 0,2 3-7 0,2-4-6 15,3 0-16-15,5 2-13 0,0-1-40 0,5 0-22 16,3 0-29-16,2-2-45 0,6 3-56 0,-3-5-62 15,-2-1-49-15,1 0-139 0,-1 0-443 0,1-4 196 16</inkml:trace>
  <inkml:trace contextRef="#ctx0" brushRef="#br0" timeOffset="-137137.39">12005 5142 71 0,'-6'-3'120'0,"-3"1"-5"0,9 2-9 15,-13-3 8-15,6 3-7 0,7 0-9 0,-10-3-13 16,10 3 4-16,-6-4-21 0,6 4 0 0,0 0-10 15,0 0-14-15,0 0-2 0,0 0 6 0,0 0-8 0,0 0 0 16,0 0-4-16,0 0 0 0,29 15 4 16,-8-11 0-16,8 3-2 0,2 0 4 0,5-1 3 15,16 1-4-15,1 2 3 0,3-2 1 0,5 0-6 16,2-4-4-16,2 0 6 0,27 5-5 0,-29-5-3 16,31-1-4-16,-4 1-2 0,0-1-2 0,2-1 0 0,-4 2 0 15,4-4-8-15,0 1 1 0,7-2 1 16,3 2 0-16,3-1 1 0,7-3-5 0,4 1 3 0,6 1-5 15,1-3 1-15,5 5-1 0,1-1 1 16,1-2 1-16,4 0-5 0,-1-1-3 0,-2 0 1 16,-1 2 0-16,5-2 4 0,-5-2-6 0,-4 4 1 0,1-5-1 15,-4 3 0-15,-7 2 0 0,-4 1-1 0,-5-1 1 16,-5-2-2-16,-6 3 0 0,-31 2 8 16,27 1-5-16,-33-4 0 0,-1 2-3 0,-4-2 6 15,-14 3-7-15,-3 0 3 0,-4-2-4 0,-4 2-2 16,-3-2 3-16,-5 1 0 0,-10 0-1 0,2 0-3 0,-3 0 1 15,-3 0 4-15,-7 0-1 0,12 0 6 0,-12 0 2 16,8 0 8-16,-8 0 1 0,0 0 6 0,0 0 1 16,10 0 0-16,-10 0-3 0,0 0 1 15,0 0-6-15,0 0 7 0,0 0-14 0,0 0-4 0,0 0-2 16,0 0-20-16,0 0-17 0,0 0-36 0,0 0-30 16,0 0-30-16,0 0-38 0,0 0-36 0,-38 1-124 15,28-1-352-15,-4 0 157 0</inkml:trace>
  <inkml:trace contextRef="#ctx0" brushRef="#br0" timeOffset="-131960.81">12351 5529 149 0,'0'0'216'0,"-2"-5"-13"0,2 5-8 0,0 0-17 0,-6-6-13 16,6 6-16-16,0 0-16 0,0 0-18 0,0 0-1 15,0 0-22-15,0 0-14 0,0 0-1 0,0 0-10 16,11 19-1-16,-3-9-12 0,2 4-4 0,-4 4-4 16,6 5-3-16,-1 2-4 0,2-2-6 0,-8-3 1 15,7 1-5-15,-6-3-6 0,3 5 2 0,-3-5-4 16,-2-2-2-16,4-2 0 0,-4-3-2 0,1 0 2 15,-3 0-4-15,4-3-3 0,-3-1-1 0,-1-1-2 16,3-2 5-16,-3 1 1 0,-2-5-3 0,7 8 3 16,-7-8 5-16,6 3 4 0,-6-3 2 0,0 0-2 15,15-3 5-15,-15 3-5 0,10-11-4 0,-3 2 4 0,-3-3-4 16,6-1-5-16,-4-4 0 0,5 2-3 16,-4-4 0-16,1 1-3 0,-2-9 0 0,2 8-1 15,1-5 0-15,-3 5-6 0,2-6 2 0,-6 6-1 16,-1-2-1-16,1 5-2 0,0 0-1 0,0-1-1 15,-4 4 3-15,2 3-1 0,-2 1 2 0,0 3-2 0,2 6 2 16,-3-13-2-16,3 8-3 0,0 5 0 16,-4-8-2-16,4 8-1 0,0 0 0 0,-10-2 0 15,10 2 4-15,0 0-7 0,-9 11 5 0,5-5 0 16,-4 2 0-16,2 1 0 0,4 0-2 0,-2-1 2 16,3 1 5-16,-1 1-5 0,2-1 2 0,3 0 1 15,1-1 0-15,2 1 3 0,0-1 1 0,5-1-1 16,1 0-9-16,5 0-7 0,3-2-26 0,2 0-19 15,5 0-29-15,1-1-30 0,0-4-28 0,2 2-25 0,-9-1-15 16,8-2-146-16,-12 1-358 0,4-2 158 0</inkml:trace>
  <inkml:trace contextRef="#ctx0" brushRef="#br0" timeOffset="-131747.44">13009 5631 87 0,'0'0'150'0,"0"0"1"0,0 0-17 16,-8 10-13-16,8-10 5 0,0 0-6 0,0 0 5 16,-1 12-6-16,-1-6-9 0,0 0-3 0,2-6-5 15,-2 14-11-15,2-4-6 0,0 0-8 0,0 0-11 0,0 0-6 16,0 0-2-16,-2-1-9 0,2 0-2 0,0 3-6 16,2-1-11-16,-2-1-20 0,-2-1-29 15,2 1-39-15,0 0-34 0,2-1-37 0,-4 0-43 16,-2-1-94-16,1 0-289 0,-2 0 128 0</inkml:trace>
  <inkml:trace contextRef="#ctx0" brushRef="#br0" timeOffset="-131555.8">12952 5578 1699 0,'4'-10'14'0,"-4"-1"16"0,0 3-8 15,2-1 0-15,0 3-6 0,0 0-10 0,-2 6 0 16,9-10-5-16,0 6 4 0,1-1-4 0,3 1-3 16,5 0-14-16,-5 2-11 0,6 2-22 0,0-3-43 0,2 6-32 15,-1-3-128-15,-7 2-273 0,6 2 120 0</inkml:trace>
  <inkml:trace contextRef="#ctx0" brushRef="#br0" timeOffset="-131369.83">13203 5718 139 0,'0'0'157'0,"0"7"-11"0,0-7-1 15,0 0-14-15,0 0-13 0,0 0-12 16,0 0-8-16,9 4-13 0,-9-4-5 0,8 2-17 16,-8-2-22-16,12 1-16 0,-7 1-26 0,-5-2-26 0,15 2-26 15,-6-1-17-15,-2 0-13 0,0-1-9 0,-7 0-76 16,16 3-182-16,-10-1 80 0</inkml:trace>
  <inkml:trace contextRef="#ctx0" brushRef="#br0" timeOffset="-131092.08">13277 5863 138 0,'0'0'129'0,"0"0"-14"0,0 0-16 16,23-10-17-16,-23 10-20 0,17-3-25 0,-9 3-32 15,2-3-31-15,-3 2-33 0,-7 1-38 16,14-4-106-16,-10 2 47 0</inkml:trace>
  <inkml:trace contextRef="#ctx0" brushRef="#br0" timeOffset="-129603.02">14000 5340 3 0,'0'0'151'0,"0"0"-6"0,-7-6-6 16,7 6-9-16,0 0-11 0,0 0-10 0,0 0-9 15,-2-6-10-15,2 6-9 0,0 0-4 0,0 0-6 16,0 0-3-16,0 0-11 0,0 0-1 0,0 0-4 16,0 0-2-16,0 0-6 0,0 0-4 0,0 0-4 15,0 0-7-15,0 0 1 0,0 0-3 0,0 0-7 16,0 0 2-16,0 0-5 0,0 0 7 0,0 0-4 15,12 18-1-15,-8-11 2 0,0 4 8 0,1 1 1 16,1 1 1-16,-3 0-11 0,4 2 2 0,-3-4-1 16,3 5 1-16,-3-4-6 0,3 2 3 0,-3-2 8 15,3-1-10-15,-2 0-2 0,-3 0 0 0,4 1-1 16,-5-2 0-16,3-1-2 0,0-1-2 0,-2-1 0 16,2 0-2-16,-2-2 1 0,-2-5-2 0,2 8 0 15,-2-8 1-15,0 0 7 0,4 7 10 0,-4-7 13 16,0 0 11-16,4 5 17 0,-4-5 10 0,0 0 8 15,0 0-3-15,0 0-7 0,0 0-6 0,0 0-6 16,7-15-5-16,-4 6-2 0,-1-1-7 0,0 0-3 16,3-7-3-16,1-1-2 0,-1 3-10 0,-3-4-3 15,4 0-4-15,-1-5-1 0,3 0 1 0,-4 7-8 16,3 0 1-16,-3 2-2 0,2 1-4 0,-2 1 0 16,0 3-2-16,0 0-13 0,-2 4-19 0,0 0-25 15,-2 6-33-15,1-10-32 0,1 4-26 0,-2 6-20 16,8-4-21-16,-8 4-13 0,0 0-11 0,15 7-9 15,-9-3-118-15,-2 4-357 0,-1-2 158 0</inkml:trace>
  <inkml:trace contextRef="#ctx0" brushRef="#br0" timeOffset="-128787.21">14315 5496 123 0,'0'0'186'0,"0"0"0"0,0 0-9 16,2 5 0-16,-2-5-10 0,0 0-9 0,0 0-8 15,0 0-7-15,0 0-8 0,0 0-9 0,0 0-10 16,7-18-11-16,-7 18-7 0,-1-10-7 0,1 10-1 16,-2-10-11-16,2 10-4 0,-4-13-3 0,2 7-3 0,2 6-2 15,-5-10-7-15,5 10-5 0,-7-9-4 16,7 9-5-16,-4-6-5 0,4 6-4 0,0 0-6 16,-5-5-3-16,5 5-6 0,0 0-4 0,0 0-2 15,-13 11-2-15,4-2 3 0,-2 2-4 0,0 3-3 0,1 1 0 16,4 0 0-16,-3 1-5 0,2 0 6 0,0 0-5 15,2-1 3-15,-1-3-3 0,4 0-1 16,0-1 2-16,2 1-1 0,2-2-2 0,-2 0 3 16,4-1-2-16,0-3 5 0,-1 2-7 0,4-2 6 15,-2-3-1-15,5 1-3 0,-5 0 0 0,4-3 1 16,-2-1 0-16,4-1 0 0,0-3-1 0,2 2 3 16,-2-3-6-16,1 0 4 0,0-1-1 0,-4 0-5 15,4-1 4-15,-2-2 0 0,-3 3-1 0,3-4 0 16,-4 0-3-16,1-1 8 0,-1 2-9 0,-1-1 2 0,2 2-1 15,-2 2 0-15,-3-1 2 0,2 3-7 0,-4 4 1 16,5-7-1-16,-5 7-2 0,4-6 1 16,-4 6-3-16,0 0 5 0,0 0 0 0,10 12-1 15,-8-7 0-15,2 2 1 0,-2 0 1 0,2 1 1 16,-1 1 1-16,1-2-2 0,1 2 0 0,-3-3 2 0,3-1 0 16,0 1 0-16,-1 1 2 0,0-2 1 0,2-2 6 15,1 1-4-15,-1 0-4 0,-2-1 4 0,-4-3-1 16,11 3 1-16,-11-3 1 0,9 1 1 0,-9-1-1 15,0 0 1-15,13-3-3 0,-6 1 2 16,-5-4-4-16,-2 6 2 0,11-7-6 0,-4 0 1 0,-2-1 2 16,1 1-4-16,-1 0 2 0,1-2-5 15,1 3 3-15,-4 2 1 0,3-3 0 0,-2 2 0 16,-4 5-5-16,7-5 4 0,-7 5-4 0,3-4 3 16,-3 4-2-16,0 0 1 0,9-2 1 0,-9 2 1 0,0 0-1 15,13 7 1-15,-13-7 4 0,9 3 0 0,-1-2-2 16,-4 2 2-16,-4-3-1 0,15 4 1 0,-6-2 1 15,-4-1 3-15,-5-1-3 0,13 0 4 0,-13 0-2 16,14 0 2-16,-14 0 0 0,11-1 1 16,-6-2 0-16,-5 3-4 0,8-6 2 0,-3 2-2 0,0 0-1 15,-1-2 0-15,1 1 1 0,-1 1-2 0,0-3 0 16,1 2 8-16,-5 5-4 0,5-6 6 0,-5 6-4 16,6-7 2-16,-6 7 1 0,0 0-3 0,4-5-6 15,-4 5-1-15,0 0-3 0,0 0 3 0,0 0-3 16,0 0 2-16,3 15 9 0,-3-6-3 0,0 3 5 15,0-2-3-15,0 3 1 0,4 2 2 0,-4-2 0 16,0 5-5-16,0 0 6 0,-2-1-5 0,2-1 5 16,2-3 0-16,-2 3-4 0,2-4-17 15,1-2-23-15,-3 1-35 0,2-2-39 0,0 2-61 0,3-1-47 16,-3 0-53-16,0-5-140 0,-2-5-443 0,5 10 196 16</inkml:trace>
  <inkml:trace contextRef="#ctx0" brushRef="#br0" timeOffset="-128573.06">15073 5369 82 0,'0'0'231'0,"4"-9"-24"0,-4 9-22 16,0 0-12-16,0 0 7 0,0 0 9 0,0 0-8 15,4 24-11-15,-4-8-15 0,0 2-11 0,-1 1-14 16,2 0-14-16,-1 7-10 0,0-6-9 0,-1-1-12 15,1 1-14-15,-2-1-21 0,2-2-20 0,2 1-39 16,1-3-50-16,-1 0-44 0,2-4-46 0,-1 0-36 16,-1-2-162-16,2-4-375 0,2-1 167 0</inkml:trace>
  <inkml:trace contextRef="#ctx0" brushRef="#br0" timeOffset="-127328.75">15358 5463 145 0,'-4'-7'206'0,"4"7"-4"16,-10-5-11-16,10 5-6 0,-11 2-5 0,11-2-3 16,-19 10-7-16,6 0-9 0,1 3-7 0,2 0-14 15,2 1-9-15,2-3-12 0,2 0-11 0,-2 1-9 16,2 4-9-16,2-4-6 0,2 0-5 0,2-1-9 16,-2-2-7-16,3 1 0 0,0-4-10 0,5 2-4 15,-3-3-1-15,1 0-6 0,4-1-3 0,-3-1-4 16,-1-1 1-16,2-1-7 0,-8-1-2 0,14-1-1 15,-7-2-4-15,-7 3 1 0,13-6-5 0,-6 1-4 16,-1 0 4-16,1-3-2 0,-2 2-7 0,0-4 4 16,2 2-4-16,-1-2-1 0,-4-1 2 0,2 2-2 15,-1 0 0-15,2 0-4 0,-3 0 2 0,1 5-1 16,-3 4 2-16,3-9-4 0,-3 9 0 0,3-6-6 16,-3 6 0-16,0 0 0 0,0 0 3 0,0 0 5 15,0 0 6-15,8 15 0 0,-8-15 0 0,3 13-2 16,-1-7 4-16,-1 1-4 0,3 2 3 0,0 0 0 15,0 0 3-15,-1-2 2 0,0-1 7 0,4 0-10 16,-2-2 4-16,-1 0 0 0,1-1-2 0,3 1 1 16,-1-1 1-16,1-2-2 0,2 1-2 0,0-4 9 15,2 1 0-15,-1-2-12 0,2 1-3 0,-3-4 4 16,2 3-5-16,-2-4 0 0,-1 0-4 0,0 0 3 16,-5-1 1-16,3-1 0 0,-2-1-4 0,-1 0 5 15,0-1-4-15,-1 1 6 0,-2 0-11 0,-2 1 5 16,-2-2-2-16,1 3 1 0,-2-2 0 0,0 1-3 15,-1 4 4-15,1-2 1 0,4 7-5 0,-8-7 0 16,6 1-1-16,2 6 2 0,-4-7 0 0,4 7-3 16,0 0-1-16,0 0-3 0,-3-5 1 0,3 5-2 15,0 0 4-15,0 0-2 0,0 0 6 0,0 0 8 0,0 0-9 16,26 4 0-16,-16-3-2 0,0 3 0 0,4-1 7 16,-5 3-8-16,2-2 5 0,-1 1-2 15,-3 1-3-15,3 0-3 0,0 0-1 0,-4 3 7 16,2 0-1-16,-3 0 5 0,-1 1 3 0,2 1-7 15,-3-2 4-15,-1 1 1 0,1 3-1 0,-2-3-3 0,0 0 14 16,-1-1-13-16,2-2 3 0,-1 1-1 0,1-1-7 16,1-1 5-16,-3 2 2 0,0-8 0 15,8 10 0-15,-2-6 2 0,0-1 3 0,1 0-2 0,3-1 1 16,3 0-2-16,-2-2 0 0,7-4-3 16,0 1 3-16,0 0-6 0,2-5 6 0,-4 2-4 0,2 0 3 15,-3-2 1-15,0 0 6 0,-3 1-12 0,-3-3 0 16,5-1 0-16,-3-1 0 0,-4 2 2 15,2 0 2-15,-4-1-2 0,-1 2 3 0,-2 1-1 16,-1 0 6-16,1 1 7 0,-2 7-1 0,-4-11-6 0,4 11-10 16,-4-8 1-16,4 8 4 0,-13 2-3 0,13-2 4 15,-15 4-6-15,6 0 4 0,-2 1 0 0,0 1-1 16,2-1-2-16,0 0 0 0,3 1 1 16,-2 2-1-16,3-5-4 0,3 3 2 0,2-6 0 15,-7 9-2-15,7-9-2 0,-1 6-13 0,1-6-3 0,0 0-2 16,0 0 1-16,6 10-1 0,-6-10 2 0,0 0 0 15,9 2 1-15,-9-2 3 0,9 1 4 16,-9-1-2-16,13-1-1 0,-13 1 2 0,9-2 5 16,-9 2-3-16,8-2 3 0,-8 2-1 0,0 0-2 0,12 0 2 15,-12 0-2-15,9 3 0 0,-4 0 3 0,-1 2 1 16,3 2 0-16,2 2 2 0,1 4 6 0,-1 4-2 16,2 9 9-16,0-3 0 0,-1 3-1 0,1 0 1 15,-2 1 4-15,0 1 7 0,1-1-4 0,1 0 2 16,-4-2 0-16,-2-2 0 0,-1 3-2 0,1-7 0 15,-2-1-1-15,-2 0-5 0,-1-2 3 0,0-1 2 16,-2-4-2-16,-1-3 7 0,-2 3-4 0,1-5-2 16,-4 1-5-16,1-2-3 0,-3 0-5 0,-1-2 3 15,1 0-7-15,4-2 1 0,6-1-2 0,-18-4-8 16,11 1-2-16,2-3-9 0,-1-4-2 0,2 0 0 16,4-6 2-16,1 0 0 0,8-7 3 0,-2-2 1 15,3-1-1-15,5-1 0 0,2-2 0 0,5-2-4 16,4-8-4-16,1-1 1 0,-7 11-3 0,10-10 0 15,-8 11-3-15,2-1 2 0,-3 1 7 0,0 2-5 16,-2 0 5-16,-3 3 4 0,-1 4 6 0,-6 3 6 16,-5 5 3-16,2-5 4 0,-3 6-3 0,1 2 9 15,-3 1 8-15,-1 7 5 0,0-12-1 0,0 12-1 16,-6-8-5-16,1 5-3 0,5 3 2 0,-20 3-1 16,8 4-3-16,-4 0 4 0,-2 6 1 0,4 2 5 15,0 0-4-15,1-1-3 0,2 1 1 0,3 1-3 16,4-2 2-16,3-3 1 0,2 2-5 0,3-3-7 15,4 5-20-15,6-2-25 0,1-2-41 0,4 0-58 16,8-1-58-16,4-2-61 0,-2-1-177 0,5-2-480 16,-1-1 212-16</inkml:trace>
  <inkml:trace contextRef="#ctx0" brushRef="#br0" timeOffset="-126875.8">16856 5376 22 0,'0'0'270'0,"0"0"-12"0,-1-9-10 0,1 9-7 15,0 0-8-15,0 0-16 0,0 0-19 0,0 0-18 16,0 0-23-16,-1-8-17 0,1 8-13 0,0 0-14 15,0 0-11-15,0 0-11 0,12 27-7 0,-7-14-7 16,2 3-11-16,-1 3-1 0,3-2-5 0,-3 1-5 16,0 0-7-16,-4-1-4 0,6 0-7 0,-2 0 2 15,1-3-7-15,-2 1 0 0,-1-4-6 0,-2 0 0 16,3-1 1-16,-2-3 0 0,1-2-5 0,-2 1 5 16,-2-6 8-16,7 8 16 0,-5-5 10 0,-2-3 15 15,5 3 17-15,-5-3-8 0,0 0 0 0,0 0 0 16,17-12-13-16,-8 4-5 0,-3-1 2 0,1 0-5 15,3-5-5-15,-1 1-11 0,-2-3 11 0,5 0-24 16,-1-2 4-16,0 1-7 0,-1 0-1 0,4-6-10 0,-5 0 8 16,1 5-4-16,-1 1-8 0,-4 5-5 15,0 0 2-15,1 1-3 0,0 1 0 0,-2 2-1 16,-1 1-7-16,3 0-20 0,-5 4-20 0,-1 3-24 16,5-10-37-16,-5 10-28 0,4-3-17 0,-4 3-24 15,0 0-35-15,0 0-41 0,12 14-39 0,-6-4-271 0,-4-1-598 16,2 3 265-16</inkml:trace>
  <inkml:trace contextRef="#ctx0" brushRef="#br0" timeOffset="-126526.61">17278 5543 191 0,'0'0'208'0,"-3"14"4"15,-1-7-4-15,2 0-7 0,-1 4-14 0,1-2-6 16,2 2-7-16,-4-1-8 0,4 1-12 0,0 0-12 15,0-2-8-15,1 1-8 0,2 0-3 0,-1-3-2 0,2 2 4 16,0-4-8-16,2 0-7 0,-2 1-9 16,6-1-15-16,-1-2 10 0,2 0-11 0,-4-1-7 15,3-2-2-15,1 1-4 0,-4-2 0 0,-7 1 3 16,16-2-13-16,-10-1 1 0,1 0 0 0,-1-1-7 16,3-3-7-16,-4 0 2 0,0-2-1 0,-1 0-13 0,0-2-2 15,-3-1-8-15,2 2-3 0,-3-2-4 16,-2 0 2-16,1 0-1 0,0 2-7 0,-2-1-5 15,-1 3 0-15,1-1-4 0,-3 1-1 0,1 2-2 0,-4 1-3 16,0 0-2-16,2 4-1 0,7 1-6 0,-13-4-9 16,13 4-6-16,-14 3-17 0,14-3-16 0,-9 2-22 15,4 2-21-15,-1 0-23 0,2 1-23 16,4-5-35-16,-3 11-34 0,3-11-36 0,5 11-24 16,-1-5-175-16,6-3-488 0,2 1 215 0</inkml:trace>
  <inkml:trace contextRef="#ctx0" brushRef="#br0" timeOffset="-126363.55">17711 5554 41 0,'0'0'267'0,"9"-2"-10"0,-9 2-3 15,9-1 5-15,-9 1-2 0,8-1-9 0,-8 1-16 16,0 0-20-16,9-1-20 0,-9 1-20 0,0 0-18 16,10-2-15-16,-10 2-27 0,0 0-39 0,11-1-47 15,-11 1-50-15,0 0-60 0,11 0-60 16,-5 3-36-16,-6-3-45 0,6 4-148 0,-6-4-405 0,4 6 179 15</inkml:trace>
  <inkml:trace contextRef="#ctx0" brushRef="#br0" timeOffset="-126223.09">17738 5656 232 0,'0'0'229'0,"-3"7"4"0,3-7-8 0,0 0 2 0,0 0-1 16,0 0-5-16,7 7-9 0,-7-7-24 0,6 3-14 15,2-2-20-15,-8-1-14 0,20 0-11 0,-7-1-28 16,4-2-42-16,2 0-61 0,1-1-77 0,-1 0-76 15,11-4-71-15,-11 3-156 0,10-3-413 0,3 1 183 16</inkml:trace>
  <inkml:trace contextRef="#ctx0" brushRef="#br0" timeOffset="-125577.65">18465 5425 147 0,'0'0'297'0,"0"0"-14"15,1-7-7-15,-1 7-22 0,0 0-16 0,0 0-11 16,0 0-15-16,-5-10-20 0,5 10-16 0,0 0-23 16,0 0-12-16,0 0-14 0,0 0-15 0,-5-5-19 15,5 5-7-15,0 0-6 0,0 0-11 0,0 0-4 16,0 0-13-16,0 0-3 0,0 0-3 0,0 0-7 16,0 0-6-16,0 0 1 0,-14 11-3 0,14-11-4 15,-6 7-5-15,3-3 0 0,3-4 6 16,-7 7-13-16,3-2-1 0,0 0-1 0,0-1 1 0,0 1-1 15,0 0 1-15,-2 2-5 0,1 0 6 0,1 3 3 16,-1-1-1-16,-2 1-4 0,1 0 5 0,-1 0-3 16,3 0-1-16,-2-1 6 0,3 0 0 0,0 1 2 15,-1-1 5-15,3-2-14 0,-2 1 2 0,2-1 2 16,1-7 1-16,0 14 4 0,1-7 0 0,2-2 13 16,-2 2-5-16,3-1 5 0,0 1 7 0,1-3-1 15,3 5-9-15,1-5 0 0,-2 2 4 0,1 0-12 16,-2-2 4-16,3-2 4 0,0 1-5 0,2 1-1 15,-1-3-3-15,1-1-7 0,0 0 18 0,1-1-13 16,1 1-5-16,1-4 4 0,-1 2-2 0,0-1-2 16,3-4-5-16,-3 2 5 0,0 1-1 0,-2-1 4 15,2-1-2-15,-3 0 6 0,-1 0-15 0,3-1 5 16,-3 0 17-16,0-2-17 0,-3-1 11 0,2 2-17 16,1-2 4-16,-6 0-6 0,4-5-1 0,-3 4 20 0,-3-1-26 15,3 1 7-15,-4-3-12 0,1 2 15 16,-2 0-5-16,1 1 7 0,-3 1 1 0,2 0 4 15,-1-1-1-15,0 1 0 0,-2 1-7 0,-1-1-3 16,0 1-2-16,0 0 5 0,-3 2-4 0,1 1-3 0,7 6 0 16,-12-12 6-16,2 7-6 0,2 0-14 0,2 2 15 15,-1 0-1-15,-4 0-3 0,-1 3 4 16,1 0-7-16,-2 3 4 0,-4 0-4 0,4 3 0 16,1-1 4-16,-2 1 0 0,4-2-4 0,-1 1 6 15,0 2-14-15,3-4 8 0,-2 1 0 0,5 2 0 0,-4-2-9 16,4 1 2-16,-1 1-20 0,0 0-35 15,2-1-19-15,4-5-15 0,-5 9-31 0,0-4-31 16,3 0-47-16,-1 2-49 0,1-1-49 0,2-6-269 16,-5 11-624-16,3-4 277 0</inkml:trace>
  <inkml:trace contextRef="#ctx0" brushRef="#br0" timeOffset="-125273.15">18006 5866 226 0,'0'0'278'16,"0"0"-9"-16,0 0-20 0,0 0-22 0,0 0-20 16,0 0-13-16,0 0-19 0,27 3-15 0,-10-3-16 15,4 0-15-15,0 0-13 0,12-1-13 0,-1 0-17 0,3-2-38 16,-1 0-44-16,1 3-62 0,0 0-86 0,4-2-82 16,-5 0-139-16,3-1-395 0,-5 0 175 15</inkml:trace>
  <inkml:trace contextRef="#ctx0" brushRef="#br0" timeOffset="-103706.68">13335 4753 2 0,'2'12'6'0,"-1"-2"5"0,3 1-2 16,0 5 2-16,2-5-3 0,-2 4 3 0,2 1-6 15,-1-1 3-15,1 0 2 0,1 0 1 0,2 1-7 16,-4 0 5-16,3-2 4 0,4 1-6 0,-1-2-2 16,-2 0 5-16,5-2-4 0,-3 1 2 0,-2-4-1 15,7 3-2-15,-1-2 6 0,-5-2-3 0,5 1 5 16,-1-2-2-16,-3-1-1 0,9 1 2 0,-5-1-4 16,2-2 6-16,0 0-3 0,-1-3 3 0,0 2-1 15,0-4 2-15,1 2-9 0,2-3 9 16,-2-1-1-16,-1 0 1 0,2-2-1 0,-2 0-7 0,2-1 5 15,1-2 4-15,0-1 2 0,-4 1-5 0,3-1 12 16,-1-3-1-16,-2-1-7 0,1 0 2 0,-3 2 0 16,-2-3-5-16,1-1 3 0,-1 0-6 0,-2-1 1 15,0 1-2-15,-2-2 2 0,-1 1-3 0,-1-3-6 16,1 1 2-16,-1-6 2 0,-3 6-9 16,1-5 11-16,-1-3-2 0,-2 8-1 0,2-2-6 0,-2 2 7 15,0-1 0-15,0 1 3 0,0-1-10 0,-2 2 1 16,-2 1-3-16,2 1 5 0,-4-1 0 0,2 1-1 15,-1 1-2-15,-3 1 1 0,-1-2-1 0,2 8 0 16,-4-1 3-16,0 1-7 0,-3-2-4 16,1 2 6-16,-1 3 8 0,-1-2-6 0,-2 4 0 0,0 0-6 15,-2 0 0-15,-1 5 1 0,0 0 2 0,-2 0 0 16,1 1-5-16,-8 3 3 0,5 1 1 0,-3 1 1 16,0 2-4-16,6-2 4 0,2 2 1 0,-8 2 6 15,4-1-8-15,4-2 5 0,0 3-1 0,5-1-5 16,-3 2 4-16,2 0-4 0,0 0 1 15,1 1 4-15,1-3 3 0,-1 2-2 0,1-1-1 0,4-1 2 16,-2 0-3-16,0 1-6 0,0 1 13 0,1 1-7 16,-1 0 2-16,3 1-1 0,0-1 3 0,-1-2-1 15,1 4-5-15,-1-3 4 0,4-1 1 0,-2 3-1 16,1-1 7-16,1-2-7 0,3 0 6 0,0 0-6 16,2 0 1-16,0 4-3 0,2-4 0 0,0 1-5 15,0-1 9-15,1-1 4 0,5 2-7 0,2 1 1 16,-1 0-3-16,1-2-2 0,2-1 8 0,-1 0-6 15,2 1 6-15,1-1-4 0,2-2 3 0,2-1-4 16,2 0-6-16,-2 1 6 0,2-3 1 16,7 1 3-16,0-1 1 0,-2-3-3 0,-5 1 3 15,1-1 1-15,3-2-8 0,-4 1 9 0,3-4-5 0,0 2-5 16,-2 0 9-16,0-1 1 0,0 1 1 0,-2 0-9 16,-1-2 7-16,-2 0-2 0,0-1-2 0,-1 1 2 15,-1-2 2-15,-1 1-7 0,-1-2-1 0,1 0 5 16,-1-1 5-16,-1-1-4 0,-2 0 2 15,4-5-1-15,-8 2 0 0,4-1-3 0,-1-3-1 16,2-2 3-16,-6-1-10 0,1 1 11 0,-1-10 1 0,-2-1-7 16,-2 2 4-16,0 0-2 0,-4-5-8 0,2 5 7 15,-5-2-6-15,2-1 9 0,-4-1-2 0,2 2 0 16,-3 1-3-16,2 1 4 0,-5 3 0 0,0 2-3 16,-3-2 8-16,3 7-20 0,-1 2 9 15,-2-1-4-15,-4 4 1 0,2 1-1 0,0 1 4 0,-4 5-1 16,1 1-6-16,-1-1 0 0,0 4 2 0,1 1-10 15,1 3-2-15,-5 3-11 0,5-1-2 0,-5 6-10 16,3 2-33-16,2 4-84 0,-3 1 38 16</inkml:trace>
  <inkml:trace contextRef="#ctx0" brushRef="#br0" timeOffset="-101013.44">16860 4580 16 0,'0'0'79'16,"0"0"-4"-16,0 0-9 0,0 0-11 0,0 0 1 16,0 0-13-16,0 0-3 0,0 0-1 0,0 0-7 0,0 0-3 15,0 0 3-15,0 0-8 0,0 0 0 0,0 0-9 16,0 0 4-16,4 29-7 0,-3-23 6 0,1 0-7 15,0 1 3-15,-2-7 1 0,2 12-5 16,0-6 1-16,0 0 11 0,-2-6-12 0,4 8 0 0,-3-2 1 16,-1-6 4-16,4 4 17 0,-4-4 3 0,0 0-9 15,0 0 3-15,23-9-3 0,-9-2-8 0,12-7-2 16,5-3-5-16,13-7-7 0,1-2-19 0,2 4-10 16,1-3-20-16,-1 1-31 0,-1 3-65 15,-2-3-151-15,1 3 68 0</inkml:trace>
  <inkml:trace contextRef="#ctx0" brushRef="#br0" timeOffset="-99479.84">16920 4649 20 0,'0'0'25'0,"0"0"-5"0,6 7-1 0,-6-7-3 0,3 5-3 16,-3-5 3-16,0 0-3 0,5 7-2 15,-5-7 2-15,5 3-6 0,-5-3 3 0,0 0 3 0,5 4-1 16,-5-4 2-16,0 0 0 0,7 6-1 16,-7-6 2-16,0 0-4 0,7 2 1 0,-7-2-2 15,0 0 1-15,0 0-1 0,0 0 1 0,11-1-3 16,-11 1-4-16,0 0 7 0,10-1-6 0,-10 1 6 0,10-3-4 16,-5 0-6-16,-5 3-2 0,12-4 6 15,-5 1-3-15,3-1 9 0,1-1-8 0,-1-1 0 16,7-2-8-16,-3 0-1 0,5-4-11 0,5-2-10 15,3 0-31-15,1 0-62 0,0-3 28 0</inkml:trace>
  <inkml:trace contextRef="#ctx0" brushRef="#br0" timeOffset="-97605.68">16993 4561 33 0,'1'-8'37'0,"-1"8"1"0,0 0-3 16,3-9-9-16,-3 9-4 0,1-7 1 0,-1 7-1 15,0 0-5-15,0-9 0 0,0 9-2 0,0 0 4 16,1-10-5-16,-1 10 3 0,0 0-9 0,0-10 4 15,0 10-4-15,0 0 3 0,0 0-3 16,0 0-2-16,-1-10 2 0,1 10-1 0,0 0 0 16,0 0 3-16,0 0-3 0,0 0-4 0,0 0 6 15,0 0-7-15,0 0 7 0,0 0-6 0,0 0-8 16,0 0 7-16,0 0-8 0,0 0 6 0,0 0-8 16,0 0 5-16,0 0-4 0,0 0 0 0,0-9-2 15,0 9 2-15,0 0 3 0,0 0-7 0,0 0 11 16,0 0-10-16,0 0 5 0,0 0-6 0,0 0 3 0,0 0 3 15,0 0 0-15,0 0-3 0,0 0 5 0,0 0 1 16,0 0-6-16,0 0 5 0,0 0 2 0,0 0 0 16,0 0 1-16,0 0-3 0,0 0-3 0,0 0 3 15,0 0 2-15,0 0-2 0,0 0 2 16,0 0-6-16,0 0-3 0,-10 0 7 0,10 0-4 16,0 0-2-16,0 0 1 0,0 0 4 0,-10-3-4 0,10 3 0 15,0 0-4-15,0 0 1 0,0 0-1 16,0 0-1-16,0 0-1 0,-12 2-1 15,12-2 1-15,0 0-11 0,-6 4-26 0,6-4 12 0</inkml:trace>
  <inkml:trace contextRef="#ctx0" brushRef="#br0" timeOffset="-97378.83">16947 4613 5 0,'1'8'17'0,"0"2"-3"16,1-2 5-16,0 2-4 0,2-4-3 0,-1 0-2 15,-1 1 0-15,-2-7 1 0,7 9 2 16,-5-5 1-16,-2-4-6 0,10 6 2 0,-2-4-5 16,2 0 2-16,2-2-2 0,2-4-2 0,2-4-4 15,4 3-15-15,0-3 1 0,-1-1-10 0,0 1-26 16,2-3 12-16</inkml:trace>
  <inkml:trace contextRef="#ctx0" brushRef="#br0" timeOffset="-96856.24">17372 4505 1 0,'0'0'54'0,"0"0"-9"0,0 0 3 0,0 0-13 16,0 0-2-16,0 0-1 0,0 0-4 0,0 0 5 16,0 0-9-16,0 0-1 0,0 0-4 0,-3-7-2 15,3 7-2-15,0 0 3 0,0 0-11 0,0 0 4 16,0 0-1-16,0 0 22 0,0 0-22 0,0 0 0 16,0 0-4-16,0 0-1 0,0 0-6 0,0 0 5 15,0 0-2-15,0 0 6 0,0 0-5 0,0 0 2 16,0 0-7-16,0 0 3 0,0 0 3 0,0 0 0 15,0 0-1-15,0 0-1 0,0 0-3 0,0 0 4 16,-7-3 0-16,7 3 2 0,0 0-8 0,0 0 8 16,0 0-1-16,0 0-3 0,0 0 1 0,0 0-2 15,0 0-9-15,0 0 7 0,0 0 2 0,0 0-3 16,0 0 3-16,0 0 0 0,0 0 6 0,0 0-6 16,0 0 0-16,0 0-3 0,0 0 1 0,0 0-7 15,0 0 0-15,0 0-5 0,0 0-7 0,0 0-7 16,0 0-4-16,0 0-2 0,0 0-6 0,0 0-22 15,0 0-66-15,0 0 29 0</inkml:trace>
  <inkml:trace contextRef="#ctx0" brushRef="#br0" timeOffset="-94625.01">14442 5924 21 0,'-15'-1'49'0,"15"1"-10"0,-18-2 3 0,6 2-6 16,12 0-9-16,-15 0-1 0,15 0-2 0,-20 0-4 15,20 0-3-15,-13 0 8 0,13 0-8 0,-17 2-2 16,9-1-5-16,8-1 2 0,-13 4-4 16,8-4 1-16,5 0-1 0,-14 1-2 0,14-1 2 0,-11 2-5 15,11-2 2-15,-7 1 0 0,7-1-1 0,0 0-2 16,-9 2 1-16,9-2 0 0,0 0-2 0,0 0 6 15,0 0-3-15,0 0-1 0,0 0 5 0,0 0-2 16,38 4 2-16,-18-2 2 0,10-1 2 0,7 0 2 16,16-2-4-16,5 0 9 0,7-2-7 0,0 0 7 15,25-2-8-15,-25 1 6 0,27 0 0 0,-26 1-6 16,28 0-1-16,-4 1 9 0,-25 1-8 0,28-1-2 16,-28 2-2-16,25 2-12 0,-27-1-2 15,3 0-14-15,1 2-13 0,-5-1-19 0,-4 2-43 0,3-2-102 16,-8-2 46-16</inkml:trace>
  <inkml:trace contextRef="#ctx0" brushRef="#br0" timeOffset="-92055.26">18296 5888 2 0,'0'0'6'0,"0"0"0"0,0 0-5 0,-7 4 1 16,7-4 1-16,0 0-3 0,0 0 3 0,-8 3 1 16,8-3-1-16,0 0 3 0,0 0-4 15,-10 0 0-15,10 0 3 0,0 0 0 0,-9 1-3 16,9-1-1-16,-8 1-2 0,8-1 1 0,-9 2 1 16,9-2-2-16,-6 3 14 0,6-3-12 0,0 0-3 15,-8 2 3-15,8-2-4 0,0 0 5 0,0 0-2 0,-8 2 0 16,8-2 0-16,0 0 1 0,-10 1-1 0,10-1 3 15,-6 3-4-15,6-3 1 0,0 0-2 16,-8 3 0-16,8-3 3 0,0 0 0 0,0 0 3 16,0 0-5-16,-7 2-2 0,7-2 6 0,0 0-6 15,0 0-3-15,0 0-5 0,0 0-9 0,0 0 4 0</inkml:trace>
  <inkml:trace contextRef="#ctx0" brushRef="#br0" timeOffset="-91645.11">18181 5915 22 0,'0'0'-4'0,"0"0"5"15,0 0 3-15,0 0 1 0,0 0-1 0,0 0 9 16,0 0-6-16,0 0 2 0,0 0-1 0,0 0 1 15,-7 3-3-15,7-3-2 0,0 0 5 0,0 0 2 0,0 0 2 16,0 0 0-16,0 0 4 0,0 0-5 0,0 0 0 16,0 0-2-16,0 0 2 0,0 0 1 0,0 0 2 15,0 0-3-15,0 0 0 0,0 0 1 16,0 0 3-16,0 0 4 0,0 0 3 0,0 0-14 16,0 0 8-16,0 0 0 0,0 0 1 0,0 0-3 0,-11-1 5 15,11 1-1-15,0 0 4 0,0 0-1 0,0 0 3 16,0 0 3-16,0 0-2 0,0 0 6 15,0 0-7-15,0 0-1 0,0 0 9 0,0 0-10 16,0 0 5-16,0 0-1 0,0 0-3 0,0 0-2 16,0 0-2-16,0 0 7 0,0 0 3 0,0 0-8 0,0 0 10 15,0 0-1-15,0 0-1 0,0 0 4 16,0 0-6-16,0 0-12 0,0 0 5 0,0 0-5 0,0 0 7 16,0 0-6-16,0 0-3 0,0 0-7 15,0 0 5-15,0 0-8 0,30-7 4 0,-13 4-2 16,2-2-3-16,1 0-6 0,7 3 4 0,-5-1-5 0,6-3 2 15,-7 2-1-15,8-1 2 0,-1 2-5 0,2-3-4 16,1 1 0-16,-3-1-6 0,2 1-8 0,4-1 1 16,-3 0-7-16,-1 0-10 0,-1 1 0 0,-1-1-7 15,-1 1 3-15,-6 1 2 0,-2 1-5 16,1 0-3-16,-3-1 3 0,-4 2 3 0,0 1-1 16,-1-1 0-16,-5-1-6 0,1 3-37 0,-8 0-95 0,11-3 42 15</inkml:trace>
  <inkml:trace contextRef="#ctx0" brushRef="#br0" timeOffset="-91472.3">18667 5808 19 0,'0'0'52'15,"20"-11"-20"-15,-20 11-19 0,9 0-33 0,-9 0-20 0,0 0 9 16</inkml:trace>
  <inkml:trace contextRef="#ctx0" brushRef="#br0" timeOffset="21716.74">29607 12471 30 0,'0'0'26'0,"0"0"1"0,-3-9 1 16,3 9-2-16,0 0 0 0,0 0 3 15,0 0-8-15,0 0-6 0,0 0 1 0,0 0 1 0,0 0-3 16,0 0-2-16,0 0-10 0,0-8 15 0,0 8-8 16,0 0-2-16,0 0-3 0,0 0 5 0,0 0-4 15,0 0-4-15,0 0 6 0,0 0-1 0,0 0 1 16,0 0-8-16,6-5 5 0,-6 5-6 0,0 0 2 15,0 0-6-15,0 0 2 0,0 0-6 0,12-1 13 16,-12 1-8-16,6-2 1 0,-6 2-9 0,7-2 8 16,-7 2-1-16,11-4 0 0,-11 4 1 0,10-1 3 15,-5-1 0-15,-5 2-5 0,13-1 4 0,-7 0-12 16,-6 1-4-16,15-3-1 0,-15 3-20 0,14 1-41 16,-7-2 19-16</inkml:trace>
  <inkml:trace contextRef="#ctx0" brushRef="#br0" timeOffset="23272.28">29355 12485 6 0,'0'0'4'0,"0"0"-3"0,0 0-2 15,0 0 3-15,0 0-4 0,0 0 2 0,0 0 0 16,0 0 1-16,0 0-2 0,0 0-1 0,0 0 1 15,0 0 1-15,0 0-2 0,0 0-1 0</inkml:trace>
  <inkml:trace contextRef="#ctx0" brushRef="#br0" timeOffset="24465.96">29355 12485 2 0,'0'0'1'0,"0"0"3"15,0 0 1-15,0 0-3 0,0 0 1 0,0 0-4 16,0 0-2-16,0 0 5 0,0 0-2 0,0 0 2 16,0 0-1-16,0 0 0 0,0 0-1 0,0 0 0 15,0 0 1-15,0 0-1 0,7-10 2 0,-7 10-1 16,0 0 3-16,0 0-4 0,0 0-2 0,0 0 1 15,0 0 0-15,9-2 6 0,-9 2-3 0,0 0-3 16,0 0 9-16,0 0-9 0,0 0 7 0,5-4-6 16,-5 4-3-16,0 0 0 0,0 0 3 0,0 0-2 15,0 0 2-15,0 0 0 0,0 0 1 0,8-2-4 16,-8 2 4-16,0 0-4 0,0 0 6 0,0 0-4 16,9-2 2-16,-9 2 2 0,0 0-6 0,0 0 0 15,0 0 3-15,0 0 5 0,10 0-7 0,-10 0 1 16,0 0 0-16,7-3 1 0,-7 3-6 0,0 0-5 15,0 0 21-15,9 0-9 0,-9 0 0 0,0 0-2 16,0 0 2-16,10 0-2 0,-10 0 1 0,0 0 0 16,0 0 0-16,10 0-1 0,-10 0 0 0,0 0 8 15,0 0-7-15,9-2 0 0,-9 2-5 0,0 0 10 16,0 0-5-16,9 0 2 0,-9 0-3 0,0 0 2 16,0 0 6-16,10 2-7 0,-10-2 0 0,0 0-2 15,7 0 0-15,-7 0 0 0,0 0 7 0,9-2-4 16,-9 2 3-16,0 0-1 0,10-1 1 0,-10 1 1 15,0 0-4-15,0 0 3 0,11-1-3 0,-11 1 2 16,0 0 2-16,11-2-5 0,-11 2 4 0,0 0 1 16,11 0-4-16,-11 0 1 0,0 0 0 0,9-1-1 15,-9 1 1-15,0 0-4 0,9 1 8 0,-9-1-8 16,0 0 3-16,0 0 0 0,10 0 1 0,-10 0 0 0,0 0-1 16,9 0-4-16,-9 0 9 0,0 0-6 15,0 0-1-15,13-1 4 0,-13 1-4 0,0 0 0 16,10 0 4-16,-10 0-2 0,9-1 2 0,-9 1-4 15,0 0 1-15,9 1 1 0,-9-1-1 0,0 0 1 16,10-1-1-16,-10 1-1 0,8-1 1 0,-8 1 0 0,0 0 3 16,9 1-4-16,-9-1 3 0,0 0-2 0,10-1 4 15,-10 1-5-15,0 0 3 0,10-2-4 16,-10 2 4-16,0 0-4 0,9-2 5 0,-9 2-2 16,0 0 1-16,0 0-2 0,8-1 6 0,-8 1-7 15,0 0 1-15,0 0-2 0,9-2 1 0,-9 2-2 16,0 0 2-16,0 0 3 0,9 0-4 0,-9 0 1 15,0 0 6-15,0 0 0 0,9-3 2 0,-9 3-4 16,7 0 2-16,-7 0 0 0,0 0 0 0,10-3-1 16,-10 3-4-16,0 0 3 0,11-1 1 0,-11 1 2 0,0 0-4 15,6-2 0-15,-6 2 1 0,0 0 0 0,10-1-5 16,-10 1 0-16,0 0 3 0,8-1-2 0,-8 1 12 16,0 0-10-16,0 0-1 0,0 0-5 15,8-3 10-15,-8 3-5 0,0 0 0 0,0 0-1 16,0 0 2-16,0 0 3 0,9 0-4 0,-9 0 2 0,0 0-1 15,0 0-3-15,8-2 3 0,-8 2-1 0,0 0 0 16,0 0-3-16,0 0 5 0,0 0-4 16,0 0 3-16,0 0 1 0,0 0 1 0,0 0-2 0,0 0-3 15,0 0 6-15,0 0-2 0,0 0-4 16,0 0-2-16,0 0 5 0,0 0-3 0,10 0 3 0,-10 0-3 16,0 0 1-16,0 0-3 0,0 0 6 15,0 0-4-15,0 0 2 0,0 0 2 0,0 0-3 16,0 0 0-16,0 0 2 0,9-3 1 0,-9 3-1 15,0 0-2-15,0 0 1 0,0 0 2 0,0 0 4 0,0 0-5 16,0 0-3-16,0 0 3 0,0 0 3 0,0 0-3 16,11 2-4-16,-11-2 4 0,0 0 2 0,0 0-5 15,0 0 0-15,0 0 2 0,0 0 5 0,0 0-4 16,0 0-1-16,9 0 0 0,-9 0 3 16,0 0 2-16,0 0-1 0,0 0-3 0,0 0 6 0,9 0-7 15,-9 0 3-15,0 0-6 0,0 0 5 0,6-3 0 16,-6 3-1-16,0 0 1 0,0 0-2 0,0 0 4 15,0 0-3-15,10 0 4 0,-10 0-4 0,0 0 6 16,0 0-10-16,0 0 6 0,0 0-3 0,8-2 3 16,-8 2-2-16,0 0 1 0,0 0 1 0,0 0-2 15,7-2 0-15,-7 2-1 0,0 0-3 0,0 0 3 16,0 0 1-16,0 0-1 0,0 0-2 0,0 0 6 16,0 0-2-16,0 0-1 0,0 0-3 15,0 0 3-15,0 0 2 0,0 0-4 0,0 0-2 0,0 0 4 16,0 0-1-16,0 0 2 0,0 0-2 0,0 0-4 15,0 0 3-15,0 0 0 0,0 0-4 0,10-1 3 16,-10 1-2-16,0 0 1 0,0 0 3 0,0 0-3 16,0 0-3-16,0 0 3 0,0 0-1 0,0 0-3 15,0 0-4-15,0 0 0 0,0 0 3 0,0 0-7 16,0 0 3-16,0 0-4 0,0 0-10 0,0 0-26 16,0 0 12-16</inkml:trace>
  <inkml:trace contextRef="#ctx0" brushRef="#br0" timeOffset="28196.01">29934 12441 9 0,'0'0'13'0,"0"0"-4"0,0 0-1 15,0 0-2-15,0 0 2 0,0 0-2 0,0 0-2 16,7-1 0-16,-7 1 2 0,0 0 7 0,0 0-8 16,0 0 0-16,0 0 0 0,0 0 0 0,12 0 6 15,-12 0-4-15,0 0-2 0,0 0 1 0,0 0-1 16,7 1 0-16,-7-1 0 0,0 0-1 0,0 0 2 15,0 0 1-15,0 0 1 0,0 0 0 0,11-2 1 16,-11 2-1-16,0 0-4 0,0 0 5 0,0 0-4 16,0 0-1-16,7-2-1 0,-7 2 2 0,0 0 1 15,0 0 2-15,0 0-2 0,0 0 6 0,0 0-1 16,0 0-6-16,0 0 6 0,9-2-4 0,-9 2 4 16,0 0-1-16,0 0-3 0,0 0-2 0,0 0 2 15,0 0 0-15,0 0-3 0,0 0-2 0,0 0 0 16,8-2 4-16,-8 2 0 0,0 0-1 0,0 0 1 15,6-2-6-15,-6 2 0 0,0 0 2 0,0 0-2 16,0 0 1-16,8-4 2 0,-8 4-6 0,0 0 8 0,0 0-1 16,0 0-4-16,0 0 4 0,0 0-2 15,10-1 0-15,-10 1-6 0,0 0 3 0,0 0 4 16,0 0 2-16,0 0-5 0,0 0-1 0,0 0 2 16,0 0 5-16,0 0-5 0,0 0 1 0,0 0 3 15,0 0-2-15,8 0 7 0,-8 0-6 0,0 0-5 0,0 0 10 16,0 0-2-16,0 0-3 0,0 0-4 15,0 0-1-15,0 0 2 0,0 0 1 0,0 0-1 16,0 0 2-16,0 0 0 0,9-2-5 0,-9 2 4 16,0 0 0-16,0 0 10 0,0 0-6 0,0 0-3 15,9-2 6-15,-9 2-2 0,0 0 4 0,0 0 1 16,0 0-3-16,5-4 2 0,-5 4 2 0,0 0-10 16,0 0 7-16,0 0 0 0,0 0 4 0,5-4-6 15,-5 4 3-15,0 0-2 0,0 0-1 0,0 0-3 16,0 0 1-16,5-4 3 0,-5 4-3 0,0 0-5 0,0 0 1 15,0 0 3-15,0 0 1 0,0 0 0 0,5-5 0 16,-5 5-4-16,0 0-6 0,0 0 12 0,0 0-3 16,4-5-5-16,-4 5 7 0,0 0-9 0,0 0 3 15,0 0 11-15,0 0-7 0,0 0-9 16,8-4 8-16,-8 4-4 0,0 0 1 0,0 0 0 0,2-7 6 16,-2 7-8-16,0 0 3 0,0 0-3 0,0 0 2 15,5-4-1-15,-5 4 3 0,0 0-6 0,0 0 10 16,0 0-8-16,6-4 3 0,-6 4-4 0,0 0 8 15,3-6-8-15,-3 6 2 0,0 0-2 16,0 0 0-16,0 0 5 0,7-6-6 0,-7 6 5 16,0 0 3-16,0 0-4 0,0 0 2 0,6-4-8 15,-6 4 2-15,0 0-1 0,3-5 3 0,-3 5-2 16,0 0 2-16,0 0 2 0,0 0-2 0,2-6 1 16,-2 6-2-16,0 0 1 0,0 0 4 0,0 0-3 15,0 0-5-15,7-4 10 0,-7 4-5 0,0 0 1 0,6-5 5 16,-6 5-7-16,0 0 1 0,4-4-1 15,-4 4 2-15,0 0-4 0,0 0 4 0,5-6 0 16,-5 6-2-16,0 0-3 0,6-5 1 0,-6 5 6 0,0 0-3 16,5-6 0-16,-5 6 1 0,4-5-3 0,-4 5 3 15,0 0 1-15,5-5-2 0,-5 5-1 0,0 0 7 16,6-5-5-16,-6 5 4 0,0 0-3 0,0 0-2 16,0 0-3-16,3-6 3 0,-3 6 6 0,0 0-10 15,0 0 8-15,0 0-3 0,5-8 0 0,-5 8-6 16,0 0 7-16,3-4 1 0,-3 4-6 0,0 0-1 15,0 0 5-15,3-8-4 0,-3 8 3 0,0 0 4 16,0 0-9-16,0 0 6 0,0 0-7 0,2-7 5 16,-2 7-2-16,0 0 9 0,0 0-8 0,3-7 5 15,-3 7 1-15,0 0-2 0,0 0-3 0,0 0-3 16,4-6 3-16,-4 6 5 0,0 0-7 0,0 0 0 16,0 0 2-16,1-7 1 0,-1 7 1 0,0 0 0 15,0 0 6-15,0 0-2 0,0 0-5 0,0 0-2 16,0 0-3-16,0 0 1 0,2-9 3 0,-2 9 5 15,0 0-2-15,0 0-7 0,0 0 2 16,3-6 7-16,-3 6-9 0,0 0 4 0,0 0 1 0,0 0 1 16,0 0 0-16,3-8 0 0,-3 8 2 0,0 0-3 15,0 0-6-15,3-6 6 0,-3 6 3 16,4-6-3-16,-4 6-1 0,3-6 2 0,-3 6-1 0,0 0 3 16,0 0-7-16,3-8 8 0,-3 8-4 0,3-6 3 15,-3 6-1-15,0 0-4 0,5-6 0 0,-5 6 4 16,0 0-2-16,4-4-3 0,-4 4 2 0,0 0 11 15,0 0-14-15,3-6 2 0,-3 6 0 0,0 0 2 16,0 0-1-16,1-8 3 0,-1 8-5 0,0 0 1 16,0 0 6-16,0 0-2 0,0 0-9 0,4-8 7 15,-4 8-3-15,0 0 1 0,0 0 2 0,2-7 2 16,-2 7-6-16,5-6 9 0,-5 6-5 0,0 0 0 16,3-7-3-16,-3 7 3 0,0 0 3 0,4-6 0 15,-4 6 2-15,2-6-4 0,-2 6-1 0,0 0 0 16,4-6-2-16,-4 6-1 0,1-7 3 0,-1 7 2 15,0 0-2-15,4-10 0 0,-4 10-2 0,2-6 2 16,-2 6-1-16,0 0 3 0,2-10-6 0,-2 10 12 16,0 0-11-16,3-7-2 0,-3 7 3 0,3-5 4 15,-3 5-3-15,0 0 0 0,4-8 5 0,-4 8-8 16,0 0 5-16,3-9 0 0,-3 9-4 0,0 0 8 16,2-7-8-16,-2 7 5 0,2-5-9 0,-2 5 6 15,0 0 0-15,2-10 3 0,-2 10 1 0,3-6-2 16,-3 6-3-16,0 0 1 0,4-6 0 0,-4 6 2 15,2-7 4-15,-2 7-4 0,2-7-3 0,-2 7 5 16,1-8-5-16,-1 8 4 0,4-6-5 0,-4 6 5 16,0 0-3-16,3-10 3 0,-3 10-8 0,4-6 2 15,-4 6 0-15,3-8 6 0,-3 8-3 0,0 0 2 16,1-7 2-16,-1 7-2 0,0 0-2 0,4-7-1 16,-4 7 6-16,0 0-5 0,4-8 2 0,-4 8-2 15,2-6 0-15,-2 6 4 0,3-8-7 0,-3 8-2 16,0 0 7-16,3-8-3 0,-3 8 1 0,3-7 2 15,-3 7-1-15,4-6 2 0,-4 6-4 16,3-7 9-16,-3 7-12 0,2-8 3 0,-2 8 2 0,4-6 4 16,-4 6-4-16,1-7 2 0,-1 7-2 0,4-8 2 15,-4 8 0-15,3-8-1 0,-3 8-2 0,4-7-3 16,-4 7 3-16,2-10-2 0,1 5 2 0,-3 5 2 16,5-10-5-16,-3 5 2 0,-2 5 7 0,4-9-3 15,-4 9-3-15,4-10 2 0,-4 10-6 0,1-8 7 0,-1 8-2 16,2-10 2-16,-2 10 4 0,2-8-5 15,-2 8 4-15,4-10-7 0,-4 10 4 0,0-5 4 16,0 5 2-16,3-7 3 0,-3 7-5 0,0 0 5 16,0 0-5-16,0-9 9 0,0 9-3 0,0 0 0 15,1-9 0-15,-1 9 5 0,0 0-5 0,0 0 7 0,1-10-3 16,-1 10 0-16,0 0 1 0,0 0 3 0,0 0 4 16,0 0-5-16,-1-10-2 0,1 10-1 15,0 0 1-15,0 0-4 0,0 0 0 0,-4-8 1 16,4 8-2-16,0 0 3 0,-1-8-3 0,1 8-4 15,0 0 2-15,0 0-2 0,-2-10 6 0,2 10 3 16,0 0-12-16,-1-7 4 0,1 7-3 0,0 0 5 16,-1-8-9-16,1 8 2 0,0 0-6 0,-1-8 4 0,1 8-2 15,0 0 5-15,-2-10-7 0,2 10 9 16,0 0-9-16,-2-8 5 0,2 8-9 0,0 0 12 0,0 0-1 16,1-11-1-16,-1 11-10 0,0 0 8 0,1-8-1 15,-1 8 3-15,0 0-4 0,2-12 1 0,-2 12 3 16,0 0 0-16,-2-10-9 0,2 10 2 0,2-7-3 15,-2 7 9-15,0 0-3 0,0-11 2 16,0 11-6-16,1-7 8 0,-1 7 2 0,0 0-5 0,0-11-6 16,0 11-1-16,0 0 12 0,2-9-5 0,-2 9-3 15,0 0 0-15,2-9 2 0,-2 9 3 0,2-6-9 16,-2 6 7-16,3-7-5 0,-3 7 5 16,1-9-5-16,-1 9 4 0,3-7-2 0,-3 7 3 0,2-6 1 15,-2 6-12-15,3-8 6 0,-3 8 10 0,0 0-11 16,3-12 6-16,-3 12-9 0,3-9 7 0,-2 3 1 15,-1 6 3-15,4-8-3 0,-1 2-1 16,-3 6-8-16,2-8 5 0,1 3 2 0,-3 5 0 0,3-10 2 16,-1 6 4-16,-2 4-7 0,4-12 4 0,-3 7-3 15,-1 5 3-15,3-13-2 0,-2 6 3 0,1 1-9 16,0-1 10-16,-1 0 0 0,2 0-5 0,-3 7-3 16,3-13 7-16,-1 6-3 0,-1 0-2 0,0 0 4 15,2 0-3-15,-3 7 4 0,1-13-3 0,2 6-3 16,-2 1 3-16,0-2-1 0,-1 8 3 0,5-11 1 15,-3 4-3-15,-2 7-2 0,2-12 6 0,1 6-2 16,-3 6-1-16,2-10 7 0,-2 10-7 0,2-11-7 16,-1 5 6-16,-1 6-6 0,4-11 3 0,-3 5 4 15,-1 6-1-15,1-11-12 0,-1 11 15 0,2-11-5 16,-1 4-2-16,-1 7 3 0,1-9 5 0,-1 9-5 16,0-9 6-16,0 9-12 0,1-8 7 0,-1 8 7 15,3-11 0-15,-1 6 2 0,-2 5-9 0,-2-13 0 16,2 6 3-16,0 7 11 0,0-14-8 0,0 7-8 15,0 7 11-15,2-14-3 0,-2 8-2 16,0 6 1-16,2-13-4 0,-2 5 9 0,0 8-5 0,1-10-6 16,-1 10 12-16,0-12-4 0,0 12-5 0,1-11 2 15,-1 11 2-15,0-11 1 0,2 6 0 0,-2 5-2 16,0-10-1-16,0 10 6 0,0-13 7 0,0 13-4 16,0-9 6-16,1 3-8 0,-1 6-1 0,1-11 0 15,-1 11 3-15,3-8-3 0,-3 8-4 0,0-8 1 16,0 8 3-16,1-8-5 0,-1 8-2 0,0 0 7 15,1-11-7-15,-1 11 1 0,0-8 7 0,0 8-9 16,0 0-1-16,0 0 1 0,2-9 6 0,-2 9-3 16,0 0-1-16,0 0-3 0,0 0 2 0,2-8-1 15,-2 8-1-15,0 0 2 0,0 0 1 16,0 0-5-16,0 0 7 0,0-8-3 0,0 8 2 0,0 0-5 16,0 0 5-16,0 0-5 0,0 0 3 0,0 0-1 15,1-11 0-15,-1 11-4 0,0 0 4 0,0 0-4 16,2-8 7-16,-2 8-6 0,0 0 7 0,0 0-11 15,0 0 12-15,2-6-9 0,-2 6 3 0,0 0 2 0,0 0-6 16,0 0 0-16,0 0 7 0,0 0-6 0,0 0 5 16,0 0-5-16,0 0 4 0,0 0 1 0,0 0-2 15,0 0 1-15,0 0 1 0,0 0-1 16,0 0-1-16,0 0 0 0,0 0 8 0,0 0-5 0,2-10-2 16,-2 10 1-16,0 0 4 0,0 0-5 0,0 0-7 15,2-4 5-15,-2 4 0 0,0 0 2 0,1-9 1 16,-1 9-5-16,0 0 9 0,4-7-6 0,-4 7 9 15,0 0-4-15,3-7 4 0,-3 7-6 16,0 0 10-16,2-8-3 0,-2 8 2 0,0 0 1 0,1-7 5 16,-1 7-8-16,3-6 5 0,-3 6 0 0,0 0-1 15,4-11 1-15,-4 11-6 0,0-6 2 0,0 6 3 16,3-8 6-16,-3 8 8 0,1-7-6 0,-1 7-2 16,1-9-4-16,-1 9-1 0,1-8 2 0,-1 8-3 15,0 0-2-15,3-10-1 0,-3 10 2 0,1-6-3 16,-1 6-3-16,3-6 1 0,-3 6-4 0,0-10 5 15,0 10-3-15,0 0 1 0,0-12-1 16,0 12 1-16,0 0-2 0,0-14 10 0,0 14 5 0,-1-10-2 16,1 10-3-16,0 0 0 0,-2-9-2 0,2 9-2 15,0 0 0-15,2-9-2 0,-2 9-2 0,0 0-1 16,0 0-4-16,0 0 4 0,-4-8 0 0,4 8-3 16,0 0 2-16,0 0-1 0,1-9 0 0,-1 9-3 15,0 0 1-15,0 0 1 0,0 0-2 0,0 0 3 16,0 0-3-16,-1-9-1 0,1 9 5 0,0 0-4 15,0 0-3-15,0 0 2 0,0 0 2 0,0 0-1 16,0 0 1-16,0 0 0 0,0 0-4 0,0 0 6 16,0 0-4-16,0 0-2 0,0 0 3 0,0 0 1 15,0 0 1-15,0 0-1 0,0 0-2 0,0 0 0 16,0 0-2-16,0 0 2 0,0 0-2 0,0 0 4 16,0 0-2-16,0 0 1 0,0 0-1 0,0-10-4 15,0 10 4-15,0 0 3 0,0 0-2 0,0 0-2 16,0 0 4-16,0 0-2 0,0 0 9 0,0 0-10 15,0 0 1-15,0 0-2 0,0 0 1 0,0 0 2 16,0 0-2-16,0 0-1 0,0 0 0 0,0 0 1 16,0 0 0-16,0 0-2 0,0 0 2 0,0 0 0 15,0 0-2-15,0 0-3 0,0 0-2 0,0 0-2 16,0 0 0-16,0 0-5 0,0 0 4 0,0 0-8 16,0 0-5-16,0 0-4 0,0 0-13 0,0 0-2 15,0 0-2-15,0 0-4 0,0 0-15 0,0 0-30 16,0 0-9-16,0 0 1 0,0 0-3 0,0 0-6 15,0 0 3-15,0 0 5 0,-9 28 13 0,9-28 5 16,-8 15 8-16,0-8 13 0,8-7 13 0,-18 12 5 16,3-4 5-16,1 0 6 0,-4 1 5 0,1-2 8 15,1-1 6-15,-11 2-67 0,7-5-89 0,-11-1 41 0</inkml:trace>
  <inkml:trace contextRef="#ctx0" brushRef="#br0" timeOffset="38125.06">24711 12517 5 0,'-11'13'30'0,"0"3"3"0,2 1-1 16,-1 1-6-16,2 5 0 0,-6-1 0 0,5-5 2 16,-2 5-9-16,-3 2 5 0,3-2-6 0,1 1-2 15,0 1 0-15,1 0 4 0,0 2 1 0,0-4 0 16,3 3-1-16,-1 0-5 0,2 3 3 0,-1-3 0 16,-1 0 3-16,5 0-4 0,2-1 0 0,-1-4 1 15,2 7-3-15,1 0-2 0,6-3 2 0,-3 1 0 16,3-2 1-16,0-4-7 0,4 3 3 0,5 2 2 0,-1 1 2 15,2-5 0-15,4 0 8 0,1-2-8 16,4 0 6-16,0-4-7 0,1 0 5 0,5 1-3 16,2-2 2-16,-1-4-4 0,2-3 5 0,2-1-4 15,-2-1 7-15,1-2-7 0,-2-2 2 0,1-3-1 0,-2-3-2 16,0-1 9-16,1-2 1 0,-2-2-9 16,2-1 23-16,-2-1-17 0,0-3-3 0,13-7 1 15,-16 4-6-15,0-3 3 0,0-2 5 0,8-9-7 16,-5-2-3-16,-1-5 2 0,-11 10-4 0,4-11 1 15,-1-2 6-15,-6 0-6 0,-2 0 4 0,-5-2-1 0,-2-1 2 16,-2-4-6-16,-5 0 3 0,-2 0-5 16,0-2-5-16,-8 3 6 0,0 0-4 0,-3 1 2 0,-7-1 5 15,-3 4-8-15,4 14-2 0,-10-11 1 16,2 14 8-16,-11-4-6 0,-10 5-1 0,-3 6 0 0,-6 10-8 16,-7 4-12-16,-30 11-10 0,-6 9-11 0,-3 14-12 15,-7 11-22-15,-11 14-42 0,-14 5-63 0,-5 9-191 16,-8 3 84-16</inkml:trace>
  <inkml:trace contextRef="#ctx0" brushRef="#br0" timeOffset="52352.07">30070 5918 43 0,'-3'-5'47'0,"3"5"0"0,0 0-5 0,0 0-6 16,0 0-5-16,0 0 1 0,0 0-6 0,-12 1-3 15,12-1-1-15,0 0-4 0,0 0 0 0,-15 1-2 16,15-1-1-16,-8 3-3 0,8-3-1 0,0 0-1 16,-9 1-1-16,9-1 2 0,0 0-2 0,-13 0 0 0,13 0-1 15,-11 2 1-15,3-2-5 0,8 0 7 16,-15-2-11-16,5 1 6 0,-2 2 0 0,-2-1-5 16,1 0 3-16,-1 2 5 0,3-2-3 0,0 0 0 15,3 0 8-15,8 0 3 0,-16-2 3 0,10 1 11 0,6 1 2 16,-9-3-7-16,9 3-5 0,0 0 12 15,-9-1-17-15,9 1 1 0,0 0-13 0,0 0 7 16,0 0-5-16,0 0 7 0,0 0-10 0,0 0 8 16,43 3 3-16,-12-3-11 0,6 1 2 0,14 2-1 15,5-1-2-15,1-1 1 0,4 2 0 0,0 1 2 16,2-3 3-16,3 1-10 0,26 4 6 0,-26-3 0 16,24 2-1-16,1 1-8 0,-1-3 5 0,3 0-3 15,1-2 6-15,1 2 2 0,2-2-3 0,-2-2-4 16,3 4 2-16,-3-6 3 0,-5 0 4 0,-26-1 1 0,1 2-9 15,-1 0 1-15,-7-1 0 0,-7 0-8 0,-12 1 3 16,-8 0-4-16,-9 1 7 0,-2 1-5 0,-2-1 1 16,-5 1-3-16,-1 0 7 0,-4 0-3 0,1-1 7 15,-8 1-2-15,0 0-6 0,13 0 1 0,-13 0 8 16,0 0-8-16,6-3 0 0,-6 3 7 0,0 0-8 16,0 0 7-16,0 0-6 0,0 0-2 0,-32-3-17 15,14 0 14-15,-3 1-1 0,-10 2-1 0,-5-1-7 16,-1 1 1-16,-14 0-6 0,-1 0 1 0,2 1 0 15,-3-1-1-15,15 2-2 0,-1-2-4 0,-13 1 0 16,13 1 0-16,4 1 3 0,-2 0 1 0,4-1-1 16,0-1 1-16,-1 2-6 0,4-2 3 0,0 2 5 15,2-3 3-15,5 3 3 0,3-3 3 16,-3 1-5-16,4 0 11 0,-1-1-2 0,1 2 3 0,1 0 9 16,6-2 2-16,-1 0 3 0,0 0-1 0,3 0 6 15,10 0 3-15,-15 0 8 0,15 0-3 0,-9 0-4 16,9 0-1-16,0 0 5 0,0 0-2 0,0 0 0 15,0 0 6-15,33-6-7 0,-4 3 10 0,8 0-3 16,23 1-1-16,2-3-6 0,30-1-2 0,-30 3 0 16,4-3 1-16,26 2-8 0,-31 2 0 0,0 0 2 15,-2 0-2-15,-7 2-3 0,-13 0 5 0,-2 2-2 16,-4 0-15-16,-4 0 0 0,-8 0-9 0,-1-1-17 16,-3 0-19-16,-6 2-29 0,0 0-87 0,-6-2 39 15</inkml:trace>
  <inkml:trace contextRef="#ctx0" brushRef="#br0" timeOffset="99120.79">3647 13326 9 0,'0'0'17'0,"0"0"-3"0,0 0-7 15,0 0-5-15,0 0-11 0,0 0-8 0,0 0 3 16</inkml:trace>
  <inkml:trace contextRef="#ctx0" brushRef="#br0" timeOffset="107306.65">9334 12979 22 0,'0'0'48'0,"0"0"-12"0,0 0-7 15,0 0 0-15,-8-2-5 0,8 2-15 0,0 0-4 16,0 0-1-16,0 0-5 0,0 0-1 0,0 0-7 16,0 0-6-16,-5 9-16 0,5-9-31 0,0 0 14 0</inkml:trace>
  <inkml:trace contextRef="#ctx0" brushRef="#br0" timeOffset="108133.56">11518 13144 9 0,'0'0'9'0,"8"-3"1"15,-8 3-3-15,0 0-4 0,13 0-1 16,-13 0 5-16,5-2-7 0,-5 2 6 0,0 0-2 0,0 0-1 16,0 0 1-16,0 0-1 0,12 1 4 0,-12-1-5 15,0 0-2-15,0 0 0 0,0 0-3 0,0 0 1 16,0 0-11-16,0 0-12 0,0 0 6 0</inkml:trace>
  <inkml:trace contextRef="#ctx0" brushRef="#br0" timeOffset="108692.7">11169 13059 16 0,'0'0'31'0,"0"0"-5"0,0 0-3 0,0 0 3 16,0 0-6-16,0 0-2 0,0 0 2 0,14 14-3 0,-14-14-3 15,9 3-1-15,-9-3-4 0,9 1 2 0,-4 1 1 16,-5-2-4-16,11 2 0 0,-5-1 1 0,-6-1 1 16,14 0-3-16,-6 0-3 0,-8 0 6 0,20 0-5 15,-10 0-3-15,3 0 1 0,-3-1 0 0,1-1 2 16,1 2 2-16,-1-3-6 0,0 0 2 0,0 2-5 16,0-2 8-16,0 1-7 0,2 0 5 0,-3-1-4 15,-2 3 3-15,3-2-2 0,-2 0 3 0,-1 1-5 16,2-1 3-16,-1 0 1 0,-9 2 1 0,14-2-5 15,-6 1 5-15,-8 1-3 0,13-1 1 16,-7 0-1-16,-6 1-3 0,13-4-1 0,-8 3-1 0,-5 1 6 16,10 0 0-16,-10 0-5 0,12-4 8 0,-12 4-5 15,8-3 3-15,-8 3-3 0,0 0-2 0,11-4 3 16,-11 4-1-16,8-1 2 0,-8 1-3 0,0 0 1 16,0 0 0-16,0 0 2 0,11-2 1 0,-11 2-5 15,0 0 2-15,0 0 0 0,0 0-3 0,0 0 0 16,0 0 3-16,0 0-1 0,0 0 2 15,0 0-1-15,0 0-1 0,0 0-2 0,0 0 2 0,0 0 1 16,0 0-2-16,0 0-2 0,-23 11-2 0,23-11 0 16,-7 3-4-16,7-3-10 0,-11 1 3 0,5 1-8 15,6-2-21-15,-12 0-50 0,6 2 23 0</inkml:trace>
  <inkml:trace contextRef="#ctx0" brushRef="#br0" timeOffset="109299.88">11271 13062 17 0,'0'0'19'0,"0"0"9"0,31 0-6 0,-23 0-2 16,3 0-3-16,-3 0 1 0,2 0-5 0,1 0-3 16,0 0-3-16,0 0 2 0,1 0 5 0,1 0-6 15,-3 0-2-15,4-2 0 0,-2 1-1 0,0 0 2 16,-1 1-5-16,0-1 1 0,0 1-1 0,-2-2 5 16,-1 4-4-16,-8-2 1 0,15-3-4 0,-7 3 3 15,-8 0-3-15,13 0 7 0,-3 0-4 0,-10 0-4 16,9-1 1-16,-9 1 0 0,10 0 2 0,-10 0-1 15,10 1-4-15,-10-1 8 0,8 0-4 0,-8 0-6 16,0 0 2-16,8-4 6 0,-8 4 1 0,0 0-4 16,0 0 1-16,0 0 2 0,6-4-1 0,-6 4-1 15,0 0-1-15,0 0-1 0,0 0 3 0,0 0 0 16,0 0 2-16,0 0-8 0,-18-6 3 0,18 6 0 16,-11 0-4-16,11 0-3 0,-12-1-5 0,12 1 0 15,-14 1 4-15,14-1-6 0,-15 0-3 0,7-1 8 16,1 2 0-16,7-1-1 0,-16 0 0 0,7 0 7 15,3 3-3-15,-4-3 2 0,10 0 2 0,-12 0 1 16,12 0 2-16,-10 0 1 0,10 0-1 0,-10 1-1 16,10-1 0-16,0 0 2 0,0 0-4 0,-12 0 2 15,12 0 5-15,0 0 0 0,0 0-1 0,0 0 2 16,0 0-4-16,0 0 0 0,0 0 0 0,0 0 3 16,0 0 1-16,29-4-3 0,-29 4 0 0,13-1-3 0,-7-1 2 15,5 2 0-15,-3-1 1 0,2 1-4 16,1-2 3-16,-2 1-4 0,3-1 3 0,-2 0 2 15,-5 0-3-15,3 1 3 0,-8 1-5 0,14-1 0 16,-8 1 0-16,-6 0-1 0,11-1-3 0,-11 1-2 16,0 0-13-16,9 0-24 0,-9 0 12 0</inkml:trace>
  <inkml:trace contextRef="#ctx0" brushRef="#br0" timeOffset="109470.14">11426 13017 5 0,'0'0'40'0,"-8"-3"-10"0,8 3 1 0,0 0 1 16,0 0-9-16,0 0-1 0,0 0 1 0,0 0-6 15,0 0-4-15,0 0-2 0,0 0-5 0,0 0-5 16,28-5 1-16,-20 5-11 0,-8 0-5 0,14 2-26 16,-4 0-41-16,-2-1 19 0</inkml:trace>
  <inkml:trace contextRef="#ctx0" brushRef="#br0" timeOffset="109637.06">11464 13023 9 0,'0'0'19'0,"0"0"-19"0,-10-1-5 0,10 1-6 0,0 0 4 15</inkml:trace>
  <inkml:trace contextRef="#ctx0" brushRef="#br0" timeOffset="122393.69">11585 13128 11 0,'0'0'11'0,"0"0"-5"0,0 0-2 0,0 0 6 0,0 0-4 16,0 0 3-16,0 0-3 0,0 0-3 0,0 0-14 15,0 0-13-15,0 0 6 0</inkml:trace>
  <inkml:trace contextRef="#ctx0" brushRef="#br0" timeOffset="124461.93">3142 13305 1 0,'0'0'16'0,"0"0"0"0,0 0 0 0,0 0-6 16,0 0-2-16,0 0 6 0,0 0 7 0,0 0-14 16,0 0 2-16,0 0-4 0,0 0 2 0,0 0-7 15,0 0 0-15,0 0 0 0,0 0-7 0,0 0-3 16,0 0-10-16,0 0-19 0,0 0 8 0</inkml:trace>
  <inkml:trace contextRef="#ctx0" brushRef="#br0" timeOffset="159892.71">8422 9777 19 0,'0'0'42'0,"0"0"-3"0,-8-5-12 16,8 5-2-16,0 0 0 0,-4-5-1 0,4 5 0 16,0 0-1-16,0 0-6 0,0 0 4 0,-4-6-1 0,4 6-9 15,0 0 5-15,0 0-6 0,0 0-4 16,0 0 2-16,5-15 2 0,-1 12-2 0,-4 3-1 15,7-6-2-15,-2 2 7 0,-5 4-4 0,7-5 5 16,-7 5-1-16,8-5-8 0,-5 1 1 0,-3 4-3 16,0 0 2-16,6-6-3 0,-6 6 4 0,0 0-4 0,8-3 3 15,-8 3-1-15,0 0 1 0,0 0-1 0,7-1-4 16,-7 1 1-16,0 0 2 0,0 0-4 16,0 0 3-16,0 0 1 0,0 0 0 0,0 0 1 15,-1 14-1-15,1-14 0 0,-8 10 3 0,1-2-5 0,0-3 5 16,1 4-6-16,-3-2 4 0,1 0-5 0,2-1-2 15,-1 0 12-15,1-1 0 0,0-1 0 0,-1 0 9 16,7-4-4-16,-7 7-4 0,3-5 3 0,4-2-6 16,-5 5 3-16,5-5-2 0,0 0 0 15,0 0 0-15,0 0 0 0,0 0-1 0,0 0-1 0,23-19 0 16,-11 8-2-16,0-2 11 0,5 1-7 0,-2-2 3 16,5-3 0-16,-3 4 2 0,1-6-6 0,0 6 8 15,-5 0-1-15,1 2-1 0,-4 3-2 0,-2-1-1 16,-1 4-2-16,-1-2 0 0,0 4 4 0,-2-2 2 15,-4 5-1-15,6-3 3 0,-6 3-10 0,0 0-1 16,0 0-2-16,0 0 2 0,0 0 4 0,0 0-2 16,0 0-7-16,-29 8 6 0,16 2 1 0,-3 0-4 15,0 0 3-15,-6 4-6 0,4-2 2 0,-4 4-1 16,-3 0 8-16,1-1-1 0,2 0-1 0,7-3-11 16,-1-2-7-16,3 1 13 0,4-4 5 0,-1-1-3 15,4-2-2-15,1 1-1 0,0-3 1 0,5-2-1 16,-6 7-2-16,6-7-2 0,0 0 3 0,0 0 9 15,0 0-3-15,0 0-2 0,27-16 1 0,-9 6-2 16,8-5 1-16,-1 1-1 0,3-3 9 0,-1 0-10 16,-1 3 2-16,-3 1 3 0,-4 2-2 0,-2 4-9 15,-2-1 8-15,-5 4 1 0,-3 0 1 0,0 2-3 16,-2-2 4-16,-5 4-11 0,8-4 7 0,-8 4 13 16,0 0-11-16,0 0-5 0,0 0 0 0,0 0-4 15,-12 18 4-15,2-8 1 0,1 0-5 0,2-1-7 16,-1 1-13-16,2 0-20 0,2-1-18 0,3 1-68 15,-1-3-142-15,2-7 64 0</inkml:trace>
  <inkml:trace contextRef="#ctx0" brushRef="#br0" timeOffset="170626.36">5344 11075 6 0,'0'0'13'0,"0"0"-4"16,0 0 2-16,0 0-4 0,-9-11 3 0,9 11 4 15,0 0-2-15,0 0 1 0,0 0-4 0,0 0-2 16,0 0 3-16,0 0 1 0,-2-6-4 0,2 6 2 16,0 0-3-16,0 0 0 0,0 0 0 0,0 0 0 15,0 0-2-15,0 0 1 0,0 0 1 0,0 0-5 16,0 0 5-16,0 0-7 0,0 0 2 0,0 0 1 16,0 0-2-16,7-11-2 0,-7 11-1 0,0 0-8 15,9-2 5-15,-9 2-8 0,0 0-1 0,10 1-10 16,-10-1-25-16,0 0 11 0</inkml:trace>
  <inkml:trace contextRef="#ctx0" brushRef="#br0" timeOffset="171763.08">12825 9451 2 0,'0'0'19'0,"7"-2"-1"0,-7 2-4 16,0 0 2-16,0 0-4 0,0 0-7 0,9-1 5 15,-9 1 0-15,0 0-3 0,0 0 1 0,0 0-2 16,0 0 0-16,0 0 1 0,11 2-4 0,-11-2 3 16,0 0-2-16,0 0 1 0,0 0 3 0,0 0 4 15,0 0 0-15,0 0-3 0,0 0 8 0,0 0 1 16,0 0 3-16,0 0-5 0,0 0 0 0,0 0 3 16,0 0-10-16,0 0-4 0,0 0 9 0,0 0 3 15,0 0-1-15,0 0-1 0,0 0-2 0,0 0-1 16,0 0-6-16,0 0 6 0,0 0-7 0,-24-7 0 15,24 7-3-15,0 0 3 0,-9-4 0 0,9 4 1 16,0 0-3-16,-7-3 4 0,7 3-3 0,0 0 4 16,0 0-5-16,-7-3 1 0,7 3-3 0,0 0 3 15,0 0 1-15,-8-2-5 0,8 2 3 0,0 0 2 16,0 0-9-16,0 0 0 0,0 0-4 0,0 0 5 16,-10-2-5-16,10 2 2 0,0 0-2 0,0 0 0 15,0 0 0-15,0 0 0 0,0 0 0 16,0 0-10-16,-6 10 2 0,6-10-23 0,-5 9-20 0,-1-4-65 15,0 0 29-15</inkml:trace>
  <inkml:trace contextRef="#ctx0" brushRef="#br0" timeOffset="179634.51">8529 9774 2 0,'0'0'7'16,"0"0"-4"-16,0 0-5 0,-8-1-3 0,8 1 2 0</inkml:trace>
  <inkml:trace contextRef="#ctx0" brushRef="#br0" timeOffset="180006.21">8524 9743 1 0,'0'0'7'0,"0"0"0"0,0 0-1 0,0 0 1 16,-7-4 2-16,7 4-3 0,0 0 1 0,0 0-1 16,0 0 2-16,-5-7-2 0,5 7-6 15,0 0 10-15,0 0-8 0,0 0 1 0,-2-6 2 16,2 6-3-16,0 0-1 0,0 0 1 0,0 0-2 0,-7-6 2 16,7 6-1-16,0 0 2 0,0 0 6 15,-3-6 2-15,3 6-4 0,0 0 0 0,0 0 6 16,0 0 2-16,0 0 0 0,-4-5-1 0,4 5-6 15,0 0 3-15,0 0 0 0,0 0-3 0,-6-6 1 16,6 6-6-16,0 0 7 0,0 0 3 0,0 0 3 0,-3-8 5 16,3 8 0-16,0 0-15 0,0 0 11 0,0 0 4 15,-5-7-8-15,5 7 2 0,0 0-5 0,0 0 1 16,-4-6-2-16,4 6 5 0,0 0-9 16,0 0-4-16,-7-4 2 0,7 4-1 0,0 0-3 0,-11 1-8 15,11-1-3-15,-19 5-2 0,5 1-5 0,-13 4-9 16,-1 2-34-16,-6 4-66 0,-18 2 30 0</inkml:trace>
  <inkml:trace contextRef="#ctx0" brushRef="#br0" timeOffset="196494.15">26295 2639 59 0,'0'0'67'0,"0"0"-8"16,0 0 1-16,0 0-3 0,0 0-4 0,0 0-10 15,0 0-2-15,0 0 1 0,0 0-9 0,0 0 7 16,0 0-18-16,0 0-2 0,0 0-11 0,0 0-11 0,0 0-17 16,0 0-13-16,0 0-1 0,0 0-2 0,0 0-10 15,0 0-29-15,0 0-79 0,0 0 36 16</inkml:trace>
  <inkml:trace contextRef="#ctx0" brushRef="#br0" timeOffset="198074.44">24744 3709 1 0,'0'0'51'0,"0"0"-3"0,0 0-2 0,0 0-10 15,0 0-2-15,0 0-4 0,0 0-6 0,0 0 6 16,0 0-10-16,0 0 0 0,0 0-3 0,0 0-1 15,0 0-1-15,0 0 0 0,0 0-6 0,0 0 1 16,0 0 3-16,0 0-8 0,0 0 0 0,0 0 4 16,0 0-3-16,0 0-8 0,0 0 4 0,0 0 2 15,0 0 0-15,27 1 1 0,-27-1-6 0,19-1 7 16,-6-1-4-16,5 4 2 0,1-6-4 0,0 4 3 16,4-1 3-16,4-1-2 0,2 1 0 15,-1-1-5-15,5 1 2 0,-3 0 1 0,0-1-3 16,2-1 3-16,4 0 0 0,-2 1 1 0,1 0-4 0,1-1 3 15,0 3 0-15,0-5 2 0,-2-2-2 16,2 3 6-16,-4 3-9 0,-1-3-1 0,0 2 2 0,-1-1-8 16,-3 0 0-16,-7 1-10 0,2 0-4 0,-4 2-6 15,0-2-4-15,-4 2-37 0,-1 0-73 16,-1-1 34-16</inkml:trace>
  <inkml:trace contextRef="#ctx0" brushRef="#br0" timeOffset="198948.37">25506 3724 33 0,'0'0'62'16,"0"0"-10"-16,0 0 0 0,0 0-10 0,0 0-3 16,0 0-7-16,0 0 6 0,0 0-9 0,0 0-4 15,0 0 0-15,0 0-12 0,0 0 7 0,0 0-3 16,0 0-3-16,0 0-2 0,0 0 1 0,0 0-2 16,0 0-5-16,0 0 5 0,25-6-7 0,-12 6 11 15,-1-1-11-15,4 0 2 0,4 1 1 0,-2-2 6 16,2 1-12-16,0 1 5 0,3-2-2 0,3 0-2 15,3 0 1-15,-6 2 5 0,0-1-8 0,4 1-3 16,-7-2 6-16,11 0 0 0,-4 2-4 0,-4-4-1 16,-3 3-7-16,0 0-10 0,1 0-15 0,-1-2-10 15,-3 2-5-15,-3-2-29 0,-3 2-84 0,-4-1 38 16</inkml:trace>
  <inkml:trace contextRef="#ctx0" brushRef="#br0" timeOffset="199237.33">25554 3661 37 0,'0'0'43'0,"0"0"-3"15,27 8 0-15,-14-7-2 0,5 2-6 0,0-3 10 16,9 0-12-16,2 1 3 0,0-3-5 0,1 2 6 16,3-3-4-16,1 2-4 0,-1 2 2 0,-1-2-7 15,-1-1-3-15,1 1-4 0,1-1-2 0,-4-1-3 16,1 0-2-16,-1 2-16 0,-9 0-7 16,1-1-11-16,-1 0-1 0,0 0-8 0,-7 0-4 0,6 1-28 15,-10 1-74-15,4-2 34 0</inkml:trace>
  <inkml:trace contextRef="#ctx0" brushRef="#br0" timeOffset="199423.39">25983 3672 15 0,'0'0'62'0,"29"1"-13"0,-18-2 3 0,2-1-7 0,6 0-1 16,3 0-9-16,-2 1-2 0,1-1-5 0,10-1 4 15,-2 0-8-15,-2 2-2 0,-6-2-4 0,5 0-15 16,-3 2-10-16,-1-1-23 0,-1 1-42 16,-4 1-76-16,-3-2 35 0</inkml:trace>
  <inkml:trace contextRef="#ctx0" brushRef="#br0" timeOffset="199584.27">26226 3660 15 0,'9'-1'72'0,"4"-1"-16"0,0 0-28 0,0 0-28 16,-1 2-29-16,1 0-31 0,-13 0 14 0</inkml:trace>
  <inkml:trace contextRef="#ctx0" brushRef="#br0" timeOffset="211182.58">4118 17003 8 0,'0'0'119'0,"0"0"-1"0,-2-10-14 16,2 10 1-16,0 0 4 0,0 0-9 0,0 0 2 15,0 0 5-15,0 0-14 0,-3-9 9 0,3 9-11 16,0 0 4-16,0 0-15 0,0 0 0 0,0 0-6 16,0 0 7-16,-3-5-8 0,3 5 2 15,0 0-14-15,0 0-3 0,-5-8-1 0,5 8-1 0,0 0 1 16,-6-6-5-16,6 6-6 0,0 0-3 0,-5-6 4 15,5 6 0-15,0 0-1 0,-4-5-1 0,4 5-3 16,0 0-2-16,-6-6 1 0,6 6-4 0,0 0-6 16,0 0-3-16,-5-5-2 0,5 5-5 0,0 0-3 15,0 0-2-15,0 0-9 0,0 0 6 0,0 0-6 16,0 0 1-16,0 0-2 0,0 0-1 0,0 0 0 16,14 21-2-16,-9-12-1 0,-1 1 3 15,4-1-2-15,0 5 2 0,-1 1 1 0,2-1 29 0,1-1-1 16,0 1-4-16,-2 1-2 0,2 3-4 0,-1-4-4 15,0 1-3-15,0 0 3 0,1-2-5 0,0 3 1 16,1-3-1-16,-1 0-2 0,-2-3-2 0,-1 1 0 16,1-1-4-16,1-1 1 0,-1-1 2 0,-1-1-4 15,0 1 3-15,-1-3-5 0,-1 0-2 0,-5-5 3 16,10 9 0-16,-6-5 0 0,-4-4-1 0,9 7-3 16,-9-7 2-16,5 5-10 0,-5-5 14 15,0 0-3-15,0 0 2 0,8 5 0 0,-8-5 0 16,0 0-1-16,0 0 0 0,0 0 10 0,11-14-5 15,-7 6 0-15,1-3 0 0,-1-5-6 0,3-1 6 16,-1-1-3-16,0 0-2 0,3-6-1 0,0-2 1 16,-4 2 0-16,-2 5 0 0,3-6-5 0,-1 6 5 15,3-4-2-15,-5 7-2 0,0-4 4 0,1 4-11 16,1-1 13-16,-3 5 0 0,0 1-12 0,2-1 12 16,-4 12-2-16,4-15-3 0,-4 15 0 0,2-13 2 15,-2 13-5-15,0 0 7 0,2-13-9 0,-2 13 3 16,0 0-4-16,0 0-8 0,0 0-4 0,0 0-10 15,0 0-8-15,0 0-7 0,0 0-23 0,0 0-22 16,0 0-26-16,0 0-18 0,0 0-34 0,1 39-24 16,-1-39-21-16,4 23-148 0,-3-11-386 0,0 0 170 15</inkml:trace>
  <inkml:trace contextRef="#ctx0" brushRef="#br0" timeOffset="211487.24">4773 17077 166 0,'0'0'183'0,"0"0"-9"0,0 0-7 16,0 0-5-16,0 0-11 0,0 0-13 0,-21-15-4 16,21 15-7-16,-11-1-9 0,11 1-8 0,0 0-7 15,-26 10-7-15,17-5-4 0,-1 0-9 0,0 3-6 16,2 1-7-16,-1 0-8 0,0 2-3 0,2 4-9 15,2-3 2-15,-2 4-6 0,3-4 0 0,1 4 0 16,3-4-8-16,0-1-1 0,0 2-3 0,3-3-5 16,0 2 2-16,-1-2-7 0,2-1-1 0,0 1-2 15,1-3-1-15,2 0-4 0,-1 0 4 0,2-2-8 16,1-1-13-16,1-1-14 0,-10-3-30 0,20 2-32 16,-20-2-35-16,22-3-31 0,-12 3-48 0,2-5-182 15,-12 5-402-15,0 0 178 0</inkml:trace>
  <inkml:trace contextRef="#ctx0" brushRef="#br0" timeOffset="211729.66">4935 17019 141 0,'0'0'211'0,"0"0"-17"0,2-10-14 15,-2 10-17-15,0 0-15 0,0 0-18 0,0 0-5 16,0 0 2-16,0 0-1 0,0 0-7 0,0 0-8 15,-2 51-6-15,0-38-12 0,0 7-13 0,2-4-5 16,-2 2-7-16,2 2-5 0,-2-5-8 0,5 3 0 16,-3-3-11-16,1-2-5 0,-1-13-8 0,2 23-9 15,-2-10-11-15,0-13-21 0,1 20-29 0,2-9-20 16,-3-11-18-16,3 12-21 0,-3-12-27 0,8 10-31 16,-8-10-26-16,5 10-113 0,-5-10-321 0,0 0 142 15</inkml:trace>
  <inkml:trace contextRef="#ctx0" brushRef="#br0" timeOffset="212162.44">4949 17029 123 0,'8'-8'200'0,"0"-1"-11"15,3 0-4-15,-2 4-13 0,0-1-11 0,-9 6-10 16,19-9-14-16,-9 9-10 0,-10 0-7 0,21 5-13 15,-21-5-5-15,15 12-5 0,-7-4-18 16,-2 3-1-16,-1 3-5 0,-1-2-8 0,-1 1-7 16,-1 6-2-16,-3-1-8 0,1 0-4 0,-5 0-4 15,4 0-6-15,-3-1-4 0,-4 0 0 0,2-2-5 16,-3-1-10-16,4-3 9 0,1 0-5 0,0-1 2 16,0-3-12-16,4-7 3 0,-6 13-1 0,6-13-3 0,-1 9-3 15,1-9 0-15,0 0 4 0,0 0-6 16,7 11 2-16,-7-11 1 0,10 3-3 0,-10-3 2 15,12 2-2-15,-12-2-4 0,16 3 4 0,-16-3 0 16,15 3 0-16,-8-1-3 0,3 1 2 0,-1 0-2 16,-9-3-4-16,16 10 8 0,-11-6 0 0,0 1 0 15,-5-5 2-15,6 12-2 0,-6-12 2 0,4 9 1 16,-1-1 6-16,-3-8 0 0,-1 12 2 0,1-12 5 16,-6 13-6-16,0-5 2 0,-2 1-1 15,1-1-5-15,-1 0 2 0,-1-2 1 0,2 1-1 16,-3 0-6-16,1-1-5 0,0 0-16 0,2 1-18 0,7-7-27 15,-14 4-19-15,14-4-35 0,-12 4-46 0,12-4-52 16,0 0-159-16,0 0-401 0,0 0 177 0</inkml:trace>
  <inkml:trace contextRef="#ctx0" brushRef="#br0" timeOffset="212346.18">5344 17181 102 0,'15'-6'170'16,"-15"6"-9"-16,18-4-8 0,-18 4-11 0,14-3-14 16,-5 0-22-16,-9 3-1 0,21-4-17 0,-21 4-14 15,18-1-24-15,-18 1-23 0,14-3-29 0,-14 3-37 16,0 0-30-16,18 0-15 0,-18 0-23 0,0 0-61 16,0 0-181-16,0 0 80 0</inkml:trace>
  <inkml:trace contextRef="#ctx0" brushRef="#br0" timeOffset="212498">5429 17226 39 0,'0'0'132'16,"0"0"2"-16,0 0 6 0,-3 8-6 0,3-8-5 15,0 0-13-15,0 0-4 0,0 0-12 0,0 0-10 16,0 0-6-16,0 0-8 0,0 0-8 16,9 7-9-16,-9-7-17 0,0 0-19 0,0 0-27 15,0 0-44-15,26-2-49 0,-26 2-125 0,0 0-240 16,24-11 107-16</inkml:trace>
  <inkml:trace contextRef="#ctx0" brushRef="#br0" timeOffset="213160.9">6165 16863 170 0,'0'0'218'0,"0"0"-4"0,0 0-1 0,-2-14-5 0,2 14-19 15,0 0-7-15,0 0-15 0,0 0-19 16,0 0-17-16,0 0-10 0,-2-15-17 0,2 15-10 16,0 0-12-16,0 0-6 0,0 0 3 0,0 0-5 15,20 31-9-15,-11-21 6 0,0 5-6 0,3 1-2 16,2 8 4-16,-4-6-8 0,1-1-7 0,5 6 0 15,-2-2-3-15,-3-4-4 0,2 6-4 0,-3-5-6 16,-1-1-3-16,4 0 0 0,-3-2-2 0,-2-4-4 16,1 5-2-16,-2-5-1 0,0-2-4 0,-2-1 0 15,1 4-5-15,2-5 6 0,-5 0-7 0,2 0 0 16,-5-7-5-16,6 8 3 0,-6-8-2 0,5 8-1 16,-5-8 3-16,0 0 9 0,8 7 11 0,-8-7 5 15,0 0-5-15,0 0 6 0,0 0-1 16,0 0-7-16,10-23-1 0,-10 23-4 0,5-20 8 0,-1 2-6 15,0-1-2-15,1-7-4 0,-1 1-3 0,0 1 2 16,-1-1-7-16,1 5 2 0,0-5 0 0,3-1-3 16,-5 8-2-16,1-1 2 0,3-7-5 15,-3 10 3-15,0-4 2 0,0 4-3 0,-2 4-5 16,-1 12 3-16,0 0-1 0,3-23 5 0,-3 23-9 16,4-11-6-16,-4 11 8 0,0 0-4 0,1-12-3 15,-1 12 6-15,0 0-12 0,0 0 1 0,0 0-3 16,0 0-6-16,0 0-14 0,0 0-21 0,0 0-25 0,0 0-25 15,0 0-41-15,19 31-41 0,-19-31-54 16,4 17-278-16,-4-17-559 0,1 17 248 0</inkml:trace>
  <inkml:trace contextRef="#ctx0" brushRef="#br0" timeOffset="214745.04">6894 17006 95 0,'12'-7'124'0,"-12"7"-5"0,0 0 1 16,0 0-4-16,0 0-9 0,0 0 0 0,0 0-3 15,0 0 1-15,0 0-10 0,0 0-5 0,0 0-5 16,0 0-7-16,0 0-3 0,0 0-9 0,0 0-8 16,0 0-4-16,0 0-12 0,0 0 7 0,0 0-9 15,-24-7-2-15,24 7-3 0,0 0-4 0,0 0-6 16,-18 8 4-16,18-8 0 0,-13 7-3 0,8-2 4 16,-2 2-1-16,7-7-3 0,-11 10 0 0,2-1 14 15,1 1-5-15,2 0-1 0,-2 5 1 0,1 0-5 16,2-4 2-16,1 6-1 0,-2-1 0 0,1-1 4 15,3 1-9-15,-1-4 1 0,2 2-2 0,-2-4 0 16,1 2-1-16,4 2 4 0,-2-4 1 0,0 0 1 16,3 2-4-16,1-2 1 0,1 0-4 0,-3-1-5 15,4-1 4-15,-2-2-5 0,1 0 2 0,2-3-3 16,1 5-1-16,2-6 0 0,0 1-1 0,-2-3-12 16,4 2-20-16,0-1-24 0,-12-1-39 15,23-3-48-15,-10 2-56 0,-3-1-204 0,-10 2-420 0,18-4 186 16</inkml:trace>
  <inkml:trace contextRef="#ctx0" brushRef="#br0" timeOffset="-214225.69">7198 17012 147 0,'0'0'190'0,"0"0"-5"0,-25 7-8 0,25-7-13 16,-18 7-9-16,9 1-7 0,-4 2-16 0,1 3-5 15,3-5-15-15,0 6-6 0,-1 0-8 0,2 1-5 16,5-3-9-16,-2 2-3 0,2-1-11 0,1-2-7 16,1 4-4-16,1-4-5 0,2 0-5 0,-1 0-7 15,5-2-2-15,-3 1-6 0,3-6 1 0,1 4-2 16,2-3-3-16,0-2-4 0,3 1-2 0,-2-2 2 15,-10-2-7-15,18 3 1 0,-9-3-3 0,-9 0-1 16,15 0 0-16,-15 0-3 0,15-3 2 0,-15 3-3 16,13-3 4-16,-13 3 2 0,9-1 5 15,-9 1 2-15,0 0 2 0,12-2 2 0,-12 2-5 16,0 0 1-16,0 0 0 0,0 0-4 0,0 0-4 16,0 0-3-16,0 0 1 0,0 0-5 0,0 0 0 0,-39 3 0 15,30 3-1-15,-1-1-2 0,-3 0 5 0,-1 5 5 16,5-4-1-16,-3 1 4 0,3 3-5 0,0-4-4 15,-1 4 6-15,2-1-7 0,1 0 2 16,1 1-1-16,1 0 6 0,1 0 1 0,2-2-3 16,2-8 0-16,0 12 3 0,0-12-5 0,1 15 3 15,-1-15-2-15,5 12 1 0,0-5 1 0,-5-7 1 16,10 11-1-16,-2-7 2 0,2 0-3 0,-1 0 2 16,1-3-6-16,2 3 1 0,1-6-7 0,-13 2-8 15,19 0-21-15,-9 2-22 0,-10-2-30 0,0 0-28 16,28-5-39-16,-19 4-28 0,-9 1-45 0,19-6-45 15,-19 6-140-15,16-9-433 0,-9 3 191 0</inkml:trace>
  <inkml:trace contextRef="#ctx0" brushRef="#br0" timeOffset="-213548.45">7576 17132 155 0,'0'0'193'0,"0"0"-7"0,0 0-10 15,0 0-8-15,0 0-4 0,0 0-10 0,0 0-2 16,0 0-9-16,0 0-2 0,0 0-5 15,0 0-5-15,0 0-7 0,0 0-5 0,0 0-1 16,0 0-10-16,0 0-4 0,0 0-7 0,0 0-1 16,0 0-5-16,0 0-1 0,0 0-4 0,0 0-6 15,0 0-7-15,0 0-19 0,0 0 15 0,-31-1-11 0,31 1 3 16,0 0 12-16,0 0-11 0,0 0-2 0,0 0-1 16,-23 2-4-16,23-2-12 0,0 0 4 15,0 0-8-15,0 0 6 0,0 0-9 0,0 0-1 16,0 0-8-16,0 0-2 0,0 0 3 0,0 0-14 15,0 0 7-15,0 0 1 0,0 0 6 0,0 0-4 16,0 0 1-16,0 0-1 0,0 0 4 0,51-6-1 16,-38 5-3-16,2-1 2 0,-2-1-4 0,1 1-8 15,-14 2 10-15,23-4-10 0,-10 4 1 0,-13 0 5 16,23-3-3-16,-23 3-24 0,12-3 22 0,-12 3-6 16,0 0 5-16,0 0-1 0,17-1-9 0,-17 1 9 15,0 0-3-15,0 0 1 0,0 0 2 0,0 0-4 16,0 0-2-16,14 3 0 0,-14-3-1 0,0 0-2 15,0 0 1-15,0 0 8 0,0 0-18 0,0 0 13 16,0 0-11-16,0 0-9 0,0 0-12 0,0 0-33 16,0 0-26-16,0 0-47 0,0 0-50 0,0 0-49 15,0 0-67-15,0 0-286 0,0 0-629 0,0 0 280 16</inkml:trace>
  <inkml:trace contextRef="#ctx0" brushRef="#br0" timeOffset="-211306.92">8133 16938 103 0,'0'0'181'0,"0"0"-8"15,-9-13-11-15,9 13-7 0,0 0-9 0,0 0-5 16,-4-9-6-16,4 9-4 0,0 0-5 0,0 0 0 16,0 0-5-16,0 0-5 0,-8-10 1 0,8 10-2 15,0 0-7-15,0 0 1 0,0 0-4 16,0 0-8-16,0 0 0 0,0 0-12 0,0 0-2 0,-5-11-5 15,5 11-9-15,0 0-8 0,0 0-4 0,0 0-2 16,0 0-7-16,0 0-4 0,0 0-5 0,0 0-10 16,0 0-1-16,0 0 0 0,0 0-5 0,0 0-3 15,0 0-6-15,0 0 4 0,0 0-2 0,0 0-11 16,0 0 12-16,0 0-3 0,0 0 3 0,0 0-1 16,17 31-6-16,-17-31 4 0,7 18 0 15,-4-11-2-15,-3-7 1 0,10 15-1 0,-3-4 1 16,-2-4-1-16,-5-7 2 0,9 18-7 0,-5-8 3 15,1 0-2-15,1 1 0 0,-1-1 4 0,0 1-4 16,0 0 2-16,1 0 0 0,-3 1 3 0,4-1-4 0,-2 1-2 16,-1-1-2-16,-1 0-2 0,1 0 0 0,1-1 0 15,-1 1 3-15,-4-11 1 0,10 18-5 16,-4-11 2-16,-3 4 1 0,-3-11-2 0,8 15 0 16,-8-15-3-16,8 12 0 0,-8-12 3 0,5 10 0 15,-5-10 2-15,5 7-3 0,-5-7-1 0,0 0 2 16,0 0-1-16,0 0-1 0,4 13 2 0,-4-13 2 15,0 0-3-15,0 0 0 0,0 0-1 0,0 0 8 16,0 0-8-16,0 0 6 0,0 0-6 0,0 0 0 16,0 0 0-16,0 0 2 0,0 0 1 0,0 0 1 15,0 0-2-15,6 8 2 0,-6-8 2 0,0 0-3 16,0 0-2-16,0 0 11 0,0 0-1 0,0 0-5 16,0 0 7-16,0 0-2 0,0 0-8 0,0 0 4 15,0 0-6-15,0 0 6 0,0 0-7 0,0 0 7 16,0 0-10-16,0 0 9 0,0 0-4 0,0 0 4 15,0 0-5-15,0 0 4 0,0 0-4 16,0 0 5-16,0 0-1 0,0 0-4 0,0 0 5 16,0 0-7-16,0 0 2 0,0 0 0 0,0 0 2 0,0 0 5 15,0 0-8-15,0 0-1 0,0 0-3 16,0 0 5-16,0 0 6 0,0 0-5 0,0 0-1 16,0 0-2-16,0 0-9 0,0 0 13 0,0 0-2 0,0 0 0 15,0 0 2-15,0 0 2 0,0 0-16 0,0 0 21 16,0 0-3-16,0 0 3 0,0 0-6 15,0 0-1-15,0 0 1 0,0 0 1 0,0 0-5 16,0 0 7-16,0 0-3 0,0 0 4 0,0 0-4 16,0 0 7-16,0 0-1 0,0 0 1 0,0 0 2 15,0 0 0-15,0 0-1 0,0 0-3 0,0 0 5 16,0 0-3-16,0 0 0 0,0 0-13 0,0 0 10 16,0 0 8-16,0 0-12 0,0 0 8 15,0 0-13-15,4-36 10 0,-4 36 4 0,3-17-6 0,-3 17 5 16,6-18-2-16,-5 7-1 0,3 0-1 0,0-4-11 15,-3 4 11-15,2-3 3 0,-3 14 0 0,5-28-1 16,-1 13-5-16,-2-2 0 0,5 5-3 0,-7 12-1 16,6-27-6-16,-2 15 8 0,-4 12 1 0,4-20-1 15,-4 20 2-15,2-16-3 0,-2 16 6 0,0 0-2 16,0 0-5-16,3-16 1 0,-3 16-1 0,0 0-8 16,0 0 7-16,0 0 3 0,0 0-4 0,0 0 1 15,2-16-4-15,-2 16-4 0,0 0-2 16,0 0 6-16,0 0 2 0,0 0 1 0,0 0-7 0,0 0-7 15,0 0-6-15,0 0-16 0,0 0-11 0,0 0-28 16,0 0-34-16,0 0-32 0,0 0-25 0,4 46-26 16,-4-46-36-16,0 0-34 0,6 19-27 0,-2-12-170 15,-4-7-496-15,3 15 219 0</inkml:trace>
  <inkml:trace contextRef="#ctx0" brushRef="#br0" timeOffset="-211028.22">8498 17184 29 0,'0'0'235'0,"0"0"0"0,0 0-11 0,0 0-5 16,0 0-16-16,0 0 0 0,-4 13-7 0,4-13-14 16,-5 9-12-16,5-9-17 0,-10 16-6 0,9-5-12 15,-3 0-5-15,4-11-24 0,-4 25 1 0,4-10-2 16,-2-2-12-16,2 2-12 0,0 1-4 0,0-16-14 15,-3 24-6-15,3-13 2 0,3 0-11 0,-1 3-2 16,1-4-6-16,-3-10-16 0,2 19 13 0,1-9-7 16,-3-10-14-16,5 16-9 0,-5-16-16 0,4 9-19 15,-4-9-19-15,0 0-29 0,2 14-27 16,-2-14-29-16,0 0-39 0,0 0-46 0,0 0-229 16,0 0-483-16,0 0 213 0</inkml:trace>
  <inkml:trace contextRef="#ctx0" brushRef="#br0" timeOffset="-210622.61">8500 17209 67 0,'7'-7'200'16,"-7"7"-3"-16,15-12 3 0,-8 7-3 0,-7 5-7 16,14-9-8-16,-8 6-7 0,-6 3-12 0,14-3-5 15,-14 3-13-15,17-2-9 0,-17 2-9 0,13 0-9 16,-13 0-10-16,14 3-4 0,-14-3-10 0,9 9-5 15,-4-4-3-15,-5-5-11 0,8 14-6 0,-8-7-7 16,0-7-8-16,-4 19-4 0,2-9-8 16,0 0 5-16,-2-1-11 0,0 2-14 0,0-1 9 0,-1-2-2 15,5-8-3-15,-7 15-8 0,5-10-1 0,2-5-6 16,-2 12 3-16,2-12-8 0,0 0 2 0,0 0-2 16,5 14 2-16,-5-14-2 0,8 6-5 0,-8-6 3 15,12 6-5-15,-3-3 2 0,0 1-2 0,-9-4 3 16,19 5 0-16,-11-4 1 0,1 2-3 0,0 0 0 15,-9-3 0-15,13 5 6 0,-6-3-6 0,-7-2-3 16,11 7 4-16,-11-7 1 0,5 7 3 0,-5-7-5 16,0 0 2-16,-3 16-1 0,3-16-1 0,-9 10 3 15,2-4-1-15,-1 0-1 0,0 0-2 16,-1 1 1-16,-1-1-2 0,2 1-7 0,-1-1-10 0,-2-3-13 16,1 1-19-16,10-4-18 0,-18 8-24 0,9-4-37 15,9-4-31-15,-13 3-68 0,13-3-206 0,0 0-471 16,-20 0 208-16</inkml:trace>
  <inkml:trace contextRef="#ctx0" brushRef="#br0" timeOffset="-210159.43">8931 17226 104 0,'0'0'247'0,"10"-7"2"0,-10 7 3 0,5-8-15 16,-5 8-9-16,0 0-14 0,0 0-8 0,0 0-16 15,0 0-15-15,0 0-7 0,0 0-9 0,0 0-8 16,-35 14-10-16,25-5-13 0,-2 2-11 0,1 3-6 16,1 1-18-16,1-2-6 0,-2-3-15 0,5 4-3 15,2-3-10-15,2-2-11 0,-1 1-1 0,3-10 2 16,4 17-8-16,0-10-3 0,3-1-8 0,4-3-2 16,0 2-2-16,2-1-1 0,4-3 4 0,3 1-5 15,-1-4-1-15,-1-2 2 0,1 1-9 0,0 0 5 16,-5 1 3-16,-3 0-6 0,-11 2 4 15,18-7-14-15,-18 7 15 0,15-3 14 0,-15 3-1 16,10-2 6-16,-10 2-6 0,0 0-6 0,0 0-5 0,0 0 4 16,0 0-6-16,0 0-4 0,0 0 1 0,0 0-6 15,-38 16-1-15,26-9 4 0,-6 5-2 16,-3 2 2-16,4-4-11 0,-6 5 8 0,6-3-9 0,1 0 3 16,2 2-2-16,0-3 5 0,2 6 0 15,-1-4 1-15,4 2-3 0,0-1-1 0,4-3-3 16,0 1 4-16,3-1 0 0,2-11-5 0,0 24 0 15,0-24 0-15,9 18 0 0,-7-12 4 0,6 2 3 16,-8-8-19-16,19 8 9 0,-9-8-1 0,7 3-1 16,-2-3-13-16,2-2-21 0,2 1-22 0,-1-2-32 0,0-1-38 15,0-2-42-15,-4 0-49 0,4-1-46 16,-3-2-64-16,-4 5-211 0,1-3-585 0,-12 7 259 16</inkml:trace>
  <inkml:trace contextRef="#ctx0" brushRef="#br0" timeOffset="-202050.6">26708 2710 16 0,'0'0'40'0,"0"0"-1"0,0 0 0 0,-2-8-7 16,2 8 3-16,0 0 3 0,0 0-6 0,0 0 5 16,0 0-6-16,0 0 1 0,0 0 1 0,0 0 4 15,0 0-5-15,0 0 2 0,0 0 2 0,-2-13-6 16,2 13 1-16,0 0 0 0,0 0-3 0,0 0 8 16,0 0 4-16,0 0-4 0,0 0-1 0,0 0 1 15,-1-5 1-15,1 5-1 0,0 0-6 0,0 0 0 16,0 0-9-16,0 0 14 0,0 0-7 15,0 0-7-15,0 0-5 0,0 0 0 0,0 0-3 16,0 0 4-16,0 0-6 0,0 0-13 0,0 0-4 16,0 0-13-16,0 0-17 0,0 0-25 0,0 0-18 15,0 0-7-15,0 0-59 0,0 0-157 0,0 0 70 0</inkml:trace>
  <inkml:trace contextRef="#ctx0" brushRef="#br0" timeOffset="-201237.9">25039 3735 8 0,'0'0'121'0,"0"0"3"15,0 0 0-15,0 0-15 0,0 0-12 0,0 0-8 16,0 0-8-16,0 0-10 0,0 0-3 0,0 0-7 16,0 0-7-16,0 0 3 0,0 0-15 0,0 0-2 15,0 0-8-15,0 0 2 0,0 0-6 0,0 0-1 16,0 0-11-16,0 0 3 0,0 0 0 0,0 0-4 16,0 0 2-16,0 0-4 0,0 0-20 0,0 0-4 15,0 0-17-15,0 0-30 0,0 0-23 0,0 0-16 16,0 0-84-16,0 0-196 0,0 0 87 0</inkml:trace>
  <inkml:trace contextRef="#ctx0" brushRef="#br0" timeOffset="-200711.07">26706 2637 33 0,'0'0'77'16,"-7"-3"6"-16,7 3-12 0,0 0-9 0,0 0 2 16,0 0-7-16,0 0 5 0,0 0-28 0,0 0 1 15,0 0-7-15,0 0-1 0,0 0-7 0,0 0-11 16,0 0-1-16,0 0-17 0,0 0-9 0,0 0-4 15,0 0-8-15,-8 13-15 0,2-5-3 0,-2 1-35 16,-3 6-91-16,-8-3 41 0</inkml:trace>
  <inkml:trace contextRef="#ctx0" brushRef="#br0" timeOffset="-200337.13">25682 3685 16 0,'0'0'54'0,"0"0"-6"0,0 0-6 0,0 0-1 16,0 0-3-16,0 0-5 0,0 0-15 15,0 0 1-15,0 0-19 0,0 0-3 0,0 0-19 16,0 0-26-16,0 0-51 0,0 0 23 0</inkml:trace>
  <inkml:trace contextRef="#ctx0" brushRef="#br0" timeOffset="-199937.37">26465 2659 46 0,'0'0'66'0,"0"0"-4"0,0 0-13 0,0 0-2 16,0 0-8-16,0 0-2 0,0 0-3 0,0 0-9 15,0 0 3-15,0 0-14 0,0 0 4 0,0 0-8 16,0 0-4-16,0 0 3 0,0 0-25 0,0 0-8 16,0 0-7-16,-4 22-40 0,4-22-74 15,-5 13 32-15</inkml:trace>
  <inkml:trace contextRef="#ctx0" brushRef="#br0" timeOffset="-199578.49">25763 3751 47 0,'0'0'96'0,"0"0"-5"0,0 0-13 0,0 0-3 16,0 0-9-16,0 0-1 0,0 0-12 0,0 0-2 15,0 0-12-15,0 0-4 0,0 0 3 0,0 0-8 16,0 0-18-16,0 0 11 0,0 0-11 0,0 0-7 15,0 0-25-15,0 0-9 0,0 0-19 0,0 0-4 16,0 0-14-16,0 0-35 0,0 0-108 0,0 0 48 16</inkml:trace>
  <inkml:trace contextRef="#ctx0" brushRef="#br0" timeOffset="-199258.46">26459 2698 44 0,'0'0'58'0,"0"0"-1"0,0 0-4 0,0 0-6 16,0 0-8-16,0 0-5 0,0 0-9 0,0 0 8 15,0 0-10-15,0 0 3 0,0 0-7 0,0 0-9 16,0 0 4-16,0 0-9 0,0 0-5 0,0 0-15 16,0 0-12-16,-9 21-13 0,7-11-28 0,-2 0-73 15,-4 0 33-15</inkml:trace>
  <inkml:trace contextRef="#ctx0" brushRef="#br0" timeOffset="-198978.77">25820 3724 23 0,'0'0'55'0,"0"0"-4"0,0 0-9 0,0 0-11 16,0 0-14-16,0 0-16 0,0 0-19 0,0 0-16 15,0 0-36-15,0 0 15 0</inkml:trace>
  <inkml:trace contextRef="#ctx0" brushRef="#br0" timeOffset="-198670.84">26425 2662 35 0,'0'0'49'0,"0"0"-3"0,0 0-6 15,0 0-2-15,0 0-9 0,0 0-1 0,0 0-1 16,0 0-7-16,0 0 3 0,0 0-11 0,0 0-5 16,0 0-2-16,0 0 4 0,0 0-18 0,0 0-5 15,0 0-11-15,-6 26-29 0,1-16-58 16,1 0 26-16</inkml:trace>
  <inkml:trace contextRef="#ctx0" brushRef="#br0" timeOffset="-198383.92">25929 3692 9 0,'0'0'65'0,"0"0"-13"0,0 0 0 16,0 0-8-16,0 0 0 0,0 0-4 15,0 0 0-15,0 0-11 0,0 0-2 0,0 0-1 0,0 0-10 16,0 0-2-16,0 0-9 0,0 0-16 0,0 0-11 16,0 0-7-16,0 0-39 0,0 0-71 0,0 0 31 15</inkml:trace>
  <inkml:trace contextRef="#ctx0" brushRef="#br0" timeOffset="-198125.26">26383 2592 5 0,'0'0'51'0,"0"0"-1"16,0 0-9-16,0 0-3 0,0 0-3 0,0 0-10 16,-6 27-3-16,6-20-11 0,-2 2-9 0,2 1-14 15,-2 0-12-15,-2 1-17 0,-1 1-45 0,-1 4 21 16</inkml:trace>
  <inkml:trace contextRef="#ctx0" brushRef="#br0" timeOffset="-197871.42">25732 3991 59 0,'0'0'73'0,"0"0"-13"16,0 0-11-16,0 0-16 0,0 0-9 0,0 0-23 15,0 0-17-15,11-28-32 0,-11 28-51 0,0 0 24 16</inkml:trace>
  <inkml:trace contextRef="#ctx0" brushRef="#br0" timeOffset="-197624.22">26322 2741 16 0,'-4'8'12'0,"-2"5"-17"0,2-1-6 0,0 3 4 16</inkml:trace>
  <inkml:trace contextRef="#ctx0" brushRef="#br0" timeOffset="-197400.57">25769 3848 53 0,'0'0'69'0,"0"0"-18"0,0 0-10 16,0 0-19-16,0 0-14 0,0 0-16 0,0 0-32 16,0 0-42-16,0 0 18 0</inkml:trace>
  <inkml:trace contextRef="#ctx0" brushRef="#br0" timeOffset="-196963.56">25776 3796 22 0,'0'0'79'0,"0"9"-13"0,0-9-22 15,0 0-19-15,0 0-17 0,0 0-18 0,0 0-29 16,0 0-43-16,0 0 19 0</inkml:trace>
  <inkml:trace contextRef="#ctx0" brushRef="#br0" timeOffset="-196284.9">26156 2823 19 0,'0'0'106'0,"0"0"-16"0,0 0 7 0,-1-9-7 16,1 9-27-16,0 0-22 0,0 0-10 0,0 0-8 15,0 0-19-15,0 0-10 0,0 0-19 0,-8 27-10 16,5-15-48-16,-5 5-91 0,-2 1 41 0</inkml:trace>
  <inkml:trace contextRef="#ctx0" brushRef="#br0" timeOffset="-196077.15">25734 3885 56 0,'0'0'98'0,"0"0"-15"15,0 0-18-15,0 0-25 0,0 0-24 16,0 0-17-16,0 0-20 0,0 0-35 0,0 0-61 16,0 0 26-16</inkml:trace>
  <inkml:trace contextRef="#ctx0" brushRef="#br0" timeOffset="-195762.22">26095 2752 2 0,'0'0'62'0,"0"0"-2"0,0 0-11 15,0 0-11-15,0 0 3 0,0 0-10 0,0 0 4 16,0 0-8-16,0 0 1 0,0 0-5 0,0 0-6 16,0 0 4-16,0 0-4 0,0 0-4 0,0 0 1 15,0 0 0-15,0 21 1 0,0-21-6 0,0 0 1 16,0 0-13-16,0 9-13 0,0-9-2 16,2 9-8-16,-2-9-10 0,-2 15-36 0,-1-5-77 15,-1 1 35-15</inkml:trace>
  <inkml:trace contextRef="#ctx0" brushRef="#br0" timeOffset="-195536.11">25946 3715 95 0,'0'0'101'0,"0"0"-7"0,0 0-17 16,0 0 4-16,0 0-23 0,0 0-5 0,0 0-16 15,0 0-8-15,0 0-35 0,0 0-22 0,0 0-17 16,0 0-46-16,0 0-100 0,0 0 45 0</inkml:trace>
  <inkml:trace contextRef="#ctx0" brushRef="#br0" timeOffset="-195233.44">26306 2523 22 0,'0'0'47'15,"0"0"-6"-15,0 0-5 0,-4 17-2 0,1-6-15 16,-1 3-14-16,-2 2-12 0,3 3-27 0,-4 0-35 15,-6 5 16-15</inkml:trace>
  <inkml:trace contextRef="#ctx0" brushRef="#br0" timeOffset="-194952.15">25904 3685 110 0,'0'0'140'0,"0"0"-5"0,0 0-9 16,0 0-12-16,0 0-13 0,0 0-13 0,0 0-4 16,0 0-11-16,0 0-5 0,0 0-12 0,0 0-5 15,0 0-9-15,0 0 0 0,0 0-4 0,0 0 0 16,0 0-9-16,0 0-14 0,0 0-11 0,0 0-18 15,0 0-17-15,0 0-16 0,0 0-16 16,0 0-24-16,0 0-20 0,0 0-61 0,0 0-181 0,0 0 80 16</inkml:trace>
  <inkml:trace contextRef="#ctx0" brushRef="#br0" timeOffset="-194375.39">26187 2705 21 0,'0'0'69'16,"0"0"-5"-16,0 0-9 0,0 0-9 0,0 0-3 15,0 0-5-15,0 0 0 0,0 0-6 0,0 0 6 16,0 0-11-16,0 0-2 0,0 0 2 0,0 0-4 16,0 0-1-16,0 0 1 0,-7-9 7 0,7 9-7 15,0 0 11-15,0 0-2 0,0 0-3 0,0 0-7 16,0 0 2-16,0 0-5 0,0 0 1 0,0 0-7 16,0 0 1-16,0 0-2 0,0 0 5 0,0 0-8 15,0 0 4-15,0 0 2 0,0 0-9 0,0 0-2 16,0 0 1-16,0 0 11 0,0 0 1 0,0 0-4 15,0 0 14-15,0 0-5 0,0 0 1 0,0 0 8 16,0 0 4-16,0 0-9 0,0 0 5 0,0 0-1 16,0 0-2-16,0 0 3 0,0 0-4 0,0 0 0 15,0 0-6-15,0 0-1 0,0 0-1 0,0 0 4 16,0 0-9-16,0 0 0 0,0 0 0 0,0 0-5 16,0 0 3-16,0 0 0 0,0 0-1 0,0 0-1 15,0 0-4-15,0 0-1 0,0 0 7 0,0 0 1 16,0 0 3-16,0 0 2 0,0 0 0 15,0 0 5-15,0 0 0 0,0 0-5 0,0 0 0 0,0 0 1 16,0 0 0-16,0 0-4 0,0 0-5 0,0 0 2 16,0 0 4-16,0 0-10 0,0 0 5 0,0 0-2 15,0 0 0-15,0 0 5 0,0 0-7 0,0 0-3 16,0 0-2-16,0 0-7 0,0 0-15 0,0 0-22 16,0 0-32-16,0 0-21 0,0 0-6 0,0 0-9 15,0 0-15-15,-4 29-83 0,-3-13-225 0,-2 2 100 16</inkml:trace>
  <inkml:trace contextRef="#ctx0" brushRef="#br0" timeOffset="-190835.86">31486 8654 98 0,'0'0'111'15,"0"0"6"-15,0 0-7 0,-3 4-3 0,3-4 2 16,0 0-11-16,0 0-7 0,0 0-1 0,0 0-9 16,0 0-4-16,0 0 1 0,0 0-7 0,0 0 0 15,0 0-8-15,0 0-1 0,0 0 5 0,0 0-3 16,0 0-8-16,0 0-1 0,0 0-3 0,0 0-4 16,0 0-8-16,0 0-2 0,0 0-6 0,0 0-8 0,0 0-1 15,0 0-9-15,0 0-11 0,0 0-16 0,0 0-9 16,0 0-15-16,0 0-11 0,0 0-10 15,0 0-20-15,0 0-12 0,0 0-37 0,-7-21-14 16,1 11-82-16,-1 3-241 0,0-4 106 0</inkml:trace>
  <inkml:trace contextRef="#ctx0" brushRef="#br0" timeOffset="-189821.96">28161 2636 64 0,'0'0'84'0,"0"0"-16"0,0 0 6 16,0 0-15-16,0 0-5 0,0 0-6 0,0 0-7 16,0 0-3-16,0 0-5 0,0 0-8 0,0 0 14 15,0 0-1-15,0 0-14 0,0 0-7 0,0 0-2 16,0 0-6-16,0 0-6 0,0 0-6 0,0 0-4 15,0 0-13-15,0 0 2 0,-5 3-9 0,5-3-4 16,0 0-13-16,0 0-2 0,0 0-5 0,3 14-30 16,-3-14-88-16,0 0 39 0</inkml:trace>
  <inkml:trace contextRef="#ctx0" brushRef="#br0" timeOffset="-189040.6">28662 8482 51 0,'0'0'128'16,"0"0"-14"-16,0 0-8 0,0 0-11 0,0 0-18 15,0 0-5-15,0 0 1 0,0 0-5 0,0 0-7 16,0 0-3-16,0 0-6 0,0 0-13 0,0 0 5 15,0 0-11-15,0 0-4 0,0 0-3 0,0 0 3 16,0 0-27-16,0 0 25 0,0 0-18 0,0 0 10 0,0 0-12 16,0 0-10-16,0 0-12 0,0 0-9 0,0 0-13 15,0 0-16-15,0 0-8 0,0 0-34 0,-6-23-61 16,3 14-168-16,-1-9 75 0</inkml:trace>
  <inkml:trace contextRef="#ctx0" brushRef="#br0" timeOffset="-187115.13">28561 8625 24 0,'0'0'88'0,"0"0"-1"0,0 0-5 0,0 0-3 16,0 0-9-16,0 0-4 0,0 0 1 0,0 0 0 16,0 0 2-16,0 0-9 0,0 0 3 0,0 0 1 15,0 0 7-15,0 0-3 0,0 0-4 0,0 0 4 16,0 0-2-16,0 0-4 0,0 0-2 0,0 0-4 16,0 0 0-16,0 0-1 0,0 0-5 0,0 0-9 15,0 0 6-15,0 0-7 0,0 0-5 0,0 0 2 16,0 0-3-16,0 0 0 0,0 0 2 0,0 0-5 15,0 0 0-15,0 0 1 0,0 0-2 0,0 0 1 16,0 0-5-16,0 0-4 0,0 0-2 0,0 0 0 0,0 0-3 16,0 0-5-16,0 0 1 0,0 0-2 0,0 0 3 15,0 0-9-15,0 0-1 0,0 0-2 0,0 0 1 16,0 0-12-16,0 0-7 0,0 0-19 0,0 0-7 16,0 0-21-16,0 0-13 0,0 0-24 0,0 0-1 15,0 0-4-15,0 0-4 0,0 0-5 0,0 0-10 16,0 0-92-16,0 0-234 0,-8-22 103 0</inkml:trace>
  <inkml:trace contextRef="#ctx0" brushRef="#br0" timeOffset="-183268.26">24442 4274 74 0,'0'0'106'0,"-7"-3"-5"16,7 3-14-16,0 0-7 0,0 0-16 0,0 0 9 15,0 0-14-15,0 0-8 0,0 0 0 0,0 0 2 16,0 0 11-16,0 0-19 0,0 0-2 0,0 0 3 15,0 0-1-15,0 0 1 0,0 0-3 0,0 0-13 16,0 0 6-16,0 0-9 0,0 0-12 0,0 0 1 16,0 0-1-16,0 0-19 0,0 0-14 0,0 0-18 15,0 0-5-15,0 0-2 0,0 0-7 0,0 0-8 16,0 0-6-16,0 0 10 0,1 17-3 0,-1-17-15 16,6 14 2-16,-1-6-48 0,-1 3-126 0,1 1 56 15</inkml:trace>
  <inkml:trace contextRef="#ctx0" brushRef="#br0" timeOffset="-182780.15">25927 5831 56 0,'0'0'118'0,"0"0"4"0,0 0-8 0,0 0-4 15,0 0-9-15,0 0-5 0,0 0-8 0,0 0-15 0,0 0-3 16,0 0-7-16,0 0-9 0,0 0-8 0,0 0-13 16,0 0-13-16,0 0-11 0,0 0-25 15,0 0-12-15,0 0-10 0,0 0-20 0,0 0-7 16,0 0-8-16,0 0-16 0,0 0-46 0,0 0-146 16,0 0 66-16</inkml:trace>
  <inkml:trace contextRef="#ctx0" brushRef="#br0" timeOffset="-182136.95">25834 5818 37 0,'0'0'71'0,"0"0"-6"0,0 0-5 0,5 5-4 15,-5-5-10-15,0 0-4 0,0 0-6 0,0 0-2 16,0 0-17-16,0 0-10 0,0 0-5 0,0 0-8 16,0 0-6-16,0 0-14 0,-20 4-10 0,13-4-30 15,7 0-71-15,-25-6 32 0</inkml:trace>
  <inkml:trace contextRef="#ctx0" brushRef="#br0" timeOffset="-181644.81">25628 5686 1 0,'0'0'117'0,"0"0"-5"0,0 0-12 0,6 3-14 15,-6-3-11-15,0 0-10 0,0 0-15 0,0 0-12 16,0 0-21-16,0 0-23 0,0 0-16 0,-27 2-26 16,16-2-50-16,-2 0-106 0,-3-5 47 0</inkml:trace>
  <inkml:trace contextRef="#ctx0" brushRef="#br0" timeOffset="-181196.89">25522 5602 53 0,'0'0'75'0,"0"0"-22"0,0 0-11 0,0 0-16 16,5 2-14-16,-5-2-17 0,0 0-21 0,0 0-13 16,0 0-42-16,0 0 20 0</inkml:trace>
  <inkml:trace contextRef="#ctx0" brushRef="#br0" timeOffset="-180744.42">25497 5545 22 0,'0'0'17'0,"-13"8"-8"0,13-8-17 16,-14 0-9-16,14 0 3 0</inkml:trace>
  <inkml:trace contextRef="#ctx0" brushRef="#br0" timeOffset="-179696.72">25623 5749 78 0,'0'0'100'0,"0"0"6"0,3 4-16 16,-3-4-6-16,0 0-4 0,0 0-12 0,0 0 3 16,0 0-13-16,0 0-5 0,0 0-4 0,0 0-8 15,0 0 2-15,0 0-21 0,0 0 6 16,6 3-5-16,-6-3 2 0,0 0 0 0,0 0-18 0,0 0 4 15,0 0 2-15,0 0 1 0,0 0-8 0,0 0 4 16,0 0-6-16,0 0 0 0,0 0 6 0,0 0-7 16,0 0 9-16,0 0-11 0,0 0-3 0,0 0 5 0,0 0 0 15,0 0 11-15,0 0-10 0,0 0 3 16,0 0-5-16,0 0-2 0,0 0 7 0,0 0 3 16,0 0-7-16,0 0 2 0,0 0-7 0,0 0 8 15,0 0-9-15,0 0-2 0,0 0 1 0,0 0 5 0,0 0-1 16,0 0 8-16,0 0-5 0,0 0-5 0,0 0 4 15,0 0-8-15,0 0 5 0,0 0 4 16,0 0 2-16,0 0 0 0,0 0-4 0,0 0 3 16,0 0-7-16,0 0 6 0,0 0-5 0,0 0-1 15,0 0 7-15,0 0 0 0,0 0-2 0,0 0-4 0,0 0 8 16,0 0-3-16,0 0-2 0,0 0 0 0,0 0-3 16,0 0 0-16,0 0 6 0,0 0 2 15,0 0-2-15,0 0-9 0,0 0 1 0,0 0 6 0,0 0 6 16,0 0-5-16,0 0-5 0,0 0-5 15,0 0 3-15,0 0 1 0,0 0 1 0,0 0 4 0,0 0-8 16,0 0 3-16,0 0 3 0,0 0-17 0,0 0 25 16,0 0-5-16,0 0-1 0,0 0-1 0,0 0 7 15,0 0-2-15,0 0-6 0,0 0 6 0,0 0-9 16,0 0 0-16,0 0 6 0,0 0-10 0,0 0 6 16,0 0 6-16,0 0-11 0,0 0 8 0,0 0-8 15,0 0 8-15,0 0-5 0,0 0 0 0,0 0 5 16,0 0-4-16,0 0-1 0,0 0 3 0,0 0-3 15,0 0 1-15,0 0 5 0,0 0-4 0,0 0-2 16,0 0 3-16,0 0-14 0,0 0 6 0,0 0-2 16,0 0-2-16,0 0 2 0,0 0-7 0,0 0 9 15,0 0-5-15,0 0 2 0,0 0 2 0,0 0-6 16,0 0 7-16,0 0-14 0,0 0 14 0,0 0-9 16,0 0 7-16,0 0-7 0,0 0 4 0,0 0-14 15,0 0 18-15,0 0-5 0,0 0-3 0,0 0-8 16,0 0 0-16,0 0 4 0,0 0-7 0,0 0-3 15,0 0 0-15,0 0 1 0,0 0-2 0,0 0-1 16,0 0-9-16,0 0 3 0,0 0-12 0,0 0-37 16,-9 16-94-16,9-16 41 0</inkml:trace>
  <inkml:trace contextRef="#ctx0" brushRef="#br0" timeOffset="-175472.75">6818 17672 63 0,'0'0'114'0,"0"0"1"0,0-15-7 0,0 15 1 16,0 0-7-16,0 0-4 0,0 0-5 0,-4-13-2 15,4 13-4-15,0 0-1 0,0 0-4 0,0 0-7 16,0 0-11-16,0 0-1 0,-5-8-6 0,5 8-10 16,0 0-3-16,0 0 0 0,0 0-12 0,0 0 8 15,-17 3-10-15,17-3-8 0,0 0 3 0,-10 10-3 16,10-10 1-16,0 0-2 0,-9 8 0 0,9-8 2 15,-8 6 1-15,4 1-1 0,4-7 3 0,-11 13-8 16,5-5 1-16,2 0 2 0,-4 2-9 0,0-2 8 16,2 4-6-16,1-4-2 0,-3 2 2 0,3 0 0 15,-3 0-2-15,6 0-4 0,-2 0 5 0,-1 0-5 16,4-1-3-16,-2 2 10 0,2-2-5 16,-2 2 1-16,3-11-2 0,1 15 0 0,-1-15 0 0,4 15 3 15,-2-8-4-15,-2-7-1 0,3 12 7 16,3-6-4-16,-6-6-1 0,6 8 5 0,3-5-4 15,-9-3 6-15,14 8-2 0,-6-7-3 0,-8-1 3 16,21-1 0-16,-7-1-5 0,-1-4 5 0,3 2-5 0,0-3-1 16,-4 1 0-16,-1 0-1 0,-1-3-3 0,2 2 5 15,-1-5 0-15,-2 2 2 0,0-3-3 0,-1-1-1 16,0 0 7-16,-3-3 1 0,-3-1 2 16,0-1 0-16,-4-1 0 0,0-5 0 0,-2 7 0 15,-1 0 3-15,-8 1-3 0,4 2 2 0,0 5-5 16,-6-3-4-16,-1 5-17 0,-3 7-36 0,-7 2-54 15,-6 12-89-15,-16 12-188 0,-9 6-406 0,-39 16 180 16</inkml:trace>
  <inkml:trace contextRef="#ctx0" brushRef="#br0" timeOffset="-174045.82">4116 17766 28 0,'0'0'71'0,"-10"-11"-4"0,3 4 0 0,7 7-2 16,-9-11 8-16,9 11-5 0,-5-12-14 0,5 12 20 15,-7-12 0-15,7 12 5 0,0 0-8 0,-8-12 7 16,8 12-2-16,-4-8 4 0,4 8 1 15,0 0-4-15,-5-12-2 0,5 12-7 0,0 0-7 16,0 0-10-16,0 0-5 0,0 0-4 0,-6-10-10 16,6 10-3-16,0 0 2 0,0 0-8 0,0 0-3 15,0 0 3-15,0 0-4 0,25 26-4 0,-16-17 1 16,-1 0-1-16,3 3-1 0,-1 2-3 0,2 1-7 16,-3-1 6-16,4 3 4 0,-7-2-5 0,2 2-8 15,-2-5 3-15,3 2 1 0,-2 4 1 0,0-4-1 16,-2-3-2-16,0 0 1 0,-2-1 0 0,1 0 2 15,-2 1-4-15,2-5-2 0,-4-6 2 0,4 15 0 16,-4-15-6-16,5 7 5 0,-5-7 2 0,0 0-2 16,5 8 7-16,-5-8 5 0,0 0 14 15,0 0-1-15,0 0-5 0,0 0-3 0,0 0 3 16,0 0-2-16,14-25-4 0,-11 14 5 0,-3 0-3 16,0-5-5-16,1 1 1 0,0 0 3 0,1-4-8 15,-4-1 5-15,2 1 1 0,2 1-3 0,-1-2 1 16,-2 3-4-16,-1-2-4 0,0 0-1 0,3 4 4 15,-1-2-2-15,0 17-3 0,-1-21 1 0,1 21-13 16,1-11-20-16,-1 11-15 0,0 0-21 0,0-15-23 16,0 15-14-16,0 0-7 0,0 0-2 0,0 0-8 15,0 0-13-15,0 0-3 0,0 0-71 0,1 38-224 16,2-25 101-16</inkml:trace>
  <inkml:trace contextRef="#ctx0" brushRef="#br0" timeOffset="-173786.16">4464 17844 10 0,'0'0'93'0,"0"0"5"0,0 0-4 0,0 0-7 16,-38 0 12-16,38 0-16 0,-13 3-10 0,13-3-4 15,-12 5-4-15,12-5-9 0,-15 10 1 0,10-6-8 16,-2 3-3-16,1 0-4 0,1-1-4 0,5-6-7 15,-11 16 7-15,8-7-7 0,0-1-8 0,3-8 9 16,-3 17-12-16,3-17 1 0,2 16-4 0,-2-16 3 16,1 13-12-16,3-7 6 0,-4-6-10 0,10 12-10 15,-6-6-15-15,2 0-28 0,2 1-28 0,0-1-13 16,0-1-90-16,-8-5-194 0,11 9 87 16</inkml:trace>
  <inkml:trace contextRef="#ctx0" brushRef="#br0" timeOffset="-173525.42">4559 17864 65 0,'0'0'163'0,"2"-15"-14"0,-2 15-13 0,0 0-10 15,0 0-17-15,0 0-9 0,0 0-8 16,0 0-10-16,0 0-7 0,0 0-14 0,0 0-4 0,0 0-4 15,0 0-3-15,11 38-3 0,-8-26-5 16,-3-12 1-16,-3 23-7 0,2-10-2 0,1 3 1 16,-1-5-11-16,1-11-3 0,-3 25-2 0,3-14-8 15,0-11-8-15,0 0-10 0,0 0-11 0,0 0-19 16,0 0-33-16,0 0-21 0,1 62-29 0,-1-62-95 16,0 0-234-16,0 0 104 0</inkml:trace>
  <inkml:trace contextRef="#ctx0" brushRef="#br0" timeOffset="-173145.48">4565 17919 45 0,'0'0'130'16,"5"-19"2"-16,-5 19-15 0,7-16-5 0,-2 11-11 16,-5 5 2-16,12-14-14 0,-7 10-6 0,-5 4-15 15,11-7 2-15,-11 7-9 0,13-6-4 0,-13 6-4 16,13-3-3-16,-13 3-7 0,0 0 0 0,0 0-16 15,22 4-2-15,-22-4 1 0,0 0 4 0,11 10-9 16,-11-10 3-16,2 11-6 0,-2-11 2 0,1 18-3 16,-1-18-4-16,0 0 1 0,-9 25-4 0,6-16-9 15,3-9-6-15,-5 19 19 0,5-8-3 0,0-11-9 16,-1 19-2-16,1-19-1 0,3 18-17 0,-3-18 2 16,5 13 8-16,1-5 8 0,-6-8-7 15,10 14-4-15,-5-9 10 0,-5-5-8 0,12 8 5 16,-5-2 1-16,-7-6-2 0,0 0 3 0,21 13-2 15,-21-13-1-15,0 0-3 0,0 0 5 0,0 0-3 16,0 0 2-16,0 0 6 0,0 0-4 0,31 23 3 16,-31-23-2-16,0 0 4 0,0 0-10 0,0 0 14 15,0 0-15-15,0 0 9 0,0 0-15 0,0 0-19 16,-37 43-10-16,37-43-27 0,0 0-26 0,-30 20-24 16,30-20-69-16,0 0-204 0,-25 14 91 0</inkml:trace>
  <inkml:trace contextRef="#ctx0" brushRef="#br0" timeOffset="-172941.87">5334 17892 76 0,'0'0'133'0,"19"-3"-12"15,-19 3-11-15,17-2-12 0,-17 2-14 0,0 0-26 0,15 1-15 16,-15-1-26-16,0 0-46 0,9 10-34 0,-9-10-45 16,0 0-117-16,0 0 51 0</inkml:trace>
  <inkml:trace contextRef="#ctx0" brushRef="#br0" timeOffset="-172772.86">5285 18075 8 0,'0'0'157'0,"0"0"-17"0,0 0-18 0,0 0-4 15,0 0-10-15,0 0-13 0,0 0-5 0,0 0-18 0,0 0-25 16,33-2-28-16,-33 2-55 0,20-3-53 16,-20 3-54-16,18-5-152 0,-18 5 67 0</inkml:trace>
  <inkml:trace contextRef="#ctx0" brushRef="#br0" timeOffset="-160910.93">7151 17819 96 0,'0'0'134'0,"0"0"-10"0,0 0-10 0,0 0-14 16,0 0 3-16,0 0-15 0,0 0-20 0,0 0 5 15,0 0-14-15,0 0-4 0,0 0-3 0,0 0-8 16,0 0-6-16,0 0 2 0,0 0-6 0,0 0-14 16,0 0-4-16,0 0-2 0,0 0-15 0,0 0-17 15,0 0-16-15,0 0-11 0,0 0-29 0,0 0-24 16,0 0-69-16,0 0-182 0,0 0 81 0</inkml:trace>
  <inkml:trace contextRef="#ctx0" brushRef="#br0" timeOffset="-160189.65">7297 17729 72 0,'0'0'139'0,"0"0"-10"15,0 0-11-15,0 0-13 0,0 0-15 0,0 0-10 16,0 0-5-16,0 0-8 0,0 0-10 0,0 0 5 16,0 0-17-16,0 0 0 0,0 0-4 0,0 0-5 15,0 0-6-15,0 0-5 0,0 0 1 0,0 0-2 16,0 0-1-16,0 0-3 0,0-13-6 0,0 13 1 16,0 0-4-16,0 0 5 0,0 0 1 0,0 0-9 15,0 0 1-15,0 0-3 0,0 0 5 16,0 0-2-16,0 0 2 0,0 0-8 0,0 0-1 15,0 0 7-15,22 4-4 0,-22-4-5 0,0 0-5 16,0 0 3-16,0 0 0 0,0 0 0 0,0 0 3 16,0 0-3-16,0 0 9 0,0 0-10 0,0 0 8 15,0 0-7-15,0 0 8 0,0 0-4 0,0 0-5 16,15 2 9-16,-15-2-4 0,0 0-5 0,0 0 7 16,0 0-7-16,0 0 11 0,0 0 0 0,0 0-5 15,0 0-6-15,15-6 8 0,-15 6-12 0,0 0 11 16,0 0 0-16,0 0 0 0,0 0-4 0,0 0 1 15,0 0 1-15,0 0-2 0,13-3-5 0,-13 3 9 16,0 0-3-16,0 0 9 0,0 0-14 0,0 0-3 16,0 0 6-16,0 0 4 0,19 4-6 0,-19-4 8 15,0 0 14-15,10 10-7 0,-6-6-1 0,-4-4 3 16,3 12 2-16,-3-12 4 0,-1 17-3 0,-2-7 0 16,0 3-4-16,-2 1-1 0,1-2-4 15,-3-1 14-15,1-1-8 0,0 1-10 0,0 0 1 16,-1 0 2-16,0-1-6 0,2-3 0 0,-2 1 2 15,4-2-1-15,3-6-8 0,-6 8 6 0,6-8 4 16,0 0-13-16,0 0 2 0,-3 11 8 0,3-11-4 16,0 0 4-16,0 0 2 0,0 0-1 0,0 0 0 15,0 0-2-15,21 3-4 0,-21-3 2 0,0 0 0 16,18-3 0-16,-18 3-1 0,9 2 7 0,-9-2-5 16,0 0 6-16,13 4-1 0,-13-4-10 0,5 3 11 15,-5-3-2-15,5 7-5 0,-5-7 12 0,0 0-9 16,0 0 4-16,-4 18-1 0,4-18-4 0,-9 14 6 15,2-6-4-15,-1 0-8 0,-1 2-5 0,-4 2-21 16,-1-2-25-16,-1-2-28 0,0 2-26 0,15-10-127 16,0 0-257-16,-55 25 114 0</inkml:trace>
  <inkml:trace contextRef="#ctx0" brushRef="#br0" timeOffset="-160004.96">7004 17977 65 0,'0'0'139'15,"0"0"-9"-15,0 0-19 0,0 0-4 0,0 0-18 16,0 0 3-16,0 0-15 0,0 0-8 0,0 0-33 16,0 0-28-16,0 0-25 0,0 0-41 0,0 0-25 15,0 0-45-15,0 0-138 0,0 0 61 0</inkml:trace>
  <inkml:trace contextRef="#ctx0" brushRef="#br0" timeOffset="-159639.48">7444 17863 101 0,'5'-8'132'16,"-5"8"-7"-16,0 0-10 0,0 0-9 0,0 0-1 15,0 0-4-15,20 16-7 0,-20-16-4 0,11 16-5 16,-6-5-10-16,1 0-7 0,-1 0-4 16,0 4-7-16,-1-3-9 0,1 2-4 0,-1-1 1 15,1-3-13-15,-3 1 1 0,4-3-2 0,-1 1-2 16,-5-9-10-16,4 10 6 0,-4-10-3 0,5 7-8 15,-5-7 3-15,0 0 1 0,0 0-2 0,14-26-2 16,-5 11 3-16,0-3-4 0,1-8-3 0,2 1 7 16,-3 0-5-16,0-3 3 0,-2 1 6 0,2-1-11 15,-1 0-3-15,-2 3 3 0,1 1-1 0,-2 6-6 16,-2 3-3-16,-3 2-16 0,0 13-28 0,0 0-19 16,-3-21-49-16,3 21-40 0,-9-6-95 0,9 6-269 15,0 0 119-15</inkml:trace>
  <inkml:trace contextRef="#ctx0" brushRef="#br0" timeOffset="-159252.35">6184 18032 103 0,'-17'-2'146'0,"17"2"2"16,-13-4-7-16,9 4 0 0,4 0-12 0,-8-2-8 16,8 2-9-16,-8-2-2 0,8 2-11 0,0 0-14 15,0 0-1-15,0 0-13 0,0 0-10 0,0 0-9 16,0 0 0-16,0 0 2 0,29-12-14 0,-8 7-7 16,-1-2-8-16,13 2-22 0,-2-4-37 0,4 2-35 15,-1 2-42-15,-1 2-155 0,-3 3-289 0,-2-2 128 16</inkml:trace>
  <inkml:trace contextRef="#ctx0" brushRef="#br0" timeOffset="-157695">6466 18257 110 0,'0'0'145'0,"0"0"-10"0,0 0-14 16,0 0-7-16,0 0-13 0,0 0-16 0,0 0 1 15,0 0-7-15,0 0-13 0,0 0-5 0,0 0-1 16,0 0-1-16,0 0 0 0,0 0 2 0,36 20-7 16,-36-20 0-16,61 7 0 0,-24-7-7 15,20-7-6-15,8 2 5 0,33-9-2 0,3 0-8 16,4-1-4-16,10-3-8 0,0 0-9 0,-2 2-26 15,8-2-13-15,-1-4-25 0,-5 4-41 0,0 2-23 16,-9 2-32-16,-4 5-82 0,-10-1-245 0,-29 6 109 16</inkml:trace>
  <inkml:trace contextRef="#ctx0" brushRef="#br0" timeOffset="-126139.08">3975 7257 12 0,'0'0'13'0,"0"0"-2"0,0 0 2 0,0 0-3 15,0 0-3-15,0 0 8 0,0 0-1 16,0 0-3-16,0 0 6 0,0 0-7 0,0 0 0 16,0 0-1-16,0 0 0 0,0 0 1 0,0 0-4 15,0 0 4-15,0 0-3 0,0 0 0 0,3-5 0 0,-3 5-1 16,0 0 1-16,0 0-4 0,0 0 2 0,0 0-1 16,0 0 1-16,0 0-4 0,0 0 1 15,0 0-2-15,0 0 12 0,0 0 0 0,0 0-4 16,0 0-4-16,0 0-3 0,0 0 1 0,0 0 3 15,0 0-3-15,0 0-2 0,0 0 1 0,0 0 1 16,0 0 3-16,0 0-7 0,0 0 10 0,0 0 0 16,0 0-12-16,0 0 4 0,0 0 1 0,0 0-4 15,0 0-2-15,0 0 8 0,0 0-3 0,0 0 1 16,0 0-2-16,0 0 1 0,0 0-9 0,0 0 4 16,0 0-9-16,0 0-9 0,0 0-19 0,0 0-45 15,0 0 20-15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9:37:52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22579 6975 2 0,'0'0'26'0,"0"0"-4"16,0 0-5-16,0 0-1 0,0 0-9 15,0 0-4-15,0 0-2 0,0 0-8 0,0 0-8 0,0 0-15 16,0 0 6-16</inkml:trace>
  <inkml:trace contextRef="#ctx0" brushRef="#br0" timeOffset="647.23">22541 6939 7 0,'16'-1'8'16,"-4"1"1"-16,1-1 2 0,4-4-1 0,1 4 0 15,3-1-1-15,0-2 3 0,0 3-5 0,1-1 4 16,1-1-4-16,5 0 1 0,-8 2 2 0,10-4-1 16,-2 0-2-16,-1 1-2 0,3-1 7 0,-2-2-3 15,3 5-4-15,-3-3 8 0,2 1-6 0,-4 0 2 16,-6 0-6-16,0 2 7 0,-2-1-9 0,-5 2 4 16,1 0-1-16,-4-2-3 0,-2 2 2 0,-8 1 0 15,14 0-3-15,-14 0 3 0,10 0-1 0,-10 0-4 16,8 0 6-16,-8 0 2 0,0 0-5 0,0 0-2 15,0 0 6-15,0 0-4 0,0 0 5 0,0 0-6 16,0 0 8-16,0 0-7 0,0 0-1 0,0 0 2 16,-26 5-1-16,26-5 0 0,-14 0-3 0,2 3 5 15,0-3-6-15,-1 1 2 0,0 3-7 0,-5 0 0 16,4-2-2-16,-4 2 1 0,-1 0-3 0,-1-1 1 16,-1 4-2-16,-1-3 1 0,1 1-3 0,3-1 0 15,-4 1-10-15,2-1-27 0,2-2 88 0,-1 2-46 0,2 1-6 16,2-3-18-16,-1 1 55 0,1-3-33 0,2 3 11 15,-1-2-8-15,3 0-10 0,0 1 4 0</inkml:trace>
  <inkml:trace contextRef="#ctx0" brushRef="#br0" timeOffset="894.29">22694 6942 30 0,'-8'1'-5'0,"8"-1"5"16,-14 1 1-16,7-1 1 0,7 0-3 0,-8 1 5 0,8-1 1 15,-9 2 6-15,9-2 1 0,0 0-3 0,0 0 4 16,0 0-4-16,-9 0 1 0,9 0-6 0,0 0 2 16,0 0 6-16,0 0-3 0,0 0 0 15,0 0 0-15,36 2 8 0,-22-4-2 0,4-2 5 0,10 2-8 16,0-1-2-16,3-3 6 0,1 3-2 0,1-2-1 15,-1 0 1-15,-1 4 1 0,1-5-2 0,-4 0-1 16,-5 3 0-16,-2 1 3 0,-3 0-5 0,1-1-2 16,-2-1 1-16,-4 3-5 0,0-1-1 0,-1 2 4 15,-1 0-1-15,-5-2 2 0,-6 2 1 0,11 1-5 16,-11-1-3-16,9-1 3 0,-9 1 3 0,0 0 10 16,9-2-3-16,-9 2-4 0,0 0 1 0,0 0-4 15,0 0-3-15,0 0 0 0,0 0 2 0,0 0-5 16,0 0-4-16,0 0-12 0,0 0-10 0,0 0-14 15,-25-7-32-15,25 7-74 0,-18 10 32 0</inkml:trace>
  <inkml:trace contextRef="#ctx0" brushRef="#br0" timeOffset="1984.57">22587 7291 35 0,'0'0'24'0,"0"0"0"0,0 0 0 0,0 0-2 15,0 0-3-15,-23-8-3 0,23 8 3 0,-10-1-11 16,10 1 10-16,-10-3-2 0,10 3-10 0,-10-1 10 16,10 1-7-16,-11-4 3 0,11 4 1 0,-8-1-4 15,8 1 2-15,-9-2 5 0,9 2-9 0,0 0-2 16,-11-4 3-16,11 4 0 0,-5-2 7 0,5 2-3 16,0 0-3-16,0 0-2 0,0 0 2 0,0 0 0 15,0 0-4-15,0 0 0 0,0 0-2 0,0 0 3 0,19-5 2 16,-9 3 3-16,3 1-2 0,-2-1 3 15,2 1 4-15,4-6-6 0,-1 5 1 0,5-2 2 0,-4 0 1 16,2 1-4-16,0-2 0 0,0 1-2 16,-4 1 1-16,-2 0 0 0,2-1-2 0,-3 2-2 15,3-2 0-15,-5 1 4 0,3 0-2 0,-7 2-7 0,2-1 3 16,-8 2 3-16,10-1-3 0,-10 1-6 16,9-4 9-16,-9 4-3 0,0 0 3 0,9-2-4 15,-9 2 5-15,0 0-4 0,0 0 9 0,0 0-8 16,7-1-3-16,-7 1 10 0,0 0-13 0,0 0 7 0,0 0 1 15,0 0-3-15,0 0 0 0,0 0 0 16,0 0 1-16,-26-3-6 0,26 3 5 0,-19 3-3 0,6-2-2 16,2 1 1-16,-5-1-10 0,4 2 14 0,-6-2 8 15,1 2-14-15,3-3 3 0,-3 2 6 16,2-1-3-16,2-1 4 0,0 0-6 0,-1 0 2 0,3 2-5 16,-2-1 2-16,3-1-1 0,1 0 1 0,9 0 0 15,-14 1-2-15,14-1 8 0,-9 2-6 16,9-2-4-16,0 0 1 0,-7 2 1 0,7-2-3 15,0 0 6-15,0 0-4 0,0 0 5 0,31 1-3 0,-13-3 6 16,9 2 0-16,2-5 0 0,5 2 4 0,0 0-6 16,4-4 4-16,1 2 0 0,11-2 7 0,-13 3-1 15,-2-1 1-15,0-2-2 0,-2 4-3 0,-1-1 0 16,-4 0 0-16,-6 1-1 0,-1 1-1 16,-2 1-2-16,-7-2-1 0,1 2 0 0,-5 0 3 0,0-1-4 15,0 1-2-15,-8 1-1 0,11-2 6 0,-11 2-5 16,0 0 0-16,9-2 4 0,-9 2-4 0,0 0 11 15,0 0-7-15,0 0 1 0,0 0-6 0,0 0 5 16,0 0-8-16,-34 0 1 0,23 0-1 16,-3 0-4-16,-5 2 0 0,-2-1 13 0,1 0-6 0,-1 2 4 15,0-1-11-15,-6 2 7 0,6-1 5 0,1 0-2 16,1 0 1-16,1-2-6 0,0 3-4 0,6-2 3 16,4 0 7-16,0-1 1 0,1 0-7 0,7-1 0 15,-10 2 4-15,10-2-13 0,-6 4 12 0,6-4 1 16,0 0 1-16,0 0 0 0,0 0 0 0,25 3-6 15,-11-3 2-15,-1-1 1 0,6 0-3 0,-2 0 6 16,-3-2-1-16,4 3-6 0,-4-1 6 0,-1-2-1 16,1 3 4-16,-1-3-4 0,-1 3 3 0,0 0 4 15,-4-2-5-15,-1 1 1 0,-7 1 1 0,13-1-8 16,-13 1-3-16,9-2-11 0,-9 2-17 0,8-1-2 16,-8 1-11-16,0 0-11 0,0 0-7 0,0 0-44 15,0 0-118-15,0 0 53 0</inkml:trace>
  <inkml:trace contextRef="#ctx0" brushRef="#br0" timeOffset="5252.03">19675 7545 25 0,'0'0'17'0,"0"0"-2"0,0 0-3 16,0 0-2-16,0 0 4 0,0 0-5 0,0 0 1 15,0 0-1-15,0 0 2 0,0 0 2 0,0 0-1 0,0 0 4 16,0 0-1-16,0 0-2 0,0 0-2 16,0 0 4-16,0 0-9 0,0 0 3 0,0 0-2 15,0 0 6-15,0 0-1 0,0 0-7 0,0 0 0 16,0 0-1-16,0 0 3 0,0 0 1 0,0 0-7 16,0 0 3-16,0 0 0 0,0 0-2 0,0 0 4 0,0 0-4 15,0 0-4-15,0 0 5 0,0 0-7 16,0 0 5-16,0 0 3 0,0 0 0 0,0 0-2 15,0 0-4-15,0 0 3 0,0 0 1 0,0 0 0 0,0 0-1 16,0 0-2-16,0 0 4 0,0 0-3 0,0 0 1 16,0 0-5-16,0 0 6 0,0 0-2 15,0 0 0-15,0 0 0 0,0 0 2 0,0 0-3 16,0 0 2-16,0 0-2 0,0 0 0 0,0 0-2 16,0 0 5-16,0 0-1 0,0 0-1 0,0 0 2 0,0 0 4 15,0 0-9-15,0 0 3 0,0 0 1 0,0 0 1 16,0 0-5-16,0 0 5 0,0 0-3 0,0 0-1 15,0 0 3-15,0 0-4 0,0 0 3 0,0 0-4 16,0 0 6-16,0 0-2 0,0 0 1 0,0 0 3 16,0 0-1-16,0 0-3 0,0 0 6 0,0 0-4 15,0 0 4-15,0 0 3 0,0 0-11 0,0 0 4 16,0 0-1-16,0 0 4 0,0 0-10 0,0 0 8 16,0 0-3-16,0 0-2 0,-6-9 6 0,6 9-5 15,0 0 7-15,0 0-3 0,0 0-1 0,0 0-4 16,0 0 2-16,0 0 0 0,0 0 2 0,0 0 4 15,0 0-5-15,0 0 2 0,0 0-2 0,0 0 4 16,0 0 2-16,-6-5-3 0,6 5-5 0,0 0-3 16,0 0 5-16,0 0 1 0,0 0-2 0,0 0 0 15,0 0 3-15,0 0-5 0,0 0 0 0,0 0 3 16,-2-9 1-16,2 9 3 0,0 0-6 0,0 0-1 16,0 0 4-16,0 0-4 0,0 0-1 0,0 0 6 15,0 0-7-15,0 0 5 0,0 0 0 0,0 0 1 16,0 0 5-16,0 0 2 0,0 0 1 0,0 0-2 15,0 0-3-15,-3-4 2 0,3 4-6 0,0 0 6 16,0 0-1-16,0 0-7 0,0 0 6 0,0 0-1 16,0 0-1-16,0 0 5 0,0 0-8 0,0 0 7 15,0 0-8-15,0 0 3 0,-4-8 0 0,4 8 0 16,0 0 2-16,0 0-3 0,0 0 0 0,0 0-5 16,0 0 6-16,0 0-1 0,0 0-3 0,0 0 3 15,0 0-1-15,0 0 0 0,0 0-1 0,0 0 4 16,0 0 3-16,0 0-6 0,0 0 1 0,0 0-3 15,0 0 4-15,0 0-4 0,0 0 6 0,0 0-6 16,0 0 2-16,0 0-3 0,0 0 4 0,0 0 1 16,0 0-2-16,0 0 3 0,0 0-4 0,0 0 3 15,0 0-1-15,0 0-3 0,0 0 1 0,0 0-3 16,0 0 3-16,0 0 2 0,2-11 1 0,-2 11 1 16,0 0 2-16,0 0-5 0,0 0-2 0,0 0 0 15,0 0 3-15,0 0-1 0,0 0 5 0,0 0-7 16,0 0 3-16,0 0-7 0,0 0 8 0,0 0-10 15,0 0 4-15,0 0 2 0,0 0 2 0,0 0 0 0,0 0-2 16,0 0-4-16,0 0 2 0,0 0 8 16,0 0-4-16,0 0 0 0,0 0 0 0,0 0-3 15,0 0 4-15,0 0 0 0,0 0-3 0,0 0 2 16,0 0 1-16,0 0-8 0,0 0 7 0,0 0 3 16,0 0-4-16,0 0 3 0,0 0-2 0,0 0-11 0,0 0-4 15,0 0-2-15,0 0-8 0,0 0-10 16,0 0-30-16,0 0-71 0,0 0 31 0</inkml:trace>
  <inkml:trace contextRef="#ctx0" brushRef="#br0" timeOffset="21005.08">22589 11873 15 0,'0'0'42'0,"0"0"-10"0,0 0 2 0,0 0-8 15,0 0-9-15,0 0-10 0,0 0-12 0,0 0-10 16,0 0-11-16,0 0-28 0,0 0 13 0</inkml:trace>
  <inkml:trace contextRef="#ctx0" brushRef="#br0" timeOffset="22069.49">24216 11919 22 0,'0'0'62'0,"0"0"-6"0,0 0-2 16,0 0-9-16,0 0-1 0,0 0-6 0,0 0-5 15,0 0-6-15,0 0 5 0,0 0-10 0,0 0 4 16,0 0-5-16,0 0-4 0,0 0-1 0,0 0 0 16,0 0-4-16,0 0-1 0,0 0-3 0,0 0-1 15,0 0-2-15,0 0 6 0,0 0-3 0,8 3 3 16,-8-3-2-16,0 0 5 0,0 0-5 0,0 0-1 15,0 0 6-15,0 0-2 0,0 0 7 0,0 0-4 16,0 0 4-16,0 0-5 0,0 0 0 0,0 0-4 16,0 0 3-16,0 0 2 0,0 0-8 0,0 0-1 15,0 0-2-15,0 0 9 0,0 0 1 0,0 0-6 16,0 0 1-16,0 0 0 0,0 0-1 0,0 0 7 16,0 0-4-16,0 0-1 0,0 0-1 0,0 0-1 15,0 0 3-15,0 0-1 0,0 0-1 0,0 0-3 16,0 0 0-16,0 0 9 0,0 0-18 0,0 0 10 15,0 0 6-15,0 0-8 0,0 0 4 0,0 0 5 16,0 0-4-16,0 0-3 0,0 0 0 0,0 0-6 16,0 0 1-16,0 0 2 0,0 0-3 0,0 0 0 15,0 0 9-15,0 0-8 0,0 0-4 0,0 0 4 16,0 0-7-16,0 0 8 0,0 0 2 0,0 0-6 0,0 0 5 16,0 0 4-16,0 0-16 0,0 0 13 15,0 0-4-15,0 0-10 0,0 0 13 0,0 0-1 0,0 0-12 16,0 0 7-16,0 0 8 0,4 4 0 15,-4-4-10-15,0 0 5 0,0 0-5 0,0 0 0 0,0 0-1 16,0 0-3-16,0 0-10 0,0 0-10 0,0 0-2 16,0 0 3-16,0 0-17 0,0 0-10 15,0 0-31-15,0 0-43 0,0 0-139 0,0 0 61 16</inkml:trace>
  <inkml:trace contextRef="#ctx0" brushRef="#br0" timeOffset="34187.6">29489 8754 5 0,'0'0'21'0,"0"0"-18"0,-6-7-9 15,6 7-5-15,-4-8 4 0</inkml:trace>
  <inkml:trace contextRef="#ctx0" brushRef="#br0" timeOffset="36873.83">28023 9418 7 0,'0'0'70'0,"0"0"-5"0,0 0-8 16,-7-3-9-16,7 3-5 0,0 0-5 0,0 0-9 16,0 0-4-16,0 0-16 0,0 0 2 0,0 0-13 15,0 0-4-15,0 0-17 0,0 0-40 0,0 0-66 16,0 0 29-16</inkml:trace>
  <inkml:trace contextRef="#ctx0" brushRef="#br0" timeOffset="40107.21">23247 12724 29 0,'0'0'29'16,"0"0"-11"-16,0 0-10 0,0 0-13 0,0 0-9 15,0 0-14-15,0 0 7 0</inkml:trace>
  <inkml:trace contextRef="#ctx0" brushRef="#br0" timeOffset="45894.82">25397 14657 2 0,'0'0'-1'0</inkml:trace>
  <inkml:trace contextRef="#ctx0" brushRef="#br0" timeOffset="57595.57">4234 15199 14 0,'0'0'58'0,"0"0"-3"0,0 0-5 0,-7-11-9 16,7 11 5-16,0 0-15 0,-8-3-5 0,8 3 2 16,0 0-20-16,-11-2 8 0,11 2-11 0,-10-2 4 15,10 2-8-15,-10-2 1 0,10 2-7 0,-11 0-14 16,11 0 8-16,0 0-9 0,-12-3-9 0,12 3-22 16,-8-3-56-16,8 3 25 0</inkml:trace>
  <inkml:trace contextRef="#ctx0" brushRef="#br0" timeOffset="69388.58">3989 7119 5 0,'0'0'4'0,"-8"3"2"0,8-3-4 0,-6 3 0 16,6-3 0-16,0 0 2 0,-7 2-1 0,7-2-1 15,0 0 1-15,0 0 0 0,0 0-4 0,0 0 2 16,-8 2-1-16,8-2 1 0,0 0-2 0,0 0 1 16,0 0 0-16,0 0 0 0,0 0-1 0,0 0 1 15,0 0-3-15,0 0 2 0,0 0 0 0,-6 5 4 16,6-5-4-16,0 0 5 0,0 0-2 0,0 0-2 16,0 0 4-16,0 0-5 0,0 0 1 0,0 0 1 15,0 0 2-15,0 0-3 0,0 0 0 0,0 0-3 16,0 0 4-16,0 0-2 0,0 0 1 0,0 0 0 0,0 0 3 15,0 0-1-15,0 0 3 0,0 0-3 16,0 0 2-16,0 0-1 0,0 0 3 0,0 0-3 16,0 0 4-16,0 0 3 0,0 0 7 0,0 0-6 15,0 0 2-15,0 0 1 0,0 0 2 0,0 0-1 16,0 0-6-16,0 0-5 0,0 0 10 0,0 0-9 0,0 0 1 16,0 0-2-16,0 0-1 0,0 0 1 0,18 7-1 15,-18-7 5-15,5 2-6 0,-5-2 3 16,7 2-2-16,-7-2-2 0,13 1 2 0,-7-1 0 15,-6 0 3-15,15-1 1 0,-4 1-3 0,1-2 0 16,-1 2 0-16,1 0-1 0,0 0-2 0,2 0-2 16,-2 2 5-16,3-2-1 0,-2 0 0 0,6-3-1 15,-1 3 3-15,3 0-4 0,-1 0 4 0,-2 0 3 16,1 0-5-16,0 0 2 0,2 0 1 0,-1 0-2 16,-1 0 1-16,2 0 0 0,0-1 1 0,0-2-3 15,1 3 0-15,-1 0 1 0,1-2 0 0,-3 1-1 16,3 1-4-16,-4 0 10 0,2 0-3 0,2-1-7 0,0 1 2 15,-4 1-1-15,1-1 2 0,-1 0 3 16,0 0-1-16,-2 3-3 0,2-3 3 0,-5 3-1 16,5 1-2-16,-5-3-4 0,8 0 4 0,-7 1-1 15,6 0 2-15,-7-2 1 0,6 2 1 0,1-1-4 16,0 1 1-16,-2-2-1 0,1 3-3 0,-1-5 4 0,1 2 2 16,-1 2 1-16,-1-1 4 0,1 0-7 0,-1 1 2 15,-2-2-2-15,2 1-2 0,-1-1 4 16,-2 0 3-16,4 1-5 0,-4-2 2 0,3 4 0 15,-3-3-8-15,4 0 2 0,-5 2 9 0,3-1 2 16,1-2-9-16,1 2-3 0,-1 0 1 0,-3 1 3 16,4-2-2-16,-1 1-1 0,2 2 2 0,-2-2 2 0,-3 0 1 15,3-1 1-15,2 2-3 0,-3-1 0 16,2 0 1-16,-5 0 3 0,6 1-3 0,-4-1 6 16,1 1 3-16,-1-1-13 0,-2-1 3 0,5-1 1 15,-2 2 0-15,-2 1-2 0,-1-2 0 0,1 1 1 16,2-1 1-16,-1 0 1 0,4 0-2 0,-1 2-1 0,-5-1 3 15,2 2-1-15,-1-3 2 0,-1 0 1 0,1 0-5 16,-1 0-2-16,1 0 1 0,0 0 4 16,4-3-2-16,-5 2 3 0,4 1-2 0,0-2 0 15,1 1-1-15,-6-1 3 0,3 2-6 0,-4-1 3 16,2-1 1-16,-1 2-4 0,-2-1 6 0,1 1-4 0,0 0 2 16,-5-2-4-16,-6 2 6 0,16 2-6 0,-9-2-2 15,-7 0 5-15,13 0 1 0,-13 0 2 16,12-2-1-16,-5 1 2 0,-7 1-6 0,13 1 5 15,-6-1-3-15,-7 0 3 0,14-1-1 0,-14 1-2 16,13 0 2-16,-5-1-4 0,-8 1 1 0,13 0 1 16,-7 1 1-16,-6-1-4 0,14 0 4 0,-6 0-3 15,-8 0 3-15,15 0 0 0,-9 0-3 0,-6 0 5 0,15 0-4 16,-10 0 3-16,-5 0-3 0,14 1 3 16,-7-2-1-16,-7 1 3 0,12 0-4 0,-12 0 0 15,13 0 5-15,-7 1-7 0,-6-1 5 0,10 0 0 16,-10 0 0-16,13 0 4 0,-7 0-4 0,-6 0 5 0,12 0-7 15,-12 0-1-15,13 0 8 0,-7 2-5 0,-6-2-6 16,10 0 7-16,-10 0-2 0,10 0 0 16,-10 0-1-16,9 0 2 0,-9 0-4 0,10 1 1 15,-10-1 1-15,0 0-2 0,12-1 2 0,-12 1-1 16,0 0 2-16,10 0 1 0,-10 0-3 0,7 0 5 0,-7 0-4 16,0 0 3-16,0 0-2 0,11 1-3 0,-11-1 1 15,0 0-4-15,8 2 4 0,-8-2 5 16,0 0-8-16,0 0 0 0,0 0 5 0,0 0-2 15,9 0-2-15,-9 0 2 0,0 0 0 0,0 0 2 16,0 0-1-16,0 0 2 0,0 0-3 0,0 0 4 16,0 0-3-16,0 0-1 0,0 0 3 0,0 0-2 15,6 3 4-15,-6-3-5 0,0 0 2 0,0 0 1 16,0 0 6-16,0 0 0 0,0 0 4 0,0 0 4 16,0 0 0-16,0 0 1 0,0 0-1 0,0 0 3 15,0 0-5-15,0 0-4 0,0 0-1 0,0 0 1 16,0 0-4-16,0 0 1 0,0 0-4 0,0 0 3 0,0 0 0 15,0 0-2-15,0 0 10 0,0 0-13 16,0 0-4-16,0 0 8 0,0 0-2 0,0 0 3 16,0 0-2-16,0 0 4 0,0 0-1 0,0 0 12 15,0 0-9-15,0 0 1 0,0 0-7 0,0 0 3 16,0 0 0-16,0 0 3 0,0 0-10 0,0 0 6 0,0 0-3 16,0 0-1-16,0 0 6 0,0 0-6 15,0 0 2-15,0 0 4 0,0 0-5 0,0 0-2 16,0 0 0-16,0 0 4 0,0 0-3 0,0 0-3 15,0 0 5-15,9-6 0 0,-9 6-1 0,0 0-1 16,0 0-3-16,0 0 3 0,8-3 0 0,-8 3 7 16,0 0-12-16,0 0 4 0,0 0-3 0,0 0 6 0,0 0 3 15,0 0-1-15,0 0 0 0,0 0 3 16,0 0-3-16,0 0 2 0,0 0-4 0,0 0 9 16,0 0-14-16,0 0 9 0,0 0-7 0,0 0 1 15,0 0-1-15,0 0 2 0,0 0-10 0,0 0-19 16,0 0-20-16,0 0-19 0,0 0-17 0,0 0-64 15,0 0-155-15,0 0 69 0</inkml:trace>
  <inkml:trace contextRef="#ctx0" brushRef="#br0" timeOffset="74792.67">19686 7560 12 0,'0'0'16'0,"0"0"-4"0,0 0-4 0,0 0 2 15,0 0 1-15,0 0-5 0,0 0 0 0,0 0-1 16,0 0-4-16,0 0 7 0,0 0-3 0,0 0 1 0,0 0 0 16,0 0-5-16,0 0 4 0,0 0-2 0,0 0-3 15,0 0 5-15,10 10-2 0,-10-10-3 0,0 0 3 16,0 0-2-16,4 6 0 0,-4-6-1 0,0 0-2 16,0 0-1-16,0 0 1 0,0 0-4 0,0 0 3 15,0 0 6-15,0 0-6 0,0 0 0 0,0 0 5 16,0 0-4-16,0 0 4 0,0 0-1 0,12-8-6 15,-12 8 7-15,4-5-5 0,-4 5 5 0,3-6-2 16,-3 6 3-16,0 0 2 0,1-9-4 0,-1 9 5 16,0 0-6-16,1-7 6 0,-1 7 5 0,0 0 1 15,0 0-5-15,0 0 2 0,0 0 3 0,-3-10-1 16,3 10 6-16,0 0-4 0,0 0-6 0,0 0 3 16,0 0-1-16,-3-9-3 0,3 9 1 0,0 0-6 15,0 0 3-15,0 0-4 0,0 0 5 0,0 0-3 16,0 0-2-16,0 0 1 0,0 0-1 0,0 0 2 15,0 0-5-15,0 0-3 0,0 0 4 0,0 0 3 16,0 0-1-16,0 0 1 0,0 0-3 0,0 0 0 16,0 0 4-16,0 0-2 0,-9 17 5 0,9-17-4 15,0 0-2-15,-4 8 1 0,4-8-2 0,-4 8 1 16,4-8-2-16,-5 8 0 0,3-3 7 0,2-5-3 16,-3 9 1-16,3-9-2 0,-4 6 1 0,4-6 2 15,-4 9-3-15,4-9 4 0,-3 8-4 0,3-8 0 16,-3 9 2-16,3-9 1 0,-4 6-2 0,4-6-4 15,-2 5 9-15,2-5-7 0,0 0 2 0,0 9-4 16,0-9-1-16,0 0-19 0,0 9-21 0,0-9-46 16,1 8 20-16</inkml:trace>
  <inkml:trace contextRef="#ctx0" brushRef="#br0" timeOffset="114622.42">11510 12921 2 0,'0'0'2'0,"0"0"-1"0,0 0 4 16,0 0-1-16,0 0-4 0,0 0 2 0,0 0-5 15,0 0 4-15,-2 14-1 0,2-14 3 0,0 0-7 16,0 0 7-16,0 0-3 0,0 0 2 0,0 0-1 16,0 0 0-16,0 0-2 0,0 0 4 0,0 0 0 15,0 0-3-15,0 0 0 0,-3 15 0 0,3-15 9 16,0 0-1-16,0 0 3 0,0 0 10 0,0 0 0 15,0 0-1-15,0 0-3 0,0 0 3 0,0 0-3 16,0 0-7-16,0 0 5 0,0 0-4 0,0 0-2 16,0 0 2-16,0 0-3 0,0 0 3 0,0 0-3 15,0 0-1-15,0 0-2 0,0 0 3 0,0 0-5 16,0 0 2-16,0 0-4 0,0 0 1 0,0 0 4 16,0 0-5-16,0 0 0 0,0 0 2 0,0 0-7 15,0 0 5-15,0 0 3 0,0 0-4 0,0 0 1 16,0 0-2-16,0 0-2 0,0 0 3 0,0 0 3 15,0 0 1-15,0 0 1 0,0 0-5 0,0 0 3 16,0 0 2-16,0 0 0 0,0 0-2 0,0 0 0 16,0 0 0-16,0 0 6 0,0 0-4 0,0 0 2 15,0 0 3-15,0 0 1 0,0 0 1 0,0 0-2 16,0 0 1-16,0 0 1 0,0 0 0 0,0 0-2 16,0 0-2-16,0 0-1 0,0 0 2 0,0 0 2 15,0 0-2-15,0 0-4 0,0 0 3 0,0 0-2 16,0 0 0-16,0 0-1 0,0 0 4 0,0 0-12 15,0 0 10-15,0 0-8 0,0 0 2 0,0 0 2 16,0 0 0-16,0 0-3 0,0 0-4 0,0 0 1 16,0 0 19-16,0 0-12 0,0 0-5 0,0 0 1 15,0 0-2-15,0 0 2 0,0 0 5 0,0 0 2 16,0 0-10-16,0 0 5 0,0 0-2 0,0 0-3 16,0 0 3-16,0 0 3 0,0 0-5 0,0 0 1 15,0 0 1-15,0 0 0 0,0 0-3 0,0 0 3 16,0 0-1-16,0 0 0 0,0 0 6 0,0 0 3 15,0 0-11-15,0 0 2 0,0 0 5 0,0 0-4 16,0 0 2-16,0 0 4 0,0 0-4 0,0 0-4 16,0 0 2-16,0 0-2 0,0 0 6 0,0 0-8 15,0 0 1-15,0 0-3 0,0 0 4 0,0 0 2 16,0 0-3-16,0 0 5 0,0 0-1 0,0 0-7 16,-5-36 3-16,5 36 3 0,0 0-4 0,0 0 6 15,0 0-3-15,5-10 2 0,-5 10 3 0,0 0-3 16,0 0-2-16,0 0 1 0,0 0 1 0,0 0 0 15,3-10-2-15,-3 10 1 0,0 0-1 0,0 0 2 16,0 0 0-16,0 0 1 0,0 0-6 0,4-9 2 16,-4 9 5-16,0 0-2 0,0 0 2 0,0 0 4 15,0 0-7-15,0 0 0 0,0 0 1 0,4-7-5 16,-4 7 5-16,0 0-2 0,0 0 1 0,0 0 0 16,2-10 6-16,-2 10 8 0,0 0-3 0,0 0 6 15,0 0-1-15,0 0 0 0,0 0 2 0,1-11-2 16,-1 11-9-16,0 0 1 0,0 0-2 0,0 0-3 15,0 0 4-15,0 0 0 0,0 0-6 0,0 0 3 16,0 0 0-16,0 0 0 0,0 0-3 0,0 0 4 16,0 0-3-16,0 0 3 0,0 0 0 0,0 0-5 15,0 0 5-15,0 0-1 0,0 0 0 0,0 0-3 16,0 0-2-16,0 0 0 0,0 0 1 0,0 0 2 16,0 0-1-16,0 0 1 0,0 0-5 0,0 0 3 15,0 0-1-15,0 0 8 0,0 0 5 0,0 0-8 16,0 0 0-16,0 0 10 0,0 0-7 0,0 0 6 15,0 0-5-15,0 0 3 0,0 0-2 0,0 0 3 16,0 0-3-16,0 0 4 0,0 0-9 0,0 0-1 16,0 0-2-16,0 0 7 0,0 0-8 0,0 0 9 15,0 0-8-15,0 0 0 0,0 0 3 0,0 0-3 16,0 0 0-16,0 0 7 0,0 0-4 0,0 0 3 16,0 0 9-16,0 0 0 0,0 0 8 0,0 0-3 15,0 0 4-15,0 0-2 0,0 0 7 0,0 0-5 16,0 0-5-16,0 0 0 0,0 0-7 0,0 0 3 15,0 0-5-15,-5-14 0 0,5 14-4 0,0 0-1 16,0 0 3-16,0 0 1 0,0 0-2 0,-1-10 3 16,1 10-7-16,0 0 0 0,0 0 2 0,0 0 0 15,0 0 4-15,0 0-2 0,-3-6 1 0,3 6-7 16,0 0 8-16,0 0-4 0,0 0 1 0,0 0 1 16,0 0-7-16,0 0 4 0,0 0-2 0,0 0 7 15,0 0-8-15,0 0 0 0,0 0 1 0,0 0-2 0,0 0-2 16,0 0 8-16,0 0-7 0,0 0 0 15,0 0-1-15,0 0 4 0,0 0-7 0,0 0 9 16,0 0-8-16,0 0-3 0,0 0 4 0,0 0 1 16,0 0 4-16,0 0-5 0,0 0-3 0,0 0 0 15,0 0 5-15,0 0 1 0,0 0-9 0,0 0 5 16,0 0 9-16,0 0-7 0,0 0-9 0,0 0 7 16,0 0 1-16,0 0 4 0,0 0-5 0,0 0 10 15,-3 30-12-15,3-30 2 0,0 0 0 0,-2 14 2 16,2-14-2-16,-3 9 2 0,3-9-2 0,0 0 4 15,-3 12-2-15,3-12-1 0,-2 8 2 0,2-8-2 16,0 0 7-16,-2 12-3 0,2-12-2 0,0 0 3 16,0 12-1-16,0-12 1 0,0 0-6 0,0 0 6 15,-1 12-8-15,1-12 6 0,0 0-4 0,0 0 2 16,0 0-4-16,-1 13 1 0,1-13-3 0,0 0 8 16,0 0 0-16,0 0-1 0,0 0 2 0,0 0 3 15,-2 10-7-15,2-10 4 0,0 0-1 0,0 0 5 16,0 0-5-16,-2 12 2 0,2-12-4 0,0 0 9 15,0 0-8-15,0 0 3 0,0 11-7 0,0-11 5 16,0 0 0-16,0 0-1 0,0 0-3 0,0 0 2 16,0 12-2-16,0-12 6 0,0 0 2 0,0 0-4 0,0 0-6 15,0 0 9-15,0 0-3 0,0 11 2 16,0-11 2-16,0 0-5 0,0 0 0 0,0 0-1 16,0 0 3-16,0 0 3 0,0 0-5 0,0 0 0 15,0 0-1-15,0 0 2 0,0 0 2 0,0 0-3 16,0 0 3-16,0 0 2 0,0 0-2 0,0 0-1 15,0 0 2-15,0 0-7 0,0 0 1 0,0 0 4 0,0 0-1 16,0 0-4-16,0 0-1 0,0 0 5 16,0 0-3-16,0 0 2 0,0 0 3 0,0 0-2 15,0 0-1-15,0 0 4 0,0 0-4 0,0 0 3 0,0 0 1 16,0 0 0-16,0 0-2 0,0 0 6 0,0 0-6 16,0 0 9-16,0 0-1 0,0 0 1 15,0 0-5-15,0 0 6 0,0 0-4 0,0 0-1 0,0 0-3 16,0 0-1-16,0 0 5 0,0 0-4 15,0 0 1-15,8-33-3 0,-8 33 2 0,2-12 0 0,-2 12-1 16,6-15 2-16,-4 9-7 0,-1-3 8 0,3-2-4 16,-2 3-2-16,2-3-4 0,-3 2 6 0,3-2 1 15,-2 2-2-15,2-3 0 0,-2 3 0 16,2-1-1-16,0 2-1 0,-2-2 2 0,0 1-1 16,-1 1-1-16,1 1 1 0,0 0-1 0,0-2 3 0,2 4 0 15,-4 5 1-15,2-10-5 0,-2 10 10 0,1-7-5 16,-1 7 0-16,0 0-3 0,2-7 0 15,-2 7 0-15,0 0-2 0,0 0-4 0,3-7 4 16,-3 7-3-16,0 0 3 0,0 0-2 0,0 0 0 16,0 0 2-16,0 0 1 0,0 0 0 0,0 0-7 0,0 0 2 15,0 0 6-15,0 0-4 0,0 0 7 16,0 0-9-16,0 0 8 0,0 0-8 0,0 0 2 16,-8 20 3-16,8-20 1 0,0 0-2 0,-5 16 0 15,4-11 0-15,1-5 3 0,-4 14-2 0,4-14 4 16,-7 12-4-16,5-5 3 0,-2 3-3 0,4-10 2 0,-5 14-4 15,2-5 5-15,3-9-8 0,-5 13 7 16,1-4-3-16,2-2 1 0,2-7 0 0,-5 18 4 16,3-10-3-16,2-8 3 0,-6 11-6 0,6-11 1 15,-2 12 1-15,2-12 1 0,-3 12 0 0,3-12 0 0,-3 10 0 16,3-10 3-16,-2 10-3 0,2-10 3 0,0 0-5 16,-3 10 1-16,3-10-2 0,0 0 0 0,-2 10 3 15,2-10 1-15,0 0 1 0,-3 8 2 0,3-8-2 16,0 0-1-16,0 0 0 0,0 0-1 0,-3 10 1 15,3-10-3-15,0 0 1 0,0 0 5 0,0 0-3 16,-3 8 1-16,3-8-2 0,0 0-1 0,0 0 0 16,0 0 4-16,0 0-4 0,0 0 9 0,0 0-3 15,0 0 2-15,0 0 5 0,0 0 0 0,0 0-2 16,0 0 3-16,0 0-1 0,0 0-1 16,0 0 2-16,0 0-8 0,-8-27-2 0,8 27 2 0,-1-16 1 15,1 7-2-15,0 9 1 0,-2-17-2 0,-1 7-3 16,3-1 0-16,-2 3 1 0,2-4 1 0,-1 3-1 15,1-2 1-15,-1 1-1 0,1 2 5 16,-1 0-8-16,1 8 3 0,0-16-1 0,0 16 2 0,0-11 0 16,0 11-4-16,1-9 1 0,-1 9-1 0,0-8-5 15,0 8-11-15,0 0-1 0,0 0-4 0,0 0 5 16,0 0-4-16,0 0-5 0,0 0-10 0,0 0-7 16,0 0-14-16,0 0-10 0,0 0-9 0,-6 31-10 15,4-20-15-15,-1 0-64 0,0 2-179 0,-5-3 80 16</inkml:trace>
  <inkml:trace contextRef="#ctx0" brushRef="#br0" timeOffset="126245.59">11491 12941 21 0,'0'0'17'0,"0"0"-1"0,0 0-3 0,0-8 1 15,0 8-2-15,0 0-1 0,2-9-6 0,-2 9 2 16,0 0 0-16,0 0-1 0,1-8-1 0,-1 8 1 16,0 0-2-16,0 0-1 0,1-9 0 0,-1 9-5 15,0 0 3-15,2-9 2 0,-2 9-5 0,0 0-2 16,0-8 7-16,0 8 0 0,0 0-3 0,0 0 0 15,0-10 2-15,0 10-2 0,0 0-5 0,0 0 4 16,0 0-2-16,0 0 0 0,-2-11-2 0,2 11 5 16,0 0-2-16,0 0 5 0,0 0-1 0,0 0-8 15,0-8 6-15,0 8 0 0,0 0-4 0,0 0 4 16,0 0-2-16,0 0 3 0,-1-8-4 0,1 8 5 16,0 0-3-16,0 0 1 0,0 0-2 0,0 0 0 15,0 0 3-15,0-10 1 0,0 10-5 0,0 0 4 16,0 0 1-16,0 0-2 0,0 0-3 0,0 0 12 15,0-10-6-15,0 10 4 0,0 0-8 0,0 0 1 16,0 0-4-16,0 0 8 0,0 0-2 0,0-10 1 16,0 10-6-16,0 0 2 0,0 0 5 0,0 0-1 15,0 0-5-15,0 0 0 0,0 0 2 0,0-10 0 16,0 10-2-16,0 0-4 0,0 0 6 0,0 0 6 16,0-10 3-16,0 10-4 0,0 0 2 0,0 0-3 15,0 0 5-15,0-8 1 0,0 8-6 0,0 0 3 16,0 0-5-16,0 0 4 0,0 0 2 0,0 0 1 15,-1-9 2-15,1 9 5 0,0 0-6 0,0 0 0 16,0 0-2-16,0 0 2 0,0 0-2 0,-2-7 0 16,2 7 4-16,0 0 0 0,0 0-3 0,0 0 1 15,0 0-5-15,0 0 8 0,0 0-10 0,0 0 2 16,0 0-1-16,0 0 0 0,0 0 0 0,0 0 0 16,0 0 3-16,0 0-5 0,-2-8-3 0,2 8 6 15,0 0-2-15,0 0-1 0,0 0-1 0,0 0 7 16,-3-8-9-16,3 8 5 0,0 0-4 0,0 0 4 15,0 0 3-15,0 0 1 0,0 0-3 0,0 0 3 16,0 0-2-16,0 0 0 0,0 0 1 0,0-9-1 16,0 9 0-16,0 0 1 0,0 0-1 0,0 0 0 15,0 0-2-15,0 0 3 0,0 0-7 0,0 0 2 16,0 0-1-16,0 0 0 0,0 0 3 0,0 0-3 16,0 0 1-16,0 0-4 0,0 0 3 0,0 0 1 15,0 0-2-15,0 0-3 0,0 0 5 0,0 0-1 16,0 0 2-16,0 0-1 0,0 0-4 0,0 0-5 15,0 0 7-15,0 0 1 0,0 0-4 0,0 0 6 0,0 0-4 16,0 0 8-16,0 0-11 0,0 0 10 0,0 0-8 16,0 0 2-16,0 0 0 0,0 0-4 15,0 0 4-15,0 0-2 0,0 0 1 0,0 0-1 0,0 0 5 16,0 0-6-16,0 0 4 0,0 0-8 0,0 0 4 16,0 0 6-16,0 0-4 0,0 0 2 0,0 0-1 15,0 0-3-15,8 19 1 0,-8-19 3 16,0 0 3-16,3 6-1 0,-3-6-3 0,0 0-1 15,0 0 2-15,2 6 2 0,-2-6-9 0,0 0 4 0,0 0 4 16,0 0-4-16,3 9 6 0,-3-9-1 0,0 0-2 16,3 6-4-16,-3-6 6 0,0 0-2 0,3 4-2 15,-3-4-2-15,0 0 4 0,1 7 3 16,-1-7-7-16,0 0 2 0,3 7-2 0,-3-7-6 0,0 0 14 16,0 0-7-16,2 5 7 0,-2-5-5 0,0 0 0 15,0 0 0-15,0 0 3 0,4 7-5 0,-4-7 2 16,0 0 3-16,0 0-1 0,4 4 3 0,-4-4-5 15,0 0 0-15,0 0-3 0,0 0 6 0,5 6-11 16,-5-6 4-16,0 0 4 0,0 0 3 0,5 3 2 16,-5-3-9-16,0 0 7 0,9 2-3 0,-9-2-1 15,0 0 2-15,5 2 2 0,-5-2-5 0,0 0 3 16,0 0-1-16,0 0 1 0,8 4 3 0,-8-4-2 16,0 0-1-16,0 0-4 0,6 2 4 0,-6-2 1 15,0 0-4-15,8 2 7 0,-8-2-10 0,6 2 8 16,-6-2-4-16,0 0 17 0,9 1-23 0,-9-1 6 15,0 0-6-15,6 3 7 0,-6-3-1 0,0 0 3 16,0 0-3-16,8 1 0 0,-8-1 5 0,0 0-4 16,0 0 0-16,7 4 4 0,-7-4-5 0,0 0 1 15,9 0 1-15,-9 0 5 0,0 0-8 0,8 0-3 16,-8 0 3-16,0 0 2 0,0 0 1 0,0 0-2 16,0 0 0-16,10 0 1 0,-10 0 0 0,0 0 5 15,0 0-5-15,0 0-2 0,6 3 5 0,-6-3-5 16,0 0 2-16,0 0 0 0,0 0 4 0,9 0-10 15,-9 0 2-15,0 0 2 0,0 0 6 0,6 4-3 16,-6-4 3-16,0 0-4 0,8 3 1 0,-8-3 4 16,0 0-5-16,8 3 0 0,-8-3 0 0,0 0 0 15,7 2 5-15,-7-2-6 0,0 0-1 0,7 2 1 16,-7-2 0-16,9 2 5 0,-9-2-12 0,9 1 11 16,-9-1-4-16,0 0 3 0,9 1 1 0,-9-1-4 15,7 2-1-15,-7-2 4 0,7 2-1 0,-7-2-2 16,0 0-2-16,9 3-2 0,-9-3 8 0,7 0-5 15,-7 0 5-15,8 1-1 0,-8-1-5 0,9 3 6 16,-9-3-5-16,9 1 0 0,-9-1 1 0,9 2 5 16,-9-2-10-16,9 3 8 0,-9-3-7 0,7 3 7 15,-7-3-1-15,5 2 6 0,-5-2-7 0,8 2-1 16,-8-2 9-16,5 3-9 0,-5-3-2 0,9 3 2 16,-9-3 6-16,0 0-5 0,7 4-3 0,-7-4 2 15,6 5 0-15,-6-5-1 0,5 2 2 0,-5-2 3 16,6 3 1-16,-6-3-2 0,5 5-3 0,-5-5-4 15,9 4 2-15,-9-4 0 0,4 3 8 0,-4-3-6 16,9 2-3-16,-9-2 0 0,7 4 8 0,-7-4 0 16,7 3-8-16,-7-3 3 0,9 3 0 0,-9-3 0 15,7 2 4-15,-7-2-9 0,9 3 4 0,-9-3-6 16,6 3-4-16,-6-3 1 0,7 3-3 0,-7-3 3 16,6 3-7-16,-6-3-9 0,7 3 1 0,-7-3 1 0,6 7-6 15,-6-7-4-15,6 4-18 0,-6-4-56 16,4 6 25-16</inkml:trace>
  <inkml:trace contextRef="#ctx0" brushRef="#br0" timeOffset="143759.97">11522 12947 2 0,'0'0'8'0,"-1"-8"1"0,1 8-2 16,0 0-3-16,0 0 2 0,0 0 0 0,0 0-4 16,0 0 1-16,0 0 4 0,0 0-2 0,0 0 1 0,0 0-1 15,0 0 7-15,0 0 4 0,0 0-5 16,0 0 3-16,0 0 0 0,0 0-2 0,0 0-4 16,0 0 3-16,0 0-2 0,0 0-1 0,0 0 1 15,0 0-4-15,0 0 1 0,0 0-3 0,0 0 5 0,0 0-4 16,0 0 1-16,0 0 0 0,0 0 1 0,0 0-3 15,0 0 6-15,0 0-4 0,0 0 0 16,0 0-1-16,0 0 5 0,0 0-1 0,0 0 0 16,0 0 0-16,0 0-3 0,0 0-3 0,0 0 6 0,0 0-3 15,0 0 3-15,0 0-2 0,0 0-6 0,0 0 2 16,0 0-4-16,0 0 8 0,0 0-3 0,0 0 1 16,0 0-2-16,0 0 0 0,0 0 3 0,0 0-2 15,0 0 1-15,0 0 0 0,0 0 3 16,0 0-5-16,0 0 2 0,0 0-2 0,0 0-1 0,0 0 1 15,0 0-5-15,0 0 4 0,0 0 2 0,0 0-4 16,0 0-3-16,0 0 8 0,0 0-7 0,0 0 6 16,0 0 2-16,0 0-7 0,0 0 0 15,0 0 3-15,0 0 2 0,0 0-7 0,0 0 3 0,0 0 5 16,0 0-5-16,0 0 0 0,0 0-2 0,0 0 1 16,0 0 2-16,0 0-3 0,0 0 7 0,0 0 0 15,0 0-4-15,0 0 0 0,0 0 1 0,0 0 2 16,0 0-4-16,0 0 0 0,0 0-2 0,0 0 5 15,0 0-1-15,0 0 4 0,0 0 0 0,0 0 2 16,0 0-2-16,0 0 1 0,0 0 7 0,0 0-2 16,0 0 2-16,0 0 0 0,0 0-2 0,0 0-8 15,0 0 4-15,0 0 5 0,0 0-9 0,0 0 2 16,0 0 1-16,0 0-4 0,0 0-1 0,0 0 5 16,0 0-5-16,0 0-2 0,0 0 1 0,0 0 2 15,0 0-2-15,0 0 0 0,0 0 4 0,0 0 3 16,0 0-9-16,0 0 2 0,0 0 3 0,0 0 2 15,0 0-8-15,0 0 5 0,0 0 4 0,0 0-2 16,0 0-1-16,0 0-8 0,0 0 4 0,0 0-2 16,0 0-3-16,0 0 3 0,0 0 4 0,0 0 1 15,0 0-6-15,0 0 3 0,0 0 3 0,0 0-4 16,0 0 6-16,0 0-2 0,0 0-2 0,0 0-1 16,0 0 7-16,0 0-7 0,0 0 1 0,0 0-2 15,0 0 2-15,0 0-4 0,0 0 11 0,0 0-12 16,0 0 2-16,0 0 4 0,0 0-1 0,0 0 1 15,0 0 2-15,0 0-6 0,0 0 3 0,0 0-2 0,0 0 1 16,0 0 2-16,0 0-6 0,0 0 6 16,0 0-2-16,0 0 6 0,4 23-4 0,-4-23 0 15,0 0-3-15,0 0 2 0,0 0-6 0,0 0 4 16,0 0 0-16,0 0-2 0,0 0-1 0,0 0-4 16,0 0-6-16,-7 9 0 0,7-9 2 0,0 0-4 15,-5 8-1-15,5-8-3 0,-5 3-2 0,5-3 1 16,0 0-9-16,0 0 0 0,-8 5-19 0,8-5-54 15,-3 3 24-15</inkml:trace>
  <inkml:trace contextRef="#ctx0" brushRef="#br0" timeOffset="145946.46">13827 7254 3 0,'61'4'5'0,"-2"-1"3"0,-3 0-2 16,2-2-5-16,-3 1 3 0,0-2 1 0,3 0 0 15,-4 0 0-15,3-2 2 0,-2 4-6 0,-3-5 5 16,2 0-3-16,-16 3-2 0,2 0 8 0,12-1-6 16,-12-2 6-16,-3 3-7 0,1-1-1 0,-2-1 5 15,-2 2-3-15,-1-2-5 0,-3 1 7 0,-3 0-3 16,-5-2 8-16,-1 2-9 0,0 0 5 0,-1-2 4 16,-4 0-3-16,3 1 5 0,-6 1-4 0,2-3 0 15,-5 1 3-15,-2 2 1 0,1-2 2 0,-9 3 2 0,10-1 5 16,-10 1 1-16,9-3 4 0,-9 3-7 15,9-2-3-15,-9 2 2 0,0 0-3 0,5-5-4 16,-5 5 2-16,0 0 1 0,0 0-4 0,-1-9 0 16,1 9-11-16,0 0 7 0,0 0 4 0,-9-12-5 0,9 12 4 15,-5-7-5-15,5 7-3 0,-4-5 2 16,4 5 1-16,-5-7-6 0,5 7 5 0,-6-4-4 16,6 4 6-16,-5-5-6 0,5 5 1 0,-6-5 2 15,6 5 2-15,0 0 1 0,0 0-8 0,-5-4-1 16,5 4 7-16,0 0-7 0,0 0 3 0,0 0-2 15,0 0 4-15,0 0-1 0,0 0-3 0,0 0-5 16,0 0 5-16,0 0 3 0,0 0-7 0,0 0-1 16,0 0-4-16,0 0-3 0,-13 7-3 0,13-7-1 15,0 0-7-15,-3 8-5 0,3-8-20 0,-3 7-54 16,3-7 23-16</inkml:trace>
  <inkml:trace contextRef="#ctx0" brushRef="#br0" timeOffset="161749.5">12787 5018 6 0,'0'0'14'0,"0"0"0"0,0 0 0 16,0 0-4-16,0 0-3 0,0 0 1 0,0 0-2 15,0 0-6-15,0 0-2 0,0 0-12 16,0 0-13-16,0 0 7 0</inkml:trace>
  <inkml:trace contextRef="#ctx0" brushRef="#br0" timeOffset="162575.87">13528 5007 11 0,'0'0'9'0,"0"0"-3"0,0 0 3 16,0 0-8-16,0 0 8 0,0 0-3 0,0 0 2 15,0 0-7-15,0 0 1 0,0 0 1 0,0 0 5 16,0 0-6-16,0 0 2 0,0 0-2 0,0 0 3 16,0 0-2-16,0 0-2 0,0 0-3 0,0 0 3 15,0 0 2-15,0 0-3 0,0 0-3 0,0 0 4 16,0 0-1-16,0 0-2 0,0 0 6 0,0 0-1 16,0 0 1-16,0 0-4 0,0 0 2 0,0 0 1 15,0 0-1-15,0 0-4 0,0 0 3 0,0 0-2 16,0 0 1-16,0 0 2 0,0 0 2 0,0 0 1 15,0 0 0-15,0 0-4 0,0 0 1 0,0 0 4 16,0 0 0-16,0 0-1 0,0 0-4 0,0 0 3 16,0 0-3-16,0 0 4 0,0 0-4 0,0 0 2 15,0 0 4-15,0 0-4 0,0 0 0 0,0 0 0 16,0 0 6-16,0 0-9 0,0 0-2 0,0 0 4 16,0 0 1-16,0 0 0 0,0 0-4 0,0 0 1 15,0 0 0-15,0 0-2 0,0 0 4 0,0 0-3 16,0 0-1-16,0 0 0 0,0 0 5 0,0 0-6 15,0 0 0-15,0 0 1 0,0 0 1 0,0 0 2 16,0 0 0-16,0 0-2 0,0 0 1 0,0 0-7 16,0 0 1-16,0 0-1 0,0 0-3 0,0 0 1 15,0 0-2-15,0 0 1 0,0 0-10 0,0 0-21 16,0 0 10-16</inkml:trace>
  <inkml:trace contextRef="#ctx0" brushRef="#br0" timeOffset="164251.49">13459 5145 4 0,'0'0'48'16,"0"0"-9"-16,0 0-1 0,0 0-2 0,0 0-5 16,0 0-6-16,0 0-4 0,0 0 1 0,0 0-2 15,0 0-3-15,0 0 4 0,0 0-6 0,0 0-1 16,0 0 0-16,0 0 1 0,0 0-9 0,0 0 9 15,0 0-3-15,0 0 1 0,0 0-9 0,0 0 2 16,0 0 4-16,0 0-6 0,0 0 10 0,0 0-5 16,0 0-5-16,0 0 6 0,0 0-11 0,0 0 8 15,0 0-9-15,0 0 2 0,0 0 7 0,0 0-9 16,0 0 3-16,0 0 0 0,0 0-6 0,0 0 7 16,0 0-13-16,0 0-6 0,0 0-3 0,0 0-1 15,0 0-5-15,0 0-1 0,0 0-7 0,0 0-23 16,0 0-61-16,0 0 27 0</inkml:trace>
  <inkml:trace contextRef="#ctx0" brushRef="#br0" timeOffset="-210261.57">526 9396 61 0,'0'0'73'0,"0"0"-2"16,0 0 4-16,0 0-4 0,0 0-8 0,-56-6 10 15,56 6-6-15,0 0-16 0,0 0 10 0,0 0-8 16,0 0 3-16,0 0-8 0,-32-7-8 0,32 7-2 15,0 0-5-15,0 0-6 0,0 0-6 0,0 0-5 16,0 0 5-16,0 0 2 0,0 0 8 0,0 0 7 16,0 0 5-16,0 0-12 0,124 7-9 0,-72-7 4 15,8-2 1-15,1 1-2 0,2 0-2 0,2-2-5 16,2 2 4-16,-2 0 3 0,-2-2-12 0,-2 4-5 16,-1-3 11-16,-5 3-4 0,-1-1-5 0,-3 1-1 15,-14-1 12-15,-1 3-20 0,1-1 13 0,1 1-6 16,-4-3-1-16,4 3 8 0,-4-3-6 0,2 1-1 15,-3 1-7-15,0-2 3 0,2 2 4 0,-3-4-2 16,1 2 3-16,0-3-6 0,-1 3 8 0,-5 0-10 16,-4-2 0-16,-1 2 1 0,-4-2 1 0,1 3-8 15,-6-2-4-15,1 1-15 0,-3 0-12 0,-11 0-8 16,15 0-17-16,-15 0-5 0,12 0-1 0,-12 0-7 16,8 0-4-16,-8 0-2 0,0 0-18 0,0 0-59 15,0 0-168-15,0 0 74 0</inkml:trace>
  <inkml:trace contextRef="#ctx0" brushRef="#br0" timeOffset="-209704.16">396 8550 39 0,'-9'-51'109'16,"9"51"-13"-16,-9-28-2 0,9 28-5 0,0 0-8 0,-9-38 6 15,9 38-4-15,0 0-14 0,-5-29 6 16,5 29 5-16,0 0 4 0,0 0-2 0,0 0-11 16,0 0-10-16,-13-27 4 0,13 27-13 0,0 0-4 15,0 0-9-15,0 0-1 0,0 0-2 0,0 0-8 16,0 0-3-16,0 0-5 0,0 0 1 0,0 0-2 15,0 0 0-15,0 0-2 0,0 115 0 0,0-81 1 16,5 11-7-16,-1 9 4 0,1-4 0 0,-1 3 2 16,2 1-3-16,-3 1 3 0,3 0-6 0,0 3 0 15,2 23 3-15,-6-26-2 0,3 4 3 0,-1-1 0 16,-2 24-6-16,-4-26 5 0,2 0 0 0,0 1-2 16,-2-5-7-16,0 0 3 0,2-1-2 0,-2-6 3 15,1 1-3-15,-1-13 0 0,2 1 0 0,0-34-4 16,-4 68 6-16,6-35-5 0,-4 0 0 0,6-1-6 15,-4-32-9-15,0 57-21 0,0-30-14 0,0-27-16 16,-2 45-5-16,2-45-57 0,-2 39-141 0,2-39-286 16,-4 41 127-16</inkml:trace>
  <inkml:trace contextRef="#ctx0" brushRef="#br0" timeOffset="-208005.94">503 9447 43 0,'0'0'49'0,"0"0"-2"0,0 0 2 0,0 0-9 15,0 0 2-15,0 0-1 0,0 0-11 0,0 0 10 16,0 0 1-16,0 0 4 0,0 0-14 0,0 0 0 16,0 0-4-16,-29-54 1 0,29 54-4 0,0 0-1 15,0 0-2-15,0 0-3 0,0 0 4 16,0 0-5-16,0 0-8 0,0 0 2 0,0 0 4 15,0 0-2-15,0 0-5 0,0 0-5 0,0 0 0 16,0 0 3-16,0 0-4 0,0 0 7 0,0 0-5 0,0 0 0 16,-33-6-1-16,33 6-2 0,0 0 4 0,0 0-3 15,0 0 0-15,0 0-3 0,0 0 6 16,0 0-5-16,0 0 3 0,0 0-6 0,0 0 9 16,0 0 1-16,0 0-1 0,0 0-2 0,0 0 8 15,0 0-6-15,0 0 10 0,0 0-8 0,0 0 0 16,0 0-4-16,0 0 2 0,0 0-2 0,0 0 5 15,0 0-2-15,0 0 2 0,0 0-8 0,0 0 3 16,0 0-5-16,0 0 4 0,0 0 2 0,0 0 0 16,0 0 19-16,0 0-22 0,0 0 1 0,0 0-8 15,0 0 5-15,0 0 2 0,0 0-1 0,0 0-8 16,0 0 5-16,0 0 0 0,0 0-1 0,0 0 2 16,0 0-2-16,0 0 3 0,0 0 0 0,0 0-3 15,0 0 1-15,0 0 1 0,0 0-2 0,0 0 7 16,0 0-9-16,0 0 7 0,0 0-7 0,0 0 2 15,0 0 11-15,0 0-3 0,0 0-7 0,0 0 4 16,0 0-2-16,0 0 1 0,0 0-2 0,0 0 1 16,0 0 10-16,0 0-16 0,0 0 1 0,0 0 3 15,0 0-5-15,0 0 7 0,0 0-6 0,0 0 8 16,0 0-4-16,0 0 2 0,0 0-6 0,0 0 4 16,0 0 1-16,0 0 4 0,0 0-7 0,0 0 3 15,0 0-5-15,0 0 11 0,0 0-6 0,0 0 7 16,0 0 3-16,0 0-5 0,0 0 2 0,0 0 6 15,0 0 6-15,0 0-7 0,0 0 10 0,0 0-4 16,0 0 0-16,0 0-2 0,0 0-1 0,0 0 0 16,0 0-6-16,0 0 3 0,0 0-4 0,0 0 0 15,0 0 0-15,0 0-4 0,0 0-6 0,0 0 11 16,0 0-7-16,0 0 10 0,0 0-8 0,0 0 11 16,0 0-6-16,0 0 4 0,0 0 0 0,0 0 1 15,0 0 1-15,0 0 3 0,0 0-5 0,0 0-3 16,0 0 1-16,0 0 11 0,0 0-14 0,0 0 2 15,0 0 0-15,0 0 1 0,0 0-10 0,0 0 7 16,0 0-6-16,0 0 2 0,0 0 3 0,0 0-6 16,0 0 1-16,0 0 3 0,-24-16 0 15,24 16-2-15,0 0-7 0,0 0 7 0,0 0-2 0,0 0 5 16,0 0-4-16,-8-32 0 0,8 32 2 0,0 0-1 16,0 0 6-16,0 0-13 0,-7-29 4 0,7 29 3 15,0 0-3-15,0 0 7 0,0 0-7 0,-8-35 1 16,8 35-3-16,0 0 4 0,0 0 0 15,-5-31-6-15,5 31 2 0,0 0 4 0,0 0 1 16,-7-35 4-16,7 35 0 0,0 0 1 0,0 0 10 0,-4-35-10 16,4 35-2-16,0 0 7 0,0 0-6 0,-3-35 5 15,3 35 0-15,0 0 3 0,0 0-6 0,-4-39 3 16,4 39 3-16,0 0-2 0,-2-29-2 0,2 29 1 16,0 0-4-16,0 0 0 0,-9-36 0 15,9 36 2-15,0 0-2 0,0 0 1 0,-9-36-5 16,9 36 5-16,0 0 0 0,0 0-1 0,0 0-1 15,-11-32-2-15,11 32 9 0,0 0 7 0,0 0 0 0,0 0 1 16,0 0-3-16,-7-28-4 0,7 28 2 0,0 0-9 16,0 0 0-16,0 0 10 0,0 0-10 0,0 0-1 15,-2-35-3-15,2 35 2 0,0 0-3 16,0 0 5-16,0 0-4 0,0 0 1 0,0 0 1 16,0 0 1-16,0 0-2 0,0 0 1 0,0 0-1 15,2-41-2-15,-2 41 6 0,0 0-6 0,0 0-1 16,0 0 6-16,0 0 0 0,0 0-7 0,0 0 4 0,0 0-2 15,0-37 2-15,0 37-2 0,0 0-2 0,0 0-7 16,0 0 10-16,0 0-1 0,0 0-2 16,0 0-5-16,0 0 7 0,0 0 1 0,0 0-1 15,0 0-1-15,0 0 0 0,0 0 2 0,5-31-4 16,-5 31 5-16,0 0-7 0,0 0-13 0,0 0-19 16,0 0-24-16,0 0-19 0,0 0-20 0,0 0-9 15,0 0-19-15,0 0-99 0,0 0-244 0,0 0 108 16</inkml:trace>
  <inkml:trace contextRef="#ctx0" brushRef="#br0" timeOffset="-204408.67">387 8829 13 0,'0'0'111'0,"0"0"-9"0,0 0-4 0,0 0-6 0,0 0-7 16,0 0-7-16,0 0-9 0,0 0-6 0,0 0-9 15,0 0-1-15,0 0-10 0,0 0 9 16,0 0-19-16,0 0 4 0,0 0-11 0,0 0 4 0,0 0-5 16,0 0-5-16,0 0-3 0,0 0-5 0,0 0-2 15,0 0 10-15,0 0 4 0,0 0-15 0,0 0 6 16,0 0-10-16,0 0 1 0,0 0 2 0,0 0-6 16,0 0 2-16,0 0-2 0,0 0 2 0,0 0 1 15,0 0 2-15,0 0-9 0,0 0 9 16,0 0-6-16,0 0 4 0,0 0-9 0,0 0 4 15,0-66 3-15,0 66 1 0,0 0-2 0,0 0-2 16,0 0-3-16,0 0 9 0,0 0 3 0,0 0-3 0,0 0 11 16,0 0 10-16,0 0-8 0,0 0-1 15,0 0-5-15,0 0 1 0,0 0 4 0,0 0-7 16,0 0 4-16,0 0 5 0,0 0-10 0,0-37-2 16,0 37 2-16,0 0 0 0,0 0 0 0,0 0-3 15,0 0-2-15,0 0 1 0,0 0 0 0,0 0-4 16,0 0-2-16,0 0 3 0,0 0 5 0,0 0-6 15,0 0 1-15,0 0-2 0,0 0 5 0,0 0-9 16,0 0 6-16,0 0-2 0,0 0 1 0,0 0-2 16,0 0 0-16,-11-36 1 0,11 36 0 0,0 0-3 15,0 0 2-15,0 0-6 0,0 0 15 0,0 0-9 16,0 0 2-16,0 0-7 0,0 0 3 0,0 0-2 16,0 0 6-16,0 0-1 0,0 0-1 0,0 0 0 15,0 0-2-15,0 0 4 0,0 0-5 0,0 0-3 16,0 0 9-16,0 0-3 0,0 0-8 0,0 0 10 15,0 0-8-15,0 0 7 0,0 0-1 0,0 0 2 16,0 0-6-16,0 0 6 0,0 0-8 0,0 0 6 16,0 0 0-16,0 0 3 0,0 0-6 0,0 0 3 15,0 0-5-15,0 0 2 0,0 0 8 0,0 0-8 16,22-21 4-16,-22 21-6 0,0 0 6 0,0 0 0 16,0 0-6-16,0 0 9 0,0 0-5 0,0 0-3 15,0 0 2-15,0 0 0 0,0 0 3 0,40 2-4 16,-40-2 4-16,0 0-4 0,0 0 2 0,0 0 5 15,48 2-8-15,-48-2 4 0,0 0-2 16,0 0-1-16,47 6 7 0,-47-6-3 0,0 0-1 0,43 3 6 16,-43-3-5-16,31 3 4 0,-31-3-2 0,38 2 4 15,-38-2-10-15,0 0 6 0,57 0-7 0,-57 0 6 16,31 3-1-16,-13-6-8 0,2 6 7 16,-1-3 2-16,-4 0-2 0,3-3 2 0,1 3-5 0,0-2 10 15,-1 0-8-15,-5 2 3 0,-2 0-1 16,1 2 1-16,-1-2-1 0,-11 0-1 0,23-2 2 15,-14 2-3-15,-9 0 5 0,18-1 1 0,-18 1-5 16,11-1-1-16,-11 1 3 0,0 0 0 0,13 1 1 0,-13-1-4 16,0 0 3-16,12 0 2 0,-12 0 2 0,0 0 0 15,0 0-4-15,0 0 0 0,0 0-4 16,0 0 6-16,0 0-1 0,0 0 2 0,0 0-5 16,10 1 2-16,-10-1-1 0,0 0 3 0,0 0-3 15,0 0 0-15,0 0 4 0,0 0 4 0,0 0-7 16,0 0-4-16,0 0-1 0,0 0 8 0,0 0-2 15,0 0-6-15,0 0 7 0,0 0-3 0,0 0-6 16,0 0 8-16,0 0-3 0,0 0 2 0,0 0-5 16,0 0 3-16,0 0 1 0,0 0-4 0,0 0 5 15,0 0 1-15,0 0-3 0,0 0 4 0,0 0-4 16,0 0-5-16,0 0 5 0,0 0 1 0,0 0 0 16,0 0-3-16,0 0-2 0,0 0 7 0,0 0-2 15,0 0-2-15,0 0 2 0,0 0-2 0,0 0 0 16,0 0-1-16,0 0 8 0,0 0-8 0,0 0 8 15,0 0-5-15,0 0-2 0,0 0 5 0,0 0-1 16,0 0 0-16,0 0-4 0,0 0 4 0,0 0-5 16,0 0 1-16,0 0 1 0,0 0 1 0,0 0 0 15,0 0-1-15,0 0 2 0,0 0-2 0,0 0-3 16,0 0 0-16,0 0 11 0,0 0 1 0,0 0-9 16,0 0 0-16,0 0-2 0,0 0 4 0,0 0 3 15,0 0-5-15,0 0 4 0,0 0 4 0,0 0-8 16,0 0 16-16,0 0-7 0,0 0 12 0,0 0-3 15,0 0 5-15,0 0-3 0,0 0 4 16,0 0-8-16,0 0 2 0,0 0-2 0,0 0 0 16,0 0-2-16,0 0-5 0,0 0 1 0,0 0 2 0,0 0-5 15,0 0 3-15,0 0 1 0,0 0-8 0,0 0-2 16,0 0 3-16,0 0 5 0,0 0-2 0,0 0 0 16,0 0-3-16,0 0 3 0,0 0-1 15,0 0-4-15,0 0 2 0,0 0-7 0,0 0 5 16,0 0 2-16,0 0 1 0,0 0-5 0,0 0 0 15,0 0 3-15,0 0-2 0,-15-22-4 0,15 22 2 16,0 0 1-16,0 0 3 0,0 0 0 0,0 0-2 16,0 0-5-16,0 0 5 0,-4-9 4 0,4 9-5 0,0 0 3 15,0 0 2-15,0 0-5 0,0 0 0 16,0 0 0-16,0 0 8 0,0 0-5 0,0 0 1 16,-4-10 0-16,4 10 1 0,0 0-1 0,0 0 7 15,0 0-2-15,0 0-3 0,0 0-1 0,0 0 4 16,0 0-4-16,0 0 8 0,0 0-8 0,0 0 2 15,0 0 2-15,0 0-4 0,-4-7-4 0,4 7 3 16,0 0-3-16,0 0 3 0,0 0-5 0,0 0 3 16,0 0-1-16,0 0 4 0,0 0-7 0,0 0 2 15,0 0 3-15,0 0-5 0,0 0 0 0,0 0 1 16,0 0 3-16,0 0-1 0,0 0 1 0,0 0-5 16,0 0 6-16,0 0-5 0,0 0-1 0,0 0 2 15,0 0 3-15,0 0-4 0,0 0-1 0,0 0 0 16,0 0 5-16,0 0-4 0,0 0-4 0,0 0 2 15,0 0 0-15,0 0 1 0,0 0-1 0,0 0 4 16,0 0 0-16,0 0-3 0,0 0-1 0,0 0-2 16,0 0 4-16,0 0 2 0,0 0 0 15,0 0-1-15,0 0 3 0,0 0-3 0,0 0 1 0,10 25-2 16,-10-25 3-16,0 0-2 0,5 11-8 0,-5-11 11 16,3 8-2-16,-3-8-3 0,1 8 1 0,-1-8 5 15,2 12 2-15,-2-12-2 0,0 14-4 0,0-14-1 16,2 15 2-16,0-5-3 0,-2-10 3 0,3 16-7 15,0-7 6-15,-2 2 4 0,-1-1-5 16,2 1 2-16,0 1 5 0,1-1-7 0,-3 0 2 16,2 2 3-16,-2-1 0 0,1 3-2 0,0-1 3 15,1 0-5-15,-1-1 4 0,-1-1-3 0,0 5 0 0,4-5 0 16,-4 0 3-16,0 3-4 0,2 1 5 0,0-4-2 16,-2-1-4-16,1 1 4 0,-1 0-3 0,1-1 3 15,0 0 2-15,1 0-8 0,0 1 6 16,-2-12-4-16,2 21 4 0,2-9-7 0,-2 0 3 15,-2 0 4-15,1 5-2 0,-1-2-1 0,0-3 8 16,0 4-4-16,-1 0 0 0,1 0-3 0,-4-5 3 16,2 4-3-16,2-1 4 0,-2-2-6 0,0 0 4 15,2 0-1-15,-2-1-2 0,1 2 0 0,0-3 7 16,-2-1-4-16,3-9 2 0,-2 18-4 0,2-18-2 16,0 15 4-16,0-15-4 0,0 10-3 0,0-10 5 15,0 0 0-15,0 13-1 0,0-13 1 0,0 0 1 16,2 10-4-16,-2-10 8 0,0 0-3 0,0 0 1 15,3 9-4-15,-3-9 0 0,0 0 1 0,0 0 1 16,4 8-5-16,-4-8 4 0,0 0 0 0,0 0 4 16,4 8-4-16,-4-8-1 0,0 0 1 0,0 0-3 15,0 0 3-15,0 0-3 0,4 10 6 0,-4-10-5 16,0 0 7-16,6 8-8 0,-6-8 2 0,0 0 4 16,0 0-2-16,4 9 4 0,-4-9-3 0,0 0 4 15,0 0-14-15,0 0 5 0,0 0 7 0,0 0-5 16,0 0 2-16,0 0 0 0,0 0-4 0,4 7 4 15,-4-7-1-15,0 0 2 0,0 0 2 0,0 0-8 16,0 0 1-16,0 0-5 0,0 0 1 0,0 0-8 16,0 0-4-16,0 0-4 0,0 0 3 0,0 0-4 15,0 0 1-15,0 0 0 0,0 0 3 0,0 0 2 16,0 0 2-16,0 0-3 0,0 0 4 0,0 0 2 16,-4-34-5-16,4 34 7 0,0 0-1 0,0 0-1 15,0-10-4-15,0 10 10 0,0 0-5 0,0 0 2 16,0 0 5-16,0 0 1 0,0 0 0 15,0-12 4-15,0 12-7 0,0 0 6 0,0 0 1 0,0 0-2 16,0 0-3-16,0 0-2 0,0 0 4 16,0 0 4-16,0 0-1 0,0 0-2 0,4-10 2 15,-4 10-2-15,0 0 4 0,0 0-6 0,0 0 2 16,0 0-1-16,0 0 12 0,0 0-7 0,0 0 12 16,0 0-13-16,0 0-4 0,0 0-2 0,0 0 5 15,0 0-6-15,0 0 3 0,0 0 6 0,0 0-6 16,0 0 6-16,0 0 1 0,0 0-4 0,0 0-1 15,0 0 1-15,0 0 3 0,0 0-1 0,0 0-1 16,0 0-2-16,0 0 2 0,0 0-3 0,0 0 4 16,0 0 9-16,0 0-10 0,0 0-3 0,0 0 8 15,0 0-7-15,0 0 3 0,0 0 2 0,0 0-5 16,0 0 0-16,0 0 2 0,0 0 0 0,0 0 1 16,0 0 1-16,0 0-4 0,0 0 10 0,0 0-6 15,0 0-5-15,0 0 0 0,0 0 0 0,0 0-5 16,0 0 10-16,0 0-4 0,0 0 3 0,3-8-3 15,-3 8 1-15,0 0 1 0,0 0-1 0,0 0 3 16,16-2-4-16,-16 2-7 0,0 0 5 0,15 2 4 16,-15-2-5-16,13-2 5 0,-13 2 10 0,20 0-2 15,-7 0-8-15,-1 0 5 0,0 2-5 0,6-4-4 16,-5 2 6-16,1 0-6 0,-1 2 7 0,-13-2-5 16,27 2 2-16,-7-2 0 0,-4 3-1 0,0-3 1 15,2 0 0-15,0 4 2 0,1-1-7 0,-1-3 7 16,-1 1-1-16,1 0-2 0,0-1 1 0,-5 0 1 15,8-1-2-15,-7 0 9 0,3-2-7 0,-4 2-2 16,3-2 2-16,1 3 0 0,-17 0-3 0,25-1 6 16,-11-1-8-16,-14 2 10 0,20-2-4 15,-20 2-1-15,16-2-4 0,-16 2-1 0,15 0 0 16,-15 0 3-16,0 0-3 0,18 0 3 0,-18 0 0 0,0 0-3 16,0 0 0-16,13-3 6 0,-13 3-3 0,0 0-3 15,0 0 5-15,0 0 2 0,0 0-2 0,0 0-4 16,17 0 10-16,-17 0-5 0,0 0 3 15,0 0 0-15,0 0 2 0,0 0 4 0,0 0 1 16,0 0 0-16,0 0 1 0,0 0 1 0,0 0 0 16,0 0-2-16,0 0-2 0,0 0 6 0,0 0-3 15,0 0-4-15,0 0 1 0,0 0-3 0,0 0 2 16,0 0-3-16,0 0 1 0,0 0 1 0,0 0-6 16,0 0 9-16,0 0-4 0,0 0 0 0,0 0-4 15,0 0 0-15,0 0 2 0,0 0 0 0,0 0-2 16,0 0 1-16,0 0 0 0,0 0-2 0,0 0 1 15,0 0 0-15,0 0 1 0,0 0-7 0,0 0 5 16,0 0-3-16,0 0 1 0,0 0 0 0,0 0 1 16,0 0-4-16,0 0 4 0,0 0 1 0,0 0-5 15,0 0 2-15,0 0 0 0,-41 7-1 0,41-7 0 16,0 0 1-16,-18 2 2 0,18-2-6 0,0 0 8 16,-22 0-1-16,22 0-8 0,-20 1 4 0,20-1-1 15,-18 3-1-15,18-3 5 0,-16 1-2 0,16-1 1 16,-20 3-2-16,20-3-4 0,-17 2 7 0,17-2-1 15,-15 3 1-15,15-3-2 0,-14 1-2 0,14-1 4 16,0 0-4-16,-15 1 1 0,15-1 7 0,0 0-9 16,0 0 1-16,-18 2 2 0,18-2-2 0,0 0-2 15,0 0 5-15,0 0 1 0,-13 3 1 0,13-3 1 16,0 0-3-16,0 0-3 0,0 0 0 0,0 0 0 16,0 0 0-16,0 0 3 0,0 0-3 0,0 0-6 15,0 0 2-15,0 0-4 0,0 0 0 0,0 0-2 16,0 0 4-16,0 0-5 0,0 0 9 0,0 0-5 15,0 0 3-15,0 0 4 0,0 0-7 0,0 0 5 16,0 0-5-16,0 0 1 0,0 0 0 0,0 0 0 16,0 0-9-16,0 0 3 0,0 0-8 0,50 0 1 15,-50 0-1-15,0 0 0 0,17-1-1 16,-17 1 0-16,0 0 1 0,15-2 4 0,-15 2-3 16,0 0 1-16,0 0 3 0,14-2 0 0,-14 2 6 0,0 0 2 15,0 0 5-15,0 0-7 0,0 0 4 0,0 0 4 16,0 0-1-16,0 0-3 0,0 0 4 15,0 0-4-15,0 0 3 0,0 0-3 0,0 0 6 0,13-2-3 16,-13 2-1-16,0 0 10 0,0 0-10 16,0 0 8-16,0 0-2 0,0 0-2 0,0 0-3 15,0 0 2-15,0 0-10 0,0 0 10 0,0 0-1 16,0 0-2-16,0 0 1 0,0 0 5 0,0 0 3 16,15-3-8-16,-15 3 2 0,0 0-2 0,0 0 4 15,0 0 1-15,22 1-2 0,-22-1-2 0,0 0 10 16,0 0-10-16,11 2 9 0,-11-2-8 0,0 0-2 15,0 0 0-15,0 0 6 0,0 0-2 0,0 0-2 16,0 0 2-16,0 0-3 0,0 0 4 0,0 0-4 16,0 0 1-16,0 0 5 0,0 0-4 0,0 0 4 15,0 0-4-15,0 0 8 0,0 0-8 0,0 0-3 16,0 0 5-16,0 0 5 0,0 0-3 0,0 0-9 16,0 0 8-16,0 0-1 0,0 0 1 0,0 0-5 15,0 0 1-15,-42 7 4 0,42-7-7 0,0 0 9 16,-18 3-5-16,18-3 2 0,-12 3 3 0,12-3-9 15,0 0 5-15,0 0-5 0,-18 0 4 0,18 0 1 16,0 0-2-16,0 0 2 0,0 0-2 0,0 0 4 16,0 0-2-16,0 0 0 0,0 0-3 0,0 0 3 15,0 0 3-15,0 0-3 0,0 0 2 0,0 0-2 16,0 0 2-16,0 0-1 0,0 0-2 0,0 0 2 16,48-9-1-16,-37 6 3 0,-11 3-3 0,18-3 0 15,-18 3 3-15,13-2 5 0,-13 2-10 0,0 0 4 16,17-4-2-16,-17 4 2 0,0 0 2 0,13-1-2 15,-13 1-1-15,0 0-2 0,0 0-2 0,0 0 1 16,0 0 3-16,12-3-1 0,-12 3-1 0,0 0 2 16,0 0 1-16,0 0-3 0,0 0 5 15,0 0-13-15,0 0-10 0,0 0-27 0,0 0-27 16,0 0-16-16,0 0-27 0,0 0-90 0,0 0-223 16,0 0 99-16</inkml:trace>
  <inkml:trace contextRef="#ctx0" brushRef="#br0" timeOffset="-158678.04">6226 7447 5 0,'0'0'3'16,"0"0"3"-16,0 0-4 0,0 0 6 0,0 0-4 15,0 0-4-15,0 0 4 0,0 0-1 0,0 0 0 16,8-3 1-16,-8 3 0 0,0 0-2 0,0 0 7 0,0 0-5 16,0 0-1-16,8-2-3 0,-8 2-2 15,0 0 5-15,0 0 0 0,0 0 0 0,0 0 4 16,0 0-8-16,0 0 3 0,0 0 1 0,13 3-3 15,-13-3-1-15,0 0 1 0,0 0 0 0,0 0 1 16,7 2-2-16,-7-2 1 0,0 0-1 0,0 0 2 0,0 0 0 16,7 3-1-16,-7-3-1 0,0 0-2 0,0 0 4 15,7 4-3-15,-7-4 2 0,0 0 1 16,0 0-3-16,5 3 7 0,-5-3-2 0,0 0-3 16,6 4-1-16,-6-4 1 0,0 0-2 0,5 4 3 15,-5-4-3-15,0 0 3 0,0 0-3 0,0 0 0 0,4 5 1 16,-4-5 1-16,0 0 2 0,0 0-4 0,8 2 6 15,-8-2-5-15,0 0 4 0,0 0-4 0,6 4 1 16,-6-4 0-16,0 0 9 0,0 0-5 16,0 0 2-16,0 0-1 0,9 0 1 0,-9 0-1 15,0 0-2-15,0 0-2 0,0 0 3 0,0 0 1 0,9 0-3 16,-9 0 2-16,0 0-3 0,0 0-1 0,0 0-1 16,9 2 1-16,-9-2-1 0,0 0 0 0,5 4 4 15,-5-4 0-15,0 0-2 0,5 3-1 16,-5-3 0-16,0 0-2 0,0 0 1 0,7 4 2 15,-7-4 1-15,0 0-2 0,0 0 0 0,4 4 4 0,-4-4-5 16,6 3-5-16,-6-3 0 0,0 0-4 0,5 4 1 16,-5-4-1-16,0 0 4 0,5 4-3 15,-5-4 0-15,0 0-4 0,5 5-15 0,-5-5 7 16</inkml:trace>
  <inkml:trace contextRef="#ctx0" brushRef="#br0" timeOffset="-106361.64">17675 4549 6 0,'0'0'40'0,"0"0"-1"0,0 0 0 16,-2-7-1-16,2 7-3 0,0 0-5 0,0 0 2 16,0 0-12-16,0 0 5 0,0 0-11 0,-12-1 1 15,12 1 0-15,0 0 0 0,0 0-3 0,-11-3 0 16,11 3-5-16,-11 0 3 0,11 0-3 0,0 0 5 15,-11 0 0-15,11 0 9 0,0 0-8 0,0 0 12 16,-10 0-1-16,10 0 2 0,0 0 0 0,0 0 1 16,0 0 3-16,0 0-7 0,0 0 3 15,0 0-4-15,0 0-6 0,0 0 0 0,0 0 0 0,34-7-1 16,-12 3 1-16,7 0-4 0,6-2 1 0,-2 3-2 16,0-1 0-16,5 0-3 0,-5 0-1 0,-1 2 3 15,-4-2-12-15,-8 4-9 0,-1 2-23 0,-6-2-17 16,-1 2-15-16,-1-1-49 0,-4 0-123 0,-7-1 55 15</inkml:trace>
  <inkml:trace contextRef="#ctx0" brushRef="#br0" timeOffset="-106099.29">17811 4364 18 0,'0'0'55'0,"0"0"-4"16,0 0-1-16,0 0-5 0,0 0 1 15,0 0-7-15,4 29 0 0,-1-21 6 0,-1 3-10 16,0 1-6-16,-1 0 0 0,2 4 1 0,-2-4 8 0,1 3-13 16,-1 2 3-16,0 0-5 0,2-3-4 0,-1 5 1 15,-2-8-3-15,2 2 2 0,-1-1-5 0,-1 1 9 16,1 2-29-16,-1-4-3 0,2 1-25 0,-1 0-16 15,0-1-57-15,0-1-115 0,4 0 51 0</inkml:trace>
  <inkml:trace contextRef="#ctx0" brushRef="#br0" timeOffset="-105751.79">18116 4369 11 0,'0'0'72'0,"0"0"-15"0,0 0-1 0,0 0-13 0,0 0-4 15,0 0 3-15,0 0 3 0,0 0-16 16,0 0 3-16,0 0-9 0,0 0-1 0,9 24 1 16,-4-17 1-16,3 2-13 0,0-1 10 0,-1 2-8 15,7 1 5-15,-2 1-1 0,2 1-7 0,-1-3 4 0,-1 1 0 16,-1-3-2-16,0 3-7 0,1-1 5 0,-3-2-6 15,0 1 13-15,-2-2-14 0,2 2 11 16,-2-2-12-16,-1 1 3 0,-2-3 5 0,0 2 1 16,-1-3-3-16,1 1-4 0,-4-5 5 0,3 6 0 15,-3-6-7-15,0 0 8 0,-9 11 0 0,3-8-3 16,-5 0 1-16,0 1 1 0,-3-2-9 0,1 0 2 0,-6-2 1 16,1 1-11-16,0-1-1 0,0 0-23 15,5-1-17-15,-1-2-15 0,3 1-44 0,0-2-117 16,0-1 51-16</inkml:trace>
  <inkml:trace contextRef="#ctx0" brushRef="#br0" timeOffset="-105293.99">18337 4373 8 0,'13'-2'11'0,"-1"1"-2"0,0 0-1 0,-1 0-2 15,-1-1 5-15,0 2-5 0,-2-3-1 0,-8 3 1 0,11-2-1 16,-2 2 12-16,-9 0 16 0,10-2-18 16,-10 2 3-16,7-4 9 0,-7 4 7 0,5-5-5 15,-5 5-4-15,4-5 3 0,-4 5 9 0,0 0 10 16,2-6-8-16,-2 6-8 0,0 0 4 0,5-5-7 16,-5 5-6-16,0 0 3 0,0 0-10 0,0 0 1 15,0 0-3-15,0 0-6 0,0 0 7 0,12 13-2 16,-6-4 7-16,-2-1-8 0,5 2 7 0,-1 4-7 15,2 0 1-15,-1 2 4 0,1-1 3 0,-1 0-3 16,-1 0 3-16,2-3-6 0,-2-2 2 0,1 3-1 16,-2-4-2-16,0-1-2 0,-2-3 1 0,-1 2 1 15,-1-3-1-15,3-1 6 0,-6-3 8 0,3 5 20 16,4-2 2-16,-7-3-3 0,0 0 6 0,9 2-6 16,-9-2-4-16,9-7-2 0,-4 2-13 0,2-3 5 15,0-2-2-15,-1 1-6 0,2-1-4 0,1 0 0 16,-4-1-1-16,3 2 2 0,1-6 4 0,1 2-9 15,-1 0-7-15,0 0-1 0,-2 3 3 0,2-3-4 0,-2 2 0 16,-1 2-1-16,-1-2-13 0,0 3 14 16,3 0-36-16,-3 4-16 0,1-2-18 0,-2 3-15 15,-4 3-4-15,16-3-6 0,-16 3-16 0,10 5-57 16,-6-1-176-16,-2 3 79 0</inkml:trace>
  <inkml:trace contextRef="#ctx0" brushRef="#br0" timeOffset="-103881.7">19147 5547 12 0,'0'0'55'16,"-8"-2"-2"-16,8 2-4 0,0 0 2 0,0 0-2 15,0 0 2-15,0 0-5 0,0 0-2 0,-4-5-7 16,4 5 0-16,0 0-11 0,0 0-1 0,0 0 0 16,0 0 2-16,0 0-6 0,20-5-6 0,-9 4 12 0,0 0-9 15,0 0-3-15,7 0 2 0,0-1-6 16,0 1-4-16,0 0 5 0,-1 1 1 0,-3 0-16 16,0 0-16-16,-1 0-13 0,-1 0-10 0,0 1-21 15,-3 2-35-15,2-2-105 0,-4 1 46 0</inkml:trace>
  <inkml:trace contextRef="#ctx0" brushRef="#br0" timeOffset="-103240.64">19665 5515 45 0,'0'0'83'0,"0"0"-10"0,0 0-6 0,0 0-6 16,0 0-1-16,0 0-2 0,0 0-10 0,0 0-5 15,0 0-3-15,0 0-7 0,0 0 2 0,19-7-7 16,-5 4-5-16,3 0 0 0,2 3-3 0,2-3-1 16,-1 1-4-16,2 2 2 0,-4-1-3 0,1 1-2 15,-1 0-19-15,-7 0-7 0,1 0-22 0,-1 0-12 16,-2 1-20-16,-1-1-40 0,-2 2-116 0,-6-2 52 15</inkml:trace>
  <inkml:trace contextRef="#ctx0" brushRef="#br0" timeOffset="-102942.52">19790 5402 16 0,'0'0'96'0,"-5"-4"-11"16,5 4-9-16,0 0-3 0,0 0-14 0,0 0-3 16,0 0-5-16,-5-6-2 0,5 6-5 0,0 0-8 15,0 0-2-15,0 0-6 0,0 0-9 0,0 0 1 16,0 0-7-16,0 0 11 0,0 0-2 0,0 0-13 16,0 23-3-16,0-15 7 0,0-8-4 0,3 16-1 15,-2-4 1-15,0 0 0 0,3-1-1 0,-3 0 4 16,1 1 1-16,0 0-6 0,-1 0-1 0,1 1-1 15,-2 0 0-15,1-1 1 0,-1-1-14 0,1 1-12 16,-1-2-6-16,-1 0-16 0,0 0-11 0,1-3-1 16,1 1-8-16,-1-8-49 0,-1 13-119 0,1-13 54 15</inkml:trace>
  <inkml:trace contextRef="#ctx0" brushRef="#br0" timeOffset="-102581.81">20071 5464 42 0,'4'10'46'0,"-1"-5"-10"0,1-1-3 16,0 2 1-16,1 0-1 0,2 1-4 0,1-1 7 15,1-1-2-15,0-2 3 0,1 2-12 0,0-2 1 16,1 1 5-16,-1-1-6 0,0-3 0 0,0 1-3 16,-2-1-4-16,-8 0 10 0,14-1 14 0,-9-2-14 15,-5 3 0-15,12-5 6 0,-9 3 10 0,1-3-14 16,-4 5-2-16,5-12 5 0,-3 7-7 0,-2 5-2 16,-2-17-5-16,1 8-9 0,-1-1 10 0,-1 0 0 15,-3 2-6-15,4 1 0 0,-3-2-8 0,1 1-1 16,-1 1 1-16,1 1 4 0,1 1-12 0,3 5-5 15,-8-4-16-15,8 4-5 0,-10-3-12 0,10 3-18 16,-10 0-15-16,10 0-56 0,-12 9-139 0,4-3 62 16</inkml:trace>
  <inkml:trace contextRef="#ctx0" brushRef="#br0" timeOffset="-102254.25">20293 5434 45 0,'3'5'41'16,"1"3"-4"-16,3 1-3 0,-1 1 6 0,-1 2-10 16,0-1 3-16,2 4-10 0,0-1 0 0,0-4 4 15,-1 0-13-15,-1 1 9 0,2-3-5 0,-1 2 5 16,-1-6-2-16,0 1 5 0,-5-5 18 0,9 5 0 15,-9-5 8-15,12-6-5 0,-1 0-6 0,3-6-1 16,3 0-7-16,0-8 15 0,-2 5-1 0,0-6-11 16,2 0 0-16,-4-2-7 0,-2 6 3 0,-2 2-14 15,0-2 2-15,0 2-5 0,2 0 2 0,-3-3-11 16,1 2 11-16,-1 5-2 0,1-1-8 0,-3 2-14 16,-2 0-10-16,0 6-23 0,-2-2-16 0,-2 6-11 15,5-4-7-15,-5 4-67 0,0 0-151 0,0 0 67 16</inkml:trace>
  <inkml:trace contextRef="#ctx0" brushRef="#br0" timeOffset="-102078.25">20086 5835 44 0,'0'0'116'0,"0"0"-6"15,0 0-20-15,0 0-7 0,39-11-6 0,-17 5-24 16,9 1-40-16,3-4-32 0,6 2-76 0,-3 2-102 16,11-5 45-16</inkml:trace>
  <inkml:trace contextRef="#ctx0" brushRef="#br0" timeOffset="-90372.34">9849 4624 56 0,'-6'-3'82'0,"-3"2"-7"0,1-3 3 16,8 4-7-16,-19-3-5 0,10 0-1 0,-3 2-6 16,1 1-7-16,1 1-6 0,-2-1 3 0,0 4-8 15,0 0 2-15,-1 1-8 0,2 2-4 0,-1 0-2 16,1-1-7-16,-1 6 4 0,-1-1 2 0,2-3-7 15,1 6 4-15,-3-1 0 0,4 1-14 0,1 2 9 16,0-1 3-16,2 0-2 0,1-3 3 0,3 3-1 16,-2 0-5-16,2-3-1 0,2 1 8 0,0-2-6 15,3 1 1-15,1 0 0 0,0-2-7 0,3 0 0 16,0 0 6-16,2-1-7 0,0 0-3 0,3-2 12 16,0 0-10-16,3 2-33 0,1-4-6 0,0 1-23 15,1-1-19-15,2-2-18 0,-2-2-18 0,-1-1-61 16,-3 2-180-16,2-5 80 0</inkml:trace>
  <inkml:trace contextRef="#ctx0" brushRef="#br0" timeOffset="-89750.68">9916 4759 62 0,'0'0'118'0,"0"0"-17"0,0 0-10 0,0 0-9 16,0 0-12-16,0 0-1 0,0 0-21 0,0 0 5 15,0 0-9-15,-10 16 3 0,9-5-7 0,1-1 10 16,0 1-19-16,0 0-1 0,1-2-4 0,2 1-3 16,0-1 4-16,-1-2-9 0,3 3-4 15,2-4 8-15,-2 0-4 0,2 1-4 0,1-1 5 0,-1-2 4 16,4 0-10-16,-2-3-1 0,1-2 0 0,3 1 2 16,0-3-2-16,0-1-9 0,-2 0 7 0,-1-1 0 15,1-1-3-15,-1 0 1 0,-4-1-2 0,1-1 8 16,0-1-4-16,0-1 3 0,-2 1 4 0,0-2-1 15,-3 2 3-15,0-1-3 0,0-1-3 0,0 1-2 16,-1 2 12-16,-1 1-3 0,0 7 5 0,1-13 0 16,-1 13-5-16,0-9 11 0,0 9-14 0,0 0-3 15,1-8-8-15,-1 8-1 0,0 0-2 0,0 0 3 16,0 0-5-16,0 0 6 0,0 0-4 0,-6 24-2 16,6-14-1-16,-3 0 3 0,2 0-4 15,1 0 4-15,0 0 2 0,1 0 1 0,1 0 2 0,0-5-8 16,1 1 3-16,-1 1 0 0,-2-7 4 0,9 8 0 15,-4-6-2-15,2 0 2 0,2-2-6 0,1 0 1 16,0 0 0-16,2-6-2 0,-1 3-1 0,-1-4 2 16,1 0 1-16,1-4 1 0,0 0 0 0,-4 2 4 15,0-6 0-15,-2 4 5 0,1-5-13 0,-3 1 4 16,1-2 0-16,-1 2 1 0,-1-3 3 0,-3 0-5 16,1 0 2-16,1 0 5 0,-2 1-4 0,0 7 8 15,0 0 4-15,0-2 12 0,0 12-4 0,0-11-2 16,0 11-4-16,-1-10-4 0,1 10-6 0,0 0 0 15,0 0 0-15,0 0-9 0,0 0 5 16,0 0-3-16,0 0 4 0,-1 34-1 0,0-15 3 0,-2 7-1 16,1 0-2-16,-1-1-2 0,1 1-3 0,0-5 3 15,0-2 1-15,-1-2-3 0,3 2 1 0,-3-1 3 16,1 1 4-16,2-3-7 0,-1-3 4 0,-1 0-13 16,4-3-25-16,-1 0-27 0,-1-3-33 15,0 1-17-15,0-8-15 0,-1 13-27 0,-2-8-80 0,-1 0-249 16,4-5 111-16</inkml:trace>
  <inkml:trace contextRef="#ctx0" brushRef="#br0" timeOffset="-89032">10602 4747 66 0,'-4'6'97'0,"0"2"-2"0,2 1-6 0,-1-1-10 15,0 2 0-15,3 0-2 0,0-2-20 0,0 1 11 16,2-1-1-16,0-1-9 0,1 0-4 0,1-1-3 16,1 1-11-16,-1-2 3 0,3-3-13 0,1 4 8 15,2-6-1-15,2 3-6 0,-2-3-2 0,2-2-2 16,0-1-6-16,0 1 4 0,-3-4-7 0,2 2 7 16,-4-1-9-16,-1-1 5 0,-1 2-2 0,0-2-5 15,-1 1 0-15,-4-4-8 0,0 9 2 0,-1-18-9 16,-4 8 7-16,1 2 0 0,-3-1-5 0,2-3 6 0,-1 5-2 15,-2-1-1-15,3 3 0 0,1-1-5 0,0 2 1 16,4 4 2-16,-6-8-4 0,6 8-4 16,-4-5 6-16,4 5-5 0,0 0 3 0,0 0 1 15,0 0 1-15,-2-7-7 0,2 7 6 0,0 0-2 16,0 0 3-16,19 4 1 0,-6-4 3 0,-2 0-2 16,1-1 1-16,7 0 3 0,-1-1-3 0,0-3 1 0,2-1-8 15,-5 2 5-15,-2 1 2 0,-1-1 5 16,-2 0-2-16,0-2 4 0,-1 1 4 0,-1-1 3 15,-2 1 0-15,0-3-3 0,-2 2 3 0,0-4-3 16,1 2-3-16,-5 8 1 0,0-22 5 0,0 15 3 16,-2-3-6-16,0 4 2 0,2 6 5 0,-1-13 3 15,1 13-1-15,0-8 8 0,0 8 3 0,0 0-17 16,-1-8-2-16,1 8-13 0,0 0 6 0,0 0 0 16,0 0-2-16,0 0-2 0,0 0 4 0,0 27-6 15,0-10 1-15,-3 7 0 0,3 2 3 0,0 1 0 16,-2-1 2-16,0 1 0 0,-3-3-2 0,5 2-1 15,-3-7 1-15,1 2 2 0,2-4-2 0,-1 2 1 0,1 0-1 16,0-6-2-16,-2 4 1 0,2-5-5 16,1-2 6-16,-1 0-10 0,1-2-20 0,-1-1-20 15,0-7-16-15,-1 10-24 0,1-10-8 0,0 0-5 16,1 10-7-16,-1-10-18 0,0 0-95 0,0 0-235 16,0 0 104-16</inkml:trace>
  <inkml:trace contextRef="#ctx0" brushRef="#br0" timeOffset="-88676.02">10877 4789 6 0,'11'-6'54'0,"2"0"-17"0,5-2 1 16,-2-2-2-16,3 1-8 0,1 1-5 0,-1 0-4 16,0-2 5-16,-4 0-11 0,2 1-1 0,-3-1-1 15,-4 3-1-15,0-2 0 0,-2 1-2 0,-1-2 0 16,-2 0 8-16,1-4 4 0,-3 4-2 0,-2-2 13 15,0-1 5-15,0 6 10 0,-1-1 5 0,0 8 2 16,-1-13 3-16,1 13 3 0,0-8-5 0,0 8 0 16,-1-7-10-16,1 7-5 0,0 0-3 0,0 0-9 15,0 0 9-15,0 0 4 0,0 0-7 0,-8 26 15 16,6-10 1-16,-1 1-10 0,1 3-1 0,0 5-5 16,1-1 10-16,-2 1-2 0,1-6-2 0,2 0-5 15,-1 1-1-15,-1-1-2 0,0 1 6 0,3-2-4 16,-2 1-4-16,-1-2-2 0,2-2-1 0,-1 2-1 15,0-6-2-15,1 1-3 0,0 0-9 0,0-3 6 16,-5 1 0-16,2-2-14 0,2 1-13 0,0-2-13 16,-2-1-22-16,2 0-24 0,1-6-23 0,-5 10-19 15,5-10-26-15,-5 5-80 0,5-5-233 0,-7 2 104 16</inkml:trace>
  <inkml:trace contextRef="#ctx0" brushRef="#br0" timeOffset="-88389.24">11366 4775 51 0,'0'0'147'0,"0"0"-11"0,0 0-15 0,-5 3-20 16,5-3-11-16,0 0-46 0,0 0-11 0,0 0-36 16,0 0-30-16,0 0-35 0,0 0-36 0,0 0-112 15,0 0 50-15</inkml:trace>
  <inkml:trace contextRef="#ctx0" brushRef="#br0" timeOffset="-88246.36">11356 4885 2 0,'20'-3'-1'0</inkml:trace>
  <inkml:trace contextRef="#ctx0" brushRef="#br0" timeOffset="-87786.13">11544 4721 8 0,'-8'0'141'16,"8"0"8"-16,-14-4-1 0,14 4-3 0,-10-2-4 15,10 2 2-15,-12-1-11 0,12 1-10 0,-7 0-8 16,7 0-6-16,0 0-14 0,0 0-10 0,0 0-7 16,-9-2-9-16,9 2-5 0,0 0-7 0,0 0-7 15,0 0-4-15,0 0-4 0,0 0-3 0,28 6-4 16,-17-6-2-16,7 0 1 0,0 1-6 0,2 1-8 15,0-2 4-15,-2 0-7 0,1-2 1 0,-6 2-1 16,0 0-2-16,0 0 4 0,5 0-9 0,-6-1 2 16,-2 1 0-16,0 1 1 0,-10-1-4 0,11-1-3 15,-11 1 1-15,11 1-3 0,-11-1 4 0,7-1-2 16,-7 1 1-16,0 0 0 0,9-1-2 0,-9 1 1 16,0 0-1-16,0 0-2 0,0 0-1 0,0 0 1 15,11 0 6-15,-11 0-8 0,0 0-2 0,0 0-3 16,0 0-3-16,0 0 3 0,0 0-2 0,0 0 2 15,0 0 0-15,0 0 2 0,-13 17 1 0,6-9 0 16,0 0 5-16,-1 2 2 0,1 0-3 0,0 1-4 16,-2-1 5-16,2 0-15 0,0-1-23 0,1 0-17 15,1-1-22-15,-2-1-26 0,2 0-35 0,3-2-17 16,-1 2-18-16,3-7-92 0,-1 10-282 0,1-10 125 16</inkml:trace>
  <inkml:trace contextRef="#ctx0" brushRef="#br0" timeOffset="-87610.68">11763 4637 178 0,'-11'-16'193'0,"0"4"-2"0,2-2-10 0,-2 1-18 16,1 0-12-16,1 4-10 0,1 0-8 0,1 1-12 16,2 2-9-16,0 1-15 0,1 0-9 0,-1-1-9 15,5 6-21-15,-6-8-41 0,6 8-43 0,-2-6-52 16,2 6-57-16,0 0-29 0,0 0-86 0,0 0-272 15,0 0 121-15</inkml:trace>
  <inkml:trace contextRef="#ctx0" brushRef="#br0" timeOffset="-86871.01">13490 4985 112 0,'0'0'135'16,"0"0"-11"-16,0 0-6 0,0 0-17 0,0 0-4 16,9-3-10-16,-9 3-16 0,0 0-7 0,0 0-18 15,0 0-36-15,0 0-38 0,0 0-36 0,0 0-82 16,0 0-158-16,0 0 70 0</inkml:trace>
  <inkml:trace contextRef="#ctx0" brushRef="#br0" timeOffset="-66426.2">9968 5463 107 0,'-6'-10'110'0,"2"7"-4"0,4 3-16 0,-7-6-2 15,7 6-7-15,-5-6-6 0,5 6-8 0,-6-6-14 16,6 6-2-16,-9-1-1 0,9 1-11 0,0 0-8 15,-9-3 0-15,9 3-4 0,0 0-2 16,0 0-6-16,0 0 2 0,0 0-6 0,-10 6 8 0,10-6-15 16,-2 7-2-16,2-7 5 0,0 9 2 0,0-9-9 15,6 10 9-15,-3-4-1 0,5 1-4 0,0-1 4 16,-1 0-5-16,2 1 0 0,2 2-7 16,0-2 3-16,-2 0 1 0,1-1-3 0,2 1 5 15,-3 2 6-15,0-3-7 0,-2 3-1 0,0-2-2 0,-4 0-8 16,5 0 20-16,-5-2-4 0,1 3-1 0,-4-1-9 15,0-7-1-15,-4 13 1 0,0-5 2 0,-1 2-5 16,-3-2 10-16,-2 2 0 0,0-2-7 0,-2 5-8 16,-1-6-12-16,3 2-13 0,2 0-13 15,-2-4-22-15,3 2-19 0,-1 0-84 0,3-3-185 0,1 2 82 16</inkml:trace>
  <inkml:trace contextRef="#ctx0" brushRef="#br0" timeOffset="-65808.46">10286 5502 36 0,'0'0'87'0,"-8"-7"-12"16,2 4-8-16,6 3-3 0,-17 1 0 0,7 1-13 15,-4 2-3-15,-3 2-10 0,4 3-2 16,0 1-3-16,-2 3-7 0,3-3 1 0,0 2-7 15,4-1 1-15,0 0 1 0,5 0-8 0,-2 1 3 0,5-2-3 16,0 0 3-16,3 0-9 0,1-2 3 16,2 0-3-16,0-2 4 0,3 1-2 0,-1-5-8 15,-2 0 7-15,5 0 5 0,0-1-4 0,1-2-7 16,-1-3-3-16,-1 0 11 0,2-1-11 0,-2 0 7 16,-1 0-6-16,-1-3-1 0,-2 1 5 0,0-3 2 0,-1 1 4 15,1 1-3-15,-3-1 5 0,1 1 3 0,-2-2-9 16,-2 2 8-16,1 2 5 0,-1 6-3 15,2-10-4-15,-2 10 2 0,3-7-3 0,-3 7-1 0,0 0-4 16,1-8-4-16,-1 8 3 0,0 0 0 16,0 0-3-16,0 0 0 0,0 0-6 0,0 0 6 15,0 0-7-15,0 0 6 0,3 28 3 0,-2-21-6 0,2-2 8 16,-1 3-6-16,2-2 6 0,0-2-10 16,1 2 8-16,0-2-3 0,3-1 6 0,-8-3-2 15,12 1-4-15,-4 0 7 0,5-3-3 0,-3-2-8 16,-1-1 4-16,3-3-1 0,-2 1 5 0,-1-1-5 15,0-1 5-15,-2-2 4 0,1-5-5 0,0 3 3 16,-1-1-18-16,-3 2 18 0,-1-1-8 0,-1-2 8 0,0 0 1 16,-1 1-1-16,-1 1-2 0,1-2-16 15,-2 5 20-15,0-2-4 0,-1 1-4 0,2 1 7 16,-1 2 0-16,1 8 0 0,0-11-6 0,0 11 2 16,-1-7-3-16,1 7-8 0,0 0-1 0,0 0 1 15,0 0 12-15,0 0-8 0,0 0-9 0,0 0 22 0,-4 34-8 16,3-23 5-16,-1 7-9 0,2-1 5 0,-2 1-6 15,1-1 3-15,-1 2 2 0,2-2 5 0,3 0 8 16,-1 2-16-16,1-2-5 0,-2 1 10 0,3-1-29 16,0-2-18-16,1 2-31 0,-2 0-31 0,-2-2-67 15,-2 3-186-15,-2-6 82 0</inkml:trace>
  <inkml:trace contextRef="#ctx0" brushRef="#br0" timeOffset="-65501.58">10624 5596 30 0,'0'0'65'0,"0"0"-27"0,0 0-12 0,9-1-8 0,-9 1-15 15,10-2-11-15,-10 2-21 0,12 0-32 0,-4 0 15 16</inkml:trace>
  <inkml:trace contextRef="#ctx0" brushRef="#br0" timeOffset="-65293.19">10762 5478 33 0,'0'0'77'0,"0"0"1"0,0 0-1 15,0 0 12-15,0 0-16 0,-3-8-2 0,3 8-6 16,0 0-3-16,0 0-12 0,0 0-8 0,0 0-3 16,0 0-21-16,0 0-21 0,0 0-18 0,0 0-6 15,0 0-11-15,0 0-17 0,0 0 3 0,0 0-45 16,0 0-104-16,0 0 47 0</inkml:trace>
  <inkml:trace contextRef="#ctx0" brushRef="#br0" timeOffset="-64399.55">10751 5642 70 0,'0'0'96'0,"0"0"-20"16,0 0-7-16,0 0-2 0,0 0-6 16,3-11-6-16,-3 11-12 0,8-3 0 0,-8 3-1 15,14-4-20-15,-8 1 6 0,4 1-1 0,3 0 2 16,1-3-11-16,4 2 7 0,4-2-13 0,5-1 8 0,-1 1-4 15,5 0-2-15,4-1-5 0,2 1 0 16,0-1-7-16,14 1 3 0,-13-4-7 0,0 4 13 16,2-1-1-16,-8 1-6 0,1 1-1 0,-2 0 5 15,-3-1-2-15,-5 2 0 0,-3-1-7 0,0 1 2 16,0 0-6-16,-7 1 9 0,1 0-3 0,-5 0 4 0,-1 1 1 16,0-1-3-16,-8 2 8 0,13-1 9 15,-13 1 5-15,7-1 14 0,-7 1 10 0,0 0 3 16,9-2 4-16,-9 2-9 0,0 0 0 0,0 0-9 15,0 0-5-15,0 0-7 0,0 0-1 0,0 0-2 16,0 0-2-16,0 0-7 0,-22 13 6 0,15-7-9 16,-3 2 6-16,1 3-7 0,-2 0 4 0,-2 4 1 15,4-3-20-15,-2 3-10 0,0 1-25 0,4-6-24 16,2 2-5-16,-1-2-15 0,3-1-14 0,-2 2-9 16,2-2-69-16,2 0-188 0,1-2 83 0</inkml:trace>
  <inkml:trace contextRef="#ctx0" brushRef="#br0" timeOffset="-64226.51">11497 5391 61 0,'-8'-15'135'0,"0"0"3"16,-2 2-3-16,3 3-19 0,0 1-12 0,1 1-14 15,0 2-9-15,0 2-7 0,2-1-22 0,4 5-41 0,-5-4-23 16,5 4-30-16,0 0-23 0,0 0-11 15,0 0-58-15,0 0-145 0,-1 22 64 0</inkml:trace>
  <inkml:trace contextRef="#ctx0" brushRef="#br0" timeOffset="-59952.19">11587 15337 13 0,'22'0'23'0,"7"2"2"0,-1-2-8 0,2-2 10 16,0 6-6-16,2-4 0 0,0 4-3 0,2-1-4 15,-1-1 2-15,1 0-4 0,1 0-1 0,-1-2 1 16,3 3-1-16,-1-2 1 0,0 0-4 0,1 1-2 16,0-1-6-16,1 0 7 0,0 2 1 0,-4-1-5 15,2 0 4-15,-1-2-5 0,1 2 3 0,-2-1-2 16,0-1-1-16,0 0 4 0,-2 2-6 0,1-2 2 16,0-2-5-16,-1 4 7 0,-3-4 1 0,2 1 1 15,1 1-3-15,-3 0-4 0,-1 0 4 0,-5 0-3 16,4-2 1-16,-8 4-2 0,3-2 8 0,-4 0-3 15,5 0 3-15,-3 0-5 0,-2 0 7 0,4-2-4 16,-3 2 6-16,0-3-5 0,2 2 6 0,-2 0-2 16,0 1-7-16,1-2 3 0,-2 2-4 0,2 0 1 15,-1-1 1-15,0 1 9 0,0 0-14 0,-2-1 4 16,1-1 4-16,-2 2-9 0,-2-1 5 0,4 1 1 16,-5-1 2-16,0 1-3 0,1-3-5 0,3 3 6 15,-5 0 2-15,1-1-4 0,2 1 2 0,-5-1-1 16,3-1 4-16,1 2 2 0,-1-1 1 0,1 0-3 15,-1 0-8-15,2-2 8 0,0 2 2 0,1 1 2 16,-5-2-7-16,7 1-8 0,-1-2 4 0,0 3 6 16,-4-2 1-16,3 2 1 0,-5-1-2 0,10 0-6 15,-9-1 4-15,3 1 1 0,-2 1-8 0,-2-1 6 16,3-1-2-16,-4 0 0 0,-1 2 1 0,5 0 12 16,-5-1-9-16,0 1-6 0,0-2 1 0,-9 2 2 15,13 0-1-15,-13 0-6 0,9-1 8 0,-9 1-6 16,12 0 3-16,-12 0-8 0,6-1 0 0,-6 1-2 15,0 0-6-15,0 0-4 0,0 0 1 0,9-2-1 16,-9 2-12-16,0 0-10 0,0 0-28 0,0 0-74 16,0 0 33-16</inkml:trace>
  <inkml:trace contextRef="#ctx0" brushRef="#br0" timeOffset="-59074.3">13313 15312 43 0,'20'0'49'0,"9"0"-7"0,-1 0-2 16,3-3-1-16,0 3 0 0,1 0-9 16,-1 3-6-16,3-3 2 0,-1 1 0 0,-1 1-6 0,-3-2-2 15,2 1 2-15,-1 1-2 0,-1-2-2 16,0 4-5-16,0-5 2 0,-1 4 1 0,-7-2-4 16,6 0 10-16,1 0-1 0,-8 0 0 0,2 0-1 0,-2-1 4 15,1 1 1-15,3-2-12 0,-4 0 5 0,-1 1-4 16,1 0-5-16,-2 1 10 0,2 0-10 15,-3 0 6-15,2-1-6 0,-6 2 2 0,1-1 1 16,3 0-9-16,-5-1 11 0,1 0-1 0,-1-1 5 16,-3 2-7-16,1-1-8 0,-3 2 9 0,3-2-4 15,-2 2 5-15,2-2 5 0,-10 0-2 0,11 2-4 0,-2-2 6 16,-9 0 7-16,16 0-12 0,-9 2 0 0,-7-2-4 16,15 0 3-16,-3-2-1 0,-6 1-3 15,-6 1 3-15,13-1-5 0,-13 1 7 0,12-2-6 16,-12 2 2-16,11 0 8 0,-11 0-12 0,8 0 13 15,-8 0-17-15,10 0 20 0,-10 0-18 0,0 0 2 0,0 0 3 16,7 0-3-16,-7 0-5 0,0 0 12 0,0 0-10 16,0 0-5-16,0 0 12 0,0 0-7 0,0 0 3 15,8-3-4-15,-8 3-2 0,0 0 8 16,0 0 5-16,0 0-6 0,0 0 4 0,0 0-8 16,0 0 6-16,10 1 2 0,-10-1-5 0,0 0-1 0,11-1-2 15,-11 1 4-15,7-5-2 0,-7 5 2 0,8 0-6 16,-8 0-5-16,0 0 8 0,0 0 2 15,0 0 1-15,0 0-7 0,5-2 3 0,-5 2 6 16,0 0-1-16,0 0-3 0,0 0-8 0,0 0 15 16,0 0-9-16,0 0-4 0,0 0 12 0,0 0-4 15,0 0-3-15,0 0 5 0,0 0 7 0,0 0-3 0,0 0-4 16,11 3 1-16,-11-3 0 0,0 0 1 0,0 0 5 16,0 0-9-16,0 0 4 0,0 0-2 0,0 0-1 15,0 0-6-15,0 0 3 0,0 0 3 16,0 0-3-16,0 0-7 0,0 0 8 0,0 0-6 15,0 0-2-15,0 0 2 0,0 0 12 0,0 0-4 0,0 0-2 16,0 0-17-16,0 0 21 0,0 0-8 0,0 0-3 16,0 0-2-16,0 0 8 0,0 0-5 15,0 0 2-15,0 0 1 0,0 0 1 0,0 0-4 16,0 0 2-16,0 0-1 0,0 0 2 0,0 0 3 16,0 0-7-16,0 0 7 0,0 0 0 0,0 0 1 0,0 0 2 15,0 0-11-15,0 0 4 0,0 0 7 0,0 0-4 16,0 0-4-16,0 0 2 0,0 0 0 15,0 0-1-15,0 0-10 0,0 0-15 0,0 0-18 16,0 0-16-16,0 0-17 0,0 0-6 0,0 0-7 16,0 0-48-16,0 0-150 0,0 0 66 0</inkml:trace>
  <inkml:trace contextRef="#ctx0" brushRef="#br0" timeOffset="-58284.25">14310 15309 9 0,'28'-1'35'0,"-9"2"-4"16,2-2-2-16,1 2 4 0,-2-1-7 0,1-1-1 15,-6 1 8-15,7 0-10 0,-3-1 3 0,-2 1-7 16,2 0-2-16,-2-2-3 0,-1 1 7 0,4-1-8 0,-4-1 3 16,-2 2-6-16,4-1-2 0,-4 2 0 15,-2-1 5-15,1 1-7 0,-1-1 4 0,1 1-3 16,-3-1 5-16,3 2 0 0,-4-2 1 0,3-1 1 15,-4 4-4-15,-8-2-2 0,13-2 6 0,-13 2-1 16,10 0-1-16,-2 2-4 0,-8-2-4 0,9 1 20 16,-9-1-16-16,11-1 2 0,-11 1 9 0,10-2-1 0,-10 2-8 15,11 0 11-15,-11 0-7 0,0 0-6 16,10-1 12-16,-10 1-9 0,0 0 8 0,0 0-6 16,10-1 9-16,-10 1-9 0,0 0 1 0,0 0-9 15,9 0 7-15,-9 0 0 0,0 0-1 0,10-3-2 16,-2 2 3-16,-8 1-1 0,10 1-9 0,-10-1-2 15,15-1 8-15,-15 1 6 0,11 0-11 0,-11 0 0 16,9 0 1-16,-9 0-5 0,12-1 7 0,-12 1-8 16,11 0 4-16,-11 0-5 0,13 0 12 0,-5 0-5 15,-8 0 3-15,12 0-8 0,-12 0 7 0,14 0-7 16,-9-1 7-16,-5 1-6 0,0 0 3 0,11 0-9 16,-11 0 5-16,9 0 5 0,-9 0 5 0,9 1-1 15,-9-1-2-15,0 0-1 0,11-1 3 0,-11 1-2 16,0 0 7-16,7-3-11 0,-7 3 7 0,0 0 0 15,0 0 1-15,0 0 4 0,12-1-2 0,-12 1 0 16,0 0 9-16,0 0 1 0,0 0-5 0,0 0 2 16,0 0 5-16,0 0-7 0,0 0 2 0,0 0-4 15,0 0 5-15,0 0-8 0,0 0 6 0,0 0-10 16,0 0 3-16,0 0-3 0,8 1 0 0,-8-1-3 16,0 0-1-16,0 0 4 0,0 0-4 0,0 0 15 15,0 0-10-15,0 0-4 0,0 0 7 0,0 0-1 16,0 0-7-16,0 0-5 0,0 0 4 0,0 0 9 15,0 0-10-15,0 0-5 0,0 0-1 0,0 0 11 16,0 0-5-16,0 0 0 0,0 0-9 0,0 0 0 16,0 0-2-16,0 0-1 0,0 0-7 0,0 0-6 15,0 0-13-15,0 0-5 0,0 0-13 0,0 0-10 16,0 0-11-16,0 0-8 0,0 0-80 0,0 0-174 16,0 0 77-16</inkml:trace>
  <inkml:trace contextRef="#ctx0" brushRef="#br0" timeOffset="-26306.07">715 1515 96 0,'0'0'101'0,"0"0"11"16,0 0-12-16,0 0-17 0,0 0-1 0,0 0 2 15,0 0-15-15,0 0 0 0,0 0-5 0,0 0-15 16,0 0 2-16,0 0-1 0,0 0-2 0,0 0 0 16,0 0-13-16,0 0 10 0,0 0-5 0,0 0-8 15,0 0-10-15,0 0 10 0,0 0-3 0,0 0-4 16,0 0-5-16,0 0-7 0,12-60-1 0,-12 60 10 16,0 0-7-16,23-24-6 0,-23 24 3 0,16-15-4 15,-9 8-13-15,-1-1 22 0,2 1-8 0,-3-2-5 16,1 0 4-16,1 0 2 0,-1 2-10 0,4-1 4 15,-4 1 1-15,1 0 1 0,1-1-1 0,-8 8-5 16,6-9 5-16,0 4 3 0,-6 5-1 0,0 0-5 16,7-10 1-16,-7 10 0 0,0 0 1 0,4-7-5 15,-4 7 3-15,0 0 7 0,0 0-2 16,0 0-2-16,0 0-14 0,0 0 13 0,0 0 6 16,0 0-1-16,0 0-8 0,2-11-5 0,-2 11 6 15,0 0-5-15,0 0-5 0,0 0 4 0,0 0 2 16,0 0 5-16,0 0-9 0,0 0 0 0,0 0 6 15,0 45-1-15,3-33 2 0,-3 3-6 0,4 1 1 16,-4 0 6-16,0 1 0 0,2 0-2 0,3 0-2 16,-2 0 4-16,-1 1-1 0,0 0 2 0,0-1-3 15,1 0 2-15,-2-4-8 0,2-3 9 0,-3-10-1 16,4 24 3-16,-4-14-5 0,0-10-2 0,2 18 0 16,-2-7 8-16,0-11-6 0,4 12 2 0,-4-12-4 15,4 14 4-15,-4-14-4 0,0 0 2 0,0 0 3 16,2 11 2-16,-2-11 3 0,0 0-10 15,0 0 4-15,0 0-5 0,0 0-10 0,0 0 0 16,-12 13-5-16,12-13-6 0,0 0 1 0,-13 0 4 16,13 0 3-16,0 0 0 0,-19-1 1 0,19 1 3 15,0 0-2-15,0 0-2 0,0 0 3 0,0 0 0 16,0 0 7-16,0 0-1 0,0 0 0 0,0 0-7 16,0 0 7-16,0 0 6 0,0 0-10 0,0 0 7 15,-64 1-4-15,64-1 0 0,0 0-2 0,0 0 2 16,0 0 0-16,0 0 9 0,0 3-7 0,0-3 3 15,0 0 1-15,0 0-1 0,0 0 6 16,0 0-8-16,47 5-7 0,-47-5-2 0,32-1-12 16,-13-3-20-16,2 1-26 0,1-1-15 0,5 1-13 15,0-3-52-15,-1-2-162 0,-5 5 71 0</inkml:trace>
  <inkml:trace contextRef="#ctx0" brushRef="#br0" timeOffset="-25960.22">1481 1351 61 0,'0'0'110'0,"0"0"-13"0,0 0-9 16,0 0-17-16,0 0-1 0,0 0-4 0,0 0 0 15,0 0-10-15,-31 23-1 0,31-23-16 0,-5 21 2 16,5-21 0-16,-2 21-14 0,2-21 1 0,4 20 9 15,-4-20-8-15,9 20-1 0,-9-20 3 0,13 13 0 16,-5-8-8-16,-8-5 5 0,18 7-8 0,-18-7 8 16,23 0-11-16,-23 0 9 0,30-9-1 0,-12 4-4 15,-4 0 7-15,-1-2 0 0,-4 0 4 0,0 0 0 16,0 0-2-16,-9 7-4 0,7-17 6 0,-5 9-8 16,-2 8 2-16,0-20-1 0,0 20 2 0,-10-22-7 15,0 14-3-15,-1-6-3 0,-4 2-6 0,1 3 0 16,1 4-11-16,0-1-7 0,2 3-13 0,11 3-21 15,-26-1-22-15,26 1-14 0,-27 14-20 0,13-4-20 16,0 0-79-16,1 6-215 0,-5 3 95 0</inkml:trace>
  <inkml:trace contextRef="#ctx0" brushRef="#br0" timeOffset="-24960.11">425 2621 12 0,'0'0'18'0,"0"0"-3"0,0 0-6 16,0 0 4-16,0 0 0 0,0 0-3 0,0 0 6 15,0 0-5-15,0 0 2 0,0 0 4 0,0 0-6 16,0 0 7-16,0 0-9 0,0 0 10 0,0 0-2 16,0 0-11-16,0 0 11 0,0 0 4 15,0 0 4-15,0 0-2 0,0 0 4 0,0 0-7 16,0 0 7-16,0 0-11 0,0 0 0 0,0 0-2 16,0 0 9-16,0 0-1 0,-67 8 0 0,67-8-2 15,0 0 4-15,0 0-2 0,0 0-6 0,0 0-2 16,0 0-5-16,0 0 4 0,0 0-4 0,0 0 0 15,0 0 5-15,0 0-7 0,0 0 3 0,0 0 1 16,0 0-4-16,0 0 0 0,0 0 4 0,0 0 2 16,0 0-14-16,0 0 2 0,0 0 7 0,103-24 2 15,-103 24-1-15,32-10-7 0,-32 10 0 0,29-10 1 16,-29 10-1-16,0 0 6 0,40-7 0 0,-40 7-8 16,0 0-2-16,36-9 10 0,-36 9-10 0,0 0 5 15,31-5 2-15,-31 5-6 0,0 0 1 0,0 0-5 16,35-5-1-16,-35 5-8 0,0 0-3 0,0 0-4 15,0 0-6-15,0 0-1 0,33-8-16 0,-33 8-5 16,0 0-46-16,0 0-103 0,0 0 46 0</inkml:trace>
  <inkml:trace contextRef="#ctx0" brushRef="#br0" timeOffset="-24488.32">632 2223 67 0,'0'0'76'0,"0"0"-9"15,0 0-13-15,0 0-5 0,0 0-8 0,0 0 2 16,0 0-7-16,0 0 14 0,0 0 0 0,0 0 1 15,0 0 4-15,0 0-6 0,0 0-5 16,0 0 0-16,0 0 1 0,26 71-11 0,-26-71-1 16,8 34-4-16,-8-34-2 0,11 36 0 0,-11-36 1 15,6 33-6-15,-6-33 2 0,5 30-5 0,-5-30-7 16,0 0 4-16,9 34 0 0,-9-34-5 0,0 0-1 16,9 28-1-16,-9-28 3 0,0 0-4 0,0 0-15 15,11 31-12-15,-11-31-27 0,0 0-14 0,0 0-13 16,12 22-10-16,-12-22-62 0,0 0-158 0,0 0 70 15</inkml:trace>
  <inkml:trace contextRef="#ctx0" brushRef="#br0" timeOffset="-20370.22">641 2162 21 0,'0'0'40'0,"0"0"-9"0,0 0 1 16,0 0-4-16,0 0 3 0,0 0-6 0,59-21 0 15,-59 21-12-15,35-9 2 0,-14 4 4 0,-4-1-5 16,10-2 1-16,-6 5-6 0,3-6 2 0,-2 4 0 16,-1 0-2-16,-1-2 0 0,0 0-5 0,1 0 1 15,-4 2-4-15,2-1 5 0,-1 2 5 0,-3-2-7 16,-2 2 2-16,1 1 0 0,-3-2 0 0,-11 5-2 16,20-3-5-16,-20 3 5 0,14-5-2 0,-14 5-2 15,11-5 2-15,-11 5-1 0,0 0 5 0,0 0-1 16,13-4 12-16,-13 4-11 0,0 0 4 0,0 0-1 15,0 0 0-15,0 0 14 0,0 0-18 0,0 0 4 16,0 0-5-16,0 0 3 0,0 0-8 16,0 0 10-16,0 0 0 0,0 0-4 0,15-3 3 15,-15 3-3-15,0 0 5 0,0 0-6 0,0 0 6 16,0 0 3-16,0 0 2 0,0 0 2 0,0 0 0 16,0 0 2-16,0 0-1 0,0 0 1 0,0 0-4 15,0 0 1-15,0 0-3 0,0 0-4 0,0 0 3 16,0 0-2-16,0 0-6 0,0 0 0 0,0 0 7 15,0 0-9-15,0 0 7 0,0 0 2 0,0 0-8 16,0 0-2-16,0 0-2 0,0 0 5 0,0 0 0 16,0 0-4-16,0 0 5 0,0 0-4 0,0 0-1 15,0 0 8-15,0 0-6 0,0 0 1 16,0 0-8-16,0 0 2 0,0 0 6 0,0 0-3 16,0 0 3-16,0 0-3 0,0 0 4 0,0 0-8 15,0 0 3-15,0 0 2 0,0 0 13 0,0 0-9 16,0 0 10-16,0 0-3 0,0 0-1 0,0 0 5 15,0 0-2-15,0 0 7 0,0 0-11 0,0 0 1 16,0 0-6-16,0 0 7 0,0 0-3 0,0 0-5 16,0 0 3-16,0 0 6 0,0 0-6 0,0 0-2 15,0 0-6-15,0 0 5 0,0 0-1 0,0 0 0 16,0 0 0-16,0 0-6 0,0 0 11 16,0 0-8-16,0 0 6 0,0 0-9 0,0 0 3 15,0 0-7-15,0 0 10 0,0 0-5 0,0 0 2 16,0 0-2-16,8 12 6 0,-8-12-3 0,0 0-1 15,0 0-5-15,5 12 7 0,-5-12-3 0,0 0 5 16,2 14-9-16,-2-14 0 0,0 0 6 0,6 14-15 16,-6-14 20-16,2 12-14 0,-2-12 14 0,5 10 0 15,-5-10-1-15,3 10 5 0,-3-10-1 0,5 10 5 16,-5-10-14-16,5 12 19 0,-5-12 1 0,3 13-5 16,-3-13 0-16,4 12 6 0,-4-12-1 0,2 13-9 15,-2-13 3-15,3 12-1 0,-3-12-2 0,5 16 8 16,-5-16-11-16,4 15 2 0,-4-15-2 0,2 19-5 15,-2-19 8-15,5 15 2 0,-5-15 6 0,2 18-8 16,0-9 6-16,-2-9 1 0,0 16-1 16,0-16 3-16,3 16-7 0,-3-16-4 0,1 12 0 15,-1-12 7-15,1 12-5 0,-1-12-7 0,2 13 2 16,-2-13-3-16,0 0 5 0,2 15 1 0,-2-15-12 16,0 0 11-16,2 16-5 0,-2-16 5 0,0 0-1 15,4 13-2-15,-4-13 0 0,0 0-3 0,2 13-7 16,-2-13 14-16,0 0 0 0,1 12-4 0,-1-12-4 15,0 0 0-15,0 0 1 0,0 0 2 0,0 16 1 16,0-16 2-16,0 0 3 0,0 0-4 0,0 0-6 16,2 13-1-16,-2-13 6 0,0 0 1 15,0 0-2-15,0 0-4 0,0 15 3 0,0-15 1 16,0 0 1-16,0 0 1 0,0 0-4 0,-1 16-2 16,1-16 3-16,0 0 2 0,0 0-7 0,0 0 4 15,1 17 1-15,-1-17-2 0,0 0 4 0,0 0-3 16,1 14-4-16,-1-14 2 0,0 0-4 0,0 0 4 15,0 0 4-15,0 0 0 0,2 11-2 0,-2-11-1 16,0 0-6-16,0 0 4 0,0 0 3 0,0 0-2 16,0 0-1-16,0 0 2 0,0 0 1 0,0 0 7 15,0 0-8-15,0 0-1 0,0 0 3 0,0 0-3 16,0 0 2-16,0 0 3 0,0 0 4 0,0 0-6 16,0 0 0-16,0 0-2 0,0 0 4 15,0 0 1-15,0 0 5 0,0 0-1 0,0 0-4 16,0 0 0-16,0 0 1 0,0 0-3 0,0 0 4 15,0 0-6-15,0 0 6 0,0 0-2 0,0 0 1 16,0 0-1-16,0 0-2 0,0 0 3 0,0 0-8 16,0 0 4-16,0 0-2 0,0 0 4 0,0 0-4 15,0 0 0-15,0 0-1 0,0 0 0 0,0 0 1 16,0 0-3-16,0 0 0 0,0 0 5 0,0 0 3 16,0 0-6-16,0 0 3 0,0 0-3 0,0 0 3 15,0 0-7-15,0 0 6 0,0 0 1 0,0 0-4 16,0 0 1-16,0 0 2 0,0 0 2 15,0 0-5-15,0 0 7 0,0 0-7 0,0 0 0 0,0 0 0 16,0 0 3-16,0 0 2 0,0 0 2 0,0 0-6 16,0 0 4-16,0 0-4 0,0 0 1 0,0 0-1 15,0 0-5-15,0 0 8 0,0 0-5 0,0 0 1 16,0 0-1-16,0 0 10 0,0 0-5 0,0 0 0 16,0 0 1-16,0 0-5 0,0 0 3 15,0 0-2-15,0 0 2 0,0 0 5 0,0 0-2 16,0 0-2-16,0 0 4 0,11 5-6 0,-11-5 0 15,0 0-2-15,0 0 10 0,0 0-8 0,35-13 4 16,-25 10-6-16,1-2 9 0,-11 5 2 0,20-7-8 16,-7 3-3-16,-3-1 7 0,-10 5-6 0,26-8 1 15,-10 2-1-15,-3 2 2 0,-13 4-2 0,24-8 1 16,-11 3 0-16,5 2 2 0,-18 3 6 0,23-6-3 16,-23 6-3-16,22-6-6 0,-11 4 8 0,-11 2-1 15,20-4-5-15,-20 4-3 0,18-4 3 0,-18 4 6 16,18-2 4-16,-18 2-12 0,18-2 7 0,-18 2 2 15,18-3 0-15,-18 3 2 0,0 0 5 16,22-5 1-16,-22 5-1 0,19-3 0 0,-19 3-2 16,15-2 2-16,-15 2-2 0,0 0 1 0,21-6-1 15,-21 6-4-15,13-3-5 0,-13 3 6 0,11-2 0 16,-11 2-1-16,0 0 1 0,0 0-4 0,20-4-1 16,-20 4 2-16,0 0 1 0,13-1-5 0,-13 1-1 15,0 0 4-15,0 0-4 0,0 0-4 0,0 0 9 16,19-3 2-16,-19 3-1 0,0 0-1 0,11-6-2 15,-11 6 2-15,0 0-2 0,0 0 4 0,0 0-3 16,18-2 1-16,-18 2 4 0,0 0 0 0,11-2-1 16,-11 2-2-16,0 0 2 0,0 0 1 15,13-6 6-15,-13 6-2 0,0 0-6 0,0 0 0 16,15-3 2-16,-15 3 0 0,0 0 0 0,0 0-5 16,16-2 6-16,-16 2-3 0,0 0-5 0,15-3 3 15,-15 3-1-15,0 0-1 0,12-5 1 0,-12 5 0 16,12-4-1-16,-12 4-1 0,0 0 3 0,0 0-1 15,18-7-4-15,-18 7 3 0,0 0-1 0,18-4 1 16,-18 4-3-16,0 0 1 0,14-3-1 0,-14 3-1 16,0 0 4-16,0 0-3 0,13-4-2 0,-13 4-1 15,0 0 8-15,0 0-8 0,0 0 3 0,0 0 1 16,0 0-3-16,0 0-3 0,0 0 8 0,0 0-4 16,11-2 0-16,-11 2 4 0,0 0-2 0,0 0-2 15,0 0 3-15,0 0 2 0,0 0-1 16,0 0-3-16,0 0 0 0,0 0 4 0,0 0 4 0,0 0-3 15,0 0 3-15,0 0 3 0,0 0-2 0,0 0 2 16,0 0 0-16,0 0 0 0,0 0 0 0,0 0-5 16,0 0 1-16,0 0 0 0,0 0-1 0,0 0-6 15,0 0 4-15,0 0 0 0,0 0 2 16,0 0-1-16,0 0 1 0,0 0-5 0,0 0 1 16,0 0 0-16,0 0 7 0,0 0-3 0,0 0 0 15,0 0-1-15,0 0 0 0,0 0 4 0,0 0-3 16,0 0-3-16,0 0 6 0,0 0-1 0,0 0 0 15,0 0-2-15,0 0 0 0,0 0 1 0,0 0 1 16,0 0-3-16,0 0-2 0,0 0 4 0,0 0-4 16,0 0-2-16,0 0 4 0,0 0 1 0,0 0 2 15,0 0-6-15,0 0 7 0,0 0 2 0,0 0 6 16,0 0 3-16,0 0 4 0,0 0 4 0,0 0 1 16,0 0-2-16,0 0 1 0,0 0 2 0,0 0 1 15,0 0-2-15,0 0 1 0,0 0 3 16,0 0-1-16,0 0 5 0,0 0-8 0,0 0-5 15,0 0-2-15,0 0-7 0,0 0 5 0,0 0-5 16,0 0-2-16,-2-27 4 0,2 27-5 0,0 0-2 16,0 0-2-16,-7-17-4 0,7 17 1 0,-4-11-2 15,4 11 2-15,0 0-1 0,-1-17-3 0,1 17 2 16,-3-13 1-16,3 13-2 0,0 0 1 0,-3-15-2 16,3 15 0-16,0 0 0 0,-4-17-2 0,4 17 0 15,-2-12 2-15,2 12-5 0,-6-14 4 0,6 14 2 16,-3-12-4-16,3 12 7 0,-6-13-6 0,6 13-2 15,-5-16 1-15,5 16 0 0,-6-14 1 16,6 14-3-16,-6-13 1 0,2 4 1 0,4 9 2 16,-5-14-6-16,5 14 0 0,-9-17 0 0,4 9 4 15,5 8-2-15,-7-16 2 0,7 16-2 0,-8-17 0 16,6 10 0-16,2 7 1 0,-5-15-8 0,5 15 2 16,-7-16 1-16,1 10 1 0,6 6 0 0,-7-17 0 15,7 17 2-15,-6-13 0 0,1 6 1 0,5 7-4 16,-9-13 3-16,4 5-1 0,5 8 1 0,-8-10 2 15,8 10-1-15,-7-9-2 0,7 9 7 0,0 0 0 16,-10-12-4-16,10 12 0 0,-5-7 2 0,5 7 0 16,0 0-2-16,-6-11 3 0,6 11 3 0,0 0-4 15,0 0-1-15,-6-10 2 0,6 10-2 16,0 0 2-16,0 0 1 0,0 0-4 0,-7-9 0 16,7 9 1-16,0 0 4 0,0 0-4 0,0 0 0 0,0 0 2 15,0 0 1-15,0 0-5 0,0 0 1 0,0 0 1 16,0 0 1-16,0 0 1 0,-8-10 0 0,8 10-1 15,0 0 4-15,0 0-5 0,0 0-2 16,0 0 2-16,0 0 3 0,0 0-2 0,0 0-1 16,0 0 8-16,0 0-6 0,0 0-1 0,0 0 0 15,0 0 2-15,0 0-1 0,0 0-1 0,0 0-1 16,0 0 4-16,0 0-3 0,0 0 0 0,0 0-2 16,0 0 4-16,-2-13 1 0,2 13-4 0,0 0 0 15,0 0 1-15,0 0 2 0,0 0-4 0,0 0-1 16,0 0 0-16,0 0-1 0,0 0 2 0,0 0-1 15,0 0 0-15,0 0 4 0,0 0-3 0,0 0 1 16,0 0 3-16,0 0 0 0,0 0-7 0,0 0 0 16,0 0 0-16,0 0-4 0,0 0 7 15,0 0-4-15,0 0 4 0,0 0-4 0,0 0 2 16,0 0-1-16,0 0 3 0,0 0-1 0,0 0-3 16,0 0 3-16,0 0 2 0,0 0 2 0,0 0-4 15,0 0 0-15,0 0 1 0,0 0 2 0,0 0-2 16,0 0 2-16,0 0 1 0,0 0 2 0,0 0-5 15,0 0 0-15,0 0 0 0,0 0-2 0,0 0 2 16,0 0-1-16,0 0 0 0,0 0-2 0,0 0 2 16,0 0-4-16,0 0 7 0,0 0-1 0,0 0-6 15,0 0 5-15,10-14 2 0,-10 14-3 0,0 0 2 16,0 0-4-16,0 0 3 0,15-2-1 16,-15 2 3-16,0 0-2 0,7-2 2 0,-7 2-4 15,0 0 0-15,10-4-1 0,-10 4 6 0,0 0 2 16,0 0-3-16,17-2-3 0,-7-1 3 0,1 0-1 15,1 1 1-15,2-1-1 0,-2 0-1 0,2-1 1 16,3-1 0-16,-3 1 1 0,2 3-2 0,-2-2 1 16,3-1 1-16,-1-1-2 0,4 0 1 0,-1 1-1 15,-1 0 1-15,-2-2-2 0,2 1 5 0,-1 2-8 16,1-2 0-16,-3 0 2 0,3 1 2 0,-5 1-1 16,-1-1 2-16,1 1 1 0,-2-1-4 0,5 1 1 15,-3-1 2-15,-13 4-7 0,23-4 0 0,-9 0-2 16,-14 4 2-16,21-6-2 0,-8 4 2 0,-13 2 5 15,20-3-4-15,-10 0-1 0,-10 3 3 16,17-1 1-16,-17 1 1 0,15-5-1 0,-15 5 1 16,13-4-2-16,-13 4-1 0,0 0 4 0,0 0-1 15,15-6 1-15,-15 6 1 0,0 0 0 0,0 0-1 16,13-1-4-16,-13 1 6 0,0 0 2 0,0 0-5 16,0 0 4-16,11-4-1 0,-11 4 0 0,0 0 3 15,0 0-5-15,0 0 2 0,0 0 2 0,0 0-4 16,0 0 2-16,0 0 5 0,0 0 0 0,0 0-3 15,0 0-3-15,0 0 2 0,0 0 3 0,0 0-2 16,0 0-3-16,14-4-2 0,-14 4 5 0,0 0 1 16,0 0 1-16,0 0-5 0,0 0 3 0,0 0 4 15,0 0-7-15,0 0 1 0,0 0 3 0,0 0-3 16,0 0-2-16,0 0 3 0,0 0 0 0,0 0 1 16,12-5-1-16,-12 5-1 0,0 0 1 0,0 0 1 15,0 0-3-15,0 0-1 0,0 0 1 0,0 0 3 16,0 0-2-16,0 0-2 0,0 0 3 0,0 0 4 15,0 0-6-15,0 0-2 0,0 0 1 0,0 0 0 16,0 0-6-16,0 0 4 0,0 0 2 16,0 0 0-16,0 0 1 0,0 0-5 0,0 0 1 15,0 0 6-15,0 0-4 0,14 13-1 0,-14-13-2 16,0 0 7-16,5 9 3 0,-5-9-3 0,0 0-6 16,4 13 2-16,-4-13 3 0,4 14-1 0,-4-14-4 15,4 14 4-15,-2-5 2 0,-2-9 2 0,6 18-3 16,-3-9 1-16,-3-9-2 0,5 19 3 0,-2-8-2 15,-3-11 1-15,5 16 3 0,-1-5-4 0,-4 0 1 16,0-11-2-16,12 19-1 0,-10-11 6 0,-2-8 0 16,3 16 1-16,-1-6-4 0,-2-10 6 0,4 16-5 15,-4-16 1-15,5 16-1 0,-4-6 1 0,-1-10-2 16,1 19 0-16,-1-19 0 0,3 16 0 16,-3-16 1-16,1 16-3 0,-1-16 0 0,3 14 3 15,-3-14-2-15,5 13 4 0,-5-13-2 0,2 12-2 16,-2-12 0-16,3 13-1 0,-3-13 5 0,6 12-3 15,-6-12-2-15,5 13 3 0,-5-13 2 0,6 14 1 16,-6-14-4-16,5 12 0 0,-5-12 0 0,0 0 0 16,6 11 2-16,-6-11-1 0,0 0 2 0,0 0-2 15,5 11-2-15,-5-11 3 0,0 0 1 0,0 0-3 16,5 8 0-16,-5-8 3 0,0 0-1 0,0 0 2 16,0 0-4-16,0 0-3 0,0 0 7 15,0 0 0-15,0 0-8 0,0 0 6 0,0 0 0 16,0 0-3-16,0 0 2 0,0 0 1 0,0 0-1 15,0 0-2-15,0 0 1 0,0 0 0 0,0 0-6 16,0 0 4-16,0 0 0 0,0 0 2 0,0 0 0 16,0 0 2-16,0 0-2 0,0 0 1 0,0 0-4 15,4 18 6-15,-4-18-1 0,0 0-4 0,0 0 4 16,0 0 3-16,0 0-8 0,0 0-1 0,0 0 5 16,0 0-2-16,7 10 2 0,-7-10-2 0,0 0-1 15,0 0 1-15,0 0 4 0,0 0-6 0,0 0-1 16,0 0 5-16,0 0 2 0,0 0 0 0,8 10-6 15,-8-10 1-15,0 0 6 0,0 0-3 0,0 0-3 16,0 0 4-16,11 2 1 0,-11-2 0 0,0 0-1 16,0 0 1-16,21 1 5 0,-21-1-2 0,22-3-2 15,-11 0 0-15,2 1 2 0,-13 2-1 0,31-6-2 16,-13 1-1-16,-1 1 0 0,2 0-2 16,-1-2 3-16,1 1-1 0,8-3 3 0,-8 4-2 15,-3-1-1-15,2-1-4 0,-1 2 4 0,-3 1-2 16,3-3 1-16,-3 3-3 0,-2 0 4 0,0 1 2 15,-12 2-4-15,22-6-1 0,-22 6 2 0,14-2 0 16,-14 2 1-16,10-5-4 0,-10 5 3 0,0 0 2 16,0 0 0-16,14-2-1 0,-14 2 4 0,0 0 2 15,0 0 2-15,0 0-6 0,0 0-2 0,0 0 2 16,13-4 1-16,-13 4 1 0,0 0-4 0,0 0 4 16,0 0-8-16,0 0-12 0,0 0-19 0,0 0-37 15,0 0-45-15,0 0-44 0,0 0-42 0,0 0-161 16,0 0-391-16,0 0 174 0</inkml:trace>
  <inkml:trace contextRef="#ctx0" brushRef="#br0" timeOffset="-19330.61">1933 1124 53 0,'0'0'153'0,"0"0"-16"0,0 0-7 0,-3-7-7 16,3 7-12-16,0 0-15 0,0 0-11 0,0 0-9 15,0 0-11-15,0 0-3 0,0 0-5 16,0 0-14-16,0 0-1 0,0 0 0 0,17 25-8 15,-17-25-6-15,12 18 6 0,-5-4-11 0,-3-4 1 16,3 3 3-16,3 1-4 0,-4 2-3 0,2-1 3 16,0-1-1-16,-2 3-4 0,4-2-4 0,-2 0 11 15,-1-1 0-15,2 2-1 0,-2-2-2 0,-1-2 4 16,-1-1-1-16,1-1 3 0,-1 1-10 0,1-4 2 16,-6-7 1-16,8 16-4 0,-6-7-6 0,-2-9 6 15,5 12 0-15,-5-12-3 0,4 10-1 0,-4-10-6 16,0 0 4-16,2 15 0 0,-2-15-11 0,0 0-30 15,0 0-16-15,0 0-19 0,0 0-7 0,2 18-47 16,-2-18-39-16,0 0-81 0,0 0-256 16,0 0 113-16</inkml:trace>
  <inkml:trace contextRef="#ctx0" brushRef="#br0" timeOffset="-18580.5">1431 2365 134 0,'0'0'133'0,"0"0"0"15,0 0-14-15,0 0-5 0,0 0-9 0,0 0-18 16,0 0-3-16,0 0-14 0,0 0-5 15,0 0-22-15,0 0-22 0,0 0-18 0,0 0-30 16,0 0-16-16,0 0-31 0,0 0-88 0,20-27-174 16,-20 27 77-16</inkml:trace>
  <inkml:trace contextRef="#ctx0" brushRef="#br0" timeOffset="-18131.02">748 1827 2 0,'0'0'9'15,"0"0"-12"-15,0 0-1 0,0 0 1 0</inkml:trace>
  <inkml:trace contextRef="#ctx0" brushRef="#br0" timeOffset="-15921.27">782 2110 25 0,'0'0'41'0,"0"0"6"0,0 0-11 16,0 0-5-16,0 0-3 0,0 0 2 0,0 0-8 15,0 0-6-15,0 0 7 0,0 0-10 0,0 0 5 16,0 0-12-16,0 0 8 0,0 0-4 0,0 0 1 16,0 0 9-16,0 0-14 0,0 0-2 0,0 0-14 15,0 0-7-15,0 0-8 0,0 0-34 0,0 0-63 16,0 0 29-16</inkml:trace>
  <inkml:trace contextRef="#ctx0" brushRef="#br0" timeOffset="-15158.4">850 2766 29 0,'0'0'103'0,"0"0"-6"15,0 0-6-15,-18 2 0 0,18-2-12 0,0 0-2 16,0 0-7-16,0 0-8 0,0 0-3 0,0 0-4 15,0 0-6-15,0 0-10 0,0 0-3 0,0 0-10 16,0 0 1-16,0 0 3 0,0 0-2 0,0 0-6 16,38-22-14-16,-25 17-8 0,-3-2-3 15,0 3-26-15,0-1-4 0,1-1-18 0,-11 6-10 16,21-9-9-16,-13 7-13 0,-8 2-42 0,13-7-136 16,-13 7 61-16</inkml:trace>
  <inkml:trace contextRef="#ctx0" brushRef="#br0" timeOffset="-14940.17">949 2638 65 0,'0'0'63'0,"0"0"-8"0,0 0 0 16,0 0-6-16,0 0 12 0,0 0-1 15,0 0 5-15,0 0-3 0,-5 26-7 0,5-26 4 16,4 17-9-16,-4-17-9 0,3 20-1 0,-3-20-2 0,2 19-9 15,2-10 4-15,-4-9-5 0,4 17 2 0,-4-17-14 16,1 15-19-16,-1-15-16 0,4 12-24 16,-4-12-16-16,6 12-20 0,-6-12-47 0,4 9-135 15,-4-9 60-15</inkml:trace>
  <inkml:trace contextRef="#ctx0" brushRef="#br0" timeOffset="-14683.49">1026 2664 19 0,'0'0'98'0,"19"17"-2"16,-19-17-11-16,9 11 2 0,-3-3-8 0,-6-8-10 0,12 8 7 15,-3-1-13-15,-2 1-9 0,-7-8-2 16,16 10-1-16,-10-2-5 0,-6-8-8 0,11 8 6 15,-11-8-10-15,12 8-1 0,-12-8-7 0,6 8 0 16,-6-8-5-16,0 0-12 0,0 0-6 0,7 12-12 16,-7-12-24-16,0 0-24 0,0 0-26 0,0 0-72 15,0 0-167-15,-23 8 74 0</inkml:trace>
  <inkml:trace contextRef="#ctx0" brushRef="#br0" timeOffset="-14388.19">1115 2614 16 0,'16'-8'76'15,"-16"8"-9"-15,13-5-9 0,-13 5 6 0,14-1-5 16,-14 1-5-16,0 0 14 0,22 4 1 0,-11-1-5 16,-11-3-4-16,11 12-6 0,-4-5-6 0,3 1-3 15,-10-8 5-15,10 15-10 0,-6-11-6 0,-4-4 0 16,9 12-8-16,-9-12-4 0,6 9-3 0,-6-9 7 15,0 0 6-15,8 9 23 0,-8-9 12 0,0 0 12 16,0 0-6-16,0 0-11 0,0 0-13 0,0 0-2 16,0 0-2-16,0 0-8 0,9-32-2 0,-9 32-3 15,0-18-5-15,0 6-3 0,0 12-7 16,4-17-17-16,-4 17-11 0,2-20-40 0,-2 20-3 16,3-16-26-16,2 7-20 0,-5 9-24 0,9-17-95 15,-2 10-238-15,-7 7 105 0</inkml:trace>
  <inkml:trace contextRef="#ctx0" brushRef="#br0" timeOffset="-13563.91">1556 2233 59 0,'0'0'88'0,"0"0"-23"0,0 0 1 0,0 0-18 16,0 0 8-16,0 0-11 0,0 0-11 0,0 0 5 15,0 0-2-15,0 0-7 0,-14 29-8 0,14-29 6 16,0 0-6-16,0 0-3 0,0 0 0 0,4 26 5 16,-4-26 2-16,0 0-6 0,11 12 3 0,-11-12-2 15,0 0 4-15,0 0 13 0,18 2-2 0,-18-2 10 16,0 0-9-16,0 0 2 0,25-14 4 0,-25 14 3 16,11-9-6-16,-11 9 8 0,13-17-7 0,-13 17 4 15,8-13-10-15,-8 13 7 0,1-14 2 0,-1 14-19 16,0 0 1-16,0 0-3 0,-12-26-3 15,12 26-3-15,-10-10-4 0,10 10-5 0,-11-5-9 16,11 5-14-16,0 0-7 0,0 0-13 0,-31 8-19 16,31-8-18-16,-9 12-21 0,9-12-113 0,-12 20-224 15,9-11 100-15</inkml:trace>
  <inkml:trace contextRef="#ctx0" brushRef="#br0" timeOffset="-12973.28">2119 2123 81 0,'0'0'144'0,"0"0"-9"0,0 0-6 16,0 0-14-16,0 0-10 0,0 0-12 16,0 0-4-16,0 0-12 0,0 0-9 0,11-6-9 15,-5 3 1-15,3 0-15 0,-1-2-1 0,0 2-16 16,4-2-17-16,-3-1-25 0,2 2-24 0,0 0-32 15,-4 1-20-15,4-3-89 0,-5 4-193 0,1 0 86 16</inkml:trace>
  <inkml:trace contextRef="#ctx0" brushRef="#br0" timeOffset="-12787.25">2217 1994 33 0,'0'0'95'0,"0"0"-10"0,0 0 3 0,-3 25-10 16,3-25 3-16,4 15-12 0,-4-15-4 0,4 19-2 16,-4-7-11-16,3-2-4 0,0 2-6 0,1-2-16 15,0-2-21-15,-2 0-22 0,4 3-27 0,-2-2-21 16,-1-3-53-16,-3-6-127 0,7 10 57 16</inkml:trace>
  <inkml:trace contextRef="#ctx0" brushRef="#br0" timeOffset="-12346.32">2374 2028 52 0,'0'0'91'0,"14"9"-17"0,-6-4 7 0,-1 2-16 0,1 0-1 16,1 2-8-16,-1-1 0 0,-2 0-13 15,2-1 0-15,-4-3-15 0,-4-4-3 0,7 9-5 0,-7-9 5 16,4 7-16-16,-4-7 7 0,0 0-7 0,0 0-9 16,0 0 0-16,-11 13-4 0,11-13 2 15,-11 2 0-15,11-2-4 0,0 0 1 0,-23-6-6 16,23 6 2-16,-10-6-3 0,10 6-8 0,-10-10-4 16,6 5 1-16,4 5-8 0,-9-11-1 0,7 1 1 15,2 10 1-15,-3-18-1 0,3 18 7 0,3-14 0 16,-2 5 14-16,4 1-8 0,-5 8 0 0,6-14 8 15,-3 8 3-15,-3 6 5 0,6-11 0 0,-1 5 5 16,-5 6-4-16,11-8 4 0,-2 6-3 0,-9 2-6 16,12-1 8-16,-12 1-6 0,18 3 6 0,-18-3-3 15,10 4-3-15,-10-4 11 0,12 8-10 0,-6-3 5 16,-6-5-3-16,8 9-2 0,-4-4 12 0,-4-5-15 16,6 9 9-16,-6-9-4 0,5 8 3 0,-5-8 8 15,4 6-3-15,-4-6 3 0,0 0-1 0,0 0-5 16,0 0-3-16,0 0-9 0,0 0-6 0,0 0-19 15,0 0 9-15,0 0-32 0,0 0-61 16,0 0 28-16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8T10:18:45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10275 3160 128 0,'0'0'183'0,"-7"-15"-6"16,6 9-4-16,-1-1-8 0,-2-4 0 0,1 3-11 16,0-1-12-16,-2 1-13 0,3 1-2 15,-1 2-6-15,3 5-3 0,-4-10-5 0,4 10-10 16,-2-9-10-16,2 9-9 0,0 0-12 0,-4-8-7 16,4 8-9-16,0 0-10 0,0 0-2 0,0 0-9 15,0 0 1-15,0 0-6 0,17 22-2 0,-10-7-2 16,6 0-2-16,1 10-1 0,4 0 6 0,-3-1-13 15,4 3 1-15,-2 0-3 0,2 3-1 0,-5-1 0 16,6 0-2-16,-1-1 1 0,-4 1 1 0,3 0-5 16,-4-2 1-16,3-3 0 0,-3-1-4 0,1 1-2 15,-2-2 0-15,-2 0-4 0,-1-4-1 0,1-2-3 16,-3-2 1-16,0 0-1 0,1-1-1 0,-4-3-1 16,2-1 3-16,-2-3 0 0,-1 0 2 0,-2-2 2 15,-2-4 6-15,7 6 0 0,-7-6 3 0,0 0 1 16,0 0 4-16,0 0-2 0,11-18 0 0,-8 6-2 15,1-4 2-15,2-2 1 0,4-8-2 0,-3-3-2 16,-1-1 1-16,2 1 3 0,-1-3-5 0,1 0-2 16,0 2 2-16,1-1 2 0,-2 3 3 0,-2-2-4 15,2 5-1-15,-1-1 0 0,-1 10 2 0,-1-2-4 16,0 2 2-16,0 7-6 0,-3 2-2 0,0-1 0 16,1 3-6-16,-2 5-14 0,4-9-22 0,-4 9-9 15,3-4-24-15,-3 4-15 0,0 0-10 0,0 0-10 16,0 0-28-16,10 17-20 0,-6-7-25 0,-1 2-162 15,-1 4-372-15,-2-3 164 0</inkml:trace>
  <inkml:trace contextRef="#ctx0" brushRef="#br0" timeOffset="602.29">11059 3504 112 0,'-5'-9'190'0,"5"9"-8"15,-4-6-6-15,4 6-18 0,-5-6-9 0,5 6-21 16,0 0-10-16,-8-2-15 0,8 2-9 0,0 0-9 15,-15 8-10-15,9 0-12 0,1 1-1 0,-4 5-7 16,-1 0-5-16,2 2-7 0,0 1-2 0,4 0-5 16,-3 2-3-16,4-2 1 0,0 0-6 0,4-1-2 15,0-4-4-15,4 3-6 0,1 0 8 0,2-4-4 16,-2-1 2-16,7 2-2 0,-4-6-4 0,7 1 4 16,-5-1 1-16,7-1-5 0,-5-4 1 0,6-1 3 15,-1-3 0-15,-2-2 3 0,2-1 1 0,-6 0 2 16,5-3 4-16,-4-2 4 0,0 0 3 0,-4 1-2 15,0-2 4-15,0-3 1 0,-6 3 2 0,-1-4 2 16,1-2-3-16,-10 2-5 0,2-2-6 0,-4 0 1 16,-5-3-5-16,-2 2-4 0,2 3-3 0,-2 3-2 15,0 0-4-15,0 3 0 0,-2-1-2 0,3 3-3 16,-1-1 0-16,4 4-4 0,-6 2-6 0,3 2-24 16,-1 2-13-16,0 5-19 0,1 0-18 0,-2 2-33 15,3 3-31-15,5 2-32 0,2 2-34 16,4-3-148-16,-1-1-383 0,5 2 170 0</inkml:trace>
  <inkml:trace contextRef="#ctx0" brushRef="#br0" timeOffset="775.25">11652 3530 95 0,'8'-1'141'0,"3"-1"-16"15,-1-1-18-15,-10 3-7 0,20-1-15 0,-8-1-6 16,0 2-33-16,-1 2-29 0,0-1-44 0,0 2-39 16,-2 0-51-16,-9-3-127 0,9 7 56 0</inkml:trace>
  <inkml:trace contextRef="#ctx0" brushRef="#br0" timeOffset="917.15">11678 3682 188 0,'0'0'167'0,"0"0"-18"0,0 0-12 16,0 0-13-16,20 3-13 0,-11-3-15 0,7 0-22 16,2-3-31-16,6 0-45 0,5-1-38 0,3-2-39 15,1 2-83-15,-1-4-175 0,0 0 78 0</inkml:trace>
  <inkml:trace contextRef="#ctx0" brushRef="#br0" timeOffset="1308.58">12554 3198 39 0,'2'-9'253'0,"-2"9"-14"0,0-8-24 15,0 8-21-15,2-10-25 0,-2 10-17 0,0 0-19 16,0 0-12-16,0 0-9 0,0 0-7 0,0 0-9 16,18 22-7-16,-6-8-8 0,-1 3-4 0,5 5-7 15,-3 1-6-15,5-1-7 0,-3 0 0 16,1 1-11-16,-2 0-1 0,-2 0-5 0,3-2-3 0,-6-5-3 15,4-1-1-15,-2 2-4 0,-2-4-1 16,1 2-5-16,-2-1 0 0,-1-3-4 0,-1-1-1 16,0-3-1-16,-2 1-4 0,0-3-2 0,-1 0-2 0,1-1 7 15,-4-4-3-15,6 7 15 0,-6-7 22 16,0 0 0-16,0 0-8 0,0 0-4 0,7-20 0 16,-2 2-2-16,0-6 3 0,1-4-13 0,-1 1 12 15,3-4-7-15,2-5 1 0,-1-7 3 0,1 14-7 16,0-6 1-16,3 3-7 0,-4 0 4 0,1 1-6 15,3 5-4-15,-7-1-6 0,4 8 11 0,-4 5-4 16,1-1-7-16,-3 7-3 0,-4 2-7 0,3 1-16 0,-1-1-27 16,-2 6-13-16,0 0-9 0,0 0-17 15,0 0-24-15,14 18-33 0,-12-1-40 0,2 2-42 16,-2 10-206-16,-2-1-462 0,-4-1 204 0</inkml:trace>
  <inkml:trace contextRef="#ctx0" brushRef="#br0" timeOffset="1558.63">13333 3399 52 0,'2'-2'250'0,"-2"2"-12"16,2-10-7-16,-2 10-11 0,0 0-10 0,0 0-15 16,-6-12-8-16,6 12-14 0,-7-3-19 0,7 3-15 15,0 0-12-15,-14 3-9 0,4 2-5 0,1 3-9 16,-3 3-10-16,-1 1-16 0,-1 1 4 0,3 2-10 15,2-2-5-15,0 3-6 0,4-1-3 0,-1 0-12 16,1-4-2-16,5 0 1 0,-2-1-8 0,7 5-2 16,-3-4-16-16,4 0-20 0,-1 1-22 0,6 0-33 15,0 0-44-15,3 0-41 0,2-2-48 16,2-2-61-16,-3 1-166 0,4-5-448 0,0-1 198 0</inkml:trace>
  <inkml:trace contextRef="#ctx0" brushRef="#br0" timeOffset="1805.91">13827 3414 216 0,'0'0'234'0,"-9"-4"-16"16,2 1-12-16,7 3-10 0,-22 3-2 16,4 1-6-16,1 2-4 0,-8 4 1 0,-2 2-10 15,8-1-15-15,2 0-8 0,-6 3-12 0,10-3-12 16,-1 1-7-16,3-2-10 0,4-1-16 0,0 2-7 0,3 0-5 15,1 0-10-15,1 0-5 0,4-2-22 0,1 1 12 16,-1 0-8-16,4 0 2 0,6-2-2 0,-1 1-13 16,3 1-27-16,4-3-29 0,2-2-40 0,7 2-38 15,-7-1-39-15,9-1-59 0,-8-2-55 16,1-1-211-16,-4-2-498 0,0-2 220 0</inkml:trace>
  <inkml:trace contextRef="#ctx0" brushRef="#br0" timeOffset="2464.41">14409 3475 171 0,'0'0'183'0,"-16"-16"-9"16,16 16-6-16,0 0-12 0,0 0-10 0,0 0-5 16,0 0-12-16,0 0-13 0,0 0-6 0,12-4 16 15,3 1-3-15,6 0-10 0,8-1-3 0,4-2-9 16,1 2-6-16,1-1-11 0,1 3-3 0,-2-5-9 15,-3 2-2-15,-3 3-6 0,-6-1 0 0,-2 1 1 16,-8-1 4-16,1 2 1 0,-3 0 3 0,-4 0 2 16,1 0-1-16,-7 1 0 0,10-1-7 0,-10 1 1 15,0 0-17-15,8-2 10 0,-8 2-4 0,0 0-18 16,0 0-8-16,0 0-22 0,0 0-26 0,0 0-42 16,-21-7-41-16,21 7-46 0,-13 3-50 0,13-3-42 15,-12 7-216-15,1-3-493 0,5 1 218 0</inkml:trace>
  <inkml:trace contextRef="#ctx0" brushRef="#br0" timeOffset="3085.43">15324 3107 86 0,'-10'-3'216'0,"7"0"-21"0,3 3-22 0,0 0-20 16,0 0-11-16,0 0-15 0,14-12-11 0,2 8-12 15,5 1-11-15,8 0-10 0,3-2-10 0,0 3-4 16,0-4-14-16,2 3-12 0,-5 0-16 16,-9 0-17-16,-2 1-21 0,-4 0-17 0,-3 1-17 0,-1-2-12 15,1 1-2-15,-11 2 6 0,11-3 0 0,-11 3 0 16,5-1 0-16,-5 1 11 0,0 0-4 0,0 0 9 15,0 0 11-15,0 0 13 0,-13-13 8 0,13 13 13 16,-9-3 11-16,9 3 6 0,0 0 9 0,-10-4-3 16,10 4 2-16,0 0-2 0,-8-2-6 15,8 2 1-15,0 0-8 0,0 0 7 0,0 0-6 0,-9 7 15 16,4-2-7-16,3 3 11 0,-1 3 10 0,-1 0 9 16,1 8-2-16,-2-2 4 0,1 1-6 15,2 2-4-15,-2 0-5 0,2-1 0 0,0 0-6 0,1 6 1 16,0-7-2-16,-1 1-3 0,0 1 0 0,3-5-2 15,-1 1-5-15,1 1 1 0,-1-1-8 16,0-6 5-16,0 2-2 0,-1-2-6 0,2-1 7 16,-1 1-9-16,0-3-1 0,0-7-5 0,0 11 4 0,0-11-2 15,0 9-2-15,0-9 2 0,0 0 1 0,-1 9-4 16,1-9 4-16,0 0-1 0,0 0-3 16,-4 5-1-16,4-5 3 0,0 0-2 0,-14 1-1 15,7-1-2-15,7 0-4 0,0 0 3 0,-18-2-3 16,18 2 1-16,-9 1-2 0,9-1 3 0,-10 0-3 15,10 0 3-15,-8 1-6 0,8-1 2 0,0 0-3 16,0 0 0-16,0 0-1 0,-10 0 2 0,10 0 1 0,0 0-1 16,0 0-1-16,0 0 2 0,0 0 2 15,0 0 3-15,0 0-10 0,30 9-7 0,-17-7-10 16,9 0-29-16,-2-2-22 0,12 4-19 0,-1-3-39 16,3-2-15-16,0 1-15 0,-4-2-9 0,1 2-102 15,2-3-295-15,-5 0 131 0</inkml:trace>
  <inkml:trace contextRef="#ctx0" brushRef="#br0" timeOffset="3296.39">16074 3363 155 0,'4'-8'163'0,"-4"8"-8"15,0 0-5-15,-4-11-2 0,4 11-2 0,0 0-5 16,0 0-8-16,-7-8-7 0,7 8-16 0,-10-2-6 16,10 2-7-16,-14 5 1 0,4 0-10 0,-1 0 4 15,0 2-12-15,2 0-5 0,-2 5-4 0,2-2-5 16,1 0-5-16,1-1-3 0,2 2-9 0,2-1-3 15,0 2-6-15,3-2-3 0,2 2-1 0,2-2-1 16,1 0-6-16,2 2-22 0,5-2-13 0,-2-1-33 16,3-2-19-16,2 1-36 0,4 0-36 0,2-3-33 15,-5 0-20-15,5-1-138 0,-1-2-347 0,-2-2 153 16</inkml:trace>
  <inkml:trace contextRef="#ctx0" brushRef="#br0" timeOffset="3540.94">16404 3239 177 0,'2'-10'219'0,"-1"-2"7"0,1 5 3 0,-1 1 6 16,-1 6-9-16,3-11-12 0,-3 11-18 0,0 0-15 15,0-8-20-15,0 8-18 0,0 0-30 0,0 0 1 16,0 0-12-16,0 0-5 0,0 0-6 0,-6 29 0 16,5-13-6-16,-1 4-8 0,-5 5-4 15,5 3-4-15,-2-1-5 0,1 0-9 0,2-2-2 0,-3 0-3 16,3-5-21-16,0 0 13 0,-2-1-5 0,2 0-6 15,-1-2-10-15,2 1-12 0,-2 0-34 0,2-3-20 16,-1 3-32-16,-3-6-31 0,4 1-33 0,0-2-41 16,0 1-24-16,-1-3-20 0,-2 1-22 15,1-2-128-15,2-8-406 0,0 0 179 0</inkml:trace>
  <inkml:trace contextRef="#ctx0" brushRef="#br0" timeOffset="3847.36">16456 3127 212 0,'10'-25'211'0,"-2"8"-22"0,-2 4-7 16,0 2-8-16,-1-1-14 0,-2 6-7 0,1 1-21 15,0-1-14-15,-4 6-10 0,9-5-8 0,-4 5-11 16,-5 0-7-16,13 3-1 0,-5 5-8 0,-2 0-6 16,2 2-11-16,-1 0-3 0,-2 8-1 0,-1-1-5 15,-2-1-2-15,-4 2-8 0,-2 2-3 0,-2-5-3 16,-3 3-2-16,-1-4 1 0,-3 1-3 0,2-2-5 15,0-4-2-15,2 1 1 0,1-3-4 0,0 1 1 16,-1-2-3-16,0-1 0 0,4-1-1 0,0 0-3 16,1 1 2-16,4-5-2 0,-9 6-1 0,4-5-3 15,5-1-1-15,0 0-5 0,-5 7 0 0,5-7 2 16,0 0-1-16,1 12-2 0,4-6-6 0,0 1-8 16,4 2-13-16,0-1-28 0,6 4-22 0,2 0-34 15,7 0-39-15,3-1-42 0,0 3-167 0,0-2-386 16,0-2 170-16</inkml:trace>
  <inkml:trace contextRef="#ctx0" brushRef="#br0" timeOffset="4161.6">16969 3305 256 0,'2'-7'274'0,"-2"7"-9"0,3-7-16 15,-3 7-24-15,0-7-20 0,0 7-29 0,0 0-10 16,0 0-25-16,0 0-16 0,0 0-3 0,0 0 7 15,0 0-7-15,0 36 6 0,0-17-13 0,-2 7-6 16,4 0-5-16,-5-1-11 0,2 0-17 0,-2 0 14 16,1 1-5-16,2-7-7 0,-3-1-7 0,2 0-7 15,-2 0 6-15,1-2-18 0,-2-1 1 0,3-3-10 16,1 4 6-16,-2-4-12 0,0-2-4 0,2 3-3 16,-3-4-2-16,3-9-3 0,3 14-15 0,-3-14 19 15,-1 13-4-15,1-13-2 0,2 10 1 0,-2-10-3 16,4 10-1-16,-4-10 0 0,14 9-3 0,-4-6 5 15,11 0 8-15,5-3-25 0,9 0-27 16,17-7-47-16,3 1-44 0,9 2-47 0,-5-3-41 0,5 0-62 16,-4 3-26-16,0-3-8 0,-4 4-157 0,-5-3-491 15,4 0 218-15</inkml:trace>
  <inkml:trace contextRef="#ctx0" brushRef="#br0" timeOffset="8074.34">12859 4979 188 0,'0'0'224'0,"0"0"-11"0,0 0-8 0,0 0-17 16,-3-10-14-16,3 10-9 0,0 0-14 0,10-18-13 15,-3 8-14-15,3-3-11 0,0-1-13 16,3-1-5-16,1-1-4 0,-1 1-13 0,8-3-5 16,-8 2-7-16,0 2-6 0,1-3-3 0,-1 3-5 0,-3-2-5 15,-2 2-3-15,-1 0-6 0,-1-3-5 0,2 0 0 16,-4 1-7-16,-1 3 1 0,1 1 2 0,-2 1-1 16,-2 1 9-16,2 3-9 0,-2 7 2 15,2-12-5-15,-2 12-5 0,-2-9 1 0,2 9-7 16,0 0 6-16,0 0-12 0,-2-8-2 0,2 8-2 0,0 0-4 15,0 0 3-15,0 0-5 0,-15 26 6 16,9-10-4-16,0-1 5 0,-1 0 0 0,3 4-1 16,0-2-6-16,-2-1 3 0,6 2 0 0,3-3-2 0,0 3-7 15,1-3-15-15,1-3-13 0,7 3-28 16,0-2-22-16,1-1-24 0,2-1-48 0,2-3-21 16,1 0-33-16,-1-5-158 0,-2 3-399 0,-2-5 177 0</inkml:trace>
  <inkml:trace contextRef="#ctx0" brushRef="#br0" timeOffset="8225.65">13149 4572 1471 0,'-13'-15'-27'0,"3"2"35"0,1 3 29 16,-1 3-14-16,2-1-16 0,4 2 18 0,-1 2-27 16,1-2-10-16,4 6-12 0,0 0-8 0,0 0-18 15,0 0-12-15,0 0-13 0,0 0-17 0,0 0-108 16,27 17-216-16,-14-13 96 0</inkml:trace>
  <inkml:trace contextRef="#ctx0" brushRef="#br0" timeOffset="8458.62">13560 4466 87 0,'4'-9'220'0,"-4"9"-18"0,0 0-17 15,0-7-21-15,0 7-20 0,0 0-14 0,0 0-15 16,0 0-8-16,0 0-11 0,-11 19 8 0,2 4 18 15,1 3 1-15,-6 7-7 0,0 11-6 0,-2 0-10 16,5-10-6-16,-2-1-10 0,8 2-6 0,1-2-9 16,2 2-4-16,-1-1-11 0,3-5-3 0,0-2-1 15,3-1-4-15,-1 0-6 0,2-1-3 0,0-6-6 16,1 0-20-16,0 0-26 0,0-4-43 0,-1 2-25 16,0 2-37-16,1-8-46 0,-3 0-38 0,2 0-162 15,-2-3-395-15,-2-8 176 0</inkml:trace>
  <inkml:trace contextRef="#ctx0" brushRef="#br0" timeOffset="8606.66">13409 4869 35 0,'0'0'162'0,"8"-3"-23"0,0 0-17 0,1 1-19 15,7 0-25-15,1-4-35 0,10 3-37 0,1-3-29 16,5 3-89-16,-3-4-119 0,5 0 53 0</inkml:trace>
  <inkml:trace contextRef="#ctx0" brushRef="#br0" timeOffset="9096.34">14087 4498 209 0,'6'-9'197'0,"4"4"-19"16,-1 2-19-16,3-3-15 0,6 1-15 0,2 0-11 15,-1 4-14-15,9-6-10 0,-8 5-13 0,1 0-9 16,0 1-17-16,-2-1-21 0,-6 0-21 0,-3 1-26 16,3 1-18-16,-4 1-3 0,-2-2-1 0,-7 1-23 15,11 0 7-15,-11 0 0 0,0 0 4 0,9 1 9 16,-9-1 2-16,0 0 5 0,0 0 13 0,0 0 4 16,0 0 5-16,-24 5 22 0,24-5 7 0,-16 0-1 15,7 2 1-15,9-2 0 0,-10 5 8 0,7 0-19 16,-1 2 23-16,0 5 9 0,-1 6 7 0,-1 7 11 15,2 3 8-15,-2-1 10 0,2 4-4 0,-2-4 2 16,5 3-7-16,-1-2-2 0,2-1-2 0,0-2-8 16,1-1-1-16,-1-5-5 0,2-2-9 0,0 1-3 15,-2-4 0-15,4 1-4 0,-4 0-1 0,3-4-6 16,-6 1 1-16,3-3-5 0,0 1 5 0,0-10-8 16,-2 11 0-16,0-4-2 0,-2-2 0 0,-1-2-5 15,-3 0-4-15,0-1-3 0,-3-2 0 0,0 0-1 16,-3-2-2-16,1-1 1 0,1-3 0 0,2 0-3 15,1 1 4-15,-1-2-1 0,1 0 1 0,5 4 3 16,4 3-1-16,-9-5 1 0,9 5-2 0,-4-5 1 16,4 5-4-16,0 0-3 0,0 0 2 0,0 0 0 15,0 0-3-15,0 0 3 0,17-4 1 0,-3 5-4 16,0 2 6-16,6-3-9 0,1 1-16 0,9-2-19 16,-3 0-19-16,7 1-27 0,-1 0-37 15,-2-3-14-15,-3 0-22 0,5 2-23 0,-3 0-113 0,-1-1-318 16,0-1 141-16</inkml:trace>
  <inkml:trace contextRef="#ctx0" brushRef="#br0" timeOffset="9292.94">14781 4750 98 0,'1'-7'144'0,"1"1"17"0,-2 0 7 0,0 6-2 16,0-10-3-16,0 10-8 0,-3-7-14 16,3 7-12-16,-8-3-8 0,8 3-9 0,-14 7 5 0,1 3 5 15,-3 2 9-15,3 1 1 0,-3 1-5 0,4 2-8 16,-1-1-10-16,1 0-7 0,2-1-9 0,4 1-8 15,-2-2-10-15,6 2-11 0,2-2-4 0,0 3-1 16,0-4-10-16,2-2-19 0,6 2-18 0,0-3-44 16,3 0-44-16,5-1-47 0,1 2-39 0,4-4-51 15,0 0-194-15,0-2-440 0,8-1 195 0</inkml:trace>
  <inkml:trace contextRef="#ctx0" brushRef="#br0" timeOffset="9465.99">15219 4714 40 0,'0'0'278'0,"4"-4"-31"0,-4 4-25 0,0 0-27 15,4-8-17-15,-4 8-21 0,0 0-12 0,11-2-14 16,-11 2-14-16,17 0-17 0,-5-2-25 16,1 2-33-16,5 0-33 0,-4 2-54 0,4 0-41 15,-5 1-47-15,1 1-146 0,-5 1-302 0,3-1 134 0</inkml:trace>
  <inkml:trace contextRef="#ctx0" brushRef="#br0" timeOffset="9614.27">15339 4810 113 0,'0'0'177'0,"0"0"-30"16,0 0-6-16,-4 5-19 0,4-5-3 0,0 0-12 0,0 0-3 16,9 9-7-16,-2-6-8 0,1-3-10 0,4 1-9 15,2 2-28-15,3-2-31 0,1-1-31 0,2 0-40 16,2 0-34-16,6-2-27 0,-6 0-67 0,2 1-203 15,0-2 91-15</inkml:trace>
  <inkml:trace contextRef="#ctx0" brushRef="#br0" timeOffset="9918.92">15827 4630 90 0,'0'0'141'0,"0"0"-23"0,0 0-6 15,0 0 10-15,0 0 9 0,0 0 8 16,-7 21-4-16,-1-6 1 0,3 2-6 0,-2 0-10 15,2-2-5-15,0 3-7 0,0-1-7 0,3-2 3 0,0-3 0 16,2 0-13-16,2 0-5 0,0 0-3 16,3-1 5-16,0-1 3 0,4-1-5 0,0-1 3 0,3-3-8 15,4 2-7-15,1-6-3 0,0 3-6 16,3-6-4-16,-1 2-2 0,-1-2-8 0,0-2 4 16,-3-1-5-16,3-1 5 0,-7 0 0 0,4-5 5 15,-5-1-1-15,-2-2-8 0,1-3-3 0,-6 2 1 0,0-3-5 16,-3-1-6-16,-5-6-2 0,-3 1-4 15,1 5-6-15,-2-4-4 0,-3 7 4 0,-2 0-9 16,0 1-6-16,-3 4-12 0,1 5-20 0,-12-2-23 16,-2 7-33-16,-3 6-28 0,-8 5-41 0,-11 10-61 15,-5 2-54-15,-2 4-215 0,3 3-516 0,-2-3 229 16</inkml:trace>
  <inkml:trace contextRef="#ctx0" brushRef="#br0" timeOffset="10579.21">11523 5669 5 0,'-4'-13'258'0,"3"3"-3"16,-1-2-10-16,0 5-12 0,1-1-19 0,1 8-19 16,-1-10-19-16,1 10-22 0,-2-9-15 0,2 9-19 15,0 0-14-15,0 0-6 0,0 0-15 0,26 14-4 16,-14 0-6-16,8 5-10 0,-2 4-3 0,2 0-7 0,-2 6-6 15,4 0-1-15,-2 2-5 0,-2-4-5 0,5-2-4 16,-1 2 5-16,-4-2-11 0,0 1 1 16,-4-4-5-16,-1 1 0 0,-4-8-3 0,3-1-3 15,-1 0-4-15,-5-4 3 0,0 0-3 0,2-1 0 16,-2 1-3-16,-1-4 1 0,-3-1-1 0,3 0 4 0,-1 0 10 16,-4-5 25-16,4 4 15 0,-4-4 5 15,0 0-8-15,0 0-2 0,12-15-10 0,-8 3-4 16,5-5-8-16,1-7-1 0,1-2-4 0,-1-1-4 15,1-2-1-15,0 0 0 0,1-2-5 0,1-2 1 0,-3 3-11 16,-2 0-2-16,2 0 0 0,-1 2-1 0,0 3-9 16,-3 7 8-16,-2 0-2 0,0 7 0 0,0-1-6 15,-1 3-13-15,-2 1-22 0,1 1-37 16,-2 7-45-16,3-10-49 0,-3 10-16 0,0 0-6 16,0 0-22-16,0 0-24 0,14 26-210 0,-18-9-480 0,4 8 213 15</inkml:trace>
  <inkml:trace contextRef="#ctx0" brushRef="#br0" timeOffset="10927.42">12226 5970 231 0,'0'0'213'0,"6"3"-24"0,-6-3-17 0,0 0-20 15,2 8-14-15,-2-8-10 0,2 8-6 0,-2-8-7 16,0 13-4-16,3-4-7 0,-3 2-9 0,2-1-4 0,1 2-7 15,1 0-4-15,1-1-2 0,1-1-2 0,-2 0-11 16,3 0 1-16,1-3-5 0,2 0-1 0,-1 0-8 16,3-2 0-16,-3 0 5 0,1-4-7 0,2 3-3 15,-2-3-2-15,0-1 0 0,0-2 2 16,0-1-1-16,0-3 0 0,5-3-1 0,-6 0 2 0,2-4-2 16,-4-1 6-16,0-3-3 0,-4 1-3 15,1-4 1-15,-4 4 0 0,-3-4-7 0,1 3-4 16,-4 0-7-16,-1 0 0 0,0 0-4 0,-2 5-2 0,1 2-4 15,-2 0-4-15,1 3 3 0,1 1-5 0,-1 0 1 16,-1 3-14-16,1 2-5 0,-3 1-14 0,1 2-22 16,-1 3-26-16,-2 0-22 0,3 8-38 0,-1-2-44 15,3-1-34-15,3 5-56 0,1-5-163 0,5 3-459 16,0-3 203-16</inkml:trace>
  <inkml:trace contextRef="#ctx0" brushRef="#br0" timeOffset="11095.29">12935 5923 208 0,'13'-2'201'0,"-1"0"-19"0,1 0-16 0,1-1-22 16,-1 2-12-16,1-1-17 0,-2 2-13 0,1 0-37 16,3 2-34-16,-3-1-27 0,1 3-45 0,-3 1-24 15,-1 0-27-15,0 1-100 0,-6 0-208 0,-1-1 92 16</inkml:trace>
  <inkml:trace contextRef="#ctx0" brushRef="#br0" timeOffset="11226.19">13023 6063 125 0,'-6'5'190'15,"6"-5"-13"-15,0 0-21 0,-3 5-7 0,3-5-12 16,0 0-16-16,0 0-8 0,0 0-11 0,0 0-11 16,0 0-5-16,13 10-10 0,-2-7-18 0,8 0-39 15,1-1-41-15,12-4-49 0,-1 2-64 0,1-4-94 16,-1 1-248-16,5-1 110 0</inkml:trace>
  <inkml:trace contextRef="#ctx0" brushRef="#br0" timeOffset="11608.26">13760 5667 199 0,'-2'-7'279'0,"2"7"-10"0,-2-10-15 0,2 10-20 16,0-9-22-16,0 9-25 0,0 0-20 0,0 0-20 15,0 0-10-15,0 0-10 0,0 0-9 0,19 26-10 16,-5-4-7-16,-5-4 1 0,4 9-9 0,3 0-9 16,-3-2-5-16,1 3-9 0,-1-2-5 0,3-2-4 15,-3-1-5-15,-6-4-7 0,7-2 2 0,-7-2-7 16,1-2-5-16,0-3-5 0,1 5 1 0,-3-7-10 16,-1 1 1-16,-1 0 1 0,1-5-7 0,0 3 2 15,-5-7 0-15,4 7 1 0,-4-7 9 0,4 5 22 16,-4-5 15-16,0 0 12 0,0 0 1 0,0 0-10 15,0 0-6-15,13-14-10 0,-8 4-7 0,0-2-4 16,-1-4 1-16,1-2-1 0,1 0-6 0,1-8-6 16,0 0 0-16,2-2-9 0,-2 2-4 0,4-1-2 15,-2 1 2-15,-1 8-8 0,-1-8-2 0,1 10 0 16,-2 0-3-16,0 5 1 0,-3 2 7 16,3-1-29-16,-4 5-7 0,1-1-25 0,-3 6-42 0,3-10-40 15,-3 10-27-15,0 0-28 0,0 0-26 0,0 0-33 16,11 12-28-16,-9-2-256 0,0 1-571 0,-4 6 253 15</inkml:trace>
  <inkml:trace contextRef="#ctx0" brushRef="#br0" timeOffset="11881.21">14405 5946 122 0,'0'0'275'0,"0"0"-5"0,0 0-3 0,0 0-3 15,0 0-20-15,0 0-14 0,-10-12-12 0,10 12-25 16,-9-2-15-16,9 2-17 0,-11 0-20 0,11 0-8 16,-13 5-2-16,6-1-15 0,-2 1-9 0,1 2-2 15,-2 3-5-15,3 0-8 0,-6 3-3 0,4 0-9 16,-2-1-9-16,6-1-5 0,-1 5 1 0,1 2-9 16,3-1-13-16,-1-5 11 0,3 0 9 0,3 0-26 15,0 0-2-15,5 4-14 0,1-3-13 0,2-2-23 16,1-2-38-16,1 0-27 0,3 1-46 0,-1-2-42 0,3-1-40 15,0-1-36-15,4-4-52 0,-1 0-187 16,9-2-519-16,-3-2 230 0</inkml:trace>
  <inkml:trace contextRef="#ctx0" brushRef="#br0" timeOffset="12091.97">14874 5940 77 0,'-2'-6'275'0,"2"6"-17"16,-9-11-13-16,2 9-10 0,-4-1-3 0,-4 6 3 15,-6 0 6-15,-6 4-5 0,0 3-18 0,-1 2-12 16,1 2-25-16,4 2 9 0,0 1-12 0,0-2-14 0,8 4-13 16,1-4-20-16,6-1-7 0,1 1-13 0,5 0-12 15,1-4-10-15,2 3-7 0,5 2-14 16,3-1-2-16,7-5-28 0,6 6-32 0,-1-6-60 16,7-2-31-16,0 1-37 0,0-2-53 0,0-3-57 15,1 1-52-15,-9-2-247 0,-4-2-575 0,-5-1 254 0</inkml:trace>
  <inkml:trace contextRef="#ctx0" brushRef="#br0" timeOffset="12604.99">10983 5492 139 0,'-16'-14'209'16,"6"0"4"-16,0 3 5 0,2 4-12 0,3 3-18 15,1-2-21-15,4 6-20 0,-6-5-16 0,6 5-13 16,0 0-10-16,4 26-8 0,2 3-7 0,6 19-3 15,3 10 3-15,10 26-2 0,-4-3-9 0,3 0-1 16,-5-2-7-16,-4-20-4 0,6 26-4 0,-2-5-4 16,-7-26-6-16,-2 5-6 0,0-3-3 0,1-3-1 15,-2-1-7-15,-6-3-3 0,0-4 0 0,0-9-6 16,-2-1 2-16,1-1-5 0,1-3-5 0,-1-4-2 16,-3 0-17-16,1-7-25 0,0-2-35 0,0-1-36 15,1-6-43-15,1 0-39 0,1-5-20 0,-1-1-36 16,-2-5-150-16,0 0-411 0,0 0 182 0</inkml:trace>
  <inkml:trace contextRef="#ctx0" brushRef="#br0" timeOffset="13456.64">11027 5466 205 0,'-7'-5'184'0,"3"0"-17"16,0 2-20-16,4 3-14 0,0 0-12 0,0 0-9 16,21-10-13-16,11 8 1 0,20-3-3 0,10 0-4 0,38-5-4 15,7 0-3-15,6 5-7 0,7-6-4 16,0 0-1-16,11 1-6 0,3-1-5 0,-4 4-6 16,4-3-3-16,-1 6-9 0,-1-2 0 0,1 2-7 15,-2 0-1-15,5 3-6 0,-6 1-2 0,6 1-4 0,0 2 0 16,8-6-2-16,-1 6-2 0,-1-9-8 15,-7 8 0-15,-10 0-12 0,-3-2 1 0,-10 0-4 16,-8 0-3-16,-5-1 2 0,-12 2-5 0,3-2-1 16,-30-3 1-16,-1 5 1 0,-2-3-4 0,-19 0 2 15,15 4-4-15,-19-4 0 0,2 2 1 0,-9 0-1 0,-6 0 3 16,1 0-1-16,-5 0 8 0,-3 0-5 16,-4 0-1-16,-2 0 1 0,-1 2-2 0,-7-2-2 15,13 1 3-15,-13-1 3 0,9 1-2 0,-9-1 2 16,9 3 2-16,-9-3-2 0,4 4-1 0,-4-4 6 15,4 5-2-15,-4-5 2 0,2 9 6 0,-2-9-2 0,3 9 3 16,-2-3 3-16,-1 2-2 0,2 5 12 0,-2 1-3 16,6 3 0-16,-4 2 1 0,1-1-3 15,1 6 2-15,2 1-2 0,-2 3 1 0,1-3-1 16,-1-1-2-16,4 2 0 0,-2 3 7 0,2 3 6 0,-2-3-3 16,-1 1 3-16,4 3 3 0,0 1 4 15,-1-2-3-15,-2 4 1 0,3 9-1 0,-2 1-2 0,-1-2-1 16,-1-8-1-16,3 13 4 0,-2-15-5 0,5 12 2 15,-5-12-2-15,-1 0-2 0,1-2-3 16,-1 0 0-16,2 0-3 0,-5-4-1 0,1 0-1 0,-1-3-1 16,1 1-1-16,-2-5 2 0,-1-3-3 0,2 1-2 15,-3-3-1-15,1-4 4 0,0 1-5 0,0 0 1 16,-2-1 0-16,-1 0-2 0,-1 0-1 0,-2-2 4 16,-3 0-2-16,3 0-1 0,-3-2-2 0,0 2-3 15,-4 0 4-15,-1-1 0 0,-2 0-3 0,-3-4 4 16,2 1 1-16,-4 1-2 0,1-3-1 0,-7 2-1 15,-4-1-2-15,-3-1 2 0,-4-1-1 0,0 0-2 16,-19 1 0-16,-5-1-4 0,-1 0-3 16,-27 1 6-16,29-2-5 0,-29 5 2 0,26-4-2 0,-28 4 2 15,-3-2 1-15,3-1-1 0,-3 3-5 0,-5-1 10 16,-1 0-4-16,3 1 0 0,0 0 2 0,-9-6 0 16,1 2 3-16,-2-1 3 0,-2 5-1 0,0-2 10 15,-5-1-1-15,1 3 2 0,-6-1 4 0,0 4 7 16,3 0 4-16,-2 0 5 0,-3-1-2 0,-3 4 4 15,2-2-3-15,5 4 4 0,-9 1-3 0,11-3 4 16,2-3-5-16,5 2-4 0,7-1 5 0,9-1-8 16,26-4 2-16,6-4 0 0,7-1-4 0,16-1-6 15,5 0 0-15,3 1-2 0,15-3-11 0,-4 0-18 16,7 0-34-16,5 0-39 0,7 2-52 0,-8-11-53 16,8 11-41-16,15-21-46 0,-2 10-180 0,14-11-493 15,1 0 219-15</inkml:trace>
  <inkml:trace contextRef="#ctx0" brushRef="#br0" timeOffset="21354.46">12096 7314 78 0,'-5'-12'178'0,"0"1"5"0,1-2 10 0,1 6-9 16,-1-3-11-16,2 5-5 0,2-1-15 0,0 6-13 0,-4-11-11 15,4 11-16-15,-4-7-13 0,4 7-14 16,0 0-11-16,0 0-7 0,0 0-10 0,0 0 0 15,0 0-9-15,16 18-6 0,-5-7-2 0,0 5-6 16,6 4-2-16,1 2 0 0,0 0-5 0,-3-2-2 0,4 2-3 16,-2-1-3-16,-3-1-3 0,-2-3 4 0,3-3-5 15,-4 1-2-15,-2 0-3 0,0-3-2 0,-1 0 2 16,0-2-3-16,-2-1 1 0,4 1 0 16,-1-4-1-16,-3 3 2 0,-4-3-1 0,3-4-1 15,1 4-2-15,-2-3-1 0,-4-3 5 0,6 6 12 0,-6-6 12 16,0 0 9-16,7 1 4 0,-7-1-8 15,6-12-8-15,-3 4-2 0,6-7 0 0,-4-2-2 0,1-2-8 16,1-8 1-16,4 0-2 0,-6-5-4 0,3-1-5 16,-1 0 4-16,0-2 4 0,0 3-11 0,-1 0-3 15,1 2 2-15,-3 4 2 0,4 1 0 0,-6 10-6 16,0 3 2-16,2 1-15 0,-4 4-19 0,2 1-34 16,-2 6-39-16,3-10-26 0,-3 10-2 0,0 0-13 15,0 0-15-15,0 0-3 0,6 25-14 16,-2-7 4-16,-3 0-127 0,1 3-325 0,1 3 143 0</inkml:trace>
  <inkml:trace contextRef="#ctx0" brushRef="#br0" timeOffset="21688.74">12682 7457 30 0,'-2'13'125'0,"2"-13"-2"0,-3 16 1 16,1-6-7-16,-1 1-6 0,1 0-12 0,0 0-7 15,0-1-6-15,2 1-5 0,0 0-5 16,0 2-4-16,0-13-4 0,2 21-11 0,5-11 9 0,-2-1 0 16,1-3-8-16,3 2-1 0,1-3-2 0,1 0 2 15,0-1 0-15,2-2-3 0,-2-1 2 0,8-1-5 16,0-3 1-16,-2-3-4 0,2-1 1 0,-1 0 4 16,1-2-4-16,-4-1 1 0,1-2 3 0,-5 0 4 15,-4 3-1-15,2-4-8 0,-4-2-3 0,-1 0-5 16,-6-2-5-16,-2 2-3 0,-4-2-3 0,-1 2-7 15,-1 0 0-15,-3 2-2 0,-4 0-4 0,-1 4-4 16,1 0 3-16,-2 2-8 0,-1 5 3 0,0 0-7 16,3 4-10-16,0 3-10 0,1-1-21 0,-1 2-22 15,2 3-24-15,5 3-24 0,-2-1-11 0,6 4-40 16,3-2-35-16,1 0-119 0,2 3-339 0,2 1 151 16</inkml:trace>
  <inkml:trace contextRef="#ctx0" brushRef="#br0" timeOffset="22335.69">13457 7338 16 0,'0'0'-3'15,"20"16"-3"-15,-11-9 1 0</inkml:trace>
  <inkml:trace contextRef="#ctx0" brushRef="#br0" timeOffset="22736.76">14362 7407 150 0,'0'0'243'0,"0"-10"-12"15,0 10-19-15,-3-11-5 0,3 11-17 0,-7-12-10 16,4 9-11-16,3 3-9 0,-14-4-16 0,5 0-14 15,2 4-9-15,-4 4-16 0,-1-1-10 0,1 3-10 0,-3 7-10 16,-1-2-5-16,1 4-10 0,4 1-2 16,0 0-10-16,4 1-2 0,-1 1-4 0,4 0-3 15,3-3-8-15,0 1-2 0,2-5-1 0,4 4 0 16,-1-4-8-16,3-1 0 0,5 2-5 0,1-3-2 0,3-2-6 16,-5-2-3-16,6-4-2 0,2 0-1 0,-1-2-4 15,-7-1 5-15,0-1-4 0,2-1 4 0,-2-2-2 16,-2 0 3-16,-1-2-1 0,-2-2 0 15,1 1 6-15,0 0-8 0,-4-2-1 0,2 0 1 0,-5-3 3 16,-1 4 9-16,2-2-4 0,-2 4 3 0,0 8 3 16,0-13 2-16,0 13-1 0,0-12 5 15,0 12-8-15,-2-7-6 0,2 7-1 0,0 0 1 0,0 0-4 16,0 0-2-16,0 0 3 0,0 0 2 0,0 0-4 16,0 28 2-16,2-18-1 0,-2 1-8 0,2 2-16 15,2-1-25-15,0-1-24 0,-1 6-30 0,2-4-41 16,2 2-29-16,-3-6-39 0,1 4-198 0,-2-6-441 15,2 2 195-15</inkml:trace>
  <inkml:trace contextRef="#ctx0" brushRef="#br0" timeOffset="22947.36">14654 7195 2 0,'0'-16'271'16,"0"2"-12"-16,-2 5-9 0,1-1-22 0,0 2-30 15,1 8-18-15,-1-7-24 0,1 7-12 0,0 0-17 16,0 0-5-16,0 29-11 0,0-2-6 0,1 8-4 16,-2 10-13-16,1-1-8 0,1-7-5 0,-1 8-11 15,2-9-16-15,0-1-29 0,0 1-24 0,1-1-31 16,1 0-51-16,-2-2-41 0,2-4-26 0,0-4-26 16,0-5-160-16,-2-5-368 0,0-4 163 0</inkml:trace>
  <inkml:trace contextRef="#ctx0" brushRef="#br0" timeOffset="23296.73">14828 7631 25 0,'6'-11'222'0,"-2"2"-11"0,3-1-13 0,0-1-9 15,0 2-9-15,0-2-6 0,-1-2-1 16,2 4-10-16,-1-1-12 0,0 1-7 0,0-2-15 16,-1 0-10-16,1 1-7 0,3-4-5 0,-4 3-14 15,1-1-3-15,0 0-5 0,-1-3-4 0,1 4-7 0,-5 0-1 16,1 0 5-16,1 2-1 0,-4 0-7 0,2 1 6 15,-2 8-21-15,0-11-5 0,0 11-6 16,-2-9-3-16,2 9-10 0,0 0-7 0,-3-8-5 16,3 8-2-16,0 0 12 0,0 0-15 0,-14 12 1 0,9-3-4 15,-2 1 1-15,4 3-5 0,-1-1-2 0,0 0-4 16,4-1-1-16,0 2 1 0,5 3-3 0,1-2 0 16,-4 3-1-16,5-3 2 0,0 1-1 15,2-1 0-15,-5-3 2 0,2 0-1 0,-1 0 0 0,2 4-1 16,-1-4 0-16,-3-1-1 0,2 2 4 0,-4-3-2 15,-1 4 1-15,1-2-2 0,-2 0 6 0,0 0-9 16,-4 0-17-16,0 0-7 0,-2-4-21 0,1 3-21 16,-1-3-24-16,0 1-21 0,2-2-27 0,5-6-36 15,-12 7-31-15,7-1-213 0,5-6-456 0,-11 3 202 16</inkml:trace>
  <inkml:trace contextRef="#ctx0" brushRef="#br0" timeOffset="23552.38">15124 7553 98 0,'0'0'204'0,"6"-4"-22"0,-6 4-14 0,8-4-9 0,-8 4-5 15,15-3-10-15,-9 3-6 0,-6 0-3 0,16-4-6 16,-8 2-9-16,1-1-2 0,1 1-8 0,1-4-9 16,-1 3-6-16,1-1-4 0,-3-1-4 0,1-1-1 15,-3 3 4-15,0-1 1 0,-2-1 0 16,-4 5-5-16,4-9-13 0,-2 2-3 0,-2 7-9 0,0 0-5 15,-6-12-10-15,2 6-2 0,4 6-10 0,-14-4-4 16,3 1-4-16,0 3-12 0,-1 1-13 0,-1 1-19 16,1 5-18-16,-1-3-28 0,1 4-31 0,2 2-41 15,3-1-50-15,2 1-54 0,-2 1-154 0,7-11-425 16,-4 17 189-16</inkml:trace>
  <inkml:trace contextRef="#ctx0" brushRef="#br0" timeOffset="28286.3">13261 7390 92 0,'0'0'142'0,"1"-13"-2"0,-1 13 6 0,2-10-2 16,-2 10-6-16,-2-13-10 0,2 13-8 0,-6-7-5 16,6 7-8-16,0-6-8 0,0 6-6 0,-6-6-14 15,6 6-6-15,0 0-14 0,0 0-5 0,0 0-6 16,0 0-3-16,-20 14-3 0,13-6-8 0,2 5-3 16,-5 2-3-16,3 3 1 0,-3 1-5 0,2-3-4 15,3 1 1-15,-1 2-1 0,1 0-6 0,0-2 0 16,3 2-2-16,2-3 3 0,0 3 1 0,4-2-7 15,1-1-6-15,2 2-14 0,0-2-8 0,1-5-18 0,6 2-30 16,-3-3-15-16,5-1-12 0,0 0-14 0,2-4-13 16,-1-3-8-16,2 1-17 0,1-3-78 15,0-1-241-15,-2-3 106 0</inkml:trace>
  <inkml:trace contextRef="#ctx0" brushRef="#br0" timeOffset="28611.41">13513 7582 8 0,'9'-17'68'0,"1"2"-8"0,-2 0-6 0,-6-1 23 0,0 3 13 16,-2 2-5-16,0 1 10 0,-2-2 3 0,0 3 4 15,0 0 2-15,0 2 1 0,2 7-10 16,-10-7-8-16,6 4-9 0,4 3-8 0,-11-1-9 0,11 1-4 16,-21 8-5-16,10-1-1 0,0 2 3 0,0 0-12 15,2 4-7-15,-1-1-2 0,4-3-3 16,-1 2 2-16,3-1-6 0,2 0-3 0,0 0-2 16,2 2 4-16,0-5-7 0,4 1-6 0,-4-1-2 0,4-3 8 15,1 3-2-15,3-2-2 0,-2 0 0 0,2-2-1 16,-1-3 0-16,2 2-5 0,-9-2 4 0,16-4-2 15,-6 0-1-15,-1-1-1 0,-1 0 1 0,-2 0 5 16,1-3 2-16,-1-1 3 0,2 1-1 0,-4-1 3 16,0 0 3-16,1 1-3 0,-1-1 1 0,-4 9 12 15,4-8 4-15,-3 1-2 0,-1 7-6 0,4-8-7 16,-4 8-8-16,0 0 3 0,0 0-7 0,0 0 0 16,0 0-2-16,0 0-1 0,5 21 3 0,-5-10-15 15,0 2-20-15,0 4-26 0,0 3-35 0,3-2-35 16,-3-2-27-16,2 2-46 0,-2-1-104 0,2 0-321 15,0-6 142-15</inkml:trace>
  <inkml:trace contextRef="#ctx0" brushRef="#br0" timeOffset="28802.03">13710 7527 153 0,'4'-7'178'0,"-4"1"-7"16,0 6-20-16,1-10-2 0,-1 10-19 0,4-7-21 15,-4 7-5-15,0 0-11 0,7-2-9 0,-7 2-14 16,0 0 3-16,11 6-8 0,-6-1-3 0,1 3-10 0,2-3-4 16,-2 4-2-16,1 1-8 0,-1 3-35 0,-1-3-37 15,0 3-39-15,1 3-47 0,-3 1-139 16,1-2-280-16,0-5 123 0</inkml:trace>
  <inkml:trace contextRef="#ctx0" brushRef="#br0" timeOffset="32622.34">15950 7113 92 0,'-1'-5'205'0,"1"5"-15"0,-4-9-8 15,4 9-26-15,-3-9-23 0,3 9-7 0,0 0-17 16,0 0-10-16,0 0-10 0,0 0-7 0,0 0-5 15,-1 23-4-15,4-5-11 0,-1 7 1 0,-3 2-11 16,3-1 1-16,-3 1-8 0,2-2-2 0,1-5-9 16,-1-2 0-16,0 0-5 0,2-2 3 0,-2 1-3 15,0-6-7-15,1-1 2 0,-1 0-1 0,0-1-3 16,-1-3-1-16,0-6-2 0,2 10 10 0,-2-10 9 16,1 8 7-16,-1-8 2 0,0 0 10 0,1 8 0 15,-1-8 1-15,0 0 2 0,0 0-3 0,0 0-3 16,0 0-6-16,0 0-7 0,0 0-1 0,0 0-4 15,0 0-4-15,0 0-6 0,14-20-3 0,-9 14-1 0,3 1-5 16,1-1-2-16,0 1-5 0,1 1 2 0,-1 1-3 16,5 1 1-16,-2 1-4 0,0 2 1 0,-3 2-3 15,3 1-1-15,-1 3-3 0,-1-1 4 16,-2 3-4-16,0 0-1 0,-1 1-1 0,-3-1-3 0,0 2-3 16,-1-1 2-16,-2 2-9 0,-4-3-3 0,-2 3-7 15,0-1 3-15,-4-1-12 0,2 0 2 0,-1-3 0 16,0 0 5-16,-1-3-3 0,4 0 7 15,-2-3 5-15,0 1 2 0,7-2 2 0,-14 0 1 0,14 0 3 16,-10-3 0-16,10 3 0 0,-9-6 4 16,9 6-1-16,-4-10 0 0,4 10 0 0,-4-6 3 0,4 6-4 15,0 0 5-15,0 0-2 0,9-12 0 0,-5 8-1 16,4 2 4-16,4-3-2 0,-3 3 1 16,3 0-3-16,2-1 6 0,4-2 1 0,0 0 2 0,-3 2-5 15,4-2 0-15,2 1 5 0,-5 0-6 16,3-3 4-16,-2 2 0 0,1-1 1 0,-3-2 0 0,-2 1-2 15,1 0 2-15,-2 0-3 0,-2-1 8 16,-4-1-1-16,2 1 5 0,-2-3 7 0,-1 4 6 0,-2-3 7 16,-2 1-3-16,-1-1 7 0,0 10 10 0,-5-15-2 15,3 10 3-15,-5 0-8 0,1-2-5 0,-3 4-3 16,2 0-4-16,0 2-6 0,7 1 1 0,-21 3-4 16,9 1-4-16,3 5 0 0,0-1 1 0,-4 6 2 15,5 1-13-15,3 0-12 0,0-1-15 0,5 2-23 16,1-3-29-16,4 1-31 0,4 1-27 0,7-2-33 15,2-1-42-15,5 1-154 0,5-4-394 0,2-4 175 16</inkml:trace>
  <inkml:trace contextRef="#ctx0" brushRef="#br0" timeOffset="33725.41">17273 7293 99 0,'0'-11'227'0,"-2"3"-8"15,2 8-10-15,-3-13-10 0,-1 7-19 0,-1 1-8 16,1 0-21-16,4 5-11 0,-13-3-19 0,13 3-11 15,-16 8-8-15,3 0-9 0,-3 5-5 0,4 2-8 16,0 1-7-16,1 0-7 0,2 2-6 0,2 0-5 16,1-2-9-16,2 1-1 0,4 1-10 15,1-1 1-15,6 0-10 0,-1-2-8 0,2-5-11 0,6 2-9 16,-1-1-6-16,6-3-14 0,-1 0-5 0,2-4-6 16,-1-1-4-16,4 0-6 0,-1-3 2 0,-2-4-3 15,0 0-1-15,-1-1 7 0,-3 0 6 0,2-4-3 16,0-1 5-16,-5 1 5 0,0-3 6 0,-3-1 1 15,-1-2 0-15,-1 1 9 0,-3-2 8 0,1 0 9 16,-2 5 4-16,-2-2 4 0,0 3 18 0,-1 0 10 16,0 2 4-16,1 2-1 0,-2 6-7 0,1-8-7 15,-1 8-4-15,0 0-6 0,0 0-4 0,0 0 1 16,0 0-3-16,0 0 2 0,-11 32 1 0,9-21-3 16,-1 1 0-16,3 4-1 0,0 0-3 0,2-3 0 15,-1-1-2-15,3 3 1 0,-2-3-3 0,4-2 4 16,-1-1-4-16,1 1 1 0,2-3 0 0,-1-1 0 15,2-1 1-15,-2-1-4 0,2-3-2 0,-9-1 6 0,14 0-5 16,-5-1-3-16,1-4 0 0,-4 0-1 0,2-1-2 16,-2-2-1-16,2-1 0 0,-3-2 3 15,0-1-4-15,0 1-1 0,-1-2-4 0,-1-2 6 16,2-3-2-16,-1 0 2 0,-1 2-3 0,0-1 2 0,1 1 0 16,0 4-5-16,1 1 0 0,-1 2 4 0,1 2-5 15,-3 1-6-15,-2 6 5 0,7-6 9 0,-7 6-3 16,0 0-2-16,14 7-4 0,-9 1 6 0,4 2-2 15,-3 2 2-15,-2 0 0 0,0 4 3 16,0-1-1-16,2 1 2 0,-2-4-6 0,-3 1 6 0,0-2 4 16,3 0-2-16,-4-1 0 0,2-4-1 0,-1 0 2 15,-1-6 3-15,1 9 9 0,-1-9 7 0,3 6 11 16,-3-6 11-16,0 0-5 0,0 0 3 16,0 0-5-16,0 0 0 0,0 0-5 0,0 0-5 0,0 0-1 15,0 0-1-15,5-19-3 0,-4 12-7 0,3-2-4 16,2 0 5-16,-1-1-6 0,1 1-4 0,3 0 2 15,1 1 1-15,-1 1-6 0,1 1 0 0,-2-1-3 16,0 5 1-16,0 0 0 0,1 0-2 0,3 2-2 16,-3 1 6-16,2 0-3 0,2 3-2 0,-2 0 1 15,3-1-1-15,2 4-3 0,0-1 8 0,2-2-8 16,-4 0 2-16,3-3 3 0,-4 2-2 0,-2 0 1 16,-3-3 0-16,3-2 3 0,-2 0-3 0,2-2 1 15,-4-3 3-15,5 3-2 0,-6-5-1 0,-1 2 2 16,0-2 10-16,-2-3-10 0,1 0 0 0,-2 0 3 15,-1-1 0-15,1 0 2 0,-2 3-5 0,0-3 9 16,1 4 11-16,-1-1 7 0,1 4 9 0,-1 6-13 16,-2-12-8-16,2 12-1 0,0 0-4 0,0-9-8 15,0 9 2-15,0 0 2 0,0 0-3 0,0 0 9 16,2 32-12-16,0-14 2 0,-1-1-8 0,-1 2-17 16,0 1-13-16,1 7-26 0,1-4-26 0,-1-3-45 15,0-3-38-15,4 0-21 0,-1 1-39 0,2-3-198 16,-3-4-462-16,1-2 204 0</inkml:trace>
  <inkml:trace contextRef="#ctx0" brushRef="#br0" timeOffset="33904.25">18291 7314 101 0,'2'-14'208'16,"-2"3"-14"-16,0 1-5 0,0 5-10 0,0 5-16 15,0-9-19-15,0 9-14 0,0 0-16 0,0 0-10 16,0 0-11-16,0 0-10 0,0 0-8 0,-2 34-7 15,1-15-9-15,2 0-7 0,-3-1-8 0,0 1-24 16,2 2-37-16,0-2-44 0,2 0-35 16,-1-2-25-16,-1 0-45 0,0-1-95 0,0-4-281 0,0-1 126 15</inkml:trace>
  <inkml:trace contextRef="#ctx0" brushRef="#br0" timeOffset="34053.61">18199 7132 36 0,'-2'-7'124'16,"0"1"-33"-16,2 6-37 0,0 0-16 15,6-7-15-15,-6 7-25 0,0 0-28 0,15 13-26 16,-6-4-61-16,2 3 28 0</inkml:trace>
  <inkml:trace contextRef="#ctx0" brushRef="#br0" timeOffset="35341.58">18616 7300 107 0,'0'0'204'0,"0"0"-3"0,0 0-10 16,0 0-15-16,0 0-7 0,0 0-8 0,0 0-13 15,-21-5-13-15,21 5-11 0,-16 4-11 0,6 3-10 0,-1-2-12 16,3 4-3-16,-2 0-11 0,3 1-8 16,-2 5-6-16,4-1-6 0,0-2-3 0,2 0-9 15,2-1-6-15,2 1-7 0,2 2 2 0,-1-4-12 16,3 0-5-16,2-2-9 0,-2 2-5 0,2-4-9 15,0-2-4-15,6 0-8 0,-2-2-1 0,1-3-2 0,2-2-1 16,-5 0-3-16,1-5 5 0,0 1 3 0,-2-4 1 16,-3 2-2-16,1-8 1 0,1-1 4 15,-4 1 6-15,1-11 3 0,0 3-3 0,-4-1 2 16,4-2 2-16,-4-2-4 0,-3 2 7 0,5-3 7 0,-2 3 0 16,1 1 8-16,-2 2 5 0,-1 9 7 0,2 5 14 15,2-1 4-15,-2 2 0 0,0 3-6 0,0 7-5 16,0 0-7-16,0 0-4 0,0 0-1 0,0 0-4 15,0 0-1-15,0 49 3 0,-3-17-4 16,3 1-2-16,-1 1 0 0,0-1-2 0,1 2 0 0,0-6 0 16,2 1-2-16,1-2-1 0,5-1 2 0,-1-3-2 15,-2-4-1-15,3-4 0 0,0-2-1 0,2-1 3 16,-3 1 0-16,2-5-4 0,0-1 1 16,0-3 1-16,0-1-2 0,0-2 1 0,1 0 1 0,1-4-1 15,-2-1-1-15,2-4-5 0,-2 1 1 0,4-6 2 16,-2 0-3-16,-3 1-1 0,0-4 1 0,-1 0 1 15,1-1-4-15,-3-3 1 0,-1 1 1 16,-2-1-3-16,1 2 1 0,0-2 1 0,-2 6 0 0,1 1-1 16,0 3 1-16,-1-2 3 0,-1 5-2 0,0 6-3 15,0-9 0-15,0 9-3 0,0 0 0 0,0 0 2 16,0 0-5-16,-22 19 11 0,13-6-10 0,0 3 8 16,2 2-3-16,-1-1 2 0,2 1-1 0,-2-1 5 15,5 0-3-15,1-5 0 0,3 5-1 0,2-6 2 16,-1 1 2-16,2-3-3 0,0 0 1 0,3 0 2 15,2-1 2-15,-1-2-2 0,4-1-3 0,-2-1 7 16,3-3-6-16,1-2 1 0,1-2-1 0,2-2 1 16,-1-1 3-16,2 1 0 0,-4-3-3 0,2-2 2 15,-5 4-1-15,3-6-2 0,-2 1 1 0,-5 1-1 16,3-3 5-16,-2-2-4 0,-1 5-4 0,-1 0 2 16,2 1 0-16,-3 1 0 0,-3 2-1 0,2 1-1 15,-1 1-4-15,-3 4 1 0,0 0-3 0,7-6 5 16,-7 6-3-16,0 0 3 0,8 12-3 0,-5-5 4 15,-2 2 0-15,0-2 2 0,0 5-4 0,2-1 1 16,0-1 0-16,0 0 6 0,0 1-6 0,1 0 9 16,1-1-6-16,2-1 3 0,0-3-3 0,-2-1 11 15,3 1-6-15,3-3-1 0,1 1 0 0,-1-3 1 16,3-1-3-16,-1-1 3 0,1-3 1 0,2-3-3 16,-4 3 0-16,4-3 1 0,0-1 2 0,-2-1-2 15,-4 2-3-15,2-4 3 0,-4 2 0 0,-1-1 1 16,-5 1-3-16,4-2 1 0,-1-1-1 0,-2 2-3 0,0 0 0 15,0 2 4-15,-3 1 5 0,0 7 7 16,-1-11-4-16,1 11 0 0,0-9-2 0,0 9-3 16,0 0-4-16,0 0 2 0,0 0-1 0,-21 10 2 15,14 0-3-15,2-1 1 0,-2 1-1 0,2 2-11 16,-1-2-21-16,3 4-19 0,-1-1-11 0,6-1-6 0,-1-1-21 16,1 0-24-16,5-1-19 0,2-3-14 15,1 0-11-15,3-2-6 0,5 0 6 0,11-1-4 16,-2-1 12-16,5-5 1 0,-3 0 10 0,-1-3 18 15,-9 1 22-15,-1-1 25 0,1-1 21 0,-4-1 37 0,0-2 20 16,-6 3 11-16,-1-2 19 0,-2-1 7 0,-1 0 9 16,-1-1 12-16,-2 0 20 0,-3 0 10 15,1 1-2-15,0 9 9 0,-3-14 10 0,2 8 9 16,1 6-2-16,-6-9-9 0,1 6-10 0,5 3-12 16,-10-4-11-16,10 4-2 0,-17 3-9 0,8 2-5 0,-1 0-5 15,-2 4-2-15,6-1-7 0,-3 1-1 0,2 1-7 16,-1 0-1-16,3 2-4 0,2 1-5 15,0-4-3-15,2 2-1 0,1-3-2 0,0-1-4 16,3 3 1-16,-2-4-1 0,3 0-5 0,0 0-1 0,2-2-3 16,-2 0 1-16,5-4-5 0,-9 0 2 0,13-3-8 15,-3 0-1-15,-5-2 0 0,3-4 2 0,-1 1-5 16,1-3-1-16,1-4 1 0,-3-2 0 0,-2-1-1 16,-1-3 2-16,2-2-3 0,-5-5 4 15,1 0 0-15,0 1-4 0,-1-3 2 0,-1 4 0 0,2-3 0 16,-1 0 1-16,1 1-1 0,-1 4 9 0,-1 5 10 15,0 4 9-15,1 3 5 0,1 3-3 0,-2 3-3 16,1 6-8-16,-1-9-6 0,1 9 5 0,0 0-1 16,0 0-1-16,-2 33-3 0,-1-14-1 0,3 10 9 15,-3 2-8-15,1 2-1 0,0 2 1 0,1-2-3 16,0-4-6-16,3 3-21 0,2-1-21 0,2-6-36 16,1 1-44-16,2 1-47 0,9-2 0 15,4-6-1-15,4-1-31 0,5-7-171 0,0-2-402 0,7-2 179 16</inkml:trace>
  <inkml:trace contextRef="#ctx0" brushRef="#br0" timeOffset="35888.15">20267 7280 141 0,'1'-9'260'0,"1"3"0"0,-2 6-9 0,-4-11-23 16,4 11-20-16,-5-7-20 0,5 7-14 0,-13 3-6 15,3 3-5-15,-6 6-11 0,1 1-8 0,1 1-16 16,0 0-10-16,1 2-10 0,2-3-7 0,2 3-10 15,2 0-13-15,5-6-4 0,-1 1-9 0,3 0-1 16,1-2 4-16,2 2-22 0,0-5-1 0,2-1-4 16,2 1-3-16,2-1-7 0,3-3-6 15,-1-2-3-15,-11 0-3 0,23-4-3 0,-10-1-8 0,-1 0 8 16,-2-3-6-16,1-1-2 0,1-2-1 0,-4 0-1 16,0-4 1-16,0 2-1 0,-4-3-3 0,2 0-3 15,-3 1 1-15,0 3 4 0,0-1-7 0,-3 3 4 16,3 1 0-16,-3 9-1 0,-3-10-9 0,3 10-1 15,0 0 1-15,0 0 2 0,0 0 3 0,0 0-5 16,0 0 6-16,-2 31-3 0,-1-17 1 0,1-1 5 16,-1 2-2-16,2 0-2 0,2 1 4 0,-2-3-2 15,3-1 1-15,1-1 4 0,0 0-3 0,3-3 3 16,0 0 1-16,2-1-5 0,1-3 3 0,-3-1 0 16,2-1-2-16,0-1 0 0,-8-1-3 0,17-4 2 15,-8-3-3-15,0 2 2 0,0-3 0 0,-1-1-6 16,-2 1 4-16,-1-4-4 0,-1 2 0 0,1-5 2 15,-2 2-2-15,1-3-7 0,-3 0 3 0,0 0 3 16,1 6 1-16,-2-2-2 0,0 5 3 0,0 7 4 0,1-9-5 16,-1 9 1-16,0-10-1 0,0 10-3 15,0 0 0-15,0 0 6 0,0 0 4 0,0 0 2 16,-8 34 2-16,4-19 5 0,-2 3-2 0,1 2-2 16,0-1-3-16,-2 5 8 0,-1 0-3 0,0-6 1 15,4 1-1-15,0-1-2 0,-2 1 0 0,-2 1 1 0,2-2-2 16,-1-3-10-16,0 0-15 0,-4 0-20 0,1 0-29 15,-1-1-38-15,-3 0-44 0,3-1-56 16,2-5-52-16,-10 1-179 0,8-3-475 0,-7 0 209 16</inkml:trace>
  <inkml:trace contextRef="#ctx0" brushRef="#br0" timeOffset="36415.17">21535 7181 2049 0,'0'-28'11'16,"0"3"51"-16,0 2 3 0,0 4 34 0,0 1-3 15,0 6-6-15,0 1-16 0,0 1-14 0,1 3-13 16,-1 7-4-16,2-12-7 0,-2 12-5 0,3-4-1 16,-3 4-9-16,0 0 3 0,18 25 9 0,-10-7 5 15,6 10 15-15,-1 1-1 0,-1 5-6 0,0 0-3 16,1-1-4-16,2 1-3 0,-3-2-2 0,3-1 7 15,-4-4-15-15,1-1 1 0,1-4-2 0,-6-4-6 16,2-2 4-16,0-2 2 0,-2-3-5 0,-2-3-1 16,-1-3 5-16,1 2 6 0,0-4 15 0,-5-3 14 15,5 5 6-15,-5-5-9 0,0 0-2 0,0 0-1 16,17-17-2-16,-14 6 11 0,5-6-23 0,0-7 1 16,-2-1-5-16,4 1 0 0,0-7-1 0,-2-3-6 15,1 2-5-15,1-1-6 0,4-13-6 0,-3 10 3 16,-3 3 2-16,2-1-5 0,-3 3-3 0,5 5 0 0,-3 1 9 15,-6 9-21-15,1 4-13 0,-1 2-31 16,-2 2-42-16,2 3-35 0,-3 5-23 0,0 0-21 16,0 0-25-16,16 21-28 0,-13-2-24 0,-1 9-35 15,-4 0-174-15,1 4-493 0,-1 1 219 0</inkml:trace>
  <inkml:trace contextRef="#ctx0" brushRef="#br0" timeOffset="36645.31">22183 7289 139 0,'0'0'283'0,"-1"-12"-9"16,1 12-8-16,-3-10-15 0,3 10-12 0,-4-7-17 15,4 7-21-15,-4-6-24 0,4 6-17 0,0 0-10 16,0 0-10-16,-21 13-7 0,13-3-10 0,-2 2-4 16,-2 3-7-16,3 1-13 0,1 1-8 0,0 0-10 15,4 0-10-15,1 2-3 0,5-3-6 0,-2 0-7 16,5 3 10-16,1-5-27 0,3 1-17 0,1-2-18 15,7-1-29-15,0-2-35 0,9 1-52 0,1-5-55 16,5 3-72-16,4-9-43 0,-2 0-176 0,6-2-497 16,-6-2 220-16</inkml:trace>
  <inkml:trace contextRef="#ctx0" brushRef="#br0" timeOffset="37004.81">22755 7239 156 0,'-4'-5'236'0,"1"-1"-12"0,3 6-17 0,-13-6-17 0,7 5-10 16,6 1-11-16,-18 3-2 0,6 2-10 0,-6 5-5 16,3 2-15-16,2 1-8 0,-2 0-16 0,2 3-9 15,2-3-8-15,3 3-7 0,3 0-8 0,1-4-9 16,4 1-3-16,1 2-6 0,2-2-8 0,3-2-3 16,2-2-7-16,2 2-4 0,0-2 1 0,1-1-4 15,1-2-4-15,0-1-7 0,-2 0-3 0,0 1-1 16,-2-4-2-16,-3 2-2 0,-5-4 2 0,9 0-2 15,-9 0 0-15,6 3 1 0,-6-3-4 0,0 0 2 16,0 0 4-16,0 0-3 0,0 0 1 0,0 0-2 16,0 0-1-16,0 0 0 0,0 0-3 0,0 0 3 15,-28-6 3-15,17 9 1 0,0 0-3 0,1 3 1 0,-2 0 0 16,2 2 0-16,1-1 1 0,-1 3 1 0,4-2-6 16,0 1 2-16,-1 2 2 0,3-2-2 15,4 2-7-15,-1 1 2 0,4-1 9 0,-1 1-21 16,5-2-18-16,0-1-17 0,3 0-34 0,6-2-35 15,3 3-60-15,8-3-52 0,1 0-72 0,-6-1-187 0,10-2-512 16,0-3 227-16</inkml:trace>
  <inkml:trace contextRef="#ctx0" brushRef="#br0" timeOffset="37153.11">23122 7585 262 0,'4'-4'310'0,"0"-1"6"0,-4 5 3 15,4-9-5-15,-2 3-29 0,-2 6-19 0,4-6-26 16,-4 6-18-16,1-8-27 0,-1 8-24 0,4-6-22 15,-4 6-28-15,0 0-39 0,0 0-23 0,1-8-59 16,-1 8-56-16,0 0-58 0,0 0-54 0,0 0-59 16,0 0-231-16,0 0-496 0,-23 5 219 0</inkml:trace>
  <inkml:trace contextRef="#ctx0" brushRef="#br0" timeOffset="49603.83">9748 8512 180 0,'0'0'211'0,"0"0"-22"0,-9-2-19 0,9 2-13 16,0 0-17-16,0 0-12 0,0 0-11 0,0 0-8 16,0 0-7-16,26-1-11 0,-8-1-9 0,2 1-7 15,8-4-10-15,0 1-2 0,4 2-11 0,-1 0-4 16,1 2-6-16,-4 0-8 0,-5-1-14 0,-1 1-17 16,-6 1-25-16,0 1-25 0,-4-1-22 0,0 0-24 15,-1 1-23-15,-3 2-2 0,-3-1-8 0,-5-3-4 16,7 4-97-16,-7-4-245 0,0 0 109 0</inkml:trace>
  <inkml:trace contextRef="#ctx0" brushRef="#br0" timeOffset="49936.3">10024 8533 2 0,'-11'0'65'16,"-2"0"5"-16,0-1 2 0,3-2 9 0,10 3 12 15,-17 3-5-15,11-4-2 0,6 1 5 0,-13 0-9 0,13 0 0 16,-10 2-11-16,10-2-12 0,0 0-3 0,-6 6 19 16,3 2 3-16,0 3 19 0,5 8-4 15,-2 4-3-15,1 5 2 0,0 4 0 0,2 3-5 16,-2-1-7-16,-1 0-3 0,1 0-4 0,-1 0-5 0,-1-2-5 15,2-3-6-15,1 1-7 0,-2-5-2 0,-2 1-3 16,1-9-5-16,0-2-5 0,0 2-5 0,-1-4 0 16,1-3-1-16,1-1-7 0,-3 0 2 0,-2 0-4 15,1-2 6-15,0-2-10 0,4-5 2 0,-8 4 2 16,8-4-3-16,-12-1-1 0,12 1-3 0,-14-4-3 16,4-1 3-16,1 3-6 0,0-3 8 0,0-1-2 15,4 1 3-15,-1 0-2 0,0 1 0 0,1 0-2 16,5 4 1-16,-9-7-3 0,9 7-1 0,-3-5-4 15,3 5 0-15,-4-4-3 0,4 4 2 0,0 0-1 16,0 0 1-16,0 0-5 0,0 0 2 16,27 5 4-16,-16-3-5 0,3 0-14 0,5-1-14 0,4 0-32 15,4 0-30-15,4 2-25 0,-1-3-32 0,2-3-14 16,2 2-20-16,-2-2-153 0,-3-1-360 0,-1 1 160 16</inkml:trace>
  <inkml:trace contextRef="#ctx0" brushRef="#br0" timeOffset="50154.5">10294 8916 55 0,'-1'-10'165'0,"1"10"21"0,0-10 1 0,0 10-12 0,-3-6-14 15,3 6-15-15,0 0-11 0,0 0-17 0,0 0-5 16,0 0 9-16,0 0-7 0,0 0 0 0,-1 35 1 16,-2-18-9-16,3-1-6 0,-1 0-13 0,-3 3-7 15,3 1-8-15,-2 3-7 0,1-2-2 16,0-4-9-16,-1 2-3 0,3-5-11 0,0 3-18 0,-2-2-7 15,2-1-12-15,0-4-24 0,-3-2-23 0,1 2-23 16,2-5-30-16,0-5-31 0,0 10-4 0,0-10-26 16,0 0-22-16,0 8-132 0,0-8-336 0,0 0 149 15</inkml:trace>
  <inkml:trace contextRef="#ctx0" brushRef="#br0" timeOffset="50494.53">10303 8916 22 0,'9'-13'146'0,"-3"1"2"0,2 3-7 0,2 1-2 0,-1 2-6 0,0-1-6 16,1 1-5-16,-1 5-7 0,-3-2-5 0,-6 3-2 16,16 3-1-16,-6-2-5 0,-1 4-5 0,0 0 1 15,0 1-11-15,-1 1-6 0,-2 0-11 0,-2 4 1 16,0-1-8-16,1 0-8 0,-3 0-1 0,-1 0-6 16,-1 1-3-16,-1 0-9 0,-1-1-1 0,-3 2-1 15,1-4-7-15,1 1 1 0,-2 0-5 0,1 0-10 16,2-3-12-16,-1 1 1 0,3-7-4 15,1 12-1-15,-1-12-3 0,6 9 2 0,-3-4-3 0,3 2 1 16,-1 0-1-16,1-1 3 0,0 1-6 0,1 0 2 16,0-2 5-16,1 3-4 0,-2 0 3 0,-2-4 0 15,1 2-1-15,-1-1 5 0,0 0-4 0,-1 2-1 16,-1-1 6-16,-2-6-2 0,4 11-2 0,-4-11 3 16,-5 11 5-16,5-11-3 0,-6 8 1 0,-1-3-2 15,1 0-4-15,-3-1 1 0,0 3 1 0,-1-4-12 16,1 4-24-16,-1-4-32 0,2 0-44 0,1 1-35 15,1 0-190-15,-2-2-364 0,8-2 162 0</inkml:trace>
  <inkml:trace contextRef="#ctx0" brushRef="#br0" timeOffset="50802.89">11181 8699 157 0,'0'-12'304'0,"0"0"-6"0,0 1-9 0,0 5-14 0,0-2-16 15,0 8-32-15,0-8-30 0,0 8-18 0,0 0-23 16,0 0-12-16,0 0-2 0,0 0-5 16,0 0 7-16,4 35-4 0,-3-11-5 0,0 4-18 15,1 0-3-15,-2 1-12 0,3-1-9 0,-3 1-3 0,2-1-8 16,1-2-6-16,-1 0-8 0,-1-5-9 0,1 4-3 15,2-6-8-15,-2 0-6 0,-2 0-2 0,2 0-10 16,1-4-29-16,-1 1-25 0,0-2-20 0,0-4-28 16,-2 5-31-16,0-6-36 0,0-9-39 0,0 12-28 15,0-7-22-15,0-5-44 0,0 0-218 0,0 0-529 16,0 0 234-16</inkml:trace>
  <inkml:trace contextRef="#ctx0" brushRef="#br0" timeOffset="51014.65">11219 8675 230 0,'0'0'234'0,"0"0"-12"0,0 0-10 15,0 0-6-15,0 0-16 0,-20 20-10 0,6-6-16 16,-2 6-15-16,-2 0-15 0,4-5-11 0,0-1-14 16,0 1-9-16,-2-1-8 0,4-2-11 0,4-2-22 15,1-3-16-15,0 0-19 0,2-2-22 0,1-2-18 16,4-3-28-16,-4 4-49 0,4-4-39 0,0 0-23 15,0 0 2-15,0 0-12 0,0 0-4 0,7-24-103 16,-2 13-294-16,3 1 131 0</inkml:trace>
  <inkml:trace contextRef="#ctx0" brushRef="#br0" timeOffset="51128.97">11114 8739 362 0,'7'-10'46'0,"-1"0"10"15,-1 4 22-15,4-2-7 0,-5 3-2 16,1 2-2-16,-1-1 6 0,-4 4 13 0,14-1 12 16,-14 1 2-16,14 1-4 0,-4 1-17 0,-2 0-2 15,2 4-8-15,0-2-11 0,4 4 0 0,1-1-7 16,0 3-7-16,-1-1-9 0,2 2-27 0,-1 0-32 15,0 0-58-15,0-1-52 0,-3-3-107 0,1 5-259 16,-1-3 115-16</inkml:trace>
  <inkml:trace contextRef="#ctx0" brushRef="#br0" timeOffset="51620.42">11526 8936 115 0,'0'0'248'0,"0"0"-8"15,11-4-10-15,-11 4-13 0,11-5-12 0,-5 4-9 16,-6 1-17-16,11-7-18 0,-2 4-12 0,0-3-11 15,0 2-10-15,1-1-9 0,2 0-12 16,1-1-13-16,-3 1-8 0,1-1-7 0,-1 0-12 0,-2 0-4 16,1-3-7-16,-3 5-2 0,2-3-9 0,-3 1-1 15,-1 1-3-15,0-2-3 0,0 2-4 0,-1-1 6 16,-3 6-9-16,2-8 2 0,-2 8-11 0,0 0 1 16,-6-13-6-16,6 13 0 0,-9-1-4 0,9 1 4 15,-17 5-4-15,7 1-1 0,1 2-2 0,-5 3 6 16,3 4 0-16,0-1 3 0,4-1 4 0,0 3-11 15,1 0 4-15,1-2-1 0,3-1-1 0,4 2 2 16,0-2 1-16,3-1 4 0,-1-1-1 0,3-1-5 16,5 2 4-16,3-2 4 0,2-3-5 0,9-1 2 15,2-3-1-15,0-1 0 0,-1-2-5 0,-5-2-3 16,6-5-2-16,-9 3 1 0,1-2-3 0,1-3-1 16,-4-1 7-16,0 1-7 0,-2-1 3 0,-3-3-4 15,-2 0 2-15,-1 4-4 0,-1-5 0 0,-6 1-3 16,2 1-1-16,-2 0-7 0,-1-4 4 0,-1 2 0 15,0 4 0-15,-1-2 4 0,1 5-5 0,0 7 0 16,-3-12-5-16,3 12 5 0,0 0-4 0,-3-4 3 16,3 4-4-16,0 0 16 0,-12 22-12 0,8-9 3 0,-1 3 4 15,1 2 0-15,-1 2 6 0,1-3-5 16,-1 2 6-16,0 0 1 0,1 0-1 0,2 0-2 16,2-1 2-16,-2 0-8 0,0-1 7 0,4-2-1 15,-2 1-16-15,0-4-16 0,0 1-18 0,0-2-30 0,-2 0-52 16,0 1-57-16,0-5-58 0,-1 2-278 15,-4 1-560-15,0-2 248 0</inkml:trace>
  <inkml:trace contextRef="#ctx0" brushRef="#br0" timeOffset="52328.51">13894 8591 104 0,'-13'-2'211'16,"4"-1"-17"-16,0 3-21 0,9 0-14 0,-9-3-8 16,9 3-16-16,-9-2-12 0,9 2-3 0,0 0 1 15,0 0-3-15,0 0-5 0,0 0-6 0,45-2-12 16,-18-2-10-16,3 2-8 0,5 0-10 0,-1-4-5 15,-3 2-15-15,1 1-11 0,-1 1-23 0,-11-1-24 16,-4-1-26-16,-2 4-31 0,-3-1-19 0,-3 1-14 16,-2-1-4-16,-6 1 2 0,0 0-2 0,0 0-7 15,0 0 22-15,0 0 11 0,0 0-2 0,0 0 18 16,-23 11 12-16,14-6 7 0,-5-1 18 0,4-1 14 16,-2-2 2-16,1 3 8 0,2 2 7 0,-1-3 9 0,2 3 0 15,3-1-1-15,-3 3 28 0,3 2-2 0,-2 5 12 16,4-2 10-16,-3 4-1 0,4 3 4 15,0 3-1-15,2 2-3 0,0-4 7 0,0 5 1 16,0-3 3-16,0-4-3 0,2 7-6 0,-2-9 3 0,4 3-8 16,-1-2-1-16,-2-3-3 0,-1 2-5 15,1-1-5-15,-2-4-3 0,1 0-1 0,-1 1-7 16,-2 2-3-16,-1-5-1 0,0 0-3 0,-3-2-2 0,-1 3 1 16,-2-4-4-16,1 2-2 0,-3-3-4 15,1-3-3-15,-2 2-1 0,3-2 0 0,-2 0 1 0,2-2-4 16,-1 1 8-16,0-2-6 0,4 0-3 0,7 0 2 15,-16-3-2-15,16 3 0 0,-11-2 3 16,11 2-3-16,-6-2-3 0,6 2-2 0,0 0-1 0,0 0 3 16,0 0-2-16,0 0 1 0,0 0 0 0,24-7-1 15,-4 7 2-15,1-2-4 0,8 2-15 0,3-4-25 16,1 2-25-16,-2 0-32 0,1-3-49 0,1 0-20 16,-1 3-41-16,-1-3-117 0,1-2-350 0,1 2 155 15</inkml:trace>
  <inkml:trace contextRef="#ctx0" brushRef="#br0" timeOffset="52528.73">14560 8869 14 0,'0'0'205'0,"-7"-6"-2"0,-2 4-12 0,2 1-3 16,7 1-3-16,-21 3-5 0,11 1-4 0,-4 2-4 16,-4 5 2-16,5 2-10 0,-3-1-11 0,5 2-10 15,-1 4-14-15,4-4-10 0,3 2-4 0,0 1-16 16,2-5-9-16,3 2-7 0,3 3-12 0,2-2-5 15,2-7-11-15,4 7-20 0,5-3-27 0,2-2-39 16,6-1-41-16,5 0-38 0,3-5-42 0,1-2-37 0,2-3-51 16,-3 0-131-16,0-3-402 0,0-2 179 0</inkml:trace>
  <inkml:trace contextRef="#ctx0" brushRef="#br0" timeOffset="52750.85">15089 8690 135 0,'1'-15'273'0,"-1"3"-17"16,0 1-6-16,0 1-9 0,0 5-10 0,0 5-22 16,0-10-19-16,0 10-21 0,0 0-13 0,0 0 5 0,0 0-2 15,-7 25-4-15,5-6 3 0,-1 7-5 0,-2 3-12 16,1 2-16-16,1-4-2 0,1 2-13 16,0 1-2-16,0-1-17 0,0-2-2 0,0 2-10 0,0-10-4 15,-1 7-12-15,2-9-21 0,0 0-31 0,0 0-33 16,-2-5-29-16,3-1-44 0,-3 0-49 0,2-2-59 15,-1-2-65-15,2-7-261 0,-3 8-572 0,3-8 254 16</inkml:trace>
  <inkml:trace contextRef="#ctx0" brushRef="#br0" timeOffset="53067.73">15063 8697 129 0,'0'0'241'0,"0"0"-15"0,-18 4-11 0,9 4-6 15,-4 4-14-15,-1 2-8 0,0 1-13 0,-4 3-14 16,5-5-13-16,-1-1-11 0,3 1-16 0,2-4-9 16,1-2-13-16,0 0-12 0,4-1-13 0,0-2-11 15,4-4-21-15,-5 6-15 0,5-6-24 0,0 0-31 16,0 0-35-16,0 0-21 0,0 0-8 0,0 0-11 16,0 0-4-16,0 0 9 0,5-25 5 0,0 15-4 15,0 1 2-15,1-2 15 0,0 0 9 0,0 0 18 16,-1 1 7-16,3 1 3 0,-2-1 23 0,2 3 13 15,-1 0 14-15,-1 3 2 0,-1-1 12 0,2 0 11 16,0 1 11-16,-1 2 3 0,-6 2-3 0,14-4-1 16,-2 3-6-16,-2 2 0 0,3 1-9 0,-3 0 4 0,3 2-11 15,2 0-14-15,0 0-23 0,5 2-30 16,-3-1-29-16,0-1-27 0,0 3-31 0,-3 3-106 16,2-1-261-16,0 0 116 0</inkml:trace>
  <inkml:trace contextRef="#ctx0" brushRef="#br0" timeOffset="53552.93">15359 8901 55 0,'0'0'224'0,"6"3"-1"0,-6-3-7 0,5 4-4 16,-5-4-8-16,0 0-7 0,9 1-15 0,-9-1-15 0,0 0-12 15,14-1-14-15,-14 1-13 0,13-5-7 0,-3 1-13 16,-3 1-10-16,1-2-7 0,2 1-7 0,-1-1-10 16,-1 0-3-16,1-1-7 0,-1 0-2 15,-2 1-9-15,0-4-4 0,-2 4-4 0,1-5-3 0,-1 2 0 16,-3 2 3-16,1-4-3 0,-2 10-5 0,-3-13-4 15,1 5 3-15,2 8-5 0,-6-10-2 16,3 5-1-16,3 5-2 0,-11-5-3 0,11 5-4 0,-14 0-2 16,7 5-1-16,-6 1-1 0,0 5 2 0,2 2 0 15,-1-1-2-15,2 3 0 0,1 1 0 0,1-2 1 16,2 2 2-16,2 1 4 0,1-3 1 0,1-2 0 16,6 5 2-16,-2-7-3 0,4 2 3 0,2-2-3 15,1-3 0-15,7 3-1 0,-1-2 2 0,2-3 2 16,2-1-8-16,1-3 3 0,-1 2-4 0,2-5-6 15,-1 1 3-15,-1-4-3 0,1 1-6 0,-6 1 4 16,-2-1 1-16,0-3-3 0,-2 1-1 0,1-3 13 16,-3-1-16-16,-1 1-8 0,0-1-6 0,-3-2 8 15,0-4-5-15,0 1-7 0,-2 0 0 0,0 3 3 16,-2 1 7-16,2 2-6 0,-2-1 4 0,0 10-4 16,0-10 2-16,0 10-4 0,0-9-2 0,0 9 4 15,0 0-1-15,0 0 7 0,0 0 2 0,0 0 6 16,-9 30 0-16,4-13 2 0,-2 0 9 0,2 2-2 15,1-2 19-15,-6 7-10 0,6-7-3 0,-3 2-8 16,2-2 7-16,-1 7-4 0,1-9 1 0,-1 3-4 16,4-8-15-16,-1 0-23 0,1 2-23 0,-4-1-46 0,3-1-53 15,-1-3-62-15,1-1-66 0,-2 0-246 16,5-6-569-16,-9 3 251 0</inkml:trace>
  <inkml:trace contextRef="#ctx0" brushRef="#br0" timeOffset="53707.78">15707 9016 221 0,'7'-6'297'0,"-7"6"-23"0,5-5-21 15,-5 5-26-15,0 0-24 0,6-4-21 0,-6 4-23 16,0 0-33-16,0 0-37 0,4-4-45 16,-4 4-45-16,0 0-59 0,0 0-62 0,0 0-194 15,0 0-341-15,0 0 150 0</inkml:trace>
  <inkml:trace contextRef="#ctx0" brushRef="#br0" timeOffset="54442.59">17788 8768 81 0,'-5'-4'275'0,"5"4"-9"0,-5-9-10 16,5 9-11-16,-4-6-13 0,4 6-8 0,0 0-21 16,-5-7-18-16,5 7-18 0,0 0-19 0,0 0-14 15,0 0-17-15,0 0-10 0,0 0-2 0,1 26-12 16,3-12 3-16,0 7-6 0,4 5-9 0,3 0-7 16,-5 4-3-16,1-4-8 0,1 4-8 0,1-2 0 15,0 0-7-15,-1-1 0 0,1-2-4 0,-3-2-8 16,1-4-3-16,-1-1-2 0,2-3-4 0,-3 0 11 15,1 0-14-15,-2-5-5 0,3-3-1 0,-5 0 0 16,2-1 4-16,0-3-4 0,-4-3 37 0,6 7-7 16,-6-7 14-16,6 2 4 0,-6-2-2 0,0 0 2 15,12-15-10-15,-6 5 5 0,-2-1-11 0,4-4-3 16,-2-1-1-16,2-1-5 0,1-7-5 0,-3 1 0 16,2-1-7-16,-3-2-5 0,4-2 6 0,-3-1-3 15,1 0-6-15,-2 0-6 0,0-3-3 0,0 1-1 16,0 0 5-16,0 2-3 0,-1 3-3 0,0 6 1 0,0 3 0 15,-3 0-2-15,2 10-2 0,-1-4-8 16,1 3 4-16,-2 1-3 0,-1 7-4 0,3-10-22 16,-3 10-23-16,2-7-30 0,-2 7-30 0,0 0-10 15,0 0-26-15,0 0-26 0,0 0-31 0,0 0-29 0,4 28-28 16,-3-17-17-16,2 4-31 0,-3 1-169 0,2 2-514 16,0-1 227-16</inkml:trace>
  <inkml:trace contextRef="#ctx0" brushRef="#br0" timeOffset="54752.8">18221 8955 43 0,'0'0'202'16,"-3"16"-17"-16,0-6-14 0,-1 1 19 0,1 1-7 15,-2 1-8-15,0-1 6 0,1 4-16 0,0-1-8 16,-1 1-5-16,3-5-8 0,-1-2-12 0,2 2-10 16,1 0-7-16,2-1-3 0,2-1-3 0,3-1-4 15,-1-3-11-15,3 1-4 0,4 1-3 0,-1-5-9 16,6 0-7-16,2 0-7 0,0-3-3 0,2 0-14 15,-3-1 3-15,0 0-3 0,3-3-9 0,-3-4 3 16,-3-1-6-16,0 2-4 0,-3 1 1 0,-6-3-6 16,1-4 8-16,-1 0-13 0,-5 2-1 0,-1-7-3 15,-4 0 2-15,-3 2-3 0,0-1 1 0,-3 0-7 16,-4 3-3-16,2-1 1 0,-3 3 0 0,0 2-3 16,2 5-3-16,-1-1 4 0,2 2-1 0,-4 4-4 15,-2 0 1-15,3 3-3 0,-3 3-3 0,1 2-12 16,-1 3-21-16,2 0-29 0,-1-1-37 0,2 3-49 15,5-1-56-15,4-2-46 0,1 2-228 0,2-2-523 16,3 1 232-16</inkml:trace>
  <inkml:trace contextRef="#ctx0" brushRef="#br0" timeOffset="55322.56">19331 8622 264 0,'-2'-11'276'0,"2"11"-6"0,-1-8-8 0,1 8-16 16,0 0-18-16,0 0-15 0,-2-10-21 0,2 10-22 16,0 0-15-16,0 0-24 0,0 0-8 0,0 0-5 15,0 0-5-15,0 0-1 0,2 42 3 0,-4-16-2 16,2 3-2-16,0 3 2 0,-2 0-17 0,-2 0 0 15,2 1-3-15,-1-1-1 0,2 1-4 0,-2-2-15 16,-1 0 2-16,2 1-11 0,0-7-4 0,2 3-6 16,0-4-5-16,-1 2-6 0,1-7-5 0,0-1 7 0,-1-3-12 15,1 1-2-15,0-7 0 0,1 2-8 0,0-3-3 16,1-2 3-16,-2-6 1 0,-2 9-1 16,2-9 9-16,0 0 17 0,2 9 16 0,-2-9 5 15,0 0-2-15,0 0 0 0,0 0-12 0,0 0-2 0,16-16 2 16,-8 5-10-16,4-2-6 0,-1-1-6 0,6-7-2 15,2 0-5-15,0 2-2 0,1-2-2 0,0 2 0 16,0 2-4-16,-2 5-1 0,-3 0-5 0,2 3-8 16,-6 1 5-16,-2 1-7 0,1 3-20 0,-2-2-30 15,-3 0-41-15,1 4-41 0,-6 2-51 0,8-2-25 16,-8 2-23-16,0 0-30 0,0 0-30 0,3 12-30 16,-3-12-279-16,-11 10-645 0,3-1 285 0</inkml:trace>
  <inkml:trace contextRef="#ctx0" brushRef="#br0" timeOffset="55492.85">19330 9090 129 0,'-14'-4'276'0,"-4"-3"-2"0,2 2-7 15,0-2-20-15,-1-1-19 0,-1 1-11 0,1 1-9 16,-1 0-18-16,1 1-12 0,1-2-11 0,-1 2-16 16,5 1-15-16,0 2-14 0,-1 0-14 0,4-3-20 15,0 4-26-15,0-1-31 0,1 0-36 0,8 2-41 16,-13-1-49-16,13 1-54 0,-9 1-47 0,9-1-41 15,0 0-156-15,0 0-424 0,0 0 189 0</inkml:trace>
  <inkml:trace contextRef="#ctx0" brushRef="#br0" timeOffset="56052.52">19795 8997 2644 0,'7'-3'116'0,"1"2"-26"0,-1-2-8 0,-7 3-15 15,12-4 0-15,-5 0-7 0,1 0-1 0,0 0 0 16,2-2 5-16,-2-1 4 0,1 1-1 0,1 0 6 16,0-1-3-16,3 1 7 0,-3-3-12 0,2 2 2 15,3-4-8-15,-2 2 6 0,-2 0-5 0,-1-3-2 16,-1 4-9-16,0-2 4 0,0 0 0 0,-2 1 1 16,-2-1 8-16,-1 0-5 0,-1 0 5 0,0 1-17 15,-3-4-5-15,0 5 3 0,0 0-6 0,0 8 2 16,-4-14-6-16,2 8-8 0,-2 2-8 0,-1-1-1 15,5 5-11-15,-11-6 8 0,1 8-2 16,-1 3 0-16,-6 3-4 0,3 2 5 0,-8 8-7 0,8-4 5 16,-5 7-2-16,4 1 3 0,3-6-5 0,2 1 4 0,1 1-3 15,0 0 6-15,4 0-8 0,4-2 5 16,-1 0-5-16,4-3 2 0,3 3 5 0,0-2 1 16,6-1-10-16,2-3 10 0,4-1 4 0,1-1 0 0,5-2-4 15,4-1 0-15,1-2-1 0,-8 1-5 0,1-4-4 16,0 0 8-16,1-5-4 0,-4 1 6 15,2-4-8-15,-4 1 0 0,0-2 0 0,0 2 1 16,-4-5-4-16,0 2 3 0,-1-4 8 0,-2 2-13 0,-1-3 1 16,-3 3 1-16,3-4-2 0,-4 1-8 0,-2 3 2 15,1 1 3-15,-1 0 2 0,0 4 2 0,-1 2 3 16,-1 5-8-16,1-12 1 0,-1 12-7 0,0 0 0 16,0-8-3-16,0 8-5 0,0 0 14 0,0 0-5 15,0 0 0-15,-8 27-1 0,3-15 7 0,-2 6 10 16,0 0-2-16,-2 4-5 0,0 2 3 0,4-5-5 15,-1 0 6-15,0 4 0 0,0-2 6 0,1-4-5 16,-1 2 5-16,2-2-7 0,0-1 6 0,0 2 6 16,2-2-16-16,-1-4-15 0,1 1-49 0,-2-2-48 15,0 1-56-15,-4-2-63 0,2 1-90 0,-3-1-366 16,0-3-745-16,-2 0 330 0</inkml:trace>
  <inkml:trace contextRef="#ctx0" brushRef="#br0" timeOffset="56189.95">19953 9181 45 0,'2'-8'277'0,"-2"8"-48"0,0 0-80 16,0 0-115-16,-8-6-157 0,8 6-133 16,-25 7 60-16</inkml:trace>
  <inkml:trace contextRef="#ctx0" brushRef="#br0" timeOffset="57516.66">21167 8679 218 0,'0'-8'283'0,"0"8"-21"0,1-13-18 0,-1 13-28 16,-1-8-24-16,1 8-20 0,0 0-17 0,0 0-17 15,0 0-5-15,0 0 3 0,0 0-5 0,5 24-4 16,-3-8-2-16,0 3-4 0,-2 7-7 0,-4-1-11 16,6 2-9-16,-2-8-6 0,-2 4-12 0,2-2-6 15,0-3-5-15,0 1-6 0,0 0-11 0,0 0 1 16,2-2-6-16,0-1-25 0,-1 0-17 0,0 0-31 15,0-3-39-15,2-1-36 0,-2-1-33 0,1 1-31 16,-1-5-29-16,-2 0-29 0,1-7-198 0,-2 12-459 0,2-12 204 16</inkml:trace>
  <inkml:trace contextRef="#ctx0" brushRef="#br0" timeOffset="57922.16">21194 9023 8 0,'4'-7'181'0,"1"-2"-8"0,0 1-12 0,0-3-10 16,2 1-6-16,1 0-6 0,5 0-5 0,0-2-6 0,1 2-13 15,-1-1-1-15,1 1-5 0,-3 1-9 16,5 2-4-16,-1 0-8 0,3 1-2 0,0 1-2 0,-1-1-6 16,-4 4-4-16,-1 2-6 0,0 1 3 0,1 3 0 15,0 1-7-15,-3 1-2 0,3 5-1 0,0 0 0 16,-3 3-7-16,-1 0-3 0,-1-2-3 0,-2 2-8 16,2 1-3-16,-2-5 2 0,-1 3-10 0,4 0 5 15,-2-3-1-15,-1-1-5 0,0-1-5 0,4 0 1 16,1-2-3-16,0-2-2 0,2 0-2 0,0-1 3 15,6-2-4-15,-1-1-4 0,1-2 0 0,1-2 2 16,1-2-6-16,-3-1 0 0,2 0-1 0,-2-1 1 16,-4-1-1-16,0 0 2 0,0-2-6 0,-5 2 3 15,-1-1-3-15,-3 1 5 0,0-1 0 0,0 0-3 16,-1-1 1-16,-3 1-1 0,-1-1-1 0,-1 3 6 16,1 8-5-16,-2-15 6 0,0 8-2 0,2 7 3 15,-8-11-5-15,2 8-1 0,6 3-1 0,-13-1 1 0,13 1-3 16,-19 6 5-16,9 3 9 0,-6 3-10 15,3 2-5-15,0 0 7 0,1 1-3 0,6 2 1 16,0-3-5-16,-1 1 2 0,6 3-4 0,0-2-19 16,3-1-21-16,3 3-27 0,0-8-36 0,2 0-49 0,6 2-51 15,-2-5-67-15,2-4-159 0,3 1-464 0,0 0 206 16</inkml:trace>
  <inkml:trace contextRef="#ctx0" brushRef="#br0" timeOffset="58131.5">22132 8881 47 0,'0'-10'259'0,"0"10"0"0,0-11-18 15,0 11-16-15,-2-9-23 0,2 9-19 0,0 0-12 16,0 0-1-16,-17 12-9 0,6 0-6 0,-3 3-13 16,5 3-14-16,0 0-11 0,0 0-15 0,4-1-10 15,0 3-5-15,3-1-10 0,0 0-12 0,5-2-14 16,1 1-15-16,2-3-20 0,6-2-30 0,-1 1-38 15,7-4-54-15,0 1-57 0,10-6-57 0,0-3-186 16,2 0-438-16,-2-2 194 0</inkml:trace>
  <inkml:trace contextRef="#ctx0" brushRef="#br0" timeOffset="58702.2">22427 8919 89 0,'-1'-11'240'0,"1"11"-6"0,-4-8-8 16,4 8-3-16,-5-7-7 0,5 7-15 0,-6-3-17 16,6 3-18-16,0 0-15 0,-12-1-16 0,12 1-7 15,-10 7-15-15,3-3-7 0,1 2-10 0,-3 1-7 16,4 2-9-16,-2-2-4 0,2 3-7 0,1 0-3 15,-1 1-1-15,3 0-9 0,2-1-3 0,-1-1-2 16,2 0-6-16,0 1-2 0,4-2 3 0,0 1-6 16,0 0-5-16,4-2-2 0,-1 0-5 0,2-2 2 15,0 1-2-15,1 1 1 0,3-3-5 0,0-3 1 16,0-1-5-16,3 2-1 0,-4-2-6 0,2-2 1 16,-3 1 9-16,1-3-14 0,-1-2-5 0,3-1 5 15,-6 2-5-15,0-3-3 0,-3 2 0 0,1-3-1 16,-1 1-1-16,-2-1 2 0,0-3 0 0,-2 3 0 15,1-1-4-15,-6 1 13 0,3 9-12 0,-1-13 4 16,-2 8-2-16,3 5 0 0,-3-9-4 0,3 9 3 16,-8-1-3-16,8 1 4 0,0 0-5 0,-23 10 0 0,14-3 6 15,-4 4-2-15,3-2-1 0,4 0-9 0,-2 3-15 16,3-1-32-16,0 0-42 0,3 0-48 16,4-1-42-16,4 2-48 0,0-2-238 0,5-3-515 15,9 1 228-15</inkml:trace>
  <inkml:trace contextRef="#ctx0" brushRef="#br0" timeOffset="59232.07">23265 8837 237 0,'-2'-9'264'0,"-1"-1"-19"0,2 2-6 16,-2 1-2-16,3 7-7 0,-2-13-10 0,2 13-10 0,0-9-20 16,0 9-20-16,1-7-14 0,-1 7-17 0,0 0-15 15,0 0-12-15,0 0-16 0,0 0-9 16,0 0-2-16,18 21-6 0,-13-7 7 0,3 2-23 0,-1 0 1 15,4 1-3-15,-4 0-12 0,2 7-4 0,-1-5-1 16,-1 0-6-16,0-2-5 0,-1-2-2 0,3 1-1 16,-1-1 0-16,-2-5-6 0,-2-1-1 15,1 1 1-15,-1-3-3 0,0-1-5 0,0-1 5 0,-4-5-11 16,5 7 6-16,-3-3 1 0,-2-4 12 0,4 5 15 16,-4-5 12-16,0 0 8 0,0 0-13 15,0 0-5-15,0 0-2 0,8-13-1 0,-7 5 2 0,2-3-1 16,1-1-7-16,1-4-5 0,0-1 0 0,-1-1-11 15,1 0 10-15,0-1-10 0,1-8 3 0,2 2-17 16,-2-3 14-16,1 1-7 0,1-2-4 16,0-1-3-16,0 0 6 0,0 1 0 0,-2 4-1 0,4 0-6 15,-3 8 4-15,-1-2-5 0,-2 2-2 0,1 7 3 16,-2 3-1-16,0 0-7 0,0 2-1 0,-3 5-9 16,4-9-17-16,-4 9-25 0,0 0-21 0,0 0-24 15,0 0-36-15,0 0-44 0,10 17-40 0,-9-7-38 16,1 2-32-16,0 6-263 0,-2-1-597 0,0 0 264 15</inkml:trace>
  <inkml:trace contextRef="#ctx0" brushRef="#br0" timeOffset="59468.77">23745 8889 10 0,'0'0'272'0,"9"-4"-5"0,-9 4-13 0,0 0-17 16,0 0-11-16,0 0-11 0,0 0-10 0,0 0-6 15,0 0-10-15,0 0 7 0,-13 21 2 0,0-9-15 16,0 1-19-16,2 0-6 0,-2 1-18 0,3-1-15 16,1 1-12-16,-1 0-6 0,3 1-12 0,1-1-7 15,3-2-7-15,-1-1 2 0,3 1-22 0,1-3-9 16,2 5-12-16,2-4-17 0,5 0-25 0,2-2-33 16,5 1-33-16,3-1-47 0,1-3-51 0,1-2-57 15,7-3-44-15,2-2-251 0,-10 0-561 0,2-2 249 16</inkml:trace>
  <inkml:trace contextRef="#ctx0" brushRef="#br0" timeOffset="59830.68">24171 8923 36 0,'0'0'242'16,"0"-9"-7"-16,0 9-10 0,-5-8-11 0,5 8-6 16,-12 0-8-16,12 0 3 0,-22 8-1 0,6 0 1 15,2-1-26-15,-2 3-7 0,2 2-17 0,1 0-16 0,4-4-12 16,1 2-12-16,1 2-11 0,4-2-16 15,1 1-3-15,-1-2-10 0,4 1 0 0,2 0-5 16,-1-1-15-16,5-1-7 0,0 0-7 0,0-2-18 16,1-1 6-16,3 2-16 0,-5-5-9 0,2 1 1 0,-3-1 3 15,-5-2-5-15,13 3 4 0,-13-3-3 0,9 0 0 16,-9 0 3-16,0 0-6 0,9-3 4 16,-9 3 5-16,0 0-2 0,0 0-3 0,0 0-2 15,0 0 6-15,0 0 4 0,0 0 3 0,0 0 9 0,-33 4-3 16,21 0 16-16,-1 4-5 0,2-4 9 0,-1 2-3 15,1 1-4-15,1 0 10 0,1 1 9 0,0 0-13 16,1-1-4-16,3 2-2 0,0 0 2 0,1 0-9 16,1-1 5-16,3-2-15 0,-1 1 5 0,1-7-1 15,5 16-5-15,2-8-18 0,2 0-28 0,3-3-28 16,5 0-36-16,2 0-38 0,0-1-48 0,10-1-51 16,0-1-33-16,3-1-39 0,-4-1-177 0,-1-3-522 15,-4-1 231-15</inkml:trace>
  <inkml:trace contextRef="#ctx0" brushRef="#br0" timeOffset="60261.94">24960 8679 67 0,'5'-14'339'0,"-3"4"-16"0,1-3-8 15,1 3-23-15,-3 0-8 0,1 1-10 0,-1 2-16 0,-1 7-8 16,1-9-20-16,-1 9-31 0,4-7-24 0,-4 7-20 16,0 0-16-16,0 0-4 0,8 20-6 15,-6-1-1-15,2 8-2 0,-2 0-4 0,4 5-16 0,-4 0-2 16,3 2-7-16,-2 0 0 0,-2 1-11 0,-1-2-7 16,-1-2-8-16,0 0-2 0,1-2-14 15,-4 0-4-15,2-3 0 0,0-1-7 0,-1-5-9 16,2-4 1-16,0 0-3 0,-1-4-1 0,2-2 3 0,-2-3-14 15,2-7-1-15,0 11 4 0,0-11-3 0,2 7 4 16,-2-7-4-16,0 5 10 0,0-5 5 16,0 0 0-16,0 0-5 0,0 0 0 0,19-10-5 0,-11 1-3 15,5-2-2-15,0-5-4 0,1 0-3 0,3-3 2 16,0-1-1-16,1-2-5 0,-2 0-2 0,-2 5 0 16,1-4-1-16,-2 7 3 0,-2 3-7 0,-3 0 7 15,0 1-20-15,-1 3-8 0,-2-1-23 0,1 3-12 16,-3 2-51-16,-3 3-49 0,6-7-26 0,-6 7-32 15,0 0-6-15,0 0-18 0,0 0-18 0,0 0-32 16,-21 27-33-16,6-14-254 0,-6 6-619 0,7-6 274 0</inkml:trace>
  <inkml:trace contextRef="#ctx0" brushRef="#br0" timeOffset="60409.75">24985 9110 26 0,'-10'2'234'0,"5"-1"-14"0,-9-1-8 0,5-3-2 15,-2 3 8-15,-2-1-15 0,0-1-7 0,-1-2-7 16,0 0-11-16,-5 0-7 0,2-1-8 15,4 3-14-15,2 0-15 0,1 0-16 0,-1 1-11 16,4-3-11-16,-1 3-31 0,8 1-28 0,-13-4-37 0,13 4-44 16,-10-3-62-16,10 3-87 0,-4-3-238 0,4 3-466 15,0 0 206-15</inkml:trace>
  <inkml:trace contextRef="#ctx0" brushRef="#br0" timeOffset="60960.28">25397 8996 217 0,'11'-2'293'0,"-4"1"-15"0,-7 1-13 15,14-6-16-15,-8 4-14 0,5-3-10 0,1 0-17 16,0-1-16-16,-1 0-15 0,2 1-15 0,3-4-14 16,-1 1-10-16,0-1-3 0,-5 2-10 0,5-2-8 15,1-1-10-15,-8 1-5 0,2 1-7 0,-2 0-3 16,0-2 0-16,-2 2-4 0,-1-1 4 0,-3 0-19 15,4-3-3-15,-6 3 4 0,2-1-3 0,-2 1-1 16,0 9-6-16,-4-12-8 0,2 6-11 0,2 6-4 16,-6-9 3-16,3 5-7 0,3 4-1 0,-14-1-13 0,14 1 1 15,-24 9 1-15,8 2-1 0,1 2-1 0,-2 0-1 16,-2 5-1-16,5-4-2 0,3 2 5 16,-1 0-9-16,2 1 0 0,3-2 10 0,5-2-9 0,-2 3-5 15,5 0 1-15,2-1 10 0,3 0-11 0,0 1 5 16,6-3-2-16,6 0 4 0,0-5-1 0,7 4-12 15,2-1 11-15,0-3 3 0,1-3-8 0,0-2 4 16,-6-1-6-16,-2-2-6 0,3-2 5 0,-3 0-7 16,-3-1 5-16,4-3-10 0,0-1-3 0,-6 0 0 15,3-2 0-15,-4-1-11 0,1-4-1 0,-1-1-17 0,-3 1 2 16,0-3 6-16,-4 0 8 0,1 0 0 16,0-2 0-16,-1 3 4 0,-5 4-1 0,0 2 3 15,-2-1-2-15,2 5 6 0,-2 6-3 0,0-13 3 16,0 13 11-16,0-7-7 0,0 7-3 0,0 0 10 0,0 0-12 15,0 0 5-15,-22 22 10 0,13-7 6 16,-9 5-4-16,9-2 0 0,-4-1 5 0,1 4 2 16,-1 1-1-16,4-4-1 0,-3 5-5 0,3-4 1 0,5-1-3 15,-5 6-5-15,4-5 1 0,1-2-31 0,-1 0-32 16,-1 0-17-16,1 1-26 0,1-1-36 16,-6 0-39-16,0 0-45 0,-1-1-42 0,-1-1-39 15,-8 4-250-15,-4-4-604 0,-4 2 267 0</inkml:trace>
  <inkml:trace contextRef="#ctx0" brushRef="#br0" timeOffset="61722">23509 9635 17 0,'-11'0'128'0,"1"0"-2"0,0-2-1 0,-1 1 10 16,1 1-8-16,10 0 0 0,-15-3 0 0,7 3-8 15,8 0-4-15,-14-3-2 0,14 3-2 0,-12 0-4 16,12 0-8-16,-9-2-7 0,9 2-8 0,0 0-5 15,-10-2-10-15,10 2-5 0,0 0-5 0,0 0-2 16,0 0-2-16,0 0 2 0,0 0-5 0,60 1 3 16,-6-1-9-16,7 0-5 0,38-2 0 0,2-1-1 15,-3 3-4-15,1-2 3 0,-2 2-10 0,-5 0-1 16,-28-2 2-16,2 2-2 0,-3-3 3 0,3 1 2 16,-8 0 1-16,-2 2 1 0,-4 0-3 0,-16 0 5 15,1 2-9-15,-5-2 2 0,-1 0-5 0,-10 0 3 16,1 1-5-16,-4-1-4 0,2 1 1 0,-8 1 3 15,3-2-7-15,-3 1 6 0,1 0-1 0,-2 0 4 16,2 0 0-16,1-1 8 0,-3 0-2 0,1 1 4 16,-1-1 3-16,2 0 1 0,1 0 7 0,5-1-5 0,-2 1-2 15,3-1-3-15,-7 1-5 0,1-1-8 0,-1 0 0 16,-1 0-5-16,1-1-23 0,-6 2-28 0,-7 0-28 16,10 0-40-16,-10 0-25 0,0 0-37 15,0 0-23-15,0 0-28 0,0 0-35 0,0 0-162 0,0 0-443 16,-52 3 196-16</inkml:trace>
  <inkml:trace contextRef="#ctx0" brushRef="#br0" timeOffset="62584.09">23940 9768 97 0,'-1'-8'246'16,"1"8"-9"-16,0 0-3 0,0-9-10 0,0 9-9 16,0 0-12-16,0 0-15 0,0 0-21 0,-3-6-16 15,3 6-18-15,0 0-11 0,0 0-10 0,0 0-7 16,0 0-8-16,3 34 6 0,-4-14 4 0,-1-1-4 0,1 13-8 15,-3 0 2-15,0 2-9 0,-2 1-6 16,1 11-5-16,-3-11-7 0,3-2-5 0,-1 2-1 16,-1-2-6-16,5-2-11 0,-1-1 9 0,-1-2-12 15,3-1 2-15,1-11-13 0,0 2-5 0,0 0 2 0,1-7-3 16,2 3-4-16,-2-5-3 0,0 2-5 16,1-4 6-16,-2-7-1 0,3 11-1 0,-1-8 7 15,-2-3 10-15,5 6-1 0,-5-6 5 0,0 0 14 0,0 0-20 16,18-11-6-16,-8-1 4 0,-1-3-16 0,7-6 7 15,0-2-6-15,2 0 1 0,1-3-5 0,-1 1 7 16,1-1-16-16,-4 4 1 0,2 2 8 0,-6 3 0 16,1 3-2-16,-1 2 11 0,-4 0-14 0,-2 3 0 15,0 2-15-15,0 2-19 0,-1 0-28 0,-4 5-34 16,4-10-39-16,-4 10-41 0,0 0-25 0,0 0-20 16,0 0-4-16,0 0-25 0,0 0-19 0,-15 31-215 15,2-17-513-15,-2 0 227 0</inkml:trace>
  <inkml:trace contextRef="#ctx0" brushRef="#br0" timeOffset="62741.78">23863 10262 222 0,'-17'-7'236'15,"-1"1"-7"-15,-7-6-8 0,-3 6-7 0,3-4-7 16,5 2-9-16,1 0-7 0,-2 0-8 0,3 2-21 16,1-2-9-16,5 3-19 0,-1 2-12 0,2-1-13 15,4-2-24-15,-1 4-27 0,3 0-35 0,5 2-58 16,0 0-66-16,-10-2-51 0,10 2-47 0,0 0-178 15,-8 12-409-15,4-6 182 0</inkml:trace>
  <inkml:trace contextRef="#ctx0" brushRef="#br0" timeOffset="63047.74">23192 10669 35 0,'-6'-10'333'0,"1"-1"-26"0,1 2-16 0,-1-1-20 15,1 5-16-15,3-1-21 0,1 6-10 0,-5-8-17 16,5 8-19-16,-4-7-9 0,4 7-31 0,0 0-16 16,0 0-14-16,0 0 8 0,0 0-26 0,0 32 4 15,1-13-2-15,-1 6-10 0,0 1-10 0,0 5-7 16,1-5-5-16,2 3-7 0,-3-1-8 0,0 2-3 15,0-4-8-15,1-7-4 0,1 1-6 0,0-2-7 0,0-1-18 16,-1-1-5-16,0 1-20 0,0-7-19 0,2-1-29 16,-2 1-32-16,-1 0-45 0,0-3-49 0,0-7-39 15,0 11-34-15,0-11-232 0,0 0-535 16,0 0 236-16</inkml:trace>
  <inkml:trace contextRef="#ctx0" brushRef="#br0" timeOffset="63538.75">23182 10588 109 0,'12'-12'210'0,"-2"4"-3"16,5-2-10-16,-3 4-10 0,2 1 3 0,-1 4-11 15,1 1 1-15,-3 4-4 0,-1 1-12 0,1 2-11 16,-4 2-11-16,1 7-10 0,-2 2-11 0,3 6-10 16,-10 1-7-16,2-1-14 0,-3 1-9 0,-5 0-6 15,1 0-3-15,-2-7-11 0,1-1 0 0,-4-1-11 16,4-2-3-16,-4 0-9 0,0-1 1 0,3-5-8 15,1-1 0-15,0 0-2 0,0-3-8 0,2 0 4 16,1-1-2-16,4-3-5 0,-7 4 5 0,7-4-9 16,-5 4 2-16,5-4-3 0,0 0-4 0,-5 4-2 15,5-4 2-15,0 0-3 0,0 0 2 0,0 0 1 16,13 15 4-16,-7-10-3 0,6 3 3 0,0-3-1 16,5 3 11-16,1-2-5 0,1 0-12 0,2-1 1 15,6 1-1-15,2-1-6 0,-1-2 8 0,3-3-4 16,-3 0 3-16,1-2-4 0,2 0 3 0,-3-2 2 0,-6 0-7 15,2-1 2-15,-5-1 0 0,-1 2 10 16,1-4-9-16,-2 1-4 0,-6 1 4 0,-2 0-4 16,0-2-1-16,-2-1 2 0,-5 0 1 0,1-2 3 15,-3 0-2-15,-3 0 1 0,-1-1 2 0,-1 1 14 16,-4-2 0-16,3 4 1 0,-3 2 11 0,0 0 5 16,-2 3 5-16,0 0 0 0,1 3-5 0,1 1-2 15,9 0 0-15,-19 5-5 0,10 3 2 0,0 1-8 16,3-1-3-16,-1 3 0 0,2 0 3 0,1-2-5 0,4 3 1 15,4 1-14-15,-1-3-23 0,3 4-20 16,-1-4-16-16,5-1-26 0,4 1-28 0,-3-3-52 0,5 2-37 16,0-2-34-16,0-2-33 0,-3-3-35 0,0 1-159 15,5-2-495-15,-4-1 220 0</inkml:trace>
  <inkml:trace contextRef="#ctx0" brushRef="#br0" timeOffset="63841.86">23885 10809 199 0,'4'-12'219'0,"0"1"-5"15,0 0-6-15,-2 4-5 0,3-2-6 0,-3 6-11 16,-2 3-19-16,3-5 4 0,-3 5 11 0,0 0-3 16,12 13-11-16,-10-2-3 0,2-1-15 0,1 5-6 15,-1 3-9-15,-1 0-19 0,2 1-2 0,2-2-13 16,-1 2-11-16,0 0 7 0,2-2-21 0,1 1-4 16,0-5 10-16,0 0-23 0,2-3 0 0,-2-4-6 15,0 1 8-15,2-2 1 0,0-3-4 0,-1 0-2 16,-2-4 10-16,2 0 10 0,0-3-17 0,-1-2-2 15,1 1 1-15,0-4 2 0,-1-6-2 0,2 2-7 16,-4-1 2-16,1-1-14 0,3-7 1 0,-3 7-10 16,0-10 2-16,-2 7-9 0,4-4-16 0,-2-2-18 15,-2 5-34-15,1 2-28 0,-3 0-17 0,3 4-19 16,-3 3-25-16,-1 1-28 0,-2 5-33 0,0-2-23 16,-1 7-20-16,0 0 2 0,4-6 0 0,-4 6-1 0,0 0-9 15,3 20-175-15,-3-8-455 0,0 4 202 16</inkml:trace>
  <inkml:trace contextRef="#ctx0" brushRef="#br0" timeOffset="64668.47">24267 10819 37 0,'7'7'117'16,"-3"0"30"-16,3-3 16 0,-3 0-5 0,1-2 12 0,-5-2 6 16,10 2 1-16,-2-2-9 0,-8 0-6 0,14-5 3 15,-4 1 8-15,-2-3-9 0,1 2 4 0,1 0-12 16,-5 0-3-16,2-4-19 0,0 1-14 16,-1-1 10-16,-4 2 3 0,2-3-20 0,-2 2-8 0,0 1 4 15,-4-3 7-15,2 10-6 0,-4-14-7 0,0 7-12 16,-3 0-2-16,0 3-9 0,-1 1-8 0,-1 2 1 15,-4 4 0-15,1-2-6 0,-2 5 0 0,-2 1-7 16,2 3-12-16,-2 4 8 0,3-2-6 0,1 3-4 16,3 1-10-16,-1-3-2 0,2 3-1 0,2 0-4 15,3-4-3-15,3 1 2 0,1 2-3 0,4 0-2 16,2-2-4-16,0-3-1 0,4-1 1 0,4 0-11 16,0-1 2-16,2-3 6 0,0 1-5 0,2-2 0 15,-1-2-2-15,-3-2-4 0,2 0-3 0,0-2-11 16,0-3 2-16,-4 1-4 0,-2-2 2 0,1 2 5 15,-2-3-9-15,-1 1 6 0,0-2 1 0,-1 0-1 16,-2-1-3-16,-1 1-1 0,-1-3-1 0,1 0 21 16,-1-2-18-16,0 2-13 0,3-3 16 0,-1 4-5 15,-3 0-2-15,4 2 3 0,-2 0-4 0,-5 8 9 16,9-12 0-16,-5 7 4 0,-4 5-5 0,6-7-1 0,-6 7-3 16,0 0 4-16,10 0-6 0,-10 0 9 15,8 9 10-15,-5-3-1 0,-2 3-3 0,1 3 7 16,1 0 1-16,-3 0-7 0,3 4 17 0,-3 0-11 0,0 0-2 15,2-4 4-15,1 0-9 0,3-3 10 0,-2 0 0 16,3 0 4-16,0-2-6 0,3 0-4 0,0-4 2 16,3 1-9-16,2-3 5 0,3-1-5 0,4-3 6 15,0-2 0-15,-4 2-3 0,2-5 10 0,-1-1-16 16,-3 0 1-16,1-1-11 0,-2-1 2 0,-3 0 5 16,1-3-8-16,-4 0 2 0,1-2-7 0,-2 3 2 15,-7-1 5-15,3-3 1 0,-3 6 4 0,1 2-3 16,-2-1 1-16,0 2-1 0,1 2-2 0,-1 6-1 15,-3-14 2-15,3 14 1 0,0 0-4 0,0 0 6 16,0 0 9-16,0 0-6 0,0 0-1 0,-18 22-2 16,11-6 7-16,1-1 1 0,0 3-2 0,1 1 0 15,-4 6 2-15,5-7 1 0,1 7 7 0,1-5-11 16,0-2-1-16,-1-2 10 0,2 0-11 0,1-4 2 16,1 0 9-16,0-2-9 0,1 0 4 0,0-2 2 15,-2-2 0-15,3-1 1 0,-3-5-1 0,5 10 0 16,-5-10 2-16,6 4-4 0,-6-4 0 0,7 1-7 15,-7-1 5-15,0 0-10 0,15-3-5 0,-4-2 9 16,0-2-6-16,4-2-4 0,-1-1-4 0,3-1-2 0,-2-2 1 16,5-5 4-16,0 2 3 0,-2-4-3 0,1 1 2 15,-3 0-1-15,-4 5 6 0,6-8-2 16,-7 8 7-16,-1-2-6 0,-1 1 10 0,-2 5 0 16,-4 0 8-16,0-1 16 0,0 6 10 0,-2-1 7 0,-1 6 1 15,0 0-10-15,0 0 4 0,-13-8-7 16,13 8 8-16,-23 11-2 0,8 0-9 0,0 0 9 15,-5 6-7-15,5-5-7 0,4 2-7 0,3 0 9 0,-1 1-23 16,6-5-36-16,1 2-19 0,4 0-36 0,2-3-28 16,4 3-35-16,1-4-54 0,6 3-55 0,6-6-45 15,-1 0-276-15,-2-2-636 0,2 0 282 0</inkml:trace>
  <inkml:trace contextRef="#ctx0" brushRef="#br0" timeOffset="65062.63">25389 10618 214 0,'2'-15'283'0,"1"2"5"16,2 4-5-16,-5 3-12 0,2-1-22 0,-2 7-26 15,2-8-21-15,-2 8-10 0,0 0-5 0,0 0-9 16,4 21-2-16,-1-9-8 0,-5 5-8 0,4 2-10 16,-6 8-24-16,1 0-12 0,-1-1-2 0,2 4-4 15,-6-6-20-15,6-4-3 0,-2-3-3 0,-1 1-12 16,3-1-4-16,0-1-11 0,2-7-1 0,-2 0-5 0,0-4-3 15,2-5-7-15,-1 11 3 0,1-11-1 16,-2 6 2-16,2-6-2 0,0 0-6 0,0 0-2 16,0 0-2-16,0 0-5 0,0 0 1 0,0 0-10 15,0 0-3-15,0 0-6 0,0 0-2 0,16-15 1 0,-8 10-11 16,0 3 1-16,5-2-10 0,-1 1 1 0,6 3 8 16,-5-2-4-16,-2 4 3 0,0 0 4 0,-2 2-1 15,-4 0-12-15,6 3 5 0,-7 2 14 16,0 0-13-16,-1 1 3 0,-3 1 8 0,0 0 1 0,-3-1 0 15,-1 0 13-15,0 0-3 0,-5-1 4 0,0 0-8 16,2 0 0-16,-4-1 3 0,2-2-5 0,-2 1-2 16,0-3-22-16,2 0-27 0,-1-1-30 0,2-1-37 15,8-2-40-15,-11 1-43 0,11-1-59 0,0 0-44 16,-8-7-46-16,8 7-198 0,0 0-585 0,21-17 259 16</inkml:trace>
  <inkml:trace contextRef="#ctx0" brushRef="#br0" timeOffset="65236.66">25682 10797 98 0,'4'-9'312'16,"2"-1"-10"-16,-3 7-5 0,1-3-17 0,1 2-22 16,-5 4-22-16,5-6-20 0,-5 6-11 0,0 0 0 15,0 0 28-15,7 12-16 0,-5-3-19 0,-2 2-29 16,-2 1-15-16,1 4-9 0,-3 2-10 0,2 0-14 16,-1 1-27-16,-1-2-31 0,1-1-37 15,1 0-38-15,2-3-46 0,0-3-36 0,0 4-41 0,0-3-43 16,-2-1-46-16,2-10-43 0,-3 11-233 0,2-7-540 15,1-4 239-15</inkml:trace>
  <inkml:trace contextRef="#ctx0" brushRef="#br0" timeOffset="65382.13">25756 10585 109 0,'-3'-7'192'0,"3"7"-26"0,-2-7-25 0,2 7-35 0,0 0-35 15,0 0-42-15,0 0-47 0,0 0-115 16,0 0-144-16,14 26 64 0</inkml:trace>
  <inkml:trace contextRef="#ctx0" brushRef="#br0" timeOffset="65944.03">26046 10730 163 0,'0'0'278'15,"0"0"-8"-15,0 0 1 0,-32 10 0 0,16-1-2 16,1 0-2-16,1 0-1 0,-5 2-12 0,4 2-1 15,-2-1-18-15,3 1-12 0,1 1-3 0,3-1-22 16,1 3-19-16,3 0-18 0,4-3-13 0,0-1-13 16,6 0-17-16,0 3-10 0,1-5-10 0,4-1-6 15,6 0-12-15,-2-4-11 0,6 0-5 0,-1-3-7 16,-3-1-9-16,0-2-9 0,0-1-8 0,-4-1-7 16,7-4 3-16,-7 1-3 0,-1 0 5 0,1-6-5 15,-3 3-8-15,2-3-2 0,-2-3-4 0,-3 5-1 16,-1-6-2-16,1-2-3 0,-3 2 0 0,3 4 1 15,-3 2-3-15,0-3 1 0,3 3-6 0,-5 0 10 16,2 5-9-16,0-2 6 0,-2 7-4 0,2-9 0 16,-2 9 11-16,0 0 1 0,0 0 11 0,0 0-1 15,0 0 2-15,-6 33 3 0,2-22-6 0,2 2-1 16,3 3 3-16,0-2 3 0,3-2-6 0,2 2-3 0,1-4 5 16,1-2-9-16,2-2 2 0,1-1-1 15,6-1-6-15,2-2-2 0,2-2 4 0,-1-3 1 16,-2-1-11-16,4-2 5 0,-3 0-4 0,0-3 3 0,0 1-1 15,-2-3 2-15,-3 1-7 0,-5 0 0 0,-3 0 3 16,6-4-4-16,-3-1-7 0,-3 1 7 16,-2-1-11-16,2-1 2 0,-4-1-2 0,0 5 6 0,0 2-8 15,-2 2 10-15,0 0-5 0,1 1 1 0,-1 7 2 16,0 0-2-16,-1-11-5 0,1 11 9 0,0 0-5 16,0 0 6-16,0 0 7 0,-14 32-5 0,8-20 2 15,1 3-1-15,-1 4-1 0,-2-2 7 0,-2 8 0 16,3-9-3-16,1 4 0 0,1-1 1 0,-4-2-1 15,6-1 1-15,-1-3-3 0,2-2 8 0,0 1-7 16,-1 0-1-16,3-2-2 0,-2-1 1 0,0-2 1 16,2-7-1-16,-2 10 0 0,0-3-10 0,2-7-24 15,-3 7-23-15,3-7-37 0,-5 5-35 0,5-5-37 16,-13 5-49-16,7-3-77 0,-4-2-64 0,1 0-293 16,9 0-704-16,-22-4 311 0</inkml:trace>
  <inkml:trace contextRef="#ctx0" brushRef="#br0" timeOffset="66485.89">27119 10604 188 0,'-7'-11'297'0,"3"6"-11"0,4 5-15 0,-11-5-16 16,4 5-1-16,7 0-20 0,-23 7-15 0,9 4-12 16,1 2-15-16,-3 0-14 0,3 11-17 15,-5 0-12-15,7-2-14 0,2 2-17 0,5-6 3 16,0 1-25-16,4-2-4 0,0 0-15 0,4-2-8 0,0 1-4 16,1-6-9-16,3 0 1 0,2-1-10 0,1-3-4 15,-2 0-8-15,3-2-4 0,0-1-7 16,-5-3-3-16,3-3-1 0,1-1-3 0,0-1 8 0,-2 0-14 15,-2-2 6-15,2-1-5 0,-1-1 2 0,0-2-6 16,-2 2 1-16,-1-1-5 0,-1 1 1 0,2-4-3 16,-1 3 3-16,-2 0-3 0,3 1-1 0,-5 5-4 15,-1 4 2-15,6-6-3 0,-6 6 3 0,0 0 2 16,0 0 10-16,0 0-6 0,9 11 0 0,-5-5-3 16,-2 6 6-16,1 0-5 0,-1 4 1 0,1-5-10 15,-1 3-33-15,2 1-37 0,0-2-49 0,-1 0-53 16,3 0-61-16,0-3-61 0,-2-1-234 0,5 0-577 15,-1-4 257-15</inkml:trace>
  <inkml:trace contextRef="#ctx0" brushRef="#br0" timeOffset="66898.59">27505 10654 47 0,'-2'-11'269'0,"2"1"-5"0,-4 1-9 16,2 3-12-16,0 0-17 0,2 6-16 0,-7-4-1 15,7 4-6-15,-16 7-15 0,7 4-4 16,-3 2-7-16,-1 8-6 0,-1 1-12 0,1 0-15 0,4 3-10 16,0-5-19-16,4 3-2 0,3-3-13 0,0-2 14 15,4-2-38-15,3 1-6 0,2 0 1 0,4-2-6 16,0 0-7-16,3-6-5 0,1 2-6 0,-1-7-3 16,3 2-4-16,-3-2-1 0,1-2-16 0,4-1-4 15,-6-2 6-15,5-1-2 0,-6-2-5 0,-1-3-11 16,-2 2 8-16,2 0-4 0,-2-4-3 0,-2 1-5 15,1-3 10-15,-1 1-18 0,0-4 0 0,-2 3-1 16,2-5 2-16,-1 2-3 0,1-4 7 0,0 3-5 16,0-1 4-16,-1 5-7 0,1-3 8 0,1 5-4 15,0 2-3-15,-4 1 4 0,1 1-6 0,-1 1 3 16,3 2-1-16,-7 2 5 0,11 1-1 0,-11-1-1 16,11 11 26-16,-8-1-9 0,1 2 5 0,-2 0 13 15,4 4-11-15,-2 1 4 0,-4-5 0 0,2 5 5 16,0 0-7-16,0 0-3 0,2-2-2 0,-3-3 1 15,1 1-16-15,2-3-25 0,-2 2-24 0,2-7-29 16,0 3-34-16,-2-2-54 0,4-3-61 0,-1 0-67 16,-5-3-290-16,13 1-630 0,-4-2 279 0</inkml:trace>
  <inkml:trace contextRef="#ctx0" brushRef="#br0" timeOffset="67656.62">27945 10794 162 0,'0'0'237'0,"0"0"-4"0,0 0-9 15,0 0-7-15,0 0 3 0,0 0-5 0,-10 20-8 16,9-12-7-16,2 2-2 0,-1-10-18 0,6 17-15 16,-2-12-8-16,1 5-16 0,3-3-9 0,-2 1-16 15,7-1-1-15,-2-3-19 0,1-1-5 0,1-2-5 16,0-1-10-16,-1-3-8 0,1 2-6 0,-1-3-8 16,-1-1-4-16,-2 0-6 0,-1-2 8 15,-3-2-12-15,1 0-7 0,-1 0-1 0,-2-1-2 0,-3 0-12 16,2-2 5-16,-4-4 3 0,2 5-11 0,0-4-4 15,-3 5 2-15,1 1-3 0,-2 2 0 0,1 1-1 16,1-2 0-16,-2 2 2 0,4 6-3 0,-9-5-3 16,9 5 2-16,-14 3 5 0,5 0 0 0,-6 7 0 15,1 3 2-15,1 0 19 0,-8 5-17 0,10-3 1 16,-2-2 7-16,3 4-10 0,2-2 7 0,6 0-6 16,0 1 5-16,2-5-2 0,2 0-1 0,5 0 2 15,1-2-1-15,1-2 1 0,9 0-6 0,0-4-10 16,0-1 2-16,-2-2-4 0,4-2-9 0,-2-2-6 15,-2-2 6-15,2-1-1 0,-5-3-5 0,3 1 3 0,-5-3 2 16,1 1 1-16,-2-3 4 0,1-1-6 0,-3-2-3 16,0-1-2-16,-1 2 4 0,5-8-7 0,-5 0 4 15,2 1-2-15,-4 5 3 0,5 3 0 16,-5-1 2-16,3 2 3 0,-3 5 0 0,0 0 0 0,-1 4 7 16,0 1-10-16,-4 4 6 0,0 0 22 0,0 0-1 15,0 0 17-15,6 18 6 0,-9-1 23 0,1 2 0 16,-4 7 0-16,-2 2 8 0,3 0-2 0,-4 3 1 15,0-3-2-15,4 0-1 0,-1-3-3 0,2-6-2 16,-1-1-1-16,2-1-4 0,2-1-2 0,-1-6-7 16,2 0-3-16,0-3-6 0,0-7-2 0,2 11-1 15,-2-11-3-15,6 3 0 0,-6-3-3 0,13-2 2 16,0-3-11-16,-2-2 1 0,3-3-1 0,2-3-6 16,-2-1-2-16,2 1-10 0,-5-4-4 0,8-5-9 15,-5 1 0-15,1 0 1 0,0-3-11 0,1 1-5 16,-3 1 1-16,-5 4 2 0,1 1 7 0,-3 1 0 15,-1 2-8-15,-1 3 4 0,-2 1 3 0,-1 3 0 16,-1-1 3-16,0 8-2 0,1-9 6 0,-1 9-3 0,0 0-1 16,0 0 4-16,-8-3-1 0,8 3 5 15,-13 9-8-15,6-2 6 0,1 2 3 0,1-1-2 16,1 1-1-16,3 3-1 0,0-2-5 0,1 4 5 16,0-2-3-16,2 1 7 0,-1-2 0 0,3 6 2 15,-2-6-3-15,1 1 6 0,4 1-5 0,-5-2 3 0,2 2 8 16,-3-3-9-16,3 1-5 0,-4 0 1 15,0 0 3-15,0 0-2 0,-1-3-13 0,0-1-34 0,1-7-29 16,-3 10-36-16,3-3-40 0,0-7-53 0,-1 10-68 16,1-10-59-16,0 0-293 0,1 10-683 0,-1-10 301 15</inkml:trace>
  <inkml:trace contextRef="#ctx0" brushRef="#br0" timeOffset="67894.45">28988 10461 47 0,'0'-17'317'0,"-1"0"2"0,1 5-2 16,0 2-7-16,0 1-27 0,0 9-21 0,-3-9-31 15,3 9-10-15,0 0 45 0,0 0 2 0,-6 34-15 16,2-10-14-16,-4 4-16 0,2 6-17 0,1-1-21 16,-2 1-19-16,-3-1-13 0,-1-1-14 0,4 2-10 15,1-6-18-15,-1 1-9 0,0 0-15 0,2-5-26 0,1-3-23 16,-1 3-30-16,2-7-47 0,2-4-53 0,-1-2-34 15,0-1-42-15,-2 1-32 0,3-6-33 16,-3 1-29-16,4-6-31 0,-4 6-20 0,4-6-224 16,0 0-580-16,0 0 258 0</inkml:trace>
  <inkml:trace contextRef="#ctx0" brushRef="#br0" timeOffset="68429.52">28869 10843 1064 0,'5'-15'-6'0,"-1"-3"31"16,1 2 26-16,-1-3 17 0,-2 2 18 0,4-1 1 16,-1 1 22-16,1 1-8 0,2-1 2 15,1 2-4-15,0 0-6 0,5 0-4 0,0 1 0 0,1 0-5 16,-1 1 0-16,3-1-8 0,6-1-2 0,-7 2-5 15,1 2 2-15,-2 0 5 0,2-1 9 0,-3 0-3 16,-1 0 1-16,-6 2 0 0,6-1 5 0,-5 3-1 16,1-3-2-16,-1 3 9 0,-3 3-6 0,-3-1 3 15,2 0-12-15,1 3 0 0,-5 3-18 0,4-7-6 16,-4 7-1-16,0 0-5 0,0 0 9 0,0 18-16 16,-1-2 10-16,-6 2-3 0,2 1-1 0,-1 7-6 15,-2-2-5-15,0 2 1 0,1-1-5 0,2-6-3 16,-3 7 14-16,2-3-16 0,2-6-3 0,-2 0-1 15,3-1 2-15,-1 0-5 0,3-6-7 0,-2 0 4 16,2-4-11-16,0 1 4 0,1-7-15 0,-2 10 5 16,2-10-5-16,2 9 2 0,-2-9-11 0,0 0 10 15,5 4 0-15,-5-4-4 0,0 0-6 0,20-13 5 16,-6 4-4-16,-1 3-1 0,2 1 6 0,2-2 2 16,0 0 0-16,0 2-8 0,-4 1 12 0,1 2-12 15,-2 1 4-15,-1 1 1 0,1-2 10 0,-2 4-4 16,3-1 8-16,-3 2 3 0,0 0 0 0,3-2-1 0,-3 1-3 15,2 2 3-15,2-3-2 0,-3 1 3 0,3-2-9 16,-1-2 3-16,0 1 4 0,-2-1 0 0,2-2 5 16,-1 0-9-16,-1-2-4 0,-2 2 13 0,0-4-6 15,-3 0 4-15,1 1-4 0,-3 1-3 0,0-4 2 16,-2 1-4-16,0-1 2 0,-2 4-3 0,-2-6 13 16,1 3-2-16,-2-1-2 0,-2 2 3 15,1 2 6-15,-2 1 3 0,-2 1 8 0,-1 3 7 0,-2 1 4 16,-3 1 8-16,-2 6 1 0,1 1 2 0,-2 0-5 15,1 3 1-15,0 0-6 0,3 1-9 0,0 0 3 16,2 0-3-16,4-1-6 0,2-1-21 16,5 1-22-16,2 0-40 0,3-1-45 0,4-1-51 0,5 2-38 15,12 2-51-15,5-5-68 0,3 0-59 0,-1-2-238 16,3 0-656-16,0-2 290 0</inkml:trace>
  <inkml:trace contextRef="#ctx0" brushRef="#br0" timeOffset="68685.2">30083 10435 263 0,'-8'-8'297'16,"0"2"-4"-16,-4 3 3 0,-2 2-5 0,-4-1-2 16,-4 6-8-16,3-1 1 0,-8 7-7 0,8 0-12 0,0-1-7 15,-2 7-14-15,4-3-16 0,3 1-13 0,0-1-21 16,3 2-14-16,1 0-10 0,3 0-14 15,4-2-16-15,2-2-13 0,2 6-11 0,3 0-11 16,5-1-8-16,0-3-13 0,11 6-28 0,1-5-38 0,5 0-42 16,5-4-50-16,-2-2-54 0,3-2-41 0,-4 1-48 15,1-3-43-15,-8 0-34 0,0-6-29 0,0 2-23 16,-3-1-208-16,-2 1-602 0,3-2 266 0</inkml:trace>
  <inkml:trace contextRef="#ctx0" brushRef="#br0" timeOffset="69650.59">31057 10574 233 0,'19'-7'284'0,"2"-1"-7"0,-2 1 24 0,6-4-1 15,1 2-10-15,2-1-9 0,-4 1 4 0,7-1-19 16,-4 1-14-16,-11-2-13 0,10 0-10 0,-8 1-9 16,-5 0-2-16,1 2-17 0,-4 1-7 15,-2-2-8-15,-2 1-12 0,0-2-15 0,-3 3-7 0,2-2-9 16,-1 2-12-16,-3 1-7 0,2 0-8 0,-3 6-12 15,4-8-15-15,-4 8-12 0,3-3-5 0,-3 3-11 16,0 0 0-16,0 0-1 0,-5 21-1 0,1-9-1 16,1 6 3-16,-1 2 2 0,-3 6-7 0,5 0 7 15,-1 1-8-15,3 2-4 0,-2 3-2 0,3 0-6 16,-1-3-1-16,4 2-2 0,-2-2-7 0,0 0 0 16,1 0-6-16,-1-5-1 0,2-1-9 0,-2-5 4 15,-1-2 0-15,1-2-6 0,0 1-8 0,-3-4-6 16,0-3-13-16,1 0-14 0,0-8-18 0,-2 12-17 15,2-12-19-15,-3 7-31 0,3-7-42 0,-16 2-45 0,6-4-60 16,-8-3-61-16,0-1-67 0,0-2-73 16,-8-2-294-16,6 1-814 0,-3-5 360 0</inkml:trace>
  <inkml:trace contextRef="#ctx0" brushRef="#br0" timeOffset="69831.67">31307 10103 39 0,'4'-18'208'0,"-3"8"-19"0,1 0-22 15,0 3-16-15,-2 7-18 0,0 0-18 0,0 0-26 16,0 0-31-16,0 0-34 0,17 23-49 0,-9-8-32 16,-3 2-31-16,0 1-80 0,1 0-181 0,6-2 81 15</inkml:trace>
  <inkml:trace contextRef="#ctx0" brushRef="#br0" timeOffset="70006.09">31410 10219 104 0,'9'5'53'0,"-3"-1"10"0,2-1 16 0,-8-3 22 15,0 0-3-15,11-8 5 0,-8 2-3 0,-2-2 3 16,3-4 12-16,-1-4 16 0,0 4 0 0,4-3 4 0,-1-3 3 16,0 2 3-16,3-1 5 0,2 1-3 0,-1 1 0 15,-1 7 0-15,3-5 6 0,0 3 2 0,-2 4-2 16,2 0-3-16,-1 5-4 0,1-1-6 0,-1 4-3 16,-2 1 4-16,4 3-15 0,-3 3-9 0,2 3 1 15,-2 3-25-15,-1 1-4 0,-3 3-11 0,1 5-9 16,-1-4-1-16,-1 5-20 0,0 1-34 0,0-3-48 15,-2 2-65-15,-7-5-69 0,3-1-86 0,-4 1-329 16,-2-7-637-16,-3 3 282 0</inkml:trace>
  <inkml:trace contextRef="#ctx0" brushRef="#br0" timeOffset="70913.31">24123 11713 76 0,'-5'-18'237'0,"-3"1"-5"0,-5 1 0 15,2 0-3-15,-3 6-9 0,-3-4-5 0,3 5 2 0,1 3-14 16,0 0-11-16,-2 5-18 0,2 1-19 0,-1 1-6 16,-2 3-11-16,-3 8-5 0,-3 3-10 15,1 3-22-15,4 3-5 0,1-1-7 0,-2 0-9 0,9-1-6 16,0-3-10-16,4 2-2 0,1 0 5 0,4-2-18 15,-1 0-6-15,5-4-3 0,1 1 3 0,4-1-5 16,0-4-3-16,7-2 13 0,3 0-22 0,0-5-10 16,1-1 8-16,6-7-2 0,-1 0-1 0,1-3-3 15,-2-2-8-15,-2-3 3 0,-3-2-1 0,0-2-4 16,-5-4 6-16,-1 0-12 0,-2-3 9 0,-3-1-3 16,1-3 4-16,-4-1-2 0,-1 0-3 0,0-4-3 15,0 2 0-15,-3-2 5 0,-1 4-8 0,3-1 2 16,-3 3-1-16,-2 1 2 0,4 3 0 0,-4 7-1 15,2 4 3-15,-1 3 0 0,0 2-3 0,-1 4-2 16,2 5-4-16,-2-7-5 0,2 7 6 0,0 0-4 16,0 0 0-16,-7 29 2 0,1-1 5 0,-2 6 2 15,2 11 0-15,0 5 6 0,0-4-5 0,5 0-1 16,2-12-2-16,3-2-3 0,3 0 1 0,-1-2 7 16,3-1-3-16,1-1 2 0,1-5 4 0,3-2-7 15,-4-7 1-15,1-2 0 0,3-1 3 0,0-2 4 16,2-1-12-16,-1-5 11 0,-1 0-9 0,0-3 1 15,1-1 6-15,2-4-6 0,1-3 0 0,0-1-1 0,-1-4 9 16,-1 0-15-16,5-5-2 0,-9 3-6 0,6-6 4 16,-2-3 3-16,-4 2-1 0,-2-3-6 15,1 0 5-15,-5 7-5 0,-2 0 4 0,0 0 0 0,-4 6 0 16,1 0 5-16,-2 2-5 0,1-1 0 0,-4 5 1 16,0 1 1-16,4 5 7 0,-13-4-5 0,2 8 6 15,1 2 8-15,-6 7-2 0,4 1-2 0,-6 5-2 16,5 2 1-16,4-4 1 0,3 2 5 0,2 0-5 15,3 0 8-15,1-1-12 0,2 1 3 0,3 0-15 16,4-2-23-16,0-1-26 0,6-2-32 0,-1-1-42 16,6-4-52-16,5 1-36 0,7-5-34 0,3-2-258 15,-4-4-557-15,1-1 246 0</inkml:trace>
  <inkml:trace contextRef="#ctx0" brushRef="#br0" timeOffset="71501.33">24923 11508 26 0,'-3'-8'266'0,"-4"-1"-9"0,1 1-13 0,-4 6-4 16,1 2-8-16,9 0-6 0,-25 9-8 0,11 1-8 0,-2 3-12 15,0 6-7-15,2 3-15 0,3-4-2 16,2 0-20-16,-1 5-6 0,7-3-5 0,-1 0-23 16,3 3-1-16,1-4-21 0,2 0-5 0,4-1-9 15,2-1-4-15,3-4 3 0,0 0-16 0,3 0-9 0,-1-4 1 16,2 1-14-16,2-4-1 0,1-1-6 0,-1-4-4 15,1-1-9-15,-5-1-3 0,1-2-3 16,-1 1-6-16,-1-4-4 0,0-1 1 0,-2-2-4 0,0 1-2 16,3-4 2-16,-7 1 2 0,4-2-9 0,-3 1 14 15,-2-2-18-15,3-2-3 0,3-1 4 0,-3 2-4 16,2 0 3-16,0 1-1 0,-3 3-4 16,3-1 3-16,-3 2 3 0,0 4 0 0,0 1-5 0,-3 1 2 15,-4 4-1-15,9-5 1 0,-9 5 0 0,10 1 4 16,-10-1-2-16,10 11-2 0,-5-3 0 0,-1 3 10 15,-1 2-2-15,0 2 7 0,3-1 3 0,-3 3-4 16,1-1 1-16,0-4-8 0,2 3 3 0,3 0 1 16,-2-4 3-16,0-1-3 0,0-1 8 0,0-1-1 15,6 0 0-15,0-2 0 0,-1-2-4 0,-1-2-2 16,2-1 4-16,-1-2-4 0,5-2 1 0,-3 0-2 16,-5-1-3-16,4-2-1 0,1-4-2 0,-5 3 4 15,5-5 13-15,-3 0-11 0,-3-2-3 0,5-1-4 16,-7-1 4-16,1-1 1 0,-1 0 0 0,-4-7 14 15,0 4-18-15,1 0-1 0,-2 1 2 0,1 1-4 0,-2 3 0 16,-1 2 4-16,1 3 6 0,-2 0 0 16,-1 1 5-16,-1 3-7 0,4 6-4 0,0 0-1 15,-9 0 11-15,9 0 4 0,-20 21-6 0,8-4 8 0,-1 4-1 16,-2 0-8-16,3 2 3 0,5-5 0 16,2 1 3-16,2 6-9 0,3-9-16 0,4 3-14 15,4-2-26-15,0-1-25 0,-1-3-29 0,1 2-33 0,8-4-33 16,2-2-36-16,3 0-35 0,8-3-20 0,-2-5-6 15,4 0-10-15,-1-3-146 0,0-2-462 0,0 0 204 16</inkml:trace>
  <inkml:trace contextRef="#ctx0" brushRef="#br0" timeOffset="72422.25">25732 11747 556 0,'15'-10'1'0,"3"-1"26"0,-5-4 17 15,-4-1 18-15,1 2 8 0,-4-2 20 0,1 0 6 16,-5 0 16-16,2-3 10 0,-6 3 7 0,0 0 6 16,0 6 4-16,-2-2 23 0,-1 2 4 0,-2 3 7 15,2-1-11-15,1 4-5 0,4 4-10 0,-11-1 4 16,0 3 4-16,1 7-13 0,-3 1 2 0,-1 4-4 15,3 2-10-15,-2-1-14 0,2 0-15 0,4 2-8 16,0 0 14-16,3 0-23 0,-1-1-2 0,2 0-9 16,3-3-3-16,3-3-14 0,0 1 1 0,1 0 0 15,0-3-9-15,5 0-1 0,0-1-9 0,1-2 0 16,1-3-6-16,0 0-2 0,1-1-3 0,-2-4 2 16,-1 1-5-16,1-3-4 0,0 0-1 0,-3-2-10 15,2 0 1-15,-2-3 5 0,-1 1-5 0,-3-1-1 16,1 0 0-16,-2-3-9 0,0 0 4 0,2-3 7 15,-2 4-6-15,0 1 1 0,0 0 7 0,0 4-7 0,-1 1-3 16,-1 6-7-16,1-11-1 0,-1 11-6 16,0 0 3-16,0 0-3 0,0 0 6 0,0 0 3 0,0 0 2 15,0 0 5-15,-8 29 0 0,2-17-5 0,2 1 11 16,4-2-4-16,-2 1 3 0,0 1 1 16,4 4 5-16,0-6-9 0,1 0 7 0,4-1-2 0,-1-1-3 15,1-1 1-15,1 0 5 0,2-5-10 0,3 2 7 16,-2-3 3-16,3-2-1 0,2-1-5 0,-2 0 11 15,3-4-16-15,-1-1 0 0,-1-2-1 0,-3 2 11 16,1-4-11-16,1-1-4 0,-3-2 7 0,-4 3-4 16,3-3 1-16,-4-5-2 0,0 3 1 0,-1-2 2 15,1-1-11-15,-4 1 4 0,0-1-7 0,2 5 5 16,-2 2 4-16,0-1-5 0,0 3 0 0,-2 4 1 16,0 5-1-16,2-9-2 0,-2 9-10 0,0 0 7 15,0 0 5-15,0 0 4 0,0 0 1 0,0 32 6 16,-2-14 0-16,2 7-2 0,-2 0-3 0,0 1 7 15,-3 1-6-15,2-1 7 0,3-2-9 0,-2 1 4 16,-2-7 4-16,4 0-4 0,-2-2-3 0,0-6 7 0,2-1 3 16,2-1-5-16,-2-8 0 0,0 10-5 0,0-10 9 15,0 7 5-15,0-7-4 0,0 0-2 16,0 0-3-16,0 0-3 0,22-19 0 0,-13 11 5 0,7-4 5 16,-1-2-10-16,8-4-14 0,-5 0 10 0,2-2-6 15,3 3-5-15,0-2 8 0,-2 0-11 0,-2 0 9 16,1-3 0-16,-4-2-7 0,-3 8-3 15,1-4 13-15,-4 6-2 0,0-4-1 0,-5 7 0 0,-1 0 8 16,-4 3-3-16,2 0-2 0,-2 8 4 0,-2-11 4 16,2 11-2-16,-4-9 0 0,4 9 10 0,0 0-12 15,-21 9 3-15,12-1 1 0,-5 4 3 0,1 1 4 16,2 0-10-16,-1 4 4 0,4-1-8 0,1 0 9 16,2 1 1-16,3 0-3 0,0-3-6 0,4 2 5 15,0-4 12-15,3 1-13 0,4 0 17 0,0-6-13 16,0 3 2-16,4-2 0 0,1-4-5 0,4 1-3 15,0-1 0-15,-3-2-7 0,6-3-11 0,-6 0-1 16,4-1-9-16,0-4 4 0,-1 1-1 0,-1 0-5 16,-2-3 4-16,1 0-6 0,-5 0 2 0,0-3-2 0,-3 0 7 15,4-2-3-15,-5 0 6 0,0-5-2 16,2 4 5-16,-4-1 2 0,1 1-2 0,-2 2 5 16,-1 3 2-16,-1 1-3 0,3 3 2 0,-5 5 6 15,4-10 7-15,-3 6 1 0,-1 4 4 0,0 0 7 0,0 0 17 16,0 0 7-16,0 0-1 0,-3 26-7 15,1-13 11-15,-5 2-11 0,2 0 1 0,-3 9-2 16,-1-5 1-16,1-2-10 0,0 2-17 0,5-2-35 0,-3 2-38 16,0 0-57-16,2-1-46 0,2 0-49 0,0-3-68 15,4-4-42-15,-2 0-265 0,5-2-646 0,-4-3 285 16</inkml:trace>
  <inkml:trace contextRef="#ctx0" brushRef="#br0" timeOffset="72564.64">26818 11762 198 0,'0'0'201'0,"0"0"-17"0,5-3-21 15,-5 3-20-15,0 0-20 0,0 0-43 0,0 0-36 16,0 0-57-16,0 0-49 0,0 0-116 0,0 0-191 16,0 0 85-16</inkml:trace>
  <inkml:trace contextRef="#ctx0" brushRef="#br0" timeOffset="98806.15">9752 12280 36 0,'-1'-5'177'0,"-2"-4"-2"15,3 9 8-15,-5-12-4 0,3 7-9 0,2 5-12 16,-3-9-14-16,3 9-18 0,-5-4-16 0,5 4-13 15,0 0-8-15,0 0-7 0,-7 21-12 0,5-3-6 16,-6 6-7-16,2 4-2 0,-2 0-10 0,-1 5 0 16,-1-2-5-16,0 1 11 0,1-1-5 0,2-2-6 15,1-4-7-15,2-8 1 0,2 1-3 0,-2-7-6 16,2 1 0-16,1-3-1 0,0-3-3 0,1-6 4 16,-1 9-4-16,1-9 7 0,0 0-2 0,0 0-6 15,0 0-1-15,0 0 0 0,0 0-2 0,-6-26-3 16,8 14 0-16,-1-5-3 0,2-1 1 0,-1-9-1 15,3 3-5-15,2-5 2 0,0 1-2 0,2-1-1 16,-1-1-1-16,2-2 1 0,3 2-1 0,1-3 0 16,-1 5 2-16,0-1-5 0,2 4 1 0,-4 3 2 15,-2 8-2-15,2 4-2 0,-4 3-2 0,1 0-2 16,-2 5 0-16,-6 2-3 0,18 0 3 0,-18 0 1 16,21 11-2-16,-11 1 2 0,0 7 4 0,3 1 4 15,-4 7 0-15,2 1 1 0,1-1 3 16,-3 1-1-16,0 0 0 0,2-2 3 0,-3-1-1 0,-2-5-2 15,-2 5-2-15,1-6-2 0,0-1 1 0,0-1 3 16,-1-2-1-16,1 2 0 0,-1-3-5 0,-1-3-11 16,-1 0-10-16,-2 0-25 0,3 0-32 0,-3-11-29 15,0 19-33-15,-1-9-25 0,1-10-26 0,-7 13-155 16,1-6-372-16,-2-2 165 0</inkml:trace>
  <inkml:trace contextRef="#ctx0" brushRef="#br0" timeOffset="98969.9">9662 12585 81 0,'0'0'115'15,"0"0"-8"-15,20-12-7 0,-2 8-15 0,1-1 2 16,8-1-17-16,3-1-9 0,2 0-21 0,3 0-20 16,-3 0-28-16,-1 0-25 0,3 1-20 0,-1-2-6 15,0 0-44-15,-3-3-110 0,0 3 49 0</inkml:trace>
  <inkml:trace contextRef="#ctx0" brushRef="#br0" timeOffset="99144.89">10217 12372 38 0,'8'-17'73'0,"0"-5"2"16,-5-3 3-16,0 8 12 0,-4-2 9 0,-2 2-6 16,-1-1 8-16,2 3-3 0,-1 6 8 0,1-1 11 15,2 10 0-15,-4-12-18 0,4 12-7 0,0 0-8 16,0 0-8-16,0 0 9 0,0 0 13 0,0 0 14 16,-4 46 1-16,5-17-9 0,0 3-9 0,2 3-6 15,0-2-7-15,-1 2-7 0,1-1-11 0,-1-1 1 16,2 0-10-16,0 2-10 0,-2-2-23 0,-2-2-23 15,2-1-34-15,-1-2-35 0,-2-3-39 0,-1-5-37 16,0 0-20-16,-1-3-30 0,-3-1-108 0,0-3-327 16,-1-3 145-16</inkml:trace>
  <inkml:trace contextRef="#ctx0" brushRef="#br0" timeOffset="99297.24">10083 12545 39 0,'5'-9'146'16,"-5"9"-15"-16,10-6-8 0,-1 2-17 0,5 1-12 16,2 1-10-16,4 0-12 0,8 3-33 0,4-2-49 15,3 0-63-15,-5 1-53 0,9-3-135 0,-2 3 60 16</inkml:trace>
  <inkml:trace contextRef="#ctx0" brushRef="#br0" timeOffset="99751.24">10820 12818 213 0,'-10'-5'242'0,"2"-1"-17"0,1-3-16 16,2-3-14-16,2-5-24 0,2-1-16 0,3-6-12 15,5-2-11-15,4-3-11 0,1-2-13 0,12-10-9 16,-6 10-14-16,5-12-4 0,-5 11-7 0,10-11-8 16,-6 15-6-16,-1-2-9 0,-4 2-4 0,-3 6-5 15,-1 5 1-15,-4 2 3 0,-4 5 1 0,-1 4-2 16,0 1-6-16,-3-2-2 0,-1 7-8 0,0 0-2 16,0 0-2-16,0 0-2 0,-24 7-5 0,7 6 0 15,-8 3-3-15,1 6-1 0,-4-1-1 0,3 2-2 16,3-1-3-16,7-2-1 0,1-3-6 0,7-2-5 0,3 1 3 15,4 0-7-15,3-4 3 0,5 4 2 16,4-2 1-16,2 2-1 0,7 0 0 0,1-1 5 16,1-1-4-16,1 0 4 0,-4-5-4 0,-2 0 0 15,3-2 1-15,-6 3-2 0,-4-1-1 0,0-2 0 16,-2 0-2-16,-4-1 3 0,1-1-2 0,-3 1 2 0,-1 0-1 16,0 1 3-16,-2-7 2 0,-8 16-3 15,-1-7-8-15,-6 1-19 0,-2 2-16 0,-1-1-14 16,-7 2-23-16,0-1-31 0,0-2-36 0,7-3-25 15,4-3-33-15,1-1-136 0,0-1-369 0,3 1 164 16</inkml:trace>
  <inkml:trace contextRef="#ctx0" brushRef="#br0" timeOffset="100552.51">11189 12553 147 0,'1'-6'216'0,"-1"6"-15"0,6-7-16 0,-6 7-15 16,0 0-17-16,3-4-9 0,-3 4-12 0,0 0-10 15,0 0-5-15,0 0-6 0,-12 19-9 16,11-11-10-16,0 2-5 0,-3 0-13 0,4 1-7 16,0-1-6-16,1 2-3 0,0-1-8 0,1-2-2 0,0 1-6 15,3-1-1-15,2 0-4 0,-4-4-5 0,3-1-2 16,0 0 0-16,0 0-6 0,2-3 1 16,-8-1-2-16,16-1-2 0,-10-1-3 0,5-4-1 15,-3 1 0-15,0-4-6 0,-1 0 0 0,0-1 1 0,0-3-5 16,0-3 0-16,-3 0 0 0,1 0 0 0,-3 0-1 15,3 0 0-15,-3 1-1 0,0-2-3 0,1 5 3 16,1-1-3-16,-2 4-1 0,1-1-1 16,1 4 0-16,-1 1-5 0,4 1 1 0,-7 4 0 15,13 0 1-15,-5 6-2 0,6 4 4 0,-3 5 0 0,-1 2-5 16,3 6 5-16,-2 4 1 0,2-2 0 0,-4 1 0 16,-5-1 2-16,-2-6-2 0,3 0 2 0,-3-4 0 15,-1-2-2-15,0-2 4 0,-1-1-1 16,0-1 1-16,0-3 3 0,0-6 7 0,-1 11 5 15,1-11 5-15,-1 5-3 0,1-5-2 0,0 0 1 0,0 0-1 16,0 0 0-16,0 0-4 0,-17-12 0 0,14 5 0 16,1 0-2-16,1-3-2 0,-2-2 0 0,3-3-2 15,3-1 2-15,-1-1-4 0,1 0-3 0,0-1-4 16,-1 1-2-16,4-1-10 0,2 0-2 0,3 3-1 16,4 1 4-16,1 2-1 0,-2 4 0 0,4 2-1 15,-2 2 4-15,-3 2-1 0,0 3 1 0,1 2 2 16,-3 1 0-16,0 4-2 0,-2-1 2 0,1 2 1 15,-2 0 3-15,6 2-2 0,-8-1-1 0,2 0 1 16,-3 0 5-16,3-3-6 0,-1 2 4 0,0-1 1 16,-5-3 2-16,4 0-4 0,-2 2 5 0,-4-7-3 15,6 4 5-15,-6-4-1 0,6 5-1 0,-6-5 2 16,0 0-1-16,5 1 2 0,-5-1-5 0,0 0-3 16,0 0 0-16,4-12-3 0,-4 12 2 0,5-10-9 15,0 1-3-15,3-1-4 0,-3 1-2 0,4-1-1 16,1 2 3-16,0 1-2 0,1 0 1 0,-1 0 4 15,4 5 4-15,-2-2-4 0,1 3 0 0,-3 1 3 16,2 3 6-16,0 0-2 0,-1 1 2 0,3 0-2 16,-5 1 3-16,3 0 3 0,-1 2-1 0,2-2 0 15,-1-1 1-15,-1-1 6 0,2 0-3 0,0-2 3 16,-4-1 3-16,2-2 3 0,-1-1 1 0,1-1 11 16,-5 1 5-16,2-4 7 0,0-2-2 0,-2 3-2 15,-1-3 1-15,-1 1-5 0,-2-2 3 0,0 1-8 16,1-1 3-16,-3 3 0 0,0 7 7 0,-2-11 2 15,2 11-9-15,-4-8-2 0,4 8-3 0,0 0-6 16,-5-4 0-16,5 4-2 0,-13 10 2 0,5 1-2 16,2 4-7-16,-3 2-31 0,-3 8-39 0,4 1-49 15,4 1-45-15,5-2-36 0,6 1-45 0,5-3-128 16,7-4-403-16,11-3 179 0</inkml:trace>
  <inkml:trace contextRef="#ctx0" brushRef="#br0" timeOffset="100801.81">12859 12205 178 0,'-7'-10'221'0,"3"1"-16"0,-1 4-19 0,3-1-22 15,2 6-11-15,0 0 3 0,0 0 11 0,-8 23-8 16,6 5-2-16,1 3-4 0,-1 3-9 0,2 1-17 15,0 11-9-15,-3 1-9 0,3-1-11 0,0-11-9 16,-2-2-6-16,0 0-11 0,-1 1-7 0,3-3-14 16,-2 0-20-16,2-3-27 0,-2-4-34 0,2-5-36 0,-4-1-53 15,2 0-44-15,-1-2-43 0,-1-3-179 16,-5-4-416-16,4-3 185 0</inkml:trace>
  <inkml:trace contextRef="#ctx0" brushRef="#br0" timeOffset="101045.16">12560 12501 26 0,'5'-7'132'0,"6"3"-3"15,1 0-4-15,7 0 0 0,0-1 3 0,12 1-4 0,0-2-15 16,1 4 5-16,2-1-5 0,1 0-3 0,-1 0-2 16,-1 2-1-16,-1 1-14 0,0 0-6 0,-4 3-4 15,-7 1-2-15,0-1 0 0,-4 3-1 16,1 0 0-16,-4 1-9 0,-3 0 0 0,-2 2-7 15,-2-1-4-15,2 3-5 0,-2 5-3 0,-3-1-5 0,1 1-5 16,-1 1-4-16,-4 1-1 0,0-1-19 0,-4 0-22 16,3 0-42-16,-3 0-43 0,0 0-43 0,0-3-38 15,1 1-167-15,-2-4-368 0,3-1 163 16</inkml:trace>
  <inkml:trace contextRef="#ctx0" brushRef="#br0" timeOffset="101205.79">12942 12201 56 0,'0'0'52'0,"0"0"-20"0,0 0-10 16,6 24-24-16,4-8-25 0,-1 11-29 15,0 2 13-15</inkml:trace>
  <inkml:trace contextRef="#ctx0" brushRef="#br0" timeOffset="101712.4">13155 12643 132 0,'0'0'186'0,"0"0"-20"0,0 0 8 0,0 0 7 16,-17-24-16-16,12 19-8 0,2-4-15 0,1-2-9 0,-2 2-10 16,2-3-2-16,4-2-8 0,-2 2-17 0,2-3-5 15,2 0-5-15,4-1-10 0,-1 2-12 0,3 2-7 16,2 2-8-16,1 0-2 0,-2 3-5 0,6 2-5 15,-5 1-6-15,0 2-1 0,3 2-4 0,4 4-4 16,-4 1 0-16,3 2-1 0,-4 0-7 0,2 1 2 16,-3 3-4-16,-1-4 0 0,1 5-2 0,-2-1 0 15,-2-1-8-15,-2-3-4 0,-3 2-4 0,3-3-5 16,-1-1 2-16,-3 0-6 0,-3-5-2 0,5 7-4 16,-3-3 2-16,-2-4 6 0,6 4 1 0,-6-4-4 15,0 0-9-15,0 0-9 0,0 0 1 0,0 0-1 16,7-11 5-16,-3 3-2 0,-2 2-2 0,6-5 2 15,-2 3 2-15,1-1 4 0,2-1-3 0,3-1 5 16,-2 3 3-16,1 1 1 0,-1 2 1 0,1 1 3 16,1 1 1-16,-6 3 5 0,5 0 3 0,0 2 1 15,1-1 6-15,1 2 3 0,3 1-3 0,-5-2 4 16,3 0 0-16,3 0-2 0,-3-2 8 0,4 0-5 16,0-2-4-16,0-2-1 0,0 0 5 0,-1-2-4 15,0 3 4-15,-4-6 5 0,1 2-1 0,-4 0 8 16,0-2 15-16,-3 1-8 0,-3-2 2 0,2 1 2 15,-5-3 0-15,-1 2-3 0,-1 0 5 0,1 10 16 16,-6-18-5-16,0 10-3 0,-2 0-6 0,1 4-2 16,-1 1-3-16,1 3-6 0,7 0 2 0,-22 6 2 15,9 7 0-15,-1 2 0 0,0 8-1 0,-2 2-5 16,3 0 4-16,3 5-4 0,2-1-13 0,4 2-32 16,1-2-41-16,1-2-56 0,6 1-51 0,-1-4-44 15,1-5-149-15,3-4-396 0,2-3 176 0</inkml:trace>
  <inkml:trace contextRef="#ctx0" brushRef="#br0" timeOffset="101858.75">14038 12580 81 0,'0'0'201'16,"0"0"-14"-16,0 0-11 0,0 0-13 0,0 0-15 15,0 0-18-15,-18 27-27 0,7-12-45 0,0 0-65 16,-3 2-70-16,-4 4-118 0,7-6-209 0,-2 0 93 15</inkml:trace>
  <inkml:trace contextRef="#ctx0" brushRef="#br0" timeOffset="104122.38">17167 12287 93 0,'0'0'190'0,"-8"-7"-17"0,2 3-6 0,6 4-13 15,-17-3-6-15,8 1-7 0,-1 4-10 0,-4 1-8 16,-2 4-3-16,1 4-9 0,-2 0-4 0,1 2-13 0,-2 5-4 16,4-2-8-16,-2 4-7 0,5-3-8 15,2 1-7-15,3 1-5 0,2-4-5 0,3 0-4 16,2-3-3-16,0 1-3 0,2-2-5 0,1-2-3 16,2 1-3-16,-1-2 0 0,1-2-4 0,2-1 0 15,1-2-4-15,-1 0 0 0,2-3-1 0,1-1-2 16,1-2-1-16,-2-2-3 0,0 0 3 0,-1 0-5 15,1-4 1-15,-2 1-1 0,-1-1-2 0,-1 0-2 16,0 0 8-16,-2-1-8 0,0-2-2 0,0 2 2 16,-3 1-1-16,2 0 2 0,-2 3 6 0,-1 6 5 15,3-10-7-15,-3 10-5 0,2-6-2 0,-2 6-2 16,0 0-4-16,0 0 3 0,0 0 0 0,0 0-1 16,0 0 0-16,8 25 2 0,-7-14-1 0,0 1 0 15,1 4 1-15,1 1 0 0,1-1-14 0,0 0-25 0,0-4-27 16,4 3-28-16,-1 0-44 0,-2-3-36 0,3-2-31 15,-3 1-160-15,4-5-391 0,-4-2 173 0</inkml:trace>
  <inkml:trace contextRef="#ctx0" brushRef="#br0" timeOffset="104795.48">17343 12412 31 0,'0'-8'168'0,"0"8"-13"16,0 0-15-16,-1-11-16 0,1 11-8 0,0 0 5 15,0 0 6-15,0 0-7 0,0 0 1 0,0 0-4 0,6 21-5 16,-5-12-6-16,1-1-14 0,-1 4-8 0,3-5-8 16,-2 3-6-16,0-5-6 0,1 5-9 15,-1-3 0-15,0-2-8 0,1 2-6 0,-3-7-1 16,5 7-3-16,-5-7-2 0,3 6-1 0,-3-6-4 0,5 4-5 16,-5-4-2-16,0 0-2 0,12-2 2 15,-12 2-5-15,17-8-2 0,-3 3-2 0,0-5-6 0,4-1-6 16,-1 1-2-16,7-5 0 0,0 1-1 15,-5 4 0-15,4-2-4 0,-3 5 2 0,-3 3 4 16,-1-1-7-16,2 5 3 0,-2 0-2 0,-4 3 3 0,-1 3-2 16,0-2 3-16,0 3 0 0,-1 1 4 0,2 3-3 15,0 0-1-15,1 0 5 0,1-2-4 0,-5 0 4 16,7-2-1-16,-5-2-2 0,1-3 3 16,4-2 0-16,-2-1 0 0,4-3 1 0,-1 0-4 0,1-3 4 15,-4-3 8-15,0 0 1 0,-4 1 0 0,4-1 7 16,-9 0 4-16,2-1-2 0,-2 3 0 0,-1-3-1 15,-1 1 2-15,-1-1-4 0,-1 1 2 0,-1-1-5 16,-1 2 0-16,-2 1 6 0,1 3-1 0,2 5 0 16,-9-10-3-16,3 6-3 0,6 4-4 0,-13-2-1 15,2 5 4-15,0 4-3 0,-3 0 3 0,3 3-8 16,-3 1 1-16,4 1-2 0,0 0 0 0,5 0 1 16,-5 2 0-16,6-4-2 0,2 2 1 0,2-1 2 15,2-2-3-15,-1 3-2 0,4-5 3 0,0 1-1 16,4-2-4-16,-1-3 7 0,1 1-5 0,4-4-3 15,-3 1 1-15,1-3-5 0,3-1 3 0,-3-4-1 16,0 0 5-16,2-3-3 0,-5 1-2 0,-1-5 2 16,2 0-1-16,-4-2-1 0,0-1 2 0,-1-2-2 15,-2-5 2-15,1 0 2 0,-3 0-2 0,2-1 2 16,-2-2 7-16,0 1-9 0,0 1 0 0,0-1-1 16,0 7-1-16,1 3 3 0,3 0 6 0,-6 6 2 15,2-1 4-15,0 5-6 0,0 6-2 0,0-9-4 16,0 9-3-16,0 0 2 0,0 0 3 0,0 0 1 15,5 26 1-15,-2-7-1 0,-4 4 0 0,1 9 0 16,-3 0 4-16,2-1-6 0,-2 3-7 0,1 1-24 16,-1-1-29-16,0 1-49 0,0 1-56 0,2-1-43 15,1-2-31-15,4 0-140 0,4-5-407 0,7 0 181 16</inkml:trace>
  <inkml:trace contextRef="#ctx0" brushRef="#br0" timeOffset="105339.54">19649 12330 236 0,'-22'-7'217'0,"-6"3"-17"16,0 6-14-16,-3 3-12 0,0 4-7 0,-1 6-4 15,-1 3-14-15,2 4-9 0,3 2-10 0,-4 11-9 16,9-7-14-16,4 2-8 0,5 0-12 0,1-1-9 0,9 0-7 16,3-2-8-16,2-2-5 0,5-7-5 15,4 2-6-15,0-4-16 0,10 0-12 0,-2-4-17 16,8-2-10-16,3-1-18 0,1-3-16 0,0-5-16 16,1-3-7-16,0-2-13 0,1-2 6 0,-4-1 5 15,0-4 5-15,-5 0 4 0,-5 1 8 0,-3-3 5 16,-1-1 3-16,-3-3 6 0,-1 2 2 0,-3-9 6 15,-3 6 5-15,-1-2 1 0,-2 3 9 0,-1 2 31 16,-3 0-3-16,2 4 8 0,-1 1 23 0,0 4-4 16,0 0-1-16,2 6-8 0,-4-7 0 0,4 7 2 0,0 0 13 15,0 0 3-15,0 0 2 0,-19 19-5 16,15-8-1-16,0 4-7 0,1 2-2 0,2 0-2 16,2-1-3-16,5-2-2 0,-3-1-2 0,3-1-1 15,5 1 2-15,-1-3-2 0,1-1-5 0,5-2-3 0,-2 0 1 16,4-4-3-16,-1-1 2 0,1-4 0 0,-3-2-4 15,3-2 1-15,-7 2 9 0,-1-4-1 0,0 0-3 16,-1-5 2-16,-4 1 3 0,-2 1-2 0,-1-1 10 16,-1-3 3-16,-7 0-5 0,1-1-2 0,-3 1-2 15,-4 2-9-15,0 1-11 0,-4 1-8 0,0 3-10 16,1 1-10-16,2 2-13 0,0 3-19 0,-1 2-13 16,2 2-26-16,1 3-32 0,-3 1-47 0,2 3-32 15,-3 2-189-15,7-3-422 0,-1 1 187 16</inkml:trace>
  <inkml:trace contextRef="#ctx0" brushRef="#br0" timeOffset="105549.78">20017 12323 188 0,'0'0'239'0,"0"-10"-22"15,0 10-21-15,0-9-23 0,0 9-9 0,0 0 4 16,0 0-4-16,0 0-2 0,7 32-12 0,-5-13-6 15,3 8-16-15,-4 2-12 0,0 1-10 16,3 1-11-16,-3 0-11 0,-1 1-7 0,-2-4-17 0,2 1-20 16,-3 0-26-16,2-4-39 0,0 0-31 0,-1-7-39 15,1 0-46-15,1-1-48 0,-4-1-175 0,2-7-393 16,-2 0 174-16</inkml:trace>
  <inkml:trace contextRef="#ctx0" brushRef="#br0" timeOffset="105732.01">20082 12358 152 0,'1'-9'209'0,"0"3"-20"15,-1 6-9-15,0 0 1 0,0 0 0 0,0 0-8 16,13 19-8-16,-8 0-10 0,-1 7-14 0,2 3-12 16,0 6-14-16,-3-2-12 0,0 2-10 0,-2 1-32 15,-1-2-41-15,-1 0-45 0,0-2-41 0,-1-2-46 16,1-2-42-16,-3-1-161 0,3-2-342 0,-2-7 151 15</inkml:trace>
  <inkml:trace contextRef="#ctx0" brushRef="#br0" timeOffset="105966.3">20204 12830 53 0,'9'-8'132'0,"3"-1"-5"0,1-3 0 0,1 1-8 16,0-2-7-16,1-1-5 0,0 1-4 0,6-5-4 16,-2-1 1-16,2 0-3 0,-4 0-1 0,1-2 3 15,-1 2-7-15,-4 2-7 0,-2 2 2 0,3-2-3 16,-7 0 0-16,0 2 5 0,0 2 5 0,-4 2 0 15,-1 0 3-15,-1 5 4 0,0-2 5 0,-1 8-9 0,0-9-13 16,0 9-12-16,0 0-4 0,-14 2-9 16,14-2-5-16,-16 15-2 0,4-1-9 0,-1 2 2 15,4 0-12-15,-1 3-2 0,3-3-10 0,0 1-10 16,7 0-17-16,0-2-21 0,3-3-21 0,1 5-28 16,1-6-23-16,5 2-33 0,3-2-26 0,1-3-23 15,2-2-21-15,2-1-153 0,2-2-383 0,6-1 170 16</inkml:trace>
  <inkml:trace contextRef="#ctx0" brushRef="#br0" timeOffset="106157.11">20768 12624 15 0,'6'-15'106'16,"-2"0"-2"-16,-3-4-2 0,-2 3 17 0,-1 4 16 15,-2 1 27-15,0 1-7 0,-1 1 19 16,1 1 4-16,0 2-7 0,-1 1-10 0,-1 2-9 16,-2-1-20-16,8 4-10 0,-15 5-7 0,6 2-13 0,-3 1-7 15,2 6-6-15,2 1-9 0,-2 2-7 0,8 1-8 16,-1-2-6-16,3 4-8 0,0-3-3 15,1 1-6-15,6-2-20 0,3-2-18 0,-1 1-25 16,3-2-21-16,3-3-37 0,0 0-30 0,3-3-31 0,5-2-15 16,3-2-28-16,3-3-168 0,-7-3-380 0,6-3 168 15</inkml:trace>
  <inkml:trace contextRef="#ctx0" brushRef="#br0" timeOffset="106357.62">21099 12316 7 0,'0'-24'201'0,"-1"7"16"0,1 5 11 0,0 0 0 16,-1 2-5-16,1 4-22 0,0 6-20 0,1-9-16 16,-1 9-6-16,0 0 10 0,5 20 10 15,-5-1-9-15,1 10-2 0,3 1-11 0,-3 3-17 0,-2 0-16 16,0 3-5-16,-2 9-15 0,-1-13-10 0,-2 2-12 16,-1 0-12-16,4-6-23 0,-4 3-26 15,4-3-33-15,-1-4-28 0,0 1-53 0,-1-7-49 0,1 0-46 16,-1-7-40-16,0 1-231 0,2-2-496 0,-3-2 219 15</inkml:trace>
  <inkml:trace contextRef="#ctx0" brushRef="#br0" timeOffset="106643.07">21118 12549 124 0,'5'-4'167'0,"3"3"-7"0,-8 1 4 16,15 1-11-16,-8 3-8 0,0 2-4 0,2 0-11 15,1 1-14-15,-3 0 0 0,1 3-18 0,-1-1-4 16,2 1-7-16,-2 0-9 0,0-2-3 0,2 0-3 16,1-2-7-16,-3 1-6 0,-1-3-3 0,1-1-1 15,0 0 1-15,-7-3 1 0,13 0-4 0,-13 0-4 16,14-6 5-16,-9 2-3 0,2-3 1 0,-2 1 4 16,1-3 4-16,-2-1-3 0,1 0-1 0,-2 1-7 15,-3-1-3-15,-2 1-11 0,-3-1-6 0,0 1-18 16,0 0-6-16,1 3-24 0,-5-1-32 0,0 1-20 15,0 3-16-15,-1 3-35 0,-1 2-22 0,0 1-12 16,0 4-22-16,1 1-15 0,-1 5-126 0,2 2-345 16,1-1 153-16</inkml:trace>
  <inkml:trace contextRef="#ctx0" brushRef="#br0" timeOffset="106904.98">21371 12743 13 0,'8'-4'219'0,"0"-3"-4"0,-1 0-5 0,0 0-14 15,-2 0-7-15,0-1-7 0,-1-1-9 0,-2 0-15 16,1-1-14-16,-1-1-3 0,0 0-6 0,0 1-16 16,-1-3-5-16,2 1-11 0,0 1-8 0,-1-2-8 15,2-2-7-15,1 2-8 0,4 0-10 0,1 0-7 16,-1 3-5-16,3 1-6 0,-3 2 0 0,0 1-8 16,-3 2-1-16,2 1-4 0,-1 3 2 0,-7 0-3 15,15 3 5-15,-5 1-1 0,-4 5 2 0,0-1 8 16,-2 2-3-16,0 1 1 0,-1 1-6 0,0 1-5 0,-1 2 3 15,-1 2-6-15,-2 1-1 0,-3-3-12 16,3 1-31-16,-1 0-40 0,-3 1-52 0,0-2-75 16,3-3-73-16,-5-2-220 0,3-1-513 0,-1 1 227 15</inkml:trace>
  <inkml:trace contextRef="#ctx0" brushRef="#br0" timeOffset="108002.7">22188 12482 139 0,'4'-7'182'0,"-4"7"3"0,0 0-2 0,2-10 0 15,-2 10-14-15,0 0-14 0,0 0-16 16,0 0-12-16,0 0-15 0,0 0-13 0,0 0-10 0,0 0-10 16,0 0-9-16,0 0-6 0,0 0-4 0,0 0-6 15,0 0-4-15,0 0-2 0,-2 26-6 0,2-26-5 16,1 16 0-16,1-6-2 0,0-1-7 16,0 0 3-16,2 0-3 0,1 0 3 0,1 0-10 0,-1 0-1 15,2-2-1-15,2 0 0 0,0-1-1 0,3 0-1 16,-1-2-3-16,1 0 0 0,6-1 2 0,-1-2 2 15,1-1-5-15,0-2-3 0,0-1-1 0,1 0 3 16,-2-1-4-16,-4-1 1 0,-2-1 1 16,-1 1 2-16,1-1-1 0,-5-3-2 0,1 2 1 0,-1 1 0 15,-4-3 5-15,2 1-3 0,-3-2-1 0,-1 2 2 16,0-2-4-16,0 10 3 0,-1-13-2 0,1 5 1 16,0 8-3-16,-1-10-1 0,1 10 2 0,-1-9-5 15,1 9 0-15,0 0-4 0,-3-6-2 0,3 6 1 16,0 0-1-16,0 0 3 0,0 0 0 0,0 0-2 15,9 20 0-15,-8-13 3 0,3 2-2 0,1-2 5 16,0 1-4-16,2 1 1 0,-1-1 3 0,1 1-4 16,-1-2 0-16,2 1 5 0,0-3-1 0,0 1-2 15,1 0 4-15,3-2 0 0,-2 0-4 0,-1-3 1 16,2 0 1-16,-3 0-1 0,-8-1-1 0,14-1 3 16,-14 1-2-16,14-3 3 0,-9 0-4 0,0 0 1 15,1-4 1-15,-3 3-1 0,4-2-2 0,-5 0 1 16,1-2-4-16,-1-3 0 0,0 3-4 0,-2-1 5 15,0-1-4-15,-3-2-4 0,0 2-2 0,0-3 3 16,-4 3-2-16,1-2 1 0,1 1 3 0,0 3-1 16,-1 3-1-16,3-4 1 0,-1 4 0 0,4 5 1 15,-5-10 0-15,5 10-1 0,-4-5 1 0,4 5 0 16,0 0-3-16,0 0 1 0,0 0 4 0,0 0-1 16,0 0 3-16,0 0-2 0,0 0-1 0,0 0 2 15,24 5 2-15,-13-3-2 0,2-2 0 0,0 0 1 16,0 0 1-16,1-2-2 0,-2 2 2 0,6-3 4 15,-8 2-2-15,1-2-2 0,-4 2 3 0,0-2-3 16,0 1 5-16,-1-2-2 0,-6 4 0 0,12-6 1 16,-9 3 2-16,-3 3-2 0,0 0 1 0,11-4 1 15,-11 4-1-15,6-4-5 0,-6 4 2 0,0 0 2 16,0 0 0-16,9 9 7 0,-8 0 3 0,2 2 1 0,-4 0 3 16,-1 4 0-16,4 2-5 0,-4 0 4 15,2 1 0-15,-1 1-4 0,-2 5 0 0,1-3-3 16,-3-5-16-16,1 2-22 0,1 0-29 0,0-1-41 15,0-2-56-15,2-3-45 0,-1 0-219 0,1-3-452 0,0-2 199 16</inkml:trace>
  <inkml:trace contextRef="#ctx0" brushRef="#br0" timeOffset="108181.62">22670 12237 15 0,'0'0'164'0,"0"0"-18"0,0 0-11 0,0 0-31 0,0 0-37 15,21 16-37-15,-9-10-38 0,-1 1-35 0,0 2-59 16,4-1-110-16,2 1 49 0</inkml:trace>
  <inkml:trace contextRef="#ctx0" brushRef="#br0" timeOffset="108382.26">23108 12261 159 0,'0'0'163'0,"0"0"-14"15,0 0 1-15,0 0 8 0,0 0-3 0,8 17 11 0,-8-5 6 16,1 5 3-16,-1 8-12 0,-3 1-5 0,0 1-11 16,1 0-15-16,0 2-11 0,-2-2-14 0,1 3-8 15,0-3-7-15,0-1-13 0,-1-1-9 0,2-6-9 16,2 0-17-16,-2 0-25 0,2-2-37 0,-2 1-37 15,-1-3-47-15,3-3-50 0,0 0-42 0,-1-4-176 16,1-8-400-16,0 10 176 0</inkml:trace>
  <inkml:trace contextRef="#ctx0" brushRef="#br0" timeOffset="108584.55">23217 12301 73 0,'1'-6'226'0,"0"1"-24"0,-1 5-20 0,0 0-16 16,0 0 3-16,0 0 8 0,0 0 6 0,0 0-4 16,7 27-10-16,-7-9-16 0,0 1-13 0,-3 9-13 15,1 0-4-15,-1-3-19 0,0 2-11 0,0 1-13 16,-1-1-16-16,-1-8-32 0,3 4-33 0,-1 3-43 16,-1-8-47-16,1-2-45 0,-2 0-54 0,1-1-174 15,0-3-393-15,-1-3 173 0</inkml:trace>
  <inkml:trace contextRef="#ctx0" brushRef="#br0" timeOffset="113651.97">14162 12297 5 0,'-4'-5'135'0,"4"5"-16"16,0 0-10-16,0 0-8 0,0 0-13 0,0 0-14 15,0 0 12-15,0 0-1 0,0 0 1 0,0 0-2 16,10 26 2-16,-5-14-12 0,2 1-4 0,-2 2-2 16,3 2-9-16,-3-2-1 0,3 2-8 15,-3-1-4-15,5 0-2 0,-4-1-2 0,1 0-3 0,-1 2-9 16,4-3 1-16,-2 0 0 0,-3-5 0 0,2 3-2 15,-4-2-5-15,5-1-9 0,-4-2 4 0,-1 1-5 16,3 1 7-16,-2-1-8 0,-2 0-1 0,4-4 2 16,-6-4-4-16,2 6 0 0,-2-6 17 0,3 5 13 0,-3-5 4 15,0 0-3-15,0 0-3 0,0 0-2 16,6-19-2-16,-4 8-2 0,3-4-5 0,-1-3 4 16,3-6-4-16,0 0 0 0,1-1-4 0,-3 0 0 15,4-1-3-15,0-3-1 0,-2 1-5 0,1 4 0 16,-3 5-2-16,2 0 0 0,-3 5 0 0,-3 3-10 15,3-1 0-15,-4 3-22 0,2 5-30 0,-2 4-34 16,3-8-10-16,-3 8-20 0,0 0-8 0,0 0-19 16,0 0-14-16,13 23-127 0,-12-13-305 0,1-1 136 0</inkml:trace>
  <inkml:trace contextRef="#ctx0" brushRef="#br0" timeOffset="113947.93">14480 12491 98 0,'0'0'130'0,"-2"7"7"0,2-7 2 16,-2 7 2-16,2-7-8 0,-2 9-15 15,2-9-8-15,0 0-6 0,2 11-1 0,-2-11-8 0,6 7-4 16,-3-3-7-16,-3-4-3 0,9 4 2 0,-4-1-8 16,2-2-7-16,-7-1 0 0,14-1 2 0,-4-1-6 15,-1-2-3-15,0 2-9 0,2-5-7 0,-4 0 1 16,2-1-1-16,0-2 0 0,-4 1-3 0,-1-1 5 15,-3-1-7-15,0 0-4 0,-2-1-4 0,-2 1 9 16,1-1 1-16,-3 4-8 0,-4 0-2 0,2 1-8 16,1 3-2-16,-6 0-8 0,1 3-2 0,2 2-8 15,-5 1-18-15,-1 7-14 0,1-3-23 0,1 4-28 16,0 0-22-16,-1 5-26 0,9-4-38 0,-3-1-23 16,4 3-139-16,-2-4-352 0,6 1 156 0</inkml:trace>
  <inkml:trace contextRef="#ctx0" brushRef="#br0" timeOffset="114154.32">14705 12227 45 0,'0'-7'169'0,"0"7"0"0,3-11-15 16,-3 11-17-16,0-8-15 0,0 8 0 0,0 0 0 15,0 0 4-15,4 22-2 0,-3-5-10 0,0 8-6 16,-1 1-11-16,-2 4-6 0,0-1-12 0,0-1-6 15,2 2-7-15,0-2-12 0,-5-1-21 0,5 2-25 16,-2-1-29-16,2-4-24 0,0-5-41 0,0-1-35 16,-1-2-40-16,0-4-103 0,1-2-285 0,0-2 127 15</inkml:trace>
  <inkml:trace contextRef="#ctx0" brushRef="#br0" timeOffset="114364.09">14841 12249 153 0,'0'0'167'16,"1"-12"-11"-16,-1 12-10 0,0 0 14 0,0 0 4 15,0 0 2-15,7 20-14 0,-5-2-5 0,1 1-16 16,-2 6-9-16,-1 2-13 0,-3-1-10 0,3 0-11 16,-1 3-7-16,1-2-11 0,-4 1-11 0,4-2-19 15,-2-2-16-15,0-5-37 0,2 1-34 0,-1-4-29 16,1-2-35-16,-1-1-36 0,1-4-31 0,-5 1-99 0,3-6-301 15,2-4 133-15</inkml:trace>
  <inkml:trace contextRef="#ctx0" brushRef="#br0" timeOffset="115213.9">14786 12408 108 0,'20'-3'120'0,"1"1"-3"15,-1 0-12-15,3-1-3 0,-4 3-18 0,3-3 3 0,-2 2-10 16,-2 1 0-16,3-1-14 0,-7-1-12 0,0 1-3 16,-4 1-4-16,3 0 0 0,-7 0-2 0,-6 0-4 15,12 1 10-15,-12-1 9 0,9 0 4 16,-9 0 4-16,0 0-1 0,5 4 2 0,-5-4-7 16,0 0-2-16,0 0 7 0,-18 17 1 0,5-7 0 15,0 1-2-15,1 0-6 0,0 0 0 0,-1 2-8 0,5-2-3 16,2-1-6-16,1 1-2 0,0 0-5 15,1-3-2-15,4 0-4 0,0 2 0 0,0-10 0 16,2 14-3-16,0-8-3 0,0-1-1 0,-2-5-2 0,9 10 3 16,-4-7-4-16,1-2-6 0,-6-1 5 0,11 3 2 15,-11-3-6-15,14-4 2 0,-7 1 0 0,-3-1 0 16,3-2-2-16,-2 0 0 0,-1 0-5 16,0-3 0-16,-1 1-1 0,-1 1-1 0,1-2-1 0,-1 0 0 15,0-1 0-15,-1 4 1 0,-1 6 7 0,0-13-8 16,0 13-5-16,1-8 4 0,-1 8-5 15,0 0 1-15,0 0-1 0,2-6-3 0,-2 6 0 16,0 0 6-16,0 0 0 0,0 0 2 0,16 17-1 0,-12-10 1 16,1-1-1-16,-3 0-3 0,6 1 1 0,0 0 4 15,-1-2-2-15,0-2 5 0,-1 1-3 0,3-3-2 16,0 1 6-16,0-4-3 0,5 1-1 0,-4-3 2 16,-1 1-3-16,4-3 1 0,-3-1 0 0,-3 0 7 15,2-2-1-15,-4 0 3 0,-1-1 0 0,-2 1 4 16,1-1-5-16,-2 0 1 0,0 3-4 0,-1-2 10 15,0 9 1-15,0-10 4 0,0 10-6 0,2-10 0 16,-2 10-5-16,0 0 1 0,0 0-5 0,0 0-4 16,0 0 3-16,0 0 1 0,-12 30 0 0,8-13 0 15,2 1-4-15,-2 8 1 0,1-1-1 0,2 3 4 16,0 2-4-16,-2 0 0 0,3-4-2 0,-1 1 3 16,-2 0-1-16,3 0 0 0,-2-2-1 0,-3 0 1 0,2-7-1 15,0 0 0-15,0-1 3 0,-4-1-3 16,1 2-2-16,2-7-7 0,-3-1-4 0,0 0-3 15,-2-1-4-15,4-3-1 0,-1 1 0 0,0-4 1 16,1 0-9-16,5-3-7 0,-11-2 1 0,11 2 1 16,-8-7-1-16,8 7 3 0,-1-14-4 0,2 3 6 0,2-5 1 15,4-2 2-15,4 0-2 0,1-6 2 16,4-1 2-16,-2 0-4 0,5 0 4 0,3-3-5 16,1-1 1-16,6-10-8 0,-6 11 10 0,-1-1 0 15,-4 2 6-15,0 0 3 0,-2 5 1 0,-3-1 1 0,-5 5 8 16,1 2 6-16,-7 4 14 0,1-1 9 0,2 5-2 15,-5 1 11-15,1-1-3 0,-1 8 0 16,-1-9-6-16,1 9 0 0,0 0-2 0,0 0 3 16,-23 9-3-16,13 1 1 0,-3 3-4 0,3 1 2 0,-4 4-3 15,5-3-1-15,2 4-4 0,1-2 0 0,1 2-5 16,4-2-6-16,2-1-16 0,0 0-25 16,4 0-37-16,-1-4-31 0,0 0-42 0,5-2-25 15,0-1-32-15,0-2-141 0,4-1-374 0,7-4 166 0</inkml:trace>
  <inkml:trace contextRef="#ctx0" brushRef="#br0" timeOffset="115728.84">15642 12446 147 0,'0'-10'199'0,"0"10"-18"0,0 0-2 0,0 0-14 16,-5-6-8-16,5 6-11 0,0 0 3 0,0 0-2 15,-5 20-13-15,1-10-15 0,1-1-7 0,3 4-10 16,0-3-9-16,0 1-10 0,1 0-10 0,1-2-3 15,2 3-8-15,-2-6 10 0,4 2-2 0,0-2-8 16,2 0-7-16,-1-3-5 0,3-1 0 0,1-2-9 16,-1-2 0-16,1-1-7 0,-2-1-2 0,0 0-5 15,0-4 3-15,0 0-4 0,-2 1-3 0,-4-4-5 16,2-1-3-16,-2 0 0 0,-1-4-6 16,0 0-4-16,-2 1-3 0,-4-2 0 0,-1 1-1 0,1 1 1 15,-1 5 5-15,1 1-7 0,-2-1 1 0,2 4 1 16,3 0 1-16,1 6-3 0,-8-9 1 0,5 4-3 15,3 5 2-15,-3-6-4 0,3 6 1 0,0 0 6 16,0 0-4-16,0 0-1 0,0 0 1 0,0 0 0 16,0 0 4-16,0 0-2 0,23 11 0 0,-14-11-1 15,-9 0 1-15,20-4-2 0,-10 1 3 0,0 1-2 16,-1-2 0-16,-1-1 0 0,-3 0 3 0,4-3 1 16,-4 0 0-16,-1 2-5 0,0-5 5 0,-3 2 2 15,2 2-4-15,-1-3-4 0,-2 3 6 0,2 0-1 16,-1-1 1-16,-1 8-2 0,2-9 2 0,1 4 1 15,-3 5-9-15,0 0 2 0,0 0 0 0,0 0 12 16,0 0 12-16,5 32 2 0,-4-7 12 0,0 3 4 16,-3 1 1-16,1 3-1 0,-4 3 1 0,1 0-4 15,3 1-8-15,-2 10-1 0,0-12 2 0,0 0-6 16,-1-2-2-16,0 0-2 0,1-1 0 0,-2-2-11 16,5-5-14-16,-1-3-19 0,-3-3-33 0,4 0-46 15,0-3-38-15,0-3-34 0,-1-2-41 0,1 0-23 16,-1-4-188-16,1-6-461 0,-3 6 204 0</inkml:trace>
  <inkml:trace contextRef="#ctx0" brushRef="#br0" timeOffset="115879.53">15858 12572 168 0,'0'0'183'15,"2"-7"-18"-15,-2 7-17 0,7-2-14 0,-7 2-17 16,10 0-13-16,-10 0-8 0,10 0-36 0,-10 0-41 15,17 1-46-15,-6-1-51 0,-2 1-104 0,-9-1-197 16,22-6 88-16</inkml:trace>
  <inkml:trace contextRef="#ctx0" brushRef="#br0" timeOffset="116086.54">16119 12256 112 0,'0'0'187'0,"1"-11"-16"0,-1 11-13 0,0 0 5 15,0 0 10-15,0 0 9 0,0 0 1 0,1 38-7 16,-2-12-4-16,-2 1-13 0,1 1-13 0,1-1-14 16,-3 4-10-16,1-3-15 0,2 1-5 0,-2-3-14 15,-1-1-8-15,2 1-12 0,1-7-16 0,1 0-26 16,-2-4-31-16,2 0-36 0,0-3-33 0,2-2-40 16,-2-3-36-16,0-7-29 0,0 12-16 0,0-12-139 15,0 0-362-15,2 4 161 0</inkml:trace>
  <inkml:trace contextRef="#ctx0" brushRef="#br0" timeOffset="116426.69">16167 12292 176 0,'5'-7'179'0,"3"0"-5"0,1 5-1 16,0 1 4-16,-1-2-15 0,2 3-5 0,0 0-10 15,0 3-11-15,-1 0-10 0,4 4 4 0,-3 2-9 16,2-3-13-16,-5 3-10 0,1 0-11 0,-3 1-6 15,0 1-11-15,-2 0-7 0,-2 1-6 0,-2 2-4 16,-3-3-7-16,2 0-2 0,-4-1-8 0,1 1-6 16,0-1-3-16,-1-2-9 0,-1 1-12 0,2 0-18 0,1-2-10 15,2-2-4-15,2-5-6 0,-3 10 1 16,3-10-2-16,0 9 3 0,0-9 5 0,3 12-1 16,1-7 6-16,0 3 4 0,1 0 0 0,1-1-4 15,-2 0 5-15,1 0 3 0,-1 2 3 0,1 1 14 16,-1 0 3-16,1 0 1 0,-3-2-1 0,1 0 8 15,-2 2 3-15,-1-2 1 0,0-8 4 0,-1 13-5 0,0-6 2 16,1-7-2-16,-7 12-3 0,4-7 1 16,-3 2-8-16,1-2-19 0,1-1-19 0,-1-1-31 15,5-3-49-15,-11 6-50 0,11-6-50 0,-9 1-120 0,9-1-356 16,0 0 158-16</inkml:trace>
  <inkml:trace contextRef="#ctx0" brushRef="#br0" timeOffset="117124.4">16478 12382 160 0,'0'0'217'0,"0"0"-8"0,0 0-4 16,-18 16-1-16,12-6-11 0,-1 1-10 0,-1 3-14 16,1 1-14-16,-1-1-16 0,2-3-12 0,2 1-13 15,-1 1-10-15,3-4-13 0,1 1-6 0,1 0-8 0,1-1-6 16,1-4-7-16,0 1-5 0,-2-6-8 15,8 9-1-15,-3-7-4 0,-5-2-4 0,12 1-2 16,-12-1-7-16,12-3-1 0,-5 0-3 0,2-4-2 16,-3-2-5-16,-1 2-4 0,0-3 2 0,1 1-3 0,-1-2 0 15,0 0-5-15,-2 1 2 0,3-2-1 16,-4 1-5-16,1 3 3 0,1 0 0 0,-3 1-5 0,-1 7 0 16,3-9-7-16,-3 9 0 0,0 0-1 0,0 0 5 15,0 0 5-15,0 0 12 0,0 0 9 16,0 0 5-16,0 26-6 0,0-16 3 0,0-1-4 0,0 4-5 15,0-3 2-15,1 1-2 0,-1-3-1 0,1 2 3 16,3-1-8-16,-2-2 2 0,2 0 2 0,1-4-2 16,-1 1-3-16,-4-4-1 0,12 4-2 0,-4-5 2 15,-8 1-2-15,17-7-1 0,-7 1 2 16,1 0-6-16,-2-2-1 0,-2 0-1 0,1-2-2 0,-2 2-1 16,-1-2 1-16,-1 1-3 0,0-4 0 0,-1 3-1 15,-1-1-9-15,1 2-4 0,-1-1-1 0,0 5 2 16,-2 5 0-16,2-10 0 0,-2 10 2 0,3-6-1 15,-3 6-1-15,0 0 4 0,0 0 2 0,0 0 0 16,0 0-1-16,2 24 2 0,-3-13 0 0,1 2 5 16,-3 4 1-16,0 1 2 0,0-1-1 0,-1 0-3 15,2-1 9-15,0-2-3 0,0-3-6 16,-1-1 1-16,2-3 1 0,1-7 4 0,0 11 1 16,0-11 1-16,0 7 2 0,0-7-2 0,0 0 0 0,0 0 1 15,0 0 1-15,20-12-3 0,-11 3 0 0,-2 0 1 16,5-4-1-16,-2 0-1 0,1 0-1 0,0-2-1 15,1-1-2-15,-3 1 5 0,4-3-4 0,-6 1 2 16,1 2-2-16,2-3 5 0,-2 3-5 0,-3-2 1 16,-1 2-1-16,-3 3-1 0,-1 6 8 0,3 0 5 15,-3 6-1-15,0-8-5 0,0 8 2 0,0 0 9 16,0 0 10-16,0 0 7 0,-18 20 4 0,9-10 0 16,0 4-3-16,-1 1-8 0,2 0 3 0,2-1-3 15,1 3-6-15,2-2-1 0,2 1 1 0,2-4-37 16,3 1-31-16,1-2-42 0,9 1-77 0,0-3-70 15,16-1-66-15,-1-2-221 0,8-2-564 0,4-4 251 16</inkml:trace>
  <inkml:trace contextRef="#ctx0" brushRef="#br0" timeOffset="118374.61">23854 12339 34 0,'2'-12'222'0,"-1"1"-10"0,1 2-9 16,0 2-19-16,-2 7-19 0,1-9-17 0,-1 9-3 16,0 0 11-16,0 0-1 0,9 26-7 0,-5-8-9 15,1 6-12-15,0 6-8 0,1 2-8 0,-2 0-5 16,-2 0-9-16,0-4-10 0,2 3-7 0,-1-3-4 15,0-3-6-15,-1-8-5 0,-1 0-12 0,0-5 2 16,2-1-5-16,-3-3-2 0,1-1-4 0,0 0 7 16,-1-7 6-16,2 9 10 0,-2-9 8 0,0 0-3 0,2 5-13 15,-2-5-2-15,0 0-5 0,0 0-4 16,0 0-3-16,9-21-8 0,-2 12-6 0,5-4-2 16,1-1-7-16,5 2 1 0,2-4-4 0,6 2-1 15,0 4-4-15,-5 4-7 0,-3 0 1 0,1 3-4 0,-6 3-2 16,1 0-2-16,-4 3-1 0,-1 1-1 15,-1 1-3-15,-2 2 1 0,-1 2-4 0,-3 2-6 16,-2 0-5-16,-4 1-4 0,-1 3-7 0,-9-1-10 16,0-2-8-16,-2 2 2 0,1-4 5 0,-1-2-7 0,3 0 2 15,2-2 9-15,1-2 3 0,4 0 12 0,-1-2-7 16,7-2 6-16,-9 5 0 0,9-5 1 0,0 0-4 16,0 0 1-16,0 0 0 0,0 0 5 15,0 0 0-15,27-22 0 0,-8 15-3 0,-1-3 3 0,8-2 1 16,-2-1 2-16,2-1 1 0,-2-2 3 0,2-1 1 15,-2 2 3-15,2-2-3 0,-2 1 9 0,-6 2-5 16,-2 2 3-16,-1-1 0 0,-2-1 2 0,0 0 5 16,-7 5 11-16,1-1 10 0,-2 2 7 0,-1 2 7 15,0 0 1-15,-4 6-4 0,1-7-2 0,-1 7-2 16,0 0-2-16,0 0-2 0,0 0-1 0,-21 15 3 16,15-6-3-16,-4 5-5 0,4 1 7 0,-1 0-9 15,3 0-6-15,-2 3-1 0,5-1-16 0,1 1-26 16,3 1-36-16,2-1-53 0,2 0-58 0,1-2-44 15,4-2-63-15,0-2-146 0,3 0-466 0,4-3 207 16</inkml:trace>
  <inkml:trace contextRef="#ctx0" brushRef="#br0" timeOffset="118720.16">24761 12698 163 0,'6'-16'208'0,"4"2"-2"0,-5-1-5 0,5-2-9 16,-1-1-4-16,0 0-15 0,0 0-3 0,5-3-15 15,-2 4-11-15,1-7-13 0,4 4-11 0,-4-5-9 16,6 1-13-16,-6 0-9 0,5-3-7 0,2 0-7 16,-3 0-5-16,2 2-10 0,-3 1-7 0,-2 2-5 15,-7 6 5-15,-1 4 0 0,-3 2-2 0,1 1-6 16,-2 1-3-16,0 3-5 0,-2 5-8 0,2-6-4 16,-2 6 0-16,0 0-5 0,0 0-2 0,-24 27 2 15,5-8-3-15,1 4-5 0,-1-1 0 0,1 1-6 16,3 0-7-16,2 0-7 0,4-6 0 0,1 0-5 15,3-1-4-15,4 1-2 0,2 1 1 0,4-1-6 16,2-2 5-16,1 0-4 0,4 1 4 0,1-5 0 16,2 2 7-16,0-1-3 0,2-1 4 0,-3 0 2 15,-4-4-2-15,-2 2 0 0,1-3 2 0,-4 1 1 16,-2 0-1-16,-3-7-2 0,-4 15-3 0,-4-8-22 0,-2 1-16 16,-1 1-45-16,-2 0-19 0,-5 1-27 15,4-4-38-15,1 0-30 0,2-1-132 0,4-2-373 16,-2-1 165-16</inkml:trace>
  <inkml:trace contextRef="#ctx0" brushRef="#br0" timeOffset="119021.74">25224 12433 142 0,'0'-6'264'0,"0"6"-23"15,0 0-22-15,2-10-22 0,-2 10-15 0,0 0 3 16,0 0-9-16,0 0-13 0,-23 23-10 15,14-10-14-15,0-1-15 0,0 2-12 0,1 1-4 16,3-4-17-16,1 1-11 0,1-1-5 0,-1 1-7 16,4-1-5-16,0-1-7 0,2-2-3 0,1-1-5 0,-1-1-5 15,6-2-7-15,1 2 3 0,1-4 1 0,0-2-9 16,4 0-6-16,-1-3-2 0,6 1-5 0,-2-5 3 16,-3 3-4-16,-1-3 8 0,-4 0-11 15,1 1 1-15,-1 2-4 0,1-1-1 0,-2 1-5 0,-1-1 5 16,-1 4-7-16,-6 1-4 0,7-3-15 0,-7 3-17 15,0 0-7-15,8 8-25 0,-5-1-28 0,-6 1-27 16,3 4-58-16,-4-1-20 0,-1 4-44 0,-1-1-149 16,0-2-421-16,1 2 187 0</inkml:trace>
  <inkml:trace contextRef="#ctx0" brushRef="#br0" timeOffset="119545.3">25507 12631 166 0,'3'-17'221'0,"0"-3"-1"15,0-3-14-15,-6 3-8 0,3-5-13 0,-3 6 1 16,1-6-17-16,1-1-6 0,0 9-16 0,2 0-12 16,0 6-6-16,1-2-5 0,1 2-13 0,2 1-13 15,4 2-8-15,-1 1-11 0,1 5-4 0,5 1 0 16,-1 4-12-16,-1 1-6 0,4 6-6 0,2-1-2 16,-3 2-5-16,1 1-1 0,-5 2-5 0,1 0-4 15,-1 0-5-15,-5-2 4 0,1-1-10 0,0 2-1 16,-3-1-2-16,-1-2-3 0,3-1 22 0,-3-1-2 15,-1-1-1-15,0-2-8 0,-2-5 0 0,4 9 3 16,-4-9-5-16,2 5-2 0,-2-5-5 0,0 0-12 16,0 0-2-16,0 0-4 0,0 0-5 0,0 0-8 15,19-14-8-15,-12 7 0 0,2-1-8 0,0-1-1 16,4-4-4-16,1-1-1 0,-1 3-4 0,1-2 2 16,3 1 1-16,-3 3 6 0,1-1 0 0,-4 5 4 15,3 1 1-15,-3 3 3 0,3-1 3 0,-5 4 8 16,-2-1-4-16,4 3 2 0,-2 0 7 0,0 2-1 15,-3 1 13-15,6-1-3 0,-1 1 3 0,-2-1 7 0,5 0 3 16,-1-2 5-16,5-1 1 0,0-1 2 16,2-2-5-16,3-2 5 0,-2-4-1 0,-2 0 7 15,-1-1-2-15,-3 0 2 0,2-1-2 0,-6 0 4 16,-2-3 0-16,0 1-2 0,0-4-1 0,-3 4 3 0,-4-2 2 16,1 0 1-16,-5 2 4 0,2-3 1 15,-1 2-7-15,-1 4-4 0,0 0-8 0,2 7-1 16,-8-11 1-16,8 11-10 0,-7 0 4 0,7 0-1 15,-16 9 1-15,5 4-1 0,-1-1-6 0,1 3 1 16,2 0 5-16,0 4 0 0,4 0-21 0,1 0-37 0,0-2-37 16,2 2-48-16,4 1-35 0,6-1-56 0,2-3-47 15,3-3-245-15,8 0-555 0,10-1 246 16</inkml:trace>
  <inkml:trace contextRef="#ctx0" brushRef="#br0" timeOffset="119665.33">26569 12557 29 0,'9'-7'211'0,"-3"2"16"16,-1-1 7-16,0 0-8 0,-3 0-5 15,-2 6 7-15,2-10-3 0,-1 4-16 0,-1 6-23 16,0 0-18-16,0-13-17 0,0 13-25 0,0 0-36 16,-3-9-55-16,3 9-67 0,-7-4-91 0,7 4-85 0,0 0-160 15,-11-1-398-15,11 1 177 0</inkml:trace>
  <inkml:trace contextRef="#ctx0" brushRef="#br0" timeOffset="167365.69">26027 3262 12 0,'0'0'103'0,"-4"-7"-7"0,4 7 5 16,0 0-11-16,-4-9 4 0,4 9-10 0,0 0-8 16,-4-5-12-16,4 5-3 0,0 0-13 0,0 0 1 15,0 0-10-15,0 0-2 0,0 0-3 0,0 0 4 16,-1 30-3-16,1-14 1 0,0 3-6 15,-4 7 1-15,-1 2-3 0,3 0-1 0,1 5-2 16,-1-2-2-16,0 5 5 0,4 0-7 0,-6 14 2 0,2 0-2 16,-2-1 1-16,3 2-2 0,-1 3 1 0,2-3-5 15,3 1-2-15,-1-5 8 0,0 3-5 0,4-5-5 16,-1 1 0-16,0-11 1 0,4 11-1 0,-5-11 1 16,3 0-2-16,-1-2-2 0,0-1-5 0,0 1 1 15,-1-1-11-15,1-6-15 0,-2 2-9 16,0-1-9-16,2-5-28 0,-2-3-18 0,-2-2-16 0,-2 2-104 15,0-3-222-15,-2-4 99 0</inkml:trace>
  <inkml:trace contextRef="#ctx0" brushRef="#br0" timeOffset="168278.1">25913 3162 61 0,'36'-9'80'0,"15"-2"-9"0,10 3-2 0,35-5-10 15,8-1-2-15,6 2-1 0,13-1-2 0,8 1-11 0,4 1 1 16,4-7 1-16,5 1-6 0,13 3-12 0,2-4-6 15,6 1 4-15,-2-2-6 0,7-3 2 16,4 5-2-16,12-2-3 0,5 0-5 0,3-1 2 16,7 0 1-16,7 0-4 0,1 0-16 0,2 1 0 15,1-1 14-15,2 2 0 0,-4 3-3 0,-7 1-2 16,-6-1-1-16,-8 2 8 0,0 0-7 0,-15 3 8 16,-4 3-6-16,-9 1 3 0,-4 2 4 0,-12 1-5 15,-10 0 7-15,-7 5-11 0,-11-6 1 0,-16 2-15 16,-4 4 17-16,-33 0-1 0,-3 0 38 0,-3-5-14 15,-3 4 3-15,-18-4-17 0,-3 4 10 0,-13 0-5 16,-1-1 2-16,-8-1-8 0,1 0 2 0,-13 1-6 16,15 1 3-16,-10-2 9 0,-5 1 9 0,12 0-4 15,-12 0 8-15,0 0-14 0,7-1 7 0,-7 1-5 16,0 0 5-16,0 0-6 0,0 0-5 0,8 2-6 16,-8-2 6-16,0 0-5 0,0 0 1 0,0 0 0 15,0 0-7-15,4 10 0 0,-4-10-2 0,2 13-4 16,-2-3 6-16,2 5 3 0,-2 2-6 0,5 1 4 15,-4 1-3-15,5 8-2 0,-2-1-1 0,1 3 1 16,-5-29 6-16,17 66-2 0,-7-19-1 0,2-2 1 16,-3-10 0-16,3 12 0 0,1-1 2 0,-1 2-6 15,-2-3 4-15,1 1-1 0,-3 0-1 0,-2 0 5 16,0-11-4-16,4 12 1 0,-6-12 3 16,1 10-6-16,-1-11-2 0,2 14 9 0,-2-13-3 15,2 11-4-15,-3-11 4 0,3 9 3 0,-2-8-3 0,1-3 0 16,3 2 2-16,-2-3-6 0,0 1 5 0,-3 2-1 15,2-4 1-15,0 1-12 0,-5-32 11 0,3 61 0 16,-3-31 2-16,0-30-4 0,-3 55-1 0,1-28 1 16,2-27 2-16,-9 46-6 0,-3-23 5 0,12-23-2 15,-18 40 0-15,3-26-3 0,-4 4 6 16,-8-1-10-16,-1 2 7 0,-5-7-1 0,-4 2-3 16,-21 1 3-16,4-4-7 0,-6 2-5 0,-3-1 4 0,-30-1-3 15,28-5 3-15,-33 1 3 0,-1-1 4 0,-3 2-11 16,-8-4 3-16,0 1 3 0,-8 4 2 0,-5 0-6 15,-9-3 7-15,-6 1 1 0,-5 2 4 16,-6 2 1-16,-11 1-1 0,-4-2 6 0,-4 4 0 16,-11 4-2-16,-3-5-1 0,-3 1 1 0,-6 3 3 15,-2 2 4-15,0 3-5 0,-2 0 3 0,-2-3 5 16,0 1 0-16,-1 1 2 0,6-1 0 0,4 3 3 16,1-2 2-16,3 1 7 0,7 0-3 0,6-2-5 15,9 2 4-15,7-6 3 0,7 2-4 0,11 2-6 16,9-3 2-16,11-2-2 0,13-4-4 0,10-4-5 15,31-5-5-15,8-1-8 0,16-1-4 0,3-1-16 16,5-1-17-16,3-3-32 0,13 0-39 0,1-2-51 16,6-2-159-16,8 9-343 0,-5-31 152 0</inkml:trace>
  <inkml:trace contextRef="#ctx0" brushRef="#br0" timeOffset="168665.37">28336 3260 64 0,'0'0'177'0,"0"0"-19"0,0 0-20 0,15 27-9 0,-4 1-15 15,-3 6-5-15,6 19-10 0,-3 5-12 0,2 29-7 16,1 3-4-16,-5 8-3 0,-5 3 0 0,-2-3-11 15,-1 3-5-15,-1 0-3 0,2-1-11 0,-2-6-14 16,2-3-15-16,1-3-22 0,-1 1-30 0,2-30-19 16,-3 26-22-16,2-25-27 0,0-5-18 0,-3-1-80 15,-3-8-221-15,0-10 97 0</inkml:trace>
  <inkml:trace contextRef="#ctx0" brushRef="#br0" timeOffset="169516.78">27277 3921 19 0,'0'-6'168'0,"-2"-1"-26"0,2 7-21 0,-1-8-11 0,1 8-6 15,0 0-8-15,-5-8-13 0,5 8-12 0,0 0-3 16,0 0-4-16,10 22-2 0,-6-8-5 0,1 2 2 15,-1 1-5-15,0 2 1 0,1 6-7 0,0 0-6 16,-1 2-2-16,0-2-1 0,-1-6-5 0,4 9-2 16,-4-4 0-16,0 1 0 0,-1-7-6 0,3 1-6 15,-3 0 4-15,1-3 4 0,-1 0-7 0,-2 1-2 16,2-4-3-16,-2-2-2 0,0 0-4 0,2-2 3 16,-2-2 1-16,3-1-6 0,-3-6 2 0,1 11 2 15,-1-11-5-15,3 8 2 0,-3-8 0 16,0 0 3-16,0 5 1 0,0-5-7 0,0 0 13 0,0 0-10 15,0 0 1-15,0 0-8 0,0 0 0 0,0 0 9 16,0 0-5-16,0 0 2 0,0 0-1 0,0 0 2 16,0 0-5-16,-7-25 0 0,7 25 1 0,-2-11 0 15,0 6-2-15,2 5 5 0,-2-8-4 0,2 8 1 16,-4-8-1-16,4 8 3 0,-6-5 3 16,6 5 0-16,0 0 2 0,0 0 4 0,0-9-7 0,0 9 2 15,0 0 2-15,0 0-4 0,0 0 2 0,0 0-2 16,-4-8 5-16,4 8-3 0,0 0 0 0,0 0 1 15,0 0-1-15,0 0-4 0,0 0 0 0,0 0-4 16,0 0-2-16,0 0 3 0,0 0-12 0,0 0 11 16,0 0-1-16,0 0-1 0,0 0 1 0,0 0-6 15,-3-5 4-15,3 5 1 0,0 0 0 0,0 0 3 16,0 0-3-16,0 0 2 0,0 0-4 0,0 0 2 16,0 0 0-16,0 0 1 0,0 0-5 0,0 0 0 15,0 0 3-15,0 0-2 0,0 0 2 16,0 0-1-16,0 0 0 0,0 0-3 0,0 0 2 0,0 0-1 15,0 0-2-15,0 0 2 0,0 0 0 0,0 0 3 16,0 0-3-16,0 0-1 0,0 0 1 0,5 24 2 16,-5-24 0-16,5 7-1 0,-5-7 1 0,4 7-3 15,-4-7 4-15,3 9 0 0,-3-9 1 0,6 6 6 16,-6-6-4-16,7 4 1 0,-1-1-1 16,2-2 5-16,3 1-2 0,2-2 0 0,1 3 1 0,3-3-2 15,6-3 1-15,-2 5 3 0,1-7-3 0,4 4-7 16,3-3 3-16,-6 1 2 0,-4 1-11 0,3-3-19 15,0 1-30-15,-2-1-39 0,-4 0-23 0,2 3-27 16,-7-2-26-16,-1 1-107 0,0-1-300 0,-7 1 133 16</inkml:trace>
  <inkml:trace contextRef="#ctx0" brushRef="#br0" timeOffset="169693.89">27382 4152 123 0,'0'0'142'0,"0"0"-25"0,20-15-9 15,-11 12-6-15,4 0-19 0,6-3-13 0,-1 2-38 16,1 0-27-16,0 1-47 0,1-1-82 0,-8 0-133 16,6-1 58-16</inkml:trace>
  <inkml:trace contextRef="#ctx0" brushRef="#br0" timeOffset="169864.25">27247 4010 1683 0,'-11'-5'32'0,"6"2"25"0,5 3-20 0,-8-6-13 16,8 6-2-16,0 0-8 0,0 0-11 0,22-19-3 0,0 7-3 15,11 0-14-15,15-3-14 0,7 1-20 0,1-4-27 16,-3 1-26-16,7 0-35 0,-1 7-103 15,2-5-262-15,-2 2 116 0</inkml:trace>
  <inkml:trace contextRef="#ctx0" brushRef="#br0" timeOffset="170152.02">29169 3606 293 0,'0'0'279'0,"0"0"-32"0,4-5-29 15,-4 5-20-15,0 0-23 0,0 0-21 0,0 0-13 16,0 0-13-16,8 13-15 0,-8-4-11 0,1 6-11 16,-1 2-6-16,0 1-7 0,0 10-10 0,0 1-1 15,-1 0-9-15,1 1-5 0,1 4-5 0,0-4 0 16,2 1-4-16,3-2-10 0,-2 0-6 0,0-3-12 15,0 2-20-15,0-4-19 0,-3-5-27 0,4 1-16 16,-2-3-29-16,-1 2-21 0,2 0-16 0,0-2-54 16,-3-6-163-16,-2 0-379 0,1 2 168 0</inkml:trace>
  <inkml:trace contextRef="#ctx0" brushRef="#br0" timeOffset="170533.45">29287 3720 1701 0,'13'-25'33'0,"-4"7"27"16,0 1-33-16,-2 1-18 0,0 6-11 0,0 3 9 16,-3 0-1-16,4 0-3 0,-3 3 0 0,5 0-3 15,-4 0 1-15,4 1 1 0,-3 3 0 0,-7 0 1 16,14 0-4-16,-6 2 11 0,2 1-5 0,-1 3 1 16,1 0 3-16,1 4-7 0,2 1 8 0,-2 2-2 15,-3-2-4-15,-1-1 3 0,-1 2-2 0,-2 3 1 16,0-3 0-16,0 0-1 0,-3 1-5 0,-1 3 0 15,0 2 4-15,-2-3-5 0,-1 0-8 0,-1-2-7 16,2-1 4-16,0-1-10 0,1 1-8 0,0-3-9 16,1-9-2-16,1 20 1 0,2-10 10 0,1-2 1 15,1 1-1-15,0 0 11 0,4 0 1 0,2 3 12 16,1-5-11-16,-2 1 3 0,2 0 3 0,-1 3 2 16,-1-3-4-16,-1 0 4 0,0 1-3 0,1-1 10 15,-3 0 10-15,-3-1 0 0,1 0 4 0,-1 0 2 16,-4-7 6-16,1 14 6 0,1-5 3 0,-2-9-4 15,-5 15-5-15,1-7-2 0,-2 1 1 0,0-1 1 16,-6-1-11-16,-1 5-11 0,-2-2-20 0,0 1-30 16,-1-2-47-16,5-2-34 0,-3 1-106 0,4-3-259 15,2-2 115-15</inkml:trace>
  <inkml:trace contextRef="#ctx0" brushRef="#br0" timeOffset="170863.31">30897 2984 209 0,'-6'-17'200'0,"2"6"-15"0,3 4-18 15,-3 0-22-15,4 7-14 0,-3-8-16 0,3 8-9 16,0 0-14-16,0 0-10 0,3 43-6 0,-1-10-1 16,4 22-3-16,6 23-4 0,-2 12 1 0,3-4-11 15,-5 0-2-15,10 7-1 0,-3-6-6 0,6-3-4 16,-2 4 0-16,-2-2-6 0,-1-1 1 0,0 1-6 16,-3-5 0-16,-4-23-8 0,3 23-10 0,-7-24-15 15,-2-2-17-15,-3 1-31 0,-2 1-35 0,0-7-32 16,-3 2-26-16,-3-17-32 0,2-1-115 0,-6-7-310 15,-1 1 137-15</inkml:trace>
  <inkml:trace contextRef="#ctx0" brushRef="#br0" timeOffset="171168.24">31881 3511 1462 0,'14'-32'48'0,"-5"4"7"0,-1 2 24 16,-7 10 11-16,1 3-38 0,-2 2-13 0,-2 1-13 16,2 10-2-16,-7-9-5 0,-4 9-7 0,-8 4 10 15,-10 8 9-15,-4 7 17 0,-12 7-3 0,-1 9 2 16,1-2-5-16,3 5-1 0,9-4-5 15,12-3 1-15,7-2-7 0,8 5 2 0,2-3-3 16,9 2 2-16,13 13-5 0,9-3-19 0,7-7-21 0,10-2-31 16,1-1-28-16,8-8-44 0,5-4-43 0,-3-2-16 15,-3-3-129-15,0-5-329 0,-12-7 146 0</inkml:trace>
  <inkml:trace contextRef="#ctx0" brushRef="#br0" timeOffset="171286.37">32373 3884 2104 0,'0'0'104'15,"0"0"9"-15,-24-10-47 0,24 10-38 0,-13-2-22 16,2 1-23-16,11 1-19 0,-30 8-15 0,12-2-29 16,-4 7-36-16,3-3-19 0,-7 5-56 0,-4 3-109 15,1 0-324-15,-2-2 144 0</inkml:trace>
  <inkml:trace contextRef="#ctx0" brushRef="#br0" timeOffset="-135920.5">30582 10497 35 0,'0'0'145'16,"0"0"-13"-16,0 0 6 0,0 0-14 0,0 0-6 15,2-10 0-15,-2 10-5 0,0 0-5 0,0 0-10 0,0 0-3 16,0 0 0-16,0 0-4 0,-6-12-4 0,6 12-4 16,0 0-9-16,0 0-3 0,-4-8-1 0,4 8-5 15,0 0-5-15,-4-6-1 0,4 6-8 16,0 0 2-16,-5-7-5 0,5 7-8 0,0 0 2 0,-5-7-7 16,5 7 0-16,0 0-4 0,0 0 1 0,-4-7-5 15,4 7-9-15,-5-3-1 0,5 3-1 0,0 0 0 16,-9-4-7-16,9 4 2 0,-11-3-2 15,11 3-3-15,-11-1-1 0,11 1 1 0,-14 3-3 0,14-3-1 16,-14 1-2-16,4 2 0 0,1 0-1 0,1 0-3 16,-2 1-2-16,2 2 2 0,-2 0 1 0,4 0 1 15,-3 2-5-15,1 0 6 0,2-1-4 0,-1 2 3 16,4 0-2-16,-3 0-6 0,4-1 6 16,-1 2 3-16,2-5-4 0,1 5 0 0,0-10 4 0,1 15-5 15,2-8 0-15,-2-1-3 0,3 2 0 0,-3-3 0 16,3 1 1-16,0-1 3 0,2 0-2 0,1-2 1 15,-7-3-1-15,9 6 4 0,-6-5-3 0,-3-1 6 16,10 6-4-16,-10-6 3 0,7 3 0 0,-7-3 1 16,6 3-3-16,-6-3 4 0,0 0-4 0,0 0 6 0,7 0-1 15,-7 0 2-15,0 0-3 0,0 0 3 16,0 0-1-16,0 0-2 0,0 0-5 0,0 0 6 16,0 0-7-16,6 3 6 0,-6-3 0 0,0 0-3 15,0 0 2-15,0 0-4 0,0 0 2 0,0 0-1 16,0 0-7-16,0 0 6 0,0 0 2 0,0 0-2 15,0 0 0-15,0 0-2 0,0 0 3 0,0 0-3 16,-24 4-4-16,19-1 8 0,5-3-5 0,-10 6 3 16,6-2 5-16,-3-1-7 0,1 3-2 0,1-1 2 0,0 2 0 15,0-1-1-15,-3 3 2 0,2-2 1 0,2-2 1 16,0 2 5-16,-1 5-4 0,2-5-1 0,2-1-2 16,-3 1 4-16,4-7-5 0,-1 13 4 0,1-5-1 15,2 0 0-15,1-1 4 0,3 1 1 0,0 0 0 16,2 1-1-16,3-4-2 0,-1 3 2 0,6-1-1 15,1-2 0-15,4 0 0 0,0-3 2 0,-1 0 1 16,8 0 2-16,-8 0-7 0,0-1 0 0,0 1-7 16,-3-4-8-16,-5 2-6 0,1 2-6 0,-4-2-10 15,-2 1-13-15,-7-1-11 0,12 0-7 0,-12 0-6 16,10-1-13-16,-10 1-13 0,0 0-7 16,9 0-3-16,-9 0-5 0,0 0-102 0,5 4-237 0,-5-4 105 15</inkml:trace>
  <inkml:trace contextRef="#ctx0" brushRef="#br0" timeOffset="-127308.96">9620 8174 32 0,'-30'0'80'0,"-1"-1"-4"16,-2 1-5-16,0 1 1 0,-1 2-10 0,-2 1 9 16,3 3-21-16,-1 1 7 0,-1 5-6 0,-15 2 2 15,4 3-17-15,-2 5 7 0,4 3-14 16,1 0 2-16,3 3 2 0,3 4-13 0,3-2 1 0,-2 8-3 15,14-11 0-15,-6 12-2 0,0 1 5 0,10-9-11 16,-4 11 3-16,5 2-1 0,6-12-6 0,-3 11 0 16,4 2 5-16,6-12 14 0,3 2-23 0,3 8 7 15,0-8-4-15,5-1-4 0,5 14 6 0,3 2 3 16,6-6-6-16,2 1-4 0,2-3 10 0,7 0-12 16,-1-2 8-16,5 1-7 0,3 0 2 0,3-1 3 15,6-2 1-15,2-1-2 0,25 10 1 0,-23-16-6 16,5 0 2-16,27 12-4 0,-5-2 3 0,2-1 2 0,-21-15-4 15,24 9 0-15,-1 3 6 0,3-7-8 16,3-2-1-16,3-2 6 0,4 2-6 0,3 2 1 16,4-8 3-16,-2 0-13 0,5-5 17 0,-2-8-7 15,7 7-2-15,6-5-6 0,2-3 15 0,4 2 6 16,2-5 2-16,2-4-7 0,2 4 5 0,4-8-4 0,-2 2 6 16,3-1 2-16,1 3-13 0,-5-4 1 15,-1 3 3-15,6-5-5 0,-7 4 13 0,4-2-9 16,2 2 0-16,0-3 3 0,0-5-3 0,-6 6 9 0,9-1 4 15,-4 3-8-15,1-5-5 0,1-2 3 0,-4 1-5 16,-3-2-6-16,-7-3 14 0,6-1-2 0,-3 0-2 16,0-3 2-16,-5 1 3 0,-3-5 1 0,-10-2-13 15,5-4 5-15,-4-2 3 0,-1 1 4 0,-3-2-3 16,-1-3 3-16,-6-3-9 0,2 0 7 0,-3-3-4 16,-9-1-7-16,3-1 4 0,-4-2 2 15,-4-2-13-15,-6 0 10 0,-18 11-7 0,19-16-13 0,-22 15 30 16,-6-6-6-16,3 1-2 0,-4-1-6 0,-3 0-4 15,-5-1 6-15,-7-1 11 0,-3 3-12 0,-7-4 3 16,-11 10 1-16,-1-2 7 0,2-12-10 0,-10 10 5 16,-3-9 0-16,-9-3 4 0,-4 2-4 0,-5-5-2 15,-6 3 6-15,-3-4-3 0,-10 2 3 0,-16-18 5 16,1 2-6-16,12 22 1 0,-21-14-1 0,-5 3 6 16,-5 6-9-16,-5 0-4 0,21 17-3 0,-29-17 8 15,-6 5-3-15,-5 3-3 0,-4-4-2 0,-8 4 0 16,8-2-9-16,-12 6 4 0,-10 1 7 0,1 0 1 15,-6 5-4-15,-4-5-5 0,-2 10 5 0,-4 6-8 16,-6-7 8-16,-2 4 12 0,-7 1-13 0,-1 4 11 16,-4 2-12-16,2 0-2 0,-12 3 9 0,1 0 4 15,-4 3-5-15,-7 1 4 0,1 4-9 0,-8-3 1 16,0 5 0-16,-5 3 5 0,1 2-10 0,-8 1 14 16,5 1-9-16,0 3 9 0,-4-1-7 0,-2 1 4 0,1 7-2 15,-2-1-6-15,3 6 8 0,-1-2-9 0,3 1 9 16,-2 13 1-16,0-4-4 0,6 2-1 0,5 3 4 15,7-1 0-15,-1 6 2 0,9-2-4 16,12 1 11-16,13-5-10 0,8 3-5 0,10 0 5 0,12-1-2 16,8-1 4-16,13-5-14 0,31-5 19 0,6 0-23 15,2 2-23-15,8 4 0 0,5-2-10 0,13-3-16 16,8 0-14-16,6 3-54 0,6 0-144 0,7-2 64 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9:45:20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7919 7415 4 0,'7'17'0'0,"-1"-3"6"15,0-3 4-15,3 2 3 0,-2-1-5 0,-1 1 6 16,4-1-3-16,1 1-1 0,-4 2 2 0,3-3-7 16,-1 2 6-16,-1 1-5 0,2-6 2 0,1 6 2 15,0-2 2-15,2-1 4 0,-3 1 2 0,3 2-4 16,0-4 2-16,1 2-6 0,-2 0 4 0,3 0 2 16,0-1-4-16,0-2 6 0,3 3-7 0,-1-1 8 15,1-2 3-15,-3 0-12 0,4 0 5 0,-1 0 1 16,1-3-3-16,2-1 2 0,4 4-2 0,-6-4-2 15,8 0-3-15,-8 1-4 0,1-2 3 0,1 0-6 16,-2-1 4-16,1 1 6 0,0-2-6 0,8-2 4 16,-7 1-9-16,0-1 3 0,8 1 9 0,-1-2-1 15,0-3-5-15,0 1 2 0,-1-1-9 16,-4 1 2-16,-3-2-2 0,2 1 2 0,-3 0-4 0,0 0-6 16,0 1-4-16,-3-1-5 0,-2-1-10 0,-4 1-11 15,0 0-28-15,-2 0-72 0,-8 3 32 0</inkml:trace>
  <inkml:trace contextRef="#ctx0" brushRef="#br0" timeOffset="1093.21">8011 7383 39 0,'0'0'48'0,"-1"-15"-4"0,0 5 1 0,1 1-1 16,0-2-8-16,1 0-8 0,0-1 1 0,2-4-5 15,0 0 5-15,-1 0-1 0,4 0-7 16,-2-3-1-16,0 1 9 0,0 3-10 0,-2-4-4 0,4 0 1 15,-1 1-4-15,2 0-1 0,1-7 6 0,0 2-4 16,1-1 0-16,2-2-5 0,-1 1 0 0,3 1 1 16,-1 0-3-16,0-3 0 0,0 2-1 15,1 1-4-15,1 0 4 0,-4 2 2 0,2 0-3 16,1-2-5-16,2 1 7 0,4 1-8 0,-5-1 9 16,2 0-7-16,-1 2 9 0,2-1-11 0,0 2-5 0,-2-1 8 15,-3 5-4-15,4-5 2 0,-4 6 6 0,1-2 1 16,-2 0-14-16,1 2 6 0,-1 1 1 0,-1-3-4 15,2 4 0-15,-1-1 2 0,0 0 2 16,-1 0-5-16,1 0 4 0,0 1-3 0,-4 2 0 16,2 2-1-16,0-1 6 0,-2 2-3 0,0-2 3 0,2 3 1 15,-4 2 1-15,2-3-1 0,-2 4-2 0,1-3 4 16,4 0-9-16,-1 1 3 0,3 0-1 16,3-2 11-16,3 1-11 0,-1 1 2 0,2 0-2 15,0 1 4-15,1-1-1 0,0 2-5 0,0 0 3 16,2 1 4-16,-2-1-5 0,1 1 0 0,-1 2 0 0,2-1 4 15,-2 0-3-15,2 2 7 0,0 0-4 0,6-2 0 16,-8 4 0-16,3-2 1 0,-2 3-3 0,-1-1-2 16,2 1 2-16,0-1 0 0,-2 3 4 0,-2-1-7 15,1 2 7-15,-1 1-4 0,-1 0 2 16,-1 0 2-16,0 1 1 0,-2 1 2 0,1 1-9 0,-1-2 6 16,0 4-2-16,-2-1 9 0,2 1-9 0,-4 0 1 15,0 2-1-15,2-1-2 0,-1 3 4 0,0-1-2 16,0 1-1-16,-2 1 2 0,-1 2 2 0,2-2-3 15,-3 2 5-15,2 0-3 0,2 4-1 16,-4-4-1-16,0-3 1 0,-1 3 2 0,1 5-4 16,-2-6 5-16,0 2-4 0,-2-1-3 0,0 6 2 0,0-6 4 15,-1 0 0-15,-1 10-2 0,1-9 3 0,0 3-2 16,0 3 5-16,-1-2-6 0,0 2 0 16,0-7 1-16,1 1 3 0,0 5-2 0,1 1 3 15,-1-1-5-15,-2 0 5 0,3 0-4 0,-1-1 3 16,0 1-8-16,-2 2 3 0,1-1 8 0,-1-1-4 0,-1-2 2 15,2 3-5-15,-2-6 0 0,2 5 5 0,0-1-4 16,-3 2 0-16,2-2-1 0,0 2-1 16,-4 2 1-16,1-3-2 0,-2-1 0 0,0 1-3 0,0 1 5 15,1-1 0-15,-5 0 1 0,4-4-3 16,-4 3-2-16,0 0-8 0,-5 0 5 0,3 2-5 0,-6-3-1 16,-1 0-4-16,-3-1-3 0,0 1-1 0,-5-1 3 15,-2-2-5-15,0-1-3 0,0 0 6 0,-1-2-1 16,-2-2 4-16,0-1 6 0,-1-1 2 0,-1-1-3 15,0 0 9-15,-3-2-3 0,-1-3-2 16,-2 0 2-16,-13 2-4 0,1-5 4 0,-1-4-1 16,13 4 2-16,-14-2-3 0,14-2 4 0,2 0-3 0,-1-2 4 15,1-3 3-15,4 3-7 0,2-2-6 0,2 0-11 16,8 1-32-16,0-1-59 0,-1 0 27 0</inkml:trace>
  <inkml:trace contextRef="#ctx0" brushRef="#br0" timeOffset="4310.46">9098 7632 36 0,'0'0'36'0,"0"0"-5"0,0 0-16 0,0 0-21 16,0 0-13-16,0 0-20 0,0 0 8 0</inkml:trace>
  <inkml:trace contextRef="#ctx0" brushRef="#br0" timeOffset="10361.65">8730 7437 12 0,'0'0'22'0,"0"0"-3"0,0 0-2 16,0 0-3-16,0 0-1 0,0 0-1 0,0 0 2 15,0 0-9-15,0 0 1 0,0 0 1 0,0 0 4 0,0 0-3 16,0 0-5-16,0 0 5 0,0 0-2 15,0 0-3-15,0 0-3 0,0 0 2 0,0 0-5 16,0 0 9-16,0 0-11 0,-4-6 10 0,4 6-7 16,0 0 4-16,0 0-7 0,0 0-4 0,0 0-1 15,0 0 3-15,0 0 0 0,0 0 3 0,0 0-6 0,-3-8 3 16,3 8 1-16,0 0-3 0,0 0 0 0,0 0 0 16,0 0-7-16,0 0-17 0,0 0 8 15</inkml:trace>
  <inkml:trace contextRef="#ctx0" brushRef="#br0" timeOffset="35731.28">15931 4599 98 0,'0'0'120'0,"0"0"-9"0,0 0-6 0,0 0-5 15,0 0-7-15,0 0-1 0,0 0-6 0,0 0-7 16,0 0-8-16,0 0-5 0,0 0-12 0,0 0-3 15,0 0-3-15,0 0 0 0,0 0-11 0,0 0-2 16,0 0-1-16,0 0-5 0,-7-12-9 0,7 12 5 16,0 0-7-16,0 0-5 0,-11 0 2 0,11 0-5 0,0 0 1 15,-15 2 1-15,15-2-1 0,-13 3-3 16,6-2-1-16,7-1 2 0,-15 2-1 0,9 0-2 16,6-2 0-16,-14 0 0 0,14 0-4 0,-13 0 8 15,8 2-7-15,5-2 5 0,-14 2-6 0,7-2-1 16,7 0 4-16,-14-3-4 0,14 3 3 0,-14 1-2 15,14-1 11-15,-10 0-2 0,10 0 4 0,-9 2 6 16,9-2-1-16,0 0 0 0,-10-2 2 0,10 2 0 16,0 0-1-16,0 0 2 0,0 0-3 0,0 0 0 15,0 0-1-15,0 0-3 0,0 0-4 0,0 0 2 16,-10 0-3-16,10 0-2 0,0 0 0 0,0 0 10 0,0 0 4 16,22 9 2-16,-11-6-1 0,-1 0 5 0,5-1-2 15,2 2 3-15,3-3-2 0,1 3 4 16,7 1-2-16,-1-2 2 0,-2 1-5 0,4-2 1 15,0-1-4-15,3 2 0 0,1-3-3 0,2 2-2 0,2 0 0 16,-2 1-5-16,2-1 4 0,14-4-23 0,-12 2 2 16,-1 1-2-16,1-2 3 0,1 1-1 0,12 0 2 15,-14 1 3-15,0-1-5 0,-2-1 2 16,1 2 2-16,-1-1 0 0,2 2 2 0,-6-3-4 16,1 1 1-16,1 1 0 0,-4-1 0 0,1 2 1 15,-3-5-6-15,1 4 7 0,0-2 0 0,-9 0-3 0,7-1 2 16,-5 4 4-16,-1-3-2 0,-1 2-3 0,1-2 0 15,1 3 0-15,-1-3 5 0,1 1-8 16,0 1 0-16,7-3 5 0,-8 3 3 0,1-2 1 16,-1 1-2-16,0-1-1 0,-1 2 0 0,-2-2 0 15,-5 2 0-15,5-2-2 0,-7 1 4 0,1 0 0 0,-1 1-3 16,1-1-1-16,-1 0 2 0,0-1-2 0,-1 1-2 16,3 0 3-16,-3-2-4 0,-2 2 8 15,4 0-7-15,-4-1 2 0,1 0-4 0,2-1 5 16,0 1-2-16,0 1 3 0,2 0-1 0,-5-1 0 15,-8 1 2-15,14 0-1 0,-7-1 0 0,-7 1-3 16,9-1 2-16,-9 1 0 0,9 0-3 0,-9 0-1 0,8-1-1 16,-8 1 2-16,0 0 0 0,11-1-2 15,-11 1 3-15,8 1-1 0,-8-1-19 0,0 0-25 16,8 1-34-16,-8-1-20 0,0 0-35 0,0 0-35 16,0 0-148-16,0 0-341 0,7 2 152 0</inkml:trace>
  <inkml:trace contextRef="#ctx0" brushRef="#br0" timeOffset="36279.51">17623 4114 61 0,'0'-8'162'0,"0"8"3"15,3-11 4-15,-3 4-6 0,0 7-11 0,2-10-13 16,-2 10-9-16,0 0-17 0,-1-9-7 0,1 9-16 15,0 0-3-15,0 0-14 0,0 0-10 0,1-7-6 16,-1 7-11-16,0 0-5 0,0 0-4 0,0 0-5 16,0 0-4-16,0 0-3 0,5 23 0 0,-4-7-4 15,-1 0 1-15,3 10-2 0,-2 1-4 0,-1 1 1 16,1 2-4-16,-1 2 3 0,3 0-6 0,-6 0 7 16,5 4-4-16,-5 0 6 0,2 13 0 0,0-15-1 15,1 0 2-15,0 13 5 0,-2-12 1 0,0 0 4 16,-1-4 4-16,1 3-6 0,-2-1-3 0,3 2-1 15,-1 0-3-15,1-3 2 0,1-2-4 0,0-1 1 16,1 0-3-16,1-2-1 0,0-1-1 0,-3-6-3 16,1 4 2-16,0 1-3 0,0-8 0 0,0 1 2 15,1-1-5-15,2-1-1 0,-2-3 2 0,-1 0-4 16,1-3 4-16,3 1-3 0,-3 0 1 0,1-3 0 16,1 0 5-16,-3-1 0 0,3 0-2 0,0-1-5 15,-3-6-11-15,3 9-15 0,-1-2-11 0,-2-7-24 16,0 0-26-16,5 9-22 0,-5-9-31 0,0 0-50 15,9 2-160-15,-9-2-372 0,0 0 164 0</inkml:trace>
  <inkml:trace contextRef="#ctx0" brushRef="#br0" timeOffset="37381.07">17743 4441 30 0,'0'0'85'0,"0"0"-8"0,0 0 4 0,0 0-6 15,0 0 1-15,0 0-1 0,0 0-9 0,0 0 10 16,0 0-11-16,0 0 6 0,0 0-5 0,0 0 3 15,0 0-4-15,0 0-7 0,0 0-4 0,0 0 0 16,0 0 2-16,0 0-13 0,0 0-5 0,0 0-1 16,0 0-6-16,0 0 0 0,0 0-7 0,0 0 0 15,0 0 1-15,0 0 0 0,0 0-14 0,0 0 10 16,0 0-2-16,0 0 1 0,0 0 3 0,0 0-4 16,0 0 4-16,0 0-1 0,0 0 1 0,0 0 7 15,0 0 3-15,0 0 5 0,0 0 0 0,0 0 7 16,0 0-1-16,0 0-4 0,0 0-3 0,0 0-4 15,15-16-6-15,-1 6-4 0,4-1 0 0,7-6-3 16,4 1-3-16,4-3-5 0,2 1-1 0,11-9 3 16,1 3-3-16,-4 2-2 0,-11 4 0 0,0 2 0 15,-1-3 5-15,0 2-10 0,-2 4 7 0,-5 0-2 16,2-2 7-16,-3 1-1 0,-4 6 5 0,-1-3-7 16,-4 3-3-16,-4 0 5 0,2 3 6 0,-2 0 3 15,-1-1 4-15,-1 3 8 0,-2-1 2 0,-1 1 9 16,-5 3 2-16,8-4-1 0,-8 4 2 0,7-2-2 15,-7 2-3-15,0 0-1 0,5-5 5 0,-5 5-11 16,0 0-6-16,0 0 2 0,0 0-3 0,0 0-4 16,0 0-2-16,0 0-4 0,8-1-3 0,-8 1-2 15,0 0 2-15,0 0-7 0,0 0-1 0,0 0-4 16,0 0 3-16,0 0-3 0,0 0-19 0,0 0-24 16,0 0-23-16,0 0-36 0,0 0-50 0,0 0-41 15,0 0-23-15,0 0-21 0,0 0-129 0,0 0-389 16,0 0 172-16</inkml:trace>
  <inkml:trace contextRef="#ctx0" brushRef="#br0" timeOffset="39338.78">18377 3968 22 0,'0'0'45'0,"-11"0"6"0,11 0 6 0,-10 0 5 15,10 0 0-15,-10 1 7 0,10-1-9 16,-10 1 16-16,10-1-7 0,0 0-4 0,-13 2-8 16,13-2-2-16,-9 0-1 0,9 0-5 0,-11 0-4 15,11 0 2-15,-9 2 4 0,9-2 1 0,-8 1-1 0,8-1 1 16,0 0-3-16,0 0-6 0,0 0-9 16,-10 0 0-16,10 0 0 0,0 0-4 0,0 0-9 15,0 0-1-15,-6 4 0 0,6-4-1 0,0 0-2 16,0 0 2-16,0 0-7 0,0 0-1 0,0 0 2 15,0 0 3-15,0 0 3 0,28 3 1 0,-16-3-1 16,1 0 1-16,5 0 0 0,0-2 0 0,2 1-2 0,0 0 0 16,0-2 2-16,0 0 1 0,-1 1 0 15,0 1-4-15,-3 1-6 0,0-1 6 0,-4-1 2 16,1 1-5-16,-4 1-1 0,-2-2-3 0,1 0-2 16,-8 2 0-16,12 2-1 0,-12-2-3 0,0 0-1 15,10 0 1-15,-10 0 3 0,4 5 3 0,-4-5 2 16,0 12 4-16,0-3 3 0,-6 4 0 0,-2 3-2 15,-1 3 0-15,-4 3 5 0,-1 1-4 0,-1 0-3 16,3-7-3-16,-2 5-1 0,4-4 4 0,-2-1-3 16,5 1-11-16,-2-1 2 0,0 0-26 0,2-1-27 15,2-1-31-15,2-1-48 0,1-4-36 0,0 3-114 16,-1-2-302-16,3-10 134 0</inkml:trace>
  <inkml:trace contextRef="#ctx0" brushRef="#br0" timeOffset="40661.15">17629 4783 77 0,'0'0'114'0,"0"0"-12"0,0 0-12 0,0 0 0 16,0 0-9-16,0 0-10 0,0 0-10 0,0 0-9 15,0 0-1-15,0 0-5 0,0 0 3 0,0 0 9 16,0 0-8-16,0 0 5 0,0 0-4 0,22 12 0 15,-14-7-2-15,1-2 2 0,1 2-4 0,3 2-3 16,5-1 5-16,-1 1-5 0,1 3-5 0,1-2 3 16,7 3 4-16,0 1 4 0,1 1-5 0,1 0-4 15,-2 0 0-15,0-3-5 0,1 3-5 0,0-4-2 16,-3 3-1-16,0-1-3 0,2 0-6 0,-6-3 4 16,6 3-2-16,-3 0-3 0,2-1-1 0,-4-1 1 15,4 2-4-15,-7 1-2 0,6 1 0 0,-4-3-3 0,3 4 2 16,-5-5-5-16,-1 4 0 0,0-1 4 15,0-2-4-15,-2 0 0 0,2 2 0 0,-3-1 2 16,1-1 1-16,0 2 1 0,1-3-3 0,-6-1 1 16,0-2-5-16,2 2 17 0,-3-3 8 0,0 0 9 15,1-1 7-15,-1 0 2 0,-2-2 6 0,2 2 5 16,0-3 1-16,1-1-3 0,-2 2 1 0,2 0 6 16,-2 1 1-16,1-2-5 0,-9-1-4 0,13 0-3 15,-13 0-6-15,10 1-2 0,-10-1-5 0,0 0-4 16,12-1-1-16,-12 1-4 0,0 0 2 0,8 1 3 15,-8-1 0-15,0 0 4 0,0 0 0 0,0 0 3 16,0 0 1-16,0 0 4 0,7 3-2 0,-7-3 9 16,0 0-10-16,0 0-4 0,0 0 1 0,0 0-3 15,0 0-9-15,0 0 4 0,0 0-1 0,0 0-6 16,0 0 0-16,0 0-2 0,0 0 2 0,0 0-7 16,0 0 7-16,0 0-3 0,0 0-5 0,0 0-6 15,0 0-8-15,0 0-2 0,0 0-10 0,0 0-23 16,0 0-31-16,0 0-34 0,0 0-40 0,0 0-39 15,0 0-45-15,0 0-42 0,0 0-230 0,0 0-534 16,-42-1 237-16</inkml:trace>
  <inkml:trace contextRef="#ctx0" brushRef="#br0" timeOffset="43915.25">18588 5254 31 0,'0'0'106'0,"-7"-5"-15"0,7 5-3 0,0 0-9 16,0 0-13-16,0 0-11 0,0 0 9 0,0 0-14 15,0 0 3-15,0 0-7 0,0 0-15 0,0 0 5 16,0 0-2-16,0 0-11 0,0 0-3 0,0 0-1 16,0 0 1-16,0 0-11 0,0 0 17 0,0 0-16 15,0 0-2-15,0 0-10 0,0 0-6 0,0 0 2 16,0 0-6-16,-5-7 4 0,5 7-6 0,0 0 11 15,-7-1-8-15,7 1 5 0,0 0 2 0,0 0-9 16,0 0 13-16,-12 0 3 0,12 0-5 0,0 0 4 16,0 0-1-16,0 0 10 0,0 0 6 0,0 0 0 15,0 0 7-15,0 0 1 0,0 0 20 0,0 0-8 16,0 0 3-16,0 0 5 0,-10-3 0 0,10 3-3 16,0 0 3-16,0 0 2 0,0 0-9 0,0 0 17 15,0 0 5-15,-4-5-1 0,4 5 3 0,0 0-6 16,0 0 1-16,0 0-6 0,0 0-4 0,0 0-1 15,0 0-6-15,0 0-3 0,0 0-8 0,0 0 3 16,0 0-7-16,0 0-2 0,0 0-2 0,0 0-3 16,0 0 2-16,0 0-6 0,0 0-2 0,0 0 1 15,0 0-4-15,0 0 1 0,0 0-4 0,0 0 0 16,0 0-2-16,0 0 0 0,0 0-4 0,0 0-2 16,0 0 1-16,0 0-3 0,0 0 4 0,0 0-4 0,0 0 3 15,0 0-1-15,-4 14 1 0,4-14-1 16,0 13 4-16,0-5-3 0,-2 2 0 0,0 5 1 15,1 1 0-15,0 3-2 0,-1-1 5 0,1-1 2 16,0 2-3-16,1 6 0 0,0-7 1 0,0 7 0 16,0 0-3-16,1 1 1 0,-1-8 2 0,3 1 2 0,2 10-1 15,-3-1-3-15,2-2 2 0,-1-7-5 16,-2 6 5-16,1-1-2 0,-1-6 4 0,0 7-1 16,-1 0-1-16,1-5-2 0,2-1 1 0,-2-1 1 15,0 0 2-15,-1 1-4 0,0-2 1 0,0 0 1 0,2 0 0 16,-2 2-1-16,-2-4 5 0,1 3-4 15,2-2 1-15,-2 3 0 0,1-2 5 0,0 1-8 0,1-1 0 16,1-2 0-16,1 2 4 0,-3-1-3 16,2-1 0-16,-2-1 0 0,1-3 4 0,-2 5-3 15,1-4 2-15,0 1 1 0,0-1-1 0,1 5 3 0,0-2-3 16,-1-4 3-16,0 2-9 0,0-3 5 16,3-1 1-16,-3 3-2 0,1-3 1 0,0 2-3 15,2 0 5-15,-3 0 0 0,1-2 3 0,3-1-4 16,-3 4 6-16,-2-3-2 0,2 1-2 0,-1-1-2 0,0 1 3 15,0-1 0-15,0 1 0 0,2-1 1 0,-2 3-2 16,0-1-1-16,-2 0 1 0,2 0 0 0,0-1 2 16,2 3-2-16,-2-1 0 0,0-1-1 15,1 4 1-15,-1-2 1 0,1 0 2 0,2-3-4 16,-2 2 2-16,-2-2-4 0,2 2-4 0,-2-2 4 0,3 1-1 16,0 0 1-16,-1 0 0 0,-1 1 0 0,0-2-1 15,0-1-1-15,0 0-2 0,1 4 6 0,0-2-1 16,1 2 2-16,-1-2-3 0,0 1 0 15,-1-2-1-15,-1 3 5 0,0-2 5 0,3 0-1 16,0 6 2-16,0-5 1 0,-1 4-1 0,-1 1 10 0,2 1 2 16,-1-1-1-16,0-2-5 0,1-2 2 0,-2 2 4 15,2 0-10-15,-2-1-1 0,3-2 0 0,-2 0-2 16,1 4-1-16,0-3-2 0,-2-2-2 16,1 0 3-16,-1 0 0 0,1-1 2 0,-1-1 2 0,0 1 0 15,0 0 0-15,1 3 2 0,1-3 4 0,-1 2-4 16,2-1-2-16,-2 0 0 0,2 0 0 0,-3 2-3 15,-2-1-2-15,2 1 2 0,2-2-2 0,-4 1 3 16,1 1-4-16,1-2-4 0,0 0 3 0,0 2 1 16,0 0 0-16,0-3-5 0,1 2 5 0,-1-1 0 15,0 1-1-15,0 0-1 0,0 5 7 0,-1 0 0 16,0-1-1-16,2 0 3 0,-4 0 1 0,1 4-2 16,0-1 0-16,1-2-1 0,0-1-2 0,0 4 1 15,-4-5-1-15,3 4-1 0,0 0 1 0,2-3 1 16,0 3-8-16,0-1 1 0,1-2 5 0,-1-1-4 15,0-4 0-15,0 1 4 0,0-2-5 0,0-10-3 16,3 18 3-16,-2-8-1 0,3-1-2 0,-3-4-1 16,0 1 2-16,-1-6-1 0,0 15-1 0,1-8 2 15,1-3 2-15,-2-4-4 0,1 13 1 0,-1-5-2 16,1-2 9-16,1 1-2 0,0 0-9 0,-2 1 4 16,0-8-6-16,4 10-5 0,0-3-3 0,-3-3 2 15,2 2-5-15,-3-6-8 0,6 13-11 0,-3-8-2 16,-2 0-14-16,-1-5-16 0,5 10-28 0,-2-5-27 15,-3-5-34-15,0 0-28 0,5 11-32 0,-5-11-202 16,0 0-449-16,0 0 198 0</inkml:trace>
  <inkml:trace contextRef="#ctx0" brushRef="#br0" timeOffset="47665.07">15890 4614 26 0,'0'0'53'0,"0"0"0"15,0 0 15-15,0 0 2 0,8 1 2 0,-8-1-3 16,0 0 12-16,0 0-1 0,0 0 6 0,0 0 3 16,0 0-9-16,0 0-9 0,0 0-5 0,0 0-11 15,0 0-6-15,0 0-3 0,-21-11-3 0,21 11-12 16,-14 0 11-16,4 0-18 0,-2 0 0 0,2 0 10 15,-1 0-15-15,-3 1 7 0,2 0-9 0,-3 1-6 16,2-1 5-16,-6 0-7 0,2 2-1 0,-1-2-2 16,4 0 6-16,-2-1-2 0,3 1-4 0,-2-2-1 15,3 1 3-15,-1 0-4 0,2-1-1 0,0 1 20 16,0 0-16-16,11 0 11 0,-12-1-4 0,12 1-1 16,-10-2 2-16,10 2 0 0,-10-1 2 0,10 1-1 15,0 0-5-15,0 0 3 0,-11-1-2 0,11 1-2 16,0 0-3-16,0 0 5 0,-10 2-7 0,10-2 3 15,0 0 0-15,0 0-5 0,0 0 6 0,0 0-6 16,0 0 2-16,0 0-5 0,0 0 3 0,0 0 2 16,0 0-7-16,-8 2 7 0,8-2 1 0,0 0-3 15,0 0-8-15,0 0 3 0,0 0 5 0,0 0-2 16,0 0-7-16,0 0 4 0,0 0-1 0,0 0 3 16,0 0 0-16,0 0-1 0,0 0-1 0,0 0-3 15,0 0 4-15,0 0-2 0,0 0 0 0,0 0-2 16,-2 8-1-16,2-8 6 0,0 0-2 0,0 0-2 15,-1 13 7-15,1-13 0 0,-1 12 6 0,2-5-4 16,-1 1-1-16,0 1 5 0,0 0-6 0,0 1 7 0,0 3 1 16,0-1 8-16,1 5-11 0,-1-2 4 15,2 0 7-15,-2 1-7 0,0 2 3 0,0 0-1 16,-2-1-1-16,2 0 2 0,0 2-3 0,0 0 1 16,-1 0 6-16,0 0 0 0,1-1-3 0,0-2-5 15,0 3 1-15,-3 0 0 0,2-2 1 0,0 2 0 16,1-2 4-16,0 1 0 0,-3-1-9 0,3 0 7 15,0-6-4-15,0 6 0 0,0 1-5 0,0 0 4 16,0 1-4-16,0 0 3 0,0-3-4 0,-1 3 4 16,1-2-3-16,0 2 0 0,0-1 1 0,0 1 5 15,0 0-6-15,0 0 0 0,-1 0-3 0,1 2-2 16,-2 2 6-16,1 3-2 0,1-7-2 0,1 0 3 16,-2 2-4-16,1 2 0 0,-1 3 5 0,1-1 4 15,-2 1-1-15,2-8 11 0,-1 2-3 0,0 6 1 16,-2-8-5-16,3 2 1 0,-1-3 2 0,-3 2 0 15,2 0-3-15,0-2 2 0,1 2 2 0,-1 0 3 16,-1-2-3-16,2 1-1 0,-2 0-2 0,1 0-3 16,0-2 1-16,2 0-2 0,-2-3-1 0,2-1 1 15,0 2 1-15,-2-4 2 0,4 0-11 0,-2 2 6 16,0-3-1-16,0 1 0 0,0-5 1 0,0-5 2 16,2 13-2-16,-2-13-3 0,0 9 2 0,2-3-3 15,-2-6 3-15,0 8-2 0,0-8 0 0,0 0-11 16,0 0-27-16,0 0-16 0,1 14-27 0,-1-14-21 15,0 0-37-15,-10 5-32 0,10-5-28 0,-14 2-126 16,14-2-345-16,0 0 153 0</inkml:trace>
  <inkml:trace contextRef="#ctx0" brushRef="#br0" timeOffset="48269.43">15435 6014 132 0,'0'0'149'0,"0"0"-2"0,0 0-9 0,0 0 3 0,0 0-18 16,0 0-6-16,0 0-13 0,0 0-15 0,0 0-4 16,0 0-11-16,0 0-3 0,0 0-11 0,0 0-9 15,0 0-2-15,0 0-5 0,-15 29-5 0,11-21-8 16,4-8 0-16,-8 12-2 0,3-2 0 15,2 0-3-15,0 0 1 0,-1-1-1 0,2 3-7 16,2-2 5-16,0-10-1 0,-2 18-11 0,3-6 1 0,-1-2-2 16,0-10 0-16,3 18 5 0,-1-8-5 0,1-5 0 15,-3-5-3-15,6 12 3 0,-2-8 1 0,4 1-2 16,-1 0 4-16,1 0 6 0,2-2 0 0,3-2 2 16,-3 1 6-16,1-4-6 0,1 1 7 15,1-1 1-15,-1-2-6 0,-2 1 3 0,0-2-5 0,0 1 2 16,-1-2-4-16,-1-2 2 0,0 1 3 0,0 0 5 15,-2-2-1-15,-3 1 1 0,1-3-9 0,-1 1-1 16,0-2-2-16,-3 1 2 0,1 0-2 0,-2-2-2 16,-1 2-6-16,0 1 4 0,-2-1-3 0,0 0 0 15,-1 0-2-15,0 1 2 0,-2 1-5 16,2 2 3-16,0-2-4 0,0 3 5 0,0 2-6 0,0-1-2 16,5 5-4-16,-12-7-8 0,7 4-14 0,5 3-14 15,-18-2-17-15,18 2-22 0,-16 5-24 0,5-2-33 16,1 5-39-16,0-2-168 0,-4 1-369 0,6-1 164 15</inkml:trace>
  <inkml:trace contextRef="#ctx0" brushRef="#br0" timeOffset="49293.09">15495 6700 38 0,'0'0'109'0,"0"0"0"0,0 0-16 16,0 0-20-16,0 0 6 0,0 0-9 0,0 0-18 16,0 0 9-16,-10 2-12 0,10-2 3 0,-4 7-1 15,1-2-19-15,-4 2 8 0,4 1 0 0,-2 1-2 16,0 1 0-16,0-2 7 0,1 3-9 0,-2-1-2 15,2 2 0-15,-2 0-21 0,4 1 20 0,-2-2-14 16,0 2 18-16,1 2-12 0,1-1-2 0,1-2 2 0,0-2-2 16,2 2-5-16,0 1 7 0,1-5-9 15,-2 1 6-15,3-2 5 0,1 1 3 0,-1-1 3 16,0-1-7-16,5 2-6 0,-1-5 5 0,-2 4-3 16,0-5 4-16,0 2-9 0,2-2 4 0,1 1 6 0,-8-3-1 15,14 1 2-15,-3-4 3 0,-2 3-4 16,1-3-4-16,-1-1 4 0,1-1-4 0,-1 1 7 15,0-2 0-15,-3 3 7 0,3-4-7 0,-2-2-2 16,-2 2 5-16,0-2-5 0,-2-1-3 0,0-2-6 0,1 1 3 16,-3-2-1-16,2 0 0 0,-2-1 2 0,-1 2-5 15,-1-1-1-15,0 1-5 0,-2-1 0 16,-1 0-3-16,1 2 0 0,0 2-2 0,-1-1 2 16,0 1-1-16,0 0-4 0,-1 2 3 0,1 1 10 15,4 6-2-15,-6-10-2 0,6 10-14 0,-4-7-12 16,4 7-20-16,-6-4-15 0,6 4-20 0,0 0-15 15,-13 4-18-15,13-4-19 0,-13 8-26 0,6 1-28 16,-2 1-98-16,0-2-293 0,1 3 129 0</inkml:trace>
  <inkml:trace contextRef="#ctx0" brushRef="#br0" timeOffset="52573.25">14743 6613 37 0,'0'0'201'16,"0"0"1"-16,0 0-6 0,0 0-7 0,0 0-1 15,0 0-18-15,0 0-16 0,6-24-11 0,-3 19-16 16,0-3-14-16,5-3-9 0,0 1-11 0,-2 0-6 16,3-4-8-16,0 0-6 0,0 5-5 0,-2-3-3 15,2-1-6-15,-2 1-7 0,0 0-6 0,1-1-3 16,-1 1-2-16,0-1-6 0,-2 2-3 0,1 0-2 15,-2 1-2-15,-1 0 0 0,1 3-3 0,1-1-3 16,-4 3-2-16,-1 5-1 0,3-10-4 0,-3 10-2 16,2-7 2-16,-2 7-3 0,0 0 0 0,3-7-5 0,-3 7 4 15,0 0-10-15,0 0-3 0,0 0 1 16,0 0 1-16,0 0-1 0,0 0-1 0,0 0 2 16,-22 18-3-16,15-8 3 0,-4 4-3 0,2 0 0 0,0 0 2 15,-1-1-3-15,4 3 1 0,2-6 3 0,1 0-4 16,1 0 3-16,2 1 1 0,0 0 1 15,2-2 0-15,3 1-1 0,3-1 1 0,1 0 4 16,1-1-16-16,-1-1-23 0,4-3-27 0,0 1-30 16,-2-1-39-16,8-1-25 0,-3-2-37 0,-1 1-22 0,-1-4-111 15,-3 0-352-15,1 1 157 0</inkml:trace>
  <inkml:trace contextRef="#ctx0" brushRef="#br0" timeOffset="52726.18">14931 6199 46 0,'0'0'91'16,"0"0"-28"-16,0 0-27 0,0 0-31 0,-6 18-46 16,6-10-43-16,0-8 20 0</inkml:trace>
  <inkml:trace contextRef="#ctx0" brushRef="#br0" timeOffset="52967.3">15073 6270 109 0,'5'-6'211'0,"-5"6"-4"16,0 0-11-16,3-5-7 0,-3 5-15 0,0 0-20 16,0 0-17-16,0 0-15 0,0 0-13 0,0 0-10 15,0 0-10-15,8 22-7 0,-8-7-3 16,-2 4 0-16,-2 7-10 0,2 1-9 0,1 0-1 0,-3-1-8 15,-1 2-1-15,1-3-5 0,0 0-6 0,-1-7-3 16,3 0-1-16,-1-1-5 0,0 1-1 0,1-1-5 16,-1-1 0-16,0 1-15 0,1-5-32 0,1 1-28 15,-3-1-38-15,3 0-28 0,-2-2-29 16,3 0-37-16,0 0-149 0,-2-4-359 0,2 0 160 0</inkml:trace>
  <inkml:trace contextRef="#ctx0" brushRef="#br0" timeOffset="53193.68">15181 6529 94 0,'0'0'219'15,"5"-8"-10"-15,-3 5-8 0,-2 3-16 0,0 0-17 16,0 0-19-16,4-6-18 0,-4 6-15 0,0 0-9 16,0 0-1-16,0 0-15 0,0 0-9 15,-6 30-11-15,6-18-2 0,0 1-6 0,0 0-10 0,-2-2-4 16,0 3-2-16,-1-2-4 0,1 3-4 0,-3-1 4 15,0-3-9-15,3 1-3 0,0-2-11 0,-2 0-21 16,1 0-27-16,2 0-31 0,-1 0-27 0,2-10-32 16,-2 13-28-16,-1-7-28 0,1 0-128 0,1 0-326 15,1-6 144-15</inkml:trace>
  <inkml:trace contextRef="#ctx0" brushRef="#br0" timeOffset="53426.15">15235 6435 146 0,'3'-6'137'0,"-3"6"-16"0,7-4-11 0,-7 4-5 16,0 0-8-16,0 0 4 0,0 0 2 0,0 0 1 16,10 10 4-16,-9-4-16 0,-1-6-7 0,5 13-9 15,-4-8 0-15,2 3-9 0,-3-1-2 0,0-7-8 16,0 15-3-16,-3-7-4 0,-2 3-7 0,2-2-5 15,-2 1 1-15,-1-1-23 0,0 0-21 0,-1 0-42 16,-3 0-30-16,-4 1-45 0,0-2-152 0,-1-2-295 16,-3 0 131-16</inkml:trace>
  <inkml:trace contextRef="#ctx0" brushRef="#br0" timeOffset="54083.85">14256 6456 46 0,'0'0'111'0,"0"0"12"0,0 0 3 0,-7 26-10 16,4-16-10-16,-3 0-10 0,4 0-4 0,0 1-5 15,0-2-5-15,-1 1-5 0,1-2-6 0,2-3-11 16,0-5 2-16,-4 10-8 0,4-10 2 0,-2 8 5 16,2-8 9-16,0 0 6 0,-1 8 5 0,1-8 8 15,0 0 3-15,0 0-6 0,0 0-7 16,0 0-6-16,0 0-8 0,0 0-9 0,0 0-3 15,0 0-4-15,0 0-8 0,3-30-6 0,-3 21 4 0,0-1-7 16,4-1-6-16,-1 2-2 0,0-3-5 0,0 0-3 16,4-5-4-16,-2 2 0 0,4-1-6 0,-1-1-1 15,-1 2-2-15,4-2 2 0,-4 4-2 0,2-1 2 16,0 6-4-16,-2-1 1 0,-2 4-4 0,-1-2 2 16,2 3-4-16,2 0 0 0,-8 4 0 0,11-3-1 15,-11 3-4-15,13 1 2 0,-6 2 3 0,0 3-1 16,-1 1-1-16,1-1 0 0,-3 3 4 0,3 1-1 15,-2-1 3-15,-1 1-3 0,0 0 2 0,-1 1-1 16,1-1-1-16,-2 1 2 0,2 0-1 0,-2-2-12 16,0 3-21-16,0-1-28 0,-2-2-28 0,4 0-32 15,-4 0-24-15,1 2-24 0,-1-2-140 0,-3-1-337 16,1-2 150-16</inkml:trace>
  <inkml:trace contextRef="#ctx0" brushRef="#br0" timeOffset="54241.31">14283 6502 67 0,'0'0'130'0,"0"0"-17"0,11-12-12 16,-2 9-16-16,3-1-16 0,-1 0-30 0,5 0-34 16,1 0-37-16,1 0-65 0,-5 1-103 0,6-4 46 15</inkml:trace>
  <inkml:trace contextRef="#ctx0" brushRef="#br0" timeOffset="54437.1">14568 6296 5 0,'0'0'159'0,"-8"-3"-8"0,8 3-8 0,0 0-2 16,-16 15-3-16,9-5-1 0,0-3-9 0,1 4-7 15,-2-1-6-15,0 5-19 0,6-3-4 0,-3 0-15 16,5 2-2-16,0-3-10 0,0 2-5 0,7 2-3 15,1-1-7-15,5 0-6 0,1-4-11 0,3 0-45 16,10-1-34-16,2-2-39 0,1-3-27 0,2-2-28 16,0 0-109-16,-4-4-270 0,-1 0 120 0</inkml:trace>
  <inkml:trace contextRef="#ctx0" brushRef="#br0" timeOffset="56951.55">18017 3571 6 0,'0'0'162'0,"3"-7"9"16,-3 7-15-16,0 0-19 0,0 0-6 0,0-9-12 16,0 9-4-16,0 0-11 0,0 0-6 0,0 0-14 15,0-8-2-15,0 8-10 0,0 0-10 16,0 0-8-16,0 0-2 0,0 0-10 0,-9-5-1 15,9 5-3-15,-11 1-7 0,11-1-2 0,-14 4-5 16,5-1-1-16,-3 2-4 0,2 2-1 0,1-3-3 0,-1 4 0 16,1-1-6-16,-1 0-1 0,3 0 3 0,-1 1-5 15,0-1 0-15,3 0-4 0,0 3 4 0,-2-5-5 16,5 1 6-16,0 2-3 0,2-8-1 0,0 13 2 16,2-6 10-16,0-1-16 0,3 1 6 0,0-1 1 15,1-3-1-15,1 4 1 0,5-3 1 16,-3-1-2-16,2 0 1 0,2-1 2 0,-3 0-3 0,2-2 1 15,-1 0-5-15,1 0 1 0,-2 1 1 16,-1-1 4-16,-9 0-5 0,13 0-1 0,-7 0 1 16,-6 0 0-16,0 0 8 0,15-1-8 0,-15 1 3 15,0 0-3-15,9-2 5 0,-9 2-4 0,0 0-1 16,0 0 6-16,0 0-3 0,8 2-4 0,-8-2 4 16,0 0 1-16,0 0 1 0,0 0-3 0,0 0-1 15,0 0 0-15,0 0-3 0,0 0 0 0,0 0-4 0,0 0 4 16,-22 7-4-16,15-5 3 0,-4 1 0 15,0 4 0-15,-2-1 0 0,-1 1 3 0,1 1-2 16,2-4-1-16,0 3-3 0,-2 3 0 0,2-2 1 16,2 1 5-16,0 0-2 0,2 0 0 0,-1 0 3 15,3 1 4-15,1-1-3 0,-1-2-2 0,1 3-9 16,0-3 13-16,4 1-2 0,0-8 1 0,-2 12 1 16,2-6 4-16,0-6-2 0,5 10 6 0,-3-5 0 15,5 3 2-15,-1-5 2 0,3 2 2 0,0 0-4 16,2-3-1-16,1 2 2 0,1-2-6 0,-2-2-1 15,2 0 2-15,1 0-1 0,-2 0-3 0,0-2-1 16,-1 2-9-16,-1-4-16 0,-2 2-15 0,-8 2-21 16,17-4-16-16,-10 2-28 0,-7 2-48 0,14-7-29 15,-8 3-118-15,-6 4-317 0,7-9 141 0</inkml:trace>
  <inkml:trace contextRef="#ctx0" brushRef="#br0" timeOffset="59017.06">16686 4133 160 0,'3'-8'163'15,"-3"8"0"-15,0 0-29 0,0 0-15 0,0-8-13 16,0 8-18-16,0 0-8 0,0 0-8 0,0 0-8 15,0 0-13-15,0 0 4 0,0 0 1 0,-2 28-9 16,2-17-3-16,-1 3-2 0,0 1-5 0,-1-2-4 16,2 2-1-16,0-1 1 0,-1-3 1 0,1 4-13 15,0-3 4-15,-1 0 2 0,1-1-5 0,-1 2-3 16,-1-4 2-16,0 1-4 0,2 0-1 0,0-1 0 16,0-2-4-16,0 3 0 0,-1 0-20 0,1-10-15 15,0 12-13-15,-2-5-27 0,0 1-13 0,2-8-27 16,-3 12-19-16,-1-5-110 0,-1 0-251 0,0-2 111 15</inkml:trace>
  <inkml:trace contextRef="#ctx0" brushRef="#br0" timeOffset="59450.78">16649 4147 106 0,'3'-5'128'0,"-3"5"-4"0,3-8-14 0,1 3-9 15,1 1 0-15,2 0-10 0,4 2-1 0,1 0-7 16,-1 0-13-16,7 1-2 0,-6 4-8 0,2 0-4 16,-3 0-7-16,2 3-5 0,-1-1 5 0,-2-1-12 15,0 4 4-15,-1-2-8 0,-1 1-6 16,-3 4-1-16,1-3-1 0,-2 1-3 0,-3 0-4 0,0 0 3 16,-3 0-4-16,1 1-2 0,-3 0-1 0,-2 0 10 15,-1-1-16-15,1 1 1 0,-2-4-4 0,0 2 11 16,2-3-5-16,2 0-3 0,0 0 1 0,4-5 0 15,-8 6 1-15,8-6-3 0,-3 6-4 16,3-6 1-16,0 0-4 0,-4 6 4 0,4-6-5 0,0 0 3 16,0 0-4-16,17 6 2 0,-8-4 1 0,3 1-1 15,0 0 5-15,-2 1-3 0,3 0-3 0,-2-1 1 16,2 1-1-16,-3-1 5 0,2 2-5 0,-2 0 0 16,-2 0 1-16,1 1-1 0,-2 0 1 0,-2-1-1 15,-1 0 1-15,-1 1-1 0,-2 2 2 16,-1-8 0-16,-5 16 2 0,-5-7 0 0,3 0 0 0,-3-2 3 15,-1 1-4-15,-2 2 4 0,0-5-1 0,0 1-5 16,2-2-19-16,-7 3 2 0,6-3-12 16,-2 1-19-16,2-2-21 0,1 0-22 0,-1-1-33 15,0 3-108-15,2 0-251 0,-2-3 111 0</inkml:trace>
  <inkml:trace contextRef="#ctx0" brushRef="#br0" timeOffset="60447.16">18099 5483 39 0,'0'0'178'0,"0"0"-7"15,2-6-5-15,-2 6-7 0,0 0-5 0,0 0-6 16,0 0-3-16,0 0-8 0,0 0-6 0,-5-13-8 15,5 13-7-15,0 0-3 0,0 0-1 0,-5-8-10 16,5 8-8-16,0 0-8 0,-4-5-8 0,4 5-9 16,0 0-7-16,-4-6-1 0,4 6-11 0,-5-4-2 15,5 4-6-15,-7-4-5 0,7 4-4 0,0 0 3 16,-11-3-9-16,11 3-5 0,-8-2-3 0,8 2 1 16,-10-1-9-16,10 1 2 0,-11 1-3 0,11-1 0 15,-16 5-6-15,7 0 5 0,-2-1-4 0,2 3 3 16,-1-1-3-16,-3 1 0 0,3 1 0 0,1 0-2 15,-1 1-3-15,3 1-1 0,-1-1 2 0,2 0 0 16,0 1 0-16,-1-1-1 0,1 3 1 0,3-2 0 16,1-1 0-16,-1 0-2 0,3 1 0 0,0 0 4 15,3 1-2-15,-2-2-1 0,2-3-1 0,0 1 4 16,3 0 4-16,2 0-3 0,1-2 2 0,2 1-1 16,3-1-1-16,-2-2 2 0,6-2-1 0,-1 1 0 15,1-2 0-15,-5-2 1 0,1 2 0 0,0-1-2 16,-3 0 0-16,3 1 1 0,-2-2-4 0,0 0 1 15,-2 0-22-15,0 0-12 0,-3 0-4 0,-7 2-12 16,13-2-18-16,-8 1-13 0,-5 1-22 0,9-2-16 16,-9 2-40-16,8-2-7 0,-8 2-28 0,8-4-131 15,-8 4-351-15,6-6 156 0</inkml:trace>
  <inkml:trace contextRef="#ctx0" brushRef="#br0" timeOffset="61901.44">18718 7670 74 0,'0'0'83'0,"0"0"-1"15,0 0-6-15,-1-7 0 0,1 7 8 0,0 0-10 16,0 0-1-16,0 0 0 0,0 0-1 0,-3-8-3 15,3 8 3-15,0 0-6 0,0 0 1 0,0 0 1 16,0 0-7-16,0 0-1 0,0 0-7 0,-1-9 4 16,1 9-1-16,0 0-2 0,0 0 1 0,0 0-3 15,0 0-4-15,0 0-6 0,0 0 3 0,-1-8-1 16,1 8-7-16,0 0 0 0,0 0-8 0,0 0-4 16,0 0 1-16,0 0-8 0,0 0-3 0,0 0-3 0,0 0 4 15,0 0-7-15,0 0 2 0,0 0-14 16,0 0-5-16,0 0-14 0,0 0-2 0,0 0-20 15,0 0-13-15,0 0-2 0,0 0-2 0,0 0-3 16,0 0-5-16,-17 12 9 0,17-12-1 0,-5 4 4 0,5-4 4 16,-6 2 1-16,6-2 7 0,0 0 6 0,-9 1 2 15,9-1 7-15,0 0-1 0,0 0 6 16,-4 7 8-16,4-7 2 0,0 0 2 0,0 0 7 16,0 0 3-16,0 0 4 0,0 0 6 0,0 0 10 0,-10 0-2 15,10 0 4-15,0 0 11 0,0 0 0 0,0 0 1 16,0 0-3-16,0 0 7 0,0 0-8 15,0 0-1-15,0 0 8 0,0 0-9 0,0 0-4 0,0 0 9 16,0 0-1-16,0 0-9 0,0 0-3 0,0 0 3 16,0 0-1-16,0 0-5 0,0 0-5 0,0 0 5 15,0 0-3-15,0 0-1 0,0 0 2 0,0 0-1 16,0 0-7-16,0 0 3 0,0 0-6 0,0 0 2 16,0 0-11-16,0 0 14 0,0 0-1 0,0 0-3 15,0 0 2-15,0 0-10 0,0 0 3 0,0 0 3 16,0 0 0-16,-4 4-2 0,4-4 1 0,0 0 1 15,0 0 0-15,-4 10 4 0,4-10 1 0,-1 10-3 16,-1-3-1-16,-1 1-4 0,1 1 5 0,1 3-4 16,-3-1 2-16,2 5 8 0,-1 2-1 0,1 1 3 15,-1 1-5-15,0 4 1 0,1 0 2 0,2 0-1 16,-3 2-2-16,2-1 9 0,0 0 4 0,1-1 6 16,-2-5-7-16,0-3 3 0,4 4-2 0,0-4-3 15,-1 0-2-15,0-3 6 0,-1-2 3 0,0 2-5 16,1-1 3-16,-2 0 2 0,1-1 0 0,1 1-1 0,1-2-3 15,-1 2 6-15,-1-3 4 0,0-1 0 0,0-1-7 16,0-7 2-16,-3 13-5 0,5-5 2 16,-2-8-6-16,0 10-6 0,0-10 4 0,0 8 1 15,0-8-1-15,0 0 2 0,0 10 0 0,0-10-4 0,0 0-7 16,0 0 10-16,0 7-2 0,0-7 3 0,0 0-4 16,0 0 0-16,0 0-1 0,0 0-1 0,0 0-6 15,0 0-20-15,0 0-40 0,0 0-36 16,0 0-30-16,0 0-12 0,-13 1-16 0,13-1-18 0,0 0-87 15,-13-3-279-15,13 3 123 0</inkml:trace>
  <inkml:trace contextRef="#ctx0" brushRef="#br0" timeOffset="62101.33">18534 8253 115 0,'0'0'120'0,"0"0"-9"0,0 0-6 0,0 0-15 16,0 0-9-16,0 0-3 0,38-4-5 0,-25 2-13 15,5 1-3-15,0-3-11 0,-1 4-22 0,-2-1-22 16,-2-2-34-16,5 1-31 0,-7 4-82 0,-3-4-157 16,1 4 71-16</inkml:trace>
  <inkml:trace contextRef="#ctx0" brushRef="#br0" timeOffset="62276.7">18558 8351 140 0,'0'0'148'0,"23"0"-8"0,-10-1-9 0,3-4-18 15,-3 4-7-15,2-1-16 0,-1 1-24 0,0-2-32 16,0 3-28-16,-1-3-34 0,-2 3-26 0,0 0-22 15,-1 0-60-15,-4 1-148 0,0 1 66 0</inkml:trace>
  <inkml:trace contextRef="#ctx0" brushRef="#br0" timeOffset="62396.31">18682 8407 47 0,'0'0'101'16,"0"0"-7"-16,0 0-7 0,0 0-7 0,0 0-7 15,0 0-9-15,0 0-16 0,16 8-6 0,-4-10-31 16,3-1-28-16,4 0-36 0,-1-1-44 0,3 0-103 15,7-3 46-15</inkml:trace>
  <inkml:trace contextRef="#ctx0" brushRef="#br0" timeOffset="69401.32">15519 7016 10 0,'0'0'103'0,"0"0"-13"0,0 0-6 0,0 0-8 16,0 0-8-16,0 0-4 0,0 0-10 0,0 0-4 15,0 0-2-15,0 0-7 0,0 0-8 16,0 0 0-16,0 0-5 0,0 0-1 0,0 0 3 15,0 0-10-15,0 9-2 0,0-9 3 0,0 0-10 0,0 0 6 16,0 0-7-16,0 0 5 0,0 0-15 0,0 0 9 16,0 0 3-16,0 0-2 0,0 0 1 15,0 0 2-15,0 0-6 0,0 0-4 0,0 0 8 0,0 0 2 16,0 0 6-16,0 0-3 0,0 0 1 16,0 0 5-16,0 0-6 0,0 0 16 0,0 0-6 0,0 0-6 15,0 0 1-15,0 0-3 0,0 0-7 0,0 0 0 16,0 0-12-16,0 0 10 0,0 0-7 0,3 7 1 15,-3-7-5-15,0 0 2 0,0 10-1 0,0-10 5 16,0 15 6-16,-1-3-1 0,-1 1-8 0,1-2 3 16,0 7-7-16,-1 0 13 0,0 3 1 0,-1 3 1 15,1-5-8-15,-2 7-2 0,1-7 7 0,1 7 1 16,-1-1 4-16,1 0 4 0,-1 0-5 0,2 1 5 16,-2-1-2-16,1-8-2 0,2 8 6 0,0 0-3 15,-2-6-6-15,1 5 9 0,1-6 1 0,0 8-7 16,-1 0 1-16,1-6 0 0,-1-1-1 0,1 0-4 15,-2-1 3-15,2 1 1 0,-1 2-1 0,1-2 4 16,0-2-12-16,-2-1 7 0,2 3 5 0,-2-1-7 16,0-1-2-16,2 1 2 0,0-3-1 0,0 2-1 15,-3-1 4-15,3 0-5 0,-1-4-1 0,1 1 0 16,-1 2-8-16,1-2 11 0,0-2 0 0,0 1-2 16,-2 1-1-16,4-3 1 0,-1 1-1 0,-1-2 1 15,3 1-7-15,-3 0 6 0,1-1 2 0,-1-2-3 16,0 1-6-16,0-8 4 0,2 11-3 0,-2-11 7 15,0 12-8-15,0-12 0 0,0 8-3 0,0-8 6 16,0 8-1-16,0-8 3 0,2 7 2 0,-2-7 0 16,0 0-6-16,0 8 5 0,0-8-3 0,0 0 3 15,0 0-6-15,0 0 4 0,0 0 0 0,0 0 3 16,0 9 4-16,0-9-8 0,0 0 2 0,0 0 5 16,0 0-1-16,6 4-2 0,-6-4 3 0,0 0 0 15,9 2-2-15,-9-2-1 0,10 1 5 0,-1-1 1 16,-9 0-4-16,18 0 5 0,-4 2-5 0,4-1-1 15,2-2 13-15,8 1 2 0,2-3-9 0,0 3 3 16,4-3-2-16,-2 0 1 0,1 0 0 0,0 2 0 16,3 0-1-16,0 1 0 0,2-4-8 0,0 2-1 15,12-1 6-15,1 0-2 0,-13 2 4 0,15-2-4 0,-2 0-3 16,-11 3 2-16,15 1-2 0,-4-1 0 16,1 0-1-16,-1 0 3 0,-15 2 1 0,1-4-4 15,-2 4 2-15,-1-2-2 0,1 0 1 0,-3-2-4 0,0 1 1 16,1 1-2-16,-4-2 4 0,1 2 1 15,-3-1 1-15,1-1-4 0,1 1 1 0,-7-1-2 16,-1 2 1-16,-1-3 0 0,0 2 4 0,-7 1-2 16,2-1-1-16,-3 1-1 0,-1-2 4 0,-2 2-2 0,-9 0 1 15,12 0 6-15,-12 0 4 0,10 0 1 0,-10 0-1 16,8-1 2-16,-8 1-6 0,0 0 2 16,9-2-4-16,-9 2 1 0,0 0-5 0,0 0-10 15,0 0-21-15,0 0-21 0,0 0-23 0,0 0-18 0,0 0-27 16,0 0-20-16,0 0-15 0,0 0-28 0,0 0-108 15,0 0-308-15,0 0 137 0</inkml:trace>
  <inkml:trace contextRef="#ctx0" brushRef="#br0" timeOffset="71919.11">16886 7729 106 0,'-4'-4'121'0,"4"4"-11"0,-3-12 3 16,3 5-3-16,0 7-1 0,-4-9 1 0,4 9-8 0,-1-10-4 15,1 10-2-15,-3-5-2 0,3 5-8 16,0 0-6-16,-2-8 2 0,2 8-11 0,0 0-9 16,0 0-4-16,0 0-3 0,0 0-16 0,0 0-2 15,0 0-11-15,0 0 2 0,0 0-5 0,0 0-4 0,0 0 4 16,0 0-6-16,-2 25-3 0,5-14-4 15,1 4 7-15,0 1-5 0,-2 4 1 0,1 5 4 16,0 5 6-16,-2-1 3 0,-1 2-3 0,1-1 8 0,-1 3-4 16,1-1-1-16,-1 1-3 0,2 1 0 0,-2-5-1 15,-2 0-3-15,1 1-2 0,-1-1-1 0,-2-3 0 16,2-7 0-16,1 0-4 0,0-2-1 16,0 1 3-16,-1-1-4 0,2-1 4 0,0 1-4 0,2-1 1 15,-4-7-3-15,4 4 1 0,-1-4-4 0,0 0-16 16,2 2-27-16,-3-4-7 0,1-2-12 0,0 2-19 15,-1-7-21-15,3 11-24 0,-2-6-9 0,-1-5-13 16,3 8-133-16,-3-8-298 0,0 0 132 0</inkml:trace>
  <inkml:trace contextRef="#ctx0" brushRef="#br0" timeOffset="72256.39">17141 7819 95 0,'0'0'177'16,"1"-9"-10"-16,-1 9-12 0,2-8-3 0,-2 8-12 16,0 0-8-16,0 0-13 0,1-10-19 0,-1 10-10 0,0 0-10 15,0 0-12-15,0 0-7 0,0 0-8 16,0 0-1-16,0 0-2 0,5 21-8 0,-4-9 5 15,-1 4-8-15,2 0-4 0,-2 1 5 0,0 4 2 16,-3 3-3-16,2-5-5 0,1 0-3 0,-2 1-2 0,1-4-4 16,2 2-2-16,-2-2 0 0,1-2-3 15,-1-3-1-15,1 2 0 0,-1-1-3 0,1 0 0 16,0 0-2-16,1 0-2 0,-2-2 0 0,1 0-22 16,-2-1-18-16,1 1-13 0,0-2-23 0,1 2-20 0,-3-3-27 15,3-7-20-15,3 14-21 0,-6-6-123 0,3-8-297 16,0 11 132-16</inkml:trace>
  <inkml:trace contextRef="#ctx0" brushRef="#br0" timeOffset="72832.8">17219 8058 115 0,'0'0'136'0,"-4"-6"-10"15,4 6-12-15,0 0-11 0,0 0-14 0,0 0-4 16,0 0-9-16,0 0-7 0,0 0-11 0,0 0-4 0,0 0-6 16,0 0 2-16,0 0-9 0,0 0-4 0,0 0-2 15,0 0-1-15,21 2 2 0,-10 0 3 0,2-1-8 16,4-1 4-16,4 1-6 0,1 1 7 15,5-4-1-15,2 2-1 0,1-2-9 0,-1 0 3 0,3 2-4 16,-4 0-5-16,1 0 6 0,2-3-5 0,0 2-3 16,1-1 3-16,0 1-3 0,0 0 1 0,4 0-5 15,-3 0 0-15,0-1-7 0,-2-1 5 0,4 3-2 16,0-1-2-16,-2-2 3 0,-4 1 1 0,5 0-2 16,-4-2-4-16,1 2 1 0,-2 0-2 0,6-1 2 15,-2-2 1-15,-1 4-2 0,1-2-3 0,1 2 2 16,-1 0-4-16,-1 1 1 0,0 0 9 0,-1-1-9 15,-5 1 2-15,1 0-3 0,-5 1-5 0,7 0 6 16,-8 0-4-16,6 1 5 0,-8 0 2 0,2-2-4 16,-1 3 0-16,-1-2-2 0,-3 2 2 0,2-2 3 15,-4 1 2-15,4 1-8 0,-6-2 5 0,0 1 0 16,-1-1 1-16,-5-1 0 0,-6 0 4 0,15 1 2 16,-15-1 0-16,12 0 4 0,-12 0 7 0,10 0 3 15,-10 0 4-15,0 0 2 0,0 0 1 0,12-1-1 16,-12 1-9-16,0 0 6 0,0 0-1 0,0 0-3 15,6 1-2-15,-6-1-3 0,0 0-1 0,0 0-4 0,0 0-5 16,0 0-13-16,0 0-16 0,0 0-27 16,0 0-22-16,0 0-7 0,0 0-30 0,0 0-20 15,0 0-10-15,7 2-25 0,-7-2-90 0,0 0-272 16,0 0 121-16</inkml:trace>
  <inkml:trace contextRef="#ctx0" brushRef="#br0" timeOffset="73663.33">16304 7812 106 0,'0'0'164'0,"0"0"4"0,-4-7-11 0,4 7-2 16,0 0-9-16,0 0-11 0,-2-6-13 0,2 6-11 16,0 0-9-16,0 0-5 0,0 0-13 0,0 0-4 15,0 0-10-15,0 0-3 0,-3-7-10 0,3 7-6 16,0 0-6-16,0 0-3 0,0 0-8 0,0 0-2 16,0 0 0-16,20 0-3 0,-8 0-6 0,1 0 2 15,0-2-8-15,6 4 6 0,-3-4-10 0,3 4-19 16,-6-1-20-16,5-1-12 0,-5 2-30 0,1 0-24 15,-2 0-20-15,-1-2-19 0,0 4-22 0,-4-2-108 16,-1 1-281-16,-6-3 124 0</inkml:trace>
  <inkml:trace contextRef="#ctx0" brushRef="#br0" timeOffset="73882.36">16372 7687 154 0,'-9'-5'183'0,"9"5"-16"16,-4-4-16-16,4 4-18 0,0 0-9 16,0 0-14-16,-8-1-19 0,8 1-6 0,0 0-10 0,0 0-4 15,-2 15-5-15,2-15-9 0,1 18-8 0,-1-6 3 16,1-1-11-16,1 5-1 0,-1 0-1 0,0 0-4 16,0 2-10-16,2-4-27 0,1 4-32 15,-3-3-33-15,2 4-32 0,2-1-44 0,-5-4-92 0,1 2-252 16,0-4 112-16</inkml:trace>
  <inkml:trace contextRef="#ctx0" brushRef="#br0" timeOffset="74288.28">17417 7797 171 0,'0'0'197'0,"0"0"-5"0,-7-5-7 0,7 5-12 0,0 0-10 16,0 0-11-16,0 0-14 0,0 0-10 0,0 0-14 16,0 0-11-16,-6-4-12 0,6 4-9 0,0 0-10 15,0 0-4-15,0 0-8 0,18-2-3 0,-10 0-13 16,4 2-23-16,1 0-23 0,2 0-35 0,2 2-33 15,0-4-43-15,1 2-44 0,-5 2-149 0,-2-1-331 16,1 0 147-16</inkml:trace>
  <inkml:trace contextRef="#ctx0" brushRef="#br0" timeOffset="74918.3">16322 8658 25 0,'-3'-11'216'0,"1"5"1"16,-1 0-1-16,2-2-11 0,1 8-9 0,-3-9-23 16,3 9-15-16,-2-8-21 0,2 8-14 0,0 0-18 15,0 0-6-15,0 0-13 0,0 0-9 0,0 0-7 16,0 0-7-16,25 17-11 0,-16-5-3 0,3 1-4 16,-1 3-5-16,-1 1-3 0,3 4-3 0,-4-5-6 15,1 1-2-15,-2-2-1 0,0 2-3 0,-2-7-1 16,2 0-2-16,-3 2-4 0,0-5 0 0,0 2-1 15,0-3 2-15,0-2-6 0,-2 3 2 0,-1-2-4 16,-2-5 4-16,6 6 2 0,-6-6 3 0,4 4-1 16,-4-4 16-16,0 0 2 0,0 0-3 0,0 0-6 15,0 0 0-15,9-12-3 0,-7 4-3 0,1-4-1 16,0 2 2-16,0-4-7 0,1-2 2 0,0 0-6 16,1-2 2-16,1-1-3 0,3-4-8 0,-3 0-12 15,0 4-1-15,-1 1-15 0,2 3-12 0,1 1-12 16,-4 4-8-16,0 2-22 0,0 2-22 0,-3 2-39 15,3-3-21-15,-4 7-15 0,6-4-2 0,-6 4-4 16,0 0-107-16,0 0-317 0,14 9 140 0</inkml:trace>
  <inkml:trace contextRef="#ctx0" brushRef="#br0" timeOffset="75181.38">16722 8732 56 0,'0'0'157'0,"0"0"-1"16,0 0-17-16,0 0-18 0,2 6-1 0,-2-6-16 15,0 0-8-15,2 7-3 0,-2-7-1 0,1 12-1 0,0-4 1 16,-1 3-10-16,0-1-10 0,-1 0-6 16,1 0-1-16,1-1-11 0,-2 1-2 0,1 0-1 15,0-3-9-15,0-7-7 0,0 16-2 0,0-9-5 16,-1 2 1-16,1 0 1 0,0-9-9 0,0 13-19 0,0-6-29 15,0-7-9-15,-2 10-19 0,2-10-34 0,2 9-11 16,-2-9-15-16,0 7-22 0,0-7-100 16,0 0-257-16,0 0 114 0</inkml:trace>
  <inkml:trace contextRef="#ctx0" brushRef="#br0" timeOffset="75526.45">16791 8697 16 0,'0'0'139'0,"4"-5"-13"0,-4 5-4 0,7-6-10 16,-7 6-8-16,7-4-7 0,-7 4-5 0,7-1-11 16,-7 1-1-16,0 0 1 0,16 2-11 0,-16-2-9 15,10 3-8-15,-5-2-3 0,-5-1-5 0,10 8-6 16,-5-6-2-16,-1 4 2 0,0-2-11 0,-4-4 4 16,5 11-9-16,-5-6 1 0,0-5 2 0,0 16-7 15,-2-6 0-15,-1-2-3 0,-1 0 2 0,2-2-12 16,-3 2-6-16,1 0-5 0,3-2-5 0,1-6 5 15,-3 12-9-15,3-12-11 0,-3 8 3 0,3-8 6 16,0 9-2-16,0-9-3 0,2 7-4 0,-2-7 10 16,2 6 3-16,-2-6-2 0,5 7 5 0,-5-7 6 15,7 6-1-15,-7-6-9 0,5 5 5 0,-1-3 4 16,-4-2-2-16,5 8 1 0,-5-8 5 0,2 5 2 16,-2-5-1-16,0 0 8 0,4 7 6 0,-4-7-8 15,0 0 5-15,-2 11 7 0,2-11-11 0,-3 8-14 16,-1-1-18-16,4-7-25 0,-5 8-20 0,1-3-27 0,4-5-109 15,-6 8-223-15,6-8 99 0</inkml:trace>
  <inkml:trace contextRef="#ctx0" brushRef="#br0" timeOffset="75758.42">17010 8726 66 0,'2'-5'177'0,"-2"5"-21"0,0 0-18 0,0 0-12 0,6-4-11 16,-6 4-9-16,0 0-2 0,0 0-12 0,3 19-4 16,-1-8-7-16,-2 1-2 0,2 2-11 15,-2 1-2-15,0 0-7 0,0-1-7 0,-2-2-9 16,2 1-2-16,0-2-19 0,-1-1-18 0,2 1-32 0,-1 0-10 16,2-4-31-16,-2 1-4 0,0-8-18 0,0 11-15 15,1-6-4-15,-1-5-85 0,0 0-211 0,1 9 93 16</inkml:trace>
  <inkml:trace contextRef="#ctx0" brushRef="#br0" timeOffset="76093.78">17086 8721 96 0,'5'-5'120'16,"0"2"-18"-16,1-1-9 0,1 1 11 0,1 1 1 15,1-2 4-15,-1 3 5 0,3-1-14 0,-3 2-6 16,-8 0-9-16,15 2-9 0,-8 2-12 0,-1-3-5 15,0 2-3-15,-1 1-5 0,-5-4-6 0,10 7 0 16,-7-2-4-16,-2 3 2 0,2-3-1 0,-3 2-1 16,0-7-3-16,-4 15-7 0,3-9 0 0,-2 1-2 15,-1-1-3-15,4-6-6 0,-3 13-1 16,0-8-4-16,2 1-16 0,1-6-7 0,-3 11-3 0,3-11 0 16,0 10-5-16,0-10-2 0,4 7 8 0,0-1-8 15,2-2 5-15,-1 2 2 0,0-2-2 0,2 0 2 16,-1-2 3-16,2 4-1 0,-4-2 3 0,2-1-4 15,-1 1-4-15,-5-4 3 0,9 6 8 0,-6-3-2 0,-3-3 12 16,5 5 2-16,-5-5 5 0,0 0-5 16,-5 11-1-16,5-11 0 0,-8 7-2 0,2-5-2 15,6-2-5-15,-11 7-18 0,3-5-24 0,8-2-32 16,-13 1-34-16,6 1-143 0,7-2-271 0,-15-4 121 0</inkml:trace>
  <inkml:trace contextRef="#ctx0" brushRef="#br0" timeOffset="79625.35">18663 4004 12 0,'0'0'11'0,"-5"3"3"0,5-3 3 16,0 0-2-16,0 0-3 0,0 0 2 0,-8 3-7 15,8-3 3-15,0 0-4 0,-10 3 5 0,10-3-8 16,-6 2 6-16,6-2-6 0,0 0-2 0,-7 2 1 16,7-2 7-16,0 0 5 0,0 0 1 0,0 0 2 15,0 0 10-15,0 0-3 0,-7 1 15 0,7-1 5 16,0 0-1-16,0 0 10 0,0 0-1 0,0 0 7 16,0 0-14-16,0 0 10 0,0 0 5 0,0 0-14 15,0 0 8-15,0 0-2 0,0 0 5 0,0 0 1 16,0 0 0-16,0 0 0 0,0 0-1 0,0 0-4 15,-8-9 4-15,8 9-3 0,0 0-3 0,0 0-4 16,-1-7-2-16,1 7 1 0,0 0 2 0,0 0-10 16,0-11-7-16,0 11-3 0,2-9 11 0,-2 9-5 15,0-12-6-15,2 5 8 0,-2 7-1 0,1-10-2 16,3 1-5-16,-4 2 1 0,1-3 0 0,0 2-3 16,0 0 6-16,-1 8-5 0,0-16 1 0,0 6-1 15,0 0 5-15,2-1-1 0,-5 0-1 0,4 1-4 16,-1-2-1-16,2 0-6 0,-2 0 2 0,-2-2-4 15,2 2-2-15,-1-1-6 0,1-3 1 0,-4 3 0 16,4 1-3-16,-2-1-1 0,2 1 6 0,0-1-8 16,0-2 3-16,0 4-3 0,-1-2-3 0,1 2-2 15,0-1-3-15,0 0 7 0,0 0-1 0,-2 0 1 16,2 3-3-16,0-2 1 0,0-1-1 0,2 1 2 16,-1 1-2-16,1 0-1 0,0-1-1 0,-2 1 33 15,-2 0-8-15,2 0-1 0,0 10-3 0,0-16-3 16,2 9 0-16,-2 0-6 0,0 7 3 0,1-10 0 15,-1 10-1-15,2-10 0 0,-2 10 2 0,-1-10-7 16,1 10 3-16,1-11-3 0,-1 11 1 0,-2-10-2 16,2 10 0-16,-1-8 0 0,1 8 0 0,0 0-2 15,0-11 1-15,0 11-2 0,0 0-1 0,0-8 5 16,0 8-3-16,0 0-3 0,0 0 3 0,-4-9-1 16,4 9-2-16,0 0 1 0,0 0 0 0,0 0-2 15,2-9 3-15,-2 9-1 0,0 0 1 0,0 0 3 16,0 0 0-16,-2-9 1 0,2 9 2 0,0 0 2 15,0 0-2-15,0 0-1 0,4-10-1 0,-4 10 0 16,0 0-1-16,-4-10 2 0,4 10 1 0,0 0 4 16,0 0-2-16,0 0-2 0,4-8-1 0,-4 8 0 15,0 0 2-15,0 0-2 0,0 0-1 16,0 0 2-16,-7-9-3 0,7 9-2 0,0 0 1 16,0 0-1-16,-1-10-3 0,1 10-1 0,-1-7 4 0,1 7-3 15,0 0 4-15,-1-7-3 0,1 7-2 0,0 0 2 16,-3-9 0-16,3 9 2 0,0 0-5 15,1-11 3-15,-1 11-1 0,2-9 1 0,-2 9 0 0,-3-9 0 16,3 9-2-16,0 0 2 0,-3-11-4 16,3 11 2-16,0-8-1 0,0 8 1 0,-1-9 1 15,1 9-1-15,-2-8 5 0,2 8 2 0,-3-6-2 0,3 6 0 16,0 0-1-16,-1-10-2 0,1 10 1 0,0 0 4 16,0-8-4-16,0 8-1 0,0 0 0 15,0 0 1-15,-4-10-2 0,4 10 1 0,0 0 0 16,0 0-1-16,0 0-1 0,-3-5 1 0,3 5 1 15,0 0 0-15,0 0-1 0,0 0 2 0,0 0-1 16,0 0-1-16,0 0 2 0,0 0-2 0,0 0 2 16,0 0-4-16,0 0 2 0,0 0 0 0,0 0 1 0,0-12-2 15,0 12-2-15,0 0 2 0,0 0-1 16,0 0-1-16,0 0 3 0,0 0-2 0,0 0 1 16,0 0-1-16,0 0 2 0,0 0-1 0,0 0 0 15,0 0-1-15,0 0 2 0,0 0-3 0,0 0-1 16,0 0 2-16,0 0 2 0,0 0 1 0,0 0-2 15,0 0 0-15,0 0-2 0,0 0 1 0,0 0 2 16,0 0-2-16,0 0 0 0,0 0 1 0,0 0-1 16,0 0 0-16,0 0-1 0,0 0 0 0,0 0 1 15,0 0-2-15,0 0 0 0,0 0 3 0,0 0-1 16,0 0-3-16,0 0 3 0,0 0-2 0,0 0 1 16,0 0-1-16,0 0 2 0,0 0-1 0,0 0-2 15,0 0 5-15,0 0-3 0,0 0 2 0,0 0-5 16,0 0 1-16,0 0-1 0,0 0-2 0,0 0 0 15,0 0-1-15,0 0-2 0,0 0-1 0,0 0 1 16,0 0-4-16,9-1 7 0,-9 1 2 0,0 0-1 16,14 3 2-16,-14-3-1 0,14-2-3 0,-3 4 1 15,3-2 1-15,2 0 2 0,3-2-4 0,1 1 2 16,1 0-4-16,11-1 1 0,0 0 0 0,2 4-1 16,0-2-2-16,-1-2-2 0,4 1 0 0,0-2 2 15,0 2-5-15,2-3 5 0,2 2-1 0,-4-2-2 16,2 1 3-16,0 0 1 0,0 2 1 0,-2 0-4 15,-1-1 3-15,0-1-3 0,1-1 5 0,-1 1-2 16,-3 2 5-16,-4-2 0 0,5 1-1 0,-4-1 1 16,0 2-2-16,0-1 0 0,0 0 4 0,-1-4-4 15,-1 3 12-15,2-2-11 0,-1 2-2 0,-1-3 3 16,3 5-5-16,-4-1 4 0,2-1 2 0,-9 1-2 16,11-1 5-16,-3 0-4 0,-1-2 1 15,-1 2 2-15,-5-1-2 0,8-1-1 0,-3-3 2 0,-4 5-2 16,-3 1 1-16,2 4 1 0,-2-7-1 0,1 1 2 15,2 1 0-15,-3 1-4 0,2-2 6 0,-1 3-5 16,-2-2 2-16,5 3 2 0,-4-3 2 0,3 3-2 16,-4-2 2-16,1 0-4 0,-1 2 2 15,-4 0 0-15,4-2-2 0,0 2-1 0,-7 0 1 16,2-1 2-16,-1 1 1 0,-6-1 0 0,5 1 3 0,0 0-3 16,-11 0 0-16,19-2 3 0,-13 2-3 0,-6 0-1 15,13-1 2-15,-5 1-3 0,0 0 6 0,-8 0-3 16,12-3 2-16,-3 3 0 0,-9 0 0 0,15 0-1 15,-8-1-2-15,-7 1 1 0,14 0 0 16,-14 0 1-16,10 0 0 0,-10 0 4 0,10 0-4 16,-10 0-2-16,7-1 3 0,-7 1-5 0,0 0 5 15,0 0-4-15,10-2 2 0,-10 2-4 0,0 0 3 0,0 0 2 16,0 0-3-16,0 0 2 0,0 0-1 16,0 0 2-16,11 0-1 0,-11 0 0 0,0 0 0 0,9-1-3 15,-9 1 3-15,0 0-4 0,12 0 2 16,-12 0 2-16,0 0 0 0,10 0 0 0,-10 0 0 15,0 0 0-15,8 1 2 0,-8-1-2 0,0 0-2 16,0 0-3-16,11-1 4 0,-11 1 0 0,0 0 2 16,0 0-1-16,0 0 0 0,0 0 11 0,9 0-13 0,-9 0 3 15,0 0-1-15,0 0 2 0,0 0-2 16,0 0 2-16,0 0 0 0,0 0 1 0,0 0 1 16,0 0 4-16,0 0-4 0,0 0 7 0,7 3-5 15,-7-3 3-15,0 0-1 0,0 0 1 0,0 0 3 16,0 0-10-16,0 0 0 0,0 0 1 0,0 0-4 15,0 0 0-15,0 0 0 0,0 0 0 0,0 0 1 16,0 0-4-16,0 0 3 0,0 8-1 0,0-8-1 16,1 10 2-16,0-3-2 0,0 0 5 0,-1 2 2 15,2 1-6-15,-1 2 2 0,-1 0 2 0,1 4-3 16,2-1 8-16,-2 2 1 0,-2-2 3 0,2 2-2 16,0-1 0-16,-2 1 2 0,1 0 0 0,1 0-1 15,-2-1 1-15,1-2-4 0,1 4 2 0,-2-2-1 16,1 1-1-16,0 0-1 0,0-1 2 0,1 0-1 15,-1 0-1-15,0 0 0 0,0-2-2 0,0 2 1 16,0-3 5-16,0-2-5 0,0 3 2 0,-2 2-1 16,2-2 3-16,1 3-1 0,-2-4 2 0,2-1-6 15,-1 4 4-15,-1-1 0 0,2-3 0 0,-1 1-1 16,0 0 1-16,0-3 1 0,0 2-2 0,0 0-1 16,-1-1 1-16,1-3-2 0,0 4 1 0,-3-5-3 15,2 3 4-15,2-1-4 0,-1-9 3 0,-1 15-5 16,0-5 3-16,1-3-1 0,-2 4 7 0,2-11-6 15,2 11 2-15,-5-3-3 0,2 0 2 0,1 2-2 16,-3 0 3-16,3 0 0 0,-1 1-1 0,1 0 0 16,-1-2-2-16,-1 1 1 0,1 0 1 0,0-4-2 15,1-6 1-15,-1 11-3 0,1-11 5 0,-2 13-5 16,2-13-1-16,-1 9 1 0,1-9 2 0,-3 10-1 16,3-3 2-16,0-7-3 0,-1 13 1 0,1-5-2 15,-1 0 4-15,0 0-4 0,-1 2 2 0,2-2-2 16,2 0 3-16,-2-8-1 0,0 13 1 0,0-13-1 15,-2 10 0-15,1-4-4 0,1-6 3 0,1 11 2 16,-1-11-3-16,-1 8 0 0,1-8 3 0,0 10-3 16,0-10 3-16,0 10-3 0,0-10 0 0,0 11-1 15,0-4 1-15,1 0 1 0,-1 3-1 0,2-3 2 16,-4 2-2-16,4 0 4 0,-1 0-2 0,-1-1-2 16,1-1 1-16,-1-7 2 0,3 12-3 0,-2-6 2 15,-1-6-1-15,1 9 0 0,-1-9-1 0,0 9 3 16,0-9 0-16,2 6-3 0,-2-6 3 0,0 0 0 15,1 11-1-15,-1-11 1 0,0 0-2 0,0 0 0 16,0 0 6-16,1 7-4 0,-1-7-1 16,0 0 0-16,0 0 2 0,0 0-2 0,0 0 2 0,0 0-1 15,0 0-3-15,0 0 3 0,0 0 3 0,0 0-2 16,0 0 2-16,0 0-3 0,0 0 1 16,0 0-19-16,0 0-27 0,0 0-46 0,0 0-50 15,0 0-55-15,-11 3-217 0,11-3-443 0,-22-3 196 16</inkml:trace>
  <inkml:trace contextRef="#ctx0" brushRef="#br0" timeOffset="81799.8">20803 3960 46 0,'2'-7'61'0,"-2"7"-8"0,0 0-2 0,0 0-6 15,0 0 3-15,0 0 5 0,0 0-6 0,0 0-2 16,0 0 9-16,0 0-3 0,0 0 0 16,0 0-5-16,0 0 8 0,0 0-1 0,0 0 1 15,0 0 5-15,0 0-10 0,0-9 5 0,0 9-4 16,0 0-3-16,0 0-1 0,0 0-13 0,0 0 2 0,0 0-7 16,0 0 1-16,0 0-10 0,0 0 1 0,0 0-3 15,0 0-3-15,0 0-5 0,0 0 4 16,0 0 5-16,0 0-14 0,0 0 6 0,0 0-5 15,0 0-3-15,0 0 2 0,0 0 2 0,0 0 4 16,0 0-11-16,0 0 3 0,0 0 0 0,0 0 1 16,0 0-3-16,0 0 0 0,0 0 0 0,0 0-1 0,0 0 5 15,0 0-1-15,0 0-3 0,0 0-3 16,0 0 4-16,0 0-4 0,0 0 1 0,0 0 6 16,0 0 1-16,0 0 2 0,0 0 1 0,0 0-3 15,0 0 2-15,0 0 0 0,0 0-3 0,0 0 0 16,0 0-5-16,0 0 4 0,0 0 1 0,0 0 0 0,-11-2-4 15,11 2-7-15,0 0-3 0,-12-3 0 16,12 3 0-16,-8-1-1 0,8 1-4 0,0 0 2 16,-12-2 3-16,12 2-6 0,-8 0 5 0,8 0 6 15,0 0-8-15,0 0 3 0,0 0 6 0,-9-2-6 16,9 2 6-16,0 0 2 0,0 0-10 0,0 0 4 16,0 0 2-16,0 0 4 0,0 0-4 0,0 0 7 15,0 0-25-15,0 0 23 0,0 0-3 0,0 0 4 16,0 0-8-16,0 0 10 0,0 0-2 0,0 0 4 15,0 0 0-15,0 0-4 0,0 0-8 0,0 0 13 16,0 0-6-16,-6 9 8 0,6-9-2 0,1 10 5 16,-1 0 2-16,0-1 9 0,1 2 10 0,2 2 1 15,-2 4 1-15,0 0-4 0,-1 2 0 0,2 0-3 16,-1 1-5-16,0-1 1 0,2 1-6 0,-2 3 10 16,0-2 2-16,-1 4-3 0,2-6 3 0,-1 7 3 15,-1-7 3-15,0 4-11 0,1-4 5 0,0 0-6 16,-1 6 7-16,-1-5-4 0,2 5 0 0,-2-7 2 15,1 0-8-15,1 1 3 0,-2-1-3 0,1 1-1 16,0 0-1-16,0 0-2 0,-1 1 0 0,1-2-1 0,-1-2-3 16,-2 2 9-16,2-6-11 0,-1 1-1 15,2-3 3-15,0 1 0 0,-1-1 2 0,1-2-3 16,0 1-1-16,0-9 2 0,-1 11 0 0,1-11-2 16,-1 10-1-16,1-10-2 0,0 9-1 0,0-9 4 15,-2 8-1-15,2-8-1 0,0 0 2 0,0 10 2 16,0-10 0-16,0 0 2 0,0 0 1 0,0 0 3 15,0 0-2-15,0 7 7 0,0-7-3 0,0 0 3 16,0 0-2-16,0 0-2 0,0 0 1 0,0 0 4 16,0 0-2-16,0 0 1 0,0 0-1 0,0 0-1 15,0 0 0-15,0 0-4 0,0 0 4 0,0 0-5 16,0 0 1-16,0 0-4 0,0 0-1 0,3 7 0 16,-3-7 0-16,0 0-3 0,0 0-2 0,0 0 2 15,0 0-4-15,0 0-3 0,0 0 1 0,0 0 3 16,0 0-5-16,8 3 3 0,-8-3-1 0,7 2-1 15,-7-2 0-15,10 1 0 0,-5 2 2 0,1 1-4 16,-1 0 3-16,-5-4-2 0,11 5 0 0,-3-2-1 16,-4 0-3-16,2 1 6 0,-1 0-1 0,-5-4-1 15,8 8 0-15,-4-3-1 0,0 1 3 0,-2 0-6 16,-2-6 0-16,3 12 5 0,-3-5-2 0,0 2 0 16,-3 1 4-16,2-1-6 0,-3 1 4 0,-2 0 4 15,2 0-4-15,-3 1 0 0,0-3 4 0,-1 3-3 16,-1-2-1-16,2 1-2 0,-3-1 1 0,-2 2 0 15,0 1 3-15,2-3-2 0,0-1-1 0,2 3-1 16,0-4 1-16,1 2-3 0,-1-2 3 0,2-1 0 16,2 0-1-16,0 1-1 0,3-1 2 0,-2 0-3 15,3-6 5-15,-1 13-4 0,0-5 2 0,1-8 3 16,3 11-2-16,-1-5-2 0,-2-6 4 0,5 12-3 16,-3-5 0-16,2-1 5 0,-1 2-5 0,0-1 2 15,0-3-2-15,2 4 4 0,-1 0-6 0,-3-1-1 16,3 1 4-16,-2-1 0 0,0-3-3 0,-1 4 5 15,-1-8-2-15,3 13 0 0,-3-5-3 0,0-1 1 16,0-7 1-16,-3 13 3 0,2-6-3 0,-1 2 5 16,-2 0-2-16,-1 1-2 0,-2-2-2 0,4 0 0 15,-3 3 3-15,2-4-3 0,1 1 1 0,-3 2 0 16,3 0 0-16,-2-2 1 0,3 2-1 0,0-3-2 16,1 1 4-16,-1 0-7 0,2 2 3 0,0-10-5 15,5 14-2-15,0-5-1 0,3-1 1 0,1 0-1 16,5 2-6-16,1-1-1 0,-4-2-1 0,7 1-2 15,-4 0 0-15,-3-2 2 0,1 0-8 0,-1-2 2 16,-2 2-10-16,-1 0-1 0,-2-2 0 0,-1-1 3 16,0 1 2-16,-1 1 8 0,-4-5-5 0,5 7 6 15,-5-7 0-15,0 0 2 0,-7 15 7 0,-1-8-2 16,0 0 3-16,-2 0-4 0,-1 0 2 0,-1 1 5 16,2-1-8-16,-2-1 12 0,3 1-5 0,-1-1 3 15,0 1 1-15,4-3-3 0,-1 3 10 0,2-2-1 16,0 1-10-16,1 1-3 0,0-2-7 0,4-5-3 15,-3 12 0-15,3-5-14 0,0-7 0 0,2 13 2 16,-1-5-3-16,3-2 4 0,1 1 2 0,0 1 2 16,-2-2 0-16,1-1 3 0,0 1-2 0,-1-1 10 15,1 1 0-15,-4-6-1 0,7 10 7 0,-5-4-1 16,1-2 8-16,-3-4-5 0,2 12-13 0,-2-8 12 16,0-4 2-16,-1 14 10 0,-2-7-2 0,1 2-1 15,2-9-6-15,-5 20 3 0,1-10 6 0,1-2-4 16,0 3-8-16,-1-1 11 0,1-1-7 0,1 3 11 15,-1-1-2-15,0 0 6 0,2 1-4 0,1 5 2 16,1-1 8-16,1-1 0 0,-1-1-14 0,2 1 11 16,0 0 0-16,3 2-2 0,-1-2 2 0,1 1 0 15,0-3-7-15,0 2-2 0,-1 1 12 0,0-2-6 16,-1 2-2-16,-1-4 0 0,1-1-6 0,0 1 8 16,-3-2-2-16,2 3 7 0,-2 2-10 0,-1-2 3 15,0-3 1-15,0 4-2 0,0-2 2 0,-1 1 0 16,-2-2 2-16,-1 1-3 0,2 0 0 15,-3-1-6-15,0-1-13 0,0 2-21 0,2-2-20 0,2-1-33 16,1-9-31-16,-5 15-125 0,5-15-262 0,-2 14 115 16</inkml:trace>
  <inkml:trace contextRef="#ctx0" brushRef="#br0" timeOffset="85683.6">20817 6250 71 0,'-3'-9'81'0,"3"9"-7"0,-1-9 3 0,1 9-9 16,0 0-2-16,-2-7-8 0,2 7-3 16,0 0-11-16,0 0-1 0,0 0-10 0,0 0-2 15,0 0-3-15,0 0-6 0,0 0-5 0,0 0 6 16,0 0-7-16,0 0-3 0,0 0 0 0,0 0 0 0,3 30-3 16,-3-18 0-16,0 4 1 0,0 1-4 0,-1 2-2 15,3 0 8-15,0 7 0 0,-1 1 6 16,0-2-5-16,-1 1 3 0,1 1-2 0,-1 1 2 15,0 0 2-15,0-1-5 0,0 1 0 0,0 0-4 16,2 1 10-16,-2-1-8 0,0 2-1 0,0 0 1 0,1-1-9 16,-1 0 8-16,1 3-5 0,1 0 2 0,-1-2-3 15,-1 3 5-15,0-1-1 0,0 0 2 16,0 0-4-16,0-3 0 0,0 1 6 0,-1-2-9 16,1 2-2-16,-2-3 6 0,2 0 4 0,0-1-10 0,0-1 3 15,2 1 1-15,-4-2-4 0,1 1 5 0,1-6-4 16,-1 1 2-16,-1-2-6 0,2-1 6 15,-2 2-3-15,2 0 5 0,-1-1 6 0,-1-3-16 16,1 2 4-16,1 0 3 0,-1-4-4 0,1 2-2 0,0-3 7 16,0 1-4-16,0-4-2 0,0 2 1 0,-2-1 1 15,2 2 4-15,0-6-10 0,-1 4 7 0,1 0-5 16,0-1 6-16,0 1-2 0,0-1 4 0,0-2-1 16,0 5 6-16,0-5-10 0,0 4 12 0,-1-1-6 15,0-1-2-15,1 1-1 0,0-10 0 0,0 13-2 16,-2-7 3-16,2-6-5 0,0 13 3 0,-1-9-5 15,1-4 5-15,-2 11-3 0,2-11 8 0,0 0 1 16,-2 12-3-16,2-12-1 0,-1 8 5 0,1-8-4 16,0 9 6-16,0-9 1 0,0 0-3 0,-1 10-8 15,1-10 1-15,-3 7 4 0,3-7-5 0,-1 9-1 16,1-9 1-16,-1 7-1 0,1-7 2 0,-2 8 5 16,2-8-4-16,0 9 1 0,0-9-5 0,-2 8-2 15,2-8 7-15,0 0-2 0,0 10-2 0,0-10-2 16,-1 6 7-16,1-6-6 0,0 0 6 0,0 13-3 15,0-13-3-15,-2 7-1 0,2-7 6 0,-1 10-3 16,1-10-2-16,0 9 3 0,0-9-2 0,0 0 2 16,-1 11-1-16,1-11 0 0,-2 8 1 0,2-8-5 15,0 0 0-15,-2 7 8 0,2-7-4 0,-3 7 3 16,3-7 1-16,-2 8-3 0,2-8 2 0,-4 8-5 16,4-8 7-16,-3 8-6 0,3-8 0 0,-3 8 5 15,3-8-4-15,-6 10-4 0,5-6 3 0,1-4-4 16,-4 8 5-16,4-8-4 0,-2 7 6 0,2-7 0 15,-3 6-3-15,3-6-3 0,0 0 6 0,-5 5-2 16,5-5 3-16,0 0-1 0,0 0 4 0,0 0-3 16,-4 5-1-16,4-5-3 0,0 0 0 0,0 0 5 15,0 0-6-15,0 0 0 0,-5 6 5 0,5-6-4 16,0 0 3-16,0 0-4 0,-5 4 1 0,5-4 4 16,0 0-4-16,0 0-4 0,-9 0 12 0,9 0-9 15,0 0 5-15,-13 0-2 0,13 0 0 0,-11-2-3 16,11 2 4-16,-13-1-1 0,2 1-2 0,2-1 0 15,-2 1 1-15,-1-2 2 0,1 2-2 0,0 0-4 16,-8 0 1-16,2-1-1 0,3 2 3 0,-5 1-1 16,2-1 7-16,-3 0-8 0,3 1 1 0,-1-2-4 15,-1 0 3-15,2 2 0 0,2-1 3 0,-2-1-1 16,-2 0 2-16,6 1-3 0,-2-1 1 0,4 0 0 0,-8 0 4 16,2 1-4-16,0-1 4 0,-1 2-5 0,1-2 1 15,4 0 2-15,0 0 1 0,1 0 2 16,2 0 4-16,0-2-3 0,0 1-4 0,2 0-1 15,8 1 2-15,-19-1 1 0,11-1-22 0,8 2-15 0,-15 0-14 16,6 0-18-16,0 0-21 0,9 0-28 0,-15 0-87 16,7-2-217-16,8 2 96 0</inkml:trace>
  <inkml:trace contextRef="#ctx0" brushRef="#br0" timeOffset="87022.65">20877 4039 57 0,'0'0'73'0,"0"0"-6"0,0 0-5 0,-4-11-3 0,4 11 0 16,0 0-5-16,-4-7-10 0,4 7 5 0,0 0-7 15,-5-5-6-15,5 5-10 0,-5-5 5 16,5 5 0-16,0 0-5 0,-8-4-6 0,8 4-2 16,-9-5 1-16,9 5-4 0,-13 0 2 0,13 0-10 15,-18 0 8-15,7 0-9 0,1 0 2 0,1 2 1 16,-3-1-4-16,1 0 7 0,1 0-1 0,-1 1 1 0,1-2-7 16,2 1 14-16,8-1-1 0,-13 3 7 15,7-2-1-15,6-1-9 0,-7 1 10 0,7-1 1 16,0 0 1-16,-11 1 5 0,11-1-1 0,0 0-3 15,0 0-5-15,0 0 2 0,0 0-3 0,0 0 1 16,26-6-10-16,-6 3 0 0,7-2-1 0,5 1-3 0,1 1-3 16,1-3-1-16,0 0 3 0,1 3-1 15,-3 1 0-15,2-1 3 0,-6 0-7 0,2 1 12 0,-1 0-6 16,-1 2-4-16,-6-2-7 0,7 2 5 16,-7-1 3-16,6 1-3 0,-10 1-7 0,1-1-1 15,-2 2-5-15,-5-2-14 0,0 1-23 0,0-1-15 16,-4 0-13-16,-8 0-13 0,13 1-8 0,-7 1-68 0,-6-2-177 15,6 3 79-15</inkml:trace>
  <inkml:trace contextRef="#ctx0" brushRef="#br0" timeOffset="87409.2">21279 3930 14 0,'0'0'73'0,"4"20"-7"15,-4-20 7-15,-4 9-13 0,0-5 3 0,4-4-7 16,-5 11-2-16,1-3-3 0,-1 1-4 0,4 1 2 16,-1-1-1-16,-1 1 7 0,2-5-8 0,-1 5 0 15,4-2-11-15,-4 1 2 0,2-9-1 0,4 14-3 16,-2-6-3-16,3-1 0 0,1 1-1 0,3-2-4 15,0-1-2-15,5-1 6 0,-3-3 6 0,2 1-7 16,5 0-14-16,0-4 8 0,-5 1-5 0,1-3 9 16,-1 2 3-16,-2-2 1 0,1 0-3 0,-2-3 7 15,-1 1 5-15,-3 0-7 0,3-1-1 0,-2-3 1 16,-4 1-7-16,-1-1 6 0,-1 0-8 0,-2-2-11 16,-2 3 5-16,-1 0-3 0,-3-1-17 0,-7 1-2 15,2 1-11-15,2 3-9 0,-9-1-10 0,-2 2-5 16,2 2-1-16,-1 2-21 0,-2 4-16 0,-6 2-17 15,3 3-7-15,-1 1-94 0,1 5-210 0,8-3 92 16</inkml:trace>
  <inkml:trace contextRef="#ctx0" brushRef="#br0" timeOffset="88259.39">20833 6605 49 0,'0'0'154'0,"0"0"-9"0,-7-3-1 0,7 3-10 16,-6-5-6-16,6 5-5 0,0 0-15 0,-7-2-2 15,7 2-12-15,0 0-6 0,0 0-3 0,0 0-5 16,0 0-9-16,0 0-6 0,0 0-2 0,0 0 3 15,0 0-6-15,-8-3-4 0,8 3-9 0,0 0-2 16,0 0-5-16,0 0-4 0,0 0-6 0,28-3 0 16,-15 3-2-16,4-3-7 0,3 3 0 0,2-2-1 15,6 1-4-15,1-1 1 0,-1 1-4 0,-7 0-3 16,1-1 4-16,-2-1-10 0,7 3-11 0,-5 2-10 16,-3-2-11-16,-3-2-20 0,0 2-16 0,-2 0-22 15,0-1-22-15,-4 1-17 0,2-3-13 0,-1 2-127 16,-3-1-288-16,2 2 128 0</inkml:trace>
  <inkml:trace contextRef="#ctx0" brushRef="#br0" timeOffset="88637.22">21348 6513 109 0,'0'0'168'0,"0"0"-6"0,0 0-10 16,0 0-4-16,0 0-12 0,0 0-10 0,0 0-10 15,0 0-14-15,0 0-9 0,0 0-6 0,0 0-10 16,0 0-5-16,0 0-8 0,0 0-9 0,-26 11-5 16,22-7-2-16,-2 0-4 0,3 2-2 0,-1 1-2 15,-3 0-4-15,2 0-9 0,3-1 0 0,-1 2-2 16,-1-2 1-16,3 1-4 0,1-7-3 0,1 13-3 16,-1-13-3-16,4 10 7 0,-1-5-6 0,3-1 6 15,0 0 1-15,5-1-4 0,-2 0 5 0,5-2 0 16,-1 2-1-16,1-6 3 0,0 1-4 0,3 0 4 0,0-1 2 15,-3-2 0-15,-1 1-4 0,4-3 5 16,-7 1 17-16,0-1-3 0,0 0-4 0,-1 0 0 16,-4-2-3-16,1-1 5 0,-5 3-10 0,-1-4-1 15,-3 0-6-15,-1-2 1 0,-5 1-4 0,-2-2-4 16,-2 0-3-16,-1 3 2 0,-3 1-8 0,3 3-6 0,-5-1-13 16,-1 3-15-16,2 0-15 0,-3 1-24 15,1 4-24-15,1-1-29 0,4 1-29 0,3 1-30 16,0 2-178-16,1-3-386 0,3 1 171 0</inkml:trace>
  <inkml:trace contextRef="#ctx0" brushRef="#br0" timeOffset="89457.28">21301 5099 39 0,'0'0'127'15,"0"0"-3"-15,0 0 6 0,0 0-21 0,0 0-10 16,0 0-1-16,0 0-5 0,0 0-17 0,0 0 3 0,0 0-11 15,0 0-6-15,0 0-14 0,0 0-9 0,0 0-2 16,0 0 3-16,0 0-16 0,0 0 6 0,0 0-3 16,0 0-5-16,10 24 4 0,-7-15-5 15,2 2-1-15,-1 3-2 0,3-2-2 0,-2-1-2 16,1 0 0-16,-1 4 6 0,1 0 1 0,2 2-4 0,-2-6 6 16,1 6-2-16,-2-5-1 0,1 3-1 0,2 1-5 15,-5-6-2-15,3 2 1 0,-2-1-7 0,1-2 9 16,-1 1 0-16,-1-1-3 0,2-2 2 0,-1-1-2 15,-4-6-15-15,4 6 4 0,-4-6 14 16,3 6 3-16,-3-6 19 0,3 5 13 0,-3-5 15 0,0 0 11 16,0 0-1-16,7 3-8 0,-7-3-2 0,0 0-10 15,6-14-6-15,-1 6-4 0,0-4-4 0,2-4-6 16,-1 1-1-16,1 1-5 0,3 0-3 0,-4-1-6 16,2-2 0-16,-2 2 1 0,2-1-3 15,-2 2-3-15,-2 2-3 0,0 0 1 0,0 0-1 16,-1 1-4-16,0-1-2 0,1 2 1 0,-1 1-1 0,-2 1 0 15,0 3-9-15,-1 5-3 0,1-10-17 0,-1 10-14 16,4-8-20-16,-4 8-22 0,2-5-18 16,-2 5-16-16,0 0-11 0,0 0-3 0,0 0 6 15,0 0-23-15,0 0-11 0,0 0-114 0,0 0-292 16,10 17 130-16</inkml:trace>
  <inkml:trace contextRef="#ctx0" brushRef="#br0" timeOffset="89786.02">21645 5406 53 0,'-3'4'127'0,"3"-4"-6"16,-2 10-17-16,2-10-5 0,-3 7-7 15,3-7-7-15,-1 9-4 0,1-9-10 0,0 0 0 16,4 11-7-16,-2-5-2 0,-2-6-10 0,8 2-11 15,-8-2 11-15,10 4 3 0,-2-3 7 0,-8-1-6 16,14 0 3-16,-5-3 0 0,-9 3 2 0,18-2 4 0,-11 0-1 16,0-2 7-16,2-3-2 0,-4 2 5 0,0-4-10 15,1 2-3-15,-2-1-6 0,0-2-8 16,0-1 4-16,-3 1 0 0,-1 1-1 0,-1-3-7 16,-3-1-5-16,0 2-7 0,-1 1-3 0,-1-2-3 15,-2 4-4-15,-1 1-18 0,0 0-12 0,0 3-19 16,-2 3-23-16,0 1-19 0,11 0-20 0,-24 7-24 0,13-4-32 15,-1 4-25-15,-3 5-123 0,3-1-317 0,2-3 140 16</inkml:trace>
  <inkml:trace contextRef="#ctx0" brushRef="#br0" timeOffset="90148.47">21564 4427 119 0,'-1'-8'190'0,"1"8"-4"16,0 0-14-16,-3-7-15 0,3 7-20 0,0 0-14 15,0 0-15-15,0 0-9 0,0 0-14 0,-3-7-8 16,3 7-11-16,0 0-8 0,0 0-5 0,0 0-4 16,-4 29-2-16,2-17-5 0,0 6-6 15,-1 6-25-15,2 1-16 0,-3 1-28 0,3 1-27 0,0-2-36 16,1 2-20-16,-1 2-23 0,2 0-89 0,-2 1-247 15,1-2 109-15</inkml:trace>
  <inkml:trace contextRef="#ctx0" brushRef="#br0" timeOffset="90510.82">21383 5988 19 0,'0'0'197'0,"0"0"-7"16,0 0-12-16,0 0-8 0,0 0-14 0,0 0-19 15,0 0-16-15,0 0-18 0,-1 7-9 16,1-7-7-16,0 10-12 0,0-1-5 0,0 2-2 0,1 8-9 16,-1 1-3-16,0 7-4 0,0 0-7 0,-3 2-42 15,1 1-34-15,2-1-55 0,-2 1-56 0,0 1-129 16,-1-2-292-16,-2-5 129 0</inkml:trace>
  <inkml:trace contextRef="#ctx0" brushRef="#br0" timeOffset="94750.1">19421 2947 50 0,'0'0'102'16,"-9"-5"-12"-16,9 5-9 0,-8-4 3 0,8 4 2 0,-7-4-10 16,7 4-5-16,-5-1-1 0,5 1-6 0,0 0-8 15,0 0-8-15,-8-4-3 0,8 4-14 0,0 0 6 16,0 0-5-16,0 0-11 0,0 0-6 16,0 0 1-16,0 0 7 0,0 0-7 0,20 14-1 0,-9-9 20 15,1 0-6-15,0 1 2 0,6 1-1 0,-1-1 4 16,3 1-8-16,2-2 11 0,-3 2-11 0,1 2-10 15,1-3-4-15,-2 5 2 0,-3-3 5 0,0 0 0 16,-1 2-4-16,-5-4-4 0,3 6-4 16,-5-4 1-16,1 2-5 0,-4 0 2 0,-1 2 3 15,-2 0 4-15,-2 3-6 0,-1 3 2 0,-4-2 24 16,-2 3-5-16,0-2-2 0,-5 8 3 0,2-2-19 0,-2 0-15 16,2-5-31-16,1 0-35 0,2-2-27 0,-1 2-31 15,-1-1-90-15,1-1-238 0,3-6 105 0</inkml:trace>
  <inkml:trace contextRef="#ctx0" brushRef="#br0" timeOffset="95221.34">19568 3449 15 0,'-4'-9'143'16,"4"9"5"-16,-2-5-11 0,2 5-3 0,0 0 8 15,-3-7-22-15,3 7 0 0,0 0-10 0,-2-7-3 16,2 7-8-16,0 0-8 0,0 0-14 0,0 0 0 15,0 0-7-15,0 0-7 0,0 0-5 0,0 0-2 16,0 0-6-16,-2-8-6 0,2 8-5 0,0 0-2 16,0 0-4-16,0 0-5 0,0 0-2 0,0 0-1 15,0 0-5-15,0 0-3 0,0 0-3 0,0 0-4 16,0 0 2-16,0 0-6 0,0 0 1 0,0 0 2 16,0 0-4-16,0 0 2 0,0 0-6 0,0 0 7 15,0 0-2-15,-2 24-1 0,2-24 1 0,4 9-1 16,-1-4 4-16,3-1 11 0,-6-4-5 0,11 7 11 15,-5-3-4-15,5-1 7 0,1-2-10 0,6 2-1 16,1-3 2-16,-1-2-6 0,1 1-1 0,3 0-6 16,-1-2-16-16,-1 1-6 0,-6 1-12 0,-4 0-26 15,1-1-19-15,-4 2-29 0,2-1-25 0,-9 1-23 16,9 0-19-16,-9 0-113 0,0 0-302 0,0 0 134 16</inkml:trace>
  <inkml:trace contextRef="#ctx0" brushRef="#br0" timeOffset="95653.39">19639 3519 109 0,'0'0'173'0,"0"0"-5"0,0 0-13 0,-8 1-14 0,8-1-14 16,0 0-16-16,0 0-13 0,0 0-10 15,0 0-13-15,0 0-11 0,0 0-2 0,7 14-3 16,-7-14-3-16,3 16-5 0,-1-4 0 0,0 0-5 15,-1 5-5-15,-1-1 2 0,-1 1-4 0,1-2 0 16,1 2-5-16,-2 0-6 0,-1-2-2 0,1-2 1 0,2 0-2 16,-1-3-3-16,0 4 1 0,0-3 0 0,2 0-6 15,-2-11 3-15,2 18-4 0,-2-11-4 16,0-7 4-16,2 13-6 0,-2-13 1 0,0 0 0 16,1 12-3-16,-1-12-1 0,0 0 4 0,0 0 0 15,0 0-2-15,0 0 4 0,-3 11-4 0,3-11-4 16,0 0-3-16,0 0 1 0,-18-1-2 0,18 1-7 15,0 0 3-15,-18-8 0 0,18 8 1 0,-11-6-4 16,5 2 3-16,6 4-3 0,-12-6 0 0,12 6 4 16,-9-3-1-16,9 3-2 0,-10-5 2 0,10 5-2 15,0 0 1-15,0 0-2 0,-12-3 5 0,12 3-6 16,0 0 3-16,0 0-2 0,0 0-2 0,-9-3-1 16,9 3-3-16,0 0 4 0,0 0-3 0,0 0-4 15,0 0-2-15,0 0-9 0,32 7-14 0,-19-4-19 16,5-3-26-16,-1 1-20 0,2-1-16 0,0 0-22 15,1-1-100-15,1 0-263 0,-4-1 116 0</inkml:trace>
  <inkml:trace contextRef="#ctx0" brushRef="#br0" timeOffset="96046.98">19981 3711 35 0,'-8'-7'164'0,"8"7"-15"0,-9-2-15 0,9 2-9 15,-17 0-2-15,5 2-9 0,0 1-12 0,2 0-13 16,-4 3-8-16,4-1-11 0,-2 1 5 0,2 0-19 16,5-1-5-16,-2-1-6 0,7-4-3 0,-8 11-5 15,6-2-5-15,2-9 2 0,0 16-4 0,0-16 1 16,9 15-7-16,-2-7-6 0,0 0 7 0,2-3-5 16,3 1-3-16,-3-2 3 0,0-1-4 15,2 0-2-15,1-2 1 0,0 1-1 0,-3-1-5 0,-9-1 6 16,12 3 1-16,-12-3-6 0,8 4 6 0,-8-4 2 15,0 0 9-15,11 2-1 0,-11-2 3 0,4 2 4 16,-4-2-2-16,0 0-2 0,0 0-9 0,0 0 4 16,0 0-6-16,-22 5-4 0,12-2 0 15,0 3 0-15,-4-1-6 0,3 1 0 0,-1-1-1 16,1 4 4-16,1-2-7 0,-1 2-1 0,2-1 0 16,2 1-1-16,3-3-2 0,1 1 4 0,-1 1 0 0,3 0-2 15,1-8 0-15,5 15 4 0,1-8-2 0,3 0-1 16,3 0 2-16,4-1-7 0,5 1-12 0,7-4-22 15,-3 1-28-15,4-2-34 0,-3 0-26 0,-3-1-42 16,-2 1-124-16,-9-1-314 0,8-1 139 16</inkml:trace>
  <inkml:trace contextRef="#ctx0" brushRef="#br0" timeOffset="97851.38">18546 6177 25 0,'0'0'164'0,"0"0"-7"0,0 0-11 16,0 0-8-16,0 0-13 0,0 0-10 0,0 0-11 15,0 0-7-15,0 0-16 0,0 0-1 0,0 0-9 16,0 0-6-16,0 0 1 0,0 0-7 0,0 0-7 15,-9 19-10-15,5-9-2 0,0-1 6 0,-2 1-3 0,-5 6-10 16,2-2 0-16,-6 8 2 0,5-7-12 0,-2 3 5 16,-3 1-1-16,3-2 5 0,-1-2-14 15,2-1-13-15,2 2-10 0,-2-1-21 0,2-3-36 16,2-1-22-16,2 0-29 0,-2 1-29 0,2-3-111 16,1 0-275-16,1-3 122 0</inkml:trace>
  <inkml:trace contextRef="#ctx0" brushRef="#br0" timeOffset="98059.96">18566 6250 61 0,'0'0'118'0,"0"0"1"0,13 7-12 0,-8-3-1 16,0 2-12-16,1-3-4 0,2 5-13 0,-1 0-6 0,3 2-11 15,-4 0 5-15,3 2-8 0,-1-5-20 16,1 4-32-16,0-1-23 0,0 0-33 0,1-2-24 0,-1 2-80 16,0-1-165-16,3-1 73 0</inkml:trace>
  <inkml:trace contextRef="#ctx0" brushRef="#br0" timeOffset="98635.28">18893 6229 72 0,'0'0'182'0,"0"0"-23"15,0 0-12-15,3-7-17 0,-3 7-11 16,7-5-15-16,-7 5-9 0,16-3-3 0,-4 1-15 16,1 2-11-16,5-2-6 0,-5 2-6 0,6 0-16 15,-2 0-34-15,-1 1-15 0,-3 0-26 0,0 1-27 0,-4-1-10 16,1 2-10-16,-2-2-6 0,-2 2 2 15,-6-3 11-15,8 2 2 0,-8-2 14 0,6 3 10 0,-6-3 9 16,0 0 9-16,0 0 15 0,0 0 18 16,0 0 7-16,0 0 14 0,0 0 10 0,0 0 9 15,0 0 13-15,0 0 6 0,0 0 3 0,0 0-3 0,0 0-6 16,-26-5-8-16,26 5-5 0,0 0-9 0,0 0-5 16,0 0 5-16,-6 9 19 0,6-9 3 0,0 11 0 15,-1-2-5-15,1 1 4 0,-1 2-1 16,-1-1-7-16,2 1-3 0,2-2-2 0,-4 3-4 0,2-3-2 15,-1 2 0-15,1 0 4 0,0-2-12 0,0 0-5 16,0 0 4-16,0-1-4 0,0 1-2 0,-1 0 1 16,2-3-5-16,-1 1 0 0,0-8 3 15,-2 11-4-15,0-3-4 0,2-8-9 0,-2 11-10 16,0-7-8-16,2-4 2 0,-5 12-8 0,2-9 0 0,3-3-5 16,-5 7-2-16,5-7-3 0,-8 5-3 0,8-5-1 15,-8 2-5-15,8-2 1 0,-13 2 8 0,13-2 8 16,-10 0 5-16,10 0 6 0,-11-3-3 0,11 3 2 15,-10-3 8-15,10 3 11 0,-8 0 5 0,8 0 3 16,0 0 1-16,-11-4 1 0,11 4-1 0,0 0-6 16,0 0 8-16,0 0-10 0,0 0 2 0,0 0 0 15,0 0-1-15,0 0 1 0,0 0 1 0,0 0-6 16,0 0 5-16,0 0 1 0,34-1-1 0,-20-1-4 16,4 2-2-16,2 0-22 0,1-3-8 0,2 1-19 15,5-3-16-15,-7 3-22 0,-1-1-14 0,0-2-102 16,-1 2-217-16,-1-1 96 0</inkml:trace>
  <inkml:trace contextRef="#ctx0" brushRef="#br0" timeOffset="98841.39">19395 6355 43 0,'0'0'190'0,"-1"-9"-12"0,1 9-17 16,0 0-10-16,0 0-14 0,-11-4-6 0,11 4-10 15,0 0-6-15,-12 2-9 0,12-2-6 0,-11 6-6 16,2 1-4-16,1-1-10 0,0 4-2 0,2-1-12 15,-2 0-6-15,3-1-6 0,1 1-6 0,-1-1-6 16,5 0-3-16,0 2 2 0,2-4-6 0,0 3-8 16,5-1-13-16,1-1-16 0,3-1-29 0,2-1-23 15,4-1-25-15,4-1-32 0,-2 1-26 0,3-4-25 16,-2 0-110-16,-2 0-292 0,0-4 129 0</inkml:trace>
  <inkml:trace contextRef="#ctx0" brushRef="#br0" timeOffset="100774.87">16139 4491 17 0,'0'0'92'0,"0"0"-9"16,0 0-6-16,-6-3-10 0,6 3 2 0,0 0-1 15,0 0 3-15,0 0-7 0,14 13 5 0,-5-7-15 16,0 0 4-16,0 1 2 0,2 0-11 0,-1 0-4 15,5 1-3-15,-2 0-8 0,-1-2 1 0,-2 2-5 16,2 0-4-16,1-2-5 0,-3 1 2 0,1-1-6 16,-2 1 1-16,1-1 3 0,-1 0 0 0,0 2-2 15,-1-1 10-15,0 0-1 0,-2 1 5 0,-1 1-8 16,-1-1-1-16,-1 3-2 0,-3 0 3 0,-3 2-17 16,-1 1 2-16,-4 1 0 0,-2 2-2 0,0 1-13 15,-2-2 16-15,2 1-8 0,-1 0-15 0,2-2-30 16,1 0-20-16,-1-1-27 0,3 2-30 0,1 0-75 15,-3 1-208-15,2-6 93 0</inkml:trace>
  <inkml:trace contextRef="#ctx0" brushRef="#br0" timeOffset="101373.42">16213 5037 166 0,'0'0'153'15,"0"0"-19"-15,0 0-11 0,22-9-11 0,-12 8-16 16,6-3-9-16,3 2-6 0,0-2-10 0,4 4-8 16,5-3-6-16,-10 3-13 0,1 0-22 0,-1 0-21 15,-1 1-19-15,-3-1-16 0,-4 2-16 0,0 0-11 16,-2 0 5-16,-2 0-1 0,-6-2 2 0,9 2 6 15,-9-2 6-15,5 3 1 0,-5-3 7 0,0 0 3 16,0 0 8-16,0 0 10 0,0 0 11 0,-17 6 5 16,17-6 7-16,-12 0 21 0,12 0 1 0,-12 3 12 15,12-3 5-15,-10 0 7 0,10 0-1 0,-10 1-12 16,10-1-2-16,0 0 1 0,-10 0-11 0,10 0-6 16,0 0 4-16,-7 7-8 0,7-7 4 0,-1 10 8 15,1 0 10-15,0-1-7 0,0 2 2 0,1 2-7 16,0-1 6-16,2 5-6 0,0-2 10 0,0 0-8 15,1 1 3-15,-1-4 0 0,-2 0-8 0,2 0-1 16,-2 0-5-16,0-2 3 0,-1 0-3 0,3 0-5 16,-2-1 1-16,0 1 2 0,-1 1-8 0,0-11-1 15,-2 14 0-15,-1-4 0 0,-1-3-4 0,2-1-7 16,-3 3-9-16,-2-4-11 0,2 0-3 0,-2 1-11 16,-2 1 2-16,1-4-4 0,0-3 9 0,-2 4 0 15,1 0 4-15,1-1-5 0,8-3 7 0,-15-3 1 16,15 3 7-16,-13-1 2 0,7 2 1 0,6-1 6 15,-11-2-1-15,11 2 6 0,-8-4-2 0,8 4-6 16,0 0 4-16,0 0 0 0,-7-4-2 0,7 4-2 16,0 0 2-16,0 0 5 0,0 0 2 0,0 0 0 15,27-1-6-15,-15-2-1 0,7 2-5 0,-1-3-9 16,2 0-14-16,1 0 1 0,-1 1-15 0,1 1-9 16,0-3-10-16,-1 2-7 0,-1-1-7 0,-3 1-11 15,0 1-47-15,-4-1-152 0,1-1 68 0</inkml:trace>
  <inkml:trace contextRef="#ctx0" brushRef="#br0" timeOffset="101559.56">16600 5293 346 0,'6'-2'-26'15,"-1"-2"12"-15,-5 4 17 0,9-8 23 0,-7 5 13 16,-2 3 5-16,5-10-5 0,-2 5 35 0,-3 5 9 16,1-8 9-16,-1 8-3 0,3-7 3 0,-3 7 2 15,0 0 3-15,1-9 0 0,-1 9-5 0,0 0-14 16,0 0-13-16,0 0-11 0,0 0-4 0,0 0-6 16,0 0-5-16,0 0-6 0,0 0-1 0,0 0 1 15,0 0-8-15,4 20 2 0,-3-11-7 0,0 2 4 16,1 0-3-16,-2-4 0 0,0 4-6 0,0 0 1 15,1 1-8-15,-1-1-20 0,1-1-10 0,2-1-20 16,-3-2-30-16,2 3-14 0,0-2-25 0,-2-1-14 16,0-7-109-16,0 16-253 0,-3-9 112 0</inkml:trace>
  <inkml:trace contextRef="#ctx0" brushRef="#br0" timeOffset="101937.3">16687 5231 98 0,'7'-8'124'16,"-3"3"-10"-16,1 1-6 0,1-1-1 0,-6 5-14 15,10-4-4-15,-10 4-9 0,12 0-4 0,-12 0-12 16,13 3 7-16,-13-3-4 0,11 2 1 0,-6 2-3 16,-1 0-3-16,2-1-4 0,-2 1-6 0,-4-4-7 15,5 9-6-15,-3-3 1 0,-2-6-3 0,1 10-1 16,-1-10-5-16,-1 9 0 0,1-9-1 0,-3 11-4 15,3-11-6-15,-4 7-7 0,3-1 6 0,1-6-3 16,-5 6-2-16,5-6-3 0,-1 7 1 0,1-7-7 16,0 0 3-16,-3 8-4 0,3-8 4 0,0 0-3 15,6 7 3-15,-6-7-1 0,7 7-3 0,-2-4 1 16,0 1-3-16,-1 2 3 0,2-3-1 0,1 0 4 16,-4 3-8-16,-3-6 2 0,8 8-4 0,-5-4 2 15,1 1 3-15,-4-5-1 0,4 9 1 0,-4-9 6 16,0 8-4-16,0-8 0 0,-6 9 0 0,0-4-1 15,-2 2 2-15,-1-2 3 0,0 1-15 0,0 0-15 16,-2-2-21-16,1 2-16 0,1-4-40 0,1 2-37 16,-2-1-129-16,0 0-285 0,2-2 126 0</inkml:trace>
  <inkml:trace contextRef="#ctx0" brushRef="#br0" timeOffset="102103.29">17007 5286 34 0,'5'-7'225'0,"-5"7"-29"0,0 0-29 0,5-4-26 15,-5 4-38-15,0 0-34 0,0 0-48 0,0 0-43 16,0 0-42-16,0 0-81 0,0 0-158 0,0 0 70 16</inkml:trace>
  <inkml:trace contextRef="#ctx0" brushRef="#br0" timeOffset="106970.99">18727 7991 13 0,'0'0'80'0,"0"0"-9"0,0 0 1 15,0 0-10-15,0 0-6 0,0 0-8 0,0 0-14 16,0 0 3-16,0 0-1 0,0 0 4 16,0 0-6-16,0 0-12 0,0 0 2 0,0 0-6 0,0 0 4 15,0 0-3-15,0 0-1 0,0 0-6 0,0 0 4 16,0 0 5-16,0 0 3 0,0 0-3 0,0 0-9 15,0 0 3-15,-22-4-6 0,22 4 13 0,0 0-7 16,0 0-9-16,-10-1 10 0,10 1-6 0,0 0 3 16,0 0-6-16,0 0 0 0,-10 3 13 0,10-3-25 15,0 0 7-15,0 0 6 0,0 0-7 0,-9 2 10 16,9-2-3-16,0 0-8 0,-6 2 5 16,6-2-4-16,0 0 4 0,0 0-3 0,0 0-1 0,0 0 13 15,-4 7-7-15,4-7 5 0,0 0 2 0,0 0 6 16,0 0 10-16,0 0 16 0,14 14-1 0,-8-13 15 15,6 3-9-15,7-1 4 0,0-2-7 0,8 0 0 0,2 0-4 16,3 1-3-16,2-2-11 0,-1 0 6 16,4 0 0-16,-3-2-6 0,-3 1 1 0,2-1-1 15,-6 2-4-15,2 0-1 0,-8-2-6 0,1 2-6 16,-3 0 4-16,0 0-3 0,-3 2-1 0,-3-4-10 16,1 2 12-16,-5 0-6 0,3 0-10 0,-12 0 13 0,16 0-3 15,-9 0 0-15,-7 0 4 0,10 0-3 16,-10 0 0-16,0 0-2 0,13 0-2 0,-13 0-1 15,0 0 0-15,9 0 1 0,-9 0 6 0,0 0-4 16,0 0-2-16,0 0-3 0,0 0-1 0,0 0-9 16,9 0-8-16,-9 0-11 0,0 0-8 0,0 0-16 15,0 0-18-15,0 0-16 0,0 0-15 0,0 0-7 16,0 0-7-16,0 0-8 0,0 0-92 0,0 0-229 16,0 0 101-16</inkml:trace>
  <inkml:trace contextRef="#ctx0" brushRef="#br0" timeOffset="107423.31">19287 7636 15 0,'-4'-7'149'0,"-1"-4"-12"0,1 6-4 16,0-1 1-16,4 6-1 0,-5-8-9 0,5 8-15 0,-6-7-10 16,6 7-10-16,0 0-5 0,-3-7-20 0,3 7-7 15,0 0-5-15,0 0-4 0,0 0-9 0,0 0 2 16,-4 20 7-16,4-9 3 0,-1 6 0 0,0 1 2 15,1 9-2-15,1 0 8 0,-1 0-5 0,1 1-5 16,1 4 1-16,-2-3-2 0,0 4-3 0,-2-1 1 16,0 0-2-16,1-1-1 0,-3 1-4 0,1 1-3 15,-1-2-1-15,0-2-2 0,1 2-4 0,1-4 0 16,0-1-5-16,1-1 1 0,1-5-3 0,-2-3-2 16,1 1 2-16,0 1-2 0,-1-2-5 0,2-3-4 15,0 1 4-15,0-4-2 0,0 0-1 0,0 2-13 16,2-4-22-16,-2 2-8 0,0-5-21 0,0-6-15 15,-2 13-15-15,2-13-16 0,0 10-19 0,0-10-15 16,0 0-20-16,0 9-156 0,0-9-332 0,0 0 147 16</inkml:trace>
  <inkml:trace contextRef="#ctx0" brushRef="#br0" timeOffset="110029.34">19352 8089 6 0,'-5'-6'26'0,"5"6"-2"0,0 0-4 0,0 0-4 0,-1-9-4 15,1 9 3-15,0 0-4 0,0-7-1 0,0 7-2 16,0 0-4-16,0 0 8 0,4-10-10 0,-4 10 6 16,2-7-7-16,-2 7 8 0,0 0-3 0,3-9 6 15,-3 9 9-15,2-6 0 0,-2 6 0 0,4-7-3 16,-4 7 2-16,2-6-5 0,-2 6 1 0,0 0 3 16,3-9-4-16,-3 9 1 0,4-7-5 0,-2 1 5 15,-2 6 0-15,4-7 6 0,-4 7 5 0,2-7 0 16,-2 7 4-16,2-7 5 0,-2 7 1 0,0 0 9 15,2-8 24-15,-2 8-24 0,0 0 10 0,-2-10 2 0,2 10-7 16,0 0-11-16,-1-11 7 0,1 11 7 16,0 0-2-16,-1-9-1 0,1 9 7 0,0 0-11 15,0-9 1-15,0 9 0 0,-3-8-8 0,3 8 5 16,0 0 0-16,-1-10 1 0,1 10 3 0,0 0 4 16,-3-8 1-16,3 8-3 0,0 0 0 0,0 0-13 15,0 0-3-15,0 0-3 0,0 0-5 0,0 0-4 16,0 0-6-16,0 0-2 0,0 0-1 0,0 0-6 15,0 0 3-15,0 0-2 0,0 0 4 0,0 0-5 0,-2 23-4 16,3-13 4-16,-1 0-5 0,-1 1 12 16,-1 0-8-16,1 2-2 0,0-2 5 0,1 3 0 15,-2-3-1-15,0 1-1 0,1 0 0 0,1-2-1 0,0 1-3 16,-2-2 3-16,2 3-4 0,-1-3 8 0,1 1-5 16,-2-1 0-16,2 0-4 0,0-9 4 0,-2 16-7 15,2-9-12-15,0-7-20 0,-1 13-22 16,2-9-24-16,-1-4-22 0,2 11-20 0,-2-11-13 0,3 8-17 15,-3-8-102-15,3 6-273 0,-3-6 121 0</inkml:trace>
  <inkml:trace contextRef="#ctx0" brushRef="#br0" timeOffset="110425">19632 7687 22 0,'2'-10'166'0,"-2"10"-10"0,0 0-4 16,0-10-1-16,0 10-16 0,0 0-14 0,0 0-14 15,0 0-13-15,0 0-10 0,0-10-8 0,0 10-9 16,0 0-2-16,0 0-9 0,0 0-6 0,0 0-7 15,0 0-6-15,2 29 7 0,-2-18-2 0,0 5-3 0,-2 0 0 16,2 2-3-16,-2 8-3 0,-1 0 8 16,3-2 0-16,-3 3-3 0,0-3 0 0,0 1 0 15,2 0-5-15,0-4-2 0,0-2-1 0,1-1-2 16,0 0-2-16,-4 2-3 0,4-1 0 0,1-1-1 0,-2-1-3 16,1 0-3-16,0 1 2 0,-2-1-5 15,2-1 0-15,2-3 1 0,-2 0-3 0,0-2-1 16,1 0 0-16,-2 2-14 0,2-1-18 0,0-1-23 15,-1-1-14-15,0 1-17 0,2-2-29 0,-2-2-20 0,0 1-25 16,0-8-24-16,1 11-92 0,-1-11-287 16,1 6 128-16</inkml:trace>
  <inkml:trace contextRef="#ctx0" brushRef="#br0" timeOffset="110907.21">19821 7903 19 0,'0'0'141'0,"0"0"-12"0,0 0 3 15,3-8-15-15,-3 8 0 0,0 0 0 0,0 0-3 16,0 0-9-16,0 0-4 0,0 0-5 0,0 0-1 15,0 0 3-15,0 0-9 0,0 0-2 0,0 0 0 16,0 0-5-16,0 0-4 0,0 0-1 0,0 0-2 16,0 0-5-16,0 0-4 0,0 0-1 0,0 0-7 15,0 0-6-15,0 0-5 0,0 0-2 0,0 0-7 16,0 0-1-16,0 0-8 0,0 0-3 0,0 0-1 16,0 0-2-16,0 0-1 0,0 0-5 0,0 0 0 15,0 0-2-15,0 0-2 0,0 0-4 0,0 0 0 16,0 0-5-16,0 0 2 0,0 0 2 0,0 0-2 15,0 0-1-15,0 0 3 0,-3 33-4 0,3-23 1 16,0 2 1-16,-1-1 0 0,1 1 1 0,0 1-1 16,-3 0 4-16,2-2-1 0,1 2-5 0,0-1 3 15,0 0 4-15,-1 1-1 0,2-2-6 0,-1 0 1 16,0-2 0-16,-1 3 4 0,1-2-3 0,0 0-3 16,-2 0 2-16,4-1-1 0,-2 1 0 0,0-1-1 15,0-2-12-15,0 2-23 0,0 1-14 0,0-4-16 16,0 4-31-16,0-10-25 0,0 11-30 0,0-11-17 15,0 8-31-15,0-8-128 0,0 7-350 0,0-7 155 16</inkml:trace>
  <inkml:trace contextRef="#ctx0" brushRef="#br0" timeOffset="111264.96">19898 8068 19 0,'0'0'132'0,"0"0"-16"0,0 0 0 15,0 0-11-15,0 0-2 0,-5-8-6 0,5 8-7 16,0 0-1-16,0 0 3 0,0 0-18 0,0 0 2 15,0 0-10-15,0 0-2 0,0 0-6 0,0 0-7 16,0 0-4-16,0 0 2 0,0 0-7 0,15-2-3 16,-5 0-7-16,2 0-4 0,5 2 3 0,2-2 0 0,0 0 2 15,1-2-11-15,-1 0 4 0,3 3-4 16,-2-5-1-16,-2 3-6 0,1 0 1 0,-1 1-5 16,-4 0-3-16,1 0 8 0,-4 1-11 0,-1 1-9 15,-2 0-28-15,0-2-19 0,-8 2-26 0,14 2-33 16,-14-2-15-16,7 1-116 0,-7-1-261 0,0 0 117 0</inkml:trace>
  <inkml:trace contextRef="#ctx0" brushRef="#br0" timeOffset="112303.72">18879 7700 79 0,'0'0'127'0,"0"0"-11"15,0 0-8-15,0 0-9 0,0 0-6 16,0 0-6-16,0 0 0 0,0 0-1 0,-11 3 0 15,11-3-4-15,0 0-1 0,-10 2-10 0,10-2 2 16,0 0-9-16,-10 1 4 0,10-1-2 0,0 0-2 0,0 0-2 16,0 0-2-16,0 0-5 0,-7 0-2 15,7 0-4-15,0 0-7 0,0 0-1 0,0 0-3 16,0 0-7-16,0 0 0 0,0 0-4 0,0 0-6 16,0 0 1-16,0 0-5 0,0 0 2 0,29-5-3 0,-15 4 2 15,7-4-5-15,-3 2-3 0,1 1 1 0,-6 2-4 16,2-2-11-16,-2 1-18 0,-2 0-21 15,1 1-14-15,-2-2-15 0,1 4-20 0,0-2-17 16,-11 0-8-16,15 0-16 0,-9 1-4 0,-6-1-96 16,11 0-251-16,-11 0 111 0</inkml:trace>
  <inkml:trace contextRef="#ctx0" brushRef="#br0" timeOffset="112560.73">19025 7579 129 0,'-4'-7'135'0,"4"7"-12"0,-6-5 14 0,6 5-10 16,0 0-8-16,0 0-11 0,-4-6-12 0,4 6-12 15,0 0-17-15,0 0 4 0,0 0-14 16,0 0-7-16,0 0-9 0,0 0 0 0,0 0-3 0,0 0-7 16,0 0-2-16,0 0-2 0,-4 20 1 0,4-20 2 15,1 11-5-15,1 0-5 0,-1-3-2 0,-1-1 1 16,0 4-1-16,1-2-7 0,0 2 7 0,-1-3-2 15,2 4-2-15,-2 0-1 0,1-3-17 0,-1 4-18 16,2-3-28-16,0 4-12 0,0-3-29 0,2 5-25 16,-3 0-117-16,1-2-252 0,-1-1 112 0</inkml:trace>
  <inkml:trace contextRef="#ctx0" brushRef="#br0" timeOffset="113147.67">20114 7699 4 0,'0'0'145'0,"0"0"-17"0,-11-2-6 0,11 2-7 15,-11 0-7-15,11 0-10 0,-13 2-4 16,5-2-3-16,-3 0-10 0,2 0-8 0,0 0 5 16,0 1-5-16,9-1 2 0,-13 1-3 0,13-1 2 0,-10 2-7 15,10-2-11-15,-6 0-7 0,6 0 0 0,0 0-8 16,0 0-6-16,0 0-1 0,0 0-2 0,0 0-1 16,0 0-7-16,0 0-1 0,0 0 2 15,0 0-3-15,36 0-18 0,-24 0-13 0,4 0-27 0,-5-2-33 16,2 1-39-16,0 1-36 0,-6 0-116 0,2 1-281 15,-9-1 125-15</inkml:trace>
  <inkml:trace contextRef="#ctx0" brushRef="#br0" timeOffset="113714.02">19393 7206 145 0,'-3'-4'193'0,"3"4"-4"0,-5-12-4 16,5 12-16-16,-2-6-14 0,2 6-20 0,-3-5-14 16,3 5-10-16,0 0-17 0,0 0-11 0,0 0-10 0,0 0-9 15,0 0-7-15,0 0-3 0,0 0-8 16,0 0-3-16,12 20-4 0,-5-11-5 0,0 1 0 16,3 4-6-16,-2-4-3 0,2 4 0 0,-2-3-7 15,-1-1 4-15,2 4-5 0,1-2 0 0,-3 0 0 16,2-2 3-16,-2 1-7 0,4 1 0 0,-5-5-1 0,2 5-1 15,-1-3-1-15,2 0-1 0,-2-2-4 16,-2 1 4-16,-2-3-1 0,1 1 3 0,2-2 0 16,-4 1-3-16,-2-5 0 0,5 4 11 0,-5-4 14 15,4 5 11-15,-4-5 4 0,0 0-4 0,0 0-3 0,0 0-1 16,0 0-1-16,11-14 3 0,-7 6-11 16,0-2-1-16,-1 0-3 0,-1-1-1 0,2-4-5 15,1 0-4-15,-1 2 0 0,0-3-3 0,0-2-2 16,0 1 0-16,-2 6-2 0,2-5-5 0,0 0 0 0,-2 4-4 15,3 0-4-15,-2 0-10 0,-1 2-6 0,1 0-8 16,-2 1-17-16,2 4-9 0,-3 5-20 0,3-10-25 16,-3 10-32-16,2-6-10 0,-2 6 3 15,0 0-2-15,0 0-10 0,0 0-11 0,10 12-13 0,-6-3-88 16,-3-2-281-16,-1 4 124 0</inkml:trace>
  <inkml:trace contextRef="#ctx0" brushRef="#br0" timeOffset="114005.09">19861 7331 64 0,'2'-9'153'0,"-2"9"-22"0,0 0-2 0,0 0-11 15,0 0-17-15,0 0-9 0,0 0-11 0,-9-8-2 16,9 8-8-16,0 0-8 0,0 0-5 0,-18 7-15 15,12-1 7-15,-3-1 5 0,-1 1-4 0,2 2-10 16,-1 0 13-16,0-1-6 0,3 3-8 0,-2 0-1 16,3-2-7-16,1-4 2 0,0 6 4 0,1-3-3 15,1-2-2-15,2-5-5 0,0 13 1 0,0-13-5 16,4 13 3-16,-1-8-9 0,-1-1 1 0,2 1-6 16,2 0-7-16,4-1-22 0,0-1-23 0,0-2-35 15,3 1-29-15,1-2-24 0,2 0-130 0,-3-2-277 16,1 1 122-16</inkml:trace>
  <inkml:trace contextRef="#ctx0" brushRef="#br0" timeOffset="114247.33">20070 7276 142 0,'0'0'163'16,"-11"1"-3"-16,11-1-6 0,0 0-8 0,-17 4-11 15,11 1-12-15,-1-2-10 0,0 3-9 0,-1-1-7 16,0 4-9-16,0-1-10 0,1 0 3 0,1 0-12 16,0 1-8-16,0-2-7 0,2 2-4 0,1 0-4 15,1-2-4-15,1 0-3 0,1-7-6 0,1 14 2 16,2-7-3-16,3 1-16 0,0-1-21 0,1-1-24 16,3-1-30-16,2 0-32 0,4-1-35 0,2-2-31 15,-2 1-109-15,3-3-288 0,1 0 127 0</inkml:trace>
  <inkml:trace contextRef="#ctx0" brushRef="#br0" timeOffset="136595.1">17099 4651 5 0,'-4'-9'35'0,"4"9"-2"15,0 0-1-15,0 0-1 0,0 0 0 0,-1-8-3 16,1 8 7-16,0 0-6 0,0 0-1 0,-4-6-1 15,4 6-3-15,0 0 3 0,0 0 6 0,0 0-8 16,0 0-4-16,-5-5-6 0,5 5 4 0,0 0-1 16,0 0-2-16,0 0-8 0,0 0 0 0,0 0 2 15,0 0-4-15,0 0-2 0,0 0-1 0,0 0 2 16,0 0-1-16,-10 15-3 0,7-10-3 0,3-5 6 16,-2 14 3-16,0-1-3 0,1-4-12 15,1 4 10-15,-1 2 2 0,2 3 0 0,0-1 2 16,-1 0 0-16,2 1-1 0,-1 1-3 0,0 0-1 15,-1 0 2-15,1 0 3 0,1 1-3 0,1-1 10 0,0 0-6 16,-1 0 6-16,2-3-14 0,0 2 8 0,-1-1-3 16,-1 0 3-16,2-1 5 0,-2 1-5 15,1-2-3-15,1-4 4 0,-1 5 1 0,-1-4-3 16,-1 2 1-16,2 0-2 0,-2 1 11 0,3-1-3 16,-1-3-3-16,-1 2 1 0,4 1 0 0,-3-1 2 15,5 3-10-15,0-2 3 0,-3-3 4 0,2 4-2 0,2-1 5 16,-1 1-7-16,1 0 11 0,-1 1-19 0,3-4 8 15,-2 3-4-15,0 0 4 0,2 0-2 16,-2 0 5-16,2-1-7 0,-2-3-1 0,2 2-1 16,-1 0 3-16,0-3 2 0,2 1 6 0,1 2-4 15,0-2-2-15,-3-3-2 0,4 3 11 0,-1 1-19 16,-3-2 4-16,1-3-1 0,-2 2 7 0,2-1-2 0,0 2 5 16,-2-2-9-16,-1 2 8 0,2-1-7 0,0 1-2 15,-1 0 3-15,4 1 0 0,-5-4 5 16,1 1-3-16,2 1 3 0,-2-1-12 0,0 0 7 15,1 1 0-15,0-1 0 0,-1-2-7 0,0 2 8 16,1-1-6-16,-1-2 4 0,-2 2-4 0,3-2 4 16,-2-1-1-16,-2 1 2 0,2 0 0 0,-2 0-3 0,2-1-1 15,-2 0 0-15,-1 0 5 0,2-1-4 16,-7-3-2-16,14 8 0 0,-8-4 0 0,1 0-2 16,-7-4 2-16,12 8 7 0,-3-4-7 0,0 1 4 15,1 0 2-15,-3-2-1 0,0 2-8 0,3-1 7 16,-2 0 13-16,0 2-20 0,0-1 0 0,1 1 4 15,-1-2 7-15,0 0-9 0,1-1 2 0,1 1 3 0,-1 2 9 16,-2-3-11-16,2 1 2 0,0 0 5 16,-3-1-6-16,2 1 5 0,-2-1-11 0,2 1 7 15,-3-3 1-15,1 3-5 0,-6-4 4 0,11 6 3 16,-6-5-1-16,-5-1 2 0,8 5-6 0,-8-5 3 16,9 2 2-16,-9-2-3 0,7 2 1 0,-7-2 0 15,0 0 2-15,6 2-2 0,-6-2-2 0,0 0 1 16,0 0 6-16,0 0 1 0,0 0 4 0,0 0 8 15,0 0-10-15,0 0-2 0,0 0 14 0,0 0-15 16,0 0 10-16,0 0 5 0,0 0 3 0,0 0-4 16,0 0 6-16,0 0-4 0,0 0-5 0,0 0 1 15,0 0-4-15,0 0 0 0,0 0 4 0,0 0-10 16,0 0-1-16,0 0 3 0,0 0 0 0,0 0 8 16,0 0-10-16,0 0-2 0,-14 12-5 0,9-8-10 15,-1 0 6-15,-1 1 6 0,-3 1 6 0,2 1-8 16,-2-1 5-16,3 0-1 0,-1-1-1 0,1 1-3 15,7-6-1-15,-12 10 0 0,8-5 0 0,-3 3 9 16,7-8 8-16,-9 9-17 0,9-9-3 0,-6 9 3 16,0-4-17-16,6-5-11 0,-7 6-18 0,7-6-7 15,0 0-15-15,-3 13-12 0,3-13 3 0,0 0-7 16,0 0 2-16,1 12-51 0,-1-12-142 0,0 0 63 16</inkml:trace>
  <inkml:trace contextRef="#ctx0" brushRef="#br0" timeOffset="136838.84">17928 5818 26 0,'-2'-10'116'0,"-2"1"-13"0,-1-3 1 0,0 4 3 15,0 2 5-15,0-4-13 0,-1 2-6 0,1 0-6 16,0 2 1-16,1-1-5 0,4 7-15 0,-6-9-3 15,3 4-9-15,3 5-6 0,-2-7 5 0,2 7-18 16,0 0-15-16,-5-8-17 0,5 8-10 0,-3-5-18 16,3 5-18-16,0 0-13 0,0 0-13 0,0 0-5 15,0 0-5-15,0 0-14 0,0 0-3 0,0 0-48 16,0 0-155-16,0 0 69 0</inkml:trace>
  <inkml:trace contextRef="#ctx0" brushRef="#br0" timeOffset="137439.31">17055 4666 3 0,'-6'8'24'16,"-2"0"-2"-16,2 1 3 0,-3 1 2 0,3-1-6 15,-2 2 0-15,0-1-2 0,1-1-3 0,1-1 0 16,1 3-5-16,-1-1 9 0,2 0-8 0,-1 0-8 16,1 0-15-16,0-1-28 0,2 2-42 0,-1-2 20 15</inkml:trace>
  <inkml:trace contextRef="#ctx0" brushRef="#br0" timeOffset="137626.47">17175 4627 27 0,'0'0'47'0,"0"0"-5"0,17 20-18 0,-8-10-9 15,3 7-18-15,3 2-23 0,2 2-27 0,-3 3 12 16</inkml:trace>
  <inkml:trace contextRef="#ctx0" brushRef="#br0" timeOffset="138226.26">16930 5912 64 0,'0'0'91'0,"0"0"-14"16,0 0-9-16,0 0-2 0,0 0-12 16,0 0-4-16,0 0-3 0,0 0-9 0,1 17 3 15,-1-17-5-15,11 16-3 0,-6-8 2 0,1 6-6 16,-1-2 1-16,3-2-8 0,-3 3-4 0,2 0-3 15,1 3 5-15,-1 0-2 0,-3-3 0 0,2-3 0 0,-1 5 0 16,0-3-8-16,2-4 3 0,-5 3-5 16,2-3 3-16,0-1 2 0,-4-7-5 0,5 11 3 15,-5-11-2-15,5 8 0 0,-5-8 6 0,5 6 3 16,-5-6 17-16,0 0 22 0,7 7 9 0,-7-7 5 16,0 0-5-16,0 0-11 0,0 0-6 15,0 0 0-15,2-26-4 0,-1 14-9 0,1-4-5 0,-1-4-1 16,0 4-3-16,2-3-2 0,-1 1-3 0,2-3-8 15,0-5 4-15,0 4-7 0,1 2 4 0,-1 4-5 16,0 0-3-16,0 5 0 0,-2 0-2 0,-1 3-14 16,1 1-24-16,-2 7-29 0,2-10-22 0,-2 10-7 15,4-5 3-15,-4 5 4 0,0 0 3 0,0 0-9 16,0 0 1-16,13 16 3 0,-9-7-6 0,1 3-58 16,-1-2-161-16,1 1 73 0</inkml:trace>
  <inkml:trace contextRef="#ctx0" brushRef="#br0" timeOffset="138795.07">17197 6020 90 0,'0'0'13'0,"5"5"12"0,-5-5 17 16,0 0-4-16,0 0 7 0,0 0 10 0,0 0 3 16,0 0-1-16,7 9 4 0,-7-9-11 0,0 0 6 15,0 0-13-15,0 0-8 0,0 0 3 0,0 0-4 16,0 0-4-16,0 0-4 0,-2 13-3 0,2-13 2 16,0 0-9-16,2 14 14 0,-2-14 3 0,1 12-13 15,-1-12 2-15,0 16 4 0,0-16-13 0,1 13 2 16,1-5-3-16,-2-8-8 0,2 13 11 0,-2-13-6 15,1 14 4-15,-1-14 2 0,3 10-7 0,-3-10 9 16,1 9-11-16,-1-9-1 0,0 0-3 0,3 10 7 16,-3-10-1-16,0 0 2 0,0 0-1 0,4 7 9 15,-4-7 16-15,0 0 14 0,0 0 7 0,0 0-1 16,0 0-9-16,0 0-2 0,0 0-4 0,0 0-2 16,0 0-6-16,0 0-3 0,-4-38-5 0,4 27 4 15,1-4-5-15,1-1-4 0,-1 0-1 0,4 0-5 16,-3-2 1-16,3 3-1 0,2 1-4 0,-2 2-8 15,1-1 3-15,2 2 0 0,0 0 5 0,-2 4-8 16,-1 2 0-16,2 0-2 0,0 1-1 0,-2-1-3 16,1 1 0-16,-6 4 2 0,10-3 3 0,-10 3 1 15,12 0 0-15,-12 0 0 0,11 0 0 0,-11 0-2 16,9 6-3-16,-4-3 1 0,-3 2 1 0,-2-5-2 16,5 9 6-16,-3-2-3 0,-2-7-4 0,1 10 4 15,-1-2 0-15,0-8-8 0,-1 13 5 0,-1-6-9 16,0-1 0-16,2-6-7 0,-3 10-12 0,2-4-9 15,1-6 9-15,0 0-7 0,0 0 2 0,0 14-1 16,0-14 11-16,0 0 1 0,3 11 2 0,-3-11 9 16,3 7-6-16,-3-7 3 0,6 10 1 0,-6-10 8 15,6 9-7-15,-6-9 7 0,5 14-4 0,-5-14 4 16,3 10-2-16,-2-3-2 0,-1-7 9 16,2 15 0-16,-2-15-4 0,-3 14-1 0,3-14 6 0,-4 12 5 15,4-12 0-15,-7 10 2 0,4-4-8 0,3-6 5 16,-8 12-3-16,3-9-2 0,5-3 0 0,-10 9-25 15,10-9 2-15,-8 6-8 0,5-4-18 0,3-2-16 16,0 0-82-16,-6 6-165 0,6-6 72 0</inkml:trace>
  <inkml:trace contextRef="#ctx0" brushRef="#br0" timeOffset="139010.54">17569 6006 61 0,'-15'3'94'0,"15"-3"-2"0,-20 8 4 16,8-3 2-16,-3 2-12 0,1 3-7 15,1 1-18-15,3-2-3 0,2 0-3 0,1 1-5 0,1 1 2 16,1-1-12-16,4 1 3 0,1-11-12 0,2 18 1 16,5-8-1-16,0-2-5 0,6 2-17 0,4-6-24 15,1 0-23-15,3 0-24 0,7-3-17 0,1 2-71 16,-3-7-163-16,2-1 72 0</inkml:trace>
  <inkml:trace contextRef="#ctx0" brushRef="#br0" timeOffset="139473.17">17155 5693 70 0,'0'0'56'16,"-4"-5"-5"-16,4 5-3 0,0 0-4 0,0 0-3 15,13-9-13-15,-4 7-6 0,-3-1-16 0,5 1-17 16,0 0-12-16,-1 1-33 0,2-1-59 0,-3 2 26 16</inkml:trace>
  <inkml:trace contextRef="#ctx0" brushRef="#br0" timeOffset="144325.01">17283 6337 2 0,'0'0'31'0,"0"0"-7"0,0 0 5 0,0 0-9 16,0 0 0-16,0 0-3 0,0 0 4 0,0 0 6 16,0 0-9-16,0 0-6 0,0 0-1 0,0 0 3 15,0 0-4-15,0 0-2 0,0 0 5 0,0 0-3 16,0 0-5-16,0 0 5 0,0 0-3 0,0 0-1 15,0 0-5-15,0 0 2 0,0 0 5 0,0 0-4 16,0 0 0-16,0 0-2 0,0 0-2 0,0 0 0 16,0 0-1-16,0 0 6 0,0 0-2 0,0 0-3 15,0 0 5-15,0 0-8 0,0 0 6 0,0 0 2 16,0 0-5-16,0 0 2 0,0 0-4 0,0 0 5 16,0 0 0-16,0 0-2 0,0 0 4 0,0 0-7 15,0 0 2-15,0 0-2 0,0 0 4 0,0 0-6 16,0 0 7-16,0 0-2 0,0 0 0 0,0 0-6 15,0 0 7-15,0 0 0 0,0 0 0 0,0 0-2 16,0 0-1-16,0 0-1 0,0 0 2 0,0 0-1 16,0 0-1-16,0 0 3 0,3 7 1 0,-3-7 0 15,0 0-4-15,0 0 13 0,0 0-14 0,0 0-2 16,0 0 6-16,0 0-1 0,0 0 1 0,0 0 1 16,0 0-2-16,0 0 1 0,0 0-4 0,0 0 1 15,0 0 3-15,0 0-1 0,0 0 1 0,0 0-1 16,0 0 1-16,0 0-2 0,2 5 4 0,-2-5-2 15,0 0 1-15,0 0 2 0,0 0-3 0,0 0-2 16,0 0 1-16,0 0-4 0,0 0 12 0,0 0-11 16,0 0 9-16,0 0-3 0,0 0-4 0,0 0-1 15,0 0-1-15,0 0 1 0,0 0 3 0,0 0-2 16,0 0 1-16,0 0 2 0,0 0 7 0,0 0-5 16,0 0-5-16,6 4-2 0,-6-4 1 0,0 0-2 15,0 0 12-15,0 0-10 0,0 0 0 0,0 0-3 16,0 0 4-16,0 0-1 0,0 0 1 0,0 0 3 15,0 0-1-15,0 0-2 0,0 0-4 0,0 0-1 16,0 0-2-16,0 0-4 0,0 0-2 0,0 0-5 16,4 4 6-16,-4-4-6 0,0 0-4 0,0 0 0 15,0 0-17-15,0 0-44 0,0 0 20 0</inkml:trace>
  <inkml:trace contextRef="#ctx0" brushRef="#br0" timeOffset="168335.86">24970 5482 42 0,'0'0'104'16,"0"0"-11"-16,0 0-6 0,0 0-13 0,0 0 10 15,0 0-19-15,0 0-3 0,0 0-4 0,0 0-5 0,0 0-1 16,0 0-3-16,0 0-5 0,0 0-5 0,0 0-1 16,0 0 3-16,0 0-6 0,0 0-5 15,0 0-5-15,0 0 9 0,0 0-13 0,0 0 2 16,0 0-7-16,0 0 3 0,0 0-6 0,0 0-3 15,0 0 0-15,23 0-2 0,-4 0-6 0,9-2 8 0,5 1-5 16,7 0 2-16,14 1 8 0,2-3-19 16,3 3-12-16,6-1-10 0,0 0-14 0,2-3-13 15,-2 1-15-15,1 0-17 0,-3-1-78 0,0 4-176 16,-5-4 77-16</inkml:trace>
  <inkml:trace contextRef="#ctx0" brushRef="#br0" timeOffset="171933.78">25251 5199 5 0,'-7'-8'6'0,"0"4"-9"16,2 2-1-16,5 2 1 0</inkml:trace>
  <inkml:trace contextRef="#ctx0" brushRef="#br0" timeOffset="175701.81">25006 5428 50 0,'0'0'50'0,"0"0"2"16,-5-4-10-16,5 4-3 0,0 0-2 0,0 0 0 15,0 0-9-15,0 0-3 0,0 0-2 0,0 0-5 0,0 0-3 16,0 0 3-16,0 0-3 0,0 0-6 0,0 0 1 16,0 0-5-16,-14 0 3 0,14 0-1 0,0 0-6 15,0 0 4-15,-12 1 1 0,12-1-2 16,0 0-5-16,0 0 7 0,-8 3-6 0,8-3 6 15,0 0-1-15,0 0 1 0,-7 1 0 0,7-1 5 0,0 0 3 16,0 0-3-16,0 0 8 0,0 0-1 0,0 0 7 16,0 0 1-16,0 0 1 0,0 0 10 15,0 0-6-15,0 0 5 0,0 0 5 0,-8 2 12 16,8-2 0-16,0 0 15 0,0 0 7 0,0 0 5 0,0 0-7 16,0 0 4-16,0 0-5 0,0 0 5 0,0 0-3 15,0 0-5-15,0 0 2 0,0 0-10 0,0 0-8 16,0 0-5-16,22-21-5 0,-13 13-1 15,1-1-8-15,4-2-3 0,0-1-4 0,4-1-3 0,-4 1-3 16,8-2-3-16,-4 1-2 0,-3 1-3 0,9-2-3 16,0 0 4-16,-8 2-5 0,7-1 1 0,-5 1 0 15,1 3-2-15,-2-2-3 0,2 1 1 0,-5 1-1 16,1 0-4-16,-3 3 0 0,-1 1 4 0,3 0 0 16,-5-2-2-16,2 3 0 0,0-2-3 0,-4 2 3 15,-1-1 0-15,1 3-4 0,-7 2 1 0,12-6 1 16,-6 5 0-16,-6 1-3 0,9-3-1 0,-9 3 3 15,7-3 0-15,-7 3-4 0,0 0 0 0,7-4-1 16,-7 4-12-16,0 0-22 0,0 0-18 0,0 0-24 16,0 0-31-16,0 0-23 0,8-1-10 0,-8 1-3 15,0 0-95-15,0 0-261 0,0 0 116 0</inkml:trace>
  <inkml:trace contextRef="#ctx0" brushRef="#br0" timeOffset="175883.8">24970 5292 98 0,'0'0'132'0,"0"0"-13"16,24-14-9-16,-6 9-9 0,3-2-11 0,5-2-8 16,2 4-10-16,1-5-23 0,-1 2-21 0,0-1-37 15,-1 4-32-15,-7-1-41 0,-3 0-44 0,2 0-135 16,-9 0 61-16</inkml:trace>
  <inkml:trace contextRef="#ctx0" brushRef="#br0" timeOffset="176444.71">24631 4641 114 0,'-5'-6'143'16,"5"6"-9"-16,0 0-15 0,-2-7-6 0,2 7-21 15,0 0-8-15,0 0-5 0,0 0-11 0,0 0-6 16,0 0-6-16,0 0-10 0,0 0-10 0,6 24 2 16,-1-15 0-16,-1 3-10 0,5 2 3 0,-3-3-4 15,2 5-4-15,-1-2 1 0,0-1-4 0,0 2 1 16,0-1 0-16,-2-2-5 0,2-2 2 0,-2 3-6 15,1-5-3-15,-1 0 2 0,0 1-2 0,-1-5-16 16,0 3 6-16,-1-2-1 0,-3-5 3 0,5 5 3 16,-3 0 4-16,-2-5 9 0,7 4 17 0,-7-4 8 15,0 0 8-15,0 0-2 0,0 0-6 0,0 0-5 16,15-11-3-16,-7 4-3 0,-2-1-6 0,0-1 0 0,3-1 0 16,0 0-4-16,-2-2-4 0,0 2 2 0,4-3-4 15,-4-1-2-15,2 4 0 0,-1-3-6 16,-1 3 1-16,-2 1-5 0,1 0 3 0,0 0-1 15,-3 5 3-15,2-1-7 0,-5 5-4 0,3-8-21 16,-3 8-25-16,3-3-9 0,-3 3-13 0,0 0-23 0,0 0 2 16,0 0-18-16,0 0-25 0,0 0-100 15,0 24-253-15,-3-15 112 0</inkml:trace>
  <inkml:trace contextRef="#ctx0" brushRef="#br0" timeOffset="176691.12">25008 4778 34 0,'-6'-4'103'0,"6"4"2"0,0 0-14 0,-13 1 1 16,13-1-13-16,-11 8-9 0,7-3-2 0,-4 2-7 15,2 0 1-15,-2 1-7 0,3 1-11 16,1-1 7-16,0 2-10 0,2-1-2 0,-1 2-2 15,1 0-4-15,2 0-3 0,0-1-8 0,2 0 3 16,2 0-6-16,0-1-15 0,1 1-28 0,4-1-16 0,1-3-28 16,3 1-22-16,2 0-68 0,-3-3-170 0,8-2 76 15</inkml:trace>
  <inkml:trace contextRef="#ctx0" brushRef="#br0" timeOffset="177076.48">25273 4761 95 0,'-18'4'107'0,"7"0"-9"0,-1-3-8 0,1 3-9 16,-1 0-8-16,3 1-13 0,1 0-1 0,-1-1-9 0,2 3 2 16,2-3-25-16,1 1 19 0,-1 2-1 0,2-1-12 15,0 1-5-15,3-7 2 0,-2 14-6 16,4-7 1-16,-2-7 0 0,1 12-8 0,3-7-2 15,-2-1 3-15,3 1-1 0,-5-5-4 0,8 7-2 16,-3-4 1-16,-5-3 3 0,9 4-4 0,-9-4 2 0,5 4 4 16,-5-4-12-16,5 4 2 0,-5-4 7 0,0 0-1 15,5 2-1-15,-5-2 5 0,0 0 6 16,0 0 4-16,0 0-6 0,0 0-18 0,0 0 18 16,0 0-12-16,0 0 0 0,0 0 5 0,-29 0-5 0,18 0 1 15,0 2 2-15,-1-1-1 0,0 1-1 0,3-1-4 16,1 2 1-16,1-1-8 0,-1 2 2 15,8-4-3-15,-11 6 9 0,5-2-9 0,3 0 6 0,3-4-2 16,-1 11 1-16,1-11 2 0,2 12-3 16,8-4-2-16,3 1-27 0,6-2-22 0,9 1-32 0,5 0-46 15,4-4-74-15,-1 1-217 0,16-1 96 0</inkml:trace>
  <inkml:trace contextRef="#ctx0" brushRef="#br0" timeOffset="177877.41">26919 5420 59 0,'0'0'73'0,"-8"-9"-5"15,8 9-1-15,0 0-6 0,-5-6-6 0,5 6-9 0,0 0 0 16,-10-6-3-16,10 6-8 0,0 0-8 0,-10-6-3 16,10 6-2-16,-9-4 1 0,9 4-2 0,-12-3-7 15,12 3 5-15,-11 0-7 0,11 0 4 16,0 0 2-16,-13-4-3 0,13 4 17 0,-10-3 2 15,10 3 11-15,-6-6 1 0,6 6 7 0,-7-3-11 0,7 3 14 16,-4-4 3-16,4 4 3 0,0 0 0 0,-4-7-3 16,4 7-4-16,-4-9-8 0,4 9-5 15,0 0 0-15,4-18-1 0,0 11 3 0,2-1-9 16,1-2 0-16,0 1-7 0,7-6-1 0,-3 2-3 16,3 0-3-16,-1-1-3 0,3 0-4 0,-1 1 1 0,1-1 2 15,2-6-6-15,0 7 0 0,-1-6-1 0,-1 6-5 16,2-6 3-16,-4 3 6 0,1 3-1 0,-3-1-1 15,1 0-2-15,-2 1 0 0,-3 2 4 16,-2 1 0-16,1 1-6 0,-1 1 20 0,1 0-2 0,-4 4-3 16,1-1 2-16,2-1-6 0,-6 6 1 0,3-8 2 15,-3 8-7-15,4-5-1 0,-4 5-3 0,5-5-5 16,-5 5-4-16,0 0-18 0,0 0-27 0,0 0-22 16,2-6-43-16,-2 6-19 0,0 0-2 15,0 0-10-15,0 0-14 0,0 0-79 0,0 0-251 0,0 0 111 16</inkml:trace>
  <inkml:trace contextRef="#ctx0" brushRef="#br0" timeOffset="178335.27">26580 4663 72 0,'0'0'110'0,"0"0"-19"0,-4-4-3 16,4 4-5-16,0 0-23 0,0 0-3 0,0 0-7 16,0 0-3-16,0 0-7 0,0 0-6 15,0 0-12-15,0 0 4 0,8 22 7 0,-5-16-11 0,-1 2 0 16,3-1-2-16,-3 3 4 0,1-1-16 0,1 1 9 15,0-1 6-15,-2-1-10 0,1-1-2 0,1 2 5 16,0-3 0-16,1 1-9 0,-4-1 5 0,3-1-1 16,-4-5-1-16,4 8 2 0,-4-8 2 15,4 6 9-15,-4-6 25 0,0 0 5 0,0 0 8 0,7 1-9 16,-7-1 0-16,0 0-9 0,12-10-6 0,-8 6 3 16,3-4-8-16,-1-1 2 0,1 0-6 0,-3-1 1 15,6 0-8-15,-4 1 1 0,3-1-4 0,-1-4-2 16,3 0 2-16,-1 1 1 0,-5 1-11 0,4 2 1 15,-4 1 2-15,1-1 1 0,1 1-5 0,-1 0 4 16,-2 3-14-16,0 3 4 0,-4 3-3 0,6-9-18 16,-6 9-26-16,5-5-17 0,-5 5-30 0,4-4-23 15,-4 4 3-15,0 0-2 0,0 0-87 0,0 0-217 16,0 0 97-16</inkml:trace>
  <inkml:trace contextRef="#ctx0" brushRef="#br0" timeOffset="178569.75">26886 4706 27 0,'0'0'82'0,"0"0"-3"0,0 0 9 16,0 0-25-16,0 0-3 0,-23 8 19 0,14-4-9 15,1 1-11-15,-2 0-2 0,1 0-4 0,3-1-10 16,-1 1-10-16,-1 3 0 0,2-5 1 15,2 4-1-15,-1-1-5 0,1 0-1 0,4-6-4 0,-6 13 1 16,6-6-1-16,0-7-14 0,2 13-10 0,0-7-19 16,4 1-29-16,3 0-32 0,3-1-65 0,-1-1-159 15,9-2 71-15</inkml:trace>
  <inkml:trace contextRef="#ctx0" brushRef="#br0" timeOffset="178947.62">27040 4710 87 0,'-10'0'105'0,"0"2"-13"16,5 0-3-16,-3 1-16 0,8-3 0 0,-11 4-2 0,4 3-14 16,4-2-11-16,-1-1 4 0,4-4-4 0,-6 11-13 15,5-6 3-15,-1 5-5 0,2-10-3 0,2 12 6 16,1-4-6-16,-1 0 3 0,2-1-16 15,1-3 7-15,-1 2-8 0,1-1-1 0,0 0-6 16,-1 0 14-16,2-1-8 0,-6-4-8 0,7 5 11 0,-7-5-12 16,8 5-10-16,-8-5 26 0,2 4-17 0,-2-4 14 15,0 0-8-15,0 0 7 0,0 0-8 0,0 0-2 16,0 0 3-16,0 0-8 0,0 0-2 16,0 0 22-16,0 0-12 0,0 0-6 0,-14-16-3 15,14 16 12-15,-11-4-1 0,11 4 0 0,-14 0 1 0,14 0-7 16,-13 2 2-16,6 0 3 0,7-2-4 0,-12 2-2 15,8 1-2-15,4-3 1 0,-7 4-2 0,7-4 1 16,-2 5-2-16,2-5 5 0,0 0-6 0,13 12-13 16,4-10-21-16,10 4-34 0,4-4-38 0,5 3-80 15,2-3-202-15,14-6 89 0</inkml:trace>
  <inkml:trace contextRef="#ctx0" brushRef="#br0" timeOffset="187314.98">21907 8022 20 0,'0'0'19'0,"0"0"-10"16,0 0-1-16,0 0-18 0,0 0-10 0,0 0 5 15</inkml:trace>
  <inkml:trace contextRef="#ctx0" brushRef="#br0" timeOffset="205743.17">22133 6657 16 0,'0'0'116'16,"0"0"6"-16,0 0-13 0,0 0-9 0,0 0-15 15,2-19 3-15,-2 19 0 0,2-6-5 0,-2 6-3 16,0 0-7-16,0-14-7 0,0 14-2 0,1-12-4 15,-1 12 3-15,0-15-14 0,1 6-10 0,-1 1 3 16,2-2 0-16,-2 0-2 0,2 1 3 0,-1-2-8 16,1 0-2-16,-1-1 2 0,0 0 5 0,1 0 0 15,-2 1 2-15,0-1 2 0,-2 0-6 0,2 1-3 16,0 1 0-16,0-2-6 0,-1 2 3 0,1 0 2 0,-1 2 7 16,1 8 1-16,-2-14 2 0,1 7-3 0,1 7-1 15,0-9-2-15,0 9-1 0,0 0-5 16,1-10 1-16,-1 10-4 0,0 0-7 0,0 0 1 0,-2-8-7 15,2 8-3-15,0 0 0 0,0 0-3 16,0 0 2-16,0 0-9 0,0 0 6 0,0 0-3 16,0 0-4-16,0 0 4 0,0 27-2 0,1-17-2 15,-2 1 1-15,0 0 0 0,1 2 0 0,1-3-2 0,0 3 3 16,-1-2 13-16,1-1 0 0,2 1 1 0,1-2-6 16,-1 0-1-16,-2-2 0 0,1 0 0 0,2-1-3 15,0-1 2-15,1 0-4 0,-2 0-1 0,0 0 1 16,-3-5 0-16,8 1 2 0,-8-1-1 15,11 2-3-15,-11-2 2 0,12-3 0 0,-12 3-1 0,14-5 0 16,-8 0-2-16,0 0 3 0,0 0-3 0,1-3 3 16,-1 0-5-16,0-2 3 0,-1 2-2 0,0-2 0 15,1 0 0-15,-4 1-1 0,1-1 4 16,-2-2-2-16,-1 1-1 0,1 1 1 0,-1 0-3 0,0 3 5 16,3 0 1-16,-3 7 3 0,-3-12 2 0,3 12 1 15,-1-10-1-15,1 10-3 0,-1-7 0 0,1 7-5 16,0 0-2-16,0 0-2 0,0 0-1 0,0 0-1 15,0 0 1-15,0 0 1 0,0 0-2 0,0 0 1 16,-3 26 1-16,1-15 1 0,2 2-2 0,-2-2 1 16,1 2 0-16,1-1 2 0,1 0 2 0,1 0-3 15,-1 0 2-15,0 0-1 0,0-2-9 0,1 2-18 16,-1-3-11-16,3 0-22 0,-2-1-25 0,1-1-23 16,1 1-31-16,0-3-21 0,-1 1-23 0,0-2-144 15,-3-4-354-15,5 6 157 0</inkml:trace>
  <inkml:trace contextRef="#ctx0" brushRef="#br0" timeOffset="206185.67">22390 6435 16 0,'0'0'194'0,"0"0"-18"0,2-4-21 0,-2 4-14 16,0 0-20-16,0 0-9 0,0 0-7 0,0 0-9 15,0 0-6-15,4 16-4 0,-4-16-4 0,-1 17-12 16,2-10-4-16,-2 4-5 0,1-4-8 0,-1 3-3 15,-1-3-4-15,2-7-1 0,2 15-1 0,-4-8-5 16,2-7-4-16,0 10 1 0,0-10 6 0,-1 10-3 16,1-10 10-16,0 0 10 0,0 0 10 0,0 7 7 15,0-7 3-15,0 0-7 0,0 0-7 0,0 0-3 0,0 0-4 16,0 0-6-16,0 0-10 0,0 0-2 16,-1-34 1-16,1 23-8 0,1 0-3 0,-1-1-3 15,1 0-4-15,1-4-1 0,-1-1-4 0,3-1-1 16,-2 2-3-16,1-1 1 0,-1 0-5 0,2 0-1 0,-1 5 4 15,-1 1-7-15,2-2-1 0,0 3-1 16,0 1-3-16,-1 4-2 0,-2-1-1 0,-1 6-3 16,4-5-3-16,-4 5-2 0,0 0 1 0,8-3 2 15,-8 3 1-15,0 0 0 0,13 13 0 0,-7-8 0 16,0 4 2-16,0 0 1 0,1 0-1 0,-2 3 1 16,1-2 2-16,0 3-2 0,-1-3-2 0,-1 2 5 15,0 0-1-15,0-1 4 0,0 2-1 0,-1-2 0 16,0-1 1-16,1 2 1 0,-1-2-2 0,-1 1-13 15,-2-4-18-15,1 0-25 0,1 0-16 0,-2 1-23 16,0-8-22-16,1 13-35 0,-1-6-10 0,0-7-29 16,-1 12-156-16,1-12-373 0,-4 10 165 0</inkml:trace>
  <inkml:trace contextRef="#ctx0" brushRef="#br0" timeOffset="206363.27">22344 6518 171 0,'0'0'163'0,"0"0"-18"16,0 0-13-16,0 0-10 0,0 0-15 0,0 0-8 0,0 0-10 15,0 0-8-15,19-13-12 0,-6 8-6 0,5 0-15 16,3-2-34-16,1 1-25 0,5-3-26 0,0 3-37 16,-7-1-35-16,1 1-70 0,-10 4-194 0,2-3 87 15</inkml:trace>
  <inkml:trace contextRef="#ctx0" brushRef="#br0" timeOffset="206829.34">22648 6395 42 0,'0'0'124'0,"0"0"-12"0,0 0-10 0,0 0-7 0,0 0-13 15,0 0-9-15,0 0-8 0,0 0-4 0,0 0-6 16,0 0 1-16,0 0-2 0,0 0-1 0,0 0 6 16,0 0-3-16,0 0-1 0,0 0-3 0,0 0 3 15,0 0-7-15,0 0-4 0,0 0-6 0,0 0-4 16,0 0-9-16,0 0-1 0,0 0 2 16,0 0-1-16,0 0-10 0,0 0 4 0,0 0-2 0,0 0-4 15,0 0-3-15,0 0-4 0,0 0 1 0,0 0-6 16,0 0-14-16,0 0 4 0,0 0-2 15,0 0-8-15,0 0-8 0,0 0 5 0,0 0-6 0,0 0 1 16,0 0-8-16,0 0-2 0,0 0-1 0,0 0-1 16,0 0-2-16,0 0 8 0,0 0-3 0,0 0 2 15,0 0 2-15,0 0-1 0,0 0 0 0,0 0-2 16,0 0 0-16,0 0 0 0,0 0-2 0,0 0 6 16,0 0 2-16,4 18-3 0,-4-18 8 0,0 0 2 15,0 0 3-15,0 0 4 0,0 0-1 0,0 0 14 16,0 0-7-16,0 0 2 0,0 0 4 0,0 0 2 15,0 0 4-15,0 0-4 0,0 0-4 0,0 0 4 16,0 0 2-16,0 0-5 0,0 0 5 0,0 8-7 16,0-8-2-16,0 0-6 0,0 0-4 0,0 0-17 15,0 0-17-15,0 0-43 0,0 0-102 0,0 0 46 16</inkml:trace>
  <inkml:trace contextRef="#ctx0" brushRef="#br0" timeOffset="207654.07">22202 6714 104 0,'-10'1'103'15,"2"0"-4"-15,8-1-13 0,-10 3 0 0,10-3 3 16,-8 2-3-16,8-2 1 0,-9 1-10 0,9-1-3 16,0 0-5-16,-6 3-5 0,6-3-10 0,0 0-3 15,0 0-9-15,0 0-6 0,0 0 2 0,0 0-7 16,0 0 2-16,0 0-4 0,25-4-5 0,-4 2-1 16,-3-4-3-16,11 1 0 0,2-3-4 0,0 1 1 15,1 0-4-15,-1-1-2 0,0 4-1 0,1-3-5 16,-2 0-21-16,-1 1-26 0,0-1-31 0,-1-1-35 15,-7 5-102-15,-5-1-227 0,5-3 100 0</inkml:trace>
  <inkml:trace contextRef="#ctx0" brushRef="#br0" timeOffset="209052.92">22657 6432 7 0,'0'0'102'0,"0"0"-10"0,0 0-9 15,0 0 4-15,0 0-5 0,-5 18-3 0,2-12-5 16,2 2-5-16,1 1 0 0,0-9-10 0,-2 13 2 15,0-9-8-15,2-4-1 0,-1 12 4 0,1-12-3 16,0 10 4-16,0-10 3 0,1 6-1 0,-1-6 4 16,0 0 7-16,0 0 9 0,0 0 3 0,-2 10 8 15,2-10 9-15,0 0 1 0,0 0 3 0,0 0-6 16,0 0-9-16,0 0-10 0,0 0-4 0,0 0-10 16,0 0-5-16,0 0-7 0,0 0-1 0,0 0-11 15,-6-26-3-15,6 26-4 0,-2-12-4 0,2 8-8 16,0 4-4-16,2-13-2 0,-2 6-1 0,3 0-7 15,0 2-3-15,-3 5-1 0,4-12-1 0,-2 8-1 0,-2 4-2 16,6-7-4-16,-6 7 2 0,8-6 0 16,-8 6-1-16,9-2-2 0,-9 2 4 0,9 1-2 15,-9-1 3-15,11 5-2 0,-5 0 1 0,-3-1-1 16,-3-4-1-16,8 6 1 0,-4-4 0 0,-4-2 3 16,7 5-2-16,-7-5 2 0,7 3-3 0,-7-3 3 15,0 0 2-15,4 3 0 0,-4-3 3 0,0 0-2 16,0 0 5-16,0 0 3 0,0 0 1 0,0 0 1 15,0 0 2-15,0 0-7 0,0 0 1 0,0 0-1 16,8-11-1-16,-8 11 2 0,1-8-4 0,1 2-6 0,-2 6 1 16,7-14 0-16,-2 6-1 0,-1 0-3 0,-1 2 1 15,1 1-2-15,2-3-1 0,-4 3 2 16,-2 5-4-16,9-8 0 0,-5 4 2 0,-4 4-1 16,9-2-3-16,-9 2 2 0,0 0-1 0,10 2-2 0,-10-2 2 15,9 4 1-15,-5 0 2 0,-4-4 1 0,9 10 1 16,-5-3 2-16,3-1-6 0,-2 3-8 0,-1-1-20 15,0-1-25-15,0 0-33 0,-2 0-30 0,1-1-16 16,0 2-26-16,-2-3-33 0,-1-5-105 16,2 10-329-16,-2-10 146 0</inkml:trace>
  <inkml:trace contextRef="#ctx0" brushRef="#br0" timeOffset="209295">22916 6248 236 0,'0'0'231'0,"-1"-10"-22"0,1 10-17 0,-1-7-24 16,1 7-19-16,0 0-15 0,0 0-21 0,0 0-13 15,0 0-4-15,0 0-4 0,8 26-6 0,-6-10-4 16,1 2-5-16,2 2-5 0,-2-2-6 0,0 8-8 16,1-7-5-16,-4 0-2 0,1 6-4 0,-1-5-4 15,0-1-5-15,0-2-3 0,-1-4-2 0,1 4-14 16,-1-6-22-16,1 2-16 0,-2-3-18 0,1 3-22 15,-2-3-26-15,2-1-27 0,0-2-31 0,-2-1-33 16,3-6-132-16,-5 9-334 0,0-5 149 0</inkml:trace>
  <inkml:trace contextRef="#ctx0" brushRef="#br0" timeOffset="209505.39">22938 6357 69 0,'4'-8'133'0,"0"2"-17"0,-2 0-6 0,5 1-6 15,0 0-14-15,0 3-10 0,-7 2-4 0,14-1 3 16,-3 1-2-16,-2 1 13 0,2 2-10 0,-1 1 4 16,-1 2-1-16,-2 0 2 0,1 0 1 0,-2 0 4 15,-2-1-4-15,-1 1-5 0,-1 1-4 0,-2-7-1 16,2 17-11-16,-5-9-7 0,0-1-3 0,-3 2-13 16,0-3-22-16,-2 4-29 0,0-4-39 0,1-1-47 15,-3 2-43-15,1-2-41 0,-2-3-92 0,2-1-293 16,3 2 130-16</inkml:trace>
  <inkml:trace contextRef="#ctx0" brushRef="#br0" timeOffset="209645.57">23112 6329 211 0,'0'0'235'0,"6"-2"-23"0,-6 2-20 0,0 0-21 15,0 0-21-15,0 0-18 0,9-3-28 0,-9 3-51 16,0 0-55-16,0 0-67 0,9 7-163 0,-9-7-251 15,5 6 111-15</inkml:trace>
  <inkml:trace contextRef="#ctx0" brushRef="#br0" timeOffset="-176519.4">20156 5070 59 0,'0'0'147'0,"0"0"-10"16,-3-7 1-16,3 7-17 0,0 0-11 0,0 0-10 15,0 0-7-15,0 0-5 0,0 0-20 0,0 0-2 16,0 0-8-16,0 0-10 0,0 0-5 0,0 0-5 16,0 0-4-16,0 0-8 0,0 0-1 0,0 0-3 15,0 0-4-15,0 0 7 0,0 0-11 0,0 0 7 16,0 33-14-16,0-22 8 0,-1 1-2 0,1 3-8 16,-2 2 2-16,0 0 7 0,0-2-3 0,-1 1 0 15,3 3-3-15,-2-6 0 0,-1 2-2 0,2 0 3 16,-1-3-2-16,4 1-1 0,-4-1-2 0,1-1 5 15,0-1-3-15,0-2 0 0,-1 1 0 0,1 1 3 16,1 0 6-16,0-2-2 0,0-8-5 0,-1 12-6 16,-2-6 0-16,3-6 10 0,3 10-15 0,-3-10-10 15,-3 10-14-15,3-10-15 0,3 7-15 0,-3-7-5 16,0 0-15-16,0 0-10 0,0 0-18 0,0 0-103 16,0 0-225-16,0 0 100 0</inkml:trace>
  <inkml:trace contextRef="#ctx0" brushRef="#br0" timeOffset="-176139.3">20208 5028 1 0,'7'-7'85'0,"0"0"-8"0,-2 2-8 15,2 0-4-15,-2 0-5 0,-1 1-9 0,-4 4-5 16,10-4-11-16,-10 4 7 0,9-2-11 0,-9 2-5 15,9 4-1-15,-4 1 1 0,0-1 0 0,-1 3-1 16,0 1 5-16,-3 2-13 0,0 0 1 0,1 1 4 16,-5 1 5-16,0-2-9 0,1 1 7 0,-2-1-4 15,-3 1 4-15,4 0-6 0,-5-1 17 0,2-2-21 16,-6-1 18-16,3 0-3 0,2-1-1 0,-1 0 11 16,-2-2 2-16,6-1 7 0,-2-1 3 0,6-2-2 15,-7 7-2-15,7-7 6 0,0 0-13 0,-9 4-3 16,9-4 2-16,0 0-7 0,-5 2-8 0,5-2 6 15,0 0-7-15,0 0-11 0,0 0 0 0,0 0 0 16,-4 6 2-16,4-6-14 0,0 0 3 0,0 0 1 16,0 0-1-16,7 14-2 0,-3-9-2 0,-1 1 1 15,2 0-6-15,2 1-14 0,1 1 2 0,-2-1-28 16,4 1-14-16,-2 0-16 0,2 1-15 0,0-2-22 16,1 2-101-16,-2-1-229 0,1-2 103 0</inkml:trace>
  <inkml:trace contextRef="#ctx0" brushRef="#br0" timeOffset="-175842.35">20349 5221 39 0,'0'0'150'0,"0"0"-22"0,0 0-13 0,0 0-10 15,0 0-17-15,0 0-4 0,0 0-14 0,0 0-2 16,0 0-1-16,0 0-3 0,-4 22 4 0,3-9 0 15,-2 2 0-15,2 3-2 0,0-1-5 0,-4 1-5 16,3-1 0-16,-2 1-6 0,3-1-5 0,0-2-1 16,-2-1-2-16,2-2-1 0,-2-2-2 0,3 1 0 15,-1-2-9-15,2-1 4 0,-1-8-6 0,-2 11-1 16,2-11-3-16,0 9-2 0,0-9 1 0,-3 7-5 16,3-7 2-16,0 0-1 0,7 7 0 0,-2-5-5 15,5 0 1-15,3-3 2 0,5 0-11 0,2 1-18 16,2-2-20-16,6-2-31 0,-1-1-34 0,1 2-40 15,3 0-146-15,-3 2-306 0,1-2 135 0</inkml:trace>
  <inkml:trace contextRef="#ctx0" brushRef="#br0" timeOffset="-147073.5">16778 9672 83 0,'4'-10'100'0,"-1"1"2"0,0 1 1 16,1-2-7-16,0 1-6 0,-3 1 10 0,1 1 3 16,1 1 6-16,-3 6 3 0,2-9-7 0,-2 9-4 15,1-9-8-15,-1 9-8 0,0 0-14 0,0-9-7 16,0 9-10-16,0 0-10 0,0 0-6 0,0 0 6 15,0 0-12-15,0 0-4 0,0 0-1 0,-17 14-4 0,8-1 2 16,-3 1-8-16,-1 2 1 0,-5 3 4 16,1 1-5-16,-2 0-3 0,2 0-6 0,1 1 1 15,-1 0 2-15,5-6-5 0,-1-1 5 0,0 1-3 16,1-1-2-16,0-1 1 0,-1-1 0 0,3-2-2 0,2-1-10 16,-3 4 9-16,2-6 4 0,1 2-6 0,3-4 1 15,-1 0-2-15,2-1 7 0,4-4-2 16,-8 9 0-16,4-4-5 0,4-5 2 0,-5 6 1 15,5-6-2-15,-4 5-4 0,4-5 3 0,0 0-1 0,0 0 1 16,-5 6-2-16,5-6 3 0,0 0-4 0,0 0-1 16,0 0 4-16,0 0-1 0,14 4-3 15,-14-4-1-15,13 1 0 0,-4-2-1 0,2-2 2 0,1 2-6 16,2-2 10-16,3-2-5 0,0-1 1 0,0 2-4 16,2-1 5-16,-1 0-3 0,-3 0 3 0,3 0-1 15,-6-1-3-15,6 1 5 0,-7 0-1 0,-1 1 0 16,3-1-4-16,-3 0 6 0,1 2 0 0,-3 0 6 15,0-1-3-15,-1 1 0 0,-2-1-1 0,-5 4-5 16,9-8 3-16,-6 1 5 0,0 0 1 0,0 1 1 16,-2-2 3-16,0 0 7 0,-2-3-8 0,-2 1-1 15,1-3 0-15,-1 2 2 0,1-1-3 0,-5-3 10 16,5 3-5-16,-1 0 0 0,-1-2-1 0,1-2 2 16,1 4-2-16,-2-2-5 0,-1-2-1 0,4 5 1 15,-2 2-3-15,0-2 0 0,1 3 0 0,0 0 1 16,2 8-3-16,-3-10-23 0,3 10-30 0,-1-7-22 15,1 7-34-15,0 0 0 0,0 0-4 0,0 0-15 16,0 0-15-16,0 0-96 0,0 0-259 0,9 22 115 16</inkml:trace>
  <inkml:trace contextRef="#ctx0" brushRef="#br0" timeOffset="-145333.34">17214 9580 118 0,'0'0'129'0,"0"0"-8"0,-4-5-19 15,4 5-4-15,0 0-8 0,0 0-15 0,22-8-14 16,-11 4 0-16,1 2-3 0,7-1-9 0,-5 1-3 16,4 0-4-16,2-1-5 0,-7 2-4 0,6 0-3 15,-6-1-9-15,-1 1-7 0,0 1-14 0,-1 0-14 16,0 0-14-16,-5 1-21 0,-6-1-8 0,11 0 5 15,-11 0-11-15,6 4 2 0,-6-4 8 0,0 0 1 16,0 0 4-16,0 0 6 0,0 0 2 0,0 0 0 16,-20 10 7-16,12-8 5 0,8-2 2 0,-11-2 2 15,11 2 12-15,-13 2 5 0,13-2 7 0,-12 0 5 16,12 0 4-16,-7 1 0 0,7-1 0 0,0 0 0 16,-8 1 0-16,8-1-1 0,0 0 7 0,-5 6 16 15,5-6 4-15,-3 7 2 0,1 0 1 0,2-7 12 16,-2 14 9-16,1-3-9 0,0 1 14 0,0 1-3 0,-2 4 0 15,2-1-7-15,-1 0 1 0,1 0 6 16,0 1-14-16,0-3 1 0,-1 3-4 0,1 0-3 16,-2-5-5-16,3-2 1 0,-1 4-2 0,0-4-4 15,0 4 1-15,-2-3-3 0,2-1-6 0,-3 0-5 0,3-3 4 16,-3 1-2-16,3-1 5 0,-3-3-11 0,0 2 10 16,0 0-7-16,-2 1-1 0,-1-3 2 0,1 0-4 15,0 0-3-15,6-4-1 0,-13 1-5 16,4-1 8-16,9 0-4 0,-13-1-3 0,13 1 2 0,-14-4-2 15,9-1 2-15,5 5 3 0,-8-7-8 0,8 7 3 16,-6-5 0-16,6 5-4 0,-4-6-1 0,4 6 1 16,-1-8 1-16,1 8 0 0,0 0-1 15,0 0-7-15,10-10 11 0,-2 9-6 0,-1-2-3 0,5 0 3 16,-2 3 3-16,8-3 0 0,-4 3-6 0,2 0-6 16,4-2 14-16,0 0-15 0,8 2-10 0,-1-2-6 15,-6 4-18-15,0-2-7 0,1 0-12 0,5 1-7 16,-8-1-5-16,4-1 2 0,-5 1-1 0,1-2 2 15,0 1 4-15,0-3 3 0,-2 1 14 0,-3 1 4 16,-2-1 3-16,0-3 8 0,1 1 5 0,-1-1 2 16,-3 1 10-16,1-2 20 0,-2 0 6 0,-1-2 7 15,0 2-3-15,-2 1 6 0,0-3 10 0,-4 2 15 16,3 2 9-16,-4 5-10 0,1-12 10 0,-1 12 2 16,1-7-11-16,-1 7 2 0,0-9-5 0,0 9-7 15,0 0-4-15,0 0-3 0,-10-3 2 0,10 3-1 16,0 0-1-16,-15 8-5 0,10-3-1 0,0-1 3 15,-1 1 1-15,3 2-3 0,-2-1-2 0,5-6 0 16,-5 10-7-16,3-3 7 0,2-7-2 0,0 10 1 16,0-10-5-16,2 10 4 0,-2-10-7 0,5 9 2 15,1-5-5-15,-6-4 4 0,9 6-3 0,-4-4 5 16,3-1 0-16,1 2-4 0,-3-2 0 0,-6-1-3 16,10 2 6-16,-10-2-6 0,12 2 2 0,-12-2 1 15,7 1 1-15,-7-1 0 0,0 0-2 0,0 0-1 16,0 0 0-16,0 0 1 0,0 0-3 0,0 0 0 15,0 0-3-15,-24 7 0 0,14-6-2 0,-3 3 1 16,0 1 2-16,-3 0-1 0,0 0-2 0,0 3 6 16,6-2-3-16,-2-1 6 0,2 0-9 0,2 0 9 15,2 1-3-15,1-1 6 0,0 1-1 0,1 0-2 0,4-6 1 16,-3 12 1-16,3-12 0 0,3 12 0 0,-1-6-2 16,3-1-2-16,2 2 5 0,1-1-3 15,1 2-2-15,3-4 1 0,4 2 0 0,-4-1-17 16,1-1-27-16,5 0-11 0,-4-3-23 0,0 3-19 0,3 1-15 15,-3-2-20-15,-3-1-12 0,0 3-105 0,-5-3-263 16,0 0 117-16</inkml:trace>
  <inkml:trace contextRef="#ctx0" brushRef="#br0" timeOffset="-144995.03">16483 10274 86 0,'-5'3'104'0,"5"-3"-5"0,0 0 6 0,15 13-1 16,6-8-10-16,16 0 9 0,23 0 0 0,33-1-9 15,7-4 7-15,6 1-16 0,4-2-5 0,-2-5-2 16,3 0-3-16,-7 3-4 0,-7 4-1 0,-2-6-4 15,-30 5-5-15,27-2 3 0,-31 1-9 0,-2-1-1 16,-3 0-3-16,0 1 3 0,-4-2-12 0,-17 3-1 16,-1 2-2-16,-2-4-5 0,-3 2-1 0,-9-1-2 15,-4 2-7-15,-5-2 0 0,-2 1 0 0,-1 0-3 16,-8 0-2-16,11 0-3 0,-11 0 1 0,0 0-6 16,0 0-23-16,0 0-26 0,0 0-40 0,-28 12-42 15,1-6-44-15,-8-1-140 0,-4 1-329 0,-14 0 146 16</inkml:trace>
  <inkml:trace contextRef="#ctx0" brushRef="#br0" timeOffset="-144325.54">16943 10729 89 0,'0'0'134'0,"-1"-8"-9"15,1 8-14-15,0 0-13 0,0 0-11 0,0 0-9 16,0 0-12-16,0 0-7 0,-24 11-3 0,14-3 5 16,-2 1-20-16,-2 1 7 0,-1 3-9 0,0-3 6 15,0 2-11-15,0 1-5 0,-2-3-5 0,2-1 6 0,-1 1-11 16,0-1 8-16,2 0-4 0,1-1-1 16,1-3-2-16,-3 2 2 0,4-3-5 0,0-1 8 0,0 1-10 15,2-2 18-15,2 1 4 0,0-2-3 16,7-1 3-16,-13 2-4 0,13-2 2 0,-10 0 1 0,10 0-1 15,0 0-9-15,0 0-3 0,-13-2-2 0,13 2-1 16,0 0-7-16,0 0-2 0,0 0 7 0,0 0-3 16,29-6-1-16,-9 4-10 0,1 2 4 0,10 0-4 15,1 2 2-15,-2-2 4 0,8 1-4 0,-4 0-12 16,-1 0 6-16,-2 2-6 0,-3 1 1 0,-5-2 0 16,-4 1 0-16,1 1 6 0,-8-1-9 0,4-2 0 15,-5 1 5-15,3 1-3 0,-4 1 4 0,-1-2-1 16,1 1 1-16,-2-2-2 0,-1 0-2 0,-7-1 4 15,11 2-2-15,-11-2 4 0,6 1 4 0,-6-1 11 16,0 0 0-16,0 0-2 0,0 0 8 0,7-10 1 16,-7 10-2-16,-4-13-4 0,0 4 0 0,-1-1 14 15,-2-1-3-15,1 1-7 0,-3-4 2 0,2 3-1 16,-3-2-2-16,2 3 2 0,-2-6 0 0,1 8-2 16,1-1-3-16,2 1 1 0,-1 0-3 0,2-1-6 15,-1 5 3-15,2 0 2 0,4 4 1 0,-6-6-11 0,6 6-18 16,-4-5-23-16,4 5-20 0,0 0-30 15,-6-7-22-15,6 7-15 0,0 0-12 0,0 0 2 16,0 0-4-16,0 0-102 0,19 14-260 0,-9-7 116 0</inkml:trace>
  <inkml:trace contextRef="#ctx0" brushRef="#br0" timeOffset="-143503.12">17204 10713 47 0,'0'0'132'0,"0"0"-13"15,0 0-19-15,0 0-3 0,10-9-6 0,0 6-14 16,3 3-11-16,6-1-7 0,2 0-1 0,0-1-13 16,7 1-4-16,-7 1-5 0,-1 0-13 0,-1-2-18 15,-1 2-11-15,-5 0 1 0,-1 0-23 0,-2 0 4 16,-1 0 8-16,-3 2-12 0,-6-2 3 0,10-2 5 15,-10 2-1-15,9 3 4 0,-9-3 1 0,0 0-5 16,0 0 8-16,0 0-3 0,0 0 10 0,0 0-2 16,0 0 5-16,0 0 3 0,0 0-4 0,0 0 6 15,-16-14 8-15,16 14 5 0,-8-4-4 0,8 4 8 16,-9-2-2-16,9 2 6 0,0 0 1 0,-6-4-10 16,6 4 3-16,0 0-5 0,0 0 1 0,-7-4 3 15,7 4-20-15,0 0 11 0,0 0 3 0,0 0 5 16,0 0 10-16,0 0-8 0,-7 14 9 0,5-8 9 15,1 2 11-15,-1 2 0 0,-1 2 0 0,1-1 0 16,-1 6-2-16,0 0 0 0,1 1-5 0,-1-1 0 16,1 0 1-16,-1 0-8 0,0 2 4 0,3 0-4 15,-1-3-4-15,0 2-6 0,-2 0 4 0,3-2-2 16,2 0-5-16,-2 2 7 0,0-2-13 0,0-4-1 16,-2-3-4-16,2 2 6 0,0 0 1 0,0-3-3 15,0-1 1-15,0-7-4 0,-2 14-4 0,2-14-1 16,0 10-7-16,0-10 10 0,0 0-4 0,-3 7-8 15,3-7-4-15,0 0 4 0,-7 2-3 0,7-2 6 0,0 0-1 16,0 0-1-16,-12-12-6 0,7 7 3 0,5 5 12 16,-8-8-7-16,6 4-2 0,2 4 7 0,-5-8-5 15,5 8-2-15,0 0 5 0,-3-8-1 16,3 8-5-16,0 0-1 0,0 0-1 0,0 0 1 0,0 0 4 16,8-7 1-16,-8 7-11 0,15 1-5 0,-5-1-3 15,2 1 0-15,1 1-17 0,0-1-11 0,0 1-5 16,6-2-6-16,-3 2-5 0,1-2-6 15,-3 0-8-15,0 0 4 0,-2 0-1 0,3-2 0 0,-1 2 3 16,-3-2 9-16,1 1 6 0,0-2 9 0,-3 1 1 16,2-3 10-16,-3 1 5 0,-1 0 9 0,2-2 10 15,-4 1 8-15,4-2 8 0,-3 0 11 0,-1 0 9 16,1-3 15-16,-3 2 10 0,4-1-21 0,-6 2 31 16,3-2-6-16,0 1 14 0,-2 3 9 0,2-2 4 15,-4 7 0-15,5-9-2 0,-5 9-4 0,3-5-14 16,-3 5-10-16,0 0-5 0,0 0-1 0,0 0 6 15,0 0 2-15,10 13-5 0,-10-4 4 0,0 3 1 16,-1-1-2-16,1 7-6 0,-2-1-4 0,0 1-3 16,2 0-3-16,-3 0-3 0,2 1-2 0,-1-2-1 15,-1 0-3-15,2-4-3 0,-1 3-1 0,2-4-9 16,-1 1-26-16,1-2-18 0,-1 1-26 0,0-3-15 16,-1 1-32-16,4-4-27 0,-2-6-20 0,-3 13-106 15,3-13-280-15,-3 7 125 0</inkml:trace>
  <inkml:trace contextRef="#ctx0" brushRef="#br0" timeOffset="-143112.83">17801 10933 13 0,'16'-11'145'0,"-1"-1"-5"0,3 1-2 16,-2 3-9-16,2 0-6 0,-2 2-9 15,2 3-6-15,-6 0-16 0,0 1 1 0,0 1-7 16,-2 1-6-16,2 1-10 0,-3 1-4 0,-3 1-4 15,-1 0-11-15,3 2 6 0,-5 0-3 0,0-1-6 0,-2 4 2 16,-1 0-5-16,0-8-10 0,-9 17-5 0,-1-8 5 16,-1 4-7-16,-5-3 1 0,2 2 1 0,-1-1-10 15,1-1-3-15,-1-2 2 0,3-1-3 0,3 0 0 16,-1 1-3-16,2-4 1 0,2 1-12 0,1 4-3 16,1-4-5-16,4-5-2 0,-4 12 1 0,5-7 2 15,-1-5 0-15,3 14 1 0,1-9-6 0,1 4 4 16,3-2 0-16,-1 3 0 0,5-3 7 0,-3 1-13 15,0-1 15-15,1 3-6 0,-3-1 0 0,3-1 5 16,-3-1-4-16,-2 1-1 0,2-1-3 0,-4-1 3 16,0 0 3-16,-2 0 2 0,-1-6 3 0,-4 12-5 15,1-7 8-15,-4 0-4 0,-3 0 3 0,-4 1-2 16,-4 0-1-16,-1-2 2 0,0 1-1 0,-8 0-5 16,-1-3-18-16,7-1-16 0,-7 0-22 0,1 0-6 15,7-3-30-15,-3-1-20 0,2 0-24 0,0-1-117 16,-2 0-273-16,2-1 121 0</inkml:trace>
  <inkml:trace contextRef="#ctx0" brushRef="#br0" timeOffset="-142659.28">15527 10257 4 0,'0'0'163'0,"-9"-2"-2"0,9 2-13 0,0 0-13 16,-10-1-6-16,10 1-19 0,0 0-6 0,0 0-11 15,0 0-9-15,0 0-10 0,38-2-8 0,-20 1-7 16,4 1-1-16,5-1-9 0,2 0-6 0,-1 2-6 16,-6-1-24-16,-3 1-23 0,0 0-18 0,-1 1-37 15,-5-1-21-15,-2 2-16 0,0 0-14 0,-4 1-72 16,-2 2-203-16,-1-3 91 0</inkml:trace>
  <inkml:trace contextRef="#ctx0" brushRef="#br0" timeOffset="-142507.58">15610 10389 37 0,'-8'2'134'0,"8"-2"-15"16,0 0-5-16,-8 3-9 0,8-3-8 0,0 0-5 15,0 0-8-15,0 0 2 0,0 0-18 0,31 5-8 16,-13-5-5-16,1 1-28 0,2-1-27 0,7-1-37 16,-5 1-25-16,-3 0-31 0,-2-2-55 0,0 2-160 15,-4-1 71-15</inkml:trace>
  <inkml:trace contextRef="#ctx0" brushRef="#br0" timeOffset="-141858.39">14170 9875 84 0,'-8'-7'178'0,"4"-3"-9"15,2 3-1-15,-4 2-10 0,4-1-10 0,2 6-14 16,-5-5-16-16,5 5-14 0,0 0-7 0,0 0-9 16,0 0-6-16,0 0-12 0,23 4-9 0,-9 3-6 15,2 5-6-15,-1-1-2 0,3 1-7 0,3 7 0 16,3-2 1-16,2 6-5 0,-4-3-4 0,-2 2-6 15,0-1 2-15,-4-2-5 0,3 0 2 0,-7-5-6 16,1-2-2-16,-3 2 0 0,-1-3-3 0,-3 0-3 16,1-4-2-16,-5 0 5 0,3-2-3 0,0-1-1 15,-5-4 1-15,4 6 10 0,-4-6 9 0,4 5 6 16,-4-5 0-16,0 0-4 0,0 0-3 0,0 0-5 16,0 0-1-16,0 0-3 0,-5-30 1 0,3 19-8 15,-2 0 5-15,2-6-5 0,2-1 0 0,-3 1-3 16,3-1 1-16,5-7 1 0,1 7-2 0,-1 0-6 0,6-5-1 15,3-1 3-15,1 2 0 0,2 0 0 0,0 1-3 16,-3 6 1-16,3 1-3 0,-2 1-2 16,-1 2 2-16,-1 4-8 0,-3-1 9 0,1 1-4 15,1 4 1-15,1-3 2 0,1 6-6 0,-1 0 1 0,-2 0 1 16,1 4 1-16,1-1-6 0,-3 3-12 0,0 1-13 16,-3 1-12-16,1 2-12 0,-2 1-13 15,-4 0-22-15,2 6-33 0,-4-2 0 0,-4 3-16 16,0 1-9-16,-2 1-142 0,-5 5-317 0,2-10 140 0</inkml:trace>
  <inkml:trace contextRef="#ctx0" brushRef="#br0" timeOffset="-141343.72">14520 10115 50 0,'-1'-8'151'0,"1"8"-15"0,0 0-12 16,0-13 3-16,0 13-6 0,0-8-9 0,0 8-14 15,0-9-6-15,0 9-3 0,0-12-4 0,0 12-9 16,0-7 0-16,0 7-8 0,0 0-8 16,0 0-6-16,-2-10-2 0,2 10-4 0,0 0-11 0,0 0 4 15,0 0-10-15,-1-9-5 0,1 9-1 0,0 0-14 16,0 0 2-16,0 0-13 0,0 0-3 0,0 0-3 15,0 0-26-15,0 0 4 0,0 0-7 0,0 0-13 16,0 0-7-16,-10 17-10 0,10-17-16 0,-5 8-5 16,5-8 5-16,-4 7 3 0,0-3-1 0,4-4 0 15,-6 8 6-15,6-8 9 0,-5 4 4 0,5-4 12 16,-8 7-1-16,8-7 8 0,-7 3 6 0,7-3 11 16,0 0 14-16,-9 3 2 0,9-3 6 0,0 0 5 15,0 0 8-15,0 0 8 0,-11-6 13 0,11 6 2 16,0 0-1-16,-4-8 2 0,4 8 7 0,-4-9 15 15,4 9 4-15,-1-9 15 0,1 9-13 0,0 0 3 16,-4-7-2-16,4 7-3 0,0 0-6 0,0 0-8 16,0 0-8-16,0 0 1 0,0 0 1 0,0 0-8 15,0 0 8-15,0 0-3 0,0 28-2 0,0-11-2 16,-2-1-2-16,-5 9-5 0,0-1 0 0,0 2 3 16,1-2-4-16,1 0-3 0,-4-5-3 0,5 5-5 15,-1-5 4-15,1 0-9 0,1-2-28 0,1 2-15 16,-2 0-28-16,4-4-26 0,-3 2-13 0,2-2-24 15,2-1-126-15,-3-2-272 0,2-3 121 0</inkml:trace>
  <inkml:trace contextRef="#ctx0" brushRef="#br0" timeOffset="-140200.03">14061 11378 28 0,'-9'-3'94'0,"0"1"-3"0,0 0 0 16,-3-2-7-16,1 0 11 0,2 2 2 0,-2-1-8 16,2 0-9-16,1 1-7 0,8 2-4 0,-12-4-6 15,12 4-7-15,-9-3 1 0,9 3-11 0,-4-2-8 16,4 2-2-16,0 0-5 0,0 0 0 0,0 0 6 16,0 0-14-16,26 2 7 0,-6 1-1 0,17-1-8 15,14 3-3-15,8-3-1 0,34 2 9 0,2 1 5 16,17 3 6-16,3-5 5 0,7-1 0 0,6 4-4 15,8-2-1-15,6 0 5 0,6 3-13 0,7 1 5 0,0 0-8 16,4 3-4-16,3-7-5 0,2 4 7 0,-2-3-7 16,-1 3 1-16,-5-4-1 0,3 1-6 15,-7-3 5-15,-5 3-4 0,-7-3 0 0,-7-2-3 16,-8-3-3-16,-13 3-3 0,-8-3 5 0,-9 0 2 16,-30 3-8-16,-1-5 1 0,-5-2 5 0,-3 0-2 0,-6 3-1 15,-14-2 1-15,-4 3-2 0,-7-4 1 0,-4 3-8 16,-4 1 7-16,-4 3 1 0,-2-3-4 0,-3 1-13 15,-1 2-20-15,-7 0-40 0,13 0-35 0,-13 0-40 16,10 2-134-16,-10-2-305 0,6 3 134 16</inkml:trace>
  <inkml:trace contextRef="#ctx0" brushRef="#br0" timeOffset="-111659.45">14175 10558 107 0,'0'0'101'15,"0"0"-7"-15,0 0-8 0,0 0 3 0,0 0-3 16,0 0-2-16,-2 36 0 0,2-12 8 0,-2 3-3 16,1 0-5-16,-2 2-7 0,-2 2-7 0,1-1-6 0,0 2-2 15,-2-4-4-15,1 1-8 0,-3-2-8 0,6 0-6 16,-5-1-4-16,0-1 3 0,4-6-12 0,1 0 3 15,-2 0-7-15,0-4 10 0,1-3-12 0,1 1 2 16,0-1-3-16,0 1-3 0,0-4-3 0,0 1-12 16,2 0-25-16,-1-3-13 0,-2-2-23 0,3-5-4 15,-4 11-26-15,4-11-6 0,-4 7-20 0,4-7-79 16,-3 4-214-16,3-4 95 0</inkml:trace>
  <inkml:trace contextRef="#ctx0" brushRef="#br0" timeOffset="-111359.08">13989 10822 29 0,'-5'-5'106'0,"5"5"-13"16,0 0-1-16,0 0 10 0,-8 19-1 0,5-6-3 16,1 2-14-16,-3 4 2 0,3 1-4 0,0 6 3 15,0 0-10-15,2 1-12 0,2-2 3 0,-2-2-6 16,2-4-10-16,0-1-6 0,1-3-5 0,1 0 2 15,-1-2 9-15,1 3-13 0,0-6 3 0,0-1-5 16,-1-1 3-16,1 1-6 0,2 0 1 0,-2-4 1 16,0 0 0-16,1-1 0 0,-1-2-1 0,3 0-2 15,-7-2-2-15,18 1-1 0,-5-2-3 0,1-1-1 16,3-2-4-16,1-2-3 0,-1 0-11 0,0-1-12 16,2-4-9-16,-2 1-9 0,-1 0-24 0,4 1-10 15,-2-1-23-15,1 0-15 0,-2 0-26 0,3 2-22 16,-2 0-87-16,0 2-250 0,-2-1 112 0</inkml:trace>
  <inkml:trace contextRef="#ctx0" brushRef="#br0" timeOffset="-109753.52">13050 11772 145 0,'-12'-3'145'0,"1"-1"-4"0,1 1-12 0,0 3-7 15,-3 0-1-15,-1 5-7 0,-1 0-4 0,-2 5-6 16,2 4-11-16,-7 4 1 0,4 3-10 0,-2 2-6 16,3 0-10-16,0 1-2 0,1 1-6 15,5 0-4-15,4 0-7 0,-1 0-7 0,3-6 1 0,4 2-4 16,2-2-6-16,1-1-1 0,3 0-5 0,1-3 2 15,3 1-8-15,-4-4 0 0,6 0-5 0,0 0-10 16,2-2-1-16,-1-3-6 0,1-1-12 0,3 2-8 16,-1-5-1-16,4 0-6 0,-2-2-8 0,2-1-4 15,1-2 2-15,2-3-2 0,-3-1 13 0,3-1-6 16,-4-1 8-16,2-2-2 0,-5-2 3 0,1 0 6 16,-3-1-1-16,-1 1 11 0,1-1 1 0,-4-3 4 15,1 0 2-15,-2 1 5 0,1-2 2 0,-1 0 3 16,-2 2 8-16,-1 4 13 0,-3 1 7 0,0 2 3 15,2 1 4-15,-2 0-10 0,-2 7 1 0,3-7-8 16,-3 7-4-16,0 0-6 0,0 0 2 0,0 0-6 16,0 0 2-16,-3 26-8 0,-1-11 8 0,2 3-4 15,-2 1-1-15,2-1-2 0,-1 3-2 0,1-3 5 16,0 1-4-16,2-2 0 0,0 1 2 0,0-3-2 16,0-3-3-16,4 0 1 0,-1-1 1 0,-1-4-1 15,2 1 2-15,0-2-2 0,-1-2 5 0,4 3-3 16,-3-5-4-16,-4-2 5 0,11 1 0 0,-11-1 1 15,13-3 1-15,-5 0 7 0,3-2-5 0,-1 0-3 16,0-3 0-16,-1 0 2 0,2-4-2 0,1-2 1 0,-2-1 2 16,-1 1-6-16,1-3 1 0,-4 0-3 0,1-1 1 15,-1 2 1-15,-1 0-3 0,0 4 2 16,-1 1 7-16,-1 2 0 0,1 0 2 0,-2 2 4 16,-2 1-5-16,0 6-1 0,4-9-5 0,-4 9 1 0,3-5-5 15,-3 5 0-15,0 0 2 0,0 0-4 0,0 0-3 16,4 20 4-16,-6-7-1 0,4-1 0 15,-4 2-1-15,2 4 3 0,0-2 0 0,0 1-1 16,0 0-1-16,0-3 1 0,2-1-5 0,3-2 2 0,-3-1 4 16,1 3-2-16,3-4-1 0,-4 0 3 0,1-1-1 15,5 1 3-15,-2-3-3 0,2-1 2 0,1 2 0 16,0-5 3-16,0 0 0 0,0-1 2 16,2-1-2-16,3-1-4 0,-5-1 3 0,5 0 2 0,-4-3-7 15,-1 0 5-15,0-2 2 0,-1 0-5 0,-2-3 0 16,1 0 0-16,-1-6 0 0,-2 4-4 0,-4-5 1 15,3 1 3-15,-6-2-3 0,-1 0 0 0,2 0-4 16,-3 1 4-16,-1 1 3 0,2 1-2 0,-3 3 2 16,0 1 3-16,2 1 5 0,1 2-1 0,2 2-1 15,-1 1 0-15,3 5-4 0,-4-10-1 0,4 10-1 16,-4-5-7-16,4 5-1 0,0 0-1 0,0 0-1 16,0 0 1-16,0 0-3 0,0 0 2 0,24 7-2 15,-10-3 3-15,-3-1 1 0,9 2-2 0,-4 0-3 16,2 2 7-16,-7-4-6 0,3 3 4 0,-5 1-2 15,1-1 2-15,-2 1-2 0,1 2 0 0,-3 0 0 0,0 2-1 16,-3-1 3-16,-1 2 6 0,1 1-7 16,-3 2 2-16,0-4-1 0,-3 0 5 0,1 0-1 15,2 0 1-15,0 1-5 0,-2-3 5 0,2 1 3 16,0 0 1-16,0-10-6 0,0 13 4 0,2-8-2 0,0 3-1 16,3-4 6-16,-2 1-1 0,3-2 1 15,-6-3-2-15,9 5 1 0,-3-3 4 0,-6-2-4 16,19 0-3-16,-9-3 6 0,2 2-2 0,-3-3-3 15,2-1 5-15,-1-1-3 0,0 0 1 0,-1-1-6 0,1-2 4 16,-4-2 1-16,-1 0-3 0,3-3-2 0,-8 1-2 16,5-4 3-16,0 1-1 0,-3-1-1 0,0 0-1 15,-2 6 3-15,2-1 3 0,-2 2-4 16,1 2 1-16,1 0-1 0,-2 8 1 0,0-11-7 0,0 11-1 16,4-8 3-16,-4 8-4 0,5-5 4 0,-5 5-3 15,0 0-5-15,13 3 5 0,-13-3 2 0,9 10 3 16,-3-5-1-16,1 5 1 0,0-2-3 0,-2 2 3 15,4 4 3-15,-5-2-6 0,1-2 4 0,-3 2 1 16,2 1-6-16,1 2 6 0,-3-4 1 0,1 2 4 16,1-3-4-16,-2-1-4 0,2-2 4 0,-1-1 0 15,3 0-2-15,-1-1 6 0,0-2-2 0,1 1-1 16,1-2 4-16,2 0-1 0,2-1-1 0,-2-4-1 16,5 0 3-16,-1-1 0 0,-4-1 0 0,3 0-1 15,3-3 2-15,-6 0 2 0,3 1 1 0,-4-2 0 16,-1-1 2-16,1-2 1 0,-4-1 1 0,-2 3-2 15,2-7-1-15,-1 2-1 0,-4 3 7 0,-1 2 0 16,2 0-1-16,-2 2 2 0,0 0 3 0,2 8-2 16,-3-8-3-16,3 8-5 0,0 0-1 0,-11-2-4 15,11 2 0-15,-16 14-2 0,5-5 1 0,2 4 1 16,-2 1-12-16,1 3-26 0,2-2-37 0,1 3-41 16,3 0-34-16,0 0-39 0,4 1-27 0,0-2-115 15,0 0-352-15,6-1 156 0</inkml:trace>
  <inkml:trace contextRef="#ctx0" brushRef="#br0" timeOffset="-109535.58">14245 12220 185 0,'3'-9'181'16,"-1"-1"-5"-16,0 0-5 0,2-2-2 0,-1 1-11 16,1 1-12-16,0-2-6 0,1 2-10 0,0-2-7 0,-1 2-13 15,2 1-9-15,-3 0-11 0,3 3-6 16,1 2-16-16,0 0-3 0,-7 4-8 0,12 0-8 15,-12 0-6-15,15 5-1 0,-10-1-5 0,2 3-2 0,-3 3-6 16,0 3-5-16,2-2 1 0,-5 5-6 0,1-1-25 16,-2-3-20-16,3 0-28 0,-3 4-27 15,0-4-27-15,0 0-42 0,0-2-39 0,0 0-119 16,0-2-333-16,2-2 148 0</inkml:trace>
  <inkml:trace contextRef="#ctx0" brushRef="#br0" timeOffset="-109308.72">14618 11925 17 0,'0'-7'240'0,"0"0"-13"0,0 7-17 0,4-10-23 16,-4 10-24-16,0 0-10 0,0 0-10 0,0 0-5 16,0 0-2-16,-4 34-7 0,2-15-6 0,-3 5-13 15,2 2-11-15,-1 0-9 0,2-7-12 0,-1 5-1 16,-1 1-10-16,2-6-5 0,-2 1-6 0,2-1-8 15,2 0 0-15,0 0-10 0,-1-4-19 0,1 1-22 16,-1-4-30-16,-3 1-34 0,2-2-51 0,2-4-44 16,-2 0-19-16,0-1-168 0,2-6-379 0,-7 9 168 15</inkml:trace>
  <inkml:trace contextRef="#ctx0" brushRef="#br0" timeOffset="-109154.02">14585 12050 90 0,'6'-4'174'0,"5"-3"-20"0,-1 1-11 0,7 0-9 16,0 1-12-16,0 1-16 0,1 2-10 0,0 0-17 15,-3 2-37-15,-2 0-46 0,0 2-41 0,-3 0-49 16,-1 3-73-16,-3-1-180 0,0 1 80 0</inkml:trace>
  <inkml:trace contextRef="#ctx0" brushRef="#br0" timeOffset="-108592.53">13160 12672 168 0,'0'-10'186'0,"0"0"-1"16,-2-1-14-16,-3 3-15 0,1-1-17 0,-5 2-10 15,0-1-6-15,0 4-13 0,-4 0-1 0,-1 4-13 16,1 3-4-16,-6 2-4 0,0 2-13 0,0 3-2 16,-3 5-7-16,-1 2-5 0,4 1-6 0,4-3-6 15,4 1-7-15,1-1 3 0,2 0-10 0,2 2-2 16,3-5-2-16,1 1-1 0,4 2-7 0,0-5 2 16,3 0-3-16,2-2 0 0,0 0-2 0,-1-5-2 15,3 3 2-15,3-2-4 0,-1-2-2 0,0-2 7 16,1 0-10-16,-1-2 2 0,3-1-4 0,-3 0-2 15,1-4 3-15,-2 0 3 0,-1 1-3 0,0-3 0 16,2 1-2-16,-2-1-3 0,-4 0 1 0,3 0 5 16,-4-1 0-16,2 1 2 0,-2 3 0 0,0 1 2 15,-1 1-2-15,-3 4-2 0,4-8-3 0,-4 8-8 16,4-5 1-16,-4 5 1 0,0 0 12 0,0 0 0 0,5 17 0 16,-5-7-6-16,0 3-1 0,3 3 4 0,-3 2 1 15,0 0-5-15,0-2-24 0,4 3-35 16,-4 0-25-16,2-1-45 0,3-1-48 0,-1-2-54 15,-2 2-139-15,0-7-392 0,3 0 174 0</inkml:trace>
  <inkml:trace contextRef="#ctx0" brushRef="#br0" timeOffset="-108074.68">13333 12787 140 0,'0'0'166'0,"0"0"0"15,0 0 1-15,0 0 2 0,0 0-17 16,0 0-12-16,-2 31-2 0,0-21-14 0,2 1-11 16,-2-1-9-16,2-2-11 0,0-8-6 0,0 15-8 15,-2-9-11-15,2-6-2 0,2 11-6 0,-2-11 11 0,0 8 13 16,0-8 6-16,0 0 3 0,0 0-2 0,0 0-8 16,0 0-9-16,0 0-6 0,0 0-11 15,0 0 0-15,0 0-9 0,-15-18-2 0,13 11-4 16,2 7-8-16,0-16-2 0,3 5-3 0,1 0-5 0,3-1-1 15,0-2-1-15,0 0-3 0,3 4-8 0,0-2 2 16,1 3-1-16,0 1-2 0,3 2-3 0,-3 1-4 16,3 1-2-16,-3 4-1 0,3 0 0 15,-6 3-3-15,1 3 2 0,0 0 0 0,2 1 0 0,-2 3-4 16,-4 0 3-16,3 0 0 0,-2 1 4 0,0 0-3 16,-2-2 0-16,-1 1 6 0,-1-2-6 0,0 1 3 15,0-3 1-15,-2-6-1 0,0 7 4 0,0-7 2 16,0 0-1-16,-2 10-3 0,2-10 3 0,0 0 4 15,0 0-5-15,0 0-2 0,0 0-1 0,0 0 1 16,0 0 2-16,-9-19-3 0,9 19 4 0,2-13-7 16,1 4-2-16,3-2 3 0,2-2-2 0,3 0-1 15,1 0-2-15,1-2-3 0,-1 3 4 0,3 3-3 16,-3 2 0-16,0 0 0 0,-1 4-2 0,0 0-3 16,-2 2 1-16,3 3 0 0,-2 3 0 0,-3 3 3 15,1-2 1-15,0 4 0 0,-1 3 3 0,-3 3-2 16,0 0 2-16,-3 0-2 0,-1 0-8 0,0 1-20 15,-1-1-27-15,-3 0-41 0,2 1-39 0,-2-5-43 16,2 0-36-16,-1 0-178 0,-1-1-430 0,2-4 191 16</inkml:trace>
  <inkml:trace contextRef="#ctx0" brushRef="#br0" timeOffset="-107859.29">13848 12679 152 0,'-2'-17'251'0,"2"5"-3"0,0 2-10 0,-1 0-15 16,1 10-23-16,0-9-27 0,0 9-20 0,0 0-18 16,0 0-14-16,0 0-11 0,0 0-9 0,1 48 0 15,-3-19-8-15,-4 2-11 0,2 2-7 0,-3 1-4 16,1 0-8-16,1 2-8 0,-2-3 0 0,2 13-9 16,-1-15-2-16,4-2-13 0,-3-2-25 0,3 0-29 15,0-9-35-15,-2 1-55 0,4-6-56 0,-3-2-40 16,2-1-168-16,-1-3-406 0,0-1 180 0</inkml:trace>
  <inkml:trace contextRef="#ctx0" brushRef="#br0" timeOffset="-107647.39">13857 12753 178 0,'8'-9'188'0,"4"2"-12"0,-1 1-5 16,0 2-4-16,0 3-10 0,1 2-13 0,-2 3-8 15,-2 2-12-15,1 3-8 0,-3 0-3 0,1 3-4 16,-5 0-8-16,3 4-9 0,-5 0-7 0,-5 0-6 0,3 1-9 16,-5-2-7-16,-2-1-5 0,-2-1-6 15,0 0-24-15,0 0-34 0,1-3-37 0,3-2-40 16,-1-1-38-16,-1-1-51 0,2-2-159 0,-2 1-358 16,9-5 159-16</inkml:trace>
  <inkml:trace contextRef="#ctx0" brushRef="#br0" timeOffset="-107445.29">14070 12650 69 0,'4'-5'253'0,"-2"0"-23"0,-2 5-24 0,3-9-21 16,-3 9-19-16,0 0-8 0,0 0-8 0,0 0-8 16,6 19 2-16,-4-1 1 0,-4 0-11 0,0 7-13 15,-2 0-10-15,3 1-11 0,-3-1-12 0,0 3-7 16,0-3-5-16,-1 1-11 0,0-6-3 0,3-1-23 15,-1 6-31-15,-1-8-38 0,0-1-49 0,2 0-48 16,0-4-45-16,1-2-52 0,-3 1-127 0,4-11-379 16,0 0 169-16</inkml:trace>
  <inkml:trace contextRef="#ctx0" brushRef="#br0" timeOffset="-107277.45">14198 12834 50 0,'8'-7'194'15,"-8"7"-15"-15,0 0-10 0,0 0 0 0,0 0-5 16,0 0-8-16,8 14-7 0,-8-5-13 0,0 0-16 16,-3 3-6-16,3 0-15 0,0-1-9 0,-2 2-5 15,1 3-11-15,-1-3-37 0,0 0-42 0,0 0-61 16,2-3-66-16,-2 0-165 0,2-10-322 0,-7 16 142 16</inkml:trace>
  <inkml:trace contextRef="#ctx0" brushRef="#br0" timeOffset="-107100.81">14227 12639 2126 0,'-2'-20'2'0,"-1"4"65"16,0 3-6-16,0 2-23 0,3 1-12 0,-5 4-12 16,3 0-6-16,2 6-5 0,-2-8-5 0,2 8 1 15,0 0-2-15,0 0-6 0,0 0-19 0,0 0-42 16,-9 17-41-16,9-4-39 0,0-1-179 0,2 0-356 15,0-1 158-15</inkml:trace>
  <inkml:trace contextRef="#ctx0" brushRef="#br0" timeOffset="-106727.42">14562 12618 143 0,'-4'-4'212'0,"4"4"-4"0,-5-7-21 16,5 7-20-16,-6-6-15 0,6 6-17 0,0 0-14 0,0 0-11 15,-14 13-4-15,7-1-3 0,-2 5-1 0,-2 8-6 16,-3 3-1-16,2 5-8 0,-1 0-5 16,2-3-8-16,0 5 1 0,2-3-8 0,0 1-2 15,0-2-6-15,0 0-6 0,2 1-4 0,0-6-2 16,3 2-7-16,3-9-6 0,-1-1-2 0,0 0-2 0,2 0-2 16,-2-3-3-16,2-3-3 0,0-1-18 0,2-1-29 15,-4-3-26-15,2-7-37 0,2 12-44 16,-2-12-25-16,2 7-33 0,-2-7-172 0,0 0-391 15,0 0 174-15</inkml:trace>
  <inkml:trace contextRef="#ctx0" brushRef="#br0" timeOffset="-106443.3">14405 12858 36 0,'13'0'88'0,"3"-2"-6"0,5 1-9 0,-2 0-7 15,3 2-7-15,-4-3-4 0,5 2 1 0,-3-2-4 16,-2 2-1-16,0 0-5 0,-4 0-4 0,-3-1 7 16,0 0-3-16,0 1-4 0,-2 0 6 0,-9 0 4 15,11 0 1-15,-11 0 8 0,9 0 2 0,-9 0 2 16,0 0 1-16,0 0 3 0,10 0 3 0,-10 0-6 16,0 0-10-16,7 2 4 0,-7-2-7 0,0 0-1 15,3 8-2-15,-3-8 1 0,-2 14-1 0,1-5 5 16,0 1-11-16,-1-1-5 0,0 4-6 0,2-3-2 15,-3 3-14-15,1-1-36 0,-2 3-30 0,1 0-33 16,1-1-44-16,2-2-48 0,-3-2-93 0,2 0-288 16,0-4 127-16</inkml:trace>
  <inkml:trace contextRef="#ctx0" brushRef="#br0" timeOffset="-106277.13">14638 12724 5 0,'0'0'79'0,"0"0"-26"0,0 0-32 0,0 0-29 16,24 19-17-16,-19-9-28 0,9-1 13 0</inkml:trace>
  <inkml:trace contextRef="#ctx0" brushRef="#br0" timeOffset="-105747.28">14989 12830 45 0,'-13'-3'179'0,"13"3"-3"0,-13 0-13 0,13 0-7 16,-14 5 0-16,4 0-15 0,-1 3 0 0,2 1-9 16,-4 3-13-16,1 3-6 0,2-1-7 0,0 2-19 15,3-3-6-15,-1 2-7 0,4 1-3 0,0-2-12 0,4 3-6 16,1-2-5-16,1-4-14 0,1-1-19 15,1 0-13-15,2-1-33 0,3-1-19 0,2-2-17 16,1-1-24-16,0 0-4 0,2-3-9 0,2-1-4 16,4-2 6-16,-2-1 9 0,1-3 5 0,-1 0 13 15,2-1 7-15,-2-2 9 0,-1-2 8 0,-1 0 6 16,-3-3 12-16,1 1 9 0,-1-2 13 0,-2 0 3 16,-1-4 6-16,-3 4 22 0,-3-1 5 0,2 3 11 15,-2 0 24-15,-3 1 17 0,1 1 9 0,-2 3 1 16,0 7-3-16,-3-11-13 0,3 11-13 0,-10-4 2 15,10 4-1-15,-13 4-5 0,1 4-1 0,2 1-3 0,-1 1-5 16,-2 3-5-16,0 0-6 0,4 0 1 16,-2-1-5-16,2 2-1 0,4-4-6 0,1-1 1 15,0 1-4-15,4 0 0 0,0-1-2 0,0-2-3 16,0-7 2-16,4 13 0 0,0-9-3 0,-4-4 3 0,9 3-1 16,-9-3-4-16,11 2 2 0,-11-2-2 15,16-3-1-15,-11 1 0 0,5-3-3 0,-2 1 3 16,-1-4-5-16,0 1 4 0,-2 0-3 0,0 2 7 15,0 0 6-15,0 0 7 0,-1 0 0 0,-4 5 1 0,4-7-1 16,-4 7-4-16,4-5-7 0,-4 5-2 0,0 0-4 16,0 0 1-16,0 0 2 0,0 0-6 0,0 0-1 15,3 18 2-15,-5-9-3 0,4 0 0 16,0 1-1-16,-1-1-1 0,-1 1 2 0,0-1-13 0,1 2-22 16,1-2-31-16,1-2-24 0,-1-1-50 0,-1 1-40 15,4-1-179-15,-1-3-383 0,-4-3 170 0</inkml:trace>
  <inkml:trace contextRef="#ctx0" brushRef="#br0" timeOffset="-105513.21">15417 12700 184 0,'1'-6'211'0,"1"0"-21"0,-2 6-21 0,0-9-11 0,0 9-22 16,0 0 4-16,0 0 4 0,9 19-5 0,-8-2-2 15,0 2 4-15,-2 7-7 0,1 1-13 16,-1 3-4-16,-2-3-17 0,2-2-8 0,2 3-10 0,-5-1-7 16,2-1-6-16,-1 0-4 0,3-1-9 0,-1-7-5 15,-3 0-4-15,3-1-22 0,-1-5-24 0,1-1-32 16,-1-2-43-16,0 1-46 0,1-5-44 0,1-5-42 16,-1 12-160-16,1-12-395 0,0 0 176 0</inkml:trace>
  <inkml:trace contextRef="#ctx0" brushRef="#br0" timeOffset="-105261.88">15319 12873 97 0,'0'0'184'15,"-3"-9"-18"-15,3 9-17 0,0 0-15 0,4-10-14 16,-4 10-6-16,17-7-9 0,-6 5-3 0,7-2-8 16,1 0-10-16,-1 1-2 0,2 1-3 0,1 0-8 15,1 0-6-15,-1 0-5 0,-3 2-5 0,0 0-5 16,-5 0-5-16,2-1-4 0,-3 1-6 0,-5 0 1 15,-7 0-5-15,13 1-6 0,-6 3 3 0,-7-4 8 16,10 6-1-16,-6-2 1 0,-2 2-1 0,1 3 7 16,-1 0 1-16,-2 2-1 0,0 0-1 0,-1 4-5 15,0-2 0-15,-2 0-6 0,2-1-2 0,-3 3 0 16,0 0-23-16,2 3-35 0,-1-7-33 0,2 2-49 16,1-2-47-16,0-3-202 0,-1 2-389 0,1-10 172 15</inkml:trace>
  <inkml:trace contextRef="#ctx0" brushRef="#br0" timeOffset="-105104.4">15669 12698 70 0,'0'0'70'0,"0"0"-23"16,0 0-36-16,-5 32-44 0,5-19-36 0,0-2 16 15</inkml:trace>
  <inkml:trace contextRef="#ctx0" brushRef="#br0" timeOffset="-104629.33">15730 12891 128 0,'0'0'164'0,"-10"6"-14"0,5-3-7 0,0 2-6 16,0 1 6-16,-1 0-9 0,3 1-13 0,-1-1-11 15,1 1-6-15,1 2-13 0,1-1-2 0,1-8-11 0,2 14-6 16,2-6 4-16,0-1-15 0,-2-3-4 16,3-1-5-16,0 1-4 0,2-2-1 0,-7-2-1 15,13 4 3-15,-13-4-12 0,10-2-1 0,-2-1-2 16,-8 3 0-16,11-7-6 0,-5 1 5 0,-2 0-10 16,1-1-1-16,-1 1-2 0,1-3-5 0,0 0 2 15,-2 0-3-15,2-1-2 0,-1 1-1 0,0 0 2 16,-2-1-4-16,2 2 2 0,-1 3-2 0,2-1 0 15,-5 6-2-15,5-8-1 0,-3 3-6 0,-2 5 0 16,0 0-1-16,0 0 5 0,0 0-4 0,0 0-3 0,16 10 2 16,-15-4 1-16,0 2 5 0,1-1 1 15,-1 0 1-15,-1 3 2 0,2-3-4 0,-2-7 1 16,0 12-1-16,2-6 2 0,-2-6 0 0,1 8 2 16,-1-8 13-16,0 0 9 0,1 10 7 0,-1-10 8 0,0 0-8 15,4 3-2-15,-4-3-4 0,0 0-2 0,13-10-5 16,-2 3 3-16,-2 0-8 0,0 1-3 15,4-2 0-15,-3 2-3 0,-2 1-2 0,1-1 1 0,2 1-3 16,-5 2-1-16,0 0-3 0,0 1-3 16,-6 2-3-16,10-1 3 0,-10 1-2 0,9 4 1 0,-9-4 1 15,7 9-3-15,-2-4-3 0,-4 2-7 0,-1 1-18 16,3 1-12-16,-6 1-27 0,2 1-36 0,-1 1-28 16,-1-2-42-16,-2 1-25 0,-3 2-180 0,-5-1-410 15,-2-1 181-15</inkml:trace>
  <inkml:trace contextRef="#ctx0" brushRef="#br0" timeOffset="-104217.7">13877 13201 193 0,'-5'-7'237'0,"0"2"-10"16,-1-2-8-16,3 3-19 0,-5 1-18 0,8 3-19 15,-12-2-14-15,1 5-14 0,2 4-11 0,-3 7-13 16,-5 6-4-16,7 4-11 0,-2 3-4 0,1 1-5 16,1 3-9-16,3 1-4 0,-1 1-6 0,-1-2-3 15,2 3-8-15,2 0-4 0,3-2-5 0,-2-2-9 16,2-1-3-16,2 0-3 0,-3-1-1 0,1-4-3 16,-2 3 3-16,4-3-9 0,-2-6 2 0,1-3-4 15,1-1-19-15,0-2-21 0,-2-1-24 0,1-3-26 16,-1-2-33-16,2-6-30 0,-4 13-48 15,4-13-46-15,-6 2-152 0,6-2-409 0,0 0 181 0</inkml:trace>
  <inkml:trace contextRef="#ctx0" brushRef="#br0" timeOffset="-103764.63">13603 13494 34 0,'2'-8'146'0,"-2"8"-15"0,9-7-12 0,-1 4-5 16,4-1-2-16,6-2-3 0,9 2-11 0,4-3-2 15,1 2-8-15,3 0-5 0,2-1-9 0,-3 3-10 16,4-1-3-16,-2 0-5 0,-3-1-10 0,1 3-2 16,-1-1-2-16,-5 0-5 0,-12 1-6 0,1 0-3 15,-3 0 2-15,-3 0-6 0,-3 2 4 0,0-3 13 16,-8 3 9-16,9 0 13 0,-9 0 2 0,0 0-1 16,0 0-3-16,0 0-7 0,0 0 0 0,0 0-8 15,0 0-1-15,0 0 2 0,-36 14-4 16,18-4 2-16,0 1 1 0,-2 4-2 0,-3 2 0 0,0-2-5 15,8-1 0-15,-1 0-3 0,3 0-2 0,2-1-5 16,1 0-3-16,6-1-2 0,1-1-5 0,1-2 1 16,3 1-3-16,0-2-3 0,2-3 1 0,3 3-1 15,2-3 2-15,1-2-2 0,1-1 0 0,2 0 0 16,1-4-4-16,6 2 0 0,-6-3-1 0,1 0 1 16,1-3-1-16,-4 2 0 0,1-3 1 0,-1-1-2 15,-3 1 1-15,-2-1-4 0,3-1-1 0,-3 0 2 16,0-2-1-16,-1 0-1 0,-2 1 0 0,-1 1 0 15,0 3 0-15,2 1-5 0,-4 5 1 0,5-10-3 16,-5 10-1-16,2-3-4 0,-2 3 0 0,0 0 2 16,0 0 4-16,0 0 1 0,7 18-3 0,-5-8 0 15,0 0 1-15,0 3-16 0,2-2-20 0,0 4-27 16,-4-4-35-16,4-1-48 0,1 1-43 0,-2 0-38 16,-2-2-133-16,1-2-391 0,0-1 173 0</inkml:trace>
  <inkml:trace contextRef="#ctx0" brushRef="#br0" timeOffset="-103557.39">14378 13487 191 0,'0'0'206'0,"-13"-4"-12"0,1 6-8 16,3 0-12-16,-3 3-9 0,2 2-14 0,-4 3-13 15,2 2-12-15,1 1-13 0,3-2-12 0,1 6-6 16,0-3-12-16,2 1-7 0,1-2-6 0,4 2-8 15,0-3-14-15,2 1-16 0,1 0-25 0,1-2-35 16,0-2-23-16,6-2-28 0,0-1-31 0,6-1-24 16,2-2-18-16,1-2-126 0,-2-2-300 0,1 0 133 15</inkml:trace>
  <inkml:trace contextRef="#ctx0" brushRef="#br0" timeOffset="-103351.31">14585 13414 112 0,'2'-11'206'0,"0"0"4"0,-2 5-12 0,2 1-18 16,-2 5-19-16,3-9-16 0,-3 9-9 0,0 0-2 16,0 0 3-16,0 0-2 0,-1 32-9 0,-1-14-10 15,0 3-9-15,2 4-11 0,-4 0-10 0,-2 1-9 16,4-1-5-16,-2-5-9 0,2 4 0 0,-3-5-10 16,3-1-6-16,0 0-16 0,2-1-21 0,-2-1-31 15,2-6-44-15,-1 2-26 0,0-1-37 0,1 1-23 16,-1-6-33-16,1-6-13 0,0 10-114 0,0-10-337 15,-4 7 150-15</inkml:trace>
  <inkml:trace contextRef="#ctx0" brushRef="#br0" timeOffset="-103059.79">14589 13593 26 0,'10'-5'103'0,"0"2"2"0,2-1-7 15,-2 0-1-15,-1 2-3 0,3 2-5 0,-1-2 5 16,-2 5-6-16,2 0-2 0,-4 0 5 0,2 1 6 0,-3 1 0 15,1 0-4-15,0 1-3 0,-3 0-5 0,0 0-2 16,1 1-6-16,0-1-7 0,-1 1-5 16,-2-2-5-16,1-1-2 0,2 1 1 0,-5-5-3 15,8 6 1-15,-3-3 4 0,-5-3 0 0,9 1 4 0,-9-1 2 16,11-1 6-16,-11 1 0 0,9-6 0 0,-2 2 2 16,-2-2-8-16,-1 1-3 0,0-2-8 15,-2-3-2-15,1 2-9 0,-2-2-3 0,0 2-5 16,1-4-5-16,-5 2-5 0,0-2-12 0,1 3-13 15,-3-1-14-15,3 4-29 0,-1 0-31 0,-4 1-31 0,7 5-25 16,-11-4-15-16,11 4-28 0,-13 2-17 0,4 3-14 16,0 0-123-16,3 4-352 0,-2 0 157 15</inkml:trace>
  <inkml:trace contextRef="#ctx0" brushRef="#br0" timeOffset="-102760.14">14855 13684 167 0,'6'-5'218'0,"0"2"-9"0,-1-4-9 16,1 3-1-16,0-4-10 0,-1 0-2 16,2 0-14-16,-5-2-16 0,1 2-17 0,-1-2-8 0,1 1-4 15,-2-1-4-15,-1 1-16 0,0-3-10 0,-1 2-9 16,0 0-7-16,1 10-10 0,-4-12-4 0,4 12-10 16,0-10-9-16,0 10-7 0,0-8-6 0,0 8-1 15,0 0-5-15,9-5-6 0,-9 5-3 0,14 1 1 16,-5 3-8-16,-1 1 0 0,1 1-2 0,-1 0 0 15,0 1-2-15,0 1 0 0,-3 1-2 0,1 0 2 16,0 3-4-16,0-3 1 0,-1 2 1 0,-3-2-3 16,0 2 4-16,1-2-8 0,-1 1-17 15,-1-3-16-15,0 0-12 0,2 0-19 0,-3-7-15 0,0 11-29 16,0-11-22-16,2 9-23 0,2-4-14 0,-4-5-17 16,4 7-14-16,-4-7-139 0,0 0-364 0,9 0 161 15</inkml:trace>
  <inkml:trace contextRef="#ctx0" brushRef="#br0" timeOffset="-101998.95">13564 9761 136 0,'0'0'151'0,"0"0"-16"0,0 0-17 0,0 0-5 15,0 0-14-15,0 0 7 0,0 0 13 0,0 28 3 16,-4 2-2-16,-5 15-5 0,2 9 2 0,-7 27-6 15,4-24-5-15,-9 29-7 0,2-7-17 0,1-22-4 16,7-2-9-16,0 4-10 0,-3-6-2 0,4-2-4 16,5-1-5-16,3-2-3 0,-2-13-4 0,0 1-6 15,4 0 3-15,-2-2-11 0,2-4-2 0,-2-1-3 16,3-1 1-16,-3-1-1 0,-3-8-18 0,3-1-22 16,-2 0-33-16,2-3-44 0,0-3-37 0,0 0-35 15,-2-4-172-15,0-1-367 0,2-7 162 0</inkml:trace>
  <inkml:trace contextRef="#ctx0" brushRef="#br0" timeOffset="-100893.4">13614 9643 31 0,'-7'-8'128'16,"1"-1"-6"-16,-4 0-6 0,6-1-11 0,-1 0-4 16,3 3 1-16,2-1-8 0,5-1-9 0,8-5-9 15,3 2-9-15,15-3-5 0,21-6 1 0,9 3-5 16,35-8-4-16,3 2 1 0,4 5-9 0,7 0 3 16,5 1-5-16,5 2-3 0,5 0 6 0,5 2-11 15,2-5-8-15,5 7 6 0,0-1-9 0,7-1 3 16,3 0-7-16,-4 3 0 0,1-3-7 0,-5 2-2 15,1 2 5-15,-3-3-8 0,-2 0-1 0,0 1 3 16,-11 2-3-16,1 0-1 0,-6 1-3 0,-6 0 3 16,-6 0-2-16,-8 3 2 0,-3 1-1 0,0-1 1 15,-31 1-7-15,28-1 5 0,-27 6-1 0,23-6-8 16,-26 3 2-16,2 2 5 0,-1 2 4 0,2-2-7 16,-2-2 2-16,1 6 0 0,2-5-5 0,-5 4 1 15,0-4 1-15,-2 1 1 0,-6 2-3 0,0-1 1 16,0-1-2-16,-16 1 8 0,-2 0-6 0,17 1 2 15,-19-2 2-15,5 0-3 0,-1 2-1 0,-2 0 1 16,1-2 0-16,-2 2-3 0,3 2 0 0,-3 0 1 16,1 0 3-16,-1 0 2 0,-1 1-5 0,-1 0 5 15,1 1 1-15,-5 1-3 0,0-3 0 0,-2 2 1 16,-8 1-8-16,2-1 8 0,-3 2-4 0,-4-3 2 16,0 3-2-16,-1 2 4 0,-3-2-3 0,0-3 4 15,-1 3-6-15,-1 1 5 0,-1-2-1 0,2 3-2 0,-4 1 8 16,2-2-3-16,-2 1 5 0,1 1 2 0,1-1-4 15,-2 3 5-15,0-2 0 0,0 1 0 0,1 4-2 16,1-1 2-16,-3-2 3 0,1 7 4 0,-1-2 0 16,-3-1-4-16,0 2 1 0,0 6 1 0,-2-4-1 15,1 5 5-15,0 2 0 0,-2 0 5 0,0 1-2 16,-2 1 1-16,1 1-2 0,-4-2-4 0,2 3 2 16,-1 2-2-16,2-1 0 0,-3 3-4 0,0 10-2 15,1-10 2-15,0 11 3 0,2-10-9 0,-1 11 4 16,1-1-1-16,1 0-2 0,-2-11 2 0,0 14-4 15,1-1 4-15,-1-13-5 0,1 13 3 0,0-14-1 16,1 10-7-16,-2-9 3 0,4 11 4 0,-3-12-1 16,4 1-1-16,-2 0 1 0,0 11-3 0,1 0 3 15,0-10-2-15,-1 0-2 0,1-2 0 0,-1 12 4 16,0-13-3-16,0 2 4 0,-2-1-2 0,1 0-4 16,-4 12 2-16,2-12-10 0,-1-3 10 0,-1 3-3 15,2-2 3-15,-4-2 1 0,2 1-3 0,0-2 1 16,-1-3-3-16,-1 3 3 0,0-3 0 0,0 0 1 15,-3-3-2-15,2-6 3 0,1 7-3 0,1-7-2 0,-1 0-1 16,2 0 6-16,-2-2-3 0,-1 2-1 16,1 0-4-16,3-2 5 0,1-5-1 0,-4 6 2 15,2-2-2-15,1-3 3 0,-2 0-4 0,2 0 3 16,-2-2 0-16,-1 0 1 0,0-1-3 0,-1-2-2 0,0 1 3 16,-3-2 3-16,-1-1 4 0,-3-2-5 15,-3-1-3-15,-8 0 0 0,-2-2 1 0,-3-2 2 16,-5-3 0-16,-12-4 4 0,-1 1-7 0,-3-1 5 15,-5 0-7-15,1-4 2 0,-4-1 0 0,-2 5 1 0,-1-1-3 16,0-1 0-16,1-1 3 0,0 3-1 0,-1 1 0 16,5 0 0-16,4 2 1 0,-3-2-7 0,3 1 2 15,1 3 3-15,1-4-3 0,0 5 2 16,1-4-1-16,-2 0 1 0,1 2-2 0,4 3 0 0,-3-2 1 16,-2 0 2-16,2 1-4 0,-1 1 0 0,-2-3-2 15,-2-1 4-15,-1 3-1 0,3-3 0 0,-2 3-1 16,4 0-4-16,-2 0 5 0,-1 0 0 0,-1-1 1 15,2 2 1-15,3 3-1 0,0-1-1 0,14 1-1 16,-1 1 3-16,-10 2 1 0,13-1 0 0,1-1-8 16,-1 3 5-16,1-2 3 0,1 4-1 0,3-2-4 15,-1 1-15-15,1-1-11 0,2-1-25 0,0-1-20 16,2 2-23-16,6-2-39 0,-4 4-25 0,-1-6-156 16,-1 0-347-16,7-2 154 0</inkml:trace>
  <inkml:trace contextRef="#ctx0" brushRef="#br0" timeOffset="-100326.45">13495 10499 26 0,'0'0'39'16,"8"-3"-3"-16,-8 3-8 0,6-5 0 0,-6 5-6 15,8-3-17-15,-8 3-13 0,9-5-5 0,-5 3-1 16,-4 2-12-16,10-3-26 0,-10 3 12 0</inkml:trace>
  <inkml:trace contextRef="#ctx0" brushRef="#br0" timeOffset="-99909.64">13574 10462 36 0,'8'-4'-3'0,"-8"4"9"0,7-2 5 0,-7 2 12 0,6-4 6 16,-6 4 13-16,0 0 1 0,0 0 6 16,0 0-6-16,6-5 4 0,-6 5-1 0,0 0-2 15,0 0-11-15,0 0 10 0,0 0-9 0,0 0-3 0,0 0 5 16,0 0-10-16,0 0 8 0,0 0-25 0,0 0 18 15,0 0-2-15,-21 12 1 0,15 0 0 16,-1-2 9-16,-3 6-2 0,2 1-3 0,-1 9 3 16,-1 1 4-16,0 0-6 0,-1 5 11 0,-1 1-9 0,-1-1 4 15,1 3-21-15,3-3 17 0,3 2 1 0,-3-2-9 16,1-2 1-16,2 1-4 0,-1-3-4 16,5-2-3-16,-2-6 0 0,2 5 4 0,0-6-7 15,-1-1 3-15,0 0-2 0,3-1-5 0,0-5-2 0,0 0 4 16,0-2 2-16,0-3-2 0,3 1-6 0,-3 0 6 15,2-2-5-15,-1 1-3 0,-1-7 3 0,6 11 3 16,-2-5 4-16,1 1-6 0,1-3 1 0,-4 2 3 16,6 1-1-16,1-1 2 0,-1 0-7 0,2 0 2 15,-1-2 0-15,2 1-6 0,-3-1 9 0,4 3-12 16,-3-2 5-16,3 0 4 0,1 2 3 0,7-2 4 16,0 1-9-16,9 1 2 0,0-1-3 0,5-1-1 15,4 4 4-15,1-4 4 0,14 2-3 0,-3-2 1 16,2-3-12-16,-14 1 2 0,16 2 6 0,-3 0 2 15,3 1-7-15,0-1 5 0,4 0-6 0,3 2 6 16,2-1-4-16,0 1 3 0,2-2-16 0,25 6-4 16,-27-5-21-16,4 0-3 0,-4-1-32 0,2-1 12 15,-2 4-12-15,-7-3-17 0,0 3-4 0,0-3-88 16,-6 1-195-16,-12-2 87 0</inkml:trace>
  <inkml:trace contextRef="#ctx0" brushRef="#br0" timeOffset="-97792.48">17661 9779 10 0,'0'0'66'0,"0"0"-7"0,0 0-7 0,0 0 4 16,0 0-7-16,0 0-4 0,0 0-10 0,-1-10-2 15,1 10-1-15,0 0 3 0,0 0 0 0,0 0 1 16,0 0 1-16,0 0-3 0,0 0 2 0,0 0-2 15,0 0-4-15,6-14 1 0,-6 14-5 0,0 0 5 16,3-9-3-16,-3 9-5 0,2-4 5 0,-2 4-17 16,0 0 20-16,3-7 6 0,-3 7-20 0,0 0-1 15,5-9 2-15,-5 9-5 0,4-6 1 0,-4 6-5 16,0 0 12-16,4-8-9 0,-4 8-5 0,4-5 9 16,-4 5-5-16,3-6-4 0,-3 6 1 0,0 0 2 15,4-7 5-15,-4 7-4 0,0 0 0 0,4-6 3 16,-4 6-3-16,0 0-2 0,7-6 6 0,-7 6-6 15,6-4-7-15,-6 4 6 0,0 0-2 0,8-4-3 16,-8 4 11-16,10-3-14 0,-4 3 8 0,-6 0-5 16,9-3-6-16,-9 3 7 0,13-4 3 0,-8 2 0 15,-5 2 1-15,10-3-18 0,-10 3 18 0,10-2 1 16,-10 2-5-16,9-3-8 0,-9 3-7 0,8-3 23 16,-8 3-4-16,10-2 0 0,-10 2 3 0,9-3-2 0,-9 3 6 15,7-1-3-15,-7 1 1 0,0 0 3 16,9-3-4-16,-9 3 2 0,0 0 0 0,0 0 5 15,7-1-6-15,-7 1 6 0,0 0-8 0,0 0-3 16,0 0 0-16,0 0-6 0,9-1 3 0,-9 1-2 16,0 0-7-16,0 0-29 0,8 6-7 0,-4-2-22 0,-4-4-16 15,6 8-27-15,-3-5-97 0,-3-3-217 16,6 10 96-16</inkml:trace>
  <inkml:trace contextRef="#ctx0" brushRef="#br0" timeOffset="-80725.77">5192 13136 42 0,'0'0'62'15,"0"0"-6"-15,0 0 3 0,0 0-8 0,0 0 10 16,0 0-18-16,1-8 2 0,-1 8-4 0,0 0-6 15,0 0-2-15,0 0 0 0,0 0-4 0,0 0-8 16,0 0 4-16,0 0 2 0,0 0-9 0,0 0-4 0,1-7 8 16,-1 7-7-16,0 0-7 0,0 0 9 15,0 0-12-15,0 0 0 0,0 0-4 0,0 0 6 0,0 0-1 16,0 0 3-16,0 0-7 0,0 0 0 16,0 0 6-16,0 0-8 0,0 0 5 0,0 0-4 15,0 0 0-15,0 0 5 0,0 0-4 0,0 0 0 0,0 0 2 16,0 0 0-16,0 0-8 0,-1-10 4 0,1 10 4 15,0 0-4-15,0 0-5 0,0 0 5 16,0 0-3-16,0 0 4 0,-12 0 0 0,12 0-2 16,0 0 3-16,-8-3-4 0,8 3-1 0,0 0 1 0,-12 0 0 15,12 0 1-15,-10 0 0 0,10 0 2 0,-11 0-5 16,11 0 6-16,-11 0-4 0,11 0 2 0,-12 3-2 16,12-3 6-16,-11 0-4 0,11 0 3 15,-16 0-7-15,8 0 8 0,-1 0-6 0,0 2-1 16,-1-1 3-16,0 0 1 0,-2 1 0 0,3-1 2 0,0-1-1 15,9 0 3-15,-14 0 5 0,14 0 5 0,-10 0-5 16,10 0 6-16,-8 2-2 0,8-2-4 0,0 0 1 16,0 0 4-16,0 0-2 0,0 0 0 0,0 0 4 15,45-3-2-15,-15-1-3 0,3 2-3 16,4-2-1-16,2 0 0 0,13-1-1 0,-12 5 0 16,-1-4 2-16,-1 0 5 0,3 3-17 0,-5-3 4 0,-2 3-8 15,-2 1-10-15,-4-2-9 0,-7 2-15 0,-1 0-8 16,-1 0-18-16,-2 0-11 0,-3 0-50 15,-4 0-139-15,1 0 62 0</inkml:trace>
  <inkml:trace contextRef="#ctx0" brushRef="#br0" timeOffset="-80453.19">5255 13076 84 0,'0'0'113'15,"1"11"-11"-15,1 0 2 0,0 0-1 0,-1 7-1 0,0 0-3 16,2 9-9-16,-1-2-6 0,-2 2-7 0,2-1-5 16,-4 1-7-16,2 0-5 0,0-2-6 0,0 1-5 15,-1-5-7-15,1-2-7 0,0 1-5 0,0-1 1 16,0 0 6-16,0-1-15 0,-1 0-18 0,0-3-45 15,-1 2-25-15,0-5-25 0,0 0-29 0,0-2-71 16,-1 1-206-16,2-2 92 0</inkml:trace>
  <inkml:trace contextRef="#ctx0" brushRef="#br0" timeOffset="-79956.42">5474 13175 77 0,'2'-6'135'0,"-2"6"-8"0,0 0-11 0,0 0-5 15,0 0-4-15,-2 25-1 0,0-15-5 0,1 2-11 16,-2 3-16-16,-2 3-3 0,3-3-7 0,-2 2-5 16,0 0-2-16,0 0-9 0,0-1-4 0,0 1-2 15,0-3-4-15,1-3-10 0,-1 0 3 16,1 3-8-16,-1-4 4 0,2 0-3 0,1 0-6 0,-1-1-3 15,1-3 2-15,-2 0-8 0,3-6 3 0,0 9-5 16,0-9-9-16,0 0 0 0,0 0-2 0,2 13 1 16,-2-13 0-16,4 2-3 0,-4-2-2 0,10 2 5 15,-10-2-6-15,12 1 3 0,0-1-6 0,-3 1 8 16,4 1-2-16,-3-1 0 0,3 1 1 0,0 1 0 16,-3 1 8-16,2-1-9 0,-1 2 3 0,0-2 4 15,2 2-1-15,-1 1-4 0,-1-3 2 0,-1 0 1 16,2-1 0-16,-2 2 3 0,0-3-3 0,-2 1 1 15,0-2 6-15,3-3 10 0,-11 3 15 0,14-4 0 16,-6 3-4-16,-2-3 1 0,1 1-4 0,-1-4-1 16,2 0 8-16,-2 0-6 0,-1-2-2 0,0 3-2 15,-1-5 0-15,-1 4 1 0,-2-1 1 0,0-1 0 16,1-1-1-16,-2 2 0 0,1 1 0 0,-1 7-2 16,-1-12-5-16,1 12-4 0,0-9-3 15,0 9-2-15,0 0-6 0,-3-7 3 0,3 7-1 0,0 0 3 16,-12 16-9-16,7-6-23 0,-2 0-17 0,-1 6-9 15,0 0-27-15,2 1-34 0,2 0-28 0,0-1-130 16,0 0-294-16,6-4 130 0</inkml:trace>
  <inkml:trace contextRef="#ctx0" brushRef="#br0" timeOffset="-78637.48">6493 13239 33 0,'-4'-11'209'16,"0"1"-22"-16,-1 4-18 0,-1-1-9 0,1 3-28 16,-2 1-14-16,7 3-12 0,-20 2-7 0,8 3-13 15,-5 4-10-15,0 3-8 0,-4 7-4 0,1 0-10 16,3 4-5-16,2-1-3 0,2 0-3 0,7-3-5 15,1 0-3-15,2-1-8 0,3 0-1 0,5 2-4 16,0-4-2-16,4 0-10 0,2 0-6 0,3-3-3 16,1-1-5-16,4 1-25 0,7-5-7 15,0 1-2-15,1-3 0 0,2-4-5 0,0-2 4 0,0-1-7 16,5-1 2-16,-4-1-2 0,-2-4 6 0,1 0 10 16,-1-2 0-16,-3-3 4 0,-6 3 2 0,-1-2 3 15,5-3-2-15,-7 2 4 0,-1-3 9 0,-2-1 6 16,3-4-3-16,-5 3 1 0,-1 1 8 0,-3-1 5 15,-2 2 19-15,2 1 12 0,-4 4 10 0,-2 1 2 16,0 3-9-16,0-1-4 0,-1 7-3 0,4-8-7 16,-4 8-6-16,0 0 1 0,0 0-3 0,0 0 0 15,0 0-2-15,-18 30 0 0,12-14-1 0,-4 2-3 16,3 1 0-16,3-2 0 0,2 0-2 16,1-2-1-16,1 1-1 0,0-3 7 0,1 0-6 0,3-2-3 15,0-2 1-15,-2 0-3 0,4-1 1 0,1-1-1 16,-2-3 8-16,3 0-6 0,-1-2 3 0,5-1-3 15,-2-2 3-15,3-2-3 0,-2-1-1 0,1-2 1 16,3-1-5-16,-5 0 2 0,4-4 2 0,-1 1-1 16,-4 2-2-16,3-6 3 0,-3 3-3 0,-2-4-2 15,1 0 0-15,-1 1-2 0,0-2 2 0,-3 5-3 16,0-1 4-16,-2 1 2 0,1 3-2 0,-2 1-1 16,0 1 4-16,-1 6-2 0,3-10 0 0,-1 4-3 15,-2 6-2-15,0 0-4 0,0 0 3 0,0 0 0 16,0 0 3-16,0 0-2 0,3 24 1 0,-4-12 2 15,2 4-2-15,-1 0-1 0,-1 0 5 0,1-4-5 16,2 4 5-16,-1-5-4 0,5 3 2 0,-3-2 2 16,3-2 5-16,0-1-1 0,0 0 0 0,2-1 5 15,0-1 2-15,2 0 1 0,3-3-1 0,0-2 1 16,2 0 4-16,2 0-2 0,0-4-1 0,-3 1 0 16,0-2-5-16,3-2 2 0,0-1-8 0,-3-1 5 15,-2 0-1-15,1-3-1 0,-1-3 0 0,-5 3-1 16,0-5-1-16,-3 3 1 0,0-5 2 0,-2 0-9 15,-3 0 1-15,0-2-2 0,-3 1 2 0,1 1-4 0,-3 0 2 16,2 7-1-16,-1-5 7 0,-2 6 9 16,4-1 1-16,-3 4-3 0,4 1 3 0,2 5-7 15,-5-9 1-15,2 4-4 0,3 5-4 0,0 0-6 16,-4-6-1-16,4 6 0 0,0 0 2 0,0 0 1 16,0 0 2-16,0 0-1 0,18 12 0 0,-10-9 0 15,5 3 0-15,-2-2 6 0,2 2-4 0,-3-1-3 16,2 1 2-16,-1 0 2 0,1-1-4 0,-2 2 4 15,3 0-3-15,-7 0-2 0,4 1 1 0,-1-1 2 16,-2 3-2-16,-2-1 0 0,-1 1 2 0,0 0 0 16,-2 1 2-16,-1-1 0 0,1 2-5 0,-1-2 2 15,1 1 2-15,0-1 4 0,-1 0-6 0,1 2 1 16,1-3 0-16,0-1 7 0,2 2-8 0,0-3 2 16,3 2 3-16,-2-3-1 0,2 0 3 0,1-1-1 15,-3-2 1-15,5-1 0 0,1 1 1 0,1-4-3 0,-2 1 3 16,0-3-4-16,2 1 10 0,-2 0-6 15,0-3-2-15,1-1 0 0,-3 0-1 0,0-3 2 0,1 1-4 16,-4-3 0-16,-1 0 3 0,1 0-2 16,-1-5-1-16,-4 5-1 0,1-6-2 0,-2 5 4 15,0 2 1-15,-2-4-3 0,2 3 1 0,0 3-3 0,0-2 3 16,0 10 0-16,-1-11-2 0,1 11 0 0,0-12-4 16,0 12-9-16,5-5 4 0,-5 5 2 0,9-1 6 15,-9 1-7-15,11 2-2 0,-11-2 10 16,17 8-8-16,-10-2 0 0,1 2-2 0,1 4 2 15,-3-2 2-15,1 5-3 0,-1-1 3 0,-1 2 1 0,2-1 1 16,-4-3 1-16,1 0 0 0,1 0 1 0,-1 0 7 16,2-1-5-16,-3 0 0 0,4-4-1 15,-4 0 3-15,1-1-4 0,0-1 4 0,1 0 2 16,-1-2-2-16,-4-3 3 0,12 4-1 0,-12-4-3 16,11-1 5-16,-11 1-2 0,14-5 0 0,-5 2 2 0,-1-4-3 15,0 0 3-15,0 0 0 0,-1-2-4 0,-1 0 3 16,-1-1-1-16,-1-3 0 0,0 1-1 15,0 0 0-15,-3 1-3 0,0-4 4 0,-1 4-1 0,0 0 1 16,-1 2-3-16,0 0-3 0,-3 2 1 16,4 7-1-16,-5-9-3 0,5 9 1 0,-9-2 11 0,9 2-7 15,-13 11-2-15,3-2-6 0,-3 2-10 0,2 6-14 16,-3 5-20-16,3-6-43 0,0 9-34 16,4-8-42-16,-2 7-113 0,6-6-307 0,-2-2 137 0</inkml:trace>
  <inkml:trace contextRef="#ctx0" brushRef="#br0" timeOffset="-78424.43">8002 13405 65 0,'11'-15'147'0,"0"2"-8"0,-2 3 5 0,-1 2-8 0,1 0-9 15,-1 4-16-15,-1 0-5 0,1 4-13 0,-1-2-7 16,-7 2-7-16,18 6-8 0,-9 1-10 15,0 1-4-15,-1-1-6 0,-3 5-4 0,0-2-5 0,0 0-2 16,-2 3-12-16,-2-2-20 0,3 1-19 0,-4 1-22 16,0-2-32-16,0 0-48 0,-3-1-123 0,-2-1-256 15,0-2 113-15</inkml:trace>
  <inkml:trace contextRef="#ctx0" brushRef="#br0" timeOffset="-78181.42">8493 13031 199 0,'0'0'203'0,"0"0"-8"16,7 20 2-16,-7-2-7 0,0 7-12 0,-3 1-9 15,3 3-12-15,-1 1-13 0,-3 3-14 0,1 0-12 16,-2-3-12-16,0 2-8 0,-1 0-11 0,1-4-10 15,-1 1-6-15,0 0-7 0,-2-4-8 0,2 0-29 16,-2-1-45-16,3-5-39 0,-2-2-47 0,0 1-35 16,-2-5-45-16,0 2-144 0,-1-7-354 0,2-1 156 15</inkml:trace>
  <inkml:trace contextRef="#ctx0" brushRef="#br0" timeOffset="-78028.24">8349 13285 165 0,'0'0'150'0,"16"-6"-35"15,-5 6-33-15,3 0-52 0,6 0-43 0,11 2-27 16,3 3-42-16,21-2-89 0,1-1 41 0</inkml:trace>
  <inkml:trace contextRef="#ctx0" brushRef="#br0" timeOffset="-77281.51">9082 13530 124 0,'9'-2'202'0,"4"-3"-19"16,0 3-16-16,6-5-18 0,-1-2-14 0,2 1-11 15,-2 0-14-15,3-2-9 0,-2-1-10 0,-2 1-1 16,-2 1-15-16,-2-1-5 0,-3 3-4 0,-3-3-2 15,0-1-6-15,-2-1-4 0,0 2-8 0,-2-2 1 16,-2 2-2-16,-1 1-8 0,-1-1-2 0,-3 2-5 16,0 1-4-16,-1 3-1 0,0-1-6 0,-2 2-2 15,-4 1-2-15,-1 4 0 0,-2-1-6 0,3 3 5 16,-5 4-8-16,1 4 6 0,1-3-7 0,0 2-2 16,2 4 3-16,2 0 0 0,3 0 0 0,0 0-1 15,5-4 0-15,0 6-2 0,2-5 3 0,2 1-4 16,5 2 1-16,5-2-1 0,1-1 2 0,2-1 3 15,4-1 1-15,8 0-3 0,1-1 2 0,3-2 0 16,2-4-3-16,4 0 0 0,1-3 3 0,2 1-3 16,-4-2 2-16,0-2 1 0,-5 2 0 0,-1-4-3 15,-1-1 1-15,-8-1-1 0,-1 4 0 0,-1-8-1 16,-1 2-1-16,1 0 4 0,-2-2-3 0,-4-3 2 16,-2 1-2-16,2-3 1 0,-5 2-1 0,-1 0 4 0,-4 3-6 15,-2 0 1-15,-1 0-1 0,0 0 2 16,0 1 1-16,0 10 7 0,-2-11 1 0,-1 5-4 15,3 6-2-15,-9-6-5 0,1 6-1 0,8 0 5 16,-20 10-5-16,6 3 6 0,-1-1-6 0,1 2 0 16,-2 0 3-16,0 5-5 0,3-4 1 0,3 0 0 0,3-1 0 15,1-2 3-15,3 0-3 0,2-3 0 16,0 3 3-16,3-3-5 0,3-1 3 0,-1-1 0 16,3-1-3-16,2 2-3 0,0-5 1 0,2-1-1 15,1 0 6-15,0-2-5 0,0-2 2 0,-1 0 0 16,2 0 0-16,-1 1 2 0,-5-4-2 0,3 1 5 15,1-1 3-15,-4 0-7 0,2-1 1 0,-2 2-2 16,2 0 4-16,-4 0-2 0,0 1-2 0,-5 3-5 16,9-4 1-16,-9 4 0 0,0 0-1 0,0 0 0 15,11 9 7-15,-9-3-5 0,-1 4 1 0,0 0 0 16,-2 3-1-16,-3 4 4 0,2 1 0 0,-2 2 0 0,-2 3 2 16,0-4-3-16,0 1 8 0,1-1 2 15,0-1 1-15,-2-1 1 0,2-1 0 0,0-3-1 16,2-1 1-16,1-1-3 0,-1-2 3 0,2-2-1 15,0 0-4-15,-1 1 3 0,2-8 1 0,-1 10 0 16,1-10 2-16,0 0 1 0,4 8-1 0,-4-8-2 0,9 1-3 16,-9-1 3-16,17-8-17 0,-8 2-29 15,4-4-34-15,2 0-38 0,1-4-36 0,5-3-30 16,-5 3-157-16,1-5-361 0,3-3 160 0</inkml:trace>
  <inkml:trace contextRef="#ctx0" brushRef="#br0" timeOffset="-76903.76">9950 13146 2 0,'1'-12'152'0,"-1"12"-4"0,0 0 1 0,0 0-4 15,0 0-6-15,0 0-4 0,14 32-12 0,-10-20-4 16,0 4-13-16,0 2-5 0,-3 0-8 0,3-1-10 15,-3 0-4-15,3 0-11 0,-3-7-2 0,1 2-6 16,-1-3-7-16,-1-3 0 0,1 0 5 0,-1-6 14 0,3 10 12 16,-3-10 8-16,2 6 4 0,-2-6-13 15,0 0-5-15,0 0-6 0,0 0-8 0,0 0-6 16,3-25-6-16,-2 15-7 0,0-2 2 0,8-4-11 16,-1 1 4-16,0-2-7 0,-5 0-9 0,8 0 0 15,-2 0 1-15,2 2-6 0,-2 0-3 0,0 6 2 0,-1-1 0 16,-2 2-2-16,1 1-6 0,0 0-1 0,0 4-1 15,-7 3-2-15,14 1 1 0,-8 3-6 16,1 3 2-16,3 0-1 0,-1 7 4 0,-4-4-3 16,3 6-3-16,-5 2-10 0,2-1-23 0,-2 2-27 15,-1 1-28-15,2 6-36 0,0-7-36 0,-1 0-26 0,-1 0-35 16,2-2-149-16,0 1-401 0,0-7 179 0</inkml:trace>
  <inkml:trace contextRef="#ctx0" brushRef="#br0" timeOffset="-76259.43">10594 13705 4 0,'-4'-16'184'16,"4"16"-4"-16,7-12-5 0,-2 3-15 0,0 1-3 15,3 1-9-15,-2-3-10 0,3-1-14 0,2-2-5 16,1 1-5-16,0-1 2 0,-1 0-7 0,-2-2-8 16,1 1-1-16,0 1-4 0,1-3-10 0,-4 1-7 15,2 0 3-15,-1-1-9 0,-2 1-5 0,-1 4-4 16,1 1-1-16,-4 1-7 0,1 2-1 0,0 0-9 16,0 2-4-16,-3 5-10 0,4-6-7 0,-4 6-5 15,0 0 1-15,0 0-1 0,0 0-3 0,0 0-6 16,-9 34 4-16,5-19-4 0,0 2-3 0,0-1 0 15,1-1-1-15,1-2-2 0,2 0 2 0,2-2-2 16,0 1 3-16,1-2-1 0,1-2 2 0,-1 0-5 16,6-1 0-16,-4-2 4 0,3-1-1 0,6-3-1 15,-1-1-1-15,5-1 7 0,0-3-7 0,-4 1-2 16,2-2 3-16,1-1 0 0,-6 1-1 0,0-1-1 16,1-1 1-16,-1 0-1 0,-1-1 1 0,0-2 0 0,-4 0-1 15,1 0 0-15,-1 1 2 0,1 1-4 16,-4-2 1-16,0 0 0 0,0 5 0 0,-1-1-3 15,-2 6-3-15,3-7-4 0,-3 7 1 0,0 0 2 16,0 0-2-16,0 0-4 0,0 0 3 0,-8 32-1 0,3-18 2 16,-3 3 1-16,-1 8 2 0,1-3 1 0,1 3-2 15,1-6-1-15,-2 7-2 0,0-3-14 16,4-5-15-16,1 1-24 0,0-1-28 0,3-1-38 16,-4-1-29-16,2-4-45 0,-2-1-188 0,1 0-420 15,3-11 186-15</inkml:trace>
  <inkml:trace contextRef="#ctx0" brushRef="#br0" timeOffset="-76086.53">10666 13227 97 0,'0'0'172'16,"0"0"-25"-16,6-9-29 0,-6 9-33 0,0 0-32 15,0 0-46-15,22 18-49 0,-16-5-65 0,3 1-115 16,-2 2 52-16</inkml:trace>
  <inkml:trace contextRef="#ctx0" brushRef="#br0" timeOffset="-75642.89">8718 14296 98 0,'-8'-1'203'15,"1"0"-17"-15,7 1-16 0,-12-4-17 0,12 4-14 16,0 0-10-16,0 0-16 0,0 0-11 0,39-11-13 16,-10 7-9-16,7-2-11 0,-1 4-11 0,3-3-20 15,-1 2-29-15,1 3-29 0,-1-1-27 0,-3 0-22 16,-2-2-20-16,-2 4-13 0,-12 1-19 0,0-1-77 16,-5 1-215-16,0 0 95 0</inkml:trace>
  <inkml:trace contextRef="#ctx0" brushRef="#br0" timeOffset="-75298.83">9026 14345 93 0,'-6'19'143'0,"-1"5"-1"16,0 2 0-16,0 1-9 0,3 3-2 0,2-1-4 16,-1 1-1-16,1 0-9 0,0 0-4 0,0-2-11 15,0 1-7-15,4-1-13 0,-1-4-7 0,-1-3-6 16,1-4-10-16,-2-4-5 0,2-1-6 0,-1-2-5 15,0 1-5-15,-1-3-2 0,1-8 0 0,0 11-7 16,0-11-1-16,-1 10 1 0,1-10 0 0,-4 6-2 16,4-6-7-16,-10 5-4 0,2-5-8 0,-1 0-6 15,-2-1-7-15,-1-3-2 0,1 1-10 0,-2-1 1 16,3 0-2-16,-3-1 2 0,3-2 6 0,-1 2-6 16,4-2 5-16,-3 1 2 0,2 2-2 0,3 3 0 15,5 1 5-15,-8-8 3 0,8 8-6 0,-7-5 2 16,7 5 0-16,0 0-2 0,0 0 1 0,0 0 1 15,0 0 1-15,0 0-1 0,0 0 2 0,0 0 6 16,28 11-5-16,-11-9 2 0,1-1-5 0,4 3-13 16,6-2-39-16,0-2-41 0,0 0-38 0,0 4-136 15,-6-2-296-15,8-2 130 0</inkml:trace>
  <inkml:trace contextRef="#ctx0" brushRef="#br0" timeOffset="-75069.69">9403 14641 126 0,'-10'2'158'0,"10"-2"8"15,-19 9-1-15,7-4-2 0,-4 5-1 0,0 2-2 16,-7 5-7-16,9-4-4 0,0 0-20 0,0 2-2 16,1-2-17-16,3 1-12 0,2-1-8 0,3 0-5 15,-2 1-9-15,4-3-9 0,3-1-7 0,1 1-3 16,4 0-7-16,2-1 0 0,2-1-9 0,7-2-23 15,2-1-34-15,4 0-31 0,6-3-41 0,0-2-34 16,2-1-45-16,-1 0-26 0,2-1-112 0,-3-2-330 16,1-5 146-16</inkml:trace>
  <inkml:trace contextRef="#ctx0" brushRef="#br0" timeOffset="-74926.72">9784 14677 129 0,'0'0'133'0,"0"0"-21"0,0 0-6 16,14 0-15-16,-14 0-29 0,10 3-31 0,-10-3-32 16,13 2-26-16,-7 1-32 0,0 2-38 0,-1-1-103 15,-5-4 46-15</inkml:trace>
  <inkml:trace contextRef="#ctx0" brushRef="#br0" timeOffset="-74804.25">9807 14825 16 0,'0'0'95'0,"15"0"-23"0,-3-1-33 16,0-1-42-16,5 0-34 0,0-3-40 0,12 1 19 15</inkml:trace>
  <inkml:trace contextRef="#ctx0" brushRef="#br0" timeOffset="-74415.81">10932 14481 84 0,'-9'17'213'0,"0"-2"-23"16,-5 11-18-16,-7 0-16 0,-7 13-15 0,-3-4-12 16,10-7-14-16,-5 0-8 0,1-2-13 0,-13 6-9 15,12-10-12-15,-3-1-3 0,1 0-7 0,2-3-6 16,-1-4-5-16,4-2-8 0,2-7 1 0,2-1-5 15,2-1-7-15,3-3 3 0,2-3-8 0,-1 0-1 16,3-2-6-16,1 0 1 0,2-5-5 0,5-1 0 16,-2-1 0-16,5-4-4 0,7 0 0 0,-2-1-4 15,6-5 1-15,2-1-3 0,1 1 1 16,3 0-1-16,0 3-4 0,1 2 5 0,-2 4-9 0,-1 4 8 16,2-1-1-16,-2 0 3 0,1 4 1 0,-5 3 2 15,2 0 10-15,-1 5 1 0,-3-2-6 16,1 4-2-16,4 6 8 0,-3 2 0 0,-1 1-2 15,-2 3-2-15,-3-1 5 0,3 3-1 0,-3 0-5 16,-2 0 1-16,1 1-5 0,0-2-2 0,4 8 3 0,-4-9-7 16,0 2 2-16,2-1-17 0,-1-2-36 0,2 0-58 15,0-2-65-15,-3-1-211 0,1-3-407 0,3-2 180 16</inkml:trace>
  <inkml:trace contextRef="#ctx0" brushRef="#br0" timeOffset="-74219.76">11217 14550 2327 0,'2'-9'-8'16,"1"2"57"-16,3-1-27 0,-2 1-16 0,0 3-7 16,5-3 5-16,4 4-17 0,4 2-4 0,4-3-4 0,2 2-13 15,5-2-13-15,-9 4-15 0,1 1-29 0,1-2-16 16,-2 1-14-16,-1 1-14 0,-6 1-9 0,-4-1-125 15,-1-1-289-15,-7 0 129 0</inkml:trace>
  <inkml:trace contextRef="#ctx0" brushRef="#br0" timeOffset="-73507.86">11491 14500 1 0,'-21'-10'56'0,"21"10"1"16,0 0 0-16,0 0 4 0,-9-1 23 0,9 1-7 16,0 0-6-16,0 0 2 0,0 0 4 15,-8-3-22-15,8 3 17 0,0 0 13 0,-8 18 26 16,2-5-2-16,1 4-4 0,-7 8 0 0,5 1-4 0,-4 2-3 15,2-1-3-15,2 2-7 0,2 0-5 0,-3-1-11 16,3 1-1-16,2-3-9 0,2 0-3 0,-1-2-10 16,2-5-5-16,0-1-3 0,1 0-9 0,1-1 2 15,1-5-5-15,1 0 1 0,-4-1-5 16,0-2-1-16,1-3 0 0,0 1-6 0,1-1 0 0,-2-6-3 16,0 0-6-16,1 13-7 0,-1-13-8 0,0 0-18 15,0 0-12-15,0 0-5 0,0 0 5 0,0 0-4 16,0 0 3-16,-15-26-7 0,9 18 9 0,2-2-3 15,1-2 12-15,-1 6 2 0,0-3 5 0,3 2 5 16,1 7 9-16,-5-10 0 0,5 10-4 16,-3-5 0-16,3 5-1 0,0 0-1 0,0-7 9 0,0 7-6 15,0 0 5-15,0 0-3 0,0 0-2 0,0 0 5 16,23 10-2-16,-11-5 5 0,2-1 0 0,4 0-2 16,1 2-22-16,1-3-19 0,10-2-28 15,-1 3-19-15,3-2-18 0,-4 0-12 0,0-1-4 0,4-2 6 16,-3-1 12-16,-2 0 2 0,0 1 17 15,1-5 11-15,0 2 10 0,0-2 8 0,-1 0 10 0,-6-1 9 16,-2-2 13-16,-1 0 13 0,0 0 10 0,-2 0 22 16,-3 0 35-16,-5 2-1 0,-1-1 17 15,-1 0-5-15,-4 2-11 0,-2 6 5 0,-1-13 8 16,-4 6 6-16,-5 1 5 0,-1 3 7 0,-1-1 5 16,1 2 1-16,-7 1-4 0,4 4-5 0,-4 1 5 0,1 2-7 15,-1 0-5-15,2 4-2 0,0 3-5 0,0-1-9 16,2 2-3-16,4-1-7 0,1-1 4 0,4-2-14 15,-1 1-1-15,3-2-7 0,3 1-1 16,0-1-2-16,4 0-5 0,6 0-1 0,-1-2 3 16,0-1-4-16,9-2-1 0,-3 1-1 0,4-3-3 15,1 0-2-15,-4-1 3 0,2-2-6 0,-8 2 1 0,1-1-2 16,-3 0 3-16,-8 0-2 0,11 0 3 0,-11 0 0 16,9 1 0-16,-9-1 2 0,0 0-4 0,0 0-2 15,0 0 0-15,0 0-7 0,0 0 8 16,-28 13-2-16,15-8 7 0,-3 3-1 0,1-3 4 15,-4 4 3-15,2-1-2 0,5-2-3 0,1 1 1 0,1 0-4 16,0 2 2-16,1-2-4 0,4 2 1 0,0 0-5 16,2-3 4-16,3 1-3 0,0-7 0 0,3 11-1 15,3-3 3-15,3-1-11 0,4-3-26 16,5 2-33-16,1-3-31 0,12-2-39 0,0 1-50 16,3-2-19-16,6 0-7 0,16-3-136 0,1-2-368 15,3 0 163-15</inkml:trace>
  <inkml:trace contextRef="#ctx0" brushRef="#br0" timeOffset="-73015.36">12603 14720 8 0,'-7'-3'186'0,"7"3"-21"0,0 0-11 15,-8-5-13-15,8 5-6 0,-8-1-10 0,8 1-3 16,-7-6-4-16,7 6-11 0,-8-3-3 0,8 3-11 16,-7-2-3-16,7 2-9 0,-14-2-8 0,14 2 1 15,-9-4-6-15,9 4 5 0,-6-3-5 0,6 3-9 16,0 0 3-16,-9-1-9 0,9 1-4 0,0 0-8 15,0 0-4-15,0 0-2 0,0 0-5 0,0 0-1 16,0 0 0-16,0 0-3 0,40 2-8 0,-20-3 6 16,9 0-4-16,0 2-4 0,1-1 0 0,-3 1-3 15,4-1-2-15,-3-1-13 0,-1 1-21 0,-7 0-29 16,-2 1-27-16,-2-1-40 0,-3 2-36 0,-2-2-23 16,0 2-147-16,-6 0-350 0,-5-2 155 0</inkml:trace>
  <inkml:trace contextRef="#ctx0" brushRef="#br0" timeOffset="-72790.33">12745 14556 154 0,'0'0'165'0,"0"0"1"0,0 0-16 15,0 0 12-15,-14 21-13 0,10-5-7 0,1 0 0 16,3 2-8-16,-2 0-10 0,-4 7-10 0,3 0-8 15,-5 0-7-15,5-6-13 0,2 1-5 0,-1-2-6 16,0 7-4-16,-4-1-14 0,1-5-4 0,3-1-11 16,0 1-14-16,-2-3-32 0,2 1-39 0,1-2-49 15,-2-4-31-15,3 2-49 0,-2-1-139 0,2-3-338 0,2-1 150 16</inkml:trace>
  <inkml:trace contextRef="#ctx0" brushRef="#br0" timeOffset="-72496.95">13400 14450 91 0,'0'0'145'16,"-6"-5"-8"-16,6 5-13 0,0 0-10 0,0 0-13 0,0 0 0 15,0 0-15-15,0 0-3 0,23-1-9 16,-10 4-4-16,7-3-9 0,-2 1-10 0,6-1-7 16,3 2-31-16,-6-2-27 0,-1 0-34 0,2 0-32 15,-11 0-27-15,3 2-68 0,-3 0-189 0,-4-4 84 0</inkml:trace>
  <inkml:trace contextRef="#ctx0" brushRef="#br0" timeOffset="-72137.76">13540 14477 145 0,'-7'16'153'0,"2"0"3"0,1 9-2 0,-3 2-8 15,3 1-11-15,-3 1-4 0,-2 0-12 16,2 0-5-16,3 0-6 0,0 0-10 0,-1 0-14 15,0-6-8-15,1 5-5 0,1-2-5 0,3-5-7 0,-2-3-2 16,2-1-6-16,0 0-9 0,0-5-3 0,0 0-2 16,2-1-5-16,0-2 0 0,-2-3-7 15,0 1-1-15,0-7-2 0,1 12-1 0,-1-12 1 16,2 9-5-16,-2-9 1 0,0 0-3 0,0 0-9 0,-7 6-14 16,7-6-2-16,0 0 0 0,0 0 0 0,-15-12 1 15,15 12-4-15,-10-6 5 0,2 0-1 0,3 2 2 16,-1-1-2-16,6 5-10 0,-10-7 4 15,6 3-6-15,-1 0 7 0,5 4 3 0,-6-6 0 0,6 6 1 16,-5-5 3-16,5 5-6 0,0 0 7 0,0 0 0 16,0 0-3-16,0 0 3 0,0 0 2 0,0 0 2 15,0 0-4-15,22 2 0 0,-3-1 1 0,-3 2-19 16,5 1-19-16,-2-1-12 0,14-1-62 0,-3 0-26 16,1 0-129-16,-4-2-294 0,5 1 130 15</inkml:trace>
  <inkml:trace contextRef="#ctx0" brushRef="#br0" timeOffset="-71887.45">13947 14890 10 0,'-17'0'157'0,"-3"3"1"16,-2 2 1-16,-5 0-13 0,6 4-5 0,-1 1-9 15,0 5-6-15,-1-1-2 0,4 4-5 0,5-4-10 16,1 0-7-16,5 1-14 0,3-1-7 15,1 3-10-15,2-2 4 0,4-1-11 0,0-2-6 16,5 2-3-16,5-1-3 0,1 1-13 0,5-5 0 0,0 0-17 16,6 2-29-16,4-4-13 0,-1-2-35 0,0 0-10 15,4-1-15-15,-4-3-20 0,2 2-14 0,-7-5 1 16,1 1-5-16,-2-4 1 0,6-1-5 0,-6 1 10 16,4-2-72-16,-6-1-200 0,-2-3 89 0</inkml:trace>
  <inkml:trace contextRef="#ctx0" brushRef="#br0" timeOffset="-71685.73">14218 15073 435 0,'7'-15'-30'0,"2"-2"27"0,-3 2 12 0,2-3 11 15,-4 1 16-15,2-1 9 0,-3 2 8 16,1-1-2-16,-2 4 23 0,3 3 27 0,-3 0 16 0,1 1 2 16,-3 1-5-16,0 8-1 0,2-11-10 15,-2 11-15-15,2-6-19 0,-2 6-6 0,0 0 1 16,0 0 2-16,0 0 3 0,-9 23-2 0,4-6-4 16,-2 0 2-16,1 2-3 0,0-2-3 0,0 3-7 0,2-1-8 15,-2 1 3-15,-1 2-5 0,3-5-4 0,-1 1-4 16,3-3-6-16,-1 0 2 0,0 1-8 15,3-4-4-15,-1 0-24 0,1-4-28 0,0 3-32 16,0-1-17-16,0-3-23 0,1 0-39 0,-1-7-15 16,3 9-17-16,-3-9-102 0,0 0-302 0,0 0 135 0</inkml:trace>
  <inkml:trace contextRef="#ctx0" brushRef="#br0" timeOffset="-71265.7">14294 14883 104 0,'9'-10'156'0,"1"3"-9"0,0 0 5 0,2 1-15 16,-1 2-13-16,2 2-7 0,1 0-5 15,-1 4-8-15,-2 1-8 0,3 4-3 0,-3 0-7 16,1 4 0-16,-3-3-5 0,0 0-12 0,0 0-6 16,-5 2-1-16,1-1-5 0,-1 2 2 0,-2 0-5 15,0-2-2-15,-6 2-2 0,0-2-1 0,0 1-7 0,-1-3-1 16,-1 1-3-16,-2 0-6 0,-1-1-1 15,-1-1-5-15,0 0-1 0,1 0-2 0,0-1-2 16,-1-1-3-16,2-2-1 0,3 1-7 0,5-3 3 16,-8 6-6-16,8-6-6 0,-5 4 2 0,5-4-3 15,0 0 0-15,0 0 5 0,0 0-7 0,10 15 5 16,-6-11-4-16,4 1 1 0,1 3-4 0,0-2 0 16,0 3 3-16,-2-2-1 0,1 1 2 0,-2 1 0 15,2-1-2-15,-5 0 2 0,3 1 3 0,-2-2-5 16,-3 0 2-16,4 2 0 0,-3-3-1 0,-2-6 3 15,-2 12-1-15,2-12 0 0,-6 11 3 0,-2-5 0 16,-1 1-3-16,-1-2 5 0,0-1-3 0,-1-3 2 0,-1 4-2 16,-5-2 0-16,4 1 0 0,0-3 2 15,-1 1-7-15,2-2-14 0,3 0-11 0,-2 0-24 16,-1-2-21-16,4 1-42 0,-1 0-46 0,9 1-37 16,-14-6-112-16,14 6-335 0,-5-6 148 0</inkml:trace>
  <inkml:trace contextRef="#ctx0" brushRef="#br0" timeOffset="-70909.16">14865 14964 77 0,'0'0'169'0,"0"0"-3"0,-23 9-11 0,14-2-8 16,-4 1-11-16,0 3-2 0,-1 1-9 0,-1-2 0 15,-1 3-11-15,3 0-6 0,-2 2-6 0,4-4-4 16,0 2-6-16,2 2-8 0,4-5-7 0,1 0-6 16,2 0-8-16,0-3-1 0,2 2-5 0,4-2-3 15,0 0 2-15,1 1-6 0,6-4 1 0,-1 2-3 16,3-3-1-16,2-1-1 0,2 2-4 0,0-3 2 16,3-4-6-16,-2 1-1 0,3-2-3 0,-1-1 2 15,-5 0-1-15,2-2 6 0,-2 1-1 0,-1-4-1 16,-3 0-3-16,-1-2 1 0,0-4 5 0,-5 5-14 15,-1-4-2-15,-4-2-1 0,0 1-5 0,-2 0-1 0,-3 1-7 16,-4 5 0-16,2 0-2 0,-8 0-1 16,1 5-9-16,-4 3-20 0,-11 0-26 0,-2 5-32 15,-3 4-50-15,1 0-59 0,-2 4-69 0,-1-1-155 16,-12 6-444-16,16-6 197 0</inkml:trace>
  <inkml:trace contextRef="#ctx0" brushRef="#br0" timeOffset="-69073.93">11413 14937 32 0,'0'0'64'0,"0"0"-3"16,-10-1-11-16,10 1 4 0,0 0-5 0,-11-2 3 16,11 2-3-16,-6-2 5 0,6 2-4 0,0 0-5 15,-12-2-7-15,12 2 2 0,-10 0-6 0,10 0-11 16,-17 0 0-16,9 1 6 0,-1-1 1 0,0 1-8 15,-3-1-8-15,0 0 0 0,1 0 6 0,-1 0-2 16,2 0 7-16,-3 0-3 0,3 2 0 0,0-2 6 16,-2 0-12-16,3 0-12 0,-1 1 9 0,10-1 8 15,-17 0 0-15,7-1 7 0,10 1-7 0,-14 0 4 16,14 0 3-16,-10 0 4 0,10 0-8 0,-8 0 8 16,8 0-14-16,0 0-13 0,-11-2-2 0,11 2 11 15,0 0-4-15,0 0 5 0,0 0-6 0,0 0 2 16,0 0 7-16,0 0-4 0,0 0 2 0,0 0 3 15,0 0-8-15,0 0 2 0,36 5-6 0,-23-2 4 16,4-2 3-16,1 1-6 0,2-2-1 0,-2-2 5 16,4 5-7-16,-2-2-2 0,0 1 9 0,0 0-7 15,-1-1 4-15,-3 0-4 0,-2-1-2 0,-3 0 0 16,-1 2-4-16,3-2 2 0,-4 0 0 0,-2 0 0 16,-7 0 0-16,12 1 6 0,-12-1-4 0,9 3 2 15,-9-3 6-15,0 0-4 0,8-2-1 0,-8 2-1 16,0 0-4-16,0 0 1 0,0 0-9 0,0 0 5 15,0 0 5-15,0 0 0 0,0 0-2 0,0 0-2 16,0 0-1-16,-29-7 1 0,17 6 4 0,-1 1 0 16,-1 0-3-16,-2-2 0 0,-1 2 0 0,-2 0-3 15,2 0 2-15,-1-1 4 0,2 1 7 0,2 0-9 16,1 0-3-16,0 0 2 0,3 0 0 0,2-1 1 16,8 1 1-16,-14 1-8 0,14-1 8 0,-8 0-3 15,8 0 3-15,0 0 1 0,0 0-4 0,0 0 6 16,0 0-6-16,41 3-1 0,-19-2 1 0,10 0-13 15,-2 0-22-15,3-1-14 0,1 1-30 0,2-1-13 16,-5 0-25-16,-1 2-79 0,-1-2-212 0,-9 0 94 16</inkml:trace>
  <inkml:trace contextRef="#ctx0" brushRef="#br0" timeOffset="-58116.56">14196 15308 8 0,'2'-9'-2'16,"-2"9"-1"-16</inkml:trace>
  <inkml:trace contextRef="#ctx0" brushRef="#br0" timeOffset="-37341.39">13733 15276 15 0,'0'0'47'0,"0"0"-5"0,0 0-3 0,0 0-5 0,0 0-3 16,0 0-6-16,0 0-3 0,0 0 3 0,0 0-3 16,0 0 2-16,0 0-7 0,0 0-6 0,0 0 4 15,0 0 0-15,0 0-3 0,0 0-1 16,0 0-2-16,0 0-3 0,0 0 7 0,0 0-9 15,0 0-6-15,0 0 7 0,-21 10-4 0,21-10 1 0,-6 4 0 16,6-4-2-16,-11 3 0 0,6 0-3 0,5-3 4 16,-14 2-4-16,8-1 4 0,6-1-1 15,-14 5-1-15,8-2 5 0,-3-3-8 0,2 1 2 16,-5 0-1-16,4 3 2 0,-1-5 3 0,9 1-2 16,-18 3 0-16,7-3-2 0,4 1 5 0,-2 1-6 0,0-2 7 15,9 0-5-15,-13 2 1 0,5-1 0 0,8-1 0 16,-8 1 5-16,8-1 3 0,0 0 0 15,-9 2 3-15,9-2-2 0,0 0-3 0,0 0 5 16,0 0-4-16,0 0 7 0,0 0-6 0,17 6-2 16,-5-6 2-16,1 1 0 0,4 3 0 0,4 1-4 0,8-4 0 15,-1-1 6-15,1 4 1 0,2-4-2 0,1 0-2 16,3 3 3-16,4-1-5 0,12-2 6 0,1 2-2 16,-2-1 2-16,3 2-2 0,-1-3-1 15,0 1-2-15,-1 0-1 0,1 2-8 0,4-1-8 16,-3 0-11-16,-1-1-9 0,-1 0-10 0,-3 0-8 0,-7 1 0 15,13-2-30-15,-4 2-84 0,3-2 37 0</inkml:trace>
  <inkml:trace contextRef="#ctx0" brushRef="#br0" timeOffset="-36969.46">15527 15075 60 0,'0'0'100'0,"0"0"-1"0,0 0-7 16,0 0-5-16,0 0-7 0,0 0-2 0,0 0-2 16,14 2-11-16,-14-2-6 0,0 0-12 0,9 3 1 0,-9-3-2 15,11 2-7-15,2-2-2 0,0-2-15 0,9-1-24 16,5-1-20-16,6-3-27 0,1 0-22 15,3-4-78-15,12-3-161 0,3-3 72 0</inkml:trace>
  <inkml:trace contextRef="#ctx0" brushRef="#br0" timeOffset="-36112.51">14133 15325 8 0,'60'3'3'0,"-3"-2"-6"16,1-1-1-16,-7 4 1 0</inkml:trace>
  <inkml:trace contextRef="#ctx0" brushRef="#br0" timeOffset="-31137.44">9656 15588 163 0,'0'0'175'0,"-9"-6"5"0,9 6-11 16,-5-7 3-16,5 7-10 0,-3-6-9 0,3 6-15 15,0 0-17-15,-2-8-14 0,2 8-9 0,0 0-12 16,19-7-6-16,0 4-4 0,11-3-14 0,2 1-3 16,6 3-18-16,-1-3-15 0,-1-1-14 15,1 3-29-15,-1-1-19 0,-2 2-20 0,-3 1-25 0,-3 2-4 16,-8-1-34-16,-7 0-13 0,2 0-6 0,-3 2 5 16,-4-1-82-16,-2 2-230 0,-1-1 101 0</inkml:trace>
  <inkml:trace contextRef="#ctx0" brushRef="#br0" timeOffset="-30792.47">9973 15537 19 0,'-14'3'93'0,"14"-3"-4"0,-4 8 10 0,3 2 4 16,-2 1 12-16,3 3-3 0,-1-1-10 16,-2 6-1-16,2 7 6 0,0 1 9 0,0-2-6 15,-1 2-19-15,0-2-8 0,0 1-5 0,1-2-9 16,0-4-11-16,0-3 0 0,-3 2-9 0,3-1 1 15,1-3-6-15,0-4-7 0,0-1 0 0,-2 3-8 0,0-2-1 16,-1-1-3-16,2-2 1 0,-2-1-6 16,3-7-2-16,-3 7-4 0,3-7 4 0,-3 7-1 15,3-7-3-15,-7 3 4 0,7-3-4 0,-8 2-5 16,8-2 3-16,0 0-3 0,-13-3 0 0,13 3-1 16,-8-8 2-16,8 8-1 0,-9-8 0 0,8 4-3 15,1 4-7-15,-5-9 8 0,5 9-5 0,-3-6-4 16,3 6 0-16,0 0-5 0,0 0 6 0,0 0 2 15,9-7-1-15,-9 7 0 0,16 0-1 0,-6-1-1 16,1 1-14-16,2 1-8 0,0 0-4 0,6 1-21 16,0-2-19-16,-1-2-17 0,4 4-16 0,-3-2-4 15,3 0-34-15,5-2-115 0,-8 4-275 0,0-2 122 16</inkml:trace>
  <inkml:trace contextRef="#ctx0" brushRef="#br0" timeOffset="-30422.52">10405 15817 76 0,'0'0'144'0,"-19"5"8"0,7-1-9 15,-2 1-4-15,-1 2-12 0,5-1-9 0,-2 4-12 16,3-3-8-16,0 2-10 0,2 0-11 0,0 1-13 16,2-2 1-16,5 1-2 0,0 1-11 0,1 1-5 15,2-3-7-15,1 0-2 0,5-1-5 0,0 0 1 16,1-2-7-16,3 0-1 0,1-2-12 0,-3-1-5 15,5 1-2-15,-6-3-10 0,4 0 7 0,-3 1 1 16,0-2-6-16,-4 2 5 0,-7-1-4 0,12-1 6 16,-12 1-1-16,10 0-6 0,-10 0 3 0,0 0 1 15,0 0-4-15,0 0 3 0,0 0-4 0,0 0-2 16,-31 1 5-16,20 4-2 0,-7 0 9 0,0 1 7 16,-1 0-13-16,0 1 22 0,0-1-1 0,2 3 5 15,3 0-8-15,-4 1 1 0,9-4 0 0,-5 5-3 16,4-1-1-16,2-1 4 0,2 0-5 0,0 0-6 15,4 0 8-15,3 2-8 0,-1-3 9 0,4 2-7 16,3-3-10-16,2 0-14 0,4-1-25 0,6 0-29 16,3-4-31-16,8-1-36 0,-2 0-29 0,1-1-106 15,-1-1-289-15,3-4 127 0</inkml:trace>
  <inkml:trace contextRef="#ctx0" brushRef="#br0" timeOffset="-30254.47">10888 15915 95 0,'0'0'137'15,"10"0"-8"-15,-10 0-17 0,13-2-8 16,-5 2-11-16,-8 0-17 0,15 3-34 0,-8-3-36 0,-7 0-28 16,11 2-19-16,-6 1-28 0,-5-3-42 0,6 6-120 15,-6-6 55-15</inkml:trace>
  <inkml:trace contextRef="#ctx0" brushRef="#br0" timeOffset="-30122.62">10902 16012 110 0,'0'0'118'0,"8"15"-20"0,-8-15-5 0,19 0-7 16,-6 0-20-16,6-3-28 0,3 0-43 15,3-3-26-15,4 0-65 0,-3 1-103 0,6-4 45 16</inkml:trace>
  <inkml:trace contextRef="#ctx0" brushRef="#br0" timeOffset="-29149.91">11589 15711 101 0,'0'0'168'0,"0"0"-16"0,0 0-16 16,0 0-12-16,0 0-19 0,0 0-1 0,17-5-18 15,-8 7-4-15,4-1-7 0,-3 1-9 0,2-1-15 16,-1 0 2-16,1 2-16 0,-1-1-5 0,-2 1-7 16,1 1 1-16,2-2-8 0,-6-1-9 0,-6-1-9 15,12 1 0-15,-7 1 4 0,-5-2-8 0,0 0 8 16,12 3-3-16,-12-3-3 0,4 3 4 0,-4-3-3 16,0 0 1-16,3 6 2 0,-3-6 1 0,1 8 4 15,-1-8-6-15,-1 16 11 0,0-6 4 0,-1 2 10 16,0 3-5-16,2 3 11 0,-5 1-1 0,2-2-6 15,3 0 2-15,-1 1-2 0,0-2 7 0,1 2 13 16,0 2-3-16,0-5-6 0,2 4-3 0,-3-5 3 16,-1-1-5-16,2-1-9 0,-2-2 3 0,1 1 2 15,-1 0-5-15,-1-1-3 0,2-2 0 0,-3-1-1 16,1-1 2-16,-6 0-6 0,6 0 1 0,-5 1-2 16,-1-4-7-16,0-1 3 0,9-2-3 0,-14-2 1 15,14 2-1-15,-12-3-1 0,6 0 2 0,6 3-2 16,-7-9-3-16,5 5-2 0,2 4 0 0,-6-10-14 15,6 10-1-15,0-9-4 0,0 9-1 0,0 0 1 16,8-10-5-16,-2 7-4 0,-6 3 1 0,19-2-15 16,-8 2-4-16,-11 0-13 0,27 0-11 0,-9-1 2 15,3 0-2-15,-1 1-3 0,9-3-4 0,-8 1 1 16,8 1 4-16,0 1 5 0,-9 0 2 0,-2-5 5 16,1 0 5-16,-3 2 4 0,-3 0 6 0,0 1 8 15,-4-2 1-15,2 2 14 0,-4-3 15 0,-1 2 4 16,-1-3 13-16,1 2 17 0,0-1 9 0,-6 5 19 15,6-10 15-15,-6 10-6 0,4-7-1 0,-4 7 9 16,3-9-4-16,-3 9-3 0,3-6-6 0,-3 6-3 16,0 0-8-16,3-4-6 0,-3 4 1 0,0 0-7 15,0 0 12-15,4 20 2 0,-4-8-2 0,-2 4-5 16,0 3-1-16,-2-3-12 0,3 4 2 0,0-1-1 16,-1 0-4-16,1-2-1 0,2 2 24 0,-1-7-6 15,0 3-2-15,0-4-6 0,0-1 0 0,2-1-6 16,-2-3-2-16,1 1-1 0,-1-7-2 0,0 10 0 15,0-10-2-15,1 6 0 0,-1-6-4 0,0 0 0 16,0 0-2-16,0 0-3 0,0 0-4 0,8-22-1 16,-8 22-4-16,2-16-2 0,1 0-1 0,2 4-5 15,-5-1 2-15,4-3-3 0,1-1 1 0,4-7-8 16,-3 9 2-16,3-1 1 0,1 2-1 16,2-1 1-16,-4 5 5 0,1 1 0 0,-1 2 6 0,-1 0 1 15,0 4-1-15,2 1 1 0,-2 1 5 0,-7 1-3 16,16 1 3-16,-7 3-2 0,-1 0 2 0,-3 0-3 15,4 3 3-15,-4 2 1 0,1-3 1 0,-4 1 1 16,1 1-4-16,0 1 1 0,0-1 0 0,-3 0-2 16,-3 1-1-16,2-1-1 0,0 0 1 0,-1-1 0 15,0-1-9-15,-2 1-9 0,4-7-10 16,-6 12-7-16,5-8-3 0,1-4-5 0,-4 9-9 16,4-9 2-16,0 7-5 0,0-7 8 0,4 10 0 0,-4-10 3 15,7 8-1-15,-1-2 7 0,-2-1-1 0,4 0 2 16,-3-3 1-16,3 4 3 0,-6 1 0 0,5-2 9 15,-5 1-1-15,2 0 1 0,-4-6-1 16,5 11 8-16,-5-4-2 0,0-7 7 0,-5 12-3 16,1-4 3-16,-2 1-1 0,1-1 2 0,-5-2 2 15,-1-1 1-15,1 2-18 0,1-1-19 0,-1-2-31 0,-2 1-35 16,2-1-45-16,1 1-113 0,-2-1-286 0,0-3 127 16</inkml:trace>
  <inkml:trace contextRef="#ctx0" brushRef="#br0" timeOffset="-28911.53">12498 16086 121 0,'0'0'190'0,"0"0"-31"0,0 0-11 0,13-11-9 15,-1 11-18-15,-2-2-12 0,3 2-9 0,4 0-13 16,0 2-3-16,2-2-30 0,-1 0-14 0,-3-2-32 16,-3 2-11-16,1 0-42 0,-2-1-20 0,-11 1-14 15,21-2-17-15,-13 2-7 0,-8 0-59 0,17-4-175 16,-9 1 78-16</inkml:trace>
  <inkml:trace contextRef="#ctx0" brushRef="#br0" timeOffset="-28735.4">12738 16044 392 0,'2'-4'-30'0,"-2"4"17"0,0 0 18 15,-7-20 42-15,7 20-4 0,-6-12 9 0,6 12-5 16,-5-14 23-16,3 7 3 0,2 7-4 0,-7-11 12 15,7 6 8-15,0 5 6 0,-4-8-6 0,4 8-16 16,0 0-10-16,0 0 2 0,0 0 7 0,0 0 5 16,0 0-4-16,-12 22-5 0,8-7 19 15,-1 3 8-15,3 3-6 0,0-2-10 0,0 6-6 16,-2 1-7-16,1-1-6 0,0 0-7 0,3-7-6 0,-2 2-2 16,2-2-1-16,-2 1-17 0,2-2-28 0,-2-1-23 15,2-3-33-15,0-1-56 0,2-1-49 0,0-2-173 16,-2-1-363-16,5-2 161 0</inkml:trace>
  <inkml:trace contextRef="#ctx0" brushRef="#br0" timeOffset="-28011.79">13095 15949 47 0,'8'-1'168'16,"4"1"-17"-16,-1 0-14 0,3 0-18 0,-1-1-13 16,-2-1-8-16,3 4-9 0,-5-2-11 0,3 1-9 15,-6-1-9-15,-6 0-5 0,13-1-11 0,-13 1-5 16,10 0-10-16,-10 0-8 0,6 1-2 0,-6-1 1 16,0 0-4-16,0 0 1 0,0 0-9 0,0 0-8 15,0 0 9-15,0 0 5 0,0 0 6 0,0 0-3 16,0 0-3-16,0 0 3 0,0 0-6 0,0 0 11 15,0 0-4-15,0 0 6 0,0 0-6 0,0 0 7 16,-26 6-8-16,25-1 20 0,1 6-1 0,-2 2 5 16,2-2-2-16,0 8 0 0,-2-1 5 0,2 2-3 15,0-1 1-15,0 0-5 0,2-1 1 0,-2-1-7 16,0 2 0-16,0-1-7 0,3 0 3 0,-3-4-2 16,2 2-4-16,-2-4 3 0,0 1-6 0,0-3-1 15,-2 0 0-15,1 0-1 0,-1-1-4 0,-4 1 1 16,-2-3-2-16,2 2-11 0,-1-2-11 0,-2-1-8 15,-2 0 1-15,2-3-6 0,0-1-2 0,-1 0 1 16,10-2 2-16,-13 1 7 0,7-1 2 0,6 0-2 16,-12-1 2-16,12 1 2 0,-9-4-1 15,9 4 4-15,-12-3 3 0,12 3-1 0,-6-3 1 0,6 3 3 16,0 0 6-16,0 0-3 0,-9-3 6 0,9 3 2 16,0 0-2-16,0 0-3 0,0 0 0 0,0 0 8 15,27-3-3-15,-20 3-3 0,5 2-2 0,1-1 3 16,1-1 0-16,3 0-3 0,4 1-1 0,1-2-12 15,5 0-11-15,0-1-31 0,-5 1-15 16,8-1-27-16,-1-1-16 0,0-1-5 0,-9 3-12 0,11-4 3 16,-2 2 1-16,-1-1 16 0,-1-1 8 0,0-3 7 15,0 3 8-15,-7-1 8 0,-2 1 12 0,4-3 12 16,-7 2 15-16,-2 0 16 0,-3-1 31 0,1-1 3 16,-3 1 12-16,0 0 23 0,-5 1 19 15,-3 6 3-15,2-13 1 0,-2 13 2 0,0 0 7 16,-7-12-1-16,7 12 4 0,-18-2 9 0,5 4 0 15,-3 4 5-15,-4 5 0 0,-3 3-1 0,-4-2 0 16,2 3-4-16,1 1-7 0,8-1-6 0,1-2-9 16,-1 1-9-16,7-1-4 0,-1 3-3 0,6-5-7 0,2 3-5 15,2-3-3-15,4 0-6 0,6-1-23 16,1 0-35-16,5-2-45 0,10 0-40 0,5-5-55 16,1 1-35-16,-1-3-121 0,6-3-346 0,-1-4 153 15</inkml:trace>
  <inkml:trace contextRef="#ctx0" brushRef="#br0" timeOffset="-27876.1">14036 16289 222 0,'5'-3'259'16,"-5"3"-17"-16,4-7-16 0,-4 7-16 0,0 0-11 15,2-6-21-15,-2 6-13 0,0 0-21 0,0 0-17 16,3-7-13-16,-3 7-21 0,0 0-36 0,0 0-29 16,0 0-44-16,0 0-64 0,4-5-84 0,-4 5-170 15,0 0-363-15,0 0 161 0</inkml:trace>
  <inkml:trace contextRef="#ctx0" brushRef="#br0" timeOffset="-24361.49">15018 16216 2 0,'0'0'214'16,"-12"-1"0"-16,12 1-9 0,0 0-7 0,-6-3-11 16,6 3-8-16,0 0-16 0,0 0-17 0,0 0-14 15,0 0-13-15,0 0-12 0,0 0-8 0,0 0-12 16,0 0-9-16,29-1-8 0,-17-1-7 0,5 2-9 16,5-1-27-16,-3 1-28 0,0 0-25 0,-1 3-39 15,-3-3-48-15,3 4-34 0,-6 0-41 0,0 1-113 16,-5-3-326-16,0 3 145 0</inkml:trace>
  <inkml:trace contextRef="#ctx0" brushRef="#br0" timeOffset="-24201.19">15058 16377 87 0,'0'0'159'0,"0"0"-5"0,-7 2-11 0,7-2-14 0,0 0-10 16,0 0-14-16,0 0-10 0,0 0-3 0,0 0-15 15,25 7-9-15,-9-5-41 0,2-2-40 0,3 0-52 16,-1 2-132-16,7 1-212 0,4-6 94 0</inkml:trace>
  <inkml:trace contextRef="#ctx0" brushRef="#br0" timeOffset="-23845.39">16084 15993 119 0,'0'0'176'0,"0"-6"-21"0,0 6-14 16,0 0-15-16,9-11-6 0,0 5-13 0,1 3-12 16,8-2-11-16,0 2-2 0,9 0-15 0,0-2-2 15,-7 5-17-15,2-1-26 0,5 1-43 0,-7 0-23 16,-1 3-37-16,-6-2-17 0,0 3-17 0,0-1-60 15,-7-1-189-15,-6-2 83 0</inkml:trace>
  <inkml:trace contextRef="#ctx0" brushRef="#br0" timeOffset="-23443.29">16315 15935 113 0,'0'0'100'0,"0"0"-3"15,0 0 14-15,-10 6 7 0,8 1-7 0,-1 3 5 16,1 7 2-16,-1 1-11 0,-1 9-3 16,-1-2-6-16,5 3-8 0,-4 1-8 0,2-1-9 0,0-1-7 15,2-1 1-15,-3-1-8 0,1 1-4 0,1-6-6 16,4 3-2-16,-5-2-6 0,4-1-3 16,0-5-3-16,-1 2-3 0,1-5-28 0,-2 1 0 0,0-2 2 15,1 1-2-15,-1-3-4 0,0 1 6 16,0-3-5-16,-3 0 1 0,3-7 2 0,-6 10-3 15,2-6 4-15,-2-1-10 0,6-3 1 0,-14 1 1 16,4-1-1-16,-1-1-2 0,11 1 5 0,-19-5 0 16,9 0-4-16,1 2 2 0,1-1 3 0,-1-1-3 0,4 1 2 15,-1 1 1-15,6 3 0 0,-10-4 4 16,10 4-7-16,-5-6 0 0,5 6-6 0,0 0 4 16,0 0 4-16,0 0-4 0,0 0 3 0,19-7 7 15,-12 7-8-15,10 0-3 0,1 0 6 0,1 1-5 16,-1-1-10-16,5 2-19 0,-3 0-23 0,3-1-17 15,-2-1-12-15,1 3-14 0,0-2-7 0,-1 0 0 16,-1-1-6-16,1 2-3 0,-2-4-65 0,2 1-197 16,-9 0 87-16</inkml:trace>
  <inkml:trace contextRef="#ctx0" brushRef="#br0" timeOffset="-23239.25">16552 16386 368 0,'7'-7'-33'16,"-3"1"17"-16,2-4 12 0,-3 1 4 0,1 2 31 16,-4 7 8-16,7-17 3 0,-4 10 4 0,-3 7 10 15,3-12 9-15,-3 12 17 0,2-9 1 0,0 4-3 16,-2 5-5-16,1-8-5 0,-1 8-17 0,0 0 2 15,0 0-11-15,0 0 5 0,0 0 4 0,0 0-7 16,0 0 10-16,0 0-6 0,-3 29 3 0,3-18-9 16,0 1 1-16,-1 1-4 0,0-1-5 0,-2 2-9 15,0 4 1-15,1-5-4 0,0 2 2 16,-1-3-4-16,3 2-3 0,-2-1-15 0,0-2-15 0,1-1-9 16,1-10-22-16,-1 19-15 0,0-9-27 0,-1-4-6 15,2-6-14-15,-1 13-11 0,1-8-91 0,0-5-224 16,1 9 100-16</inkml:trace>
  <inkml:trace contextRef="#ctx0" brushRef="#br0" timeOffset="-22867.8">16663 16239 63 0,'13'-12'133'0,"-6"10"-11"16,-7 2 0-16,19-10-11 0,-8 7-5 0,0 2-6 15,0-2-7-15,1 2-11 0,-12 1-6 0,18 2-15 16,-9 0-3-16,-9-2-6 0,14 1-3 0,-14-1-3 16,9 8-6-16,-2-4-7 0,-7-4-6 0,5 10 1 15,-5-10-4-15,1 13-6 0,-1-13 2 0,-3 17-5 16,2-8-2-16,1-9 6 0,-4 20-4 0,1-10-5 16,0-1-1-16,1 2 5 0,0 0-2 0,1 0-2 15,0-2 0-15,1-9-5 0,-2 19-3 0,2-9 3 16,0-10-1-16,0 19-12 0,2-8-2 15,-1 0 2-15,0-2-12 0,-1-9 11 0,5 18-3 16,-1-10 3-16,-4-8 5 0,5 15-8 0,-2-8 5 0,1 2-4 16,-4-9 3-16,9 15 0 0,-7-8 1 0,-2-7 3 15,4 14-2-15,-4-14-3 0,1 9 4 0,-1-9-4 16,0 0-1-16,-3 16 5 0,3-16-7 16,-7 9-6-16,7-9-12 0,-9 7-12 0,9-7-18 0,-13 4-14 15,10 0-22-15,-4-3-87 0,7-1-198 16,0 0 89-16</inkml:trace>
  <inkml:trace contextRef="#ctx0" brushRef="#br0" timeOffset="-22582.41">17078 16331 22 0,'0'0'189'0,"-7"-4"-15"0,7 4-12 0,0 0-22 0,0 0-12 16,0 0-10-16,0 0-10 0,0 0-13 15,24-16-10-15,-7 11-5 0,1 2-11 0,2 1-5 16,2-1-9-16,-3 2-24 0,4-1-31 0,-3 4-28 15,-2-1-23-15,-4-2-30 0,-2 2-27 0,-2 0-101 16,-1-1-227-16,-9 0 101 0</inkml:trace>
  <inkml:trace contextRef="#ctx0" brushRef="#br0" timeOffset="-22377.42">17256 16188 45 0,'0'0'136'15,"0"0"9"-15,0 0-1 0,-13 24 2 0,11-12-8 16,-2 2-10-16,0 2-5 0,-1 3 3 0,0 1-4 16,1-2-12-16,1 1-6 0,-2 7-11 0,3-6-12 15,-2 4-1-15,0-5-12 0,2 5-5 0,0-6-6 16,1 1-5-16,0-2-15 0,0 1-32 0,1-2-46 16,1 1-27-16,-1-5-59 0,1-2-36 0,0 3-105 15,1-4-289-15,-2-9 127 0</inkml:trace>
  <inkml:trace contextRef="#ctx0" brushRef="#br0" timeOffset="-21607.34">17940 16254 64 0,'0'0'151'0,"0"0"-14"15,0 0 11-15,0 0-7 0,0 0 0 16,-14 33-8-16,5-18-9 0,-6 6-8 0,-1 3-16 15,-2-2-12-15,0-2-1 0,0 2-8 0,-3-2-4 16,4 1-4-16,3-7-3 0,0-1-10 0,-1-2 0 16,1 0-11-16,0 0 1 0,3-5-6 0,0 1 2 15,-6-1 0-15,4-3-2 0,2 0-1 0,-1-3-5 16,5 1 2-16,7-1 3 0,-15-3-3 0,8 2-2 16,7 1-4-16,-9-5-1 0,6-2-9 0,3 7 3 15,-1-13-10-15,4 2 1 0,1-1 2 0,2-2-4 16,4 1-3-16,2-3 1 0,1 3-4 0,2 2-2 15,-1-3 1-15,-3 7 0 0,0-2-2 0,-1 3-5 16,0 2 2-16,0 0 2 0,1 0-2 0,-5 6-7 16,-6-2 2-16,19 3 5 0,-9 1 0 0,0 2-5 15,-2 2 4-15,0 0-3 0,0 3 2 0,-1-2-3 16,1 2 5-16,-2-1 0 0,1 1-5 0,0 1 4 16,-2-1 1-16,3 2 2 0,-3-1-16 0,2-1-28 15,0 0-31-15,1 0-31 0,-2-2-45 0,1 0-41 16,3-1-147-16,-5 1-364 0,4-3 162 0</inkml:trace>
  <inkml:trace contextRef="#ctx0" brushRef="#br0" timeOffset="-21112.42">18203 16181 126 0,'0'0'133'15,"18"-6"-18"-15,-7 3-11 0,5 1-15 16,-3-1-3-16,-13 3-10 0,30 2-34 0,-18-1-11 16,2 0-25-16,-4 3-18 0,-10-4-9 0,15 2-24 15,-8 2-5-15,-7-4-9 0,10 5 6 0,-10-5 0 16,0 0 5-16,0 0 6 0,0 0 2 0,0 0 6 16,0 0 5-16,0 0 13 0,0 0 5 0,0 0 17 15,0 0 5-15,0 0 12 0,0 0 5 0,0 0 2 16,0 0 10-16,-37-13-1 0,37 13-6 0,0 0 11 15,0 0 1-15,-12 8 24 0,12-8 5 0,-7 17 1 16,4-4 11-16,1 3 0 0,-2 0 3 0,1 4-5 16,1 4-5-16,-1-6-5 0,1 3 5 0,0-2-13 15,0 6-4-15,2-6 2 0,-3 0-12 0,2-1-5 16,0-1-4-16,1-1-4 0,-2-4-4 0,2 0-3 16,-1 0 0-16,-3-2-1 0,2 0-8 0,-1-1 4 15,-2-2-10-15,1 0 0 0,-1-2-2 0,-2 0 0 16,-1-2-12-16,0 0-11 0,2 0 9 0,6-3-2 15,-14 1 0-15,14-1-7 0,-13-4 8 16,13 4-5-16,-12-3 1 0,9-1-1 0,3 4 0 16,0 0 5-16,-8-6-5 0,8 6 0 0,-3-6-3 0,3 6 9 15,0 0-6-15,0 0-1 0,0 0 2 0,18-3 0 16,-6 3-1-16,-1 0-3 0,4 2-12 0,2-2-15 16,2 3-21-16,2-2-13 0,-2 1-16 15,1 1-20-15,3-1-22 0,-2 1-13 0,2 0-75 16,-3-3-232-16,2 0 103 0</inkml:trace>
  <inkml:trace contextRef="#ctx0" brushRef="#br0" timeOffset="-20762.95">18699 16454 46 0,'0'0'116'0,"0"0"-11"16,0 0-5-16,0 0-5 0,0 0 4 0,-24-7-2 15,24 7-3-15,-25 8-7 0,9 0-3 0,-2 1-8 16,5 0-4-16,2 0-6 0,0-2-8 0,2 4 0 15,2-3-6-15,3 2-2 0,0 1-6 0,-1-3-8 16,4 1-2-16,1 2 2 0,0-11-23 0,5 12 17 16,-5-12-4-16,9 12-4 0,-3-8-6 0,-6-4 4 15,8 6-4-15,-2-1-3 0,-1-1 1 0,-5-4-3 16,9 4-1-16,-9-4 5 0,0 0-7 0,0 0 1 16,7 8-4-16,-7-8 0 0,0 0 1 0,0 0-3 15,-16 6 0-15,5-2 4 0,3 0 5 0,-2 2 4 16,-1-1 2-16,3-1 4 0,0 1 0 0,-2 2 4 15,2-2-1-15,1 0 7 0,-2 1-6 0,2 3 1 16,1-5-6-16,1 5 3 0,1-5-1 0,4-4-2 16,-3 13 0-16,3-7-11 0,0-6 4 15,7 12 2-15,-1-6 1 0,6-1-6 0,-2 1-12 16,1-2-31-16,8 1-33 0,1-3-29 0,1 1-26 16,1-5-25-16,6 2-139 0,-1 0-308 0,-5-1 136 0</inkml:trace>
  <inkml:trace contextRef="#ctx0" brushRef="#br0" timeOffset="-20560.27">19066 16458 101 0,'0'0'186'15,"0"0"-17"-15,0-9-13 0,0 9-15 0,0 0-15 16,9-5-11-16,-9 5-11 0,18-3-18 0,-6 3-3 15,1-1-10-15,0 2-28 0,2-1-25 0,2 0-29 16,-3 0-29-16,-4 3-34 0,0 0-21 0,-1-1-19 16,-1 0-69-16,-3 0-194 0,-5-2 86 0</inkml:trace>
  <inkml:trace contextRef="#ctx0" brushRef="#br0" timeOffset="-20359.13">19174 16338 159 0,'0'0'146'0,"0"0"-7"0,-7-8-15 16,7 8-5-16,0 0-5 0,0 0 17 16,-12 14-8-16,7-7 10 0,-1 5-1 0,-3 4-15 15,0 0 3-15,2 2-9 0,2 2-8 0,-2-1-15 0,3 0-2 16,1-1-12-16,-1 1-4 0,2 0-8 0,1 2-5 16,1-4-4-16,0 1-6 0,2-2-25 15,-3 0-35-15,5-1-38 0,-2-2-56 0,2-2-48 16,0-3-179-16,-4-8-363 0,10 18 161 0</inkml:trace>
  <inkml:trace contextRef="#ctx0" brushRef="#br0" timeOffset="-19603">19671 16248 23 0,'21'-8'109'0,"-2"6"-13"0,-1-2-9 15,-5 1-2-15,-3 2-15 0,-2-2-11 0,-1 2-13 16,-7 1 6-16,12-2-23 0,-12 2-4 0,6-2-11 16,-6 2 0-16,0 0-4 0,0 0 2 0,0 0-4 15,0 0-1-15,0 0-2 0,0 0 3 0,-28-3 0 16,28 3-2-16,-14-1-2 0,8-1 4 0,6 2 4 15,-13-1 9-15,13 1-9 0,-8 0-3 0,8 0 7 16,0 0 7-16,-11 3 4 0,7 1 11 0,-1 3 19 16,-1 1 5-16,2 4 1 0,-3 6 5 15,2 1 1-15,-1 7 3 0,-3 0-2 0,1 0-2 16,2 0-7-16,4 1-1 0,-3-3-5 0,3 2 2 0,-2-7-8 16,3 2-4-16,-1-2-9 0,1-2-2 0,2 1 0 15,-2-6-6-15,2 5 4 0,1-5-5 0,-2-1-1 16,-2 1-5-16,1-2 2 0,0 0 0 0,-2-1-7 15,2-4 2-15,-2 1-7 0,3-6 2 0,-2 11-3 16,2-11 1-16,-10 5 0 0,3-3-1 16,7-2 3-16,-10 0-7 0,10 0-3 0,-10-6 4 15,2 4-6-15,8 2 0 0,-10-10 2 0,6 4-2 16,0 1-1-16,4 5 0 0,-2-14 0 0,2 14 0 16,1-11 0-16,-1 11-3 0,1-10-3 0,3 6 1 15,-4 4-3-15,7-6 5 0,-7 6-1 0,13-1 7 16,-5 2-4-16,-8-1-5 0,19 4 6 0,-7 1-1 15,7-2-15-15,-2 1-6 0,4-2-10 0,1 4-23 16,5-4-21-16,2 2-22 0,1 2-15 0,-1-3-11 16,-1-2 0-16,0 2 1 0,-5-1 3 0,5-2-1 15,-7 0 5-15,1-2 16 0,1-1-58 0,3 1-170 16,-6-1 75-16,-2-2 656 0,-2 0-505 0,-4 0 104 16,1-1-33-16,-5 1 15 0,0-4 10 0,0 2 9 15,-4 0 11-15,1 1 36 0,-5 6 2 0,2-16-7 16,-2 16 6-16,-2-12 2 0,-2 5 3 0,0 4 4 15,4 3 12-15,-9-11-1 0,0 9 3 0,-2 1 12 16,0 2 0-16,1 4-2 0,-4 0-2 0,-1 1 2 16,-1 3-8-16,2 1-6 0,2 3 2 0,0 0 1 15,4-3-7-15,0 1-4 0,4 0-9 0,1 2-7 16,2-3-1-16,2 2-3 0,2-1-2 16,3 4-4-16,3-5-5 0,0 5-13 0,3-5-25 15,1 1-20-15,2-1-35 0,2 0-24 0,1-5-23 16,4 3-10-16,0-5-36 0,-2 2-120 0,1-3-295 0,-1 0 130 15</inkml:trace>
  <inkml:trace contextRef="#ctx0" brushRef="#br0" timeOffset="-19397.29">20443 16573 125 0,'0'0'140'0,"0"0"-7"0,0 0-5 0,0 0 6 16,0 0-4-16,0 0 1 0,-23 29-10 0,16-15-9 15,-1 3-5-15,1-1-16 0,1 1-13 0,-1 0-5 16,0 0-5-16,2 2-4 0,0-2-8 0,3 1-6 16,-1 0-4-16,2 0-3 0,-2-1-15 0,2-6-25 15,1-11-21-15,0 22-24 0,0-22-37 0,1 16-27 16,-1-16-18-16,0 14-17 0,0-14-85 0,0 0-243 16,0 0 108-16</inkml:trace>
  <inkml:trace contextRef="#ctx0" brushRef="#br0" timeOffset="-19037.47">20463 16581 101 0,'8'-5'140'16,"-8"5"-18"-16,16-6-1 0,-8 6-11 0,-8 0-2 0,16 3 0 16,-7 0-3-16,1 1-15 0,-1 3-9 0,-1-1-7 15,0 0-4-15,-1 3-4 0,-3-4-12 0,-1 5-6 16,-3-10-2-16,4 14-1 0,-3-4-6 0,-1-10-2 15,-5 16-2-15,-1-8-2 0,1 2-9 16,-3-2 0-16,-1 2-5 0,1-4-10 0,0 1-12 16,2 2-7-16,6-9-12 0,-12 13 0 0,12-13-23 15,-5 10-3-15,5-10 3 0,0 0 5 0,1 17 6 16,-1-17 4-16,0 0-1 0,9 16 9 0,-9-16 2 16,11 12-5-16,-4-3-6 0,0 0 17 0,-7-9-3 15,9 14 2-15,-5-5-1 0,-4-9 13 0,5 13 11 16,-4-5 9-16,-1-8 10 0,-3 17 5 0,3-17-5 15,-7 16 9-15,-1-8-6 0,-2 1-7 0,0-2-4 16,1 0 6-16,-3-1-7 0,-6 1 4 0,2 0-10 16,-1-1 6-16,0 0-19 0,7-2-31 0,0-1-22 15,1 0-41-15,9-3-31 0,-12 4-78 0,12-4-221 16,0 0 98-16</inkml:trace>
  <inkml:trace contextRef="#ctx0" brushRef="#br0" timeOffset="-18776.89">20824 16776 15 0,'-4'13'156'0,"4"-13"-6"0,2 13-18 0,-2-13-8 0,1 13-5 16,-1-13-13-16,9 10 3 0,-5-5 1 15,-4-5-6-15,10 4-7 0,-10-4-1 0,15 0-1 16,-15 0-8-16,18-4-10 0,-18 4 0 0,16-9-8 15,-6 4-8-15,-1-3-4 0,-3 1-4 0,-1-1-7 16,2-2-5-16,-4 0 0 0,-1-1-10 0,-2 11 2 16,-2-21-8-16,-1 11-17 0,-4 0-16 0,0-2-18 0,-4 5-15 15,-5-6-30-15,-1 7-17 0,-5 0-15 16,-4 0-42-16,-4 5-129 0,-3 1-295 0,-2 1 131 16</inkml:trace>
  <inkml:trace contextRef="#ctx0" brushRef="#br0" timeOffset="-18232.25">19403 16203 114 0,'0'0'102'0,"-10"-9"-6"15,10 9-4-15,0 0-13 0,0 0-11 16,0 0-2-16,0 0 1 0,0 0-24 0,59-8 24 16,-30 10-10-16,7-4-7 0,1 2-7 0,19-6-6 15,-5 7-4-15,7 1-31 0,-3-2-29 0,-3-3-39 16,-2 0-89-16,-13 5-165 0,-3-2 73 0</inkml:trace>
  <inkml:trace contextRef="#ctx0" brushRef="#br0" timeOffset="-2402.7">21760 13469 45 0,'0'0'87'0,"-12"-1"-9"15,12 1-8-15,0 0 1 0,-9 0 0 0,9 0-8 16,0 0 1-16,0 0 0 0,0 0-12 0,0 0 0 16,-10 0-1-16,10 0-4 0,0 0 5 0,0 0-3 15,0 0-5-15,0 0-2 0,0 0-3 0,0 0 2 16,0 0-3-16,0 0 7 0,0 0 0 0,0 0-2 0,0 0 1 15,0 0 9-15,0 0-10 0,0 0 3 0,0 0-6 16,0 0 3-16,0 0-6 0,0 0 0 16,0 0-3-16,0 0-3 0,0 0 2 0,0 0 0 15,0 0-2-15,0 0 0 0,0 0-3 0,0 0-2 16,0 0-3-16,0 0 3 0,0 0-9 0,0 0 2 16,0 0-2-16,0 0 3 0,0 0 11 0,0 0-9 0,0 0 1 15,0 0 0-15,0 0-2 0,0 0 1 16,0 0-1-16,0 0 10 0,0 0-8 0,0 0-1 15,0 0-1-15,0 0-2 0,0 0-4 0,-7-4 6 0,7 4-10 16,0 0-3-16,0 0 4 0,0 0-2 0,0 0-3 16,0 0 2-16,0 0-2 0,0 0-4 15,0 0 0-15,0 0 4 0,0 0-1 0,0 0-5 16,0 0 0-16,0 0 2 0,0 0 0 0,0 0-1 16,0 0 1-16,0 0-2 0,0 0-3 0,0 0 4 0,0 0-2 15,0 0 4-15,0 0-6 0,0 0 5 0,0 0-6 16,0 0 5-16,0 0 0 0,0 0-2 0,31-3 4 15,-11 0-3-15,1 2 0 0,10-1-3 16,1-2 2-16,1 0 2 0,3 0-1 0,0-2 2 0,1 5-5 16,0-3 1-16,-3-1-8 0,1 4-11 0,-5-3-19 15,-3 3-26-15,-7 0-28 0,-1-1-39 0,-9 2-35 16,0 0-145-16,-5 3-336 0,-5-3 150 16</inkml:trace>
  <inkml:trace contextRef="#ctx0" brushRef="#br0" timeOffset="-1721.68">21972 13443 64 0,'1'-7'152'0,"-1"7"-2"0,7-6-10 15,-7 6-7-15,2-8-6 0,-2 8-3 16,3-7-8-16,-3 7 2 0,0 0-6 0,0 0-1 0,2-7-9 16,-2 7-8-16,0 0-9 0,0 0-4 0,0 0-13 15,0 0-5-15,2-7-6 0,-2 7-9 0,0 0-5 16,0 0-7-16,0 0-5 0,0 0-1 0,0 0-1 16,0 0-6-16,0 0-5 0,0 0-3 15,0 0 2-15,3 19 0 0,-3-19-5 0,-1 13 0 0,1-2 0 16,3-1-4-16,-3 2 0 0,1-1-1 0,-1 3 4 15,3 2-5-15,-5-1 4 0,5 2 0 0,-1-1-1 16,-2 0-1-16,-1-2 0 0,2 3-1 0,-1-1 2 16,5 2-3-16,-3-1 2 0,-1-4 0 0,0 5-1 15,2-3-2-15,-3 4-2 0,-2-3 1 0,6 1 5 16,-4 0-4-16,2-4-1 0,0 1 2 0,-3 2-3 16,2-5-1-16,1-2 1 0,-2 1 1 0,-2-2-1 15,1-2 0-15,-2 4 1 0,2-4-2 0,1-6 4 16,-3 11-4-16,3-11-2 0,-1 8 3 0,1-8 2 15,-2 6-5-15,2-6 6 0,-4 6-1 0,4-6-2 16,0 0 2-16,0 0-2 0,-6 6 1 0,6-6-1 16,0 0-2-16,0 0-8 0,0 0-1 0,-12-3-3 15,12 3-5-15,0 0-8 0,-14-7-2 0,14 7-9 16,-9-4 2-16,4 1-3 0,-3 1 2 0,-2-2 2 16,0 1 2-16,1 0 0 0,-1 3 4 0,1-3 1 15,-2 3 6-15,11 0 16 0,-16-1-21 0,7 1 7 16,0 0-2-16,9 0 3 0,-14 0 4 0,14 0-4 15,-12-2 1-15,12 2 6 0,-7 2-2 0,7-2-3 16,0 0 5-16,0 0-3 0,-12-3 7 0,12 3-1 16,0 0 3-16,0 0 4 0,0 0-1 0,0 0 9 15,0 0 3-15,0 0 3 0,24 11 5 0,-16-9-3 16,5-1 6-16,-3-1-1 0,3 0-3 0,4 0-3 16,3 0-2-16,-2 0 8 0,1 0-4 0,-1-1-11 15,0 1 0-15,1 0-29 0,-2 0-18 0,0 1-42 16,1-1-24-16,-1 0-28 0,-3 2-32 0,0-1-96 15,-4-1-282-15,4 0 125 0</inkml:trace>
  <inkml:trace contextRef="#ctx0" brushRef="#br0" timeOffset="-1223.17">22460 13737 112 0,'-6'-3'175'0,"-2"1"-9"16,-3-2-3-16,0 3-12 0,-2 1-9 0,0 1-8 16,1 1-13-16,-2 2-4 0,1-1-8 0,3 4-10 15,-3 0-7-15,3-1-12 0,1 3-8 0,0 0-2 16,3 0-9-16,2-1-5 0,0-2-5 0,3 4-5 16,1-1-2-16,0-9-5 0,5 16-4 0,-1-8-2 15,1 1-4-15,5-5 1 0,-1 2-2 0,1 0-1 16,2-1-4-16,-1-1-7 0,2 0 4 0,0-1-4 15,-3-2 3-15,-1 1-5 0,1-1-2 0,-2-1-2 0,-8 0 2 16,11 0-1-16,-11 0 2 0,12 0-1 16,-12 0-3-16,7 0-1 0,-7 0-2 0,0 0 2 15,8-3-2-15,-8 3-1 0,0 0 0 0,0 0 1 16,0 0-4-16,0 0-2 0,0 0 1 0,0 0 1 16,-20-7 0-16,20 7-2 0,-22 1-3 0,10 3 3 15,0 0-3-15,-4 0 3 0,-2 1 5 0,-1 2 1 16,4 1 2-16,-3 1 0 0,1 0 4 0,2 1-5 15,1 0 1-15,1-2 5 0,6-1-7 0,-1 2 1 16,3 1 2-16,-2-1 1 0,2-1 0 0,3 1-2 16,-1-1 0-16,3-2 4 0,0-6 0 0,5 13 2 15,2-8-6-15,-2 0-3 0,6-1 4 0,2 1 1 16,0-3 1-16,5 0-3 0,-2-1-19 0,3 0 5 16,0-1-2-16,1 0 5 0,-1-1-5 0,0 0-6 15,3 0-15-15,-5 0-22 0,0-1-21 0,-1 2-30 16,-1-4-33-16,-2 2-24 0,1 1-27 0,-2-2-138 15,0 1-351-15,-2 1 155 0</inkml:trace>
  <inkml:trace contextRef="#ctx0" brushRef="#br0" timeOffset="312.45">23001 13405 137 0,'-5'-4'158'0,"5"4"-15"0,-12-7-13 16,4 5-6-16,-2 1-4 0,-4 4-6 0,-1 1-9 16,-3 5 14-16,-5 5-12 0,4 2-9 0,-2 5-2 15,5 2-4-15,-2 3-2 0,4 1-4 0,0 2-3 16,2-2-10-16,1 0 2 0,4 2-10 0,0 1 0 16,4-2-10-16,-1-7-3 0,5 8-4 0,2-3-3 15,2-1-6-15,2 0-1 0,-1-8-5 0,4 2-3 0,2-4-1 16,7 4-1-16,-4-7 1 0,4 0-4 15,-2 0-9-15,3-2 2 0,1-2-27 0,4 0-33 0,-7-2-45 16,1 1-37-16,-2-3-42 0,1-1-43 16,-5 0-113-16,-1-2-348 0,-1-2 155 0</inkml:trace>
  <inkml:trace contextRef="#ctx0" brushRef="#br0" timeOffset="566.54">23255 13605 1191 0,'4'-16'81'0,"0"3"35"0,-3 3 24 0,-1-1-25 16,1 5-27-16,-1 6-18 0,3-12-22 0,-3 12-16 15,1-4 1-15,-1 4 14 0,0 0 17 16,0 0 9-16,0 0 2 0,1 27 7 0,-1-11-7 16,-2 4-4-16,-2-1-1 0,2 0-10 0,-2 1-4 0,0 6 1 15,0-7-9-15,0 9-1 0,1-8-7 0,0-1-1 16,-2 6-7-16,2-5 2 0,1-1-7 0,-1 0-2 15,2-2-3-15,-2-1-12 0,2-4-20 16,1-1-30-16,0 1-38 0,1-2-52 0,0-3-44 16,2 0-45-16,-2 0-168 0,-1-7-418 0,0 0 186 0</inkml:trace>
  <inkml:trace contextRef="#ctx0" brushRef="#br0" timeOffset="732.37">23410 13704 97 0,'9'-5'168'0,"2"3"-6"0,-1-4-13 15,4 2-14-15,0 1-15 0,6 1-11 0,-1-1-13 16,3 0-13-16,-1 2-36 0,0 1-49 0,7-2-49 16,1 1-135-16,-8 0-201 0,0 1 90 0</inkml:trace>
  <inkml:trace contextRef="#ctx0" brushRef="#br0" timeOffset="1126.73">23968 13540 21 0,'0'0'199'0,"0"0"1"15,-11 17-4-15,3-8-7 0,-3 4-13 0,0 1-9 16,1 1-12-16,-4 1-10 0,1 1-8 0,-1-3-11 15,1 2-11-15,1-3-8 0,0 0-12 0,2-5-7 0,1 2-9 16,-3 1-3-16,3-5-8 0,2-1-5 0,-1 1-5 16,-1-2-4-16,9-4-3 0,-14 4-7 15,14-4-3-15,-15 2-1 0,15-2-1 0,0 0-3 16,-18-8-5-16,18 8-2 0,-10-6-4 0,8 1-3 0,2 5-4 16,-6-12-1-16,6 7 0 0,0 5-2 0,1-14-1 15,-1 14-7-15,5-12 0 0,-2 5 1 16,3 2 0-16,3-2 2 0,-2 3-6 0,-1 1-5 0,4 0 1 15,-2 1 0-15,2 2 2 0,-10 0-5 16,18 2 3-16,-10 2 0 0,-2-1-3 0,2 1 1 0,1 3-1 16,0 0 0-16,-2 1 5 0,1 0-4 0,0 2 1 15,-1-2 1-15,1 1 2 0,0 0-3 0,-1 1 2 16,2-2 3-16,-1 3-3 0,1-3-10 16,0 0-33-16,-3 0-39 0,2 0-44 0,1 1-48 15,0-2-55-15,-4-1-161 0,0-1-422 0,-5-5 188 0</inkml:trace>
  <inkml:trace contextRef="#ctx0" brushRef="#br0" timeOffset="1362.51">24201 13404 114 0,'1'-6'206'0,"-1"6"-20"0,4-6-16 16,-4 6 17-16,0 0-3 0,19 19-9 0,-10-4-10 15,3 9-14-15,0 2-11 0,-3 3-8 16,-2 0-10-16,-1 3-8 0,-1-3-11 0,-4 0-6 0,1 1-10 16,-4 0-6-16,1 0-8 0,-9 0-7 0,4 2-6 15,-5-3-5-15,-4 0-11 0,0-4-23 0,-2-1-27 16,2 1-41-16,-5-3-37 0,-1 0-38 16,0-5-55-16,-2 1-207 0,0 0-414 0,-2-5 184 15</inkml:trace>
  <inkml:trace contextRef="#ctx0" brushRef="#br0" timeOffset="2252.35">24752 13671 171 0,'0'0'169'0,"-11"0"-7"0,11 0-12 16,0 0-17-16,-9 1-8 0,9-1-6 0,0 0-13 16,0 0-11-16,0 0-8 0,0 0-4 0,0 0-9 0,0 0-5 15,0 0-4-15,29 1-9 0,-11-1-7 16,1-1-2-16,2 2-3 0,0-1-5 0,-1 0-7 16,2-1-21-16,-3-2-30 0,0 3-34 0,-2-1-35 15,-4 2-41-15,-1-1-138 0,-4 0-288 0,-8 0 128 0</inkml:trace>
  <inkml:trace contextRef="#ctx0" brushRef="#br0" timeOffset="2439.11">24790 13786 73 0,'-9'1'184'0,"9"-1"-1"15,0 0-10-15,0 0-15 0,0 0-15 16,0 0-11-16,0 0-13 0,0 0-9 0,0 0-11 0,34 2-12 15,-23-2-9-15,7 1-20 0,-2 0-32 0,-1 0-40 16,1 0-42-16,4-1-40 0,-7 1-40 0,5 2-85 16,0-3-238-16,0 0 106 0</inkml:trace>
  <inkml:trace contextRef="#ctx0" brushRef="#br0" timeOffset="3434.59">25548 13530 14 0,'0'0'93'0,"0"0"-7"0,0 0 0 16,0 0-11-16,0 0-10 0,0 0 7 0,0 0-4 15,0 0-4-15,0 0-8 0,0 0 2 0,0 0-4 16,0 0 1-16,0 0-5 0,0 0 2 0,0 0-4 16,0 0-5-16,0 0-7 0,0 0 7 0,0 0-7 15,0 0-8-15,0 0 9 0,0 0-9 0,0 0-2 16,0 0 1-16,0 0-4 0,0 0-1 0,0 0 3 15,0 0-7-15,0 0-3 0,0 0 3 0,0 0 0 16,0 0 1-16,0 0 2 0,0 0-5 0,0 0 1 16,0 0-1-16,0 0-4 0,0 0 2 0,0 0-9 15,0 0 7-15,0 0-1 0,0 0-5 0,0 0-1 16,0 0 1-16,0 0 1 0,0 0 0 0,0 0-3 16,0 0 0-16,0 0 0 0,0 0 2 0,0 0-4 15,0 0 5-15,0 0-9 0,0 0 7 0,0 0-1 16,0 0-3-16,0 0 3 0,0 0-1 0,0 0-1 15,0 0 5-15,0 0 1 0,0 0-2 0,0 0 3 16,0 0-4-16,0 0 0 0,0 0 4 0,0 0-1 0,0 0-2 16,0 0-1-16,0 0 3 0,0 0 1 0,0 0-3 15,0 0 1-15,0 0-3 0,0 0 1 16,0 0 1-16,0 0-3 0,0 0 4 0,0 0-7 16,0 0-1-16,0 0 7 0,0 0-4 0,0 0-1 0,0 0 1 15,0 0 3-15,0 0-5 0,0 0 3 0,0 0 2 16,-32 0-1-16,32 0-1 0,0 0 8 15,-9 1 0-15,9-1-2 0,0 0 5 0,0 0 2 0,-10-1-5 16,10 1-1-16,-8-2 0 0,8 2-1 0,0 0-5 16,0 0 2-16,-14 2 4 0,14-2 1 0,0 0-2 15,0 0-3-15,0 0 6 0,0 0-7 0,-7-2 3 16,7 2-3-16,0 0 5 0,0 0-4 16,0 0-2-16,0 0 2 0,0 0 1 0,0 0-1 0,34-4 3 15,-16 3-8-15,2 0 6 0,9-3-1 0,-2 2-3 16,1-2 0-16,-6 3-3 0,0 1-1 0,-2-3-11 15,3 0-13-15,-6 2-14 0,-2-1-23 0,-2 1-19 16,1 0-24-16,-4 1-29 0,-1-1-22 0,1 1-84 16,-10 0-260-16,8-2 115 0</inkml:trace>
  <inkml:trace contextRef="#ctx0" brushRef="#br0" timeOffset="3863.64">25705 13485 129 0,'0'0'169'0,"0"0"-16"0,0 0-17 0,0 0-12 15,0 0-10-15,0 0 22 0,-3 22 1 0,3-11-10 16,0 6-14-16,-5 1-4 0,5 6-5 0,-2-5-7 16,-1 7-8-16,-1-2-2 0,2-4-9 0,0-2-5 15,0-1-6-15,2 2-2 0,-4-2-11 0,4 0-2 16,-1 1-4-16,1-3-5 0,1 0-4 0,-1-1-6 15,1-3 1-15,-2 1-5 0,1-1 1 0,-1-2-6 16,1-2-3-16,0 3-1 0,0-1-1 0,-2-3-2 16,2-6-2-16,-2 10-1 0,2-10 0 0,-5 10 2 15,2-7-6-15,0 2 0 0,3-5-3 0,-9 6-8 16,9-6-9-16,-12 5-2 0,3-5-6 16,9 0-3-16,-18 0 3 0,9-3-4 0,0 1-1 0,0 0 2 15,3-2 6-15,-2 0 0 0,2 1 0 0,6 3 1 16,-9-8 2-16,5 4 0 0,4 4 0 0,-9-6 3 15,9 6 1-15,-3-5 3 0,3 5-2 0,0 0-3 16,0 0 3-16,0 0 2 0,12-10 0 0,-5 10 1 16,-7 0 2-16,18 0-2 0,-5 0 8 0,0-2-9 15,1 2 3-15,4-1-2 0,4 2 0 0,-4-1-26 16,2-1-20-16,-1 2-31 0,3-3-27 0,-3 2-30 16,2-2-17-16,-5 1-141 0,-1 1-321 0,-4 0 141 15</inkml:trace>
  <inkml:trace contextRef="#ctx0" brushRef="#br0" timeOffset="4072.66">25944 13755 163 0,'0'0'166'0,"0"0"-14"0,0 0-7 0,0 0-20 0,0 0 3 16,0 0 6-16,0 0 4 0,0 0-11 0,6 27-5 15,-10-10-5-15,2-2-7 0,-4 2-9 0,1 1-8 16,1-1-10-16,0 2-8 0,1-2-7 0,-1 3-9 15,-1-1-2-15,2 0-7 0,1 0-5 0,0-4-12 16,0-1-23-16,2-2-31 0,0 1-43 0,0-2-38 16,0-1-45-16,0-1-43 0,0 1-107 0,-2-2-320 15,2-8 141-15</inkml:trace>
  <inkml:trace contextRef="#ctx0" brushRef="#br0" timeOffset="4476.45">26014 13771 124 0,'0'0'168'0,"13"-3"7"0,-13 3-2 0,15 1-8 16,-15-1-10-16,12 8-14 0,-3-1-9 0,-5 1-8 16,2 1-9-16,-4 1-13 0,0 0-12 0,0-1-6 15,-2 2-5-15,0 0-11 0,-2-1-7 0,-2-1-3 16,-2 2-5-16,-2 3-4 0,1-5 0 0,-1 1-3 15,-2 0-13-15,3-1-2 0,-1-2-6 0,3 1-3 16,-2-3-13-16,2 1-10 0,1-1-16 0,4-5-9 16,-4 10-5-16,4-10 0 0,-2 9-7 0,2-9 2 15,0 0 1-15,4 7 11 0,-4-7-16 0,7 7 4 16,-7-7 5-16,11 4 3 0,-6-1 8 0,-5-3-1 16,8 6-2-16,-3-2 2 0,1-2 7 0,0 1-1 15,-6-3 6-15,8 8 11 0,-5-3 1 0,1-1 9 16,-4-4 2-16,0 10 6 0,0-10-4 0,0 9 8 15,0-9 1-15,-6 10 2 0,1-3 3 0,-1-3-2 16,0 1 3-16,-5 3-1 0,0-3-3 0,0 2-4 16,0-1 4-16,0 0 0 0,-3-2-11 0,3 0 0 15,-1 0-18-15,-1-2-12 0,4 0-24 0,-5-1-29 16,8-1-34-16,6 0-37 0,-13-1-174 0,3 1-338 16,10 0 149-16</inkml:trace>
  <inkml:trace contextRef="#ctx0" brushRef="#br0" timeOffset="4676.46">26250 13877 176 0,'0'0'172'0,"20"-5"-16"15,-9 2-12-15,3 3-17 0,4-3-14 0,4 2-7 16,-3-2-14-16,0 1-5 0,2 1-22 0,-3 0-31 15,-1 1-27-15,0 0-23 0,-4-1-29 0,-1 1-31 16,-4-2-16-16,-1 1-83 0,-7 1-191 0,0 0 85 16</inkml:trace>
  <inkml:trace contextRef="#ctx0" brushRef="#br0" timeOffset="4864.46">26473 13758 110 0,'0'0'149'0,"-5"-8"-4"0,5 8 6 0,-1-9 4 16,1 9-4-16,-2-7-16 0,2 7-14 0,0 0-14 15,0 0-5-15,0 0 9 0,0 0-1 0,0 0-6 16,-11 27-2-16,7-13 0 0,-2 3-4 0,3 2-8 16,-6-2-8-16,4 2-11 0,1 0-8 0,-2 1 1 15,3-2-4-15,-6 0-11 0,4 7-2 0,1-9-14 16,-1 3-26-16,3-7-35 0,-2 3-45 0,2-3-70 16,0 1-60-16,-2-1-143 0,2-2-374 0,2-10 166 15</inkml:trace>
  <inkml:trace contextRef="#ctx0" brushRef="#br0" timeOffset="5466.39">26879 13595 34 0,'7'-12'164'0,"-3"10"-15"16,8-2-14-16,1 0-16 0,5 3-7 0,0-2-16 15,0 3-8-15,1-1-11 0,-4-1-4 0,4 2-11 16,-5 0-16-16,-3 0-18 0,-1 0-27 0,-1 0-9 16,-9 0-6-16,10 0-4 0,-10 0 0 0,7 0 5 15,-7 0 0-15,0 0 1 0,0 0 2 0,0 0 3 16,0 0-3-16,0 0 8 0,0 0 2 0,0 0 2 15,0 0 2-15,0 0 6 0,-34 0 4 0,34 0-11 16,-8 0 0-16,8 0 11 0,-7 3 2 0,7-3 8 0,-4 4 3 16,4-4 0-16,-6 8 6 0,2-3 6 15,2 3 4-15,0 0 10 0,-3 3 3 0,5 1 4 16,-4 4 4-16,0 1-2 0,2 1-1 0,-1 0-4 16,-2 1-3-16,1-1-4 0,4 1-2 0,-3-1-1 0,3-1 0 15,-2-2-5-15,2 1-5 0,0-1-1 0,0-2-6 16,0-2-3-16,-2 0-1 0,0-1-7 15,2-1 17-15,-2 0-2 0,2-1-4 0,-3-1-1 0,-1-2-1 16,2 2-4-16,-5-2-2 0,2 1-2 0,-1-1-2 16,1-1-8-16,-3-1-7 0,-2 0-5 0,10-3-2 15,-13 1-3-15,13-1-8 0,-13-1 3 0,13 1-2 16,-12-4-5-16,8 0 4 0,-3-1 5 0,7 5 1 16,-6-8-2-16,6 8 2 0,-8-5 1 15,8 5 1-15,-2-7 4 0,2 7 0 0,0 0-3 0,-4-5-2 16,4 5 3-16,0 0 1 0,0 0 3 0,0 0 3 15,20-1 3-15,-20 1-3 0,13 1 3 0,-3-1-1 16,-1 0-3-16,1 3 4 0,2-1 0 0,-1 1 0 16,0-2-1-16,3 2-2 0,-3 0-6 0,0-1-26 15,1 2-39-15,1-3-58 0,1 2-43 0,-3-1-150 16,0 2-345-16,0-3 152 0</inkml:trace>
  <inkml:trace contextRef="#ctx0" brushRef="#br0" timeOffset="5795.38">27361 13807 163 0,'0'0'217'0,"0"0"-14"16,-6-10-14-16,6 10-10 0,-11-3-13 0,11 3-5 15,-20 6-8-15,8 2-5 0,-4-2-10 0,-3 7-6 16,3-3-6-16,-4 7-4 0,6-5-10 0,-1 1-12 15,3-1-6-15,1 2-8 0,4-4-7 16,-2 5-6-16,5-4-7 0,-1-3-8 0,5 3-7 0,0-2-1 16,2 3-5-16,3-4 0 0,1 1-3 0,2-2-2 15,0 3-7-15,3-5-3 0,7 2-1 0,-5-1 0 16,6-2-7-16,0-2 1 0,0 0-4 0,-1 1-3 16,-5 0-2-16,-1-4-7 0,1 1-13 0,0 1-10 15,-3-2-10-15,1 1-15 0,-3-2-16 0,0 1-20 16,-8 1-18-16,11-3-29 0,-5 0-20 0,-6 3-10 15,9-3-18-15,-9 3-14 0,7-4-14 0,-7 4-127 16,3-5-355-16,-3 5 157 0</inkml:trace>
  <inkml:trace contextRef="#ctx0" brushRef="#br0" timeOffset="7490.73">27558 13844 62 0,'0'0'157'0,"6"-8"-1"16,-2 5-4-16,-4 3-10 0,4-6-10 0,-4 6-11 16,0 0-17-16,0 0-11 0,5-4-3 0,-5 4 3 15,0 0 3-15,0 0 0 0,5 20-8 0,-2-11-4 16,-6 1-6-16,3 1 0 0,0 2-5 0,-5 3-6 15,5 0-2-15,-2 0-6 0,0-4-11 0,0 4-3 16,-3 1-5-16,3-6 0 0,2 1-10 0,-2 1-1 16,0-2-20-16,1 0 0 0,1 1 1 0,-1-2-1 15,1 0 3-15,0 0-11 0,0 1-15 0,0-3-20 16,0 1-16-16,0-9-33 0,-3 13-35 16,3-7-28-16,0-6-21 0,0 10-126 0,0-3-318 0,0-7 142 15</inkml:trace>
  <inkml:trace contextRef="#ctx0" brushRef="#br0" timeOffset="7920.69">27635 13858 72 0,'0'0'136'0,"21"-5"2"0,-10 4-12 15,1-1-11-15,1 2-6 0,-1 0-6 0,-1 2-8 16,-1-1-12-16,2 3-3 0,-3 1-2 0,-3-1-3 16,1 1-2-16,1 3-4 0,-6-2-8 0,0 3 4 15,-2 1-5-15,0-2-10 0,-4 3-3 0,-2-2-2 16,0 0-5-16,-1 0-4 0,-1 0-2 0,0 0-6 16,1 0-1-16,1-1-4 0,1 1-5 0,-3-2 1 15,3 1 0-15,0-2-6 0,1-1-5 16,4-5-1-16,-5 10-5 0,5-3-5 0,0-7 3 0,1 10-6 15,2-4 4-15,2-3 1 0,0 4-4 0,0-2 1 16,1 0-1-16,1-1-3 0,1 1 7 0,-3-1-6 16,2 1-8-16,0 2 10 0,-2-5 2 15,0 5 6-15,0-3-6 0,-5-4 0 0,8 7-3 16,-6-4 2-16,-2-3 3 0,2 6-1 0,-2-6-2 0,2 7 4 16,-2-7 3-16,0 0-6 0,-8 9 6 0,0-5-9 15,1-2 9-15,-1-1-6 0,-1 2 1 0,-1-1-1 16,0 2-10-16,-1-1-7 0,1-1-9 0,3-2-17 15,7 0-29-15,-12 2-28 0,12-2-31 0,-10 0-107 16,10 0-259-16,0 0 115 0</inkml:trace>
  <inkml:trace contextRef="#ctx0" brushRef="#br0" timeOffset="8269.84">28006 13952 57 0,'7'-4'176'0,"-7"4"-6"0,0 0-19 0,0 0-9 0,0 0-2 16,0 0-8-16,-16 18-5 0,10-8-9 0,0 1-15 15,-6 3-1-15,3 0-8 0,0 2-7 0,4-1-14 16,0-5-3-16,3 2-8 0,0-1-7 0,2 1-3 16,2-3-6-16,1 2 0 0,2-4-3 0,2 2-6 15,1-3 1-15,2-3-8 0,1 1 3 0,1-3-2 16,0-1-3-16,1 2 1 0,-1-5 1 0,2-1 2 15,-4 1 2-15,1-2-2 0,1-1 1 0,-2-1 14 16,-2-1 1-16,-1-1-6 0,0-2 3 16,-3 0-10-16,0-4-5 0,-2 0-2 0,-2-1 0 0,-2 1-6 15,2-2-1-15,-5 1-5 0,1 5-3 0,0 0 2 16,-1 1-8-16,-4 3-3 0,1-2-13 0,-1 5-10 16,-3-1-14-16,3 4-20 0,9 1-28 0,-25 3-33 15,14 1-35-15,-7 2-35 0,2 3-29 0,-1 2-118 16,-1-2-356-16,1 1 158 0</inkml:trace>
  <inkml:trace contextRef="#ctx0" brushRef="#br0" timeOffset="11920.17">21293 14963 14 0,'0'0'127'0,"-6"-5"10"0,6 5 1 0,-6-7 4 0,6 7-12 16,-4-4-8-16,4 4-14 0,0 0-5 0,0 0-17 16,-3-9-9-16,3 9-7 0,0 0-9 15,14-8-1-15,-1 4-9 0,4-1-6 0,3 1-3 16,2-2-5-16,5 0-18 0,0 0-17 0,-1 2-23 15,-4 2-26-15,-2-2-19 0,-2 3-28 0,-5 1-21 0,-1-2-90 16,-1 4-222-16,-3-2 99 0</inkml:trace>
  <inkml:trace contextRef="#ctx0" brushRef="#br0" timeOffset="12316.6">21449 14917 139 0,'-4'5'149'0,"1"4"1"16,-3 1-12-16,1 2-5 0,0 1-6 0,0 5-2 15,-1 1-11-15,1-1-9 0,1-1-7 0,0 2-11 0,1-1-6 16,-1 0-6-16,2 0-6 0,-3-1-8 0,4-5-4 16,-2 0-7-16,2 1-2 0,1-1-5 15,0 0-9-15,0-1 2 0,-1-2-3 0,1 3-5 16,1-6 3-16,-1-6-7 0,-1 14-4 0,1-8-1 15,0-6-1-15,-2 10-2 0,2-10-3 0,-1 8-3 16,1-8 5-16,0 0-6 0,0 0-6 0,-3 11-7 0,3-11-2 16,0 0-5-16,-10-1 2 0,10 1 0 15,0 0-2-15,-15-4 1 0,15 4 2 0,-9-2 1 16,9 2 0-16,-9-4 2 0,9 4 0 0,-5-4 0 16,5 4-3-16,0 0 0 0,-10-3 1 0,10 3-1 15,0 0 0-15,0 0 2 0,0 0-3 0,0 0 4 0,0 0 2 16,0 0 0-16,0 0 0 0,0 0 3 0,29-4-4 15,-10 3-3-15,-2 0-19 0,3 1-12 16,2 0-24-16,6-2-27 0,-1-1-15 0,-5 3-14 16,6-3-24-16,-7 2-93 0,-1-1-252 0,0 1 112 15</inkml:trace>
  <inkml:trace contextRef="#ctx0" brushRef="#br0" timeOffset="12698.58">21776 15150 8 0,'-7'2'141'0,"-5"2"-8"0,3-1-5 16,0 1-6-16,-1 3-4 0,0-1-11 15,4 1-6-15,-1-2-12 0,2 2-4 0,0 0-12 16,2-1-1-16,3-6-11 0,-1 17-7 0,2-9-3 16,-1-8-4-16,7 14-1 0,-2-7-10 0,0-3-1 15,3 3-9-15,-1-1-5 0,2-1-10 0,0-2-5 16,-1-2-3-16,3 2-2 0,-3-2-6 0,0 1 0 0,-2-1 2 15,-6-1-2-15,11 3 0 0,-11-3-10 0,0 0 19 16,10 0-18-16,-10 0 4 0,0 0 6 16,0 0-3-16,0 0 1 0,0 0 6 0,0 0-3 15,0 0 7-15,0 0-1 0,-32 0 15 0,21 3-4 0,-1-1 8 16,3 1-1-16,-3 1-4 0,1 3 14 0,0 2 0 16,0-2 4-16,2 1 0 0,-1 4-1 15,1-1 3-15,1-2 1 0,3-1-5 0,1 2 0 16,0 1-3-16,0 0-2 0,4-1-2 0,0-1 0 15,2-2-4-15,0 2-2 0,2-4-3 0,1 4 0 16,3-1-6-16,2-4-14 0,0 0-29 0,4 1-28 0,-1-4-31 16,5 0-36-16,0-1-28 0,1-2-117 0,-1-1-295 15,-1 1 130-15</inkml:trace>
  <inkml:trace contextRef="#ctx0" brushRef="#br0" timeOffset="12869.02">22160 15193 36 0,'0'0'67'0,"14"-2"-6"0,-8 1-20 16,-6 1-26-16,14-1-25 0,-14 1-25 0,9 1-39 15,-9-1 18-15</inkml:trace>
  <inkml:trace contextRef="#ctx0" brushRef="#br0" timeOffset="13008.59">22116 15263 99 0,'0'0'89'15,"-6"9"-5"-15,6-9-6 0,-5 7 5 0,5-3-7 16,0-4-3-16,0 0-8 0,9 10-5 0,-3-8-4 16,7 1-5-16,0-2-26 0,5 0-28 0,3 1-40 15,10-2-90-15,-1-3-142 0,8 0 63 0</inkml:trace>
  <inkml:trace contextRef="#ctx0" brushRef="#br0" timeOffset="13744.55">22909 14817 81 0,'-3'-5'185'0,"3"5"-16"0,-4-7-14 0,4 7-16 16,0 0-18-16,8-12-9 0,1 11-3 0,5-2-19 15,3-1-10-15,6 2-6 0,5-4-9 0,1 5-15 16,-1 0-19-16,-1-1-23 0,-8 2-16 0,2 0-34 16,-5 0-34-16,-2 2-33 0,-3-1-97 0,-5 0-223 15,0 1 98-15</inkml:trace>
  <inkml:trace contextRef="#ctx0" brushRef="#br0" timeOffset="14098.68">23020 14844 119 0,'-1'15'139'15,"1"-4"-8"-15,0 2 3 0,-2 2-7 0,1 4-1 16,0-2-7-16,0-1-12 0,-1 0-9 0,2 1-7 15,-1 1-8-15,1-2-1 0,0 1-8 0,-4 0-9 16,4-5-8-16,-2 0-1 0,0-1-4 16,2 1-6-16,0-2 1 0,-2 1-13 0,-1 0-3 0,1-3 3 15,-1 1-6-15,-3 0-3 0,4-2-5 0,-3 2-1 16,1-2-9-16,-2-1-3 0,1-1-12 0,1 0-4 16,-5 2-8-16,3-6 9 0,6-1-6 0,-12 4-5 15,12-4 9-15,-12 0-7 0,12 0-2 0,-11-2 4 16,11 2-4-16,-7-3 0 0,7 3 6 0,-8-8-5 15,8 8 4-15,-3-6-3 0,3 6 10 0,0 0 0 16,11-8-4-16,-5 4-1 0,0 0 11 0,6 1-6 16,1-1 8-16,3 0-8 0,3 1-8 15,1-1-6-15,-1 0-10 0,3 2-23 0,-2 1-20 0,1-3-20 16,0 2-19-16,1-1-100 0,-3 3-230 0,-1-4 101 16</inkml:trace>
  <inkml:trace contextRef="#ctx0" brushRef="#br0" timeOffset="14306.57">23341 15035 101 0,'0'0'122'0,"0"0"-2"16,0 0 15-16,0 0-14 0,0 0-4 0,-3 31-4 15,3-22-3-15,0 2-8 0,-1 1-13 0,1-1-14 16,0 3-1-16,0-3-8 0,0 3-9 15,0-2-9-15,2 1-15 0,0-2-30 0,-1 0-17 0,2-3-47 16,-1 2-21-16,-1-4-24 0,1 0-99 0,-2-6-220 16,2 10 98-16</inkml:trace>
  <inkml:trace contextRef="#ctx0" brushRef="#br0" timeOffset="14671.1">23465 15002 112 0,'7'0'116'0,"-7"0"-4"0,16 2-14 0,-11-1 5 16,0 3 0-16,1-1-19 0,1 3 6 0,-1-1-2 0,-2 1-9 16,-2-1-1-16,1 1-8 0,-3-6 2 0,3 11-10 15,-5-4-5-15,2-7 1 0,-4 11-7 16,2-5-7-16,2-6-4 0,-8 10-3 0,4-5-3 0,2-1-5 15,-3 1 6-15,0 0-11 0,1 0 5 16,4-5-14-16,-5 8-7 0,1-4-2 0,4-4 2 0,-4 9-10 16,4-9 5-16,-1 8-4 0,1-8 1 0,2 10-11 15,2-5 11-15,-1 2-7 0,-3-7 0 0,7 13 2 16,-4-6-7-16,1-2 9 0,1 1 9 0,-3 1-13 16,5-3 5-16,-5 1-6 0,1 1 5 15,-3-6-1-15,5 9 0 0,-2-5-1 0,-3-4 1 0,1 8 5 16,-1-8-8-16,0 0-9 0,-4 16-9 0,4-16-11 15,-6 4-27-15,-1-1-31 0,7-3-19 0,-9 6-107 16,3-3-236-16,6-3 105 0</inkml:trace>
  <inkml:trace contextRef="#ctx0" brushRef="#br0" timeOffset="14978.51">22874 15434 94 0,'-12'0'153'0,"4"1"-10"15,8-1-15-15,-12-1-14 0,12 1-9 0,0 0-9 16,0 0-8-16,0 0-10 0,0 0-6 0,50 1-12 0,-18 1-6 15,8-5-3-15,13 2-1 0,2-2-7 16,2-1-6-16,1 0-5 0,2 0-1 0,-2-2-3 16,-4-1 1-16,-2 6-4 0,-14-1-2 0,-1-1-1 15,-5 2-19-15,-12-1-4 0,1 5-44 0,-3-1-12 16,-5-1-26-16,-3 2-10 0,2 1-22 0,-9-1-80 0,0 3-210 16,-3-6 94-16</inkml:trace>
  <inkml:trace contextRef="#ctx0" brushRef="#br0" timeOffset="15292.33">23081 15572 105 0,'0'0'222'0,"-2"-10"-9"0,2 10-5 0,0 0-14 15,0-9-13-15,0 9-19 0,0 0-14 0,-3-8-20 16,3 8-9-16,0 0-18 0,0 0-13 0,0 0-6 0,0 0-6 16,5 25-8-16,-1-10-4 0,-5 3-10 15,2 1 24-15,-2 0-9 0,-2 6-8 0,2 0-2 0,2 0-6 16,-3-6-7-16,1 0-3 0,1 0-4 16,-2 0-5-16,2-2-3 0,0 1-2 0,-1-1-3 15,1 0-1-15,0-2-2 0,-4-3-4 0,3-1-7 16,1 1-16-16,-2-1-20 0,1 1-32 0,1-5-27 0,0-7-34 15,0 17-53-15,1-9-52 0,-1-3-142 16,0-5-395-16,0 0 175 0</inkml:trace>
  <inkml:trace contextRef="#ctx0" brushRef="#br0" timeOffset="15501.46">23284 15813 185 0,'0'0'180'0,"6"-8"-17"0,-6 8-16 0,11-3-12 15,-2 0-13-15,1 1-10 0,2 0-9 0,-1 1-12 16,2 0-9-16,1-2-10 0,-2 5-11 0,0-4-38 16,1 1-41-16,-1 0-50 0,2 1-50 0,-3 1-94 15,-11-1-230-15,15 0 101 0</inkml:trace>
  <inkml:trace contextRef="#ctx0" brushRef="#br0" timeOffset="15903.34">23725 15670 35 0,'0'0'215'0,"0"0"-9"0,0 0-7 0,0 0-15 15,-14 16-14-15,8-7-8 0,1 2-12 0,-3 0-13 0,0 0-16 16,1-2-5-16,-6 5-9 0,3-1-3 0,-1-1-13 16,1-2-5-16,3-1-10 0,-2-1-3 15,0 0-8-15,0-1-4 0,0 0-9 0,-1 0-1 16,-3-1-5-16,1-3-7 0,1 0-1 0,-1 0-2 16,3 0-4-16,3-2-4 0,6-1-1 0,-14-1-3 15,14 1 1-15,-9-2-3 0,9 2-2 0,-5-7-6 16,5 7 1-16,0 0-2 0,1-12-6 0,-1 12 2 15,7-14-2-15,-2 3-1 0,0 6 2 0,0-2-4 16,4-2 3-16,-1 3 0 0,1 0-4 0,-1 1-1 16,0-1-1-16,-2 3 1 0,4-2-2 0,-3 3 0 15,-7 2-2-15,13-2 1 0,-13 2-2 0,13 4 1 16,-6-2 2-16,1 1-3 0,-3 1-1 0,0 1 2 16,2 2 2-16,0 0 0 0,-2-1 1 0,3 3-2 0,-3-2 0 15,2 2-1-15,1-1-16 0,-1-1-40 16,-3 1-43-16,2-1-57 0,2 2-63 0,-3-3-168 15,-1 0-419-15,-4-6 186 0</inkml:trace>
  <inkml:trace contextRef="#ctx0" brushRef="#br0" timeOffset="16151.12">23913 15640 193 0,'10'8'206'0,"-4"-2"-7"0,-3 3-22 16,1 3-15-16,0 2-6 0,0 3-8 0,0 2-17 15,-3-1-11-15,0-1-11 0,-1 3-7 0,-4-1-13 16,-2-1 0-16,2 1-17 0,-1-1-8 0,-1-1-5 16,-1 1-7-16,-4 4-4 0,1-7-15 0,-2 2-21 15,-1-3-32-15,-1 0-6 0,-1 0-41 0,-2-5-40 16,1 2-22-16,-8 2-34 0,-3-3-123 0,-2 0-308 15,1-4 137-15</inkml:trace>
  <inkml:trace contextRef="#ctx0" brushRef="#br0" timeOffset="16414.04">22694 15640 134 0,'-17'14'228'0,"3"0"-19"16,3 2-11-16,-3 8-8 0,3-1-12 0,4 2-18 16,4 0-9-16,3 2-12 0,3-6-17 0,4 4-9 15,-1-6-13-15,8 5-10 0,0 0-6 0,2-2-10 16,5 1-7-16,-1 0-24 0,0-4-32 0,1-5-46 15,3 4-53-15,-1-5-64 0,4 1-184 0,-8-6-364 16,3 0 161-16</inkml:trace>
  <inkml:trace contextRef="#ctx0" brushRef="#br0" timeOffset="16836.43">24562 15296 22 0,'0'0'174'0,"0"0"-18"0,0 0-12 16,0 0-12-16,0 0-12 0,0 0-18 0,0 0-6 15,26-5-6-15,-8 5-13 0,1 2-5 0,-1-2-9 16,2 0-2-16,0 0-10 0,0 1-15 0,-1-1-15 16,-2 1-32-16,1-1-27 0,-7 0-25 0,3 1-32 15,-4-1-25-15,-3 0-62 0,-7 0-197 0,11-2 87 16</inkml:trace>
  <inkml:trace contextRef="#ctx0" brushRef="#br0" timeOffset="17044.56">24748 15166 66 0,'0'0'154'0,"0"0"-17"15,0 0-5-15,0 0 19 0,0 0 5 0,-12 13-12 16,11-4-5-16,-2 3-8 0,1 3-5 0,-1 1-13 0,1 0-9 16,0 3-8-16,-1-1-6 0,1 0-11 0,1 2-3 15,1-1-14-15,-1-1 0 0,-2 2-8 0,3-3-5 16,0 2-5-16,-2 0-16 0,4-1-28 15,-2 0-40-15,0 0-52 0,3-1-42 0,-2-2-53 16,-1-2-103-16,1-2-315 0,1 0 140 0</inkml:trace>
  <inkml:trace contextRef="#ctx0" brushRef="#br0" timeOffset="17701.66">25529 14927 36 0,'-2'-12'165'0,"2"12"0"0,-2-12 0 16,2 12-8-16,-2-5-6 0,2 5-14 0,0 0-17 16,-3-9-6-16,3 9-11 0,0 0-9 0,-2-7-5 15,2 7-8-15,0 0-10 0,0 0-2 0,0 0-5 16,0 0-15-16,0 0-8 0,0 0 1 0,0 0-11 15,0 0 1-15,0 0-4 0,0 0 1 0,0 0-6 16,0 0 1-16,0 0-1 0,0 0 1 0,4 23-2 16,-4-23-3-16,5 16 1 0,-3-7-1 0,0 1 4 15,0 1-4-15,-2 1-3 0,1 2 1 0,-1-3 3 16,1 4-8-16,0-2 8 0,-1-2-4 0,-1 0 2 16,2 5 2-16,-1-4-4 0,2 1 0 0,-4-2 1 15,2 0-3-15,2-3 1 0,-2 4-3 0,-2-4 4 16,1 0-7-16,1-8-1 0,0 15 1 0,0-8 1 15,0-7-2-15,0 12-1 0,0-12-5 0,-1 10-9 16,1-10-22-16,-1 8-18 0,1-8-31 0,-4 9-28 16,4-9-23-16,-4 4-28 0,4-4-32 0,-7 3-113 15,7-3-325-15,-11 2 145 0</inkml:trace>
  <inkml:trace contextRef="#ctx0" brushRef="#br0" timeOffset="17926.2">25332 14889 11 0,'6'-4'129'0,"-1"-1"-13"0,8 1-12 0,5-2-11 16,2 2 8-16,1 2-26 0,1 0-9 0,1 1-6 15,-4 1-5-15,2-2-12 0,-1 2-29 0,-4 2-35 16,-2-1-26-16,-2 3-87 0,-2 0-144 0,-1 3 64 16</inkml:trace>
  <inkml:trace contextRef="#ctx0" brushRef="#br0" timeOffset="18142.41">25320 15222 111 0,'-4'4'170'0,"4"-4"-10"15,0 0-7-15,0 0-13 0,18 5-15 0,-11-2-9 16,4-3-12-16,9 1-9 0,-3 1-11 0,2-2-5 16,2 0-9-16,0 0-8 0,6 0-19 0,-6 0-31 15,6 0-20-15,-7 0-47 0,2-3-38 0,-6 3-31 16,1-3-84-16,-4 2-224 0,0-2 99 0</inkml:trace>
  <inkml:trace contextRef="#ctx0" brushRef="#br0" timeOffset="18478.56">25895 15138 47 0,'0'0'194'0,"-6"-1"-8"0,6 1-11 0,-17 0-11 0,7 0-5 15,0 0-15-15,-1 3-11 0,0 0-4 0,-1 1-15 16,3 1-7-16,-1 0-9 0,0 0-1 0,1 3-11 15,3-5-11-15,1 4-4 0,3-1-12 0,0 2-3 16,0 1-5-16,2 0-2 0,2-2-3 0,1 1-3 16,3-1-7-16,0 0 3 0,5 2-15 0,-1-3-10 15,1 0-35-15,1 1-32 0,-2-4-28 0,3 1-46 16,1-1-32-16,-3-1-29 0,1-2-107 0,-1 0-319 16,0-1 141-16</inkml:trace>
  <inkml:trace contextRef="#ctx0" brushRef="#br0" timeOffset="18690.68">26082 15126 178 0,'0'0'179'0,"4"-8"-18"0,-4 8-15 16,0 0-13-16,0 0 2 0,0 0 2 0,0 0-7 16,0 0-5-16,0 0-12 0,-7 30-10 0,3-19-8 15,2 1-11-15,-6 0-4 0,6 4-7 0,-2-3-9 16,0 1-3-16,1 1-6 0,1 1-8 0,0-2-4 15,0-2-6-15,0-1-29 0,0 2-25 0,1-4-18 16,1 2-39-16,0-3-40 0,1 0-29 0,1-2-21 16,-2-6-110-16,-3 10-296 0,3-10 132 0</inkml:trace>
  <inkml:trace contextRef="#ctx0" brushRef="#br0" timeOffset="19053.58">26126 15134 11 0,'0'0'142'0,"4"-5"-7"0,-4 5-7 0,0 0-13 0,10-2-8 15,-10 2 12-15,0 0-4 0,11 2-5 0,-11-2-15 16,9 5-1-16,-4 1 4 0,0-3-9 0,-1 2-6 16,0 1-10-16,-2-1-6 0,0 1-4 15,-2-6-10-15,2 12-4 0,-2-5-3 0,0-7-6 16,-4 14-1-16,2-7-7 0,-2 3 1 0,-1-3-4 0,-4 2 0 15,5-3-6-15,1 2-14 0,1-1-10 0,-2-2 0 16,4-5-14-16,-2 14-6 0,4-9 1 16,-2-5 3-16,2 18 1 0,0-13-5 0,0 3 8 15,1-2 0-15,1-1 0 0,1 2 7 0,-3-1-5 0,0 0 0 16,3 1 5-16,-1-1 3 0,-2 0-2 0,0-1-1 16,-2-5 0-16,2 11 5 0,-2-11 11 0,-2 13 1 15,2-13-3-15,-4 6 1 0,4-6-1 0,-9 5 1 16,5 1-3-16,-4-1-1 0,8-5 4 0,-10 5-15 15,3-2-16-15,0 0-28 0,7-3-26 16,-9 4-40-16,9-4-21 0,-11 0-111 0,11 0-269 0,-11 0 118 16</inkml:trace>
  <inkml:trace contextRef="#ctx0" brushRef="#br0" timeOffset="19330.06">26281 15326 120 0,'5'5'153'16,"-2"-1"-4"-16,-3-4-10 0,4 9-5 0,0-4-8 16,1-1-10-16,-3 2-6 0,4 0-1 15,-1-3-7-15,6 2-3 0,-2-1-13 0,-4-1 0 0,9 0 3 16,-6-3-3-16,3 0-6 0,1 0-4 0,-3-2-7 16,2 0 1-16,0-2 7 0,-2-1-2 0,-4 1-5 15,1-4-7-15,2 0-2 0,-2 1-10 0,-2 1-3 16,-2-1-9-16,-2-1 2 0,3-1-9 15,-3 1 1-15,0 8-5 0,-3-14-5 0,1 6-7 16,-6 2-11-16,3 2-18 0,-4 0-18 0,4 0-18 0,-8 2-34 16,-1 2-18-16,-1 3-38 0,-8-2-22 0,-4 5-32 15,5 2-123-15,-3 1-341 0,1 3 151 0</inkml:trace>
  <inkml:trace contextRef="#ctx0" brushRef="#br0" timeOffset="19605.24">25352 15698 5 0,'0'0'160'0,"0"0"-5"0,35 10-8 15,-4-10-3-15,9 3-13 0,15-2-3 0,3-2 2 16,7-2-7-16,25-1 21 0,-29 2-14 0,-1-2-4 15,1 1-6-15,-2 1-9 0,-5-3-6 0,-16 3-11 16,14 0-10-16,-21-1-5 0,-2 2-7 16,-1 0-10-16,-9 1-5 0,-2 0-6 0,0 0-8 15,-3 1-5-15,-1-1-20 0,-6 3-26 0,2-2-37 0,-9-1-31 16,9 5-43-16,-5 0-47 0,-4-5-175 16,0 0-369-16,0 0 164 0</inkml:trace>
  <inkml:trace contextRef="#ctx0" brushRef="#br0" timeOffset="19892.59">25778 15867 221 0,'0'0'265'0,"0"0"-11"0,2-7-9 16,-2 7-19-16,0 0-23 0,0 0-24 0,0 0-23 15,0 0-14-15,0 0-15 0,0 0-6 0,0 0-9 16,0 0-10-16,3 26-12 0,-3-14-8 0,0-1-9 16,0 6 4-16,-3 1-14 0,1-3-9 0,-2 2-3 15,-1 1-4-15,3-1-4 0,-2 7-4 0,-3 2-2 16,2-10-10-16,1 2 5 0,-1-2-6 0,3-5-5 16,-2 3 0-16,2-3-7 0,-3 0-16 0,4 0-31 15,0-3-23-15,0 1-42 0,-1-2-65 0,2-7-57 16,0 10-210-16,0-10-465 0,0 0 205 0</inkml:trace>
  <inkml:trace contextRef="#ctx0" brushRef="#br0" timeOffset="20076.49">25964 16057 22 0,'0'0'230'0,"17"-3"-19"0,-6 0-20 15,-1 2-20-15,9-2-14 0,-4 1-19 0,-1 1-14 16,-1-2-21-16,5 1-28 0,-2 0-39 16,5-2-36-16,-1 0-47 0,-2 1-45 0,0-1-39 0,2 4-67 15,-4-4-215-15,0 4 95 0</inkml:trace>
  <inkml:trace contextRef="#ctx0" brushRef="#br0" timeOffset="20462.59">26448 15924 24 0,'4'-3'172'0,"-4"3"-2"0,0 0 15 16,0 0 1-16,0 0-4 0,0 0-12 0,-2 19-1 0,2-19-12 15,-9 16-11-15,0-5-5 0,0-1-8 0,3 0-15 16,-1 0-8-16,-3-1-10 0,1 3-2 16,-1-3-8-16,-4 4-4 0,1-1-6 0,-1 2-7 15,3-9-8-15,-6 7-3 0,0-3-7 0,1-1-5 16,-1-1 0-16,3-3-8 0,0 2-6 0,-6-5-2 15,9 2-4-15,-3-2-3 0,5-1 1 0,-1 0 0 16,10 0-2-16,-13-1-4 0,13 1-4 0,-10-5-1 16,8 0-1-16,-1-1 0 0,3 6-3 0,0-11-5 15,0 11 0-15,5-15 0 0,1 5 0 0,1 2 1 16,0-2-7-16,4 0 2 0,-2 2 1 0,1-1-2 16,2 3-1-16,2-3 3 0,-3 3-4 0,0 1-1 15,-2 2-3-15,-1 2-2 0,-8 1 5 0,15 1-4 16,-9 1 0-16,2 0 0 0,-4 2 1 0,5 1-6 15,-1 2 4-15,0-2 5 0,-2 1 0 0,-1-1 0 16,3 4 0-16,-1 1 2 0,-1-1-4 0,0 2 4 16,-2-1-4-16,5-1-23 0,-5 0-30 0,2-2-39 15,-6-7-60-15,8 11-64 0,-3-6-234 0,-5-5-487 16,6 5 215-16</inkml:trace>
  <inkml:trace contextRef="#ctx0" brushRef="#br0" timeOffset="20698.23">26710 15911 37 0,'0'0'213'0,"12"7"-5"16,-6-1-23-16,1 2-9 0,-3 1-8 15,1 3-16-15,0 0-16 0,-1 0-12 0,-2 5-9 0,-1 1-10 16,1 7-12-16,-4-8-7 0,-1 1-7 0,1-1-8 15,-3-1-7-15,1 3-7 0,-5-3-6 0,2 1-20 16,-7-3-14-16,-1 1-35 0,-5 2-36 0,-3 0-46 16,1-3-41-16,-3 1-36 0,0-3-103 15,-2-3-303-15,-2 0 134 0</inkml:trace>
  <inkml:trace contextRef="#ctx0" brushRef="#br0" timeOffset="21000.83">25520 15926 13 0,'-13'6'186'0,"-3"6"7"0,-3 7-5 16,-1-1-18-16,3 7-12 0,3 0-16 0,3 5-8 15,2-2-13-15,5 4-10 0,4-3-18 0,0 1-2 16,4-1-13-16,3-3-7 0,6 2-8 0,1-6-22 16,6 1-30-16,0-5-42 0,7 0-43 0,-2-4-56 15,6-2-142-15,-4-3-294 0,2-2 130 0</inkml:trace>
  <inkml:trace contextRef="#ctx0" brushRef="#br0" timeOffset="27297.04">21070 14316 11 0,'0'0'34'0,"-5"5"-3"0,5-5-1 15,-6 5-4-15,6-5-4 0,-3 4 0 0,3-4-1 16,0 0 2-16,0 0 4 0,-7 4 1 0,7-4 2 16,0 0-3-16,0 0-2 0,0 0 0 0,0 0-6 15,0 0-2-15,0 0 0 0,-16-7 0 0,16 7-5 16,-7-6 2-16,7 6 3 0,-6-6 0 0,2 0 1 16,4 6-6-16,-6-8-1 0,3 3-1 0,3 5 3 15,-5-10 6-15,5 10 2 0,-7-7-1 0,7 7-5 16,-3-7-1-16,3 7-1 0,-5-6-2 0,5 6 2 15,-4-7-1-15,4 7-2 0,0 0 6 0,-3-6-10 16,3 6-1-16,0 0 8 0,0 0-5 0,0 0-3 16,0 0 3-16,0 0-9 0,0 0 7 0,0 0-2 15,-9 15-1-15,8-6 0 0,0 0 2 0,-2 1 0 16,2 3 4-16,-1 3 9 0,0 0-2 0,1 3-5 16,-3-3 0-16,1 3 9 0,1 7 5 0,-1-7-7 15,1 1 4-15,-2 6-8 0,0 0 8 0,0 1-9 16,2 0 11-16,-1-2-5 0,2 2 1 0,-3 0 0 15,4-6 5-15,0 4-9 0,1 5 1 0,-1-1-27 16,0-2 18-16,0 1-5 0,0 4 8 0,0-1-1 16,0-1 6-16,-1 2-14 0,2-2 13 0,-1 0-11 15,3-1-2-15,-2 2 6 0,2-2-3 0,-1 0-5 16,3 0 3-16,-2 3-11 0,-2-3 11 0,0 0 1 16,3 5 0-16,-4-1-1 0,0-2 6 0,0 1-4 15,-2 1-2-15,-1-2 2 0,1 1-3 0,-2 3-6 16,-1-3 3-16,-3 2 7 0,7-2-10 0,-4 0 6 15,1-2 2-15,1-1-3 0,1 0-4 0,0 0 9 16,2-1-1-16,2-2-6 0,0 2 11 0,2-4 18 16,0 2-5-16,5 2-3 0,-3-3 0 0,2 0-3 15,2 0-6-15,3 0-2 0,-3 2-1 0,4 2 4 16,-1-3-1-16,-1 2-7 0,-1 0 2 0,0 0 2 16,-2 1-2-16,4 2-4 0,-3-1 6 0,-1-1-9 15,3 0 1-15,-2 1-3 0,0 0 5 0,3-2-11 16,1 1 7-16,0 0 14 0,-4-1-22 0,4 0-2 15,-5-1 9-15,0 1-15 0,4-4 12 0,-4 5 0 16,-1-4-2-16,0 4-2 0,-2-5 3 0,1 5-3 16,0-1 0-16,-1 4 11 0,-3-3-16 0,-1 5-5 15,0-2-20-15,-1 3 20 0,3-2-15 0,-4 1-4 16,0 2 11-16,1-3-2 0,-1 1 0 0,-3-1 2 16,3-1-5-16,0 1 4 0,3 0-13 0,-2-2 28 15,0 2-6-15,2-3-1 0,1 0 6 0,0 0-8 16,1-2 1-16,1 2-10 0,2-2-1 0,-2-2-8 15,-2 0-14-15,3-1 2 0,-2-1-4 16,1 2-43-16,-2 1-107 0,2-3 47 0</inkml:trace>
  <inkml:trace contextRef="#ctx0" brushRef="#br0" timeOffset="33306.45">21540 16702 83 0,'-4'-7'171'0,"4"7"-9"0,0 0-32 16,0 0-7-16,0 0-7 0,13-9-14 0,-3 6-12 15,2 0-10-15,6-1-5 0,-6 1-6 0,7-1-5 16,1-2-9-16,-1 1-4 0,0 1-16 0,-4-2-22 15,-1 5-25-15,-1-5-25 0,0 4-17 0,-4 0-15 16,-3-1-20-16,1 0-21 0,-7 3-65 0,10-4-189 16,-10 4 83-16</inkml:trace>
  <inkml:trace contextRef="#ctx0" brushRef="#br0" timeOffset="33675.67">21728 16629 62 0,'-4'8'141'16,"3"2"5"-16,-2 1-14 0,3 4-5 0,-1 0-1 16,0 2-16-16,1 0-1 0,-3-1-8 15,2 3-12-15,2-4-15 0,-1 2 0 0,0-1 0 16,-1-5-16-16,0 5-5 0,3 0-9 0,-2-4 1 16,0-2-6-16,1 0-2 0,1 0 0 0,-2-10-6 15,0 16-3-15,1-9-8 0,-1-7 2 0,0 14 3 16,0-14 0-16,0 0-7 0,-1 13-1 0,1-13-2 15,0 0-5-15,-3 11 3 0,3-11-4 0,0 0 5 0,-9 3-4 16,9-3 0-16,0 0-4 0,-15 3 5 16,15-3-5-16,0 0 0 0,-14-3 4 0,14 3-2 15,0 0-2-15,0 0-1 0,-14-3 5 0,14 3-7 16,0 0 7-16,0 0-9 0,0 0 2 0,0 0 2 16,0 0-1-16,-12-3-4 0,12 3-3 0,0 0 5 15,0 0-8-15,0 0 1 0,0 0 10 0,0 0-5 16,0 0 0-16,0 0-12 0,37-3-12 0,-24 3-26 15,-1 0-10-15,0-1-24 0,4 0-22 0,-4-1-19 16,6 2-12-16,-1-1-102 0,-4-1-260 0,1-1 116 16</inkml:trace>
  <inkml:trace contextRef="#ctx0" brushRef="#br0" timeOffset="34042.68">22026 16851 7 0,'11'-8'93'0,"-11"8"4"0,6-9-6 0,-6 9 1 16,0 0-2-16,0 0 1 0,0 0 0 0,0 0-12 15,0 0 1-15,0 0 9 0,0 0 4 0,0 0-6 16,0 0-8-16,-44 10-7 0,37-3 0 0,1-2-12 16,1 2-2-16,5-7-7 0,-8 10-2 0,3 0-3 15,5-10-12-15,-5 14-3 0,4-8-2 0,1-6 7 16,1 16-12-16,-1-16 0 0,4 11-1 0,0-6-7 16,-4-5 3-16,12 6-2 0,-12-6 5 15,12 4-15-15,-3-2 2 0,-9-2 1 0,9 2 7 16,-9-2-6-16,10 3 0 0,-10-3-6 0,0 0 2 0,0 0-1 15,0 0 5-15,9 2 4 0,-9-2 1 0,0 0-4 16,0 0 3-16,0 0-13 0,0 0 6 0,0 0-4 16,0 0 4-16,-26 9-1 0,26-9-2 0,-14 10 5 15,8-6 4-15,1 2-5 0,5-6 2 16,-14 10 3-16,7-5-8 0,2 2 7 0,5-7-6 16,-7 11 3-16,4-5-2 0,-1-1 0 0,4-5-1 15,-2 11-2-15,1-6 0 0,1-5-1 0,0 0 3 0,8 11-9 16,-8-11-14-16,11 6-27 0,0-5-27 0,-11-1-30 15,19-1-19-15,-6-1-37 0,8-2-121 16,-10-1-300-16,3 0 133 0</inkml:trace>
  <inkml:trace contextRef="#ctx0" brushRef="#br0" timeOffset="34217.94">22339 16840 88 0,'0'0'106'16,"20"1"-14"-16,-20-1-10 0,17 0-3 0,-17 0-9 16,20 6-10-16,-20-6 7 0,17 1-40 0,-6 0-26 15,-11-1-18-15,18 2-20 0,-14 1-16 0,-4-3-42 16,5 8-102-16,-5-8 46 0</inkml:trace>
  <inkml:trace contextRef="#ctx0" brushRef="#br0" timeOffset="34371.84">22339 16948 104 0,'-7'6'113'16,"7"-6"4"-16,0 0-8 0,-5 8 4 0,5-8-8 16,0 0-3-16,0 0-5 0,0 0-12 0,0 0-7 15,18 11-6-15,-9-11-4 0,-9 0-7 0,24-2-8 16,-11 1-16-16,0-2-35 0,6 2-12 0,-1-1-37 16,-1-1-36-16,-2 0-30 0,-4 2-65 15,-11 1-191-15,23-6 85 0</inkml:trace>
  <inkml:trace contextRef="#ctx0" brushRef="#br0" timeOffset="35778.14">22984 16666 19 0,'0'0'137'0,"0"0"-6"16,-2-12-3-16,2 12-3 0,0 0-9 0,0 0-1 15,0 0-3-15,0 0-15 0,0 0-2 0,0 0-8 16,0 0-5-16,0 0-7 0,0 0-5 0,-2-10-9 15,2 10 1-15,0 0-12 0,0 0 4 0,0 0-11 16,0 0-1-16,0 0-8 0,0 0-3 0,0 0-7 16,0 0 0-16,0 0-1 0,0 0-5 0,0 0-1 15,0 0-6-15,0 0 0 0,0 0 1 0,0 0 2 16,0 0-8-16,0 0 1 0,0 0-2 0,0 0 1 16,0 0-1-16,0 0 4 0,0 0-2 0,0 0-4 15,0 0 0-15,0 0 2 0,0 0 1 0,0 0 2 16,0 0-4-16,0 0 0 0,0 0 4 0,0 0-4 15,0 0 0-15,0 0 3 0,0 0 2 0,0 0-3 16,0 0 4-16,0 0-1 0,0 0-1 0,0 0 1 16,0 0 1-16,0 0 1 0,0 0-2 15,0 0-2-15,0 0 1 0,0 0-5 0,0 0 3 16,0 0 4-16,0 0-7 0,0 0 3 0,0 0-7 16,0 0 5-16,0 0-3 0,0 0 3 0,0 0-3 15,0 0 1-15,0 0-2 0,0 0-4 0,0 0 5 0,0 0 3 16,0 0-3-16,0 0-3 0,0 0-2 15,0 0 3-15,0 0 1 0,0 0-1 0,0 0 3 0,0 0-3 16,0 0 1-16,0 0 0 0,0 0-2 0,0 0 1 16,0 0 6-16,0 0-7 0,0 0-1 15,9-6 0-15,-9 6 2 0,0 0 0 0,0 0 0 16,0 0 1-16,0 0 2 0,0 0-5 0,0 0 1 16,0 0 2-16,0 0-2 0,0 0 4 0,0 0-4 15,0 0 0-15,0 0 4 0,0 0-4 0,0 0 2 16,0 0 2-16,0 0-2 0,0 0 0 0,0 0-1 15,0 0-2-15,0 0 7 0,0 0-4 0,0 0 0 16,0 0-6-16,0 0 4 0,0 0 1 0,0 0 2 16,0 0 1-16,0 0-3 0,0 0-1 0,0 0 3 15,0 0-2-15,0 0-1 0,0 0 4 0,0 0 2 16,0 0-1-16,0 0-1 0,0 0-2 0,0 0-4 16,0 0 6-16,0 0 3 0,0 0-4 0,0 0 1 15,0 0 0-15,0 0 5 0,0 0 0 16,0 0 6-16,0 0 2 0,0 0 4 0,0 0-5 15,0 0 7-15,0 0-4 0,0 0 0 0,0 0 0 16,0 0-3-16,0 0 3 0,0 0 1 0,0 0 1 16,0 0-5-16,0 0 3 0,0 0 0 0,0 0-7 0,0 0 3 15,0 0-11-15,0 0 1 0,0 0 5 0,0 0-8 16,0 0 5-16,0 0-3 0,0 0 3 16,5 35-3-16,-6-19 3 0,-3 2 0 0,4 0 0 15,-2 0-1-15,-2 8 2 0,1-1 0 0,1-7 0 16,-1 0 1-16,2 3-8 0,-2-5 8 0,2 1 8 15,-2 0-10-15,2 0-3 0,0-1 6 0,1-6-4 16,0 2 2-16,0-2-1 0,1 1 1 0,-2-4 2 16,1 3-5-16,1 1-2 0,0-4 2 0,1 2-1 0,-1-1-1 15,-1-8 2-15,3 12-1 0,-3-5 0 16,1-1 3-16,-1-6-4 0,0 9 2 0,0-9-7 16,-3 9 0-16,3-9-16 0,0 0-13 0,0 0-15 15,0 0-17-15,0 0-15 0,0 0-24 0,0 0-14 16,2 14-14-16,-2-14-21 0,0 0-20 0,0 0-104 15,0 0-300-15,0 0 134 0</inkml:trace>
  <inkml:trace contextRef="#ctx0" brushRef="#br0" timeOffset="36200.14">22992 16609 124 0,'0'0'117'15,"13"-11"-5"-15,-6 5-6 0,5 1-1 0,-1 2-9 16,1-1-4-16,2 3 1 0,-1 2-6 0,-1 0-9 16,0 3 1-16,-1 0-8 0,1-1-1 0,-4 4-5 15,-2 0-1-15,0 0-3 0,1 2-3 16,-6 0-1-16,-1-9-6 0,0 20-7 0,-3-10-2 16,-3 0 1-16,1-1-9 0,-1-1 0 0,-1-1-1 15,2 1-8-15,5-8 2 0,-11 12-5 0,7-8-1 0,4-4-3 16,-9 8-2-16,9-8-4 0,-5 7 1 0,5-7-3 15,0 0 3-15,-7 7-3 0,7-7-12 0,0 0 7 16,0 0-3-16,0 0-8 0,0 0 6 16,0 0 3-16,23 7-4 0,-16-4 1 0,-7-3-1 15,20 2-1-15,-8 2 2 0,-2-1-2 0,-1-1 2 16,0 1-8-16,-9-3 7 0,14 7 1 0,-9-2-3 16,-5-5 2-16,8 9 1 0,-5-5-1 0,-3-4-3 15,4 8 3-15,-4-8 1 0,0 0-1 0,0 0 1 16,-7 17 0-16,7-17 2 0,-15 10 0 0,5-6-3 15,0 1 2-15,1-2 0 0,0 1 0 0,-2 0-3 16,0-1 1-16,11-3-18 0,-21 3-18 0,10 0-23 16,11-3-22-16,0 0-28 0,-20 3-19 0,20-3-129 15,0 0-279-15,-13 0 124 0</inkml:trace>
  <inkml:trace contextRef="#ctx0" brushRef="#br0" timeOffset="36478.94">23398 16815 79 0,'0'0'174'16,"0"0"-11"-16,0 0-19 0,0 0-15 0,0 0-13 15,0 0-10-15,10-4-12 0,-10 4-7 0,0 0-14 16,17 1-1-16,-17-1-11 0,15 0-6 0,-2 1 1 16,0-2-10-16,5-2-4 0,-7 3-4 0,-11 0-14 15,25-2-16-15,-14 0-22 0,-11 2-19 0,17 0-22 16,-17 0-21-16,0 0-28 0,18-6-111 0,-18 6-232 16,4-2 103-16</inkml:trace>
  <inkml:trace contextRef="#ctx0" brushRef="#br0" timeOffset="36687.21">23516 16702 135 0,'0'0'138'0,"0"0"-19"15,-8-5-9-15,8 5-15 0,0 0 2 0,0 0 2 16,0 0 3-16,0 0-4 0,-6 20-2 0,6-20-9 16,-4 17 2-16,3-7-3 0,-5 4-9 15,4 4-2-15,-1-5-7 0,-3 4-13 0,5-4-2 16,-3 2 2-16,1-1-11 0,1 0-1 0,0-1-8 15,0 2 3-15,-1-4-14 0,-1 1-10 0,3 0-27 16,0-2-31-16,1 0-35 0,0-10-36 0,0 17-35 0,0-17-106 16,-3 14-276-16,3-14 122 0</inkml:trace>
  <inkml:trace contextRef="#ctx0" brushRef="#br0" timeOffset="36924.83">23663 16731 129 0,'0'0'155'0,"0"0"-12"0,4-9-2 0,-4 9-3 16,0 0-5-16,0 0 5 0,0 0-7 0,5 33-13 16,-7-22-10-16,5 0-9 0,-6 3-9 0,2 1-6 15,1-2-5-15,-4 0-7 0,3 3-12 0,0-1-3 16,-2-3-4-16,-1 2-6 0,3-4-22 0,1 0-20 15,0-10-28-15,0 21-31 0,-1-12-45 0,1-9-42 16,-1 12-141-16,1-12-305 0,0 0 135 0</inkml:trace>
  <inkml:trace contextRef="#ctx0" brushRef="#br0" timeOffset="37171.25">23886 16665 23 0,'18'6'171'0,"-9"0"-11"15,3 3-8-15,1 3-11 0,-2-1-11 0,-1 5-6 16,1 0-12-16,-3 4-10 0,0 5-12 0,-2 0-9 16,-4-6-5-16,-1 5-6 0,-2-5-2 0,-1 0-11 15,-3 5-1-15,-2-7-9 0,-2-1-1 0,-5 8-2 16,1-10-9-16,-1 1-10 0,1-1-19 0,-6-3-25 15,-4 3-35-15,-1-3-28 0,-2 0-48 0,-1-1-126 16,0-2-276-16,-5 0 122 0</inkml:trace>
  <inkml:trace contextRef="#ctx0" brushRef="#br0" timeOffset="37556.57">22726 16577 146 0,'-19'25'130'0,"2"1"6"0,1 2-11 0,3 2-7 15,4 5-9-15,-1-3-9 0,6 4-4 0,5-1-15 16,4 11-1-16,3-14-10 0,5-1-2 0,3 1-12 15,6-2-2-15,-3 0-6 0,8-3-15 0,9 7-25 16,-6-12-42-16,2-3-54 0,-1-1-135 0,2-2-241 16,0-2 106-16</inkml:trace>
  <inkml:trace contextRef="#ctx0" brushRef="#br0" timeOffset="38117.54">24243 16715 70 0,'0'0'104'0,"0"0"-28"0,0 0 2 16,0 0-9-16,0 0-5 0,0 0-2 0,0 0-15 16,0 0-2-16,0 0 2 0,0 0-6 0,0 0-5 15,42-2-1-15,-27 1-5 0,-15 1-4 0,29-1-6 16,-17-1-9-16,2 1-15 0,1-1-12 0,-15 2-15 16,25-1-14-16,-16-2-17 0,2 3-56 0,-11 0-126 15,17-4 56-15</inkml:trace>
  <inkml:trace contextRef="#ctx0" brushRef="#br0" timeOffset="38516.43">24405 16634 90 0,'0'0'112'16,"-14"9"-5"-16,14-9-2 0,-3 15-1 0,5-3-3 15,-4 2 0-15,-1 4 2 0,3-1 3 0,0 0-14 16,3 2-1-16,-5 6-12 0,2 1-1 0,0-1-3 15,-1-7-12-15,-1 6-1 0,4-7-8 0,-4 2 2 0,1-6-9 16,2 3-8-16,-2-3-4 0,4 1-2 16,-3-3 2-16,-2 1-4 0,2-1-4 0,0-3-3 15,0 2-2-15,-2-1-6 0,2-1 4 0,0-8-3 16,0 11 2-16,0-11-4 0,-1 12-1 0,1-12 1 16,-3 8 0-16,-2-4-7 0,5-4 5 0,-6 4 1 15,6-4-7-15,-11 4-3 0,11-4 5 0,-12 0-1 16,12 0-2-16,-12-1 2 0,12 1-3 0,-13-5-3 15,6 3 1-15,0-2 1 0,2-1-4 0,5 5 3 16,-9-5-2-16,4 3-2 0,5 2 1 0,-7-6 3 16,7 6-3-16,0 0-3 0,-7-4 1 0,7 4-1 15,0 0-2-15,0 0 5 0,0 0-4 0,0 0 4 16,0 0-3-16,0 0-1 0,0 0-3 0,27 6 2 16,-16-4-2-16,3 0-18 0,-3-2-15 0,-11 0-16 15,30 0-25-15,-12 1-12 0,-1 0-31 0,-1-1-21 16,0-1-105-16,-5 1-269 0,1-1 120 0</inkml:trace>
  <inkml:trace contextRef="#ctx0" brushRef="#br0" timeOffset="38740.46">24611 16945 33 0,'3'-5'159'15,"-3"5"-5"-15,0 0-2 0,0 0-14 0,0 0-14 0,3-10-17 16,-3 10-9-16,0 0-10 0,0 0-4 0,0 0 2 15,0 0-8-15,0 0 4 0,-1 37-13 0,-1-25-1 16,0-2-13-16,0 3 3 0,0 0-6 0,-1 2-8 16,-1 2-2-16,2-6-9 0,0 5 7 15,0-3-14-15,0-2-2 0,0 2-12 0,2-4-18 16,0-9-18-16,2 18-24 0,-2-11-24 0,0-7-34 16,4 9-10-16,-4-9-8 0,0 7-111 0,0-7-256 15,0 0 114-15</inkml:trace>
  <inkml:trace contextRef="#ctx0" brushRef="#br0" timeOffset="39132.65">24626 16916 19 0,'0'0'110'0,"11"-8"3"16,0 4-1-16,-11 4-5 0,14-2-16 0,-14 2-2 15,14 2 2-15,-14-2 2 0,15 8-5 0,-8-2-10 16,-2 2 3-16,0-3-8 0,-5-5-5 0,0 17-6 15,0-6-3-15,-1 0-11 0,-3 0 1 0,1-3-13 16,-3 3 6-16,0 0-10 0,-2-1 6 0,2-2-13 16,-1 1-5-16,3-2-1 0,-1 1-4 0,5-8-7 15,-9 13-13-15,9-13-15 0,-3 10 3 0,3-10 9 16,-2 8-13-16,2-8 11 0,0 0-4 0,5 12-2 16,-5-12 8-16,11 3-2 0,-11-3-6 0,11 6 4 15,-11-6 3-15,12 4 3 0,-5-1-6 0,-7-3 8 16,13 3-4-16,-5 1-1 0,-2-2 0 0,-1 2 4 15,-5-4-2-15,8 6 12 0,-6-3-15 0,-2-3 19 16,2 11 11-16,-2-11-3 0,-4 9 9 0,1-3-3 16,-3-1-8-16,-2 1 10 0,-1 0-2 0,-1 0 3 15,-1-2-2-15,3 1-3 0,-2 0-2 0,-1-1 1 16,-5 3-1-16,6-3-7 0,-2 1 0 0,6-2-4 16,-3 0-14-16,9-3-19 0,-13 4-25 0,13-4-43 15,-9 1-53-15,3-1-93 0,6 0-260 0,0 0 116 16</inkml:trace>
  <inkml:trace contextRef="#ctx0" brushRef="#br0" timeOffset="39410.71">24974 16963 115 0,'0'0'151'0,"-10"-4"-10"16,10 4-6-16,0 0-11 0,0 0-2 15,0 0-3-15,0 0-4 0,0 0-14 0,35-2 0 16,-22-1-11-16,1 3-8 0,-1-3-8 0,0 1-7 16,1 0-8-16,-1 2-3 0,3-3-10 0,-1 2-1 15,-3-2-8-15,0 0-13 0,-2 0-13 0,2 2-13 16,-12 1-33-16,0 0-23 0,20-5-18 0,-20 5-48 15,7-5-14-15,-7 5-93 0,7-4-250 0,-7 4 112 16</inkml:trace>
  <inkml:trace contextRef="#ctx0" brushRef="#br0" timeOffset="39613.33">25081 16818 5 0,'0'0'169'0,"-6"-6"-20"16,6 6-11-16,0 0-17 0,0 0 0 0,0 0 1 15,0 0 1-15,-9 22-3 0,9-11-1 0,-1 5-9 16,0 4-4-16,-1 0-8 0,2 5-10 0,0-6-2 16,-5 5-11-16,4-4-8 0,-2 4-3 0,1-4 23 15,2-1-4-15,-3 5-11 0,1-5-13 0,0-2-37 16,1 0-28-16,1 1-32 0,1-3-59 16,-1-4-67-16,-1 0-153 0,2-1-343 0,-1-10 152 15</inkml:trace>
  <inkml:trace contextRef="#ctx0" brushRef="#br0" timeOffset="42180.18">25493 16666 142 0,'2'-9'127'0,"-2"9"-2"0,2-10 1 0,-2 10 2 16,0-8 3-16,0 8-3 0,0 0-4 0,1-10-12 15,-1 10-9-15,0 0-12 0,0 0-12 0,0 0-1 16,0 0-9-16,0 0 0 0,-19 16-7 0,11-5-2 16,3 2 2-16,-5 4 4 0,0 6-6 0,1 2 1 15,0 3-5-15,-1 0-3 0,0 0-1 0,5-2-8 16,-1 0 0-16,2-1-3 0,0 2-5 0,4-4-2 16,2-3-6-16,-2 1 2 0,6-4-2 0,-4 2-3 15,5 0-4-15,-3-2-2 0,5-1 1 0,1-1-2 16,2-1 26-16,2-2-19 0,-1-1-22 0,-2 0-20 15,1-3-24-15,3-2-28 0,2-3-30 0,0 0-33 16,1-2-41-16,-1-1-22 0,-5-1-122 0,-1 0-342 16,-2-3 151-16</inkml:trace>
  <inkml:trace contextRef="#ctx0" brushRef="#br0" timeOffset="42435.49">25767 16745 31 0,'0'0'215'0,"-2"-11"-18"16,2 11-15-16,0 0-22 0,0 0-13 15,0 0-4-15,0 0-4 0,0 0-8 0,0 0-9 16,-18 29-5-16,14-11-12 0,1-1-9 0,-3 9-12 16,1-7 1-16,0 5-12 0,1-5-8 0,-1-1-8 0,5 0 2 15,-2 1-12-15,0-1 2 0,2-1-10 16,0 1-5-16,-2-3-4 0,2 2-5 0,-2-5-26 15,2 1-18-15,0-3-24 0,-1 1-20 0,1 1-40 16,-1-3-37-16,1-3-20 0,0-6-30 0,-1 13-96 16,1-13-310-16,-2 8 138 0</inkml:trace>
  <inkml:trace contextRef="#ctx0" brushRef="#br0" timeOffset="42836.82">25778 16722 152 0,'7'-6'154'0,"-1"-2"-6"0,-6 8-10 0,14-6-12 15,-3 3-14-15,-11 3-3 0,14 0-15 0,-14 0-2 16,13 3-9-16,-1 1-9 0,-3 1-9 16,-9-5-5-16,11 11-4 0,-7-4-5 0,-4-7-4 15,4 12-5-15,-3-2-6 0,-1-10 3 0,0 0-6 16,-7 20 1-16,1-12-8 0,-1 1 0 0,0-2-6 15,-2 0 1-15,0 3-3 0,2-6-3 0,-1 4-1 16,8-8-5-16,-10 8-6 0,10-8-4 0,-7 8-1 16,7-8-3-16,0 0-2 0,-1 12 3 0,1-12 1 15,0 0 3-15,10 11-2 0,-10-11 1 0,10 7-1 16,-10-7 1-16,13 6-3 0,-6 1 0 0,4-3 2 16,-6 2 0-16,3 2-1 0,-8-8-2 0,11 8 5 15,-6-2-6-15,-5-6 8 0,3 11 7 0,-3-11-10 16,0 9 16-16,0-9 0 0,0 0 5 0,-10 14-6 15,2-6 7-15,-1-2-7 0,-1 0 1 16,-1 0-6-16,0-1 8 0,-3 1-11 0,4 0 5 0,0-3-3 16,1 1-11-16,0-1-24 0,0 1-19 0,9-4-30 15,-12 3-41-15,10 0-44 0,2-3-104 0,0 0-287 16,0 0 127-16</inkml:trace>
  <inkml:trace contextRef="#ctx0" brushRef="#br0" timeOffset="43041.07">25983 16898 98 0,'0'0'158'0,"17"-5"-17"0,-7 2-12 0,-10 3-13 0,22-4-16 16,-10 4-2-16,-12 0-12 0,21 0-13 0,-21 0-9 15,19 3-29-15,-19-3-27 0,13 1-22 0,-13-1-31 16,14 2-18-16,-14-2-15 0,7 3-3 15,-7-3 4-15,0 0 3 0,0 0-39 0,0 0-121 16,0 0 53-16</inkml:trace>
  <inkml:trace contextRef="#ctx0" brushRef="#br0" timeOffset="43233.28">26118 16895 401 0,'0'0'-21'16,"0"0"23"-16,0 0 13 0,0 0 13 0,0 0 11 15,-23-29 18-15,16 21 7 0,7 8 23 0,-9-14 2 16,7 8 4-16,2 6 22 0,-6-12 12 0,6 12 4 16,-6-11-4-16,6 11 0 0,-4-10-9 0,4 10-7 15,0 0-9-15,-4-9-12 0,4 9-10 0,0 0-10 16,0 0-7-16,0 0-3 0,0 0-3 0,0 0-6 15,0 0 3-15,-5 30-4 0,5-18-2 0,-2 1-5 16,2 3-3-16,-2 0-5 0,2-4 0 0,-2 5-1 16,2-4-8-16,0 2-3 0,-2 2-3 0,2-5-7 15,0 5-31-15,2-5-24 0,-2 1-27 0,0-3-33 16,0-1-59-16,2 0-48 0,-2 1-142 0,0-10-379 16,2 13 167-16</inkml:trace>
  <inkml:trace contextRef="#ctx0" brushRef="#br0" timeOffset="43454.05">26220 16813 104 0,'0'0'203'0,"0"0"-18"16,1-8-18-16,-1 8-7 0,0 0-10 0,0 0 4 15,0 0-9-15,0 0-12 0,9 24-14 16,-9-24-5-16,0 19-6 0,-2-7-12 0,0-1-9 15,2 2-10-15,-3 4-6 0,1-3-6 0,1 4-8 16,-1-3-4-16,0 2-8 0,0 1-23 0,2-7-29 0,-2 0-36 16,2 1-37-16,0-12-62 0,0 19-54 15,-2-10-113-15,2-9-333 0,-1 13 149 0</inkml:trace>
  <inkml:trace contextRef="#ctx0" brushRef="#br0" timeOffset="43718.87">26414 16758 105 0,'0'0'186'0,"0"0"-1"16,15 2-4-16,-15-2-15 0,12 11-1 0,-5-3-16 16,-1 3-7-16,1 4-8 0,-3-1-10 0,4 2-7 15,-4 1-9-15,-2-1-3 0,0 1-10 0,1 2-4 16,-3-1-12-16,-2 0-1 0,-1 0-8 15,-1 0-6-15,-4-1-6 0,0-1-7 0,-1 2-4 0,-3-1-4 16,-1-3-6-16,2 2 0 0,-3-3-5 16,-1-1 1-16,1 1-12 0,-1-1-18 0,1-4-27 15,3 1-30-15,2-2-33 0,0-1-39 0,2-2-51 16,0 0-196-16,7-4-405 0,-16 5 179 0</inkml:trace>
  <inkml:trace contextRef="#ctx0" brushRef="#br0" timeOffset="44298.83">26672 16729 164 0,'13'-5'151'16,"5"2"-17"-16,-1 1-12 0,2-4-14 0,0 6-6 15,-4-2-11-15,-1 2-8 0,-3-2-20 0,3 2-1 16,-14 0-19-16,19 3-20 0,-12-2-32 0,-7-1-15 16,12 3-16-16,-12-3 4 0,0 0-8 0,0 0 3 15,0 0-5-15,0 0 12 0,0 0-1 0,0 0 5 16,0 0 12-16,0 0 13 0,0 0 11 0,0 0 11 16,0 0 6-16,-32 6 15 0,32-6 15 15,0 0 14-15,0 0 6 0,0 0 8 0,0 0 2 16,0 0 4-16,-16-6 1 0,16 6-13 0,0 0-2 15,0 0-10-15,0 0-8 0,0 0 2 0,0 0-1 0,-8 10 6 16,5 0 3-16,3-1 1 0,-2 8-3 16,0 0 2-16,0 1-1 0,0 0-8 0,0 1 2 15,-2-2-6-15,4 2-6 0,-4-3-2 0,2 2-4 16,2-2-5-16,-2-1-4 0,2-3-1 0,-1 2-3 16,1-2-2-16,-4-2-1 0,4 1-4 0,0-2 0 0,0-1-3 15,0-8-3-15,0 13-1 0,0-13-2 16,-2 10 2-16,2-10-2 0,-2 5-5 0,2-5-4 15,0 0-13-15,-5 6-4 0,5-6-9 0,-11 3-9 16,11-3 2-16,-13-1-2 0,13 1 5 0,-9-6 3 16,9 6 2-16,-10-3 3 0,10 3 3 0,-8-5-1 15,8 5 4-15,-9-6-2 0,9 6 9 0,0 0-8 16,-5-3 4-16,5 3-2 0,0 0 1 0,-7-3-4 16,7 3 7-16,0 0 0 0,0 0 3 0,0 0 0 15,0 0 2-15,0 0-1 0,21 9-2 0,-15-6 3 16,2-1 2-16,2-1-3 0,-1 1-23 0,5-2-19 15,-14 0-21-15,18 1-42 0,-10 1-21 0,2-2-42 16,-1 0-122-16,-9 0-317 0,22 0 141 0</inkml:trace>
  <inkml:trace contextRef="#ctx0" brushRef="#br0" timeOffset="44521.98">26980 16934 36 0,'0'0'223'0,"-2"-14"-22"0,2 14-14 0,0 0-14 16,0 0-10-16,-19 3-9 0,19-3-4 0,-17 12-13 16,8-4-14-16,0 1-6 0,0 1-14 0,2 1-6 15,1-1-7-15,-2 1-10 0,2 0-11 16,1 0 0-16,1-1-9 0,2 2-4 0,0-2-8 16,4 0-2-16,-2-3-6 0,2 2-8 0,5-3-22 0,-1 3-15 15,-1-4-30-15,4-1-25 0,-9-4-36 0,20 5-33 16,-6-3-31-16,-1-1-171 0,-1 0-356 0,-1-2 158 15</inkml:trace>
  <inkml:trace contextRef="#ctx0" brushRef="#br0" timeOffset="44742.53">27095 16954 2 0,'-2'-9'209'15,"2"9"-17"-15,0 0-16 0,0 0-10 0,0 0-6 16,0 0-3-16,0 0 1 0,0 0-19 0,0 0-6 15,-14 26-7-15,9-11-6 0,1-4-11 0,-3 3-2 16,1-3-14-16,2 5-2 0,2-5-9 0,-2 0-13 16,2 5-6-16,-2-4-6 0,1-1-4 0,1 1-5 15,2-2-2-15,-2 1-23 0,2 1-4 0,-2-2-23 16,2-1-18-16,0-2-28 0,0-7-26 0,0 15-35 16,0-10-43-16,0-5-26 0,-2 9-154 0,2-9-362 15,0 0 161-15</inkml:trace>
  <inkml:trace contextRef="#ctx0" brushRef="#br0" timeOffset="45123.63">27099 16966 136 0,'11'-12'179'0,"-3"7"-10"16,-8 5-11-16,8-4-12 0,-8 4-12 15,13-4-11-15,-13 4-11 0,12 0-11 0,-12 0 0 16,0 0-5-16,13 6-6 0,-13-6-8 0,7 10-6 0,-7-10-5 15,4 10-3-15,-4-10-8 0,0 14-2 0,0-14-10 16,-4 16-6-16,1-10-2 0,-1 3 0 0,4-9-9 16,-11 13-5-16,7-7-3 0,-1 1-2 15,0 0-11-15,5-7-13 0,-4 10-5 0,4-10-7 16,-3 12-5-16,3-12-9 0,-1 10 4 0,1-10 4 16,0 0 7-16,-1 14-10 0,1-14 7 0,0 0-6 15,3 11 11-15,-3-11-5 0,6 7 5 0,-6-7 1 0,5 6 3 16,-5-6-4-16,7 6 1 0,-7-6 3 15,7 8-2-15,-7-8 9 0,4 5-3 0,-4-5 1 16,4 9 6-16,-4-9 3 0,0 8 7 0,0-8 0 16,-2 9 5-16,2-9-3 0,-6 8 5 0,1-3-9 15,-2-2 1-15,0 5-1 0,-1-3-4 0,-1 0 3 16,-1 0-6-16,2 0-5 0,-1-1-13 0,-1-1-20 16,10-3-23-16,-9 6-38 0,5-3-38 0,4-3-39 15,-9 2-90-15,9-2-283 0,0 0 124 0</inkml:trace>
  <inkml:trace contextRef="#ctx0" brushRef="#br0" timeOffset="45432.17">27301 17066 131 0,'5'4'192'0,"-5"-4"-19"0,0 9-14 0,0-9-11 16,0 11-5-16,0-11-16 0,0 12-7 15,2-6-10-15,-2-6-11 0,4 10-8 0,-1-4-5 0,-1-1-8 16,0-1 2-16,-2-4-3 0,11 8 2 0,-4-8-4 16,-2 3 6-16,-5-3-7 0,15-1 2 0,-15 1-5 15,14-8-10-15,-6 7 5 0,-1-4 4 0,0-2-2 16,-2 1-2-16,1-3-18 0,-1 1 8 0,1-1-5 16,-5-2-6-16,1 1-1 0,0-1-6 15,-2 11-2-15,0-22-5 0,-3 13 2 0,1 1-8 16,2 8-1-16,-8-14-10 0,1 9 2 0,7 5-10 15,-20-5-7-15,9 7-20 0,-3 1-27 0,-2 3-16 16,-4 1-39-16,2 2-54 0,3 2-64 0,-4 0-189 16,8 2-442-16,0-3 196 0</inkml:trace>
  <inkml:trace contextRef="#ctx0" brushRef="#br0" timeOffset="54555.33">26488 17602 51 0,'0'0'34'0,"0"0"-22"0,0 0-29 0,0 0-17 16,0 0 8-16</inkml:trace>
  <inkml:trace contextRef="#ctx0" brushRef="#br0" timeOffset="33028.38">24532 17343 51 0,'0'0'64'0,"0"0"-3"16,0 0-9-16,0 0 0 0,0 0-9 16,0 0-6-16,0 0-3 0,0 0-6 0,0 0-7 15,0 0-6-15,0 0-3 0,0 0-8 0,0 0-17 16,0 0-4-16,-25 8-13 0,25-8-39 0,0 0-75 15,0 0 33-15</inkml:trace>
  <inkml:trace contextRef="#ctx0" brushRef="#br0" timeOffset="33625.71">22560 16262 31 0,'20'-18'54'0,"3"-1"-4"16,0 3 0-16,3 1-10 0,1-2 1 0,1 3 0 16,1 1-3-16,2 1-3 0,-3 3-4 0,5 2-4 15,-1-4 8-15,1 5-13 0,4-1-2 0,-1 2-3 16,1 1-7-16,0-2-7 0,2 4-8 0,1 2-9 16,-1-1-14-16,-1-3-6 0,15 1-6 0,-16 3-31 15,0 3-77-15,-1-2 35 0</inkml:trace>
  <inkml:trace contextRef="#ctx0" brushRef="#br0" timeOffset="34779.84">22985 17321 1 0,'-6'-8'20'0,"2"-3"-8"0,2 2 0 0,-2-1-4 16,-1 1-4-16,3-2 5 0,0 2-6 0,-2-3 1 15,3 1 2-15,-2 1-1 0,1-3-2 16,-2 2 5-16,4 1-8 0,-4-4-1 0,1 6 5 0,1-3-4 15,-2 0-3-15,-1-1 9 0,1 1-3 0,0 2-9 16,-1-3-1-16,0 3 9 0,1-1 0 0,2 0 2 16,-5-2-2-16,3-5 7 0,2 7-7 0,-1-2 1 15,-1 2-6-15,4-2 8 0,-5-2-2 0,4 0 6 16,-2-1 0-16,5 4-5 0,-2-6-1 0,0-1-4 16,2-6 3-16,5-2-1 0,-6 2 1 0,0 5 1 15,1 1 0-15,-1 1 4 0,3 3 2 16,-2 2 0-16,3-4 0 0,-1 0 4 0,-1 3-10 0,1-4 5 15,1 1-6-15,1-1 6 0,3-1 5 0,0 2-4 16,5-7 2-16,1 2 0 0,-2 0-5 0,0 5-3 16,4-4 2-16,3 1 0 0,2 2 1 0,-2 1-8 15,4-1 4-15,3 0-2 0,0 5-7 0,2-2 3 16,1 2 0-16,-2-4 0 0,3 7-8 0,1-2 3 16,-1-2-5-16,4 2 4 0,-2 1-1 0,2 1 5 15,-2 3-8-15,3 0 8 0,-2 1-8 0,6-1-1 16,-2 1 1-16,1 2 0 0,-2 0-9 0,1 1-24 15,-1 2 11-15</inkml:trace>
  <inkml:trace contextRef="#ctx0" brushRef="#br0" timeOffset="55995.34">25745 17235 2 0,'0'0'54'0,"0"0"11"15,0 0-6-15,-7-5 5 0,7 5-11 0,0 0-1 16,0 0 0-16,0 0-6 0,0 0 0 0,0 0 5 16,0 0-7-16,0 0-2 0,0 0-7 0,0 0-2 0,0 0 1 15,0 0-7-15,0 0 2 0,0 0 0 16,0 0-5-16,0 0-4 0,0 0-4 0,0 0 1 15,0 0-8-15,0 0 11 0,0 0-4 0,0 0 6 16,0 0-11-16,0 0 2 0,0 0-10 0,0 0 8 16,0 0 0-16,0 0-5 0,0 0 2 0,0 0-1 15,0 0 5-15,0 0 1 0,0 0-6 0,-14-1-3 16,14 1-6-16,0 0 9 0,0 0-12 0,0 0 2 16,-13-2 0-16,13 2 3 0,0 0 3 0,0 0 9 15,-7-5-11-15,7 5-2 0,0 0-5 0,0 0 11 16,0 0-14-16,-13-1 10 0,13 1-7 0,0 0-9 15,0 0 8-15,0 0 11 0,-13-1-9 0,13 1 9 16,0 0-12-16,0 0 7 0,0 0 1 0,0 0-4 16,-15 2 1-16,15-2 0 0,0 0 5 0,0 0 3 15,0 0-11-15,0 0 2 0,-9 3 11 0,9-3-12 16,0 0 6-16,0 0 1 0,0 0 0 0,0 0 5 16,0 0-11-16,23 16 4 0,-23-16 3 0,15 4-5 15,-2 0 4-15,4 1-5 0,3-2 6 0,3-1 1 16,3 3-8-16,9-2 12 0,-4 1-14 0,3 2 18 15,0-2-7-15,3 1-10 0,1-2 3 16,2 1 9-16,12 2-11 0,0-2 6 0,0 1-9 0,-14-2 19 16,16 1-5-16,-3 2-12 0,-13-2 16 15,15-3-8-15,-2 7 1 0,-13-6-3 0,14 3 9 0,-1-1-12 16,1 0-3-16,-14 2 9 0,14-1 2 16,-12 0 2-16,10-1-1 0,-14-1 0 0,18 5 10 0,-20-5-5 15,1 1-2-15,-1 2-4 0,-5-2 19 0,3 1-18 16,-3 0-7-16,0 3 8 0,-2-4 1 0,0 2-1 15,-6-5 5-15,-2 0-2 0,-5 2 0 16,0 2-4-16,-1-2 2 0,-2 0 5 0,-2-3-7 16,-2 2-8-16,0-1 20 0,-7-1-2 0,11 3 7 15,-11-3 0-15,6 1 8 0,-6-1-2 0,0 0 1 16,7 1-4-16,-7-1-1 0,0 0-6 0,0 0-10 16,0 0 9-16,0 0-11 0,0 0 4 0,0 0-1 15,0 0-1-15,0 0-4 0,0 0 10 0,0 0-13 16,0 0 2-16,0 0 2 0,0 0-3 0,-19-10 3 15,19 10 0-15,0 0-2 0,0 0 0 0,0 0-3 16,0 0 4-16,0 0 0 0,-8-2 0 0,8 2-1 16,0 0 1-16,0 0-7 0,0 0-1 0,0 0-7 15,0 0-14-15,0 0-3 0,0 0-13 0,0 0-7 16,0 0-16-16,0 0-9 0,0 0-5 0,0 0-14 16,0 0 6-16,-11 4-13 0,11-4-82 0,0 0-195 15,-11 4 87-15</inkml:trace>
  <inkml:trace contextRef="#ctx0" brushRef="#br0" timeOffset="59997.62">23249 17289 31 0,'-11'-1'62'0,"11"1"-4"16,0 0-9-16,0 0-7 0,-14 0 3 0,14 0-2 15,0 0-11-15,0 0 3 0,-12-1-10 16,12 1-7-16,0 0 6 0,-18-1 2 0,18 1 2 16,-12 1-4-16,12-1-7 0,-16 2 5 0,8-1-4 15,8-1-4-15,-20 3-3 0,8 1 9 0,-3-2 0 16,2 1-13-16,-5-3 9 0,-1 4-10 0,0-1 4 16,1 1 2-16,-3-1-1 0,2 0 11 0,-1-1-6 15,2 2 2-15,-1 0-5 0,-2 0 4 0,3-3-5 16,2 3 3-16,-2-4-4 0,7 1 3 0,11-1 3 15,-16 0 2-15,16 0 2 0,-12 0-8 0,12 0-2 16,-9 2 1-16,9-2 2 0,0 0-3 0,0 0-4 16,0 0-9-16,0 0 3 0,0 0 11 0,0 0 5 15,18 16-9-15,-5-13-1 0,4 6 2 0,4-4 0 16,0-3 5-16,13 2 3 0,0 4-1 0,0-6 4 16,3 2 3-16,14-1-8 0,1-2 1 0,-1 3-3 15,2 0 5-15,0-4-5 0,4 2 10 0,-3-1 0 16,3-2-12-16,1 4 4 0,1 1-2 0,1-4-3 15,0 0 6-15,-1 0-11 0,2 5 11 0,0-3-12 16,6-2 16-16,-5 2-16 0,2-1-2 0,3 4 16 16,-1-4-13-16,26 1 2 0,-33 2-1 0,-4-2-3 15,4 3 5-15,-4 0-2 0,5-2-2 0,-4-1-7 16,-1 2 8-16,-18 1-3 0,15-3 0 0,-13 1-3 16,13 2 4-16,-17-1-3 0,-1-1 3 0,-1 2 0 15,-1-3-1-15,-2 3 3 0,-2-4-1 0,-7 3-6 16,-4 0-4-16,2-2 17 0,-6 1-17 0,-4 0 2 15,1-3 3-15,-10 0 1 0,17 2-1 0,-17-2 3 16,11 1 12-16,-11-1-6 0,7 0 5 0,-7 0 2 16,0 0-4-16,0 0 3 0,0 0-1 0,0 0-10 15,0 0-12-15,0 0 4 0,0 0-1 16,0 0-17-16,0 0-2 0,0 0-18 0,0 0-21 16,0 0-11-16,-27-9-17 0,27 9-12 0,-11-4-80 0,-1 3-197 15,12 1 88-15</inkml:trace>
  <inkml:trace contextRef="#ctx0" brushRef="#br0" timeOffset="60876.21">21895 17290 45 0,'0'0'61'0,"-8"-1"-6"16,8 1-7-16,0 0 7 0,0 0-10 15,0 0 0-15,0 0-4 0,0 0 8 0,-11-2-13 0,11 2 2 16,0 0-1-16,0 0 6 0,0 0-1 16,0 0-4-16,-10 0-3 0,10 0 9 0,0 0-9 0,0 0-2 15,0 0 1-15,-9-3-9 0,9 3-3 16,0 0 1-16,0 0 9 0,0 0-7 0,-11 2 7 15,11-2-7-15,0 0 8 0,0 0-12 0,-10-2-8 16,10 2 5-16,0 0-8 0,0 0 15 0,0 0-15 16,-9 3 7-16,9-3-8 0,-6 2-1 0,6-2 4 15,0 0 2-15,0 0-5 0,-7 4 4 0,7-4-10 16,0 0 16-16,0 0-8 0,0 0 10 0,0 0-8 16,15 14 4-16,-4-10-8 0,6-2 0 0,1 1-5 15,2-2 9-15,2 1 2 0,6-2-3 0,-1 3 3 16,2-1-10-16,-2-2 4 0,4 0 4 0,-3-2-9 15,-5 4 2-15,-3-2-7 0,2 0 10 0,-3 1-9 16,-2 2 10-16,2-3-2 0,-5 0-6 0,-2 1 2 0,-1 0 0 16,1 0-1-16,-5 1-9 0,-7-2 3 15,12 1 3-15,-12-1 15 0,9 0-26 0,-9 0-1 16,7 1-15-16,-7-1-14 0,0 0-7 0,9 3-16 16,-9-3-9-16,7 3-7 0,-7-3-15 0,10 4-80 15,-10-4-189-15,6 4 84 0</inkml:trace>
  <inkml:trace contextRef="#ctx0" brushRef="#br0" timeOffset="105225.29">428 8319 52 0,'0'0'175'0,"0"0"-3"16,0 0-7-16,0 0-10 0,1-52 8 0,-1 52-10 15,0 0-13-15,0 0-15 0,0 0-12 0,0 0-18 16,0 0-10-16,0 0-7 0,0 0 5 0,0 0-7 15,0 0-1-15,0 0 3 0,0 0-2 0,-20 123-2 16,11-78-6-16,1 2-6 0,-4-14-3 0,3 1-5 16,2-1-6-16,-6-5-4 0,8-1-3 15,5-27-4-15,-13 43-6 0,13-43-2 0,-6 26-1 0,6-26-7 16,0 0 1-16,0 0 1 0,-8 32 2 0,8-32 4 16,0 0 14-16,0 0 1 0,0 0-6 0,0 0-2 15,0 0-7-15,0 0 0 0,0 0-3 0,0 0-5 16,0 0-4-16,0 0 1 0,0 0 0 0,6-116-3 15,-6 116-3-15,13-49-4 0,-5 23-1 0,4-3-5 16,-3-2 3-16,2 2-3 0,1-4-3 0,-2 5 2 16,1-1-12-16,3 3 3 0,-1 1 1 0,-13 25 1 15,19-39-1-15,-19 39 2 0,17-23-1 0,-17 23-2 16,0 0-3-16,14-19-1 0,-14 19 1 0,0 0 0 16,0 0 2-16,0 0-1 0,0 0 3 0,0 0 1 15,42 55 3-15,-42-55-3 0,12 42 2 16,-8-12 1-16,1 2 1 0,-5-32 3 0,2 59 0 15,3-26-1-15,-3-7-1 0,-2-26 2 0,4 54 0 0,-2-29 3 16,-2-25-3-16,6 43 3 0,-6-43 0 0,0 36-3 16,0-36-1-16,0 0-30 0,-1 44-17 15,1-44-29-15,0 0-23 0,-9 36-31 0,9-36-27 16,0 0-40-16,-11 27-179 0,11-27-406 0,0 0 179 16</inkml:trace>
  <inkml:trace contextRef="#ctx0" brushRef="#br0" timeOffset="105397.88">286 8531 87 0,'0'0'123'0,"0"0"-7"0,0 0-16 0,56-13-7 16,-56 13-17-16,56-1-7 0,-25 1-18 0,-31 0-21 15,64 1-18-15,-29 0-20 0,-35-1-6 0,67-1-32 16,-35-2-5-16,-32 3-56 0,59-6-115 0,-37 4 51 15</inkml:trace>
  <inkml:trace contextRef="#ctx0" brushRef="#br0" timeOffset="105601.2">802 8483 81 0,'9'-5'29'0,"-9"5"13"16,10-9 18-16,-10 9 33 0,4-12 15 0,-4 12-2 15,0-19-12-15,0 19 17 0,0 0 12 0,0 0 3 16,0 0 6-16,0 0-1 0,0 0 1 0,0 0-8 16,0 0-17-16,0 0-10 0,-23-45-14 0,23 45-5 15,0 0-2-15,0 0 4 0,0 0-3 0,0 0 0 16,0 0 1-16,-12 81-8 0,12-81-7 0,-6 58-3 15,4-27-1-15,-1 1-7 0,1 0-8 0,2-32-1 16,-4 63-5-16,4-35-4 0,0-28 2 0,-2 53-15 16,0-28-30-16,2-25-12 0,0 37-16 0,0-37-20 15,-2 34-33-15,2-34-33 0,0 0-31 0,-5 39-26 16,5-39-6-16,0 0-132 0,0 0-345 16,-16 25 152-16</inkml:trace>
  <inkml:trace contextRef="#ctx0" brushRef="#br0" timeOffset="105835.89">838 8379 13 0,'10'-5'125'16,"1"2"10"-16,0 1-6 0,3 2-5 0,-14 0 1 15,22 6-8-15,-13 0 5 0,-1 0-18 0,2 8-1 0,-3 2-7 16,-5-4-3-16,0 5-6 0,-4-2-13 0,-5 3 0 15,0 0-7-15,-1 0-3 0,-9 3-8 0,2-3-5 16,15-18-7-16,-40 35-3 0,26-24-8 16,14-11-9-16,-29 22-22 0,29-22-38 0,-23 17-36 15,23-17-53-15,0 0-154 0,-29 16-302 0,29-16 135 16</inkml:trace>
  <inkml:trace contextRef="#ctx0" brushRef="#br0" timeOffset="106043.96">999 8463 1522 0,'11'-13'27'0,"-5"3"25"0,0 2 26 0,-1 0-49 16,-5 8-8-16,7-10-5 0,-7 10-12 0,0 0 4 15,7-8-2-15,-7 8 12 0,0 0 18 0,0 0 3 16,11 25 0-16,-9-10 3 0,2 10 5 0,-4 3 2 16,0 4-3-16,0 4-5 0,2 7-2 0,-4 5-6 15,2-16-1-15,-2 2-5 0,-2-1-1 0,3-3-1 16,0-4-8-16,-4 0-25 0,3 2-33 0,0-10-26 15,-1 1-38-15,2-1-49 0,-2-3-170 0,-2-3-351 16,3-3 155-16</inkml:trace>
  <inkml:trace contextRef="#ctx0" brushRef="#br0" timeOffset="106283.65">1151 8358 8 0,'13'-7'158'0,"-4"2"-4"0,2 4-6 0,1 2-8 16,-12-1-12-16,21 9-6 0,-9-3-10 0,-5 6-4 15,5 0-9-15,-4 3-3 0,-4 3-8 16,-3 0-13-16,-1 1 2 0,-1 0-5 0,-5-1-5 16,-2-3-6-16,0 0-4 0,-5 2-6 0,3-3-6 0,-3 0 1 15,3-2-11-15,-3-1-3 0,4-2-26 16,-1-4-20-16,0 0-41 0,1 0-42 0,-1 1-54 15,0-3-127-15,-1 1-302 0,11-4 134 0</inkml:trace>
  <inkml:trace contextRef="#ctx0" brushRef="#br0" timeOffset="106511.59">1405 8179 231 0,'2'-6'227'0,"0"0"-15"0,-2 6-21 0,0 0-23 16,4-13-21-16,-4 13-11 0,0 0-16 0,0 0 0 16,0 0-3-16,10 39-2 0,-7-10-10 0,-1 4-11 15,1 0-5-15,0 15-2 0,-3-13-13 0,2 12-4 16,-1-1-8-16,-7 0-2 0,6-11-10 0,-2-3 1 16,0 1-10-16,-2 2-21 0,1-3-40 0,1-2-47 15,0-1-62-15,-1-2-68 0,-3 0-166 0,3-10-393 16,-2-2 175-16</inkml:trace>
  <inkml:trace contextRef="#ctx0" brushRef="#br0" timeOffset="107000.15">1732 8141 126 0,'0'0'168'0,"0"0"-12"0,0 0-10 15,0 0-9-15,0 0-1 0,12 18 2 16,-10-9-11-16,0 2-6 0,-2 0-13 0,1 0-10 16,-1-2-2-16,-1 3-8 0,1-5 3 0,0 2 1 15,0-9-5-15,0 11 2 0,0-11 7 0,0 9 3 16,0-9 10-16,-2 6 10 0,2-6-2 0,0 0-9 0,0 0-12 16,0 0-4-16,0 0-14 0,0 0-10 15,-7-25-8-15,7 15-3 0,0-2-8 0,0-6-1 16,3 1-10-16,-1-4 0 0,3 3-12 0,1-1-1 15,2 0-5-15,2 1-2 0,-2 4-5 0,2-2-5 16,-1 3-2-16,0 4 1 0,-1 2-5 0,1 3-1 16,-2 2-2-16,1 2-1 0,2 2 0 0,1 6-3 15,-1 1 0-15,3 2 1 0,-1 4 4 0,0 1-2 16,1 6-3-16,-3-5-13 0,-1 6-21 0,-1 0-34 16,-3 2-41-16,-2 2-65 0,-1-1-77 0,-9 0-194 15,4 2-487-15,-7-3 216 0</inkml:trace>
  <inkml:trace contextRef="#ctx0" brushRef="#br0" timeOffset="107376.55">1877 8542 178 0,'10'-11'212'15,"5"-1"-3"-15,1 0-10 0,3-5-12 0,4-2-15 16,-3-3-10-16,2 2-3 0,-2-3-5 15,0 2-10-15,-1-1-11 0,-2 1-7 0,-1 1-9 0,-3 1-8 16,1 2-11-16,-5-1-11 0,0 1-6 0,1 1-6 16,-4 3-2-16,0 1-3 0,-2 2 1 0,-3 5-7 15,3 0-9-15,-4 5-7 0,0-8-9 0,0 8-4 16,0 0-4-16,0 0-7 0,-18 10-6 0,4 4-13 16,-5 5-7-16,-2 4-14 0,3 2-15 0,0 1-2 15,3-3-5-15,3 2-4 0,3-1-7 0,4-5 5 16,4 7-1-16,1-9 7 0,5 8 3 0,-1-5 1 15,2-3 9-15,1 0 2 0,4-3 0 0,-2 2 2 16,0-2 3-16,-2-3-1 0,1-1 0 0,-2-3 4 16,0 1 1-16,-3-1 5 0,0 0-2 0,0-4 0 15,2 2 3-15,-5-5 7 0,3 11 5 0,-3-11-4 16,-4 10-4-16,-3-4-16 0,1-2-33 16,6-4-24-16,-22 11-38 0,12-7-42 0,-2 0-40 0,-2 0-119 15,3-3-341-15,11-1 150 0</inkml:trace>
  <inkml:trace contextRef="#ctx0" brushRef="#br0" timeOffset="107553.88">2277 8407 134 0,'0'0'225'0,"6"-6"-15"15,-6 6-22-15,0 0-21 0,0 0-14 0,0 0-18 16,0 0-12-16,0 0-17 0,0 0-9 15,8 21-5-15,-8-11-26 0,0-10-47 0,-4 22-68 16,3-9-58-16,-3 2-154 0,-1-1-281 0,1 0 126 16</inkml:trace>
  <inkml:trace contextRef="#ctx0" brushRef="#br0" timeOffset="107685.43">2236 8758 53 0,'0'0'189'0,"0"0"-20"0,0 0-13 0,-1 10-17 15,1-10-15-15,0 0-8 0,0 0-19 0,0 0-44 16,0 0-45-16,0 0-57 0,0 0-128 0,0 0-190 16,0 0 85-16</inkml:trace>
  <inkml:trace contextRef="#ctx0" brushRef="#br0" timeOffset="107828.62">2516 8593 82 0,'0'0'239'0,"0"0"-17"0,8-4-9 15,-8 4-15-15,0 0-22 0,0 0-19 0,0 0-17 16,0 0-14-16,10-3-18 0,-10 3-31 0,0 0-47 16,0 0-47-16,0 0-59 0,0 0-62 0,-12 25-119 15,12-25-277-15,-15 14 123 0</inkml:trace>
  <inkml:trace contextRef="#ctx0" brushRef="#br0" timeOffset="108265.82">72 9151 76 0,'0'0'223'0,"0"0"-23"0,0 0-18 0,0 0-18 16,0 0-13-16,0 0-14 0,0 0-12 0,94-3-12 16,-2 4-6-16,15-1-11 0,7-2-11 0,10-2-6 15,12-6-10-15,9 9-6 0,5-5 1 0,-4 4-9 16,2 2-7-16,-4 4 3 0,-6-6-7 0,-4-1-4 15,-11 3-2-15,-7-4-2 0,-11 7-2 0,-9-3 2 16,-3-7-4-16,-30 5-1 0,2 1-3 0,-3-5 0 16,1 3-2-16,-6-3-1 0,-2 0 0 0,-3 2 0 15,-17 0 1-15,-4 2 1 0,-10 0 2 0,-1-1 2 16,-9 1 1-16,2-1 5 0,-6 1-5 0,-7 2-5 16,12-2-15-16,-12 2-36 0,0 0-36 0,0 0-44 15,0 0-37-15,0 0-33 0,-46-18-47 0,14 16-124 16,-6 2-372-16,-13 2 164 0</inkml:trace>
  <inkml:trace contextRef="#ctx0" brushRef="#br0" timeOffset="108730.36">593 9575 96 0,'0'0'233'0,"0"0"-11"0,0 0-7 16,0 0-13-16,0 0-23 0,0 0-17 0,0 0-16 16,0 0-18-16,0 0-18 0,0 0-11 15,0 0-11-15,0 0-7 0,0 0-8 0,0 0-3 16,0 0-9-16,0 0-3 0,0 0-4 0,0 0-8 15,0 0-2-15,0 0-5 0,0 0-4 0,0 0-1 16,-6 89-2-16,6-89-3 0,0 0-7 0,-5 37 2 16,5-37-5-16,0 0 3 0,-2 31-4 0,2-31-12 15,0 0-17-15,0 0-29 0,0 0-29 0,-2 43-36 16,2-43-48-16,0 0-44 0,0 0-149 0,0 0-374 16,0 0 166-16</inkml:trace>
  <inkml:trace contextRef="#ctx0" brushRef="#br0" timeOffset="108890.99">488 9439 91 0,'0'0'63'0,"0"0"-34"0,0 0-47 0,0 0-10 16,0 0-30-16,0 0 13 0</inkml:trace>
  <inkml:trace contextRef="#ctx0" brushRef="#br0" timeOffset="109121.74">838 9564 165 0,'7'10'170'0,"0"1"-1"15,-1 3-1-15,-3-2-13 0,1 5-11 0,-4 1-9 16,-2-2-16-16,0 3-10 0,-3 5-8 0,-3 0-12 16,8-24-11-16,-16 35-1 0,16-35-11 0,-25 43-6 15,10-23-2-15,15-20-4 0,-28 29-9 0,6-11-24 16,22-18-18-16,-34 23-32 0,18-11-22 0,16-12-34 16,-29 19-22-16,29-19-39 0,-36 13-116 0,36-13-283 15,-38 5 126-15</inkml:trace>
  <inkml:trace contextRef="#ctx0" brushRef="#br0" timeOffset="109354.49">275 9586 4 0,'0'0'168'0,"0"0"0"0,0 0-5 0,0 0-10 0,0 0-4 15,-40 51-11-15,40-51-12 0,-12 37-4 16,12-37-12-16,-7 36-10 0,7-36-6 0,-4 33-13 16,4-33-3-16,0 0-9 0,6 47-8 0,-6-47-5 15,14 28-4-15,-14-28-14 0,20 22-19 0,-20-22-45 0,25 18-55 16,-25-18-68-16,31 9-134 0,-31-9-305 0,0 0 135 16</inkml:trace>
  <inkml:trace contextRef="#ctx0" brushRef="#br0" timeOffset="109558.9">562 9511 2669 0,'0'0'87'16,"0"0"-11"-16,0 0-31 0,0 0-15 0,0 0 2 16,0 0 2-16,4-53 19 0,-4 53 1 0,0 0-2 15,0 0 2-15,0 0-8 0,0 0-2 0,0 0-8 16,0 0-4-16,0 0-6 0,0 0-21 0,0 0-16 15,0 0-17-15,0 0-31 0,0 0-42 0,0 0-47 16,0 0-51-16,0 0-72 0,0 0-156 0,0 0-462 16,0 0 205-16</inkml:trace>
  <inkml:trace contextRef="#ctx0" brushRef="#br0" timeOffset="111745.45">1058 9542 115 0,'0'0'197'0,"0"0"-8"15,2-7-9-15,-2 7-14 0,0 0-9 0,0 0-17 16,2-8-15-16,-2 8-13 0,0 0-16 0,0 0-14 16,0 0-8-16,0 0-8 0,0 0-6 0,0 0-7 0,15 12-6 15,-7-4-2-15,-1 3-1 0,3 2-12 0,2 2 4 16,1 2-8-16,-5-1-2 0,3 1-2 15,0 0 0-15,2 4-6 0,-5-5-2 0,3 1-2 16,-4-1 3-16,2 0-5 0,-3-2 3 0,5 1-3 16,-4-4-2-16,2 2 1 0,-4-2-1 0,0-5-1 15,-1 3 1-15,2-4-3 0,-3 1-1 0,-1 0-2 0,-2-6 6 16,6 7 11-16,-6-7 18 0,3 5 16 0,-3-5 11 16,0 0 4-16,0 0-8 0,0 0-8 0,9-12-3 15,-6 2-6-15,-1-2-3 0,2-4-3 16,0 0-5-16,1-3-4 0,-1 0 0 0,5-5-4 15,0-1-3-15,0 2-2 0,-3 3-2 0,2-5-4 16,-2 8-1-16,3-9-2 0,-2 10 0 0,0-1-2 0,0 3-1 16,-2 1-4-16,1 4 2 0,-2 3-9 15,-1 1-11-15,2-1-25 0,-5 6-16 0,4-6-18 16,-4 6-21-16,0 0-25 0,0 0-19 0,0 0-26 16,19 17-23-16,-16-6-16 0,-1 1-137 0,3 1-367 15,-3 2 162-15</inkml:trace>
  <inkml:trace contextRef="#ctx0" brushRef="#br0" timeOffset="112091.62">1504 9732 1 0,'0'0'136'0,"-3"14"1"15,3-14 5-15,-4 12-13 0,-2-2-2 0,5-1-7 16,-2 1-12-16,3-10-11 0,-2 19-6 0,2-8-8 15,0-11-2-15,2 14-8 0,1-8-8 0,2 2 0 16,1 1-11-16,-1-4-2 0,3 0-2 0,1-1-3 16,3-1-5-16,3-1 3 0,1-4-6 0,2 2 2 15,-2-6-2-15,3 2 2 0,-1-1 1 0,-6-1 4 16,1 0-4-16,-1-1 3 0,2-4 9 0,-1 0 8 16,-2-1-8-16,-6 0-1 0,2 2-3 0,-4-2 1 15,0 1-4-15,-3-1-1 0,-3 1-3 0,-3-6-15 16,-1 6-2-16,-4-2-7 0,0 1 3 0,-2 2-6 15,-1 0-1-15,1 6-8 0,1 0 6 0,-4 4-19 16,-2-1-1-16,1 3-12 0,-1 3-15 0,3 3-13 16,-4 0-12-16,1 2-28 0,5 1-22 0,-2 2-27 15,3 3-28-15,3-3-25 0,-1 2-117 0,8-5-330 16,0 0 147-16</inkml:trace>
  <inkml:trace contextRef="#ctx0" brushRef="#br0" timeOffset="112342.48">1877 9587 25 0,'2'-5'220'0,"-2"5"-20"0,3-7-23 16,-3 7-18-16,0 0-14 0,0 0-23 0,0 0-11 15,0 0-11-15,0 0-8 0,10 11-4 0,-7 0-7 16,-1 1 2-16,0 7-7 0,-2 0-3 15,2 2-8-15,-2 4-3 0,0-6-7 0,0 8-9 0,-2-2 4 16,2 0-8-16,-2-6-2 0,2 0-7 0,-1-2-2 16,-3 0-22-16,3 2-27 0,1-2-37 0,-4 1-45 15,4-2-43-15,0-5-39 0,0 1-100 0,0-12-304 16,0 17 134-16</inkml:trace>
  <inkml:trace contextRef="#ctx0" brushRef="#br0" timeOffset="112572.8">2062 9607 29 0,'0'0'210'0,"3"-8"-22"0,-3 8-14 16,0 0-18-16,0-9-21 0,0 9-14 0,0 0-5 16,0 0-4-16,0 0 4 0,4 31-6 0,-4-15-9 0,1 4-5 15,-2-3-4-15,2 10-8 0,-1-8-10 16,-1 0-7-16,2 2-8 0,0 4-5 0,-2-6-2 0,1-1-4 15,0 2-5-15,-1-1-5 0,2-7-24 0,0 3-28 16,-1-2-31-16,0-1-38 0,2-2-39 16,-1 0-25-16,-1-10-28 0,1 12-110 0,-1-12-307 15,0 0 137-15</inkml:trace>
  <inkml:trace contextRef="#ctx0" brushRef="#br0" timeOffset="113724.9">1977 9735 71 0,'14'-3'122'0,"5"2"-8"0,3 1-12 0,6 0-13 0,2 0 0 15,1-2-12-15,3 2-19 0,-3-3 4 16,0 1-9-16,1 1-6 0,1-2-1 0,-5 3 1 16,-1-2-13-16,-5-1 0 0,-6 2 2 0,0 0-2 15,-4 0-8-15,-1 1 15 0,-11 0 5 0,17-2 12 16,-17 2 13-16,10 0 12 0,-10 0 10 0,0 0 3 15,0 0-12-15,11-3-4 0,-11 3-10 0,0 0-7 16,0 0-7-16,0 0-5 0,0 0-11 0,0 0 4 16,-40 3-5-16,28 0-1 0,-4 3-11 0,0 3 7 15,-1-1-5-15,4 2-4 0,-2 0 2 0,3 2 1 16,2-2-6-16,0 1-4 0,4 0 0 0,-1-1 1 16,3 2-5-16,3-3 0 0,0 0-5 0,1-9 7 0,1 18-7 15,3-9 3-15,1-2-2 0,0-3 0 16,-5-4 0-16,18 8 1 0,-9-4-2 0,6-3 2 15,-1-2-2-15,3-1-1 0,-4 2 3 0,5-3-1 16,-7-1-3-16,-1-3 1 0,6-2 1 0,-7 2-1 16,-2-1-2-16,3 0 0 0,-2-2-2 0,-1-4 0 0,-1 3-2 15,-1 0 4-15,-2 1 0 0,0-1 0 16,0 1-3-16,-3 10 2 0,3-16 3 0,-3 16-5 16,1-12 0-16,-1 12 2 0,0 0-4 0,2-11-6 15,-2 11 1-15,0 0-4 0,0 0 2 0,0 0-1 16,0 0 1-16,0 0 0 0,0 0 4 0,-12 27-2 15,12-16 1-15,0-11 1 0,0 19-3 0,2-8 1 16,-1-2 5-16,3-1-2 0,3 1 1 0,0 0 3 16,2-1 0-16,3-1-1 0,-1-2 0 0,9-2 2 15,0 1-1-15,-1-2 2 0,2-2 0 0,-1 0-1 16,-2 0 0-16,1-2 0 0,-1-3-4 0,1 0 5 16,-1-1-2-16,-3 1 1 0,-1-1 0 0,-2 0-1 15,-3 1-2-15,2-3 4 0,-3 1-1 0,0-2 2 16,-3-1-3-16,0 1 2 0,1-1-3 0,-3 1 1 15,-1-1-4-15,-2 0-1 0,0 2 3 0,0 8 1 16,-1-14 1-16,1 14 3 0,-4-9-9 0,2 4 5 16,2 5-1-16,-10-5-5 0,10 5 3 0,-12 0-5 15,-1 2 2-15,4 4 5 0,-4 0-1 0,0 3 1 16,2-1-11-16,-3 2 5 0,5-1-5 0,2 0 8 16,0-1 0-16,2 2-1 0,-1-1 2 0,6-9-1 15,-5 13-4-15,3-7 6 0,2-6-3 0,0 0-1 16,4 15-1-16,-4-15-1 0,9 7 4 0,-9-7-4 15,14 3 4-15,-6-2-2 0,-8-1 0 0,18-4 2 16,-18 4-2-16,16-7 4 0,-6 2 1 0,-3 2-2 0,-2-1 3 16,3-2-2-16,-2 0 0 0,-1 2 2 15,-1 0 0-15,-4 4 4 0,6-9 0 0,-3 6 10 16,-3 3-11-16,3-6-5 0,-3 6-1 0,0 0 0 16,0 0-5-16,0 0 1 0,0 0 1 0,0 0-1 15,6 21-1-15,-5-4 1 0,-2 6-1 0,2 5 3 16,2 3 3-16,-1 0 0 0,1 3 0 0,-2-1 0 15,0 2 0-15,1 1 3 0,-1 10 5 0,0-15-6 16,1-1-2-16,-4 3 3 0,1-6-1 0,0-1 6 16,-1-6-6-16,-3-1 4 0,-1-1-1 0,0-2 2 15,-5 1 0-15,1-4 2 0,-4 1-1 0,0-3-2 16,-3-1 3-16,3-1-1 0,2-4 3 0,-1-1 0 16,0-3-2-16,3-1-3 0,-2 0 2 0,2-3-2 15,1 1 1-15,1-1 1 0,3-2-2 0,-2-3-6 16,3-3-3-16,3 0 2 0,2-5-9 0,3-3-2 15,2 0-6-15,6-3 1 0,0-5 1 0,5 2 1 16,3 1 0-16,0-4-2 0,4 2-9 0,0-3 1 16,0 3 1-16,-1-1 2 0,11-9 2 15,-10 9 3-15,-1-4-1 0,-1 5 6 0,-2 1-1 0,1 1 3 16,-6-2 1-16,1 4-2 0,-5 1 4 0,-2 3 3 16,-4 0-4-16,0 1 9 0,-1 0 0 0,-4 5 7 15,0 1 4-15,1 1 9 0,-1 10 1 16,0-15 1-16,0 15-2 0,0 0-6 0,-3-12 5 0,3 12-11 15,-7-2 1-15,7 2 4 0,-17 7-11 0,4 5 4 16,-2-1-3-16,2 4 1 0,2 2-2 0,-2-1 1 16,3-1-1-16,2 3-10 0,2 0-17 0,2 8-19 15,4-10-25-15,4 4-48 0,5-5-34 0,0 0-32 16,3 0-165-16,4-3-376 0,8-2 167 0</inkml:trace>
  <inkml:trace contextRef="#ctx0" brushRef="#br0" timeOffset="114202.38">3601 9717 155 0,'-4'-10'233'0,"4"10"-19"0,-10-13 0 16,6 7-21-16,4 6-14 0,-11-7-16 15,11 7-19-15,-13-4-12 0,13 4-16 0,-19 4-12 0,8-1-9 16,-1 3-9-16,0 1-10 0,-2 3-1 0,1 2-11 15,5-2-10-15,0-2-3 0,3 0-7 0,1 1-4 16,0-3-3-16,4-6-6 0,1 14 1 0,-1-14-4 16,7 12-6-16,-2-7-3 0,5 0-4 15,-1-2-6-15,1 1-3 0,0-3-5 0,-10-1 2 16,22 0 0-16,-12-1-6 0,-10 1 2 0,21-4-3 0,-10-1 6 16,-2 0-5-16,0 0 2 0,0-1 0 0,-4 0 1 15,1-1 3-15,-6 7 0 0,10-10-1 0,-10 10 0 16,7-7-4-16,-7 7 2 0,5-7-10 15,-5 7 3-15,0 0-1 0,7-6 2 0,-7 6-5 16,0 0 2-16,0 0 4 0,7 18-4 0,-4-6 5 16,-1 6 0-16,0 10-1 0,-1 0 3 0,-1 4-3 0,-3 0 7 15,2 1-4-15,-3 2 2 0,2-5-2 16,-2-2 1-16,-3 1 3 0,2-3 6 0,-3-2 4 0,4-4 3 16,-4 6 3-16,1-9 8 0,-3 0 1 0,0-1 4 15,-2-2 1-15,-1 0 3 0,-3-1 1 16,-4-4 6-16,-1-2-9 0,3 3-3 0,-1-9-4 15,1 2-4-15,-1 0-1 0,0-2-5 0,1 1 3 0,4-4-19 16,-3-2-24-16,6-2-32 0,1 1-38 16,10 5-56-16,-14-17-45 0,9 5-52 0,1-4-125 15,6 1-403-15,6-2 178 0</inkml:trace>
  <inkml:trace contextRef="#ctx0" brushRef="#br0" timeOffset="115101.6">3924 9699 189 0,'0'0'198'15,"-15"-8"-11"-15,5 5-8 0,-3 2-9 0,1 1-5 16,12 0-16-16,-25 4-6 0,8 4-20 0,3 0-14 16,0 2 0-16,1 2-13 0,2 1-7 0,-1-1-10 0,5-1-5 15,2-1-2-15,1 1-14 0,1 0-5 16,4 0-6-16,2 0-2 0,2-3 2 0,2 1-1 15,0-1-8-15,6-1-8 0,-1 0 1 0,5-4-4 16,4 1-3-16,-3-5-6 0,1 2 0 0,0-5-2 16,-1 1-2-16,-1-3-5 0,-3 1 2 0,-2 0-4 15,1 0 4-15,-3-1-1 0,-1-3-2 0,1 0-2 16,-3 2 1-16,-2-2-2 0,-1-1 1 0,1 0 5 16,0 0-7-16,-5 10 6 0,3-12 4 0,-3 12 3 15,0-13-3-15,0 13 3 0,2-10 5 0,-2 10-11 16,0 0-5-16,0 0 0 0,1-10-4 0,-1 10 0 15,0 0-2-15,0 0 4 0,0 0 0 0,0 0-3 16,-16 28 2-16,12-17-2 0,0-1-1 0,3 0-2 16,-2 0-2-16,3 2 4 0,0-12 5 0,2 19-4 15,-2-19 0-15,6 14 6 0,-6-14-2 0,8 13 0 16,-1-6 2-16,2-2-2 0,2-1 3 0,-11-4-3 16,24 4 2-16,-11-2 5 0,5-4-4 0,-18 2 3 15,25-6 0-15,-13 1 0 0,2 2 6 0,-3-3-8 16,1-1 2-16,-1 1-3 0,2-3-2 0,-4 1 0 15,-2-3 3-15,2-3-5 0,-1 2 0 0,-4 1 2 16,-3 0-3-16,3-1 4 0,-1 0-3 0,-3 0 1 16,2 3 5-16,-2 9 2 0,1-10 1 0,-1 10-5 15,0 0-5-15,0-14-2 0,0 14-2 0,0 0-1 16,0 0-3-16,0 0 0 0,0 0 2 0,0 0 0 16,0 0-3-16,0 0 3 0,-12 38 1 0,12-28-1 15,-1 0 0-15,-1 1 1 0,2-11-1 0,3 21 4 16,-1-15 6-16,2 1-9 0,1 2 6 0,2-2 5 15,0 1-5-15,1-4-3 0,3 1 4 0,-2-3 1 16,5 1 1-16,0-2-1 0,-1-2-2 0,-13 1-1 16,26-4-2-16,-13 3 2 0,-2-3 1 0,-1 0-2 15,2-2 0-15,-3-1-1 0,-1-2 3 0,2-1-6 16,-3 4 5-16,-2-4-2 0,2 0 1 0,-2 2-1 16,0 0 1-16,-1 0-4 0,-4 8 4 0,5-9-5 15,-5 9 2-15,4-8-4 0,-4 8 0 0,0 0-4 16,4-8 1-16,-4 8 7 0,0 0-12 0,0 0 2 15,0 0 2-15,0 0 3 0,0 0 0 0,0 0-1 16,-4 34 1-16,4-34 5 0,-3 14-2 0,3-14-4 16,-1 11 2-16,1-11 0 0,-1 10 5 0,1-10 5 15,0 0 11-15,0 0-2 0,2 10 4 16,-2-10 6-16,0 0-1 0,11 3 3 0,-11-3 4 0,12 0-5 16,-12 0 1-16,21-5 0 0,-10 1 1 0,6-2-8 15,-4 2 4-15,-1 2-6 0,0 1-2 0,2 0-1 16,-2-2-6-16,0 3-2 0,-12 0-1 0,18 0-1 15,-18 0-2-15,17 5 6 0,-11 0-11 0,-1 0 0 16,2 2 4-16,-1 0-4 0,-1 2 5 0,-5-9-2 16,4 16 2-16,-4-16-4 0,1 17-9 0,-1-17-10 15,-4 17-17-15,1-8-24 0,3-9-46 0,-16 16-46 16,6-6-68-16,-4 2-247 0,-3-5-506 0,-2-2 224 16</inkml:trace>
  <inkml:trace contextRef="#ctx0" brushRef="#br0" timeOffset="115292.62">4267 9574 2407 0,'-12'-16'-2'0,"3"2"29"0,3 3-10 0,0 1-8 16,1 4-5-16,1-1-3 0,2 1 3 0,2 6-3 15,-4-8-1-15,4 8-5 0,-3-7-14 0,3 7-17 16,0 0-30-16,0 0-35 0,0 0-55 0,0 0-192 15,20 20-376-15,-11-12 166 0</inkml:trace>
  <inkml:trace contextRef="#ctx0" brushRef="#br0" timeOffset="115988.01">5089 9936 202 0,'-7'-3'229'0,"7"3"-13"0,0 0-26 16,-5-7-13-16,5 7-18 0,0 0-13 0,0 0-11 15,5-12-13-15,0 5-10 0,4-3-10 0,3 3-11 16,2-3-7-16,4-1-5 0,6-2-9 0,-4-3-5 16,3 2-7-16,2-2-9 0,-2 2 2 0,-7 4-1 15,2-1-5-15,-5 0 1 0,0-3-1 0,-6 5-1 16,2-4-5-16,-2 2-1 0,-3 1-6 0,1 0-3 15,0 3 16-15,-4-1-5 0,0 2-1 0,-1 6-6 16,3-9-1-16,-3 9-7 0,1-9-4 0,-1 9-5 16,0 0-5-16,0 0 0 0,0 0-4 0,0 0-4 15,0 0 4-15,0 0-3 0,0 0 1 0,-9 26-4 16,4-15 5-16,0 1-5 0,3 0 2 0,-1-2-3 16,0 2 3-16,2 0-2 0,1-1 5 0,1-2-5 15,3 2 5-15,-1-3-3 0,1-1 2 0,2-2-2 16,3 1 0-16,0-1 5 0,5 0-2 0,-1-3 2 15,4-1 2-15,-1 1-2 0,3-2-2 0,-1-2 0 16,0-1 6-16,-3-2-6 0,3 1 0 0,-6-1 2 16,3-4 0-16,-5 3 0 0,0-1 1 0,-1-2-2 15,-1-1 4-15,-3 0-6 0,0 0 1 0,2-2 3 16,-5 2 0-16,1 0 0 0,-2 1 2 0,0 1 0 0,1 2-1 16,-2 6 0-16,2-12 0 0,-2 12-6 0,1-7-2 15,-1 7-2-15,0 0 1 0,0 0-8 16,0 0 5-16,0 0-3 0,0 0 1 0,-1 30 1 15,-3-16 0-15,2 2 0 0,0 1 1 0,0 0 1 16,2 0-2-16,-1 0 1 0,1-1-1 0,-4 0 0 0,1 2 6 16,2-6-3-16,0 4 2 0,-1 1-3 15,1-1 5-15,-1 0-9 0,-1-5-23 0,0 3-25 16,2-5-35-16,-1 2-39 0,-4-4-39 0,4 3-40 16,-6-3-222-16,1 1-462 0,7-8 204 0</inkml:trace>
  <inkml:trace contextRef="#ctx0" brushRef="#br0" timeOffset="116163.76">5280 9496 177 0,'0'0'222'0,"-2"-7"-21"15,2 7-25-15,0 0-18 0,0 0-14 16,0 0-19-16,0 0-37 0,0 0-52 0,21 19-42 15,-4-7-59-15,5 4-145 0,-4-5-227 0,5 3 101 0</inkml:trace>
  <inkml:trace contextRef="#ctx0" brushRef="#br0" timeOffset="116768.34">6176 9741 109 0,'1'-6'273'16,"-1"6"-10"-16,3-9-11 0,-3 9-19 0,2-9-21 16,-2 9-20-16,2-7-20 0,-2 7-20 0,0 0-19 15,0 0-14-15,0 0-13 0,0 0-3 0,0 0-16 16,6 23-9-16,-5-11-8 0,1 3-6 0,0 2-5 16,2 0-8-16,-1-2-3 0,3 2-5 0,-2-4-2 15,1 0-6-15,1-1-2 0,1 4-1 0,3-2-5 16,-4-3 0-16,1 0-3 0,2-3-3 0,1 0 0 15,-1-1 1-15,0-4-4 0,1 1-2 0,0-1 3 16,-1-3-1-16,4 0-4 0,-3 1 0 0,-2-4 4 16,3-3-5-16,-3 0-2 0,2-3 3 0,3-2 7 15,-5-4-12-15,2 1-1 0,0-3-1 0,0 3-1 16,-1-2 0-16,0-3-1 0,-1 2 0 0,0-9 4 16,-3 7-4-16,0 0 1 0,-2 0-3 0,-1 0-1 15,-1 2-1-15,3 1 0 0,-1 3-1 0,-3 4 2 16,1 2-5-16,-1 7 4 0,0-13-5 0,0 13-1 15,2-4-1-15,-2 4-5 0,0 0 6 0,0 0 0 16,0 0-5-16,0 0 3 0,-3 37-3 0,0-20 6 0,-2 2 1 16,3-1 0-16,-1 0 2 0,0 0-3 15,2-2 2-15,1 3-2 0,1-3-3 0,2-1 4 16,3-1 1-16,1 1 3 0,-1-4-2 0,3-2-4 16,1 0-9-16,3-4-15 0,4 3-25 0,0-2-22 0,4-2-38 15,-1-3-24-15,1-1-48 0,-2-1-39 0,-2-1-178 16,-5 0-436-16,0-2 194 0</inkml:trace>
  <inkml:trace contextRef="#ctx0" brushRef="#br0" timeOffset="117324.58">6672 9724 131 0,'0'0'155'15,"0"0"2"-15,0 0-18 0,0 0 6 0,0 0 0 0,0 0-5 16,6 22 5-16,-3-13-7 0,-1 1-7 0,1-1-17 15,-2 0-9-15,2-3-5 0,-2 2-9 0,0 2-7 16,-1-3-2-16,3 1-4 0,-2-3 3 0,-1-5-4 16,3 10 7-16,-3-10 5 0,0 7 13 0,0-7 11 15,0 0 5-15,0 0-7 0,0 0-8 0,-7 6-11 16,7-6-4-16,0 0-4 0,0 0-10 0,0 0-8 16,-9-17-3-16,9 17-13 0,-2-15 3 0,3 3-4 15,0 0-8-15,2 0-5 0,1-5-6 0,2 3-8 16,2 0-6-16,0 0-1 0,-1 4-5 0,6-2-1 15,-3 1-8-15,-1 3 6 0,3 0-7 0,-2 5 2 16,0-3 5-16,3 5-11 0,-3 1 2 0,2 3-8 16,-1 1 2-16,-1 3 0 0,1 2 2 0,-4 0-1 15,2 5 1-15,-1 2 13 0,-3 0-10 0,0 0-3 16,-2-5-3-16,0 2 5 0,1-3-2 0,0 2 6 16,0 1 1-16,0-3-1 0,0-1 0 0,2-3 0 15,0 2 3-15,0-3 1 0,0-2-4 0,3 0 0 16,2 1 4-16,1-2-4 0,1-4-2 0,-1 2 0 15,1-2 9-15,0-3 1 0,-1-1-8 0,0 1 1 16,-1-2 1-16,-2-1-5 0,-1 1 6 0,-1-3-5 16,0 2 2-16,-1-3 3 0,-2 0-3 0,-1-1-3 15,-1 0 6-15,1 0-3 0,-1-1 0 0,-1 3-2 16,0-1-2-16,0 3 5 0,-1 8-3 0,0-13 0 16,0 13 3-16,-1-10-7 0,1 10 0 0,0 0-2 15,-1-8 3-15,1 8-5 0,0 0 9 0,0 0-6 16,0 0-3-16,-10 23 3 0,7-15 0 0,-1 3-1 15,3 0 2-15,0-1 2 0,-1 0-7 0,2 2-15 16,-1 0-21-16,2-2-24 0,1 1-34 0,0 1-46 16,2-3-45-16,-1-2-44 0,-1 0-225 0,2-1-504 15,0-2 223-15</inkml:trace>
  <inkml:trace contextRef="#ctx0" brushRef="#br0" timeOffset="117492">6958 9493 119 0,'0'0'158'0,"0"0"-14"0,0 0-17 16,0 0-22-16,0 0-35 0,0 0-42 0,0 0-47 0,9 25-48 16,-1-16-45-16,6 3-119 0,-4-4 53 0</inkml:trace>
  <inkml:trace contextRef="#ctx0" brushRef="#br0" timeOffset="117735.56">7258 9527 34 0,'0'0'215'0,"3"-9"-7"0,-3 9-1 16,3-8-11-16,-3 8-14 0,0 0-22 16,1-7-15-16,-1 7-16 0,0 0-11 0,0 0-6 0,0 0 10 15,10 20-2-15,-7-4 1 0,1 1 1 0,-3 1-2 16,1 2-3-16,0 4-2 0,-6 1-7 0,4 1-9 15,-3-1-7-15,2-6-6 0,-1 5-11 0,0-6-8 16,2 1-1-16,-1-2-9 0,0 0-12 0,-1-2-3 16,1-3-28-16,1-3-24 0,-1 1-23 0,1-3-24 15,0-7-27-15,0 13-21 0,-1-9-19 0,1-4-32 16,0 0 1-16,0 10-20 0,0-10-32 0,0 0-158 16,0 0-396-16,0 0 176 0</inkml:trace>
  <inkml:trace contextRef="#ctx0" brushRef="#br0" timeOffset="118318.01">7206 9739 126 0,'0'-11'137'0,"0"11"-4"16,-1-10-6-16,1 10-14 0,0 0-6 0,2-9-14 15,-2 9-9-15,8-6 4 0,1 3-2 0,0 0-1 16,1 2-3-16,3 0-9 0,-1 1-6 0,-1 0-10 16,2 1-3-16,-2 0 1 0,2 1 4 0,-3 0-4 15,2 1 0-15,-1 0-5 0,0 0-1 0,-1 1-2 16,0 0-12-16,0 0-3 0,-3 0 4 0,4-2-1 15,-3 1-7-15,1 1-3 0,-3-2-3 0,4 0 5 16,-1 0-6-16,2-1 1 0,0 0-2 0,-3 1-1 16,-8-2-5-16,14 0 3 0,-5-2 0 0,-3 0 9 15,0 0 8-15,-6 2 5 0,12-4 0 0,-6 0 3 16,-2-1 1-16,1 2-1 0,-2-3-2 0,2 1 1 16,-2 0-1-16,-3 5-4 0,5-13-5 0,-3 6 9 15,-2 7-6-15,3-11 0 0,-1 6-2 0,-2 5 12 0,4-9-5 16,-4 9-1-16,0 0-3 0,1-8-1 15,-1 8-8-15,0 0-2 0,0 0-7 0,0 0-2 16,0 0-1-16,0 0-6 0,0 0 9 0,0 0-11 16,0 0-1-16,3 25 0 0,-4-14-2 0,-1 8 3 0,2-2 1 15,-4 0-1-15,3 4 0 0,0 5 3 0,-4 1-3 16,2 0 1-16,1 4 1 0,1-2-3 16,-2-2 3-16,0 2 1 0,-2-1-3 0,1-1 1 15,2-1 0-15,-2 0 1 0,3-1-3 0,-4 0 4 16,5 0-4-16,-2-6 1 0,0 7 1 0,-1-6 2 0,2-1-2 15,-2 0 2-15,-2-3-1 0,1 2-1 16,4-4-2-16,-3-2 6 0,0 0 5 0,-3-3-8 0,2 1 0 16,0-4-2-16,0-2 6 0,-2 1-4 0,1-1 2 15,-4-3-5-15,9-1 3 0,-14-1-3 0,1-1-2 16,1-5 0-16,2 2-11 0,-4-7 2 0,1 1 0 16,-1-3-2-16,4-4-3 0,2 1 2 0,-2-7-5 15,1 0 0-15,5-1-12 0,4-2-5 0,2-2-4 16,0 6 0-16,5-3-11 0,3 2-3 0,-1 6-8 15,5-7-7-15,2 2-11 0,1 1-8 0,-3 8-19 16,8-6-29-16,0 1-19 0,3 3-30 0,3 0-15 16,-1 2-160-16,0 1-383 0,0 0 170 0</inkml:trace>
  <inkml:trace contextRef="#ctx0" brushRef="#br0" timeOffset="118490.1">7927 9758 2 0,'0'0'232'0,"0"0"-20"0,0 0-9 16,0 0 6-16,9 2-11 0,-9-2-12 0,0 0-19 16,0 0-18-16,0 0-16 0,0 0-11 0,0 0-15 15,4 5-13-15,-4-5-1 0,0 0-21 0,2 9-32 16,-2-9-42-16,0 8-47 0,0-8-64 0,0 0-50 16,-1 12-153-16,1-12-341 0,-5 10 150 0</inkml:trace>
  <inkml:trace contextRef="#ctx0" brushRef="#br0" timeOffset="132259.9">635 10439 112 0,'0'0'140'0,"0"0"-9"0,0 0-5 16,0 0-9-16,0 0-8 0,0 0-6 15,0 0-6-15,-21-35-5 0,21 35-5 0,0 0-5 16,0 0-11-16,0 0-7 0,0 0-5 0,0 0-11 0,0 0-2 15,0 0-7-15,0 0-6 0,0 0-6 0,0 0-3 16,0 0-1-16,0 0-7 0,0 0 2 16,0 0-4-16,0 0 3 0,0 0-2 0,0 0-2 15,-5 81 3-15,5-81 1 0,0 0 2 0,-6 41-9 16,6-41-4-16,0 31-4 0,0-31 7 0,0 0-7 16,-5 46-17-16,5-46-18 0,0 0-23 0,-3 34-27 0,3-34-24 15,0 0-16-15,0 0-109 0,0 40-250 16,0-40 111-16</inkml:trace>
  <inkml:trace contextRef="#ctx0" brushRef="#br0" timeOffset="132480.26">782 10459 112 0,'0'0'147'16,"0"0"-13"-16,0 0-8 0,0 0-26 0,0 0-4 15,0 0 2-15,0 0-25 0,0 0-2 0,0 0-4 16,0 0-10-16,0 0 1 0,0 0-9 0,0 0-3 0,0 0-5 16,0 0-2-16,0 0-13 0,16 64 6 15,-16-64-8-15,0 0-15 0,0 0-37 0,-2 48-33 16,2-48-20-16,0 0-20 0,-7 37-88 0,7-37-205 16,0 0 90-16</inkml:trace>
  <inkml:trace contextRef="#ctx0" brushRef="#br0" timeOffset="132695.74">962 10483 75 0,'9'11'105'16,"-5"0"-17"-16,-1 1-1 0,-1 0-14 0,0 5 8 15,0-1-12-15,-4 0-6 0,0-3-3 0,0 0-7 16,0 2-11-16,-3-3-2 0,-2 0-26 0,1 3-24 16,-4-1-32-16,-3-1-91 0,-1-2-145 0,-4-3 64 15</inkml:trace>
  <inkml:trace contextRef="#ctx0" brushRef="#br0" timeOffset="132922.41">476 10435 36 0,'-26'29'140'0,"26"-29"-6"16,-20 33-14-16,20-33-5 0,-16 43-3 0,9-19-13 15,7-24-11-15,-7 49-10 0,7-49-2 0,0 37-3 16,0-37-9-16,11 36-16 0,-11-36-19 0,21 31-42 15,-5-19-42-15,-16-12-50 0,33 15-69 0,-33-15-187 16,43 0 83-16</inkml:trace>
  <inkml:trace contextRef="#ctx0" brushRef="#br0" timeOffset="133098.51">733 10239 30 0,'0'0'181'0,"0"0"-24"0,0 0-16 16,0 0-11-16,0 0-10 0,0 0-15 0,0 0-37 15,0 0-37-15,0 0-46 0,0 0-44 0,27 21-90 0,-14-6-160 16,3 0 71-16</inkml:trace>
  <inkml:trace contextRef="#ctx0" brushRef="#br0" timeOffset="133653.67">1891 10555 143 0,'-6'-4'191'0,"6"4"-21"0,0 0-16 16,0 0-14-16,0 0-4 0,0 0-28 0,0 0-4 16,0 0 0-16,0 0-6 0,0 0-4 0,-3 23-3 15,4-14-11-15,-2 4-4 0,1-1-10 0,-1 0-5 16,-1 0-5-16,2 2-7 0,0-6-1 0,0 7-5 15,-1-3-4-15,1-7 2 0,0-5 4 0,0 11-5 16,0-11 5-16,0 8 8 0,0-8 6 16,0 0 8-16,0 9 9 0,0-9-1 0,0 0-1 0,0 0-1 15,0 0-7-15,0 0-7 0,0 0-6 0,0 0-5 16,3-30-5-16,-2 18-5 0,2-4-16 0,-1-1-12 16,7 0 3-16,-1-8 2 0,0 2-7 0,3-2-5 15,0-1 1-15,1 0-2 0,-4 2-4 16,6-3 1-16,-2 1-3 0,1 3 0 0,-4 5 1 0,0 3-1 15,1 0 0-15,-2 5-1 0,-2 0 0 0,1 3-3 16,-3 2 0-16,2 3-2 0,-6 2 0 0,10 0 2 16,-10 0 1-16,13 14-3 0,-5-4 4 0,-1 5 0 15,-3 2 0-15,6 6 0 0,-3-3 4 0,-3 5-3 16,-1-6-1-16,4 8 3 0,-2-3 4 0,-1-4-2 16,0 0 1-16,2-1 2 0,-2-1-4 0,0-1-14 15,-1-2-24-15,-1-2-30 0,0 2-36 0,0-3-29 16,2-3-38-16,-3-1-32 0,-1-1-163 15,0-7-398-15,0 0 176 0</inkml:trace>
  <inkml:trace contextRef="#ctx0" brushRef="#br0" timeOffset="133814.01">1845 10568 65 0,'0'0'134'0,"0"0"-13"0,29 0-7 15,-11-1-14-15,4 1-18 0,9 0-28 0,-1 0-22 16,2-2-30-16,1 1-28 0,1 1-17 0,-5 0-64 16,0-2-113-16,0 2 50 0</inkml:trace>
  <inkml:trace contextRef="#ctx0" brushRef="#br0" timeOffset="134015.34">2371 10518 126 0,'0'0'135'0,"0"0"6"0,-12-8-6 0,5 7-5 15,7 1 6-15,-11-4-10 0,11 4-9 0,-14 2-2 16,14-2-16-16,-14 6 1 0,9-2-11 16,-4 5 3-16,-4 2 0 0,4 4-7 0,-1 0-7 0,1 1-8 15,0 0-8-15,4-2-5 0,2-1-7 0,2 3-1 16,1 0-7-16,0-3-3 0,1 2-5 16,0-4-10-16,3 0-14 0,4 0-22 0,0-2-19 0,2-2-47 15,3-2-33-15,6-3-38 0,-1 0-18 0,5-4-115 16,-3 0-304-16,1-2 136 0</inkml:trace>
  <inkml:trace contextRef="#ctx0" brushRef="#br0" timeOffset="134228.24">2558 10444 58 0,'-1'-5'199'0,"1"5"0"0,0-12-12 0,0 12-14 0,-1-7-15 15,1 7-23-15,0 0-14 0,0 0-9 0,0 0-9 16,0 0-5-16,0 0 4 0,0 0 1 0,-2 41-8 15,-2-17-1-15,2 1-13 0,-1-2-5 0,-2-3-11 16,3 6-6-16,-2-1-4 0,3-2-3 0,-3 3 2 16,0-7-5-16,3 1-9 0,-2-1-5 15,2-2-27-15,-2-1-25 0,4 1-35 0,-3-3-39 0,2-6-42 16,0 3-46-16,-1-1-162 0,-3-1-367 0,4-9 163 16</inkml:trace>
  <inkml:trace contextRef="#ctx0" brushRef="#br0" timeOffset="134374.01">2444 10571 119 0,'0'0'112'16,"8"-3"-10"-16,-8 3-13 0,0 0-28 0,19 4-38 16,-7 2-23-16,-3 2-46 0,-3 1-31 15,3 1-84-15,0-1 38 0</inkml:trace>
  <inkml:trace contextRef="#ctx0" brushRef="#br0" timeOffset="134713.47">2672 10763 54 0,'9'-9'174'0,"-1"-3"-8"0,0 2-8 0,3-3 2 0,-2 3-5 15,-2 1-13-15,2-6-8 0,-1 2-13 0,0-3-9 16,-2 6-10-16,0-3-2 0,-2 3-4 0,-1 0-9 15,-2 4-2-15,0-1-6 0,-1 7-6 0,0-13-9 16,0 13-6-16,1-9-8 0,-1 9-5 16,0 0-7-16,-6-4-5 0,6 4-5 0,0 0-4 0,0 0 3 15,-18 11-10-15,13-3-9 0,-1 0-7 0,-1 1-4 16,2 0-6-16,1 1 2 0,2 2-3 0,2 1-2 16,-1-2-4-16,3-1 5 0,-1 1-1 15,2-1 4-15,3-2 2 0,-2 3 1 0,-1-1-4 16,1-2 3-16,-1 1-4 0,0-2 5 0,1 2-2 0,-2-3 4 15,1 2 0-15,-1-3-3 0,1 4 2 0,-3-1 1 16,0-8-1-16,0 13-5 0,-1-6-18 0,-3 0-15 16,1 1-17-16,1-1-23 0,-1-1-22 15,-2 1-23-15,0-1-22 0,-1 3-124 0,-2-2-294 16,2-2 130-16</inkml:trace>
  <inkml:trace contextRef="#ctx0" brushRef="#br0" timeOffset="135353.84">3368 10591 147 0,'-6'-8'191'0,"0"4"-9"0,6 4-7 0,-20-1-3 15,20 1-9-15,-30 7-12 0,13-2-11 0,-1 5-7 16,-6 5-19-16,10-1-2 0,-5 5-12 0,6-3-7 15,-1-2-14-15,6-1-4 0,2 3-8 0,1-2-6 0,1 2-5 16,1-4-6-16,4 0-5 0,2-1-3 16,2-1-4-16,2-1-3 0,0-3-1 0,5 1-7 15,-1-4-4-15,2-1 0 0,-1-2-8 0,7 0 3 16,-5-2-3-16,-3-4 2 0,2 2-7 0,4-5 2 16,-6 2-3-16,2-3-1 0,-3 1 1 0,-1 0 0 0,-2-2 2 15,-1-1-6-15,-1 1 0 0,-1 0 1 0,0-1-1 16,-1 0 4-16,-1 1-3 0,0 2 8 0,-2 1 5 15,2 1 1-15,-2 7-2 0,2-10-9 16,-2 10 0-16,1-6-5 0,-1 6-2 0,0 0-4 16,0 0 1-16,0 0-1 0,0 0 6 0,0 0-2 0,0 31 2 15,-2-20 0-15,1 1 2 0,-1 4-1 16,2-4-2-16,2 0 3 0,0-2-3 0,1 2 2 16,1-2 1-16,1-2 2 0,2 0 3 0,2 0-2 15,2-3 1-15,0-1-2 0,3-2 2 0,-1-2 0 16,5 0 0-16,0-3-2 0,-2-1 1 0,3 0-3 0,-2 1 0 15,0-5 1-15,-3-1-5 0,-2 0 1 0,-1 0 2 16,-3 1 5-16,0-3-5 0,-1 2 2 16,-2-4-1-16,-1 1 1 0,-2 3-5 0,1-2 3 0,-1 1-1 15,0 2 0-15,-1 2-1 0,-1 6-3 16,1-11-2-16,-1 11 1 0,3-8-6 0,-3 8-3 0,0 0 4 16,0 0 0-16,0 0 1 0,0 0-3 15,0 0 2-15,-17 17 0 0,13-7 0 0,-1-1 2 0,3 3 1 16,-3 0 1-16,1 3-2 0,1-2 0 15,-1 0 2-15,2 1-1 0,2-2-1 0,-3-1 5 16,2 0-1-16,2-1 0 0,-1-1-2 0,0 3 4 0,0-3 0 16,1 1 2-16,-2-3-2 0,1-7-4 0,0 15-9 15,0-8-23-15,-1 0-39 0,1-7-31 16,0 0-60-16,-1 18-41 0,-2-10-185 0,3-8-422 0,-11 11 187 16</inkml:trace>
  <inkml:trace contextRef="#ctx0" brushRef="#br0" timeOffset="135943.28">4191 10679 47 0,'-19'0'186'16,"0"3"-5"-16,-3 1-8 0,-3 7-4 0,7-4-21 15,-4 7-11-15,4-4-12 0,0 9-8 0,-1-2-7 16,6 0-13-16,2-2-7 0,5 0-15 0,-1 2 0 16,3-3-8-16,4 3-12 0,0-5-5 0,2-1 1 15,3 0-11-15,2-1 1 0,3-3-1 0,1 0-5 16,7-5-3-16,-2-1-3 0,6-2-6 0,0-3-1 15,3-4-1-15,-6-2-1 0,6-1-3 0,0 0-4 0,-9 0 2 16,-1 0-1-16,-1 0-3 0,-5-3 5 16,1 4-1-16,-1-1 1 0,-4 0-3 0,-1 1 3 15,0-3 2-15,-3 1 0 0,2 1 2 0,-3 1 8 16,0 3 0-16,0 7 4 0,0-12-4 0,0 12 1 0,1-7-14 16,-1 7-3-16,0 0-3 0,0 0-1 0,0 0-2 15,0 0 1-15,0 0-1 0,0 0-2 16,-4 25 1-16,7-9 1 0,-6 1-1 0,2-2-1 15,2 2 2-15,3-2-1 0,0 3-10 0,-2-2-20 0,4 0-34 16,1 0-26-16,0-1-27 0,1-2-40 16,1-3-28-16,-1-1-168 0,4 0-376 0,-1-4 167 15</inkml:trace>
  <inkml:trace contextRef="#ctx0" brushRef="#br0" timeOffset="136422.17">4766 10555 70 0,'-1'-8'250'0,"1"8"-14"0,1-12-21 15,-1 12-20-15,-1-9-21 0,1 9-17 0,0 0-22 16,0 0-12-16,0 0-12 0,0 0-4 0,0 0-11 16,0 0-6-16,0 36 0 0,0-8-5 0,0-3-6 15,-1 6-5-15,0-5-5 0,-2 2 2 0,2-2-14 16,-2-1 0-16,1-5-5 0,-1 5-7 0,2-7-2 15,1 0-2-15,0-1-7 0,0-1-1 0,0-4-1 16,-1-2-4-16,-1-1-5 0,2 0-2 0,0-9 1 16,-1 12-1-16,1-12 2 0,0 7 14 0,0-7 19 15,0 0-6-15,0 0 0 0,0 0 2 0,0 0-7 16,0 0 0-16,0 0-8 0,0 0-2 0,0 0-4 16,0 0 0-16,1-36-4 0,2 24 1 15,-1 0-12-15,6-5 1 0,0 2-3 0,-1 1-7 0,4 0 4 16,-1 1-2-16,0 4-2 0,3 0-4 0,0 1 0 15,-2 4 0-15,7-1-3 0,-5 4 2 0,5 0-2 16,-2 3-2-16,3 1-1 0,-7 1 1 0,-1 2 1 16,1 2-1-16,1 1 1 0,-4 1-2 0,-2-2 3 15,0 2 0-15,-2 0-1 0,-1-1-3 0,-3 1 3 16,-2 2-2-16,-6-2 2 0,1 1 3 0,-6 1 1 16,-2-1 0-16,-1 0-3 0,-3 1-3 0,1-5-6 15,-4 0-5-15,3-4-10 0,1 3-10 0,0-3-17 16,4-2-9-16,-3 0-16 0,6-1-19 0,0-1-34 15,-2 1-23-15,5-1-41 0,7 1-32 0,-11-3-191 16,6-1-451-16,5 4 200 0</inkml:trace>
  <inkml:trace contextRef="#ctx0" brushRef="#br0" timeOffset="136806.84">5044 10675 18 0,'0'0'189'0,"5"-4"-12"0,-5 4-11 15,4-6-24-15,-4 6-3 0,0 0-8 16,0 0 1-16,0 0-6 0,0 0-9 0,4 21-9 16,-3-13-8-16,0 3-12 0,-1 2-7 0,3-4-8 15,-2 3-4-15,3-1-8 0,1 1-5 0,-1-1-5 16,0-3-1-16,3 1-5 0,1-2-3 0,1-1-2 0,0 1-5 16,1-3 0-16,3-2-6 0,-2-2-1 15,2 0-1-15,1-2-5 0,-2-2 2 0,0 1-1 16,1-1 5-16,-1-2 0 0,-3-3 6 0,-2 1-1 15,1 0 2-15,0-3 4 0,-3 0 6 0,-1 0 0 0,-1-5-3 16,-1 3-5-16,-1 2-2 0,-1-2-5 0,0 2 3 16,1 1 5-16,-1 10 3 0,-1-10-4 15,1 10 0-15,0-9-8 0,0 9-4 0,0 0-9 16,-3-7 1-16,3 7-7 0,0 0-1 0,0 0 0 16,-5 20-1-16,3-4 1 0,-1-1-1 0,1 3-2 0,-3-1 0 15,3 0-1-15,0-1 9 0,2 3-10 0,0-2-1 16,1-1-1-16,0 0-13 0,3-3-21 15,-1-2-20-15,0-1-22 0,3 1-34 0,1-1-35 0,2-4-37 16,3 0-33-16,1-3-189 0,0-2-435 0,6-2 193 16</inkml:trace>
  <inkml:trace contextRef="#ctx0" brushRef="#br0" timeOffset="137075.06">5587 10532 207 0,'0'0'228'0,"-3"-11"-12"16,3 11-21-16,-1-7-15 0,1 7-19 0,0 0-8 16,0 0-9-16,0 0-6 0,0 0-1 0,-17 28 1 15,9-10-8-15,0 8-8 0,0 1-4 0,2 3-5 16,-1 4-2-16,-1-2-5 0,2 1-13 0,1 0-1 16,1-4-8-16,2 0-3 0,-1 0-12 0,2 0-6 15,0-1-6-15,1-2 5 0,0-3-14 0,0 3-7 16,0-10-1-16,-3 2 0 0,6-1-12 0,-6 0 15 15,6-4-22-15,-3-3-21 0,0-1-19 0,0 1-20 16,-3-3-26-16,3-7-24 0,-2 12-31 0,2-12-39 16,-2 7-26-16,2-7-36 0,0 0-206 0,-6 3-464 15,6-3 206-15</inkml:trace>
  <inkml:trace contextRef="#ctx0" brushRef="#br0" timeOffset="137446.7">5464 10857 87 0,'16'-8'141'16,"0"-1"-17"-16,3 1-15 0,2-1-2 0,7-1-13 16,0 0-7-16,-2 1-14 0,3-2-9 0,-2 3-10 15,1 0-29-15,1-1-28 0,-2 0-16 0,-3-1-14 16,-6 1-5-16,-1 0-15 0,-2 1 2 0,-1-2 7 16,-5 1 5-16,-3-1 7 0,-1-1 13 0,0 2 10 15,-5-4 14-15,2-2 5 0,-2 2 6 0,-1-3 9 16,1 0 34-16,-4 0-13 0,0 3 12 0,3 3 17 15,0-1 5-15,-2 2 9 0,1 0 11 0,0 2 15 16,2 7 1-16,-2-9-12 0,2 9-8 0,-5-7-12 16,5 7-11-16,0 0 0 0,0 0-2 0,0 0 4 15,0 0 13-15,-8 26 5 0,3-9 4 0,-1 8 2 16,3 2-8-16,-2 4 2 0,1-2 12 0,-5 1 1 0,3-1-16 16,2-1-9-16,0 3-4 0,-1-3-2 15,-2-1-10-15,2-1-8 0,4-6-3 0,0-1-1 16,-3 6-8-16,2-7-10 0,0 0 2 0,2-3-12 15,-1-2-18-15,0-1-25 0,1-3-28 0,0 2-20 0,-2-3-33 16,4-1-47-16,-2-7-36 0,0 11-39 0,0-11-30 16,0 9-156-16,0-9-440 0,0 0 195 15</inkml:trace>
  <inkml:trace contextRef="#ctx0" brushRef="#br0" timeOffset="138017.34">5776 10854 17 0,'6'-2'147'16,"5"-3"2"-16,-1 0-6 0,3 0-14 0,2 0-7 0,4 1-5 16,-1-2-14-16,1 0-6 0,0-1-3 0,1-1-7 15,0 1-2-15,-1 1-13 0,-2-1 3 0,-1-1 0 16,-4 2-4-16,3-3 5 0,-6 1 6 0,0 2-9 16,-1-1 2-16,-1-2-5 0,-1 2 0 0,-3-3-2 15,3 0 0-15,-5 1-3 0,-1 0 2 0,-1-1-2 16,1 10-3-16,-2-13-4 0,1 7-7 0,-2-2-3 15,3 8-1-15,-6-7-6 0,3 1-3 0,3 6-2 16,-5-6-5-16,5 6-6 0,0 0-3 0,-10-1 0 16,10 1-3-16,-14 7-2 0,5 1-2 0,0 1 4 15,-1 5-10-15,1 1 0 0,0 2-2 0,0 0-1 16,1-1 4-16,2 1-5 0,-1 1 0 16,3-1 2-16,1-1 0 0,3-3-2 0,0 3-1 0,1-5 1 15,2 1 0-15,1-2-1 0,-2-1 3 0,6-1-3 16,0 1 4-16,-2-4-4 0,4 0 5 0,2-1-3 15,1 0 1-15,0-3-1 0,4 2 2 0,-2-3-3 16,-2 0 2-16,1-3-3 0,3 0 1 0,1-2 0 16,-5 2-2-16,1-2 5 0,-3 0-3 0,-2-2 1 15,0-1 2-15,-1 0-5 0,-1-1 4 0,-1-1-4 16,-1-2-2-16,0 2 4 0,-1-2-4 0,-2-4 8 16,1-2-8-16,-1 3 1 0,1 2-2 0,-1 1 0 0,1 0 1 15,0 2 0-15,2 0-1 0,0 0 0 16,-2 2 8-16,1-2-13 0,1 5 3 0,1 1-4 15,0 0-2-15,2 2 2 0,-8 2 2 0,14-2 3 16,-14 2-1-16,14 3 3 0,-5 2-2 0,0 0 0 0,-3 4-2 16,3 0 4-16,-3 1 3 0,0 1 0 0,-3 0 3 15,1 0-3-15,-1 1 4 0,-2 1-3 16,0 0 1-16,1-1-6 0,-1-1 4 0,-2-1 2 16,1 2 1-16,0-1-10 0,-2-3-21 0,1 1-31 15,0 0-50-15,1-9-52 0,-1 12-43 0,1-12-59 0,-2 10-137 16,2-10-428-16,0 0 189 0</inkml:trace>
  <inkml:trace contextRef="#ctx0" brushRef="#br0" timeOffset="138177.96">6559 10764 62 0,'6'-3'195'0,"-6"3"-6"0,0 0-15 0,0 0-16 16,0 0-16-16,5-3-15 0,-5 3-21 0,0 0-34 0,0 0-20 15,0 0-31-15,0 0-31 0,0 0-35 0,0 0-46 16,0 0-101-16,0 0-208 0,0 0 92 0</inkml:trace>
  <inkml:trace contextRef="#ctx0" brushRef="#br0" timeOffset="139417.31">614 11416 15 0,'0'0'202'0,"0"0"0"0,0 0-7 15,0 0-10-15,0 0-15 0,0 0-16 0,0 0-21 16,0 0-11-16,0 0-15 0,0 0-9 0,0 0-12 16,0 0-10-16,0 0 3 0,0 0-4 0,0 0-6 15,0 0-5-15,0 0-5 0,0 0-8 0,0 0 0 16,0 0-10-16,0 0 2 0,-5 98-6 0,5-98-6 16,0 32 0-16,0-32 0 0,-6 31-3 0,6-31-3 15,-5 32-6-15,5-32-12 0,0 0-20 0,-3 37-22 16,3-37-23-16,0 0-26 0,0 0-25 0,-2 32-33 15,2-32-25-15,0 0-20 0,0 0-96 0,0 0-304 16,0 0 135-16</inkml:trace>
  <inkml:trace contextRef="#ctx0" brushRef="#br0" timeOffset="139629.76">666 11501 101 0,'0'0'195'16,"0"0"-6"-16,0 0-16 0,0 0-12 0,0 0-18 15,0 0-14-15,13-43-13 0,-13 43-13 0,0 0-8 16,0 0-5-16,0 0-3 0,0 0-3 0,0 0-9 16,0 0-8-16,0 0-6 0,0 0-5 0,13 79-7 15,-13-79-7-15,0 0 1 0,3 38-2 0,-3-38-6 16,0 0-2-16,2 40-8 0,-2-40-28 0,0 0-33 16,3 31-39-16,-3-31-36 0,0 0-33 0,0 0-25 15,4 32-108-15,-4-32-298 0,0 0 132 0</inkml:trace>
  <inkml:trace contextRef="#ctx0" brushRef="#br0" timeOffset="139813.93">793 11482 161 0,'0'0'159'0,"0"0"-13"0,0 0-6 0,0 0-12 15,0 0 1-15,0 0-14 0,0 0-16 0,0 0-13 16,0 0-10-16,0 0-1 0,0 0-7 0,0 0-11 15,0 0 1-15,0 0-12 0,0 0-22 0,-4 97-49 16,4-97-23-16,0 0-42 0,0 0-35 0,-7 32-89 16,7-32-230-16,0 0 102 0</inkml:trace>
  <inkml:trace contextRef="#ctx0" brushRef="#br0" timeOffset="140022.03">930 11473 77 0,'0'0'158'0,"15"10"-11"16,-11-3 4-16,0 3-9 0,1 2-7 15,-1 5-12-15,0-3-6 0,1 3-12 0,-3 1-10 16,0 1-11-16,-2 1-7 0,-2-1-3 0,1-2-10 16,-5 1-5-16,1 1-3 0,-3-2-3 0,0-1-19 0,-3-2-26 15,0-1-41-15,-4-1-37 0,6-5-33 0,-2 0-43 16,11-7-89-16,0 0-254 0,-52 12 112 0</inkml:trace>
  <inkml:trace contextRef="#ctx0" brushRef="#br0" timeOffset="140217.74">484 11500 108 0,'0'0'183'0,"-29"75"-6"0,22-49 5 16,0-1-17-16,7-25-15 0,-7 52-20 0,5-29-9 16,2-23-11-16,-2 39-11 0,2-39-15 0,6 33-25 15,-6-33-42-15,9 32-52 0,-9-32-63 0,0 0-144 16,25 22-263-16,-25-22 117 0</inkml:trace>
  <inkml:trace contextRef="#ctx0" brushRef="#br0" timeOffset="140387.87">690 11428 1985 0,'0'0'1'0,"0"0"-8"0,0 0 13 0,0 0-12 16,5-48 5-16,-5 48-7 0,0 0 3 0,0 0 0 16,0 0 1-16,0 0-1 0,0 0-20 0,0 0-25 15,0 0-38-15,0 0-48 0,0 0-140 0,0 0-298 16,0 0 132-16</inkml:trace>
  <inkml:trace contextRef="#ctx0" brushRef="#br0" timeOffset="140722.18">1594 11364 168 0,'0'0'179'15,"0"0"-17"-15,-3-3-15 0,3 3-14 0,0 0-13 16,0 0-12-16,24-5-12 0,-4 7-3 0,2-5-13 16,7 3-5-16,-1-1-21 0,0 1-25 0,-7-1-30 15,0-1-21-15,-1 1-32 0,-4 2-26 0,-3-1-25 16,-1 2-92-16,-6-1-214 0,-6-1 94 0</inkml:trace>
  <inkml:trace contextRef="#ctx0" brushRef="#br0" timeOffset="141081.37">1757 11343 70 0,'0'0'121'0,"0"0"-11"0,0 0-7 15,-8 6 5-15,8-6 13 0,0 12 3 0,0 0 3 16,1 3 2-16,-2 11-7 0,2 1 2 0,1 3-15 16,0 2-5-16,-2-3-9 0,0 1-7 0,0 0-6 15,1 0-1-15,-2-3-13 0,4-1 3 0,-3-7-11 16,0-2-5-16,0-1-5 0,2-3-7 0,-2-1-4 15,0-2-9-15,0-1 8 0,2-2-5 0,-2-7-4 16,-2 12 2-16,2-12 1 0,0 8-2 0,0-8 3 16,-5 7 1-16,5-7-2 0,-6 2-1 0,6-2-6 15,0 0-4-15,-18-3-3 0,10 0-2 16,2-1 2-16,-3 1-4 0,4-1 2 0,-2 0-4 0,1 0-3 16,0 0 1-16,6 4 1 0,-11-5 2 0,11 5-1 15,-7-4-7-15,7 4 1 0,-7-5-2 0,7 5-1 16,0 0-1-16,0 0 0 0,0 0 1 0,0 0-1 15,0 0 0-15,0 0 4 0,0 0-3 0,0 0 1 16,28 12-3-16,-15-10-15 0,1-2-25 0,5 0-29 16,3-1-33-16,0-1-47 0,5-4-28 0,0 1-35 15,-8 1-129-15,1-1-368 0,-2-1 163 0</inkml:trace>
  <inkml:trace contextRef="#ctx0" brushRef="#br0" timeOffset="141304.64">2042 11446 218 0,'0'-6'211'0,"0"6"-3"0,0-10-6 16,0 10-14-16,0-11-20 0,0 11-17 0,0 0-19 15,0-6-9-15,0 6-9 0,0 0-11 0,0 0 6 16,4 23-4-16,-1-6-5 0,-3 2-4 0,0 6-4 16,-2 2-12-16,2-1-2 0,0 1-8 0,-3-3-7 15,1 2-8-15,2-8-6 0,0 0-2 0,-2 0-4 16,2 0-13-16,2-3-26 0,-2 3-30 0,0-7-22 15,-2 0-38-15,2 0-46 0,0-4-33 0,0-7-35 16,-1 11-164-16,-3-7-394 0,4-4 175 16</inkml:trace>
  <inkml:trace contextRef="#ctx0" brushRef="#br0" timeOffset="141449.47">1945 11551 89 0,'0'0'167'0,"2"-8"-16"15,-2 8-12-15,8-2-15 0,-8 2-6 0,20 2-12 16,-2-2-10-16,0 3-11 0,3 1-21 0,0-1-45 16,7-1-46-16,2 2-64 0,-5-1-83 0,5 0-188 15,-2-3 84-15</inkml:trace>
  <inkml:trace contextRef="#ctx0" brushRef="#br0" timeOffset="142331.31">2463 11530 73 0,'0'0'219'0,"0"0"-12"15,0 0-9-15,0 0-18 0,0 0-17 0,0 0-13 16,0 0-10-16,0 0-12 0,0 0-7 0,-30 16-7 16,21 0-9-16,-4-1-9 0,3 0-11 0,1 3-10 15,-1 0-5-15,5-1-7 0,1 0-5 0,2 1-8 16,1-3-4-16,1 1-3 0,3-5-5 0,2 0-5 15,1-1-4-15,3 1 0 0,0-3 0 0,1-2-4 16,3-1-2-16,-1-1 3 0,0-3-5 0,1 0 2 16,6-1-6-16,-6-2-1 0,5-3 1 0,-6 1 0 15,-2-2 1-15,4-2-6 0,-5 0 0 0,1-5 0 16,0 1 2-16,-5 2-6 0,0-2 2 0,-2 0 1 16,-2-4-3-16,1 3-2 0,-5-2-1 0,-1-1 2 15,-1 0-5-15,-3 1 1 0,0 4-1 0,-3-1 1 16,6 1-3-16,-1 4 2 0,-3 1-6 0,6 2 1 15,-2-1-3-15,5 5 0 0,-10-7 0 0,10 7 1 16,-12-1 1-16,12 1 5 0,0 0-9 0,-11 9-6 16,11-9-3-16,-1 8-6 0,1-8 2 0,0 0 2 15,10 15-3-15,0-11 0 0,3 0 1 0,0-1 0 16,7-3 1-16,8 0 2 0,0-4-3 0,0-2 3 16,0 3 2-16,-7-3 4 0,-1 1 1 0,0-1 1 15,-2-2-2-15,-6 3 6 0,2-3-4 0,-3-1 3 16,-4 1 4-16,1-1-1 0,-3 1 0 0,0-1 1 15,-2-3 5-15,-1 1 2 0,1-1 5 0,-3-1 2 16,-3 2 0-16,2 2-1 0,-2-1 8 0,2 1 2 16,0 1 0-16,0 0-1 0,1 8 5 0,-2-10-6 15,2 10-2-15,0 0-4 0,-2-7-3 0,2 7-2 16,0 0 0-16,0 0 0 0,-3 33 1 0,1-8-2 16,0 1 6-16,-2 5 3 0,1 3 2 0,-4 2 5 15,5-1-3-15,-5 9 0 0,3-10 0 0,1-1-2 16,3-1-4-16,-3 2-1 0,3-4 10 0,0-3-8 15,0 1-3-15,0-4 0 0,0 1 0 0,-1-6 1 16,1-7-30-16,1 4-18 0,0 0-34 0,1-7-27 16,-2 2-31-16,0-1-29 0,1-4-40 15,-1-6-178-15,0 12-405 0,0-12 179 0</inkml:trace>
  <inkml:trace contextRef="#ctx0" brushRef="#br0" timeOffset="142471.06">2754 11701 21 0,'19'-9'37'0,"6"-5"-33"0,2 4-15 16,-9 1-11-16,3 3 5 0</inkml:trace>
  <inkml:trace contextRef="#ctx0" brushRef="#br0" timeOffset="142703.87">3040 11413 159 0,'-4'-6'180'0,"4"6"0"16,-8-10-12-16,5 8-14 0,3 2-17 0,0 0-9 15,0 0-4-15,0 0 2 0,-16 15 6 0,12 3 0 16,-3 8-6-16,2 6-5 0,1 0-9 16,-1 1-11-16,2 2-9 0,-1 0-7 0,3 11-6 0,0-14-4 15,1-1-3-15,0 1-11 0,0 0-5 0,0-2-7 16,2-3-4-16,-2 0-1 0,0-8-5 0,1-1-1 15,-1 0-7-15,0 2-2 0,0-4-12 0,0 1-16 16,0 0-25-16,-1-6-21 0,0-2-35 0,-2 3-43 16,0-6-41-16,1 2-25 0,2-8-25 0,-7 6-129 15,2-4-371-15,5-2 165 0</inkml:trace>
  <inkml:trace contextRef="#ctx0" brushRef="#br0" timeOffset="143449.71">3008 11758 6 0,'20'-15'116'0,"0"5"-5"0,2-5-4 15,-3 4-5-15,0 1-12 0,-3 0-3 0,3-1-17 16,-1 2 7-16,-2 0-1 0,0-3 2 0,-3 2-4 16,-4 1 8-16,1 2-3 0,-5-2 7 15,2 1-7-15,-3-1 5 0,-2 0-12 0,-1-1 7 0,-1 10 0 16,-1-13 4-16,1 13-6 0,-5-16-5 0,0 11-4 15,5 5 1-15,-9-10 0 0,9 10-10 0,-13-7 0 16,13 7-10-16,-14-1-6 0,6 1-5 0,0 3-1 16,-1 3-5-16,-2 3-3 0,1 0-6 0,0 6 3 15,1-1-3-15,0 1 0 0,3 2-8 0,0 2 0 16,4-2-2-16,-1 4-1 0,3-7-2 0,2 4-2 16,-1-5-1-16,3 4 4 0,1-7-2 0,0 2-1 15,3 0 0-15,-1-4 0 0,2 2 1 16,-1-3-1-16,5-2 2 0,-3-1 0 0,3 1-1 15,-2-4-1-15,-1 0 1 0,2-2-3 0,1 0 3 0,-4-4-2 16,1 2 2-16,-1-1 3 0,-1-1-5 0,2-3 1 16,-3 1-5-16,-2-2 4 0,2-1-2 0,-1-6-3 15,2 6 0-15,-3-2-1 0,4-2 0 0,-5 4-3 16,2-2 7-16,2-2-1 0,-3 4-5 16,0-2 5-16,-1 2-4 0,0 1-3 0,0 1-1 15,1 2 10-15,-3 1-9 0,-2 5-1 0,8-4-4 0,-8 4 5 16,8-3-6-16,-8 3 2 0,0 0 0 0,11 10 0 15,-6-2 0-15,-1 2 2 0,0-2-1 0,1 3 3 16,-2 0-1-16,0-1 0 0,1 1 1 16,1-2-1-16,-1 0 2 0,0 0 2 0,1-1-2 0,2-1 5 15,-2-3 5-15,1 2-3 0,0-4-1 0,1 1 7 16,2-1 0-16,0-2-2 0,1-2 0 0,0 1 0 16,3-4-1-16,-2 0 0 0,1-1 1 0,-2 1-5 15,0-2 8-15,-1-2-7 0,0 0 0 16,-2-2 5-16,-1 0-8 0,-1 1 4 0,-1-1-4 15,-3-2 3-15,4-2-2 0,-3 4 0 0,-1 1-5 0,-1 1 4 16,1 1 0-16,-1 8 2 0,0-12-3 0,0 12 6 16,0-12-13-16,0 12 1 0,0-7-3 0,0 7 3 15,0 0-4-15,0 0 1 0,0 0 2 0,0 0 0 16,-1 32 4-16,-2-16-1 0,2-5-3 16,-1 3 1-16,5 3-1 0,-1 0 5 0,-2 1-1 0,1-2-1 15,0-2-5-15,2 3 6 0,-2 0 1 0,-1-3 1 16,1-3 2-16,2 1-4 0,-2-2 5 0,3 3 0 15,-4-1-3-15,0-1 1 0,-3-2-1 0,2 3-4 16,-1-3-19-16,-2 1-17 0,1-5-34 0,-1 4-32 16,-1-6-53-16,5-3-42 0,-7 12-162 0,7-12-392 15,-11 7 174-15</inkml:trace>
  <inkml:trace contextRef="#ctx0" brushRef="#br0" timeOffset="144163.57">3966 11568 69 0,'0'-8'213'0,"0"8"-10"0,0 0-13 0,0 0-21 16,0 0-20-16,0 0-15 0,0 0-13 0,0 0-15 15,0 0-16-15,0 0-4 0,0 0-8 0,15 32 1 16,-9-14-9-16,1 2 0 0,2 3-7 0,2 2-8 16,-2 0-2-16,-2-6 0 0,-2-1-7 0,1 0-4 15,-1-3-2-15,1 0-6 0,-1-3-4 0,-1-1-1 16,0-1-4-16,1-4-1 0,-2 0 1 0,-1 0 1 15,1-2 3-15,-3-4 11 0,6 7 15 0,-6-7 6 16,4 5 15-16,-4-5 3 0,0 0-2 0,0 0-8 16,0 0-2-16,10-12-5 0,-9 2-4 0,3 1 6 15,0-2-7-15,-1-1-6 0,2-3-6 0,-2-2-9 16,1 0-1-16,-1-2-4 0,-1 3 6 0,5-4-10 16,3-2-7-16,-5 2-2 0,2 4-7 0,2-10-10 15,-3 9-19-15,1-1-20 0,3 2-31 0,0 2-33 16,-1 6-30-16,0-1-31 0,1 4-26 0,3 1-25 15,-2 3-9-15,1 2-166 0,-2 3-420 0,0-1 186 16</inkml:trace>
  <inkml:trace contextRef="#ctx0" brushRef="#br0" timeOffset="145008.37">4401 11728 168 0,'12'-11'191'0,"-12"11"-2"0,0 0-15 0,0-14-7 15,1 8-12-15,-1 6-4 0,0-12-16 16,0 5-7-16,0-3-12 0,0 0 0 0,0 10-7 16,0-15-5-16,0 4-3 0,-1 1-7 0,1 10-9 0,-4-12-7 15,2 5-4-15,0 1-1 0,-1-1-5 0,3 7-8 16,-6-9-6-16,2 3-3 0,4 6-8 16,-10-3-3-16,5 0-9 0,5 3-2 0,-13 6-4 15,8-2-1-15,-4 3-4 0,-4 5-3 0,4 1-1 16,-1 3-4-16,1 1-2 0,1 0 0 0,2 2 1 0,2-2 2 15,0 0 9-15,4 1 6 0,-1-3-8 0,1-2-3 16,1 3 0-16,3-5-2 0,2-1 2 0,1 0-5 16,0-3 3-16,1 0-2 0,2-1 1 0,1-1-4 15,-1-2 1-15,4-1 2 0,-3 0-4 0,2-1 2 16,1-4 1-16,-2-1-1 0,0 1 1 0,0-3-4 16,1-1 1-16,-3-2-2 0,3-1 1 0,1 0 2 15,-4-2-5-15,0 0 3 0,2-1-2 0,-5 2-2 16,3-2-1-16,-2-1 1 0,0-2 2 0,-3 5 1 15,0 0-8-15,0 1 1 0,2 0 4 0,-4-1-3 16,1 3 0-16,-1 2-4 0,-3 6-3 0,5-9 3 16,-2 6-6-16,-3 3 3 0,0 0-2 0,0 0-2 15,0 0 4-15,19 7 1 0,-15-2 2 0,2 4-1 16,-1-1 0-16,0 3 0 0,3-1 3 0,-2 0-3 16,-1 2 1-16,2-2 5 0,-1 1 0 0,2-4 0 15,1 1 0-15,-1-1 2 0,-3-3 3 0,5 0-1 16,1 0 3-16,-3-2 1 0,2-2-1 0,2 0-2 15,-3-4-1-15,5-2 1 0,-5 2 0 0,2-2 0 16,2-2 1-16,-4 2 1 0,0-3-3 0,0-1-1 16,-3-1 0-16,2 3 10 0,-3-2-12 0,1 0 4 15,-2-2-5-15,0 1 5 0,-1 2-3 0,-1 4 3 16,1-2-1-16,-3 7-3 0,1-8-4 0,-1 8 2 16,3-7-7-16,-3 7-2 0,0 0 3 0,0 0-4 15,0 0-1-15,0 0 6 0,0 0-1 0,0 0 6 16,16 14 0-16,-13-7 0 0,1 1-4 0,-1-3-2 15,3 4 5-15,0-2 0 0,3-2 1 0,1 2 3 16,-1-4-1-16,2-1 2 0,-3-1-2 0,2-1 2 16,4 0-4-16,-2-1 4 0,1-3-2 0,1 3-1 15,-3-4 0-15,-1 1 3 0,-1 0-3 0,0-1 1 16,0 0 1-16,-4-2-2 0,-2 1 1 0,1 1 0 16,0-1 3-16,0 2-1 0,-4 4 0 0,5-11-3 15,-3 6-4-15,-2 5 4 0,6-6-3 0,-6 6 0 16,2-6-2-16,-2 6-1 0,0 0-6 0,0 0 0 15,0 0 3-15,0 0-2 0,6 19 2 0,-4-8 1 16,-4 7 5-16,1 2 1 0,-2 6 6 0,2 1 2 16,0 3-2-16,-1-3 0 0,0 1 2 0,1 0 1 15,-6-2-4-15,5 0-1 0,-1-6 4 0,2-1-8 16,1 2 7-16,0-3-13 0,1 0-24 0,1-3-28 16,-4-1-35-16,4-4-37 0,-1 1-46 0,3-3-35 15,1-1-38-15,-2-1-166 0,3-5-447 0,-6-1 198 16</inkml:trace>
  <inkml:trace contextRef="#ctx0" brushRef="#br0" timeOffset="145394.23">5425 11600 1560 0,'7'-31'18'0,"0"5"65"16,-6 7 11-16,1 2-5 0,1 5 1 0,0 0 6 0,-2 6-8 15,-1-2-20-15,0 8-13 0,4-7-7 16,-4 7-1-16,0 0 2 0,0 0 6 0,5 23 5 15,-4-7 11-15,2 10-5 0,-4 1 1 0,-2 1-3 16,3-1 2-16,0-1-8 0,0-2 0 0,0-5-4 16,0 0-7-16,0 0-4 0,0-2-1 0,0 0-8 15,0-7 1-15,1 1-4 0,-1-1 0 0,0-4 0 16,0-6-4-16,0 10 5 0,0-10 9 0,0 8 12 16,0-8 4-16,0 0 6 0,2 6-5 0,-2-6-5 15,0 0 8-15,0 0-18 0,0 0-9 0,5-23 0 16,-2 14-5-16,2-2-6 0,4-6-6 0,0-1 4 15,3 3-7-15,-2 0-5 0,3-1 3 0,0 4-7 16,-3 0 5-16,0 4-6 0,0 0-1 0,-1 6-2 16,-1 1-7-16,-8 1 6 0,14 2-1 0,-6 5-2 15,-3-1-2-15,-1 4 4 0,2-1-2 0,-4 4 2 0,1 0 1 16,-2 2 3-16,-1 1-4 0,0 0 0 16,0-5-26-16,0 2-32 0,-1-1-21 0,0-1-29 15,1 1-35-15,-4-3-46 0,4 1-47 0,1-3-43 16,-1-7-197-16,0 0-515 0,0 0 228 0</inkml:trace>
  <inkml:trace contextRef="#ctx0" brushRef="#br0" timeOffset="145563.01">5758 11645 98 0,'1'-12'230'0,"1"6"-15"0,-2 6-21 0,2-7-20 0,-2 7-16 15,0 0-11-15,0 0-2 0,0 0-10 0,4 23-12 16,-4-12-11-16,0 4-10 0,-2 1-10 0,-2 0-5 15,2 2-11-15,-1 0-10 0,0-1-30 16,-1 2-41-16,0-3-48 0,2 2-58 0,-1-7-57 16,1 0-142-16,1-3-334 0,1-8 148 0</inkml:trace>
  <inkml:trace contextRef="#ctx0" brushRef="#br0" timeOffset="145718.84">5868 11445 109 0,'0'0'89'0,"0"0"-31"0,0 0-41 0,0 0-63 16,-9 41-50-16,11-26 23 0</inkml:trace>
  <inkml:trace contextRef="#ctx0" brushRef="#br0" timeOffset="146068.25">6097 11586 87 0,'0'0'240'0,"-7"-8"-10"0,7 8-2 15,-6-7-12-15,0 3-12 0,6 4-13 0,-9-5-13 0,1 5-17 16,8 0-11-16,-15 3-11 0,5 1-9 0,0 2-14 16,-1 1-10-16,3 0-10 0,-1 0-12 15,-1 1-9-15,4 2-4 0,1-2-9 0,1 0-8 16,0 1-7-16,4-2-2 0,0 2-4 0,0-9-1 0,1 13-7 15,3-5-2-15,-1-2 0 0,2-1-6 16,0 2 0-16,1-4-5 0,-1 1-1 0,2 2-5 0,-2-2 0 16,0-1-4-16,0 1 3 0,3 1-4 0,-4 2-1 15,1 0-2-15,0 2 1 0,-1 0 0 16,-2 1 1-16,1 3-3 0,-1 3-1 0,-2 2 0 0,-2 2-3 16,1-2 2-16,-4 1 0 0,-1 1 1 0,-1-1 1 15,-1-4 1-15,0 3-3 0,1 0 3 0,-2-1-1 16,0-1-3-16,-1-3 0 0,-1 1 4 0,-1 0-5 15,0-1-1-15,3-5-17 0,1 0-20 0,-2-1-35 16,3 1-34-16,-2-2-45 0,-2-2-52 0,4-3-56 16,7-1-156-16,0 0-449 0,0 0 199 0</inkml:trace>
  <inkml:trace contextRef="#ctx0" brushRef="#br0" timeOffset="146438.29">6216 11446 177 0,'0'0'186'0,"0"0"6"0,0 0 9 15,15 16 11-15,-9 1-3 0,-1 8-15 0,-2 2-14 16,-2 1-14-16,2-2-9 0,-2 0-10 0,0-5-6 16,1 5 0-16,-1-6-11 0,-2-1-12 0,1-2-10 15,0-1-8-15,0 0-10 0,0-4-8 0,0-1-9 16,-3-3-3-16,3-8 0 0,1 12-2 0,-1-12 2 15,0 9-1-15,0-9 5 0,2 6 3 0,-2-6 4 16,0 0-18-16,0 0-7 0,0 0-5 0,0 0-2 16,0 0-6-16,5-25-3 0,0 15-10 0,3-1-3 15,-1-6 0-15,2 0 1 0,3 2-7 0,-2-3-7 16,0 3-3-16,4 0-2 0,-6 7 1 0,0-2-7 16,-1 2-2-16,1 3 1 0,-3 2 0 0,-5 3-12 15,12-1 6-15,-12 1 2 0,11 7 0 0,-7 0 0 16,-2 3 1-16,1 3 0 0,-3-1-1 0,-1 5 0 15,-2 0-22-15,-2 1-32 0,0 1-40 0,1 4-35 16,4-2-28-16,1-3-66 0,8 0-83 0,-1-1-200 16,7-2-550-16,5-5 243 0</inkml:trace>
  <inkml:trace contextRef="#ctx0" brushRef="#br0" timeOffset="146891.7">6724 11785 90 0,'0'0'227'0,"-6"-8"-17"16,6 8-22-16,4-10-16 0,-2 0-17 0,5-1-9 15,-1 1-11-15,6-2-11 0,2 1-9 0,-2-5-6 16,9 0-12-16,-3-2-1 0,-3 4-7 0,3-5-3 16,1 0 6-16,-6 6-2 0,1-3-9 0,-4 2-6 15,2-3-5-15,-5 3-2 0,0-1 0 0,-3 5-3 16,0-2 0-16,-3 1 5 0,-1 0-1 0,0 5-4 0,0 6-2 15,0-12-3-15,0 12-6 0,-3-11-6 16,3 11-3-16,-4-6-8 0,4 6-10 0,0 0-1 16,0 0-5-16,-20 19 11 0,11-5-12 0,0 1-1 15,-4 9-5-15,4 1 1 0,4-6-5 0,1-1 0 0,4-1 2 16,0 2 2-16,4 0-5 0,1-2 4 0,3-1-11 16,3 0-17-16,1-3-27 0,3 0-38 15,2-3-36-15,2 0-46 0,-1-4-49 0,1-3-39 0,0 0-182 16,-1-5-468-16,-1 0 207 0</inkml:trace>
  <inkml:trace contextRef="#ctx0" brushRef="#br0" timeOffset="147045.04">6915 11343 85 0,'-5'-4'182'0,"5"4"-19"0,0 0-16 16,0 0-16-16,0 0-17 0,0 0-26 0,-9 12-43 15,9-12-46-15,6 14-47 0,2-3-103 0,-1-2-165 16,5 3 73-16</inkml:trace>
  <inkml:trace contextRef="#ctx0" brushRef="#br0" timeOffset="147277.79">7188 11394 61 0,'4'-11'222'0,"-4"11"1"0,0-8-2 16,0 8-7-16,0 0-9 0,3-7-19 0,-3 7-20 15,0 0-18-15,0 0-18 0,0 0-13 0,0 0-8 16,0 0 13-16,5 20 5 0,-4-3 9 0,0 11 0 16,-1 8-6-16,-1-2-10 0,1 11-9 0,0-12-11 15,0 1-5-15,-1 12-10 0,-2-12-9 0,2-1-7 16,1 1-1-16,-1-2-10 0,-2-3-6 0,3-1 1 16,-2 2-8-16,0-4-20 0,1-8-28 0,1 1-31 15,0-4-31-15,1 1-27 0,-2-3-38 0,2-1-33 16,1-1-38-16,0-5-49 0,1 0-196 0,-3-6-482 15,6 5 213-15</inkml:trace>
  <inkml:trace contextRef="#ctx0" brushRef="#br0" timeOffset="147500.24">7365 11691 16 0,'2'-11'240'0,"2"2"2"15,-3-1-6-15,-1 3-13 0,0 7-18 0,2-11-22 16,-2 11-19-16,0 0-17 0,0 0-1 0,0 0-7 15,0 0 3-15,6 25 0 0,-6-7-4 0,-1 1-7 16,-3 9-10-16,0-3-13 0,4 0-7 0,-5 0-12 16,2-6-9-16,2 5-6 0,1-4 3 0,-1-1-17 15,0-4-8-15,-1 3-12 0,4-1-22 0,-4-6-24 16,4 0-27-16,-4-1-30 0,4-1-35 0,-4-2-40 16,2-7-45-16,2 10-23 0,-2-10-26 0,0 0-161 15,0 0-425-15,0 0 188 0</inkml:trace>
  <inkml:trace contextRef="#ctx0" brushRef="#br0" timeOffset="147717.72">7420 11573 135 0,'7'-8'173'0,"1"1"-7"0,2 2-6 16,0 1-9-16,2 3-10 0,1 1 0 15,-3 1-1-15,1 4-10 0,-2 0 2 0,2 1-18 16,-4 1-3-16,3 3 1 0,-3-1-7 0,-3 1-7 15,-2 3-4-15,0-2-4 0,-5 3-3 0,2-3-12 16,-4 1-3-16,-2 4-10 0,2-4-6 0,-4 1-5 0,0 1-9 16,-2-1-32-16,-2 0-34 0,3-1-40 15,-1-3-54-15,1-1-46 0,1-1-62 0,0 0-116 16,-2-2-371-16,2-1 164 0</inkml:trace>
  <inkml:trace contextRef="#ctx0" brushRef="#br0" timeOffset="148106.78">7906 11493 38 0,'2'-6'229'0,"-2"6"-4"0,2-10-16 0,-2 10-14 0,3-8-23 16,-3 8-18-16,0 0-15 0,0 0-14 0,0 0-5 15,0 0-7-15,0 0-2 0,5 24-2 16,-5-10-13-16,-1 2-6 0,-1 4-8 0,1 4-11 0,0-4-5 16,-2 4-6-16,2-5-5 0,0 1-5 0,-1 1-6 15,2-2-8-15,-3 2-37 0,1-5-52 0,1 0-63 16,-1-4-51-16,-1 1-209 0,1-2-406 0,-5-1 179 16</inkml:trace>
  <inkml:trace contextRef="#ctx0" brushRef="#br0" timeOffset="148266.77">7898 11253 76 0,'0'0'143'15,"15"5"-47"-15,-5 2-44 0,0 3-40 0,-1 4-76 16,-1 0-68-16,0 4 30 0</inkml:trace>
  <inkml:trace contextRef="#ctx0" brushRef="#br0" timeOffset="148732.04">8124 11733 115 0,'0'0'233'15,"0"0"-2"-15,0 0-16 0,0 0-4 0,0 0-13 16,-23-14-8-16,19 9-17 0,0-2-13 0,1 1-11 15,2-1-14-15,-1-2-3 0,2-1-21 0,-2-1-8 16,5-2-8-16,-1-2-12 0,2 0-10 0,1-1-3 16,2 5-12-16,3-5-6 0,-2 2-2 0,2 0-6 15,-1 7-10-15,1-3 0 0,-1 4-2 0,1 3-9 16,3 1 1-16,-1 1-7 0,-5 3-1 0,3 1-6 16,1 2 2-16,-2 3-1 0,-2-1-2 0,1 5-1 15,-2 2 0-15,2 0-1 0,-5-2-2 0,2 0-3 16,-4-1 6-16,-1 0-4 0,1-1 2 0,-1-3-2 0,0 0 3 15,0-7 1-15,0 11 6 0,0-11 2 16,-1 9 13-16,1-9-3 0,0 0 3 0,0 0-1 16,-4 7 4-16,4-7 5 0,0 0-11 0,0 0-2 15,0 0 13-15,0 0-17 0,0 0-1 0,0 0-3 16,0 0-3-16,5-32 1 0,0 23-3 0,2-1-4 0,1-4 1 16,0 0-2-16,0 4 1 0,4-2-2 15,0-1-3-15,2 2 5 0,-5 3-9 0,3 1 4 16,-1-1-3-16,0 2 0 0,1 4-1 0,0 1 1 0,-1 2-5 15,-4 3 3-15,2-3-3 0,-2 7 1 0,2 1 1 16,2 4 1-16,-5 2-2 0,-2-3 3 16,1 4 1-16,-1 1-6 0,-3 0 7 0,-1 2 1 15,0-2-22-15,-4-2-33 0,3-2-23 0,1 1-21 0,-4-3-38 16,3 1-44-16,1-2-52 0,-1-5-229 0,-3 2-497 16,4-7 221-16</inkml:trace>
  <inkml:trace contextRef="#ctx0" brushRef="#br0" timeOffset="148979.64">8649 11391 132 0,'0'-16'243'0,"0"5"-5"0,0 2-3 0,1 1-4 0,-1 8-18 16,0-11-21-16,0 11-21 0,0-9-17 0,0 9-13 15,0 0-20-15,0 0-2 0,0 0 1 0,8 31 5 16,-4-11 17-16,0 9-18 0,-2 1-10 0,-2 2-10 15,4 0-10-15,-5 0-2 0,1 0-7 0,-3 0-13 16,6-2 5-16,-3-1-21 0,-3 0-4 0,2 0-2 16,0 0-6-16,-1-3-4 0,1-7-15 0,2 0-27 15,-2-2-35-15,1 0-42 0,-1-4-34 0,0-2-50 16,1 1-29-16,-3-3-45 0,3-1-228 0,-3-2-502 16,3-6 223-16</inkml:trace>
  <inkml:trace contextRef="#ctx0" brushRef="#br0" timeOffset="149456.65">8750 11477 88 0,'18'-6'198'0,"-1"0"-15"0,-2 3-10 0,-4 1-10 16,3 4-6-16,-1 0-10 0,-3 3-5 0,2-1-19 0,-3 5-7 15,-3-2-7-15,1 2-11 0,-2 3-9 16,-5 2-4-16,-5-2-8 0,1 5-9 0,-5-3-5 15,-1 1-3-15,-4 1-7 0,-3-3-8 0,0-1 0 16,3 0-7-16,3-5 0 0,1 0-9 0,-1-1 5 0,5-2-8 16,0 0-3-16,0 0-1 0,1 0-1 15,5-4-3-15,-7 2-5 0,7-2-3 0,0 0 1 16,-7 3-1-16,7-3-2 0,0 0-1 0,0 0-3 16,0 0 1-16,0 0 0 0,0 0-3 0,28-11 2 0,-16 9-1 15,1-2-2-15,1 1 2 0,4-3-1 16,1 0 1-16,-1 1-4 0,1-4 4 0,0 4 0 15,-2-1 0-15,0-3-1 0,-1 0-1 0,-3 2 4 16,-3 0-2-16,0 1 2 0,0-3-5 0,-3-1 3 0,-1 1 3 16,2-1-3-16,-4-1 1 0,1 0 11 0,-3 2 2 15,-1 0 3-15,1 1 2 0,-2 8 5 0,1-12 6 16,-1 12 0-16,0-10-2 0,0 10-3 16,-4-5-4-16,4 5-3 0,-9-3-3 0,9 3 1 0,0 0-6 15,-19 7 0-15,10 2 4 0,2-2-8 0,-1 2-1 16,0 6-4-16,1-4 0 0,2 3 11 0,1 0-8 15,1 2-9-15,3-4-8 0,0 0-20 0,4-2-24 16,1 2-29-16,5-3-27 0,2 2-39 0,3-4-16 16,2-2-29-16,4 1-11 0,-3-6-138 0,12 3-373 15,-3-4 165-15</inkml:trace>
  <inkml:trace contextRef="#ctx0" brushRef="#br0" timeOffset="149888.29">9288 11550 26 0,'5'-17'127'0,"-2"-1"3"16,-1 4-2-16,-3 1 7 0,1 2 14 0,-4-4-3 15,0 4 4-15,-2 0 10 0,1 4-2 0,1 1-7 16,-1 0-11-16,5 6-12 0,-13-5-10 0,2 6-8 16,0 1-4-16,0 2-6 0,-2 6-8 0,0 0-10 15,1 2 0-15,0 2-6 0,3-1-3 0,0 3-10 16,1 1 0-16,3-2-10 0,4 1-2 0,-2-4-7 16,2 3-2-16,2-4-8 0,3 1 2 0,3-1-8 15,2-3 6-15,2-1-8 0,-1-1-3 0,2 1 7 16,6-5-10-16,-5 0-3 0,4-2 2 0,-2 0 0 15,-3-4-2-15,0-1 1 0,-1 2-6 0,0-4-2 16,-2-2 4-16,1-1-5 0,-4 1-2 0,-1-2-1 0,2-1 2 16,-2-3-5-16,-1 0-1 0,-2-2 2 15,-1-1 2-15,-1 0-6 0,3 0 3 0,-3-1-2 16,1-2 4-16,0-3-2 0,-1 5 2 0,0-2-5 16,0 2 4-16,3-1-3 0,-2 2 0 0,1 1 5 0,-2 2 5 15,1 4 10-15,0 1 6 0,-1 4 14 0,0 6-1 16,1-12-9-16,-1 12-7 0,2-7-4 15,-2 7 0-15,0 0-6 0,0 0-2 0,0 0 1 0,9 26 13 16,-8-10-16-16,0 2 3 0,2 1-2 0,-1 6-1 16,0 0 3-16,-2 0-4 0,0 3 0 0,0-3-1 15,-3 1 1-15,4 1 2 0,-1-8-2 0,0 0-8 16,-1 0-19-16,4-1-24 0,-2-1-33 0,0-1-19 16,0-4-34-16,2-2-22 0,1 1-27 0,0-5-26 15,3 1-27-15,1-1-13 0,1-2-152 0,1-2-427 16,3-3 189-16</inkml:trace>
  <inkml:trace contextRef="#ctx0" brushRef="#br0" timeOffset="150198.07">9617 11491 131 0,'-3'-9'188'0,"0"0"-5"0,-2 1 2 0,-1 3-5 16,-2-1-10-16,-1 3-6 0,-1 2-11 0,-1 2-7 16,0 1-9-16,0 3-9 0,1 2-12 0,-3 3-5 15,4 0-9-15,0-1-9 0,0 1-8 0,3 1-5 16,0 0-11-16,1-1-5 0,4 0-9 0,-3 0-3 15,7 1-6-15,-3-3-2 0,0-8-3 0,4 14-2 16,-1-11 3-16,4 1-11 0,-2-2-3 0,3 0 0 16,4-1-3-16,-1-2-2 0,-1-3-5 0,1 0 2 15,-2 1-2-15,2-2-1 0,-3 0 3 0,0 1-5 16,0-3 2-16,-3 3-1 0,4-5-2 0,-4 3-4 16,0 2 1-16,-1-1 5 0,0 0-1 0,-4 5-4 15,7-9-2-15,-7 9-4 0,5-2-3 0,-5 2 1 16,0 0-1-16,0 0 2 0,0 0-1 0,9 13 0 15,-7-7 0-15,-1 4 1 0,0 1-20 0,-1 0-24 16,-1 0-27-16,0 1-30 0,-1-1-37 0,2 5-29 0,0-6-38 16,0 0-22-16,0-1-153 0,-1-2-407 15,1-7 180-15</inkml:trace>
  <inkml:trace contextRef="#ctx0" brushRef="#br0" timeOffset="150408.06">9682 11611 46 0,'2'-10'156'0,"2"1"-1"0,0-1-10 0,0-1-3 15,1-2-3-15,0-2-2 0,3-2-2 16,0 1-7-16,3 2 1 0,-5 4 0 0,3 0 4 0,-1 3-8 16,-1 2-10-16,2 0-9 0,-1 1-9 0,0 3-8 15,-8 1-8-15,13 0-9 0,-13 0-2 0,12 8-5 16,-7 1-3-16,2-1-7 0,-3 2-4 16,0 1-3-16,-2-1-6 0,1 4-3 0,-2 1-1 0,-1 0-10 15,2-2-13-15,0-1-29 0,-4 0-36 0,0 0-34 16,2-1-44-16,0-5-48 0,0-6-54 0,-1 13-119 15,4-9-377-15,-3-4 167 0</inkml:trace>
  <inkml:trace contextRef="#ctx0" brushRef="#br0" timeOffset="150781.23">10001 11410 208 0,'-1'-11'209'16,"1"11"-13"-16,-4-7-16 0,4 7-11 0,0 0-16 15,0 0-4-15,-18 11 0 0,12-3-2 0,-6 4-12 16,2 4-4-16,1-2-9 0,-1 2-1 0,2 3-2 16,-1 0-8-16,3-3-11 0,2 2-7 0,0-1-12 15,4 0-4-15,3-3-11 0,-1-2-2 0,5-3-7 16,2 4 0-16,1-4-7 0,3-2 7 0,3-1-12 16,5-4 0-16,8-2-3 0,-1 0-1 0,-6-1-6 15,-4-2-4-15,1-1 0 0,-2 0 0 0,1-5-7 16,-7 4-3-16,6-6 0 0,-4 2-2 0,-3-1-3 15,-3 1 3-15,0-2-7 0,-1-4 1 0,-1 5 1 16,-1-3-4-16,0 2-1 0,-3-1-1 0,0 2 9 16,-1 3-9-16,-2-1-5 0,2 8 1 0,-5-12-5 15,0 10-1-15,5 2 2 0,-13-2 1 0,4 2-5 16,-2 4 6-16,0 4-4 0,1-1 2 0,-3 3 0 16,3 2 3-16,3 1-5 0,1-1 4 0,2-2-20 15,1 3-20-15,0-3-33 0,2 0-25 0,5-1-38 0,-2 2-43 16,6-1-50-16,1-1-40 0,5 0-149 15,4-2-448-15,3-1 198 0</inkml:trace>
  <inkml:trace contextRef="#ctx0" brushRef="#br0" timeOffset="151324.84">10898 11327 90 0,'-4'-9'253'0,"-1"-1"-8"0,-3 2-14 0,0 2-7 16,-1 1-14-16,-3 0-16 0,2 3-14 0,-3 2-15 16,-1 3-17-16,-1 4-14 0,-4 2-9 0,0 10-10 15,5-4-16-15,-4 4-7 0,6-4-11 0,2 3-3 16,0-1-10-16,5-3-7 0,-1 4-5 0,4-1-10 16,2-1 1-16,2-4-6 0,2-2-3 0,1-1-2 15,3-1-2-15,1 1-3 0,3-2-2 0,4-5-2 16,1 3-4-16,3-4-4 0,7-3 1 0,-8-1 3 15,2-2-4-15,-2 0-4 0,-1-2-1 0,-2 1 0 16,0-2 0-16,-5 1-6 0,-2-1 9 0,-1 0-5 16,2-1-4-16,-3 0-1 0,-1 1-1 0,-2 0 1 15,1 1-3-15,-1-3 0 0,-1 4 1 0,0 0-1 16,-3 6-3-16,4-10 3 0,-2 5-4 0,-2 5-5 16,0 0 1-16,4-4-1 0,-4 4 0 0,0 0-2 15,0 0 0-15,0 0 5 0,3 23 0 0,-3-11-2 16,0-1 3-16,-2 5 1 0,1 0-3 0,1-4 2 15,0 4 4-15,0 0-11 0,1 1-29 0,-1-4-27 0,0-1-38 16,-1 1-29-16,1-2-36 0,1-3-24 16,1-1-24-16,0 0-25 0,0 0-132 0,-2-7-402 15,7 6 178-15</inkml:trace>
  <inkml:trace contextRef="#ctx0" brushRef="#br0" timeOffset="151687.43">11109 11421 20 0,'0'0'174'0,"3"-8"-10"0,-3 8-17 0,0 0-16 16,5-6 11-16,-5 6 3 0,0 0 1 15,0 0-4-15,8 16-2 0,-6-9-9 0,1 2-7 16,-2 1-3-16,-1 0-3 0,4-1-7 0,-3 0-5 0,0 2-8 16,-1-5-6-16,1 1-5 0,-1-7-11 0,3 11-7 15,-3-11-3-15,0 7 4 0,0-7 3 0,3 7 1 16,-3-7 4-16,0 0 7 0,0 0 1 15,0 0-4-15,0 0-7 0,0 0-10 0,0 0-5 0,0 0-5 16,0 0-7-16,10-22-6 0,-7 14-3 0,0-1-2 16,5 0-3-16,-3-1-6 0,5-3 7 0,-1-1-17 15,5 3 4-15,-1-1-6 0,0 3-3 0,-3 1-4 16,0 1 2-16,2 1-3 0,-2 3 0 0,0 0-8 16,2 2-1-16,-5 2 0 0,-7-1-5 0,13 3 6 15,-3 2-2-15,-4 0 1 0,-1 5-1 0,-1-1 2 16,-1 3 0-16,3 1 1 0,-5 1 2 0,-1 0-7 15,0 0-24-15,0 2-35 0,0-3-29 0,-1 0-37 16,-2-1-54-16,3-2-46 0,0 0-35 0,0 0-190 16,4-4-491-16,1-2 218 0</inkml:trace>
  <inkml:trace contextRef="#ctx0" brushRef="#br0" timeOffset="152117.62">11554 11390 185 0,'-5'-8'214'0,"0"1"3"16,0 0-5-16,1 2-13 0,-4 0-10 0,8 5-14 16,-11-4-16-16,4 3-13 0,7 1-7 0,-20 6-11 15,9 2-8-15,0 0-13 0,3 0-2 0,0 6-9 16,-3-4-4-16,2 1-12 0,2 4-5 0,1-3-9 16,3 2-3-16,1-4-9 0,2 3-3 0,0-2-5 15,3-1-5-15,2-1-1 0,0-3-4 0,3 0 0 16,3-1-7-16,1-3-5 0,1 0 7 0,-1-5-6 15,1 2-5-15,1-2 1 0,-1 1-3 0,-3-5 3 0,3 0-5 16,-2-2-4-16,1-3 3 0,-3 0-2 16,-3 0-1-16,1-2 1 0,-3 2 5 0,-1-6-12 0,1-2 5 15,-3 1-6-15,1-5 0 0,-2 8 0 16,-2-9 8-16,1 5-9 0,-1-4-1 0,0-3 1 16,-3 8-4-16,5 0 6 0,0 1 7 0,0 3 21 15,-2 4 9-15,2 0 9 0,0 4 0 0,0 7 2 0,0-13-1 16,0 13-11-16,-1-7-2 0,1 7-18 0,0 0 1 15,0 0 5-15,0 0 2 0,3 36 3 0,-1-12-1 16,-4 2 0-16,2 2-2 0,-2 0-2 0,2-2-10 16,-3 3 3-16,3 2 14 0,-1-3-18 0,1 4-4 15,-1-5 1-15,2 1-19 0,0-9-31 0,2 1-36 16,-1-1-34-16,-2 0-37 0,5-3-52 0,-5-3-52 16,3-1-57-16,-3-2-208 0,0 1-555 0,0-4 245 15</inkml:trace>
  <inkml:trace contextRef="#ctx0" brushRef="#br0" timeOffset="158419.91">670 12314 161 0,'0'0'178'0,"0"0"-8"0,0 0-6 0,0 0-12 15,0 0-9-15,-25-28-12 0,25 28-14 0,0 0-15 16,0 0-17-16,0 0-12 0,0 0-8 0,0 0-4 16,0 0-7-16,0 0-3 0,0 0-4 0,0 0-8 15,0 0-3-15,0 0-1 0,32 91-5 0,-32-91-5 16,13 37-2-16,-6-18 0 0,-7-19 22 0,13 34-6 16,-13-34 1-16,13 31-5 0,-13-31-5 0,10 27-5 15,-10-27 0-15,0 0-2 0,13 26-4 0,-13-26 1 16,0 0-3-16,0 0-2 0,0 0-3 15,0 0 3-15,12 25 1 0,-12-25-2 0,0 0 1 16,0 0 6-16,0 0 2 0,0 0-2 0,0 0-3 0,0 0 1 16,0 0 0-16,0 0-3 0,0 0 2 15,0 0 8-15,0 0-5 0,0 0 0 0,29-65 1 16,-29 65-5-16,6-36-3 0,-3 17 0 0,1-6-2 0,1 1 2 16,-1 3-7-16,4-6-1 0,0 1-3 0,-1 1-6 15,-1 6-1-15,-1-1-19 0,0 2-3 16,-1 3-13-16,1 4-20 0,-3 1-39 0,-2 10-36 15,6-11-36-15,-6 11-11 0,9-3-10 0,-9 3-105 0,0 0-321 16,0 0 143-16</inkml:trace>
  <inkml:trace contextRef="#ctx0" brushRef="#br0" timeOffset="159326.01">955 12475 73 0,'0'0'152'0,"0"0"-17"0,0 0-6 16,0 0-13-16,0 0-3 0,0 0-6 0,20-26-6 15,-15 20-6-15,2-4-7 0,-1 1-10 0,1 0 13 16,-2 1-1-16,0-1-3 0,-1 0-1 0,0 1-14 16,-2-1 0-16,-2 9-9 0,5-20-15 15,-4 11 0-15,-1 9-2 0,1-13 1 0,-1 13-3 0,0-13-1 16,0 13-5-16,0 0-4 0,0-10-5 0,0 10-4 15,0 0-9-15,0 0-1 0,0 0-3 0,0 0 1 16,0 0-5-16,0 0 0 0,-20 17-3 16,12-4 3-16,-2 3-2 0,1 0 1 0,1 2-5 0,-2-1 4 15,5 0-1-15,1-1 0 0,-1-2-4 0,3 2 11 16,2-4-8-16,0 1 0 0,2-2-5 0,-1 0 1 16,1-2 1-16,0 0-1 0,2-2 4 0,1-1-3 15,-1-2 5-15,2 2-3 0,0-5 6 0,-6-1-2 16,15 2-6-16,-3-2 5 0,-1-2-2 15,-2 1 2-15,2-3-1 0,-6 2-4 0,3-2 6 16,-1-2-1-16,2-1 1 0,-4 2-1 0,3-2-4 16,-1 0 4-16,-2-1-4 0,2-1 3 0,1-2-4 0,-3 1 5 15,2 0-7-15,-1-1 4 0,0 0-2 0,2-5 2 16,-2 6-4-16,-1 0 4 0,1 1-6 16,0 1 0-16,-2 0 3 0,-4 8-6 0,7-9 3 15,-7 9 0-15,7-4-2 0,-7 4-1 0,0 0-3 16,0 0 1-16,0 0 2 0,22 12-1 0,-17-6 4 15,-5-6-1-15,8 13 2 0,-1-3 0 0,-5-3 0 16,3 2 3-16,-1-3-4 0,1 3 3 0,1-1 0 0,0 1 3 16,0-4-3-16,1 0 2 0,-7-5-1 15,10 11 0-15,-5-9 3 0,-5-2-1 0,14 4 3 16,-14-4-4-16,13 0 2 0,-13 0-1 0,18-4 2 16,-9-2-2-16,-9 6 1 0,14-7 2 0,-6 1-1 15,-8 6-3-15,10-11 2 0,-6 6-2 0,-4 5 3 16,10-13-2-16,-9 6 2 0,-1 7-3 0,3-14 0 15,1 7-1-15,-4 7 1 0,2-14 0 0,-2 14-4 16,0 0 1-16,1-9-6 0,-1 9 2 0,0 0-3 16,0 0 3-16,0 0-1 0,0 0 2 0,0 0 8 15,0 0-9-15,0 0 1 0,0 0-3 0,6 30 6 16,-4-24-1-16,-2-6-1 0,9 12 3 0,-9-12 0 16,5 10-1-16,0-6 1 0,-5-4 1 0,12 5 6 15,-2-4-6-15,-10-1-1 0,0 0 4 0,24-6 0 16,-24 6 0-16,21-5-2 0,-21 5 3 15,14-9-1-15,-8 5-2 0,-6 4 1 0,13-15-1 16,-9 9-1-16,-4 6 5 0,9-11-3 0,-9 11 0 0,5-8-3 16,-5 8 6-16,0 0-2 0,5-15-3 0,-5 15 3 15,0 0-3-15,8-7-5 0,-8 7 0 0,0 0-2 16,0 0 1-16,0 0 0 0,0 0-2 0,0 0 2 16,0 0 4-16,5 30-3 0,-5-13-1 0,-4 8 0 15,4 1 6-15,-5-2-5 0,1 5 2 0,-1-1 3 16,1 2-1-16,-4-2-3 0,3 1 3 0,0-4 1 15,1 1 0-15,0-2-4 0,1-5 6 0,-1 0-6 16,-1-2-10-16,3 0-25 0,-1 0-39 0,1-4-37 16,0 1-43-16,0-2-38 0,2-12-99 0,-7 20-318 15,7-20 141-15</inkml:trace>
  <inkml:trace contextRef="#ctx0" brushRef="#br0" timeOffset="159565.21">1819 12304 143 0,'0'-13'163'16,"0"13"-10"-16,0 0-21 0,0 0-11 0,0 0 3 15,0 0-10-15,8 33-9 0,-7-16-11 0,2 1-9 16,-1 8-13-16,-1-7-2 0,-1 4-5 0,2-4-6 15,-2 7-7-15,0-6-5 0,0-1-9 0,0 0-22 16,0-4-27-16,0 2-46 0,2-1-28 0,-2-4-30 16,-2-2-117-16,2 1-249 0,0-11 111 0</inkml:trace>
  <inkml:trace contextRef="#ctx0" brushRef="#br0" timeOffset="159837.29">1878 12546 16 0,'0'0'126'0,"0"0"-7"0,0 0-15 0,21 3-4 16,-21-3-9-16,16 0-2 0,-5 1 0 15,-11-1 16-15,23-1-15 0,-11-1 5 0,-2 0-7 16,3-2 2-16,1 2 3 0,-3 0 0 0,-1-3 4 0,-1 1-1 16,-2 1 3-16,-7 3 5 0,9-8 0 0,-9 8-6 15,9-12-3-15,-8 5-7 0,-1 7-8 0,2-13-7 16,-2 13-7-16,0 0-8 0,-7-20-6 15,2 14-8-15,-1 0 0 0,6 6-9 0,-9-10-4 16,2 7-9-16,7 3-15 0,-16-4-11 0,16 4-15 16,-18 4-21-16,18-4-25 0,-20 8-26 0,11-2-24 15,-1 2-33-15,2-1-35 0,1 1-153 0,2-1-364 0,5-7 161 16</inkml:trace>
  <inkml:trace contextRef="#ctx0" brushRef="#br0" timeOffset="160299.6">2144 12411 157 0,'0'0'170'0,"0"0"-19"0,0 0-20 15,8-6-9-15,-8 6-19 0,0 0-8 0,0 0-3 16,0 0 3-16,6 28-10 0,-6-28 0 0,1 21-18 16,1-6 1-16,-1-2-3 0,2-1-4 0,-3-12-13 15,5 21 1-15,-2-9-5 0,1-2-6 0,-4-10-4 16,7 16-1-16,-2-11-2 0,-5-5-3 0,10 10 0 15,-10-10 1-15,10 4-3 0,-10-4 8 0,12 3-4 16,-12-3 7-16,0 0-3 0,0 0 0 0,20-3-2 16,-20 3 1-16,0 0-5 0,8-11 1 0,-8 11-6 15,0 0 5-15,8-12-4 0,-8 12 0 0,2-10-4 16,-2 10-2-16,0 0-5 0,0 0 0 0,3-12-2 16,-3 12 0-16,0 0-9 0,0 0 1 0,0 0-4 15,0 0 4-15,0 0-4 0,0 0 0 0,0 0 0 16,0 0 1-16,0 0 1 0,0 0 1 0,24 19-5 15,-24-19 3-15,10 11 0 0,-10-11 2 0,10 9-4 16,-10-9 2-16,12 9 4 0,-12-9 0 0,14 4-2 16,-14-4 1-16,14-1 2 0,-14 1-1 0,0 0 0 15,19-9 9-15,-19 9-6 0,12-10 12 16,-12 10-2-16,7-12 9 0,1 5-1 0,-8 7 3 0,6-18-6 16,-6 18-2-16,4-18 0 0,-3 10-1 0,-1 8 4 15,3-19-9-15,-3 19 1 0,-1-17-5 0,1 17 0 16,-3-14-13-16,3 14-12 0,0 0-21 0,-2-20-30 15,2 20-48-15,0 0-44 0,0 0-56 16,-4-18-141-16,4 18-382 0,0 0 169 0</inkml:trace>
  <inkml:trace contextRef="#ctx0" brushRef="#br0" timeOffset="160744.06">3054 12369 69 0,'-6'-4'224'0,"6"4"-14"0,0 0-16 0,-8-5-21 15,8 5-19-15,0 0-10 0,0 0-17 0,0 0-13 16,-17 15-12-16,13-4-6 0,1-1-9 0,-1 6-9 16,-1-2-9-16,2 3-6 0,1-6-6 0,2 6-1 15,2-6-7-15,1 2-4 0,-1-1-8 0,2-2 1 16,1-1-3-16,2 0-7 0,0-4-2 0,3 0-4 16,-1 0 4-16,-2-2 4 0,2-2-7 0,1-1 0 15,0-3 2-15,2 1 3 0,-3-3 3 0,-2 0 3 16,1-1 5-16,-2-2-2 0,2 0 3 0,-3-2 1 15,-4 1-6-15,2-2-1 0,0 1-5 0,-3-2-1 16,0 1-5-16,0 11-2 0,-3-23-2 16,0 11-4-16,0 1 1 0,-3 3-4 0,1-2-3 15,5 10-12-15,-9-9-18 0,9 9-20 0,-11-5-11 0,11 5-15 16,-17 5-18-16,7 1-31 0,1 1-35 0,-1 3-31 16,1-2-33-16,0 2-116 0,1-2-358 0,-1-1 159 15</inkml:trace>
  <inkml:trace contextRef="#ctx0" brushRef="#br0" timeOffset="160995.75">3297 12276 7 0,'1'-11'232'16,"3"1"-5"-16,-1 0-6 0,-3 10-7 0,0-12-15 15,0 12-18-15,2-10-22 0,-2 10-16 16,0 0-18-16,0 0-15 0,0 0-6 0,0 0-16 15,18 27-4-15,-12-2-1 0,-1 5 13 0,-1 2-4 16,1 14-9-16,-1 1-5 0,-1 2-8 0,-6-14-5 0,2 1-10 16,-1-3-3-16,-1 1-3 0,-2-1-3 0,1-2-8 15,1 1-2-15,-2-4-9 0,1-4-8 16,2-4-32-16,2-1-22 0,-3-1-33 0,1-3-49 16,0-5-50-16,2 1-61 0,-3-1-165 0,3-10-425 15,0 0 188-15</inkml:trace>
  <inkml:trace contextRef="#ctx0" brushRef="#br0" timeOffset="161215.91">3536 12492 2 0,'0'-7'231'0,"1"1"-18"0,-1 6-25 16,3-7-22-16,-3 7-19 0,0 0-8 0,0 0 1 15,0 0-4-15,6 20 5 0,-3-3-17 0,-2 1-2 16,0 6-16-16,0-4-10 0,1 4-5 0,-2 0-10 15,-2-3-7-15,4-3-9 0,-2 3-5 0,-2-2-4 16,4-3-6-16,-1 1-9 0,-1-2-10 0,0-1-23 16,1-3-25-16,-1 0-19 0,0-11-26 0,3 16-43 15,-3-16-46-15,0 11-49 0,0-11-124 0,-5 9-349 16,5-9 156-16</inkml:trace>
  <inkml:trace contextRef="#ctx0" brushRef="#br0" timeOffset="161441.54">3554 12408 7 0,'14'-13'186'0,"-4"7"-7"0,1-1-13 16,1 2-13-16,0 3-15 0,-1-1-4 0,0 2-22 16,-11 1-9-16,23 2-6 0,-12 2-9 0,-2 1-5 15,-1 1-12-15,0 1-2 0,-3 2-8 0,-2 0-3 16,0 2-1-16,-5 1 2 0,-3-2-9 0,-1 6-8 15,-5-1-4-15,-3-1 1 0,0 2-14 0,-2-3-33 16,-5 4-26-16,1 0-57 0,1-6-40 16,2 2-162-16,-1-4-315 0,0 1 140 0</inkml:trace>
  <inkml:trace contextRef="#ctx0" brushRef="#br0" timeOffset="161796.94">4136 12362 88 0,'0'0'216'0,"0"0"-25"0,0 0-15 16,0 0-24-16,0 0-13 0,0 0-1 0,0 0-15 16,2 27-4-16,-1-9-14 0,0 1-7 0,-1 8-12 15,-1-1-6-15,1-2-6 0,0 1-4 0,-4 1-12 16,0-7-6-16,2-2-10 0,2-2-17 0,0 2-26 15,-2-2-34-15,1-2-55 0,0-3-50 0,0-1-155 16,-2-1-319-16,3-8 142 0</inkml:trace>
  <inkml:trace contextRef="#ctx0" brushRef="#br0" timeOffset="162417.99">4225 12551 135 0,'0'0'219'0,"-4"-5"-8"15,4 5-14-15,0 0-6 0,-4-9-10 0,4 9-15 16,-3-9-18-16,3 9-15 0,2-13-13 0,1 5-8 16,0-1-11-16,2-3-9 0,2 1-9 0,1-2-7 15,3-1-6-15,-1 2-5 0,-1 2-12 0,-1 2-6 16,-1 1-6-16,3 1-5 0,1 1-5 0,-2 1-4 15,0 3-3-15,1 1-3 0,-1 1 1 0,-3 3-5 16,3 3-4-16,-3-3-1 0,0 0 0 0,-1 5-4 16,0 0 2-16,-1 1 0 0,-2-2 0 0,2 3-1 15,-3-5-1-15,-1 1-2 0,0-7 4 0,0 12-1 16,0-12-1-16,0 11 4 0,0-11-4 0,-1 6-1 16,1-6 3-16,0 0 3 0,-4 7 5 0,4-7 4 15,0 0 0-15,0 0 0 0,0 0-3 0,0 0-1 16,0 0-3-16,0 0 3 0,0 0-2 0,0 0-5 15,0 0-4-15,4-29 4 0,-2 22-5 0,4-3 1 16,0-1-4-16,2 1 3 0,-1-1-3 0,1 1-1 16,2-2-2-16,-1 4 5 0,0 0-5 0,-1 2 2 15,-3 2-3-15,1-2-2 0,2 3-2 0,-2 0-1 16,-6 3-2-16,13 3 1 0,-3 2 0 0,-3 0 5 16,0 2-2-16,-3 0 4 0,2 4-3 0,-1-1 2 15,0 1-4-15,-3 6 2 0,1-1 1 0,-2 0-13 16,-1-1-19-16,-1 0-27 0,-1 1-40 0,0-4-54 15,1 0-37-15,-2-1-31 0,-1 0-143 0,1-5-395 16,0 0 176-16</inkml:trace>
  <inkml:trace contextRef="#ctx0" brushRef="#br0" timeOffset="162663.78">4598 12225 197 0,'0'-11'212'0,"0"1"3"16,-1-2-9-16,-1 6-18 0,2 6-21 0,0-9-22 16,0 9-17-16,0 0-15 0,0 0-6 0,13 18-11 15,-5-2 2-15,-1 12-8 0,1 2-6 0,-2 0-5 16,-1 4-5-16,2 2-4 0,-6-1-5 0,0 0-5 16,-1-3-6-16,0 1-5 0,-1 0-4 0,-3-5 0 15,0 1-11-15,-1-1-18 0,0-4-26 0,2-6-30 16,-3 0-35-16,1-4-38 0,3-3-34 0,-1-5-27 15,-1 0-23-15,0-1-117 0,4-5-340 0,-7 3 151 16</inkml:trace>
  <inkml:trace contextRef="#ctx0" brushRef="#br0" timeOffset="163133.03">4674 12343 100 0,'8'-7'149'0,"0"4"-8"15,-8 3-8-15,15 0-6 0,-15 0-6 0,13 3-11 16,-7 1-3-16,2 5-11 0,-3-5-6 0,1 5-11 16,-2 0-5-16,-1 2-7 0,-3 0-6 0,-3-1-6 15,-2 4-3-15,-4 1-7 0,-2-1-6 0,-1-1-7 16,2-4-3-16,0 0-8 0,2-1-1 0,0-1 5 16,2-1-12-16,1-3 1 0,0 0 5 0,5-3-9 15,-8 3 5-15,8-3-9 0,0 0 1 0,0 0-5 16,0 0 2-16,0 0-3 0,0 0-1 0,0 0-1 15,0 0 4-15,14-20 1 0,-6 19 4 0,-2-3-4 16,2 3 4-16,5-1-3 0,-2-2 4 0,7 0-5 16,-6 0 3-16,7 0-1 0,-3 1 1 0,1-3-2 15,-2 0 0-15,-3 1-2 0,2 2 3 0,0 0 0 16,-1-3-2-16,-2 1 4 0,2 1 1 0,-3-3 4 16,-2 3 4-16,1-2 0 0,1-1 6 0,-5 3 9 15,2-3-2-15,-7 7-5 0,6-16 0 0,-3 7-4 16,-3 9 12-16,3-15-1 0,-3 15 0 0,0-14 0 15,0 14 0-15,-3-11 2 0,3 11 2 0,-4-9 0 16,4 9-6-16,-7-8-2 0,7 8-7 0,0 0 0 16,0 0-1-16,-18 8-5 0,10-2-4 0,1 5 1 15,1-2-3-15,-1 1-2 0,-2 3 3 0,6-2-2 16,-3 4-1-16,3-2-1 0,0-1-6 0,2 4-28 16,3-4-22-16,2-2-37 0,3 1-35 0,0-1-34 15,3-3-33-15,6 0-148 0,-4-2-363 0,5-1 161 16</inkml:trace>
  <inkml:trace contextRef="#ctx0" brushRef="#br0" timeOffset="163569.6">5161 12366 155 0,'-5'-13'196'0,"5"13"-6"16,-3-10-6-16,3 10-12 0,-6-10-17 0,6 10-12 15,-9-3-15-15,9 3-9 0,-6 0-14 0,6 0-7 16,-15 7-9-16,6-1-8 0,1 4-12 0,-1-1-6 15,-1 2-9-15,2 1-6 0,-1-3-4 0,4 2-5 16,-1-1-6-16,-1 1 0 0,3-1-5 0,2 0-3 16,1-1-2-16,-2-2 0 0,1-2-6 0,2-5-2 15,0 12 0-15,0-12-3 0,3 8 3 0,-3-8-2 16,2 7 4-16,-2-7-2 0,7 2-1 0,-7-2 2 16,7 2 0-16,-7-2-3 0,0 0 3 0,11-11-1 15,-6 6 13-15,-5 5 0 0,4-10 0 0,-1 0-5 16,1-1-3-16,-2 0-2 0,1-2-5 0,-2-2 1 15,2-2 1-15,-2 1-6 0,0-1 1 0,-1 1 3 16,1 0-4-16,-1-3-3 0,2 2 1 0,-2 4 5 16,1-4-5-16,0 2-1 0,-2 3 0 0,2 3 3 15,2 0 6-15,-3 9 1 0,0-14 1 0,0 9 0 16,0 5-9-16,1-8-3 0,-1 8-3 0,0 0 0 16,0 0-1-16,0 0 0 0,0 0-3 0,4 31 7 15,-4-14-2-15,0 2 0 0,0 0 0 0,1 4-1 16,-2-3 1-16,1-2 1 0,0 0-3 0,0-2-1 15,0 0-8-15,-2 0-15 0,4 1-15 0,-1-2-24 0,-1-4-29 16,1 0-30-16,2-2-28 0,1 2-25 16,1-4-24-16,1 1-141 0,-1-1-366 0,-5-7 163 15</inkml:trace>
  <inkml:trace contextRef="#ctx0" brushRef="#br0" timeOffset="163847.37">5326 12346 76 0,'0'0'193'0,"-4"-7"-9"16,0 3-19-16,4 4-9 0,-11-2-15 0,11 2-4 16,-13 4-12-16,7 2-11 0,-4 1-11 0,2-2-11 15,2 4-7-15,-1-1-11 0,2 2-7 0,0-2-8 16,3 0-5-16,0-2-6 0,2-6-4 0,-4 11-1 16,4-11-8-16,0 11 2 0,0-11-4 0,3 7-2 15,-3-7 0-15,4 7-3 0,-4-7-1 0,9 1-4 16,-9-1-1-16,0 0 0 0,14-6-2 0,-14 6-3 15,10-6 0-15,-4 3-6 0,2 0 3 0,-3-1-3 16,-5 4-2-16,9-4-1 0,-9 4-3 0,9-1-2 16,-9 1 1-16,0 0-3 0,11 5 1 0,-11-5-13 15,6 7-23-15,-5-1-37 0,2 2-53 0,-2 1-60 16,-2 0-141-16,1-9-352 0,0 14 157 0</inkml:trace>
  <inkml:trace contextRef="#ctx0" brushRef="#br0" timeOffset="164067.31">5426 12427 143 0,'5'-12'200'0,"4"2"-5"16,1-2-3-16,2 0 1 0,-2 3-7 0,-1 1-9 16,0 1-10-16,0 3-15 0,1-2-5 0,-1 2-19 15,-1 4-12-15,3 0-15 0,-3 2-6 0,-8-2-14 16,18 7-3-16,-11-1-11 0,1 2-8 0,-3 2 2 15,3 1-11-15,-6-2-8 0,1 2-25 0,-2 0-24 0,-1 1-35 16,0-1-48-16,0-11-45 0,0 19-51 16,-1-12-179-16,1-7-395 0,0 0 175 0</inkml:trace>
  <inkml:trace contextRef="#ctx0" brushRef="#br0" timeOffset="164438.22">5762 12237 131 0,'0'0'220'0,"-1"-11"-19"16,1 11-21-16,0 0-16 0,0 0-13 0,0 0-8 15,0 0-8-15,-19 19-3 0,11-6-6 0,0 2-8 16,0 2-10-16,0 0-5 0,1 2-14 0,3-2 0 16,1 2-14-16,0-4-8 0,3 1-5 0,3-2-3 15,-2-2-9-15,4-1-1 0,5 2-6 0,-2-5-1 16,0 1-3-16,2-4-4 0,2-1 0 0,5-1-3 15,2-3-2-15,-6-3-4 0,5-1-4 0,-3 1 1 0,-2-3-4 16,-3 0 1-16,1-1-3 0,0-1 2 16,-2 0 1-16,-3-1-2 0,2-1-2 0,-4 0 1 15,0 0 8-15,0-1 3 0,-3 2-6 0,-1 9 1 16,-1-22 4-16,1 22 0 0,-3-13 7 0,3 13 5 16,-5-10-3-16,5 10-4 0,-10-5-1 0,10 5-4 15,0 0 2-15,-25 10-3 0,9 1-1 0,3 0 0 16,-2 1-1-16,2 3-5 0,-1 1 0 0,4-2 0 15,4 1-4-15,0-1-8 0,1-2-30 0,1 3-46 16,3-3-47-16,1-2-69 0,6-1-67 0,-6-9-222 16,14 10-512-16,-3-6 226 0</inkml:trace>
  <inkml:trace contextRef="#ctx0" brushRef="#br0" timeOffset="164574.94">6033 12423 102 0,'0'0'216'0,"0"0"-15"0,0 0-19 0,0-9-19 16,0 9-18-16,0 0-33 0,0 0-44 0,0 0-50 16,0 0-59-16,0 0-61 0,0 0-76 0,0 0-192 15,-26 12 86-15</inkml:trace>
  <inkml:trace contextRef="#ctx0" brushRef="#br0" timeOffset="165417.75">706 13077 98 0,'0'0'133'0,"0"0"6"0,0 0-17 15,0 0 8-15,0 0-11 0,0 0-7 0,-9 86-5 16,9-86-9-16,-11 60 25 0,6-28-14 0,1 1-9 16,-1-3-10-16,1 1-11 0,4-31-5 0,-4 55-11 15,3-29-2-15,1-26-10 0,-5 39-1 0,5-39-2 16,-2 31-8-16,2-31-18 0,0 0-27 0,0 37-41 15,0-37-62-15,0 0-66 0,0 0-99 0,-9 31-295 16,9-31 130-16</inkml:trace>
  <inkml:trace contextRef="#ctx0" brushRef="#br0" timeOffset="165771.87">658 13414 32 0,'0'0'145'0,"0"0"-10"0,0 0-8 16,48-16-10-16,-48 16-9 0,32-9-12 0,-14 2-12 16,1 2-7-16,-1 0-5 0,0-2-8 0,0 2-7 15,-2-2-6-15,0 0 0 0,-7 2-1 0,4-2-7 16,-4 2 0-16,-2-1 3 0,0 0 3 16,-2-3-1-16,1-1 1 0,-2 1-3 0,-3-3 1 0,0 1-4 15,-2-5 3-15,0-1-1 0,-3 0-1 0,2 1 14 16,0 6 9-16,0 0-1 0,-2 1-3 0,4 9 0 15,-4-16-2-15,4 11-8 0,0 5 0 0,0 0-7 16,-2-13-9-16,2 13-8 0,0 0-3 0,0 0-5 16,0 0 0-16,0 0-6 0,0 0-1 15,0 0 2-15,6 32-2 0,-5-14-1 0,2 6-6 16,-1 2 3-16,-2 0 1 0,4-1 0 0,-4 1-1 16,-4 0-2-16,4 0 2 0,-2 0 1 0,4 0-4 15,-2-1-14-15,-2-6-27 0,2 0-34 0,-3-2-48 16,6 1-58-16,-3-1-200 0,-3-1-403 0,1-3 179 0</inkml:trace>
  <inkml:trace contextRef="#ctx0" brushRef="#br0" timeOffset="166051.6">985 13579 22 0,'11'-10'182'0,"-4"7"-12"0,2-4-10 0,-1 1-10 16,-1 0-13-16,4-1-10 0,-4 2-7 0,2-2 6 15,2 0-17-15,-4 0-2 0,2 0-4 0,0-3 3 16,-2 2-8-16,1-4-6 0,-3 1-2 0,0 1-13 16,-1-1 5-16,-4-1-2 0,4 1-3 0,-4-2-9 15,0 2 2-15,-2-2-6 0,0 4-2 0,0 0-1 16,-1 1-5-16,-1 3-3 0,4 5-11 0,-2-11 0 16,2 11-10-16,-7-2-4 0,7 2-3 0,0 0-3 15,-18 14-3-15,9-2-1 0,1 5-2 0,0-2-3 16,1 3-14-16,3 1-28 0,-2 3-24 0,2-3-22 15,3-3-30-15,2 2-33 0,3-3-36 0,2 0-36 16,1-4-144-16,-3-1-383 0,6-3 170 0</inkml:trace>
  <inkml:trace contextRef="#ctx0" brushRef="#br0" timeOffset="166245.93">1240 13487 111 0,'4'-15'155'0,"0"-1"-19"0,0-1 2 0,1 0-8 0,-1 3 12 15,0 2 0-15,1 2 3 0,-4 3-11 0,2 3-8 16,-1-3-15-16,-2 7-13 0,5-8-10 0,-5 8-10 16,0 0-5-16,11 3-9 0,-11-3-7 0,11 12-6 15,-2-5-3-15,-4 6-7 0,3 1-4 16,-3 2 0-16,0-1-23 0,-1 3-29 0,-1-1-39 16,1-1-50-16,2 0-51 0,-5-2-150 0,-2-4-331 15,1-10 147-15</inkml:trace>
  <inkml:trace contextRef="#ctx0" brushRef="#br0" timeOffset="166616.6">1488 13314 134 0,'0'0'183'0,"0"0"-6"0,0 0-16 0,0 0-6 16,-16 23-2-16,11-7-9 0,-4 8-10 0,2 0-10 15,-1 0-6-15,3-5-13 0,1 0-7 0,1-2-11 16,3 2-5-16,0-4-6 0,3 4-11 0,3-3-2 16,-3-5-5-16,4-2-6 0,-1 1 3 0,6-4-11 15,-2-2 2-15,3-2 2 0,0 1 0 0,1-6 0 16,3 2-6-16,-4-1 2 0,3-4-4 0,0-3-1 16,0 2-1-16,-3-4 3 0,-7 3-5 0,6 0 2 15,-5-1 1-15,1-3-10 0,-4 1 1 0,2-2-3 16,-6-2-4-16,5-1-3 0,-5 0 1 0,-3 6-2 15,0-2 3-15,-1 2-11 0,1 0 7 16,3 10 3-16,-6-13-4 0,6 13-6 0,-5-6-3 0,5 6-5 16,0 0 1-16,0 0-1 0,-22 19 3 0,13-2-2 15,1 1 0-15,-6 4 0 0,4 2-6 0,0-1-34 16,0 1-34-16,5-5-51 0,2 0-58 16,-2 0-62-16,3-2-172 0,1 1-445 0,4 0 198 0</inkml:trace>
  <inkml:trace contextRef="#ctx0" brushRef="#br0" timeOffset="166899.65">1895 13589 72 0,'13'-12'205'16,"2"-1"-9"-16,-1 2-11 0,-1-2-14 0,1 1-6 16,-1 1-11-16,1-4 2 0,-4 7-7 0,1-5-8 15,1 0 1-15,-2 0-11 0,-4 2-3 0,3-3-10 16,-4 2-4-16,1-3-6 0,-4 6 9 0,1-1-1 15,-1 1-2-15,-2 9-8 0,2-15-5 0,-2 15-7 16,2-9-6-16,-2 9-12 0,0 0-14 0,0 0-11 16,0 0-4-16,0 0-5 0,0 0-2 0,0 0-10 15,0 0 3-15,-15 31-5 0,12-15-3 0,-1 0-1 16,-1 0-5-16,3 1 4 0,0 0-10 0,1 0 1 16,2-1 3-16,1-4-23 0,0 1-30 0,1-1-32 15,2-1-39-15,-1-2-38 0,-4-9-45 0,10 15-35 16,-3-8-56-16,-7-7-146 0,10 5-461 0,-10-5 204 15</inkml:trace>
  <inkml:trace contextRef="#ctx0" brushRef="#br0" timeOffset="167257.44">2300 13103 188 0,'6'-11'209'0,"-6"11"-21"15,0 0-13-15,0 0-4 0,0 0 8 0,0 0 3 16,8 42-2-16,-8-22-11 0,0 5-11 0,0 5-12 16,0 0-5-16,0 0-10 0,0 2-19 0,0 0-6 15,-1-3-10-15,1 0-13 0,0-2 2 0,-2 0-11 16,2-1-9-16,0-2-15 0,-1 2-29 0,-1-10-33 16,2 0-39-16,-2-3-33 0,0-2-47 0,-1 1-43 15,3-12-58-15,-10 20-140 0,6-14-401 0,4-6 179 16</inkml:trace>
  <inkml:trace contextRef="#ctx0" brushRef="#br0" timeOffset="167401.06">2195 13395 2 0,'14'-4'122'0,"-14"4"-28"0,22-4-49 16,-9 4-62-16,-13 0-24 0,30 2-45 0,1-6 19 15</inkml:trace>
  <inkml:trace contextRef="#ctx0" brushRef="#br0" timeOffset="167895.51">2750 13511 64 0,'0'0'248'0,"0"0"-9"16,0 0-13-16,0 0-11 0,12-10-9 0,-12 10-9 15,9-7-17-15,-2 2-8 0,3-3-9 0,-2 0 2 16,2 1-12-16,4-4-10 0,-1-1-9 0,0-1-4 0,1 1-14 16,-1-3 0-16,2-6-10 0,-5 5-16 15,-1 0-4-15,5-7-9 0,-6 8-3 0,-3-3-8 16,-1 3 8-16,1-1-11 0,-4 3 9 0,1 3 3 16,-2 10 2-16,2-16-12 0,-2 16-4 0,0 0-15 15,2-13-9-15,-2 13-5 0,0 0-1 0,0 0-1 16,0 0-8-16,0 0 2 0,-12 47-5 0,5-23 2 15,2-5-8-15,3 2 3 0,-1-2-5 0,2-1-5 16,-1 0 6-16,5-3 0 0,0 1-2 0,2-1-5 16,0-4 1-16,4 0 3 0,-2-3-1 0,2-4 0 15,2 0 1-15,-11-4-3 0,25 2-9 0,-7-6 0 16,-5 1 0-16,1 0-2 0,-14 3-1 0,19-13 3 16,-9 6-1-16,-2-1 2 0,-2 0-2 0,1-4-1 15,-1 3-3-15,-6 9-8 0,10-25-7 0,-5 14 5 16,-2-1 0-16,-3 12 2 0,3-22 3 0,-3 13 1 15,0 9 2-15,1-13-4 0,-1 13 4 0,0 0-1 16,1-15-4-16,-1 15-4 0,0 0 3 0,0 0-3 16,0 0 5-16,0 0 7 0,0 0 0 0,-5 44 4 15,0-18 3-15,1-6 0 0,-1 2-9 0,-3 3 19 16,3-6-4-16,-1 7 5 0,-1-3-5 16,3-5-3-16,-1 0-2 0,2-1-15 0,1-6-34 15,-1 0-31-15,0 1-39 0,3-12-44 0,0 0-48 16,-4 21-46-16,4-21-258 0,0 0-556 0,-9 9 247 0</inkml:trace>
  <inkml:trace contextRef="#ctx0" brushRef="#br0" timeOffset="168075.56">2803 13021 61 0,'0'-7'259'0,"0"7"-33"0,0 0-25 0,0-11-23 0,0 11-20 16,0 0-28-16,0 0-38 0,0 0-44 16,0 0-54-16,0 0-59 0,9 33-149 0,-9-23-231 15,2 4 101-15</inkml:trace>
  <inkml:trace contextRef="#ctx0" brushRef="#br0" timeOffset="169165.7">697 14130 142 0,'-2'-44'221'0,"2"44"0"0,0 0-2 15,5-38-3-15,-5 38-19 0,0 0-22 0,0 0-21 0,0 0-17 16,0 0-14-16,0 0-11 0,0 0-13 0,0 0-2 16,0 0-23-16,0 0 9 0,0 0 3 15,13 101-2-15,-16-68 3 0,3-33-16 0,0 67-4 16,0-34-11-16,0-3 0 0,0-30-6 0,7 45-5 16,-7-45-3-16,8 35-5 0,-8-35-2 0,12 29-4 15,-12-29-3-15,11 20-2 0,-11-20 1 0,0 0-4 16,0 0 0-16,25 17-4 0,-16-18 1 0,1 1-2 15,1-3-1-15,-3-1-3 0,2-2 0 0,1-2 2 0,2-3-4 16,0-2 1-16,-6 1-1 0,2 0 5 16,0-4-7-16,-4-2-3 0,1 3 2 0,1-4-4 15,-2-5-3-15,0 5-2 0,1-8 4 0,-3 9 0 16,-1 1-2-16,0 0 1 0,0 8 0 0,-2-1-4 16,0 3 1-16,0 7 3 0,4-10-12 0,-4 10 1 15,0-5-3-15,0 5 6 0,0 0-4 0,0 0 3 16,0 0 5-16,4 31-6 0,-5-14 1 0,2 2 3 15,-2 0-4-15,1-2 6 0,2 0-2 0,-2 1 0 16,5-2 0-16,0-1-2 0,-1-2 10 0,0-3-5 16,4 0 5-16,-3-3-4 0,5 2-1 0,-1-2 6 15,4-4 1-15,1-2-3 0,3 1 2 0,1-6-1 16,3 0-1-16,-2-3 5 0,0-2-8 0,4-4 8 16,-6 2-5-16,-3-2 4 0,-3 1-3 0,0-4-3 15,0-1 2-15,-4-1-1 0,2-1-4 0,1-7-2 16,-6 2-7-16,0-1 2 0,-1-1-5 15,-2 8 3-15,-1-1-1 0,-1 1 1 0,0 6 0 16,-1-1 1-16,0 4 0 0,0 2-4 0,2 7-2 16,-2-12-1-16,2 12 1 0,0 0 2 0,0 0-3 0,0 0 1 15,0 0 10-15,0 49-5 0,1-23 0 16,2-1 4-16,1 3-2 0,1 1 1 0,-1-1 1 16,4-1-2-16,-2-2 3 0,3 0-1 0,1-1 2 0,0-1 2 15,-1-5-4-15,-2-1 4 0,-1 0 2 16,3-1-4-16,-4-3 7 0,0-3 0 0,-1-1-3 15,-2-4 4-15,-2-5 1 0,2 15 5 0,-2-15-6 16,0 0 2-16,0 0 0 0,-6 11-4 0,6-11 2 16,0 0-1-16,0 0-2 0,-16-3-1 0,16 3-7 15,-7-8-3-15,7 8-12 0,0-11 6 0,0 11-5 16,7-19 2-16,-2 9 2 0,3-1-1 0,4-4-2 16,-1 0-4-16,7-5-1 0,-4 9 5 0,-1-6-3 15,7-1 1-15,0-2-3 0,0 2 6 0,0 0-3 16,-2 1 9-16,3-2-3 0,-6 7 5 0,-1-4-1 15,-1 1 3-15,-3 1 3 0,0-1 2 0,-3 0-2 16,-2 4 7-16,-3-1-5 0,1 1 8 0,-1 1-2 16,-2 10 5-16,-2-18 3 0,2 18 2 0,-7-11-3 15,7 11-1-15,-11-5-3 0,11 5 2 0,-19 2 1 16,8 4 0-16,-5 6 1 0,3 2-5 0,4 2 5 16,-2 1-5-16,0 5 3 0,2-3-2 0,4-2 1 15,0 2 0-15,3 0-18 0,2 0-22 0,2-4-33 16,3-1-21-16,2-2-40 0,-1-2-23 0,8-1-29 15,-1-1-21-15,5-3-131 0,2-3-360 0,3 0 159 16</inkml:trace>
  <inkml:trace contextRef="#ctx0" brushRef="#br0" timeOffset="169547.51">1834 14179 5 0,'-7'-12'126'0,"7"12"-2"0,-14-7 8 0,8 5 3 16,6 2-2-16,-17 1-2 0,17-1-1 0,-23 8-6 0,11 0-11 15,1-1-7-15,2 3-9 0,-1 3-2 0,1 0-9 16,0 1-1-16,1-1-10 0,4 0-10 16,1-3-6-16,1 1-5 0,2-11-5 0,2 20-5 15,0-11-5-15,2 1 3 0,-4-10-10 0,9 10-2 16,-3-6 0-16,3-2-2 0,-9-2-1 0,22-2-4 16,-12-2 0-16,1 1-3 0,1-4-5 0,2-2 5 15,-5 1-6-15,4-5 8 0,-7 4-7 0,3-6 1 16,-3 0-6-16,0-2 4 0,-4 0-6 0,2-2 0 15,-3 0 2-15,2 0-2 0,0-9-1 0,-3 3-3 16,2-3-1-16,-2 2 0 0,3-1 2 0,-4 1 1 16,2 0 0-16,-1 7 4 0,2 2 18 0,0 6 17 15,-2 1 1-15,0 10-5 0,2-13-5 0,-2 13-9 16,0 0-2-16,0 0-4 0,0 0-1 0,0 0 3 16,0 0-3-16,14 46 4 0,-11-17-4 0,-2-1 1 15,2 7-4-15,-3-2 1 0,2 2-2 16,-2 0 0-16,0-2-3 0,0-1-11 0,0-1-35 0,3-2-36 15,-1 1-43-15,3-7-70 0,-1-4-53 16,-1-2-151-16,2-1-418 0,0-4 185 0</inkml:trace>
  <inkml:trace contextRef="#ctx0" brushRef="#br0" timeOffset="178325.54">2649 13818 109 0,'0'0'124'0,"-9"-4"-9"15,1 3-16-15,8 1-2 0,-15 1-8 0,7-1-10 16,-2 3-6-16,1 3-3 0,-1 1-8 0,-3 4 6 16,2 1 13-16,1 4-3 0,2 0-3 0,-1 8-2 15,1 4 4-15,3 0-5 0,2-1 6 16,1 3 0-16,-3 2-9 0,5-3-4 0,0 4-4 0,0-1-7 16,2-1 0-16,-2-3-7 0,3-3-2 0,-3-4-4 15,1-2-4-15,0 1-4 0,-1 0-3 0,0-5-3 16,0-2-2-16,0 0-3 0,-1-3-4 15,2 0-2-15,-2 1-2 0,1-3-5 0,-1-1-15 0,1-7-16 16,0 9-18-16,0-9-19 0,-3 7-31 0,3-7-26 16,0 0-33-16,0 0-20 0,0 0-101 0,0 0-291 15,0 0 130-15</inkml:trace>
  <inkml:trace contextRef="#ctx0" brushRef="#br0" timeOffset="178827.64">2391 14209 22 0,'10'-8'92'0,"-1"5"-4"16,5-1 8-16,-1 0-7 0,7-1-6 15,1 1 1-15,5-2-25 0,1-2 7 0,0 0 0 16,-5 4-8-16,-3-1-1 0,1 0-6 0,-2-1-2 16,-5 2 10-16,0 2 1 0,-2-1 4 0,-2 0 6 0,-2 2 4 15,-7 1 4-15,11-4 0 0,-11 4-1 0,7-2-3 16,-7 2-3-16,0 0-12 0,0 0-4 0,0 0-5 15,0 0-8-15,0 0 0 0,0 0-4 16,0 0-7-16,-27 6-6 0,18-2 0 0,-3 2-5 16,3 3 0-16,-1-1-3 0,-4 5-2 0,5 0-2 0,1 1-5 15,2-2 4-15,-3 2-5 0,4 1 4 0,1-4-5 16,2-2-1-16,-1 3-2 0,3-1 3 0,1-2 4 16,2-1-5-16,-1-3 4 0,4 3-1 15,1-2-2-15,1-1 2 0,0-2-4 0,1-1 1 16,2 1 4-16,-2-2-1 0,-1 0 3 0,-1-1-9 15,-7 0 2-15,16-5 4 0,-9 2-3 0,1 0 3 0,0-2-5 16,-2 1 0-16,0-2 0 0,-2 2 2 16,3-4-3-16,-2 2 7 0,-4-1-8 0,3 0 1 15,-2 1-3-15,1 0 2 0,-3 6-1 0,4-10 2 16,-4 10-7-16,1-7-5 0,-1 7-9 0,0 0-1 16,4-5 3-16,-4 5 3 0,0 0 1 0,0 0 6 15,0 0-5-15,11 15 1 0,-8-7 2 0,-1-1 1 16,1-1 0-16,2 2 1 0,-2-2 6 0,2 0-1 0,0 3-3 15,3-2-5-15,-3 0-15 0,0-4 2 16,0 2-19-16,-5-5-13 0,13 8-12 0,-7-3-13 16,-6-5-21-16,16 4-15 0,-9-4-12 0,3 3-122 15,1-2-272-15,-11-1 121 0</inkml:trace>
  <inkml:trace contextRef="#ctx0" brushRef="#br0" timeOffset="179080.28">3229 14116 129 0,'3'-11'170'0,"-3"11"-16"0,0 0-13 0,0 0-15 16,0 0-8-16,0 0-1 0,0 0 9 0,0 0-4 15,0 0-8-15,0 44-5 0,-2-29-8 0,0 2-8 16,0 0-8-16,0 0-8 0,2 0-10 0,-1-1 1 15,1 2-17-15,0-2-2 0,0-4-3 0,1 5-1 16,-1-5-15-16,1-1-24 0,2 0-20 0,-2 1-31 16,-1-12-38-16,3 20-44 0,-1-9-38 15,-1-2-120-15,-1-9-309 0,0 0 136 0</inkml:trace>
  <inkml:trace contextRef="#ctx0" brushRef="#br0" timeOffset="179243.84">3166 13925 20 0,'0'0'32'0,"36"30"-20"0,-24-14-23 0,4 7-12 0,0 0 6 15</inkml:trace>
  <inkml:trace contextRef="#ctx0" brushRef="#br0" timeOffset="179679.29">3398 14344 53 0,'0'0'180'0,"0"0"-1"0,0 0-4 16,0 0-16-16,-27-17-10 0,26 11-7 0,1 6-9 15,-5-10-12-15,5 2-14 0,-3 0-8 0,4-3-7 16,1 0-6-16,0-4-9 0,2 2-5 0,3-2-12 15,1 6-8-15,0-3-3 0,2 4-7 0,-1 1 0 16,1 2-10-16,4 2-2 0,-1 5-1 0,0 2-7 16,6 0 1-16,-2 5-6 0,-5 1 1 0,4 0-3 15,-9 0 2-15,5 3-1 0,-7-2 4 0,3 0-7 16,-3 1 1-16,-3-2-3 0,1 1-1 0,-2-1 1 16,-1-3-2-16,0 0 1 0,0-7 1 0,0 10 3 15,0-10 2-15,-2 8 0 0,2-8-4 0,0 0 2 16,-8 2-1-16,8-2-3 0,0 0-1 0,0 0 0 15,0 0 0-15,0 0-2 0,-8-15 6 0,8 15-9 16,3-14-1-16,1 5-1 0,-1-1-1 0,3 1 1 16,1-5-3-16,2-1 1 0,0 3 1 0,1-1-1 15,1 0-4-15,1 1 1 0,1 2 1 0,0 3-2 16,-3 1 0-16,2 1-5 0,-2 3 9 0,0 0-4 16,-2 2-1-16,2 4-2 0,-1 3 2 0,-1 1 1 15,-1-1-2-15,2 5 1 0,-2 2 5 0,-3-1-4 16,-1 2 2-16,-1 1 2 0,-1-1-2 0,-1-2-10 15,0 0-22-15,-1 2-41 0,-2-2-48 0,1-3-30 16,-1 0-44-16,-1 1-118 0,0-2-340 0,-3-1 150 16</inkml:trace>
  <inkml:trace contextRef="#ctx0" brushRef="#br0" timeOffset="179940.65">3890 13941 143 0,'0'0'196'0,"2"-11"-21"0,-2 11-14 15,0 0-23-15,0 0-6 0,0 0 12 0,0 0 3 16,10 39-8-16,-8-9-11 0,-1 2-9 0,0 3-10 16,-2-1-7-16,0 1-14 0,-1-1 0 15,2 2-11-15,-3-2-7 0,3-4-6 0,-2 3-7 16,0-3-3-16,-2 0-12 0,3-2 0 0,-2-7 1 15,2 3-14-15,2-5-11 0,-1-2-27 0,0-4-27 0,-1-2-30 16,1-11-36-16,0 20-49 0,0-12-30 16,0-8-146-16,0 0-354 0,-6 13 157 0</inkml:trace>
  <inkml:trace contextRef="#ctx0" brushRef="#br0" timeOffset="180399.7">3904 14188 126 0,'0'0'140'0,"13"4"-12"0,-13-4 7 0,20 9 0 15,-11-5-22-15,0 3-7 0,0 0-12 0,-1 0-5 16,-2 2-14-16,-1 0-4 0,-1-2-8 0,0 2-2 16,-4-9 0-16,0 17-12 0,-2-8 2 0,2-9-8 15,-6 12-3-15,6-12-4 0,-6 10 4 0,6-10-9 16,-8 8-3-16,8-8-1 0,-5 4-6 0,5-4-3 15,0 0 3-15,0 0-11 0,0 0 9 0,0 0-7 16,0 0-3-16,0 0 0 0,0 0 5 0,0 0-11 16,0 0-1-16,0 0 3 0,0 0 0 0,0 0-2 15,0 0-2-15,0 0 3 0,32-12-1 0,-23 11-1 16,2-2 3-16,2 1-2 0,0-2-1 0,6-2-3 16,-1 0 3-16,1 0 4 0,-1-1 5 0,-1 0-14 15,2 0 0-15,-4-3 5 0,0 2 0 0,-4 1 3 16,-2-2-2-16,3-1 7 0,-4 0 2 0,-1-1 9 15,-4 2-1-15,2-1 5 0,-2-1 1 0,-3 11 0 16,-1-19-3-16,1 19 1 0,-7-15 3 0,4 11 2 16,3 4 2-16,-8-9-1 0,8 9-12 0,-16-1 3 15,16 1-3-15,-16 9-1 0,5-4-1 16,0 9-1-16,0-1-1 0,2 2-2 0,-2 2 2 0,4-1-1 16,2 0-4-16,-3 0 4 0,2 0-3 0,6-3-12 15,-2 0-32-15,2-2-39 0,0-11-46 0,8 23-36 16,-3-14-35-16,0 0-120 0,2-1-335 0,-7-8 147 15</inkml:trace>
  <inkml:trace contextRef="#ctx0" brushRef="#br0" timeOffset="180844.25">4319 14201 89 0,'-6'-15'181'0,"1"11"2"0,5 4-23 16,-9-6-13-16,9 6-11 0,0 0-5 0,0 0-11 15,-22 10-9-15,13-1-7 0,0 0-8 16,0 5-12-16,0-1-7 0,2 1-6 0,0 1-6 16,1 1-6-16,3-6-6 0,1 3-6 0,-1 0-2 0,3-2-3 15,3 0-8-15,-3 0-3 0,3 0-3 0,-3-11 3 16,8 13-2-16,-3-9-2 0,-5-4-5 16,13 4-3-16,-13-4 0 0,14-1-1 0,-14 1-2 15,21-7 1-15,-12 0-4 0,2 1 1 0,-2-3-4 16,-1 1 3-16,-2-5 0 0,3 0-4 0,-3-4-5 15,1 3 3-15,-2-4-2 0,0 1 4 0,0-3-5 0,-4 1 3 16,1-6-1-16,-1 0-3 0,-1 6 2 16,0-9 3-16,1 3-3 0,0-4-3 0,2 5 2 15,-2 4-1-15,-1 1-1 0,-1 0 4 0,1 1 7 16,0 5 13-16,0 3 0 0,0 10 7 0,3-13-8 16,-3 13-7-16,1-12-5 0,-1 12-3 0,0 0 0 15,0 0-2-15,0 0 2 0,6 31 0 0,-4-6-2 16,1 2 3-16,-1 3 5 0,-2 1 2 0,1-2-2 0,-1 0 1 15,0 0-3-15,-3-2 0 0,3-1 1 0,0 0-5 16,-1 0-1-16,2-7 2 0,-1 1-4 16,0-3-23-16,2 0-31 0,-2-1-33 0,-2-3-47 15,5-3-36-15,-2-1-36 0,-1-9-18 0,4 16-111 16,0-10-354-16,-4-6 157 0</inkml:trace>
  <inkml:trace contextRef="#ctx0" brushRef="#br0" timeOffset="181147.9">4586 14189 160 0,'-10'-3'161'0,"1"5"0"15,0 4-11-15,-1 1-8 0,-1 0-9 0,-1 6-13 16,0 0-2-16,2-2-10 0,0 4-15 0,3-5-4 16,1 0-14-16,1 0-1 0,1-1-11 0,2 1-8 15,-1-3-3-15,2-1-3 0,1-6-3 0,1 10-7 16,-1-10 1-16,7 7-5 0,-1-6 1 0,-6-1-8 15,17 0 0-15,-17 0-4 0,17-6-6 0,-5 2-1 16,-2-1 0-16,2 0 0 0,-2 0 0 0,1-2-5 16,1 1 0-16,-2 0 1 0,-1 0-4 0,1 2 2 15,0-2 1-15,-2 2-8 0,-3 1-4 0,3 2-1 16,-8 1 6-16,11 1-6 0,-11-1 2 0,0 0-2 16,12 13 0-16,-11-8 3 0,-1-5-2 0,0 13-22 15,0-13-26-15,-2 17-46 0,-2-7-36 0,0-1-39 16,0-2-128-16,-1 2-321 0,5-9 142 0</inkml:trace>
  <inkml:trace contextRef="#ctx0" brushRef="#br0" timeOffset="181343.99">4682 14257 132 0,'5'-8'136'0,"2"0"2"0,-7 8-7 0,10-10 0 16,-5 6-12-16,-5 4-10 0,12-3-5 0,-12 3-8 15,0 0-1-15,20 6-11 0,-11-1-3 16,0 3-8-16,-3-3-8 0,1 4-8 0,-2 0-2 16,0-2-3-16,-3 2-7 0,2 1-19 0,-1-1-32 0,-3-9-40 15,3 14-44-15,-3-14-36 0,2 11-118 0,-2-11-264 16,0 0 117-16</inkml:trace>
  <inkml:trace contextRef="#ctx0" brushRef="#br0" timeOffset="181711.93">4937 14149 2 0,'-8'0'150'0,"8"0"-3"16,0 0 4-16,-13 15-1 0,7-6-8 0,-1 6-7 16,0-1-2-16,3 3-4 0,-3 0-11 0,1-2-2 15,1 1-14-15,1 1-6 0,1 0-13 0,1-5-6 16,2 0-6-16,0-3-8 0,1 2 0 0,3-2-8 15,2-1-7-15,3-1-1 0,2-3 3 0,0 0-10 16,8-2 0-16,-3-4-4 0,4 1-3 0,-1-2-1 16,2-1-2-16,-4-3-3 0,1-1 0 0,-1 1-5 15,-3 0-3-15,0-5-3 0,-1 2 4 0,-2-1 1 16,-3 0-3-16,-4 1 3 0,1-3 5 0,-4 1-3 16,-1 1-4-16,2 1 1 0,-2 10 8 0,-4-18-7 15,4 18-2-15,-8-11-3 0,3 7-1 0,5 4-7 16,0 0 3-16,-24 5 0 0,13 4-2 0,-5 2 2 15,2 5-3-15,0-2 1 0,2 3-4 0,3-1 1 16,0 1 0-16,3-2 1 0,-2 1-8 0,2 1-24 16,3-4-27-16,5-1-35 0,-2-12-14 0,3 23-46 15,5-12-44-15,4 0-177 0,-1-4-397 0,5 1 175 16</inkml:trace>
  <inkml:trace contextRef="#ctx0" brushRef="#br0" timeOffset="182405.7">5229 12762 50 0,'-10'-14'169'0,"0"2"-20"0,-1 0-1 0,1 2-4 16,3 3 5-16,-1-4-7 0,-1 4-9 0,-1 1-13 16,1 0-10-16,0 1-10 0,0 1-9 0,1 2-6 15,8 2-11-15,-15 0-6 0,7 3 5 0,-1 3-2 16,-1 1-5-16,1 0-8 0,-2 7-2 0,-1 0-5 16,1 1-3-16,-2 9-4 0,1 1 0 0,1 2-3 15,2 2-3-15,0 0 5 0,4 2-6 0,-2 15-1 16,4 0-5-16,5 1 0 0,1-11-1 0,2 12-2 15,2-2-5-15,5 0-3 0,-3 2 0 0,5-3 0 16,-5-10-2-16,4 0-5 0,1 12-2 0,0-14 0 16,5 10-2-16,-4-11 2 0,8 10-5 0,-5-9 1 15,8 9-1-15,-8-10 0 0,2-2 0 0,6 15 2 16,0-2 1-16,-6-13-4 0,8 12-2 0,0-2-17 16,0 1 3-16,-2 0-1 0,-1 1 2 0,2-3 2 15,-9-9-1-15,9 9 0 0,-7-8-3 0,8 8 1 16,-10-11-5-16,6 0 0 0,1 0 2 0,0-1-6 15,11 7 1-15,-12-11-3 0,3 1 3 0,-1 3-1 0,5-7 3 16,-1 3 6-16,10 8-2 0,-11-11 1 16,3 0 3-16,0 1-1 0,-1-1 5 0,-3 0-3 15,1 2 0-15,4-2 2 0,8 8-1 0,-7-7 3 16,9 3-1-16,6-1 5 0,-1-5-5 16,5 2 3-16,3-3-2 0,1-1-3 0,6-4-16 0,25 7-12 15,-25-9-10-15,25 2-6 0,-23-3-23 0,26 0-15 16,-29-8-18-16,1 2-23 0,0 2-33 0,-5-1-117 15,-1 0-303-15,-6-1 134 0</inkml:trace>
  <inkml:trace contextRef="#ctx0" brushRef="#br0" timeOffset="183891.61">854 14769 100 0,'-6'-10'200'0,"2"1"-4"16,4 9 3-16,0 0-12 0,-12-25-14 0,12 25-14 15,0 0-11-15,0 0-15 0,0 0-12 0,0 0-17 16,0 0-14-16,0 0-3 0,0 0-17 0,-15-34-7 16,15 34-5-16,-2-1-6 0,2 1-7 0,0 0 0 15,0 0-9-15,0 0-2 0,0 0-5 0,2 32-2 16,0-24 3-16,-2-8-8 0,0 14 2 16,0-8-6-16,2 2-2 0,-2-8 7 0,0 14-12 15,0-9-1-15,0-5 2 0,0 9-1 0,0-9-4 0,4 9-1 16,-4-9 2-16,0 7 2 0,0-7-1 15,0 0 1-15,0 0-2 0,0 0 4 0,0 9-4 16,0-9 3-16,0 0-3 0,0 0 7 0,0 0-6 16,0 0 0-16,0 0-3 0,0 0-1 0,0 0 1 15,0 0 3-15,0 0-5 0,0 0 8 0,0 0-3 16,0 0-3-16,0 0 5 0,0 0-8 0,0 0 1 16,0 0 3-16,0 0-8 0,0 0 0 0,0 0-2 15,0 0-1-15,0 0 3 0,0 0-2 0,0 0-4 16,2 13 4-16,0-1-1 0,-1 5 3 0,1 2-5 15,0 7 5-15,-2-3-4 0,0 3 0 0,0-7 3 16,-2 6 5-16,1-7-5 0,0 2 1 0,1-20 0 16,-5 31 1-16,5-18-4 0,-2-2 5 0,0-2-2 15,2-9 0-15,-2 15 2 0,2-15 6 0,0 0-2 16,0 13-2-16,-2-9 4 0,2-4-2 0,0 0-1 16,2 6 5-16,-2-6-11 0,0 0 7 0,0 0 1 15,0 0 0-15,0 0-1 0,0 0-1 0,0 0-1 16,0 0 2-16,0 0-3 0,0 0 0 15,0 0 2-15,0 0 0 0,0 0-2 0,-29-68 0 16,29 68-2-16,-3-34 3 0,3 34-4 0,0-45 6 16,0 45-8-16,2-49 2 0,-2 49 1 0,5-49-3 0,-5 49 2 15,6-35 0-15,-1 24-4 0,-1 0 4 0,4 0-5 16,-2 4 0-16,1-2 1 0,-1 6-3 16,6 0 1-16,-12 3 0 0,22 2-2 0,-8 2 0 0,-3 2 1 15,5 4 5-15,-3 2-5 0,0 3 3 16,-1 3 0-16,-2-2-1 0,2 3-1 0,-7-1 3 15,3 0-1-15,-3-3 0 0,1 2 3 0,-6-4-4 16,1-2 10-16,1 0-5 0,-2-1 1 0,-2-2-1 16,1-1 2-16,1-7 3 0,-6 10-3 0,2-6 2 15,-3-1-1-15,0-1 5 0,7-2-5 0,-18 2 1 16,18-2 2-16,-13-6-1 0,7 3 8 0,-2-3-1 16,2 3 4-16,-1-5-6 0,5 2-4 0,-6-2-1 15,8-4-1-15,-2 0-6 0,4-2 2 0,2-2-1 16,2-2-6-16,1 1 1 0,1 0-2 0,8-5 1 15,1 2-2-15,2 4 2 0,-3 4-2 0,2 3 0 16,-1 2 1-16,6 3 1 0,-1 0-2 0,-1 4 2 16,-1 5-2-16,6 4 3 0,-4 5 1 0,0 2-4 15,-3 3 6-15,-6-3-3 0,1 7 3 0,-5-6 0 16,1 7 1-16,-2-1 0 0,-5-4 1 0,1 6-1 16,-2-7-2-16,-2 1-10 0,0-3-23 15,-2 2-29-15,0 1-39 0,0-8-48 0,0 8-41 0,1-9-138 16,1-10-359-16,-8 12 160 0</inkml:trace>
  <inkml:trace contextRef="#ctx0" brushRef="#br0" timeOffset="184283.96">1514 14837 145 0,'-15'3'166'0,"1"2"-5"15,1 5-11-15,-3 3-9 0,-3 9-6 0,2-1-10 16,4 3-8-16,1 0-13 0,2-1-5 0,2-4-14 16,3-3-10-16,-1 1-3 0,3-3-10 0,2 0-2 15,1-4-10-15,1 1 2 0,-1-11-5 0,8 16-11 16,-6-10 0-16,-2-6 0 0,9 8-7 0,-9-8-2 16,13 4 1-16,-13-4-5 0,18-2 5 0,-18 2-3 15,14-8 0-15,-7 2 0 0,-7 6-2 0,11-15-1 16,-5 8-4-16,-1-5 1 0,-1 4 4 0,0-1-4 15,-1-3 2-15,-2 3-1 0,-1 9-4 0,0-24 0 16,0 13-5-16,1 1 0 0,-1 10 0 16,0-15 2-16,0 15-2 0,1-14-1 0,-1 14 3 15,0 0-9-15,0 0-1 0,-1-11-2 0,1 11 3 16,0 0-5-16,0 0 2 0,0 0 1 0,0 0-2 16,9 35 9-16,-8-25-7 0,-2 2 0 0,4 0 2 15,-1 2 0-15,0 2 2 0,-2-1-11 0,5-3-23 0,0 3-25 16,-5-5-47-16,4 2-37 0,-4-12-43 15,9 16-151-15,-7-8-356 0,-2-8 158 0</inkml:trace>
  <inkml:trace contextRef="#ctx0" brushRef="#br0" timeOffset="184521.89">1661 14811 95 0,'-1'-15'198'0,"1"15"0"15,-4-19-5-15,4 19-21 0,-4-13-15 0,4 13-22 16,0 0-11-16,0 0-17 0,0 0 2 0,0 0 5 16,0 0 4-16,15 53 0 0,-13-25-6 0,0 2-7 15,1 0-9-15,-2-3-9 0,0 2-7 16,-1 1-8-16,3-3-8 0,-6 2-5 0,6-3-9 0,-3 0 0 16,0 0-13-16,2-10-15 0,-2 1-20 0,0 0-34 15,0-6-22-15,0-11-46 0,0 17-47 0,0-17-47 16,0 14-165-16,0-14-386 0,0 0 170 15</inkml:trace>
  <inkml:trace contextRef="#ctx0" brushRef="#br0" timeOffset="184873.91">1660 15007 16 0,'26'-4'106'0,"5"0"-3"0,2-2-23 0,1 1 4 0,-1-3-23 16,0 1 9-16,-1 0-8 0,3-1-5 0,-7 0 8 16,-2-1 4-16,-6 4-1 0,-5-1 0 0,-1 2 4 15,-5 0 14-15,-1 2-2 0,-8 2 3 0,10-5-10 16,-10 5-2-16,0 0-7 0,0 0-5 0,0 0 1 16,0 0-7-16,0 0 2 0,0 0-4 0,-36-4-4 15,36 4-3-15,-24 10 4 0,8-1-6 0,4 2 6 16,-4 3-3-16,5 0-6 0,-2-3 5 15,4 4-3-15,1 2-1 0,2-3-4 0,-3 0-5 0,7 2-2 16,0-5 1-16,2-1-2 0,2 1-5 16,0 2-2-16,6-3-1 0,-1 0-5 0,1-3 4 15,2-1 2-15,3 0-7 0,0-3-11 0,5 1-21 16,1-3-30-16,-1-1-26 0,0-1-25 0,-2-5-20 0,-2 3-19 16,0-4-39-16,-2 3-16 0,1-2-102 0,-4-2-315 15,-3-1 141-15</inkml:trace>
  <inkml:trace contextRef="#ctx0" brushRef="#br0" timeOffset="185375.59">2165 14673 30 0,'0'-17'141'16,"0"17"-5"-16,0 0 1 0,0 0 5 0,0 0 12 15,5 53-15-15,0-25 2 0,-5 4-13 0,-2 3-7 16,-1-2-8-16,1 0-6 0,4 2-9 15,-4-4-6-15,0-3-7 0,-2 0-5 0,1-2-9 16,1-1-4-16,0-8-5 0,1-1-3 0,0-4-12 0,-2-1 0 16,3-11 0-16,-1 13 3 0,1-13 0 0,1 11 8 15,-1-11-1-15,0 0 2 0,-2 9-1 0,2-9-3 16,0 0-3-16,0 0-7 0,0 0-6 16,0 0-2-16,0 0-3 0,0 0-6 0,14-24 4 15,-9 15-11-15,5-5-1 0,0-1-4 0,0 2-1 16,3 3-2-16,-1-1-4 0,2 6-3 0,-2-1-1 15,-2 0-1-15,-10 6-1 0,21-6-1 0,-10 6-4 16,-11 0 4-16,23 5 1 0,-9-2-3 0,-4 1 1 16,0 1 3-16,3-1-3 0,-13-4 3 0,19 6-1 15,-9-3 3-15,-10-3-2 0,23 2 2 0,-9-3-4 16,3-3 3-16,0-1 3 0,-6 1-6 0,1-2 3 16,2-2-1-16,-5 2 0 0,1-3 2 0,-1-1-3 15,-3 2 3-15,-1-3-5 0,-5 11 4 0,10-16-2 16,-7 4-1-16,-3 12-2 0,4-19 0 0,-4 19 0 15,1-13 2-15,-1 13-6 0,0-12 2 0,0 12 2 16,0 0-4-16,0 0-2 0,0 0 3 0,0 0-3 16,0 0-1-16,0 0 1 0,0 0-1 0,-16 31 3 15,12-15 0-15,-1 2 2 0,1 1 1 0,1-1-1 16,-1 1-13-16,-6 6-34 0,6-8-39 0,3 1-39 16,-1-1-62-16,-2-1-59 0,4-16-140 0,-4 23-421 15,0-11 186-15</inkml:trace>
  <inkml:trace contextRef="#ctx0" brushRef="#br0" timeOffset="185565.02">2322 14755 1583 0,'-3'-16'-15'0,"2"4"27"16,1 12-28-16,-1-16 11 0,1 16-3 0,0 0 5 15,0 0-10-15,0 0 12 0,17-2-6 0,-17 2-25 16,18 16-7-16,-4-6-41 0,-2 5-33 0,1 2-98 16,-3-1-228-16,3 0 101 0</inkml:trace>
  <inkml:trace contextRef="#ctx0" brushRef="#br0" timeOffset="185843.66">2638 15054 208 0,'0'0'200'0,"0"0"-20"0,0 0-10 15,0 0-8-15,0 0-7 0,0 0-10 16,-1-20-10-16,1 20-15 0,0 0-10 0,14-18-9 16,-6 11-8-16,0-3-12 0,1 2-2 0,1-6-5 15,1 6-9-15,-3-2-6 0,6-2-5 0,-4 3-6 16,-1 1-5-16,0 1-4 0,3 2-4 0,-3 4-7 15,-9 1-2-15,18 0-3 0,-7 3-4 0,-2 3-2 16,0 3 1-16,2 4-1 0,-4-2-4 0,-1 3 0 16,1 3 1-16,-2-3-13 0,-3 3-34 0,1-2-36 15,-2 2-52-15,-1-6-50 0,1 2-30 0,-1-2-124 16,0-11-353-16,0 0 156 0</inkml:trace>
  <inkml:trace contextRef="#ctx0" brushRef="#br0" timeOffset="186365.4">3068 14911 57 0,'0'0'202'0,"-13"-6"-8"16,13 6-9-16,-14 0-10 0,14 0-14 0,-22 8-13 16,12-1-10-16,0 2-15 0,4 0-9 0,-3 3-7 15,3 0-10-15,1-2-8 0,0 1-15 0,4-1-2 16,0 1-7-16,1-11-8 0,1 15-1 15,-1-15-10-15,6 15-1 0,-1-11-4 0,-5-4 0 16,12 9-6-16,-4-8-3 0,-8-1-2 0,0 0-1 16,20-4-3-16,-20 4-8 0,18-9 4 0,-12 6 0 15,1 0 4-15,-7 3 1 0,10-16-1 0,-4 11-5 16,-6 5-2-16,8-11-1 0,-7 4 2 0,-1 7-4 0,4-11 1 16,-4 11-1-16,3-10 3 0,-3 10-2 15,0 0-1-15,2-9-3 0,-2 9-7 0,0 0-1 16,0 0 2-16,0 0-4 0,0 0 3 0,4 26 2 15,-5-7 3-15,-2 6-2 0,1 3 1 0,-2 4-2 16,1 15 13-16,5-2 2 0,-2 1 7 0,1 2-4 16,3-2-5-16,0-10 0 0,1 13 1 0,-3-2-4 15,3-2 1-15,-1-10-7 0,0-3 4 0,0-1-4 16,-5-1 1-16,1-1-3 0,-2-4 1 0,-3 0 0 16,1-5 2-16,-2-2-6 0,-2-3 9 0,2-4-5 15,-2 0 1-15,-3-4-1 0,1-1 0 0,-3-1 2 16,-1-4-2-16,-3-2 0 0,3-1-1 0,-3-5-1 15,1-2-3-15,-1-2 0 0,2-8 1 0,-2-4-4 16,6 1 3-16,3-4-4 0,4-1 4 0,5-3-2 16,3-2-5-16,5-1-4 0,10-13-5 0,3 4-4 15,6 1-10-15,4 3-13 0,3-1-12 0,-8 13-20 16,13-5-19-16,-1 1-29 0,-7 9-37 0,0 1-53 16,-2-1-216-16,-1 1-456 0,-1 0 202 0</inkml:trace>
  <inkml:trace contextRef="#ctx0" brushRef="#br0" timeOffset="186512.93">3593 15128 165 0,'0'0'189'0,"0"10"-20"0,0-10-15 0,0 0-15 16,0 0-18-16,3 14-5 0,-3-14-39 0,0 0-42 15,0 0-63-15,4 10-49 0,-4-10-100 0,0 0-192 16,0 0 85-16</inkml:trace>
  <inkml:trace contextRef="#ctx0" brushRef="#br0" timeOffset="187403.89">400 15929 154 0,'0'0'136'16,"0"0"-4"-16,0 0 2 0,0 0-8 0,0 0-2 15,0 0-4-15,0 0-14 0,0 0-6 0,-18 79-5 16,18-79-13-16,-4 46-4 0,1-17-12 0,3-29-5 16,-2 39-3-16,2-39-9 0,-2 36-4 15,2-36 5-15,2 38-18 0,-2-38-7 0,0 34-28 16,0-34-41-16,0 0-41 0,2 37-37 0,-2-37-132 0,0 0-274 15,0 0 122-15</inkml:trace>
  <inkml:trace contextRef="#ctx0" brushRef="#br0" timeOffset="187585.04">290 15702 92 0,'0'0'140'0,"0"0"-18"16,0 0-20-16,0 0-38 0,0 0-38 0,0 0-45 15,0 0-70-15,0 0-94 0,0 0 42 0</inkml:trace>
  <inkml:trace contextRef="#ctx0" brushRef="#br0" timeOffset="187828.17">470 15954 108 0,'0'0'136'15,"0"0"-9"-15,0 0-6 0,12 52 3 0,-12-52-8 16,6 24-1-16,-6-24-11 0,0 0-11 0,7 40-3 16,-7-40-8-16,0 0-10 0,8 29-6 0,-8-29-3 15,0 0-5-15,0 0-7 0,10 23-3 0,-10-23 0 16,0 0 0-16,0 0 10 0,0 0-11 15,0 0 2-15,0 0-7 0,0 0-1 0,0 0-3 16,0 0-7-16,0 0 0 0,0 0-13 0,0 0-33 16,0 0-35-16,65-39-30 0,-65 39-63 0,22-26-147 15,-22 26-314-15,22-29 139 0</inkml:trace>
  <inkml:trace contextRef="#ctx0" brushRef="#br0" timeOffset="188010.92">752 15789 73 0,'0'0'121'0,"0"0"1"16,0 0-5-16,28 69 1 0,-28-69-2 15,7 37-10-15,-7-37-13 0,5 50-7 0,-4-25-8 16,-1-25-4-16,3 43-7 0,-1-12-7 0,-2-31 0 16,-4 56-14-16,-1-31-20 0,5-25-22 0,-12 50-48 15,4-35-35-15,8-15-41 0,-21 32-68 0,21-32-202 16,-29 25 89-16</inkml:trace>
  <inkml:trace contextRef="#ctx0" brushRef="#br0" timeOffset="188240.12">221 16026 1485 0,'0'0'38'0,"0"0"-56"0,0 0 4 15,0 0 2-15,0 0-4 0,0 0 15 0,0 0-1 16,-51 49 5-16,47-21 3 0,0 4 3 0,4-32-4 16,-4 62 8-16,4-29 5 0,0-1-1 0,0-32-3 15,14 58 7-15,-8-30-10 0,5-3 5 0,-2-1-6 16,-9-24-25-16,29 33-11 0,-15-20-37 0,-14-13-45 16,36 16-125-16,-36-16-250 0,36 0 111 0</inkml:trace>
  <inkml:trace contextRef="#ctx0" brushRef="#br0" timeOffset="188431.07">421 15661 22 0,'0'0'214'0,"0"0"-20"0,0 0-26 15,0 0-37-15,0 0-41 0,0 0-61 0,0 0-49 16,0 0-48-16,0 0-59 0,0 0-137 0,0 0 60 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10:05:15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1121 598 11 0,'0'0'70'0,"0"0"1"16,0 0-4-16,0 0-3 0,0 0 13 15,0 0 0-15,0 0-8 0,0 0-8 0,0 0-11 16,0 0 9-16,0 0-6 0,0 0 1 0,0 0 3 16,-16-40-2-16,16 40 1 0,0 0 2 0,0 0-20 15,0 0 1-15,0 0 5 0,0 0-2 0,0 0 2 16,-20-21-14-16,20 21 2 0,0 0-4 0,0 0-5 15,0 0-12-15,0 0 10 0,-36-7-3 0,36 7-8 0,0 0-3 16,0 0 3-16,0 0-2 0,-53 19-3 16,53-19-8-16,-30 22 10 0,30-22-7 0,-31 26 4 15,13-8 9-15,18-18-6 0,-29 28 2 0,15-11-8 16,1 4 11-16,4-7-8 0,-1 1 4 0,2 3-1 16,4-7 4-16,-1 2-6 0,5-13-2 0,-4 24 14 15,2-12-7-15,2-12-4 0,0 0-3 0,0 0-5 16,0 0 13-16,12 57-10 0,-12-57 3 0,14 18-4 15,-14-18 11-15,22 18-2 0,-22-18 0 0,34 13-2 16,-34-13-9-16,39 8-33 0,-39-8-4 0,44 4-31 16,-44-4-17-16,47-1-34 0,-47 1-86 15,41-5-223-15,-41 5 98 0</inkml:trace>
  <inkml:trace contextRef="#ctx0" brushRef="#br0" timeOffset="441.03">1200 704 14 0,'0'0'92'0,"0"0"-7"0,0 0-11 16,0 0-3-16,0 0 2 0,0 0-8 0,0 0 1 16,0 0-21-16,0 0 19 0,0 0-13 0,0 0-6 15,0 0 1-15,5 97 0 0,-5-97-26 0,0 0 19 16,0 33 3-16,0-33-10 0,0 0-3 0,0 0 11 15,0 0 5-15,0 0 10 0,0 0 6 0,0 0 1 16,0 0 16-16,-3 36-10 0,3-36-5 0,0 0-8 16,0 0-5-16,0 0-8 0,0 0-2 0,0 0-17 15,0 0 7-15,0 0-4 0,0 0 1 0,0 0-7 16,0 0 0-16,0 0-5 0,-13-109-3 0,13 109-2 16,0 0-4-16,7-52 2 0,-7 52-5 0,10-38 3 15,-10 38-5-15,15-33 3 0,-15 33-4 0,15-25 1 16,-15 25-2-16,14-19-3 0,-14 19 0 0,0 0-5 15,0 0 6-15,26-14 0 0,-26 14-1 16,0 0-4-16,0 0 6 0,0 0 4 0,0 0-5 16,54 37 4-16,-54-37-10 0,19 28 7 0,-19-28 7 15,15 30-3-15,-15-30 0 0,13 28-4 0,-13-28 10 16,13 30-7-16,-13-30 4 0,9 25-3 0,-9-25 1 16,0 0 2-16,10 35 1 0,-10-35-12 0,0 0-13 15,4 35-25-15,-4-35-37 0,0 0-47 0,0 0-136 16,-14 44-285-16,14-44 126 0</inkml:trace>
  <inkml:trace contextRef="#ctx0" brushRef="#br0" timeOffset="618.52">1233 801 72 0,'0'0'99'0,"50"-21"-2"0,-50 21-24 16,34-13-17-16,-34 13-24 0,44-18-27 0,-19 8-15 0,-25 10-30 16,48-15-24-16,-28 7-70 0,-20 8 31 15</inkml:trace>
  <inkml:trace contextRef="#ctx0" brushRef="#br0" timeOffset="794.72">1566 585 43 0,'0'0'134'0,"0"0"-20"16,0 0-14-16,0 0-7 0,0 0-9 0,0 0-11 16,0 0-8-16,0 0-4 0,32-30-6 15,-32 30-3-15,36-8-16 0,-36 8 4 0,37-9-11 0,-37 9-17 16,36-4-17-16,-36 4-26 0,0 0-21 0,35-4-15 16,-35 4-12-16,0 0-48 0,0 0-136 0,0 0 60 15</inkml:trace>
  <inkml:trace contextRef="#ctx0" brushRef="#br0" timeOffset="976.49">1766 526 63 0,'0'0'22'0,"0"0"15"0,0 0 4 16,0 0 9-16,0 0 7 0,0 0 3 0,0 0-1 16,0 0 1-16,0 0-5 0,0 0-2 0,0 0-7 15,0 0-8-15,0 0 1 0,0 0 1 0,0 0 15 16,0 0 3-16,0 0-6 0,0 0-3 0,0 0 10 16,-74 38-13-16,74-38-1 0,0 0 8 0,3 43-1 15,-3-43-4-15,0 0 2 0,-3 42-7 0,3-42-8 16,0 38-1-16,0-38-5 0,0 34-4 0,0-34-11 15,0 0-30-15,-2 44-25 0,2-44-33 0,0 0-37 16,-4 34-94-16,4-34-220 0,0 0 97 16</inkml:trace>
  <inkml:trace contextRef="#ctx0" brushRef="#br0" timeOffset="1361.34">1825 573 48 0,'0'0'164'0,"0"0"-24"15,0 0-17-15,0 0-9 0,0 0-18 0,0 0-4 16,0 0-8-16,0 0-12 0,0 0-10 16,0 0-4-16,0 0-5 0,0 0 2 0,0 0-7 15,0 0-10-15,29 70 1 0,-29-70-6 0,11 33-9 16,-11-33 6-16,7 26 6 0,-7-26-7 0,0 0-13 15,13 30 2-15,-13-30 4 0,0 0-3 0,0 0-9 16,12 24 9-16,-12-24-15 0,0 0 26 0,0 0-5 16,0 0 17-16,0 0 10 0,0 0 5 0,0 0 1 15,0 0-7-15,0 0-8 0,0 0-5 0,0 0-2 16,0 0-1-16,0 0-7 0,0 0-4 0,0 0 0 16,42-54-3-16,-42 54 3 0,15-24-7 0,-15 24-2 15,0 0-3-15,15-41 1 0,-15 41-3 0,10-27-5 16,-10 27-2-16,12-27-22 0,-12 27-1 0,0 0-13 15,13-28-22-15,-13 28-23 0,0 0-22 16,0 0-30-16,0 0-8 0,0 0-3 0,0 0-109 16,0 0-269-16,0 0 119 0</inkml:trace>
  <inkml:trace contextRef="#ctx0" brushRef="#br0" timeOffset="5440.99">2249 612 25 0,'0'0'72'15,"0"0"-6"-15,0 0 0 0,0 0 3 0,0 0-11 16,0 0 6-16,0 0-10 0,0 0 0 0,0 0 2 16,0 0-1-16,0 0 10 0,0 0-13 0,0 0-9 15,0 0 4-15,0 0-10 0,0 0 1 0,0 0-18 16,0 0 24-16,0 0-5 0,0 0 0 0,0 0-10 16,0 0 2-16,0 0-6 0,0 0-2 0,0 0-7 15,0 0 6-15,0 0-9 0,0 0 6 0,0 0-19 16,0 0 14-16,0 0-17 0,0 0 14 15,0 0-2-15,0 0 1 0,75-23 2 0,-75 23 1 16,0 0-7-16,38-10 2 0,-38 10-2 0,0 0-4 16,31-6 4-16,-31 6 1 0,0 0-4 0,0 0-3 15,0 0 6-15,0 0 1 0,31-7-2 0,-31 7-8 16,0 0 9-16,0 0-8 0,0 0-3 0,0 0 14 16,0 0-11-16,0 0-2 0,0 0-18 0,0 0-7 15,0 0-15-15,0 0-30 0,0 0-27 0,0 0-81 16,0 0-198-16,0 0 88 0</inkml:trace>
  <inkml:trace contextRef="#ctx0" brushRef="#br0" timeOffset="6089.39">2425 394 67 0,'0'0'99'0,"0"0"2"0,0 0-7 0,0 0-3 16,0 0-19-16,0 0-6 0,0 0-16 0,0 0 0 16,0 0-2-16,0 0-4 0,0 0-24 0,0 0 17 15,0 0-1-15,0 0-2 0,0 0-5 0,0 0 10 16,0 0-24-16,77-2 19 0,-77 2-3 0,0 0-15 15,0 0 0-15,44 2 1 0,-44-2-3 0,0 0 8 16,0 0-8-16,0 0-2 0,0 0 2 0,39-2-1 16,-39 2 2-16,0 0-7 0,0 0-2 0,0 0 10 15,0 0-11-15,0 0-4 0,0 0 3 0,0 0-1 16,0 0 5-16,0 0 1 0,0 0-12 0,37 4 7 16,-37-4-4-16,0 0 7 0,0 0-5 0,0 0 1 15,0 0-1-15,0 0 2 0,0 0-1 0,0 0 5 16,0 0 1-16,0 0-19 0,0 0 14 0,0 0 5 15,0 0 2-15,0 0-5 0,0 0 2 16,0 0-11-16,0 0 9 0,0 0 6 0,0 0-2 16,0 0-1-16,0 0 1 0,0 0-6 0,0 0-7 15,0 0 12-15,0 0-1 0,0 0-5 0,0 0-2 16,0 0-1-16,0 0-1 0,0 0 6 0,0 0 3 16,0 0-4-16,0 0 2 0,0 0 8 0,6 29-3 15,-6-29-1-15,0 0 9 0,0 0 0 0,0 37-6 16,0-37 5-16,0 0 7 0,0 37 5 0,0-37-3 15,0 0-5-15,-1 44 5 0,1-44-4 0,0 0-3 16,0 37 8-16,0-37-5 0,0 0-1 0,0 0 0 16,-1 43-4-16,1-43 1 0,0 0 2 15,0 0-9-15,-1 33-1 0,1-33 0 0,0 0-1 16,0 0-4-16,0 0 3 0,0 0 1 0,0 0-2 16,0 0-2-16,1 35-1 0,-1-35 0 0,0 0-17 15,0 0-6-15,0 0-13 0,0 0-10 0,0 0-12 16,0 0-7-16,0 0-20 0,0 0-6 0,0 0-26 15,0 0-21-15,0 0-88 0,0 0-239 0,0 0 106 16</inkml:trace>
  <inkml:trace contextRef="#ctx0" brushRef="#br0" timeOffset="6266.22">2559 573 30 0,'0'0'91'0,"0"0"-18"15,0 0-3-15,0 0-11 0,0 0-3 0,0 0 5 16,0 0-11-16,0 0-9 0,0 0-1 0,0 0-15 16,0 0 3-16,0 0-10 0,0 0-14 0,64-21-15 15,-64 21-16-15,37-5-21 0,-37 5-46 0,39-6-101 16,-39 6 45-16</inkml:trace>
  <inkml:trace contextRef="#ctx0" brushRef="#br0" timeOffset="6596.85">2867 394 29 0,'0'0'106'15,"0"0"-21"-15,0 0-7 0,0 0-5 0,0 0-12 16,0 0-9-16,0 0 1 0,0 0 0 0,0 0 10 16,0 0-2-16,0 0-13 0,0 0-11 0,0 0 7 15,0 0 1-15,0 0-7 0,0 0-10 0,0 0 4 16,0 0-1-16,0 0-3 0,0 0-9 0,0 0 1 15,0 0-8-15,0 0 6 0,14 93-1 0,-14-93-8 16,0 0 10-16,17 18-9 0,-17-18-3 0,0 0-1 16,22 18 3-16,-22-18-3 0,0 0-4 15,20 18 3-15,-20-18 1 0,0 0 0 0,0 0-5 16,19 20 3-16,-19-20-2 0,0 0 6 0,0 0-5 16,0 0 7-16,0 0 8 0,12 27 1 0,-12-27 2 15,0 0-3-15,0 0-3 0,0 0 4 0,0 0-7 16,0 0 7-16,0 0-14 0,0 0-7 0,-37 38-24 15,37-38-24-15,0 0-21 0,-30 11-30 0,30-11-89 16,0 0-207-16,-33 4 92 0</inkml:trace>
  <inkml:trace contextRef="#ctx0" brushRef="#br0" timeOffset="6761.76">2904 424 21 0,'0'0'58'0,"0"0"-21"15,45-8-29-15,-45 8-29 0,0 0-23 0,0 0 10 16</inkml:trace>
  <inkml:trace contextRef="#ctx0" brushRef="#br0" timeOffset="7276.2">3073 571 75 0,'0'0'96'0,"0"0"-8"16,0 0-21-16,0 0 23 0,21 36-18 0,-21-36-4 15,0 0-5-15,0 0 10 0,0 0-17 0,26 9-2 16,-26-9-13-16,0 0 6 0,0 0-5 0,0 0-5 16,0 0-4-16,0 0 6 0,0 0 4 0,53-8-5 15,-53 8 3-15,0 0-8 0,0 0 7 0,29-21-4 16,-29 21 8-16,0 0-12 0,0 0 3 0,17-26 3 16,-17 26-4-16,0 0-6 0,0 0-5 0,2-40-3 15,-2 40-2-15,0 0-2 0,0 0-6 0,-10-40 10 16,10 40-8-16,0 0 2 0,0 0-7 0,-6-39 0 15,6 39-4-15,0 0 6 0,0 0-4 0,0 0 5 16,0 0-6-16,0 0 6 0,1-39-5 0,-1 39-7 16,0 0-1-16,0 0-8 0,0 0 12 0,28-16 2 15,-28 16-3-15,0 0-4 0,0 0 5 0,42 0-2 16,-42 0-4-16,0 0 6 0,0 0-2 16,0 0-2-16,48 18 1 0,-48-18-1 0,0 0 3 0,22 19-3 15,-22-19 3-15,0 0 4 0,13 29 0 16,-13-29-1-16,0 0 1 0,0 0-8 0,2 35 1 15,-2-35 4-15,0 0 1 0,0 0-1 0,0 0-1 16,2 32 1-16,-2-32 4 0,0 0 0 0,0 0-2 16,0 0-4-16,8 35 3 0,-8-35 2 0,0 0-12 15,19 16-9-15,-19-16-20 0,0 0-14 0,33 10-42 16,-33-10-22-16,36 3-111 0,-36-3-244 0,0 0 107 16</inkml:trace>
  <inkml:trace contextRef="#ctx0" brushRef="#br0" timeOffset="7607.42">3962 517 1 0,'0'0'91'0,"0"0"-34"0,0 0-29 16,0 0-26-16,0 0-33 0,0 0-31 16,0 0 14-16</inkml:trace>
  <inkml:trace contextRef="#ctx0" brushRef="#br0" timeOffset="14809.38">1252 1561 8 0,'0'0'56'15,"0"0"3"-15,-8-8 0 0,8 8 13 0,0 0 0 0,-6-5 10 16,6 5-3-16,0 0 0 0,-5-10 2 0,5 10-9 16,0 0-5-16,0 0-6 0,-2-12-7 15,2 12-9-15,0 0-4 0,0 0-5 0,3-16-3 16,-3 16-3-16,4-8-18 0,-4 8 12 0,5-8-6 15,-5 8-5-15,9-6 2 0,-9 6-1 0,11-5-8 16,-11 5-6-16,13-2 6 0,-13 2 9 0,14 0-8 16,-14 0-13-16,11 7 16 0,-1-1-9 0,-4 0-3 15,1 2-5-15,-3 1 4 0,2 7 4 0,-4-3-9 16,0-1 2-16,-2 3 11 0,-2 1 1 0,0 0-14 16,-4 0 4-16,0-4 8 0,-3 4 4 0,-1-3-6 15,2 3-3-15,1-6 9 0,-5 2-5 0,3-2 0 16,0-3-1-16,-1-1 4 0,0 1 2 0,2-2-10 15,0-3-3-15,8-2 12 0,-13 6-1 16,9-2-6-16,-1 0-2 0,5-4 0 0,-6 4 4 16,6-4-6-16,0 0-4 0,0 0 6 0,-7 3-6 15,7-3 4-15,0 0 2 0,0 0-1 0,0 0 12 16,0 0-10-16,0 0-8 0,33 4 11 0,-23-2-2 16,-2-1-9-16,4 1 7 0,-2 2 10 0,-3-1-10 15,5 1-8-15,-3 2 2 0,-2-1-10 0,1 0 7 16,1-1 2-16,-4 4 1 0,2-1-8 0,-5 1 9 15,-2-8 3-15,4 17-6 0,-4-11 7 0,0-6 0 16,0 0-3-16,-6 21-1 0,-1-15 6 0,-3 1-4 16,-2 0-1-16,-4-1 7 0,-2 1-2 0,-1-2-4 15,0-1 6-15,-2 0-5 0,1-2 3 0,3-2 2 16,2 0-4-16,-2 0-1 0,3-2 8 0,14 2-1 16,-17-2-11-16,10 0-10 0,2 0-5 0,5 2-23 15,-9-3-39-15,9 3-64 0,0 0-159 0,0 0 71 16</inkml:trace>
  <inkml:trace contextRef="#ctx0" brushRef="#br0" timeOffset="15614.62">1571 1594 42 0,'-39'16'53'0,"30"-7"-10"0,4 0 0 16,-1 2 1-16,0-1 3 0,1 0-2 0,-1 4-9 16,2-4-1-16,1 2-4 0,3-12-2 0,-3 22 2 15,1-11 1-15,2-11-1 0,0 21-2 0,0-21-8 16,2 18 7-16,1-10-5 0,-3-8 5 0,9 14-6 15,-9-14-3-15,8 9 3 0,-8-9-2 0,16 8-1 16,-5-6-7-16,-11-2-1 0,24 3 6 0,-14-1-1 16,-10-2 5-16,26-5-21 0,-16 2 14 0,-10 3-6 15,22-8 2-15,-11 3 1 0,-2 1-2 0,-9 4 2 16,12-10-4-16,-6 3-4 0,-6 7 0 0,9-18 0 16,-6 11 5-16,-3 7-4 0,5-18 6 15,-5 18-17-15,0-19 8 0,0 19-3 0,-3-20 8 16,3 20-13-16,-5-19 5 0,-1 11-6 0,6 8 7 15,-9-16-6-15,2 9-1 0,-4-2 26 0,0 2-21 16,3-1-2-16,-5 2 1 0,3 0 3 0,-9 2-3 16,8 1 9-16,11 3-10 0,-20-7-1 0,20 7 10 15,-13-4-2-15,13 4 4 0,0 0-14 0,-14-4 5 16,14 4-6-16,0 0 5 0,0 0-1 0,0 0-2 16,0 0 4-16,0 0-4 0,35-11 16 0,-16 7-13 15,4 0 3-15,6-2 1 0,-2 3-4 0,0-1 4 16,-8 1 1-16,0 0-1 0,2 2-8 0,-7 1 9 15,-14 0 1-15,25 0-3 0,-13 1-9 16,-12-1 9-16,18 3 3 0,-18-3-5 0,13 5-2 16,-13-5 8-16,11 9-5 0,-11-9-4 0,5 14-1 15,-3-4 9-15,-2-10-5 0,-2 21 5 0,0-9-4 16,2-12 7-16,-7 25-10 0,6-14 9 0,-5 5 2 16,3-4-5-16,-1 0 4 0,0 0-3 0,2 0-1 15,-1-3 5-15,2 2-6 0,1-11 3 0,0 18-8 16,0-18 7-16,1 12-4 0,2-5 7 0,-3-7 11 15,6 10-13-15,-6-10 0 0,7 7 1 0,-7-7 4 16,10 5 0-16,-10-5-4 0,12 1 6 0,-12-1-4 16,15-3 8-16,-15 3-6 0,13-9 0 15,-13 9-5-15,15-14 10 0,-8 7-3 0,0-4 5 16,-1 0-7-16,-2 0 1 0,1-1 1 0,-4-1-11 16,-1 13 16-16,3-27-5 0,-3 17 0 0,0 10 4 15,-8-23-10-15,4 11 0 0,-1 1 19 0,-1 1-19 16,-2 0-2-16,3 1 2 0,5 9 1 0,-13-14-4 15,6 9-8-15,7 5-5 0,-9-7-16 0,9 7-11 16,0 0-11-16,-11-6-10 0,11 6-7 0,0 0-10 16,0 0-55-16,0 0-141 0,0 0 64 0</inkml:trace>
  <inkml:trace contextRef="#ctx0" brushRef="#br0" timeOffset="15959.34">2122 1575 67 0,'-11'36'73'0,"11"-36"-5"0,0 0-7 0,-4 19 3 16,4-19-3-16,5 16 3 0,-1-7-13 0,-4-9-6 15,8 14 5-15,-8-14-7 0,11 12 5 0,-5-8-18 16,-6-4 11-16,18 8-7 0,-18-8 4 0,21 2-6 15,-21-2-10-15,15-2 12 0,-15 2-5 0,19-4 4 16,-19 4-3-16,16-10 3 0,-10 5 0 0,-6 5-13 16,12-18 5-16,-9 7-8 0,1 0 16 0,0-4-21 15,-3-2 5-15,-2 0 5 0,1 17-2 0,-2-24-11 16,-1 9 8-16,-2 3-5 0,2 2-2 0,3 10-2 16,-8-19 2-16,5 12-2 0,3 7-9 15,-10-11 6-15,10 11-16 0,-12-6-16 0,12 6-14 16,0 0-15-16,-19 3-7 0,19-3-20 0,-16 13-17 15,11-5-59-15,-3 0-170 0,2 4 75 0</inkml:trace>
  <inkml:trace contextRef="#ctx0" brushRef="#br0" timeOffset="16338.76">2364 1365 71 0,'0'0'84'0,"0"0"-5"16,0 0-13-16,0 0 8 0,0 0 3 0,20 23-9 15,-13-8 0-15,-1 10-6 0,-3 0-7 0,-2-6-2 16,1 6-2-16,1-5 0 0,-3-1-13 0,1-3 0 16,-1 1-5-16,0-2 3 0,0-15-10 0,-1 18 1 15,1-18 0-15,1 13-2 0,-1-13 3 0,0 0 5 16,0 13 2-16,0-13 14 0,0 0 0 0,0 0-7 15,0 0-5-15,0 0 6 0,0 0-11 0,0 0 2 16,0 0-11-16,0 0-7 0,0 0 5 0,0 0-5 16,17-37 1-16,-10 27-1 0,3 0-4 0,2-2-2 15,-3 4 3-15,2 0-4 0,-1 2 1 16,0 1-10-16,-10 5-1 0,13-6 4 0,-13 6 1 16,14-1 0-16,-14 1-7 0,0 0-8 0,16 11 20 15,-16-11-11-15,13 13 2 0,-8-1 1 0,-1 0-13 16,-1 4-23-16,-1 0-8 0,-2 2-19 0,-1-1-23 15,-2-1-27-15,2 1-107 0,-1-2-236 0,-2 0 105 16</inkml:trace>
  <inkml:trace contextRef="#ctx0" brushRef="#br0" timeOffset="17078.07">2649 1611 1 0,'5'10'87'0,"-5"-10"-9"0,3 12 3 0,-3-12-7 15,0 0-10-15,3 10-2 0,-3-10 2 0,0 0 19 16,0 0 0-16,5 12 8 0,-5-12 12 0,0 0-3 16,0 0-4-16,0 0-10 0,0 0-6 0,0 0-9 15,0 0-10-15,0 0 1 0,0 0-6 0,0 0-7 16,-16-42-4-16,15 33 0 0,1 9-8 0,0-26-14 15,1 10 4-15,4 0 3 0,-1 0-10 0,1 1-1 16,0 5 2-16,0-1-10 0,-5 11-3 0,13-16 6 16,-3 9-8-16,-4 1-4 0,-6 6 2 0,17-6-1 15,-17 6-1-15,19 3-2 0,-19-3 3 0,21 9-6 16,-12 1 1-16,0 0-1 0,2 2 6 16,-2 2-1-16,-3-2-6 0,1-3 5 0,-2 2-2 15,0-1 3-15,-5-10 0 0,8 14-2 0,-8-14 4 16,6 12-4-16,-6-12 7 0,4 9 1 0,-4-9 4 15,0 0-3-15,0 0-6 0,0 0 4 0,5 9 3 16,-5-9 1-16,0 0-6 0,0 0-1 0,0 0 5 16,0 0-7-16,0 0-1 0,0 0-1 0,0 0 7 15,0 0-4-15,0 0-6 0,-5-44-2 0,5 44-1 16,3-13 9-16,-3 13-6 0,3-16-12 0,-3 16-12 16,10-20 5-16,0 7 4 0,-1 4-2 0,-1 0-1 15,1 2-2-15,-1 1 5 0,1-1 6 0,-9 7-3 16,14-7-4-16,-14 7 1 0,13-4 4 15,-13 4 3-15,0 0 2 0,0 0-5 0,23 7 3 16,-23-7 8-16,11 7-10 0,-11-7 11 0,13 8 3 16,-13-8-11-16,10 5 6 0,-3 1 2 0,-7-6 0 15,12 4 3-15,-12-4 0 0,15 6 0 0,-15-6 1 16,19 0 0-16,-19 0-3 0,21-8 0 0,-9 6 6 16,-2-5-6-16,2-1 5 0,-12 8-1 0,19-14 1 15,-10 7 2-15,-3 0-3 0,-6 7 1 0,9-14-4 16,-9 14 6-16,7-12-5 0,-7 12-4 0,3-14 2 15,-3 14 2-15,3-13-3 0,-3 13 3 0,0 0-2 16,4-11-5-16,-4 11-3 0,0 0 3 0,0 0-2 16,0 0-3-16,0 0 6 0,0 0 4 0,0 0-5 15,0 0 10-15,0 0-7 0,-18 43-1 0,15-27-5 16,-2 0 8-16,4 1 2 0,-2-4-4 0,3 4 1 16,-2-2 3-16,-2 3 7 0,3-8-13 0,-2 9-5 15,2-2-22-15,-3 0-18 0,1-4-9 0,-3 3-20 16,-2-2-23-16,1-3-15 0,-2 5-73 0,-4 0-205 15,-4-5 91-15</inkml:trace>
  <inkml:trace contextRef="#ctx0" brushRef="#br0" timeOffset="17750.34">160 1666 22 0,'0'0'78'0,"0"0"-4"16,0 0 0-16,0 0-4 0,0 0-5 0,0 0-6 15,0 0-12-15,0 0 4 0,0 0-6 0,0 0-1 16,0 0 1-16,0 0-17 0,0 0 4 0,0 0-7 15,67-43 2-15,-67 43 0 0,41-10-7 0,-19 4-6 16,-22 6-28-16,39-5-9 0,-39 5-5 0,33-5-22 16,-33 5-15-16,0 0 3 0,38-3-40 0,-38 3-109 15,0 0 50-15</inkml:trace>
  <inkml:trace contextRef="#ctx0" brushRef="#br0" timeOffset="17950.86">378 1561 5 0,'0'0'47'0,"0"0"16"0,0 0-15 16,-41-17 0-16,41 17 0 0,0 0-9 0,0 0-1 16,0 0-6-16,0 0-5 0,0 0 8 0,0 0-3 15,0 0 9-15,-26 43-1 0,26-43 11 0,-1 45 2 16,-3-18-10-16,4-27-3 0,-4 61 1 16,4-30 1-16,-2-1-6 0,2-30-4 0,0 55-10 15,2-30 4-15,-2-25-2 0,2 40-13 0,-2-40-24 16,2 33-32-16,-2-33-28 0,0 0-67 0,5 36-149 15,-5-36 66-15</inkml:trace>
  <inkml:trace contextRef="#ctx0" brushRef="#br0" timeOffset="18339.29">411 1666 57 0,'0'0'95'0,"0"0"11"0,0 0-12 0,0 0 6 16,0 0 0-16,0 0-5 0,41 51-10 0,-41-51-9 15,18 35-4-15,-18-35-2 0,18 36-22 0,-11-18 3 16,-7-18 0-16,16 30-3 0,-16-30-3 0,11 25-5 16,-11-25-6-16,0 0-4 0,13 26-5 0,-13-26 1 15,0 0-9-15,0 0 6 0,16 22-1 0,-16-22-1 16,0 0-3-16,0 0-6 0,0 0 12 0,0 0 9 15,0 0 8-15,0 0 7 0,0 0-8 0,0 0-5 16,0 0-4-16,0 0-2 0,0 0-6 0,0 0 0 16,0 0-7-16,0 0 2 0,25-67-3 15,-25 67-6-15,4-45 7 0,-4 45-2 0,5-37-2 16,-5 37-3-16,8-37-3 0,-8 37-3 0,7-44 6 16,-7 44-1-16,7-23-6 0,-7 23 0 0,0 0-4 15,0 0-12-15,7-30-15 0,-7 30-25 0,0 0-21 16,0 0-25-16,0 0-16 0,0 0 6 0,0 0-7 15,0 0-5-15,0 0-76 0,0 0-215 0,0 0 95 16</inkml:trace>
  <inkml:trace contextRef="#ctx0" brushRef="#br0" timeOffset="18500.55">710 1662 3 0,'0'0'79'0,"0"0"-10"0,0 0-17 0,0 0 7 16,0 0-12-16,0 0-6 0,0 0-14 0,0 0-10 16,0 0-15-16,0 0-19 0,0 0-47 0,0 0-68 15,21 43 30-15</inkml:trace>
  <inkml:trace contextRef="#ctx0" brushRef="#br0" timeOffset="51651.05">425 4364 17 0,'0'0'43'0,"0"0"-5"0,0 0-11 15,0 0 23-15,0 0-1 0,0 0-4 0,0 0-1 16,0 0-4-16,0 0-5 0,0 0 5 0,0 0-5 16,0 0-9-16,-58-7 5 0,58 7 3 0,0 0-3 15,0 0 4-15,0 0-8 0,0 0 4 0,0 0 3 16,0 0 6-16,-40 0-1 0,40 0 3 0,0 0-5 16,0 0-3-16,0 0-1 0,0 0-9 0,0 0 3 15,0 0-8-15,0 0 7 0,-41-4 3 0,41 4-1 16,0 0-4-16,0 0-6 0,0 0 2 0,0 0-10 15,0 0 1-15,0 0-4 0,0 0 1 0,0 0-6 16,0 0 5-16,0 0-2 0,0 0 0 0,0 0 4 16,0 0-1-16,0 0 4 0,0 0-2 0,0 0 2 15,0 0-3-15,0 0-18 0,0 0 17 0,135 6-4 16,-102-6 7-16,-33 0-6 0,66-2 1 16,-33 0-6-16,-33 2 3 0,63-2 2 0,-32 1-2 15,-31 1 14-15,59 0-17 0,-37 0 3 0,0 0 0 16,-1 0 6-16,1 0-9 0,-4 0-1 0,2 1 5 15,-1 1-4-15,-6-2 5 0,3 1-9 0,-3-1 3 0,-2 0 3 16,-1 1 3-16,-10-1-6 0,20 2 4 0,-20-2-6 16,15 0 3-16,-15 0-7 0,13 0 13 0,-13 0-6 15,10 0 3-15,-10 0-2 0,0 0 5 16,0 0-2-16,13 1 7 0,-13-1-3 0,0 0 8 16,0 0 4-16,0 0 0 0,0 0 5 0,0 0 4 15,0 0-4-15,9 3 2 0,-9-3-2 0,0 0-2 16,0 0 4-16,0 0-5 0,0 0 0 0,0 0-5 15,0 0-3-15,0 0 1 0,0 0-2 0,0 0 2 16,0 0-3-16,0 0 2 0,0 0-4 0,0 0-5 16,0 0 3-16,0 0-2 0,0 0-5 0,0 0-2 15,0 0-26-15,0 0-15 0,0 0-17 0,0 0-38 16,0 0-29-16,0 0-114 0,0 0-259 0,0 0 116 16</inkml:trace>
  <inkml:trace contextRef="#ctx0" brushRef="#br0" timeOffset="52380.92">415 3466 119 0,'0'0'108'0,"0"0"-15"0,0 0 12 15,0 0 4-15,0 0-2 0,0 0-2 0,0 0-11 16,-23-29-7-16,23 29-11 0,0 0-24 0,0 0 13 16,0 0-11-16,0 0-15 0,0 0-1 0,0 0-3 15,0 0-11-15,0 0 7 0,0 0-6 0,0 0 3 16,0 0-9-16,0 0 4 0,0 0-21 0,0 0 12 16,0 0 1-16,-17 67 1 0,17-67 1 0,-6 35-3 15,6-35-6-15,-4 35-3 0,4-35 2 0,-9 36-1 16,9-36 4-16,-5 33 2 0,5-33-3 15,-5 34 0-15,5-34-2 0,0 0 0 0,-8 39 3 16,8-39 1-16,-5 27-5 0,5-27-5 0,0 0-37 16,-6 31-14-16,6-31-39 0,0 0-10 0,0 0-25 15,-3 32-80-15,3-32-221 0,0 0 97 0</inkml:trace>
  <inkml:trace contextRef="#ctx0" brushRef="#br0" timeOffset="52746.71">356 3659 28 0,'0'0'52'16,"0"0"-9"-16,42-13-6 0,-42 13 2 0,0 0-10 16,32-10 10-16,-32 10-11 0,0 0-4 0,31-12-6 15,-31 12 5-15,0 0-3 0,0 0 2 0,27-14-7 16,-27 14-3-16,0 0-5 0,18-19 3 0,-18 19 5 15,0 0 1-15,16-27 2 0,-16 27 7 0,0 0 10 16,8-31-11-16,-8 31 16 0,0 0-4 16,3-31 14-16,-3 31 10 0,0 0 4 0,0 0-11 15,0 0 1-15,2-36-5 0,-2 36 1 0,0 0-2 16,0 0-12-16,0 0-5 0,0 0-3 0,0 0-3 16,0 0-5-16,0 0 1 0,0 0-4 0,0 0-3 15,0 0 3-15,0 0-3 0,0 0-3 0,0 0 0 16,0 0-9-16,0 0 8 0,0 0-1 0,-17 103 8 15,17-103-4-15,-5 34-7 0,5-34 4 0,-2 35-5 16,2-35-28-16,-2 31-25 0,2-31-14 16,0 0-20-16,2 40-25 0,-2-40-73 0,0 0-195 15,0 0 86-15</inkml:trace>
  <inkml:trace contextRef="#ctx0" brushRef="#br0" timeOffset="52940.96">636 3559 112 0,'0'0'105'15,"0"0"-3"-15,0 0-7 0,0 0-5 0,0 0-11 16,0 0-6-16,0 0-9 0,0 0-4 0,0 0 1 16,-13 88-6-16,13-88-6 0,-7 35-9 0,7-35-23 15,-6 32-7-15,6-32-45 0,-5 31-39 0,5-31-77 16,0 0-163-16,-7 30 72 0</inkml:trace>
  <inkml:trace contextRef="#ctx0" brushRef="#br0" timeOffset="53366.46">823 3538 107 0,'0'0'149'0,"0"0"-10"0,0 0-20 0,0 0 0 16,0 0-9-16,0 0-12 0,0 0-8 0,0 0-13 16,0 0-7-16,0 0-11 0,0 0 0 0,0 0-11 15,0 0-7-15,0 0-1 0,0 0-11 0,0 0 2 16,0 0 1-16,0 0-3 0,0 0-8 0,0 0 3 16,-50 46-8-16,50-46 3 0,0 0-7 0,0 0-12 15,-4 37 9-15,4-37-5 0,0 0 2 0,-5 32-4 16,5-32-8-16,0 0 7 0,-8 32 0 15,8-32-2-15,0 0-5 0,-10 42-6 0,10-42-7 0,-7 22-18 16,7-22-23-16,0 0-12 0,-12 34-26 0,12-34-19 16,-13 19-73-16,13-19-204 0,0 0 91 0</inkml:trace>
  <inkml:trace contextRef="#ctx0" brushRef="#br0" timeOffset="53721.84">940 3464 104 0,'0'29'102'0,"0"-10"-2"0,-3-1-5 15,1 0-6-15,2 0-8 0,-1 0-13 0,0-2-15 16,1-5 6-16,0-11-3 0,-3 19-13 15,3-19-1-15,-2 17-2 0,2-17 6 0,-2 10 0 16,2-10 11-16,0 0 8 0,0 0 9 0,0 0-8 16,0 0-5-16,0 0-8 0,0 0-3 0,0 0-18 15,0 0 12-15,0 0-11 0,0 0 0 0,0 0-2 16,0 0-6-16,22-29-2 0,-22 29-3 0,9-11-12 16,-9 11 6-16,9-9-1 0,-9 9-4 0,12-5-7 15,-12 5 7-15,0 0-1 0,0 0-7 0,22 5 3 16,-22-5-4-16,12 12-16 0,-8-2-7 0,-2 2-25 15,3-1-13-15,-5 6-27 0,-1 1-28 0,-3 8-119 16,-1-3-254-16,-5 0 112 0</inkml:trace>
  <inkml:trace contextRef="#ctx0" brushRef="#br0" timeOffset="53977.34">369 3969 76 0,'0'0'115'0,"0"0"-14"0,0 0-2 15,0 0-6-15,0 0-3 0,0 0-10 0,0 0-5 16,0 0-16-16,0 0-3 0,0 0-5 0,-16 80-10 15,16-80-7-15,0 0-22 0,0 36-52 0,0-36-28 16,0 0-78-16,0 0-158 0,-2 32 70 0</inkml:trace>
  <inkml:trace contextRef="#ctx0" brushRef="#br0" timeOffset="54515.28">425 4098 19 0,'0'0'174'0,"0"0"-15"15,0 0-16-15,0 0-17 0,0 0-13 0,0 0-8 16,0 0-11-16,0 0-7 0,23-83-15 0,-23 83 0 16,0 0-17-16,22-20-2 0,-22 20-14 0,0 0 1 15,27-10-3-15,-27 10 0 0,0 0-6 0,0 0-6 16,0 0-1-16,0 0-2 0,0 0-6 0,49 31-2 15,-49-31-1-15,0 0 5 0,7 27-1 0,-7-27-3 16,0 0-4-16,0 0 2 0,0 0-1 0,0 35-1 16,0-35 0-16,0 0 4 0,0 0-8 0,0 0-6 15,0 0 9-15,0 0-1 0,0 0-4 0,0 0 3 16,0 0-3-16,0 0 3 0,0 0 2 0,0 0-4 16,0 0 0-16,0 0-4 0,0 0 2 15,0 0-3-15,0 0 1 0,0 0 0 0,13-79-2 16,-13 79 0-16,0 0-2 0,0 0-1 0,21-19 0 15,-21 19 1-15,0 0 1 0,0 0-9 0,0 0 5 16,0 0-1-16,0 0 5 0,0 0-3 0,0 0 6 16,42 41-11-16,-42-41-26 0,0 0-26 0,6 42-12 15,-6-42-19-15,0 0-23 0,-3 38-104 0,3-38-238 16,0 0 105-16</inkml:trace>
  <inkml:trace contextRef="#ctx0" brushRef="#br0" timeOffset="54732.37">702 3898 25 0,'0'0'144'0,"0"0"-28"0,0 0-7 0,0 0-5 16,0 0-11-16,0 0-3 0,0 0-3 0,0 0-5 0,0 0-9 15,0 0-4-15,15 87-5 0,-15-87-16 16,-2 45 2-16,2-45-1 0,-1 36-8 0,1-36 1 15,-4 35-5-15,4-35-9 0,-4 33-19 0,4-33-26 16,0 0-28-16,-2 40-44 0,2-40-113 0,0 0-219 16,-9 26 98-16</inkml:trace>
  <inkml:trace contextRef="#ctx0" brushRef="#br0" timeOffset="55142.41">717 4002 56 0,'0'0'92'16,"0"0"-1"-16,0 0 2 0,0 0-6 0,0 0-19 16,0 0-1-16,0 0-8 0,0 0 3 0,0 0-7 15,0 0-5-15,29 55-7 0,-29-55-3 0,0 0-3 16,0 0-6-16,-9 43-1 0,9-43-1 0,0 0-10 16,0 0-5-16,0 0 3 0,0 0 1 0,-14 36-3 15,14-36-3-15,0 0-13 0,0 0 17 0,0 0-7 16,0 0-1-16,0 0 3 0,0 0-3 0,0 0 2 15,37-30-4-15,-24 19-2 0,1 3 5 0,1-1-8 16,2 0 3-16,-2 0 0 0,7 4-10 0,-8-4 10 16,4 3-3-16,-3-1-1 0,-5 2 1 0,3-2-1 15,-2 1 3-15,0 1-1 0,-11 5 10 0,14-9 4 16,-8 4-1-16,-6 5 7 0,10-13 5 0,-10 13-2 16,4-11 2-16,-4 11 4 0,0 0-8 0,0 0-8 15,0 0 3-15,-11-21-2 0,11 21 4 0,-16-1-9 16,16 1 4-16,0 0-4 0,-25 10 1 15,16-4-5-15,-1 1-1 0,0 2 5 0,2 0-3 16,1 1-6-16,0-1 3 0,2 2 6 0,1 2-8 16,4-13-6-16,-5 22-28 0,5-12 1 0,0-10-17 15,5 21-25-15,4-12-26 0,-4 0-21 0,3-3-73 16,1 0-207-16,-9-6 92 0</inkml:trace>
  <inkml:trace contextRef="#ctx0" brushRef="#br0" timeOffset="55510.41">1137 3995 145 0,'0'0'146'0,"-4"-17"-8"0,4 17-4 0,0 0-13 0,-10-12-13 15,10 12-8-15,0 0-13 0,-15-5-10 0,15 5-4 16,0 0-6-16,-23 16-9 0,14-10-7 0,1 4-7 16,-2-1-11-16,4 2 4 0,-1-3-4 0,3 4-4 15,-1 0 0-15,0-1 0 0,5-11-9 0,-2 19 3 16,2-19-9-16,0 17 0 0,0-17 7 0,5 10-8 15,-5-10-4-15,0 0 1 0,9 7-5 16,-9-7 0-16,0 0-2 0,0 0 1 0,0 0-5 16,25-21 1-16,-21 12 0 0,3 0 5 0,-3-2-9 15,-4 11 7-15,7-25-1 0,-6 12-3 0,3-3 1 16,-4-1 5-16,2 1-5 0,1 4 4 0,-6-5 0 16,6 1 5-16,-3 0-6 0,0 16-1 0,1-22 3 15,-1 22-1-15,0-15 1 0,0 15 10 0,0 0-14 16,0-17 0-16,0 17-8 0,0 0 6 0,0 0-7 15,0 0 1-15,0 0 5 0,0 0 3 0,0 0-10 16,0 0 9-16,7 45 0 0,-9-27 3 0,1 1-16 16,1 1-11-16,0-1-32 0,0 0-19 15,1 1-20-15,1-3-23 0,0 0-105 0,2-2-239 0,-1-3 106 16</inkml:trace>
  <inkml:trace contextRef="#ctx0" brushRef="#br0" timeOffset="55698.82">1182 4114 107 0,'2'-16'116'0,"-2"16"2"0,3-13-8 0,-3 13-12 16,5-19-1-16,-5 19 4 0,4-13-12 16,-4 13-8-16,4-14-9 0,-4 14-6 0,9-11-11 15,-9 11-3-15,10-11-4 0,-10 11-14 0,8-3-2 16,-8 3-1-16,13-3-4 0,-13 3-6 0,0 0 3 16,0 0-8-16,23 10-9 0,-17-1 10 0,-1-1 2 15,-5-8-17-15,5 22-15 0,-3-11-24 0,-2 3-42 16,0-14-39-16,-7 29-82 0,5-18-214 0,0 5 94 15</inkml:trace>
  <inkml:trace contextRef="#ctx0" brushRef="#br0" timeOffset="56272.81">899 4429 64 0,'38'-4'86'0,"18"0"-4"0,1-3 3 0,3 0-14 16,3 0-3-16,27-1 2 0,-36 1-5 16,-5 4-6-16,3-2-2 0,-15 3-2 0,-2-2-9 15,-2 1 0-15,3-1 2 0,-4 0-9 0,-4 3 4 16,-9 1-3-16,0-2-5 0,-19 2 3 0,26-1-7 15,-26 1-1-15,19-1-1 0,-19 1 6 0,0 0-3 16,20-3 0-16,-20 3 5 0,0 0-1 0,0 0-7 16,16-1 4-16,-16 1-7 0,0 0-6 0,0 0-11 15,0 0-14-15,0 0-32 0,0 0-35 0,0 0-41 16,0 0-96-16,0 0-225 0,0 0 100 0</inkml:trace>
  <inkml:trace contextRef="#ctx0" brushRef="#br0" timeOffset="56752.92">1773 3783 45 0,'0'-10'132'15,"0"10"-14"-15,0 0-13 0,0-9-21 16,0 9-2-16,0 0-12 0,0 0-13 0,0 0 1 16,0 0-6-16,4 32-7 0,1-7-7 0,-3 4 3 15,1 4-8-15,3 17-1 0,0 4 0 0,-2-1-2 16,-3 3 6-16,2 1-6 0,-1 1-3 0,-2 0-3 16,-2 1 3-16,0 23-3 0,2-25 0 0,-2 3-6 15,-1 19 1-15,1-19 2 0,2-8-3 0,-3 7-1 16,6-2-2-16,-1-4 2 0,-3 0-1 0,5-8-4 15,-4-9-6-15,0-1-3 0,2-2 9 0,0 1-5 16,0-2-13-16,-2-1 1 0,4-1-26 0,-3-6-11 16,1 2-18-16,-2-9-24 0,1 0-17 0,-1 0-82 15,0-5-199-15,0-12 88 0</inkml:trace>
  <inkml:trace contextRef="#ctx0" brushRef="#br0" timeOffset="57541.37">1865 3679 38 0,'39'-5'63'0,"21"-6"-8"0,32-1-2 16,1-3-4-16,0 2-6 0,-3-2 3 0,3 5-11 16,-1-3-1-16,-25 5-4 0,27-3-2 0,-2-2-2 15,-30 7 2-15,3-3-2 0,-3 2 1 0,2-1-6 16,-2 2-2-16,-6 0 1 0,0 0 0 0,-16 3 11 15,-4-1-18-15,-3 3 14 0,-1-1-17 0,-5 2 1 16,-7 0 0-16,-1 2-7 0,0-1 0 0,-1 1 6 16,-5-1-8-16,0 3 6 0,-3 0-4 0,0 1-2 15,0 0 4-15,-2 1-1 0,0 0 0 0,-2 2-5 16,2 1 8-16,-3-1-5 0,-1 3 6 0,0 0 1 16,-1 2 5-16,-1 2-2 0,0 0-6 0,0 1 8 15,-1 2-7-15,0 1 21 0,2 0-15 0,-2-1 2 16,3 1 3-16,-2 10-11 0,1-3 12 0,1 1 1 15,0 2 0-15,-1 1-2 0,3 1 1 0,-1 1 0 16,2 16-2-16,-2-2 4 0,-1 1-2 0,-3-2 0 16,-1-9-2-16,-1 0 2 0,-1 11-3 0,0-1-4 15,-2 1 2-15,1-11-6 0,-4 10 9 0,1 1-8 16,0 2 1-16,-1-3 7 0,1 0 1 0,1-11-7 16,2-1-3-16,-1 2 5 0,3-2-4 0,0 0 1 15,1 0-8-15,-2-2 5 0,5-5-6 0,1 0 5 16,-3-1 1-16,3-7-6 0,1 5 4 0,-1-5 3 15,-2 0-6-15,4-2-1 0,-1-2 3 16,-3 4 0-16,2-8-4 0,0 0 1 0,-2 2 3 16,0-2 3-16,-2-11-2 0,1 24 2 0,0-15-5 15,-1-9 0-15,-2 21-3 0,-2-10 6 0,4-11-1 0,-9 21 1 16,3-13-1-16,-5 4 4 0,-1 1-6 0,3-4 1 16,-4 1 2-16,-3-1-5 0,-1-1 3 15,-3 2 11-15,-5-1-13 0,-5 0-3 0,1 1 3 16,-5-3-8-16,-16 4 6 0,-2-2 1 0,-6-1 0 15,-2-4 3-15,-4-1-7 0,-26 3 4 0,25 0-1 16,-24 1 1-16,-2-3-5 0,27 3 3 0,-29-1 2 16,30 3-4-16,-3-6-8 0,-1-2 11 0,-22 7-3 15,26-4 8-15,4-1-10 0,-1-2-4 0,-1 3-18 16,0 0 2-16,4-1-27 0,2-2-10 0,4 6-17 16,16-5-22-16,1-2-100 0,-1 4-216 0,3-3 97 15</inkml:trace>
  <inkml:trace contextRef="#ctx0" brushRef="#br0" timeOffset="58832.91">2337 4259 91 0,'0'0'104'0,"0"-13"9"0,0 13-2 0,0 0-12 16,0 0-7-16,0 0-10 0,-5-12-9 0,5 12 0 16,0 0-13-16,-5-7-3 0,5 7-1 0,0 0-13 15,0 0-5-15,-19 0 14 0,12 0-24 0,7 0-4 16,-20 7 0-16,9-3-5 0,-2 2 4 0,1-1-4 15,-3 3-4-15,2 3 3 0,-1 0 0 0,-2 1-3 16,2 1-2-16,2 1 2 0,-1 0-5 0,1 0 2 16,3 0 2-16,1 1 2 0,4-3-10 15,0-1 2-15,0 1-1 0,2-3 3 0,2 3 1 0,0-12 3 16,8 19-3-16,-2-9 1 0,2 0 2 0,8 1-5 16,-1-4-1-16,5 1 3 0,-1-2-3 0,5-3 3 15,4 1-19-15,1 0-3 0,1-4-17 0,0 2-23 16,-8-3-21-16,6-2-27 0,-10 1-30 0,1 2-67 15,-2-3-210-15,-3 2 93 0</inkml:trace>
  <inkml:trace contextRef="#ctx0" brushRef="#br0" timeOffset="59117.08">2774 4189 53 0,'-28'9'125'0,"2"1"-2"0,2 2-7 16,-2-1-12-16,4 4-12 0,4-4-13 0,2 1 15 15,5 1-27-15,-3 3-5 0,2-3 5 0,6-3-14 16,0 7-2-16,3-5-9 0,3-3-2 0,4 3-2 15,1-1 2-15,5-1-8 0,7-1 2 0,8 1-11 16,5 2-10-16,2-7-32 0,6-2-37 0,13 0-35 16,-11-3-106-16,-3 2-214 0,0-5 94 0</inkml:trace>
  <inkml:trace contextRef="#ctx0" brushRef="#br0" timeOffset="63844.81">8581 11925 22 0,'-12'1'51'0,"-1"-1"-3"0,0 0-6 0,3 0 0 15,-1-1-3-15,0 1-1 0,11 0 3 0,-14 1-4 16,14-1 1-16,-9 0 3 0,9 0-3 0,-9 0-15 16,9 0 14-16,0 0-9 0,0 0 3 0,-10-1-16 15,10 1 0-15,0 0 3 0,0 0 2 0,0 0 3 16,0 0-13-16,0 0-1 0,0 0 4 0,24 5-5 15,-7-2 2-15,4-1-5 0,8-1-5 0,0 0 14 16,4 1 0-16,3-1 1 0,2 0 3 0,13-1-7 16,-12 0-2-16,14 0-1 0,-13 0 0 0,15-1 3 15,0 0-3-15,1-1 3 0,-2 0-3 0,-2-1 7 16,3 1-5-16,-15 0-3 0,14-3 1 0,-16 3 6 16,3 0-15-16,-3 0 9 0,-1-1 1 0,-2 0 1 15,-1 1 1-15,-3 1 4 0,-3-4-4 0,-5 3 12 16,-3 2 4-16,0-3-7 0,-1-1-3 0,-5 4 5 15,-1 0 1-15,-3-3 1 0,-2 2 2 0,-2 0-3 16,-6 1 1-16,10 0 2 0,-10 0 3 0,9-2 5 16,-9 2-2-16,0 0-2 0,0 0-1 0,10-1 1 15,-10 1-2-15,0 0 6 0,0 0-8 0,0 0 2 16,0 0-1-16,0 0-1 0,9-1-8 0,-9 1 0 16,0 0 0-16,0 0 4 0,0 0-12 0,0 0 1 15,0 0-8-15,0 0 7 0,0 0-12 0,0 0-2 0,0 0-13 16,0 0-10-16,0 0-20 0,0 0-23 0,0 0-14 15,0 0-26-15,0 0-12 0,0 0-84 16,-25 5-221-16,25-5 99 0</inkml:trace>
  <inkml:trace contextRef="#ctx0" brushRef="#br0" timeOffset="65893.85">2081 4511 23 0,'0'0'-5'16,"-15"-2"-3"-16,3 1 2 0</inkml:trace>
  <inkml:trace contextRef="#ctx0" brushRef="#br0" timeOffset="67718.66">3570 4247 54 0,'0'0'66'0,"0"0"-7"0,0 0-10 16,0 0-3-16,0 0 0 0,0 0-9 0,0 0 2 16,0 0 0-16,0 0-6 0,0 0 4 15,0 0-2-15,0 0 0 0,0 0 1 0,0 0 0 16,0 0 1-16,0 0-4 0,0 0 0 0,0 0-4 16,2-10 4-16,-2 10-6 0,0 0 5 0,0 0-2 15,0 0 3-15,0 0 2 0,0 0 4 0,0 0-7 16,0 0 6-16,0 0-9 0,0 0 0 0,0 0-5 0,0 0 0 15,0 0-1-15,0 0 0 0,-12-6-4 16,12 6 5-16,0 0-6 0,0 0 2 0,0 0-6 16,-11-6-1-16,11 6 3 0,0 0-5 0,0 0 2 15,-11-5 2-15,11 5 5 0,0 0-6 0,0 0 3 16,0 0 7-16,0 0-3 0,-11-3 0 0,11 3 0 16,0 0 0-16,0 0-3 0,0 0 0 0,0 0-2 15,0 0-1-15,0 0-3 0,0 0 0 0,0 0-2 16,0 0-3-16,0 0 2 0,0 0 1 0,0 0-2 15,0 0-3-15,0 0 2 0,37-4 1 0,-17 2-19 16,9 0 18-16,-1-2-4 0,-7 2 1 0,9 0-3 16,-4-1 5-16,-4 3-3 0,-1-3-3 0,0 1 4 15,1 1-2-15,-4-2 3 0,0 3-5 0,-1 0 1 16,2-2 1-16,-8 2-4 0,2-2 4 0,-3 1-3 16,-10 1 2-16,19-1 0 0,-19 1-2 0,12-1 1 15,-12 1 3-15,10-1-2 0,-10 1 1 0,0 0 4 16,15 0 2-16,-15 0-2 0,0 0 5 0,0 0 8 15,12 0-1-15,-12 0 4 0,0 0 1 0,0 0 7 16,0 0 3-16,0 0-4 0,0 0-1 0,0 0 6 16,0 0 3-16,0 0-2 0,13-3 3 0,-13 3 3 15,0 0-3-15,0 0-2 0,0 0 2 0,0 0-5 16,0 0-2-16,0 0-3 0,0 0-6 0,0 0 0 16,0 0-4-16,0 0-3 0,0 0-2 0,0 0 1 15,0 0-13-15,0 0-9 0,0 0-21 0,0 0-17 16,0 0-25-16,0 0-22 0,0 0-21 0,0 0-27 15,0 0-17-15,0 0-10 0,0 0-106 0,0 0-295 16,0 0 131-16</inkml:trace>
  <inkml:trace contextRef="#ctx0" brushRef="#br0" timeOffset="69349.67">3921 4246 14 0,'0'0'52'0,"7"-7"-20"0,-7 7-21 16,0 0-30-16,0 0-19 0,0 0 9 0</inkml:trace>
  <inkml:trace contextRef="#ctx0" brushRef="#br0" timeOffset="70458.92">4007 3842 16 0,'0'0'84'0,"0"0"-6"16,0 0 6-16,0 0-6 0,0 0-10 0,0 0 3 0,0 0-13 16,0 0-1-16,0 0-12 0,0 0-1 0,-2-13-10 15,2 13-1-15,0 0-4 0,0 0-4 0,0 0 0 16,0 0-13-16,0 0 5 0,0 0-5 15,0 0 7-15,9 48-10 0,-5-33 0 0,-1 6 0 16,4 4-2-16,-2 3 11 0,-1 3-10 0,-2 2-2 16,1-1 6-16,1 1 0 0,-3 3-5 0,-1-1 3 15,4 10-1-15,0-12-2 0,-4 1 0 0,-4-2 3 16,5 1-3-16,-1-1 4 0,-1-1-5 0,3 1-3 16,-3 0 5-16,4-4-3 0,-1 2 1 0,1-2 0 0,-2-2-6 15,4 0-14-15,0-2-8 0,-2-5-8 16,-1 1-12-16,0-2-14 0,-1-1-3 0,0 1-11 15,2-2-62-15,-3-5-142 0,0-11 63 0</inkml:trace>
  <inkml:trace contextRef="#ctx0" brushRef="#br0" timeOffset="71115.58">4058 3706 11 0,'20'-2'59'0,"10"-1"-2"16,6 0-7-16,4-2-2 0,16 0 0 0,-1 1-11 16,-1-1-7-16,-2 3-5 0,-1-5 6 0,-11 3-8 15,12 1-5-15,-1-1 5 0,-12 0-2 0,-1-1-4 16,-2 1-6-16,-1-1 0 0,4 0 1 0,-3-1-1 16,1 3-5-16,-6-1 5 0,1 0-1 0,-3 2 1 15,-4-4 0-15,-8 5-1 0,1-1-1 0,-7 2-1 16,0-1-3-16,-11 1 0 0,17 1 3 0,-17-1-6 15,13 1 0-15,-13-1 3 0,13 2 2 0,-13-2-2 16,9 6-3-16,-5 0-1 0,1 1 8 0,-5-7-4 16,6 16 4-16,-2-6-8 0,0 6 5 0,-2 0 7 15,2 1-5-15,0 8 7 0,-1 4-10 0,-1-3-1 16,2 3 3-16,2 2 4 0,-2-1-2 0,-1 2-2 16,2 2 2-16,0-1-6 0,0 3 7 0,0 0-3 15,4 9 1-15,-4-9-2 0,2-3 1 0,-2 2 1 16,1-2 3-16,-2 2-3 0,2-5-1 0,1 0 12 15,-3 2-11-15,2 0 5 0,0-4-6 0,-2 0 2 16,1 3-4-16,-1-4-3 0,0-7 5 0,-1 0 3 16,-1-1-3-16,-2-1 0 0,2-1-4 0,-4-1-3 15,1-3 4-15,1-13 5 0,-3 28 5 0,-1-16-7 16,-2 3-3-16,0-2 3 0,-6-1-4 0,-2 2 1 16,-2-1 0-16,-7 1-3 0,-3-2-3 0,-4 1 8 15,-4-2 0-15,-2-1-5 0,1-1-5 0,-18 0 19 16,2 0-15-16,-1 0 3 0,-2-4 2 0,4 4-2 15,-2-1-5-15,1-4-6 0,12 0 0 16,0-1-10-16,-12 0-12 0,13-2-27 0,3 1-17 16,3 4-67-16,0-4-153 0,2-1 68 0</inkml:trace>
  <inkml:trace contextRef="#ctx0" brushRef="#br0" timeOffset="72221.84">4213 3242 76 0,'0'0'120'0,"0"0"-10"0,-5-8-2 0,5 8-23 16,0 0-3-16,0 0-9 0,0 0-7 0,0 0-4 0,-6-9-7 16,6 9-9-16,0 0-9 0,0 0-5 15,0 0-1-15,0 0-4 0,0 0-2 0,0 0-4 16,0 0-4-16,0 0-3 0,0 0-5 0,0 0-18 15,0 0-25-15,7 32-20 0,-6-22-18 0,1 1-83 16,-1 3-167-16,-2 0 74 0</inkml:trace>
  <inkml:trace contextRef="#ctx0" brushRef="#br0" timeOffset="73480">4113 3209 116 0,'0'0'119'0,"-5"-14"1"0,5 14-6 0,-1-12-4 16,1 12-11-16,-5-9-2 0,5 9-10 0,0 0-10 16,-3-12-8-16,3 12-13 0,0 0 3 0,0 0-14 15,0 0-8-15,0 0-7 0,0 0 15 0,0 0-19 16,0 0-1-16,0 0-2 0,0 0 1 0,3 36-10 15,-3-24 4-15,0 3-7 0,0 2 4 0,0-2-2 16,0 2 2-16,0-4-3 0,-1 1 0 0,1-1-7 16,-3-2 4-16,4 0-2 0,-1-11-4 0,0 16 5 15,0-16-2-15,-1 14 0 0,1-14-1 0,1 9 0 16,-1-9-1-16,0 0 5 0,0 12-5 0,0-12-1 16,0 0-1-16,0 0 3 0,0 0 0 0,2 10-3 15,-2-10 2-15,0 0 1 0,0 0 9 0,0 0-8 16,11 4-7-16,-11-4 5 0,13-2-23 0,-13 2-12 15,23-3-27-15,-6-1-9 0,0 1-17 0,-2 1-18 16,1 0-17-16,1 1-69 0,-3-1-204 0,-1 2 90 16</inkml:trace>
  <inkml:trace contextRef="#ctx0" brushRef="#br0" timeOffset="73817.23">4346 3292 10 0,'-4'6'20'0,"2"-1"3"0,-1 2 1 16,0 0-6-16,0 1-1 0,-2 0 4 0,3 2-5 16,1-4-2-16,0 5 14 0,1-11-14 0,1 13-3 15,2-7-3-15,2 0 6 0,-2 0-4 0,3-2 6 16,0 0-3-16,0-1-2 0,6-1 6 0,-4-1-4 15,2-1 2-15,1-2 4 0,0 1 3 0,0-4 13 16,-1 2-10-16,-2-3 0 0,0 0 18 0,-2-1 3 16,2-2 0-16,-5 2-13 0,1-1 10 0,1-1-3 15,-6-1 1-15,1 10-13 0,-2-21 3 0,-1 13-6 16,-3-1 3-16,-2 0-10 0,2 2-1 0,-3 0 5 16,-2 0-10-16,1 2-9 0,0-1-2 0,1 5-11 15,-1-3-14-15,3 4-23 0,7 0-25 0,-14 4-59 16,8-1-141-16,-3 4 63 0</inkml:trace>
  <inkml:trace contextRef="#ctx0" brushRef="#br0" timeOffset="74270.92">4502 3209 57 0,'0'0'65'0,"0"0"-12"16,0 0 5-16,6 14-7 0,-3-8-6 0,1 1-6 16,1 0-4-16,0 2 5 0,-1-1-7 0,2 1-8 15,-2-4 3-15,2 3-7 0,-1-2 1 0,-1 0-3 16,1 0 3-16,1-3-8 0,-3 1 3 0,-3-4-3 16,9 6-3-16,-4-2 1 0,-5-4-6 0,8 2 3 15,-8-2-8-15,7 2 6 0,-7-2 6 0,0 0-3 16,10-1-5-16,-10 1 6 0,0 0-10 0,6-6 8 15,-6 6-6-15,0 0 0 0,3-8 1 0,-3 8-2 16,2-6-4-16,-2 6 3 0,0 0-5 0,0 0 5 16,0 0-8-16,4-8 10 0,-4 8-3 0,0 0 4 15,0 0-7-15,0 0-2 0,10 11-2 0,-3-6 9 16,-4 0-10-16,-3-5 4 0,9 10 3 0,-2-6 3 16,-7-4-5-16,11 9 3 0,-6-6 1 15,1 0 1-15,-6-3 9 0,0 0 15 0,10 7 18 16,-10-7-9-16,0 0 1 0,6-3 4 0,-6 3-3 0,0 0-1 15,0 0-2-15,5-16-3 0,-6 10 0 0,1 6-7 16,0 0-5-16,-1-21 5 0,-2 14-4 0,1 2-3 16,2 5 1-16,-3-14-11 0,3 14-7 0,0 0-11 15,-5-13-24-15,5 13-19 0,-1-7-24 16,1 7-98-16,0 0-188 0,0 0 83 0</inkml:trace>
  <inkml:trace contextRef="#ctx0" brushRef="#br0" timeOffset="74472.92">4779 3227 91 0,'5'-8'82'0,"-5"8"-13"0,0 0-7 16,0 0-5-16,0 0-5 0,0 0-12 0,14 14 0 15,-14-14 3-15,8 13-5 0,-4-4-4 0,-3 3-5 16,1-1-3-16,0 2-6 0,-1-1-2 0,1 0-3 15,1 3-24-15,1 1-19 0,-3-2-23 0,-1-2-54 16,0 0-114-16,-2 0 51 0</inkml:trace>
  <inkml:trace contextRef="#ctx0" brushRef="#br0" timeOffset="75041.61">4977 3327 124 0,'0'0'122'0,"0"0"-5"0,-1-29-8 15,1 29-9-15,0 0-11 0,0-16-13 0,3 8-2 16,-3 8-13-16,6-15-12 0,0 8-1 0,1-2-5 16,-2 0 3-16,2 3-11 0,0-1-9 0,2 3 1 15,-9 4-2-15,15-7-8 0,-8 4-4 0,-7 3 0 16,12-3-5-16,-12 3 6 0,16 0-3 15,-16 0-5-15,11 5-1 0,-11-5-1 0,9 6 1 0,-3-1 11 16,-6-5-14-16,7 11-4 0,-7-11-4 0,5 8 1 16,-5-8 8-16,4 8-7 0,-4-8 3 0,0 0 1 15,5 6 0-15,-5-6-1 0,0 0-1 0,0 0 6 16,0 0-8-16,0 0 9 0,0 0-2 0,0 0 3 16,0 0-5-16,0 0 12 0,0 0-11 15,0 0-4-15,0 0 10 0,0 0-8 0,0 0 0 16,1-29-3-16,-1 29-1 0,8-12 1 0,-4 7 5 15,-4 5-6-15,9-9 5 0,-4 4-8 0,-5 5 7 0,8-6-13 16,-8 6 9-16,10-4-3 0,-10 4-4 0,0 0 3 16,0 0 2-16,15 4-9 0,-15-4 16 0,8 8-4 15,-8-8-3-15,7 10 2 0,-4-4 9 16,1 3-17-16,0 2-14 0,0-1-25 0,-3-1-29 16,-1 3-20-16,0 0-58 0,-1 1-171 0,-1-2 76 15</inkml:trace>
  <inkml:trace contextRef="#ctx0" brushRef="#br0" timeOffset="75284.58">5303 3041 18 0,'0'0'72'0,"0"0"1"0,0 0-6 0,5 31 0 15,-5-14 0-15,2 3-3 0,-2 8-11 0,-2-1-4 16,1 2 1-16,-3-2-6 0,2 2 2 0,-3-3-15 16,2-1 8-16,2-6-16 0,-2 0 4 15,2-4 2-15,0-2-18 0,-1-1-14 0,0-1-15 16,2-1-16-16,-3-2-7 0,2-1-14 0,1-7-10 0,-5 10-38 16,5-10-111-16,-5 6 50 0</inkml:trace>
  <inkml:trace contextRef="#ctx0" brushRef="#br0" timeOffset="75670.63">5288 3255 22 0,'11'-13'28'0,"0"4"8"0,-1 0-3 0,-3 2 10 15,1 1-12-15,-1 2 1 0,-7 4-3 0,11-7-2 16,-11 7-2-16,10-3-5 0,-10 3 4 0,12 0-6 16,-12 0 2-16,0 0-5 0,0 0-1 0,9 9 2 15,-9-9-5-15,-4 11 7 0,4-11-13 0,-10 13 11 16,2-6-4-16,2 1-6 0,0-3 3 0,1-2-4 15,0 3 6-15,5-6 3 0,0 0-5 0,-9 7-2 16,9-7 2-16,0 0 3 0,0 0 2 0,0 0-11 16,0 0 2-16,0 0 4 0,0 0-4 0,0 0 1 15,0 0-5-15,0 0 5 0,40-13 0 0,-27 8 0 16,-2 0-5-16,3-1 3 0,-3 0 3 0,0 2-1 16,0-3 2-16,-2 2-8 0,-2-1 3 0,1-1-2 15,-1 0 12-15,0 0 3 0,-7 7 5 0,7-9 11 16,-7 9-8-16,4-9-4 0,-4 9 4 0,3-8-1 15,-3 8-11-15,0 0 3 0,0 0 6 0,-4-15 2 16,4 15-10-16,0 0-4 0,0 0-2 0,0 0 1 16,0 0-1-16,0 0-6 0,0 0 1 0,-27 12 0 15,22-5-1-15,0 3 11 0,0-1-7 0,1 3-1 16,1-2-20-16,2 2-17 0,1-2-21 0,1 3-16 16,0-2-6-16,2 0-47 0,2-2-133 15,2 0 60-15</inkml:trace>
  <inkml:trace contextRef="#ctx0" brushRef="#br0" timeOffset="76282.8">5653 3178 20 0,'0'-13'93'0,"0"13"3"0,0 0-4 0,-7-9-21 16,7 9-2-16,0 0 1 0,-8-5-13 0,8 5-4 15,0 0-10-15,0 0-9 0,0 0 2 0,-19 14-5 16,14-9-3-16,1 3-7 0,-1-1 3 0,5-7-1 15,-5 15-3-15,5-15-4 0,-3 12 1 0,3-12-3 16,0 12 4-16,0-12-18 0,0 0 8 0,3 13 4 16,-3-13-2-16,0 0-7 0,7 5 13 0,-7-5-7 15,0 0 6-15,17-5-8 0,-17 5 2 0,10-9 5 16,-5 1-10-16,1 0 10 0,-1-2-13 0,0 1 6 16,-2 1 1-16,0-3-4 0,1-1-7 0,-3 1-1 15,2-1 4-15,-2-4 1 0,-1 16-4 0,1-22 9 16,-2 9-2-16,1 3-4 0,-1-3 10 0,1 13-2 15,-3-21-8-15,2 13 3 0,1 8-1 0,-1-11 3 16,1 11 1-16,-3-10 6 0,3 10-17 0,0 0-2 16,0 0 1-16,0 0 2 0,0 0 4 15,0 0 6-15,0 0-9 0,0 0 5 0,-4 31-1 0,4-20 6 16,-1 1-4-16,1 4 2 0,-1 0 2 0,2 0-20 16,-1 0-2-16,2 0-10 0,1-5-6 0,-2 2-9 15,3-4-1-15,4 1 1 0,-3-2 3 0,1-2 6 16,1-1 4-16,0-1 4 0,1 0 5 15,-8-4-6-15,18 5 8 0,-18-5-3 0,14 0 14 16,-14 0-7-16,15-4 3 0,-15 4 0 0,16-5 5 16,-6 1 8-16,-10 4 6 0,8-6 1 0,-8 6 9 15,9-7-3-15,-9 7 17 0,7-3-10 0,-7 3 8 16,0 0-4-16,0 0 3 0,0 0-10 0,0 0 1 0,0 0-2 16,8-6 1-16,-8 6-6 0,0 0-5 15,0 0-8-15,0 0 8 0,0 0-8 0,0 0 9 16,0 0 5-16,0 0-9 0,0 0 0 0,0 0 1 15,0 0-11-15,1 23 7 0,-1-23-7 0,0 0 5 16,5 7 0-16,-5-7-2 0,8 4-3 0,-8-4-2 16,0 0 2-16,13 6 8 0,-13-6-4 0,9 4-7 15,-9-4 0-15,10 3-4 0,-10-3-6 0,10 6-14 16,-10-6-15-16,9 7-14 0,-6-1-9 0,-3-6-73 16,6 11-151-16,-3-4 67 0</inkml:trace>
  <inkml:trace contextRef="#ctx0" brushRef="#br0" timeOffset="79261.3">5105 4306 5 0,'0'0'9'0,"0"0"0"0,0 0-6 16,0 0 4-16,0 0 4 0,-19-10-6 0,19 10-1 16,0 0-2-16,0 0-2 0,0 0 4 0,0 0-4 15,0 0-5-15,0 0-4 0,0 0-10 0,0 0 4 16</inkml:trace>
  <inkml:trace contextRef="#ctx0" brushRef="#br0" timeOffset="82634.39">2400 4844 11 0,'-18'2'19'0,"9"2"-4"0,-3-1 1 15,0 1-1-15,-1-1-5 0,-1 0 2 0,1-2-4 16,-5 1-1-16,1 2-1 0,-3 0 2 0,2 0 6 15,0-2-4-15,-4 0 13 0,2 1-9 0,-1-1-5 16,2-1 1-16,4 2 5 0,1-2 10 0,5 0 1 16,1-1 5-16,8 0-3 0,-12 2-2 0,12-2-4 15,0 0 0-15,0 0-6 0,0 0 10 0,0 0-14 16,40-16 10-16,-12 9-8 0,4-2 1 0,18-1 0 16,-11 0 4-16,-2 1 0 0,13 0-5 0,-1-2-1 15,-10 5 1-15,13-4-2 0,-2-2 7 16,-12 7-9-16,15-4 0 0,-16 2 6 0,2 2-4 15,-1-2 3-15,-3 1-3 0,-4 2-1 0,0 1-1 16,-2-1 0-16,-9 2 1 0,0-1 0 0,-6 1 0 0,-3 0-2 16,1 0 5-16,-12 2-2 0,16-1-3 0,-16 1 4 15,14-1 5-15,-14 1 3 0,0 0 5 16,11-2 4-16,-11 2-3 0,0 0 4 0,0 0 5 16,0 0-4-16,11-2 16 0,-11 2-14 0,0 0 4 15,0 0-12-15,0 0 3 0,0 0 2 0,0 0-8 16,0 0-4-16,0 0-1 0,0 0-11 0,0 0 4 15,0 0-1-15,0 0 3 0,0 0-6 0,-38-1 1 16,38 1-14-16,0 0-2 0,-16 3-14 0,16-3-15 16,-12 4-14-16,12-4-6 0,-11 6-18 0,4-1-7 15,0 1-21-15,-3 0-52 0,1 2-169 0,-1-1 75 16</inkml:trace>
  <inkml:trace contextRef="#ctx0" brushRef="#br0" timeOffset="125427.76">378 4280 9 0,'0'0'14'0,"0"0"-1"0,0 0-6 0,0 0 3 15,0 0-1-15,0 0 2 0,0 0-5 0,0 0-1 16,0 0 0-16,0 0 4 0,0 0 6 0,0 0 0 15,0 0 1-15,-36-21-3 0,36 21-5 0,0 0 3 16,0 0 3-16,0 0-9 0,0 0-1 0,0 0 1 16,0 0-1-16,0 0 1 0,0 0-1 0,-25-15-2 15,25 15 0-15,0 0-1 0,0 0 1 0,0 0-2 16,0 0 1-16,0 0-1 0,0 0 1 16,0 0 0-16,0 0-3 0,0 0 4 0,0 0-2 15,0 0 0-15,0 0 2 0,0 0 3 0,-32-7 2 16,32 7 2-16,0 0-2 0,0 0 2 0,0 0-5 15,0 0 7-15,0 0-7 0,0 0 4 0,0 0-6 16,0 0 0-16,0 0-1 0,0 0 6 0,0 0-3 16,0 0 1-16,0 0 2 0,0 0 0 0,0 0-6 15,0 0-1-15,0 0 6 0,0 0-4 0,0 0-1 16,0 0 0-16,0 0-5 0,0 0 11 0,0 0-5 16,0 0 3-16,0 0-5 0,0 0 1 0,0 0 3 15,0 0-7-15,0 0 2 0,0 0 0 0,0 0 3 16,0 0-2-16,0 0-2 0,0 0 0 0,0 0 4 15,0 0-2-15,0 0-4 0,0 0 2 0,0 0 2 16,0 0-3-16,0 0 2 0,0 0 2 0,0 0-3 16,0 0 4-16,0 0-2 0,0 0 2 0,0 0 2 15,0 0-1-15,0 0 2 0,71-22-4 0,-71 22 10 16,49-2-7-16,-49 2 0 0,61 1-1 16,-26-2-9-16,6 1-5 0,10 0-9 0,-12 1-5 0,16 2-28 15,-2 0-57-15,1 2 26 0</inkml:trace>
  <inkml:trace contextRef="#ctx0" brushRef="#br0" timeOffset="186255.09">1284 2110 4 0,'91'-10'7'0,"-28"2"8"0,36-3-8 16,-11-4-1-16,4 5 2 0,4 0-1 0,2 1 3 15,1-2-9-15,-5-1 10 0,1 0-11 0,3 3 3 16,-2-3 1-16,1 4-6 0,-3-3 3 0,-32 5 2 16,1-1-4-16,-1 0 4 0,-5 2-8 0,-6-2 6 15,-14 4-2-15,-3-1 6 0,-6 4-5 0,-6-3 0 16,-3 2 3-16,-1-1 1 0,-7 2 4 0,-2-1 9 16,-9 1 15-16,13-3 0 0,-13 3 18 0,0 0 4 15,12 0-1-15,-12 0 2 0,0 0 4 0,9-3-8 16,-9 3 5-16,0 0-9 0,0 0 1 0,0 0-8 15,0 0-1-15,0 0-6 0,0 0-6 0,9-5 3 16,-9 5-14-16,0 0 5 0,0 0-5 0,0 0-18 16,0 0-20-16,0 0-26 0,0 0-24 15,0 0-51-15,0 0-133 0,0 0 60 0</inkml:trace>
  <inkml:trace contextRef="#ctx0" brushRef="#br0" timeOffset="191561.94">2625 881 1 0,'0'0'5'0,"0"0"-3"0,93-10-2 0,-61 6 6 15,2 0-4-15,6 1-2 0,12-2-3 0,5-2-3 16,-1-2 1-16</inkml:trace>
  <inkml:trace contextRef="#ctx0" brushRef="#br0" timeOffset="-211580.43">1814 4414 11 0,'0'0'8'0,"0"0"-1"0,0 0 1 0,0 0-1 15,0 0-1-15,0 0 3 0,0 0-4 0,0 0-2 16,0 0-1-16,0 0 1 0,0 0 3 0,0 0-3 16,0 0-3-16,0 0 0 0,0 0 4 0,0 0-4 15,0 0 1-15,0 0 0 0,0 0-4 0,0 0 4 16,0 0-2-16,0 0-1 0,0 0 5 0,0 0 3 15,0 0-6-15,0 0-2 0,0 0 6 0,0 0-4 16,0 0-2-16,0 0 2 0,0 0-1 0,0 0 0 16,0 0-1-16,0 0 3 0,0 0 0 0,0 0 3 15,0 0-2-15,0 0 0 0,0 0-3 0,0 0 11 16,0 0-10-16,0 0 1 0,0 0 0 0,0 0-2 16,0 0 1-16,0 0-6 0,0 0 9 0,0 0-4 15,0 0 0-15,0 0 2 0,0 0 0 0,0 0-1 16,0 0 0-16,0 0 0 0,0 0-1 0,0 0 1 15,0 0-2-15,0 0 0 0,0 0 8 0,0 0-7 16,0 0 1-16,0 0 1 0,-7-16-2 0,7 16 1 16,0 0 1-16,0 0-2 0,0 0 6 0,0 0-6 15,0 0 0-15,0 0 1 0,0 0 1 0,0 0-1 16,0 0-4-16,0 0 5 0,0 0-5 0,0 0-4 16,0 0-7-16,0 0-17 0,0 0 7 15</inkml:trace>
  <inkml:trace contextRef="#ctx0" brushRef="#br0" timeOffset="-210165.48">3993 4210 3 0,'0'0'14'0,"0"0"-4"16,0 0-1-16,0 0 0 0,0 0-10 0,0 0 5 15,0 0 5-15,0 0-2 0,0 0 0 0,0 0-3 16,0 0 1-16,0 0 5 0,0 0-7 0,0 0-3 16,0 0 8-16,0 0-5 0,0 0 1 0,0 0-3 15,0 0-4-15,0 0 2 0,0 0 4 0,0 0-1 16,0 0-4-16,0 0 3 0,0 0 2 0,0 0-3 16,0 0-7-16,0 0 7 0,0 0 4 0,0 0-4 15,0 0 2-15,0 0-7 0,0 0 0 0,0 0 0 16,0 0 2-16,0 0-13 0,0 0 14 0,0 0-11 15,0 0-14-15,0 0 7 0</inkml:trace>
  <inkml:trace contextRef="#ctx0" brushRef="#br0" timeOffset="-201456.87">7091 12153 16 0,'0'0'29'0,"0"0"4"0,0 0-7 16,0 0 3-16,0 0-3 0,0 0 4 15,0 0 0-15,0 0 4 0,0 0-6 0,0 0 6 0,0 0 0 16,0 0-12-16,0 0 1 0,0 0 2 0,0 0-1 15,0 0 0-15,0 0 1 0,0 0 5 0,0 0-6 16,0 0-2-16,0 0-3 0,0 0-5 16,0 0-2-16,0 0 0 0,0 0 0 0,0 0-3 0,0 0-2 15,0 0 7-15,0 0-3 0,30 5-6 0,-16-5-1 16,5 0 4-16,9 1-8 0,1-4 6 0,5 3 2 16,-1 0 1-16,5-2-2 0,12 3 3 0,2-6-3 15,1 3-1-15,-3 0 1 0,1 0-3 0,1 2 1 16,1-4-9-16,3 3 4 0,2-3 3 0,1 4-1 15,3-4 1-15,-4 2 3 0,-1-1-2 0,-1 3 0 16,1-4-2-16,-3 3 6 0,0-3 2 0,-15 0-7 16,15 2 2-16,-2-2-7 0,-12 1 4 0,0-1 12 15,11-1 0-15,-12 3-14 0,0-1 12 0,2 0-1 16,-4 1 6-16,-3-2-9 0,-1 2 1 0,-2 0 2 16,-9 0 2-16,-2 0-2 0,2 1 3 0,-4 0 2 15,-7-1-2-15,1 2 4 0,-5 0 2 0,-7 0 3 16,12-1-2-16,-12 1 1 0,9 0 9 0,-9 0-1 15,0 0-2-15,10-2 5 0,-10 2-6 0,0 0 4 16,0 0-3-16,8-1 9 0,-8 1-10 0,0 0-2 0,0 0-2 16,0 0-3-16,0 0-6 0,0 0 4 15,0 0-10-15,0 0-10 0,0 0-18 0,0 0-10 16,0 0-25-16,0 0-11 0,0 0-22 0,0 0-6 16,0 0-16-16,0 0-56 0,0 0-180 0,-24-5 81 0</inkml:trace>
  <inkml:trace contextRef="#ctx0" brushRef="#br0" timeOffset="-198324.68">1850 4271 5 0,'0'0'-2'16,"0"0"2"-16,0 0 2 0,0 0 4 0,0 0-6 16,0 0 1-16,0 0 1 0,0 0-2 0,0 0 7 15,0 0-9-15,0 0 5 0,0 0-4 0,0 0 2 16,0 0 0-16,0 0-3 0,0 0 3 0,0 0-2 15,0 0 0-15,0 0-3 0,0 0 9 0,0 0-5 16,0 0 7-16,0 0-10 0,0 0 3 0,0 0 2 16,0 0-7-16,0 0 7 0,0 0-6 0,0 0 7 15,0 0-8-15,0 0 7 0,0 0-6 0,0 0 4 16,0 0-3-16,0 0 1 0,0 0 2 16,0 0 5-16,0 0-8 0,0 0 10 0,0 0-11 0,0 0-3 15,0 0 1-15</inkml:trace>
  <inkml:trace contextRef="#ctx0" brushRef="#br0" timeOffset="-196142.8">2329 4406 1 0,'0'0'13'0,"0"0"4"0,0 0-6 16,0 0 0-16,0 0-4 0,0 0 6 0,0 0-5 0,0 0-1 15,0 0-2-15,0 0 5 0,0 0-4 0,0 0 1 16,0 0-2-16,0 0-3 0,0 0 0 0,0 0 0 16,0 0-3-16,0 0 6 0,0 0-7 0,0 0 7 15,0 0-2-15,0 0 0 0,0 0-6 16,0 0 6-16,0 0 2 0,0 0 1 0,0 0 3 16,0 0-12-16,0 0 4 0,0 0-3 0,0 0-1 15,0 0 2-15,0 0-3 0,0 0 4 0,0 0-9 16,0 0-1-16,0 0-1 0,0 0 2 0,0 0-1 15,0 0 1-15,0 0-6 0,0 0 16 0,0 0-7 16,0 0 0-16,0 0-5 0,0 0-12 0,0 0 6 16</inkml:trace>
  <inkml:trace contextRef="#ctx0" brushRef="#br0" timeOffset="-196116.54">2329 4406 26 0,'0'0'-5'0,"0"0"-4"0,0 0 2 0</inkml:trace>
  <inkml:trace contextRef="#ctx0" brushRef="#br0" timeOffset="-196070.48">2329 4406 7 0,'0'0'-2'0,"0"0"-1"16,0 0 3-16,0 0-1 0,0 0 7 0,0 0-8 15,0 0-1-15,0 0 2 0</inkml:trace>
  <inkml:trace contextRef="#ctx0" brushRef="#br0" timeOffset="-196006.36">2329 4406 2 0,'0'0'-1'0</inkml:trace>
  <inkml:trace contextRef="#ctx0" brushRef="#br0" timeOffset="-195985.4">2329 4406 9 0,'0'0'-2'0,"0"0"-2"16</inkml:trace>
  <inkml:trace contextRef="#ctx0" brushRef="#br0" timeOffset="-192632.79">935 12811 29 0,'0'0'60'0,"0"0"4"16,0 0-13-16,0 0-3 0,0 0-8 0,0 0-2 16,0 0 1-16,0 0-11 0,0 0-7 0,0 0 0 15,0 0-7-15,0 0-3 0,0 0 0 16,0 0-3-16,0 0 2 0,0 0-3 0,0 0 7 16,0 0-10-16,0 0 1 0,0 0 11 0,0 0-7 0,0 0-2 15,0 0-4-15,0 0-2 0,0 0 6 0,0 0-1 16,0 0 0-16,0 0-5 0,0 0 5 0,0 0 1 15,0 0-3-15,0 0 3 0,0 0-4 0,0 0-1 16,0 0 1-16,0 0 0 0,0 0 1 16,0 0 1-16,0 0 5 0,0 0-3 0,0 0-2 15,0 0 7-15,0 0-8 0,0 0 0 0,0 0 6 16,0 0-5-16,0 0 2 0,0 0-8 0,0 0 7 16,0 0-3-16,0 0 6 0,0 0-6 0,0 0 2 15,0 0-2-15,0 0 2 0,5-13 1 0,6 11-2 16,2 2 0-16,7-4-1 0,1 2-2 0,5-1 2 0,8 2 4 15,-2-1-5-15,2 0-1 0,4 1 25 16,0 1-25-16,3-2 1 0,12 2-2 0,-1 0 2 16,-1-2-2-16,0 4 6 0,2 0-4 0,-2-1 14 15,1 2-12-15,2 2 2 0,0-1-2 0,0 0 2 16,1-1 2-16,0 0-4 0,-1 1 2 0,3 1-3 16,-2-1 8-16,-1-1-9 0,1 0 3 0,0 1 5 15,2-1 6-15,2 0-1 0,0 0 3 0,-3-3-6 16,-1 1 11-16,-1 2 0 0,-4-3-8 0,0 3 5 15,-13-5 2-15,1 2-1 0,-5-1-1 0,2 0 5 16,-2-1 10-16,-5-1-14 0,-1 1 4 0,-7 0 3 16,0 2 2-16,-9 0 8 0,-11 0 0 0,19-3 4 15,-19 3 20-15,13 0 8 0,-13 0 6 0,10-1 12 16,-10 1 0-16,0 0 3 0,0 0-1 0,0 0-6 16,13-3-6-16,-13 3-9 0,0 0-6 0,0 0-5 15,0 0-7-15,0 0-5 0,0 0-7 0,0 0-5 16,0 0-3-16,0 0-8 0,0 0-11 0,0 0-17 15,0 0-12-15,0 0-29 0,0 0-22 0,0 0-29 16,0 0-26-16,0 0-28 0,0 0-19 0,0 0-137 16,0 0-332-16,0 0 148 0</inkml:trace>
  <inkml:trace contextRef="#ctx0" brushRef="#br0" timeOffset="-184375.23">4924 3910 13 0,'0'0'17'0,"0"0"-4"0,0 0 0 15,0 0 1-15,0 0-3 0,0 0 0 0,0 0-2 16,0 0 4-16,0 0-5 0,0 0-1 0,0 0 1 16,0 0-1-16,0 0 3 0,0 0-5 0,0 0 0 15,0 0-1-15,0 0 2 0,0 0-1 0,0 0 1 16,0 0-1-16,0 0-4 0,0 0 2 0,0 0 0 15,0 0-3-15,0 0 0 0,0 0 3 0,0 0-3 16,0 0 2-16,0 0 1 0,0 0 0 0,0 0-5 16,0 0-1-16,0 0 3 0,0 0 0 0,0 0 2 15,0 0-1-15,0 0 4 0,0 0-6 0,0 0-1 16,0 0 5-16,0 0-3 0,0 0 2 0,0 0-1 16,0 0-1-16,0 0-2 0,0 0 0 0,0 0 0 15,0 0 2-15,0 0 2 0,0 0-4 0,0 0 9 16,0 0-8-16,0 0 1 0,0 0 2 0,0 0-2 15,0 0-1-15,0 0 7 0,0 0-7 0,0 0 0 16,0 0 3-16,0 0 2 0,0 0-4 0,0 0 3 16,0 0 5-16,0 0-1 0,0 0 1 0,0 0 0 15,0 0 2-15,0 0-1 0,0 0 3 0,0 0-5 16,0 0 1-16,0 0 6 0,0 0-3 0,0 0-1 16,0 0-2-16,0 0 0 0,0 0 1 0,0 0-4 15,0 0 2-15,0 0-1 0,0 0 4 0,0 0-5 0,0 0 2 16,0 0-1-16,0 0 3 0,0 0-2 15,0 0-1-15,0 0-1 0,0 0-3 0,0 0 1 16,0 0-2-16,0 0 3 0,0 0 3 0,0 0-6 16,0 0 1-16,0 0 1 0,0 0 3 0,0 0-5 0,0 0 0 15,0 0 8-15,0 0-9 0,0 0 0 16,0 0 1-16,0 0-4 0,0 0 6 0,0 0-1 16,0 0-2-16,0 0 6 0,0 0-9 0,0 0-4 15,0 0 8-15,0 0-3 0,0 0 1 0,0 0-3 16,0 0 1-16,0 0 2 0,0 0 1 0,0 0 0 0,0 0-2 15,0 0-2-15,0 0 2 0,0 0 1 16,0 0-1-16,0 0-12 0,0 0-3 0,0 0-14 16,0 0-6-16,0 0-23 0,0 0-64 0,0 0 28 15</inkml:trace>
  <inkml:trace contextRef="#ctx0" brushRef="#br0" timeOffset="-179529.33">728 5414 19 0,'0'0'54'0,"0"0"-6"0,0 0-6 16,0 0-2-16,0 0-5 0,0 0 1 0,0 0 4 15,0 0-3-15,0 0 7 0,0 0-6 0,0 0 3 16,0 0-1-16,0 0 0 0,0 0-2 0,0 0 0 16,0 0-1-16,0 0-6 0,0 0 7 0,0 0-2 15,0 0 1-15,0 0-7 0,0 0 1 0,0 0 0 16,0 0-3-16,0 0 0 0,0 0-7 0,0 0-3 16,0 0-1-16,0 0 7 0,0 0-8 0,0 0-3 15,0 0 1-15,0 0-10 0,0 0 7 0,0 0-1 16,0 0-12-16,0 0-15 0,0 0 0 0,0 0-34 15,0 0-19-15,0 0-18 0,0 0-56 0,0 0-155 16,0 0 69-16</inkml:trace>
  <inkml:trace contextRef="#ctx0" brushRef="#br0" timeOffset="-54879.92">16079 4596 2 0,'0'0'10'16,"4"-11"0"-16,-1 8-3 0,-3 3 3 0,0 0-1 15,5-12 2-15,-3 8 0 0,-2 4-4 0,0 0-2 16,1-10 0-16,-1 10-2 0,3-6 0 0,-3 6-1 16,0 0-2-16,0 0 3 0,4-6 0 0,-4 6-3 15,0 0 2-15,0 0-1 0,0 0-2 0,0 0 4 16,0 0-5-16,0 0-7 0,0 0-8 0,0 0 19 16,0 0-4-16,0 0-1 0,0 0-2 0,13 9 3 15,-11-3-5-15,-2-6 6 0,9 7 0 0,-6-4-5 16,2 1 4-16,-1 2-2 0,-4-6 7 0,9 6-7 15,-7-2 8-15,4-1-4 0,-6-3 1 0,7 6 1 16,-7-6 0-16,5 4 2 0,-5-4-4 0,4 6 2 16,-4-6 1-16,0 0-3 0,5 3 5 0,-5-3-6 15,0 0 5-15,0 0 0 0,0 0 4 0,0 0-2 16,6 3 2-16,-6-3-2 0,0 0 5 0,0 0 6 16,0 0-5-16,0 0-3 0,0 0 1 0,0 0-3 15,0 0 7-15,10-9-10 0,-10 9 0 0,4-4-2 16,-4 4 3-16,7-6 2 0,-3 2-4 0,-4 4-4 15,7-4 0-15,-7 4-3 0,10-4 6 0,-4 3-8 16,-6 1 7-16,0 0-7 0,15 0 1 0,-15 0 1 16,10 0 1-16,-10 0 1 0,13 1-1 0,-7 1-2 15,2 0-1-15,-2 0 5 0,1 1-7 0,-1 0 5 16,2 0 1-16,-8-3-2 0,10 3 0 0,-4-2-5 16,-6-1 0-16,11 2 4 0,-11-2 2 0,12 0-3 15,-12 0 6-15,12-2-6 0,-6 1 1 0,-6 1-1 16,16-5 6-16,-9 1-4 0,2 0 2 0,-1 1 1 15,0 0-2-15,-2 1 6 0,0-3 1 0,5 0-3 16,-5 1-10-16,-1 1 11 0,-5 3-3 0,9-4 0 16,-5 0 3-16,-4 4-5 0,0 0-1 0,9-2 3 15,-9 2-3-15,0 0 0 0,0 0 1 0,0 0 0 16,11 3 2-16,-11-3-3 0,6 7 3 0,-6-7-3 16,7 6 5-16,-3-5 0 0,-4-1-4 0,9 5 3 15,-5-2-1-15,-4-3-1 0,9 4 2 0,-9-4 2 16,9 3-4-16,-9-3 2 0,7 2-3 0,-7-2 3 15,0 0 0-15,8 2-2 0,-8-2 4 0,0 0-1 16,0 0-2-16,9 0-8 0,-9 0 10 0,0 0-1 16,10-6-7-16,-10 6-7 0,7-1 3 0</inkml:trace>
  <inkml:trace contextRef="#ctx0" brushRef="#br0" timeOffset="-54134.43">17002 8261 22 0,'0'0'0'0,"0"0"-4"16,0 0-4-16,0 0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8:37:56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15848 5840 6 0,'0'0'64'0,"-5"-7"-8"15,5 7 0-15,0 0-8 0,-4-6-2 0,4 6-10 16,0 0 1-16,-3-8-8 0,3 8 0 0,0 0 0 15,0 0-5-15,-4-6-2 0,4 6 2 0,0 0-3 16,0 0-2-16,0 0-14 0,0 0 12 0,-1-9-4 16,1 9 5-16,0 0-6 0,0 0-11 0,0 0 1 15,0 0 3-15,0 0-7 0,0 0-11 0,-5-5 1 16,5 5-8-16,0 0-3 0,0 0 3 0,0 0 0 16,0 0-4-16,0 0 6 0,0 0-7 0,0 0 5 15,0 0 0-15,0 0 2 0,0 0 2 0,-8 15-5 16,8-15 8-16,0 0-5 0,-2 5 3 0,2-5 8 15,0 0-3-15,0 0-4 0,-3 8 10 0,3-8-3 16,0 0 1-16,0 0 6 0,-5 7 0 0,5-7-2 16,0 0-1-16,0 0 5 0,-1 6-7 0,1-6 7 15,0 0 0-15,0 0-1 0,-3 6 4 0,3-6-5 16,0 0 5-16,0 0-1 0,0 0-2 0,0 0-1 16,0 0 2-16,0 0 3 0,0 0-1 0,4 11 3 15,-4-11-5-15,8 2 11 0,-8-2-1 0,6 5-9 16,-6-5 14-16,7 5 0 0,-4-1-6 0,-3-4 2 15,8 6 4-15,-5-2-5 0,2 1 2 0,-2 2-4 16,1-2 3-16,-1 0 2 0,1 2 1 0,-2-1 2 16,2 3-7-16,0 0 4 0,2 2 1 0,-3-1 3 15,-1 2-6-15,2-2-1 0,1 4-3 0,1 2 2 16,-4-1 3-16,1 2 4 0,-2-2-5 0,0 3 0 16,-3 0 5-16,1-1-5 0,-2 2-7 0,-1 0 15 15,-1 1-3-15,2-2 9 0,-2-1-20 0,1 3 4 16,1-2 0-16,0-1 0 0,-1 3 1 0,2-4-5 15,-2 2 4-15,-1 7 2 0,1-7-2 0,0 0 4 16,1 1-10-16,0-4 4 0,1 2-4 0,2-2 7 16,0 3-11-16,3-1 2 0,-1-2 2 0,5 1 0 15,-3-3-5-15,1 1 4 0,0 2 14 0,0-2-19 16,3 2 15-16,-2-2-16 0,-1 1 10 0,-1 2 5 16,-1-6-17-16,1 2 1 0,-3 3-5 0,1-1 6 15,1-4-2-15,-3 2 8 0,-3-2-10 0,3-11 7 16,-2 22 2-16,-1-12-8 0,1-1-1 0,-1 1 2 15,-2-1-1-15,0-1 5 0,0-1-1 0,-3 1-6 16,3-2 1-16,0 2 2 0,5-8-3 0,-13 12-4 16,3-7-9-16,2-1 5 0,-1 0-7 0,-1 1-6 15,2-1-11-15,8-4-23 0,-19 6-11 0,9-3-48 16,-2 0-130-16,12-3 57 0</inkml:trace>
  <inkml:trace contextRef="#ctx0" brushRef="#br0" timeOffset="3448.61">15570 6003 40 0,'-1'-10'58'0,"1"10"-1"0,0 0-9 16,0-7 8-16,0 7 1 0,0 0-3 0,0-12 0 15,0 12-8-15,1-7-7 0,-1 7-1 0,2-8-2 16,-2 8 0-16,0 0-1 0,2-12-3 0,-2 12-1 16,3-7-8-16,-3 7-3 0,2-8 2 0,-2 8-8 15,0 0 2-15,3-7-3 0,-3 7-5 0,0 0 1 16,0 0-1-16,0 0-5 0,2-7 5 0,-2 7-7 16,0 0 7-16,0 0 1 0,0 0-7 0,10 16-2 15,-9-9 2-15,1 0 2 0,2 4-1 0,-3 0 2 16,2 5-1-16,-1 3-4 0,1-2 3 0,0 7-2 15,-1 0 1-15,-1 2-1 0,1-7 2 0,-1 4 3 16,0-4-2-16,1 7 3 0,-1-7 1 0,0 1-8 16,0-1 6-16,-1 5 0 0,1-3 0 0,-1 3 0 15,0-5-7-15,0 8 2 0,-1-1 3 0,-1 0-2 16,-2 1 3-16,-2-2-6 0,0 2 1 0,1 0 4 16,-3 1-2-16,0 0-4 0,0-1 15 0,2 0-13 15,-3 1-2-15,4-2-10 0,-2-2-2 0,3 2-14 16,-2-2-2-16,1-3-5 0,2 2-10 0,1 4-2 15,2-3-5-15,0-4-13 0,-1 0-45 0,1-2-118 16,-2-3 53-16</inkml:trace>
  <inkml:trace contextRef="#ctx0" brushRef="#br0" timeOffset="4403.08">15504 4717 2 0,'1'-10'33'0,"-1"10"-4"0,0-9 2 0,0 9 3 16,4-6-4-16,-4 6-9 0,0 0-2 15,0 0 3-15,0-9-1 0,0 9-8 0,0 0-1 16,0 0 2-16,0 0-9 0,0 0 7 0,0 0-8 15,0 0 4-15,0 0-1 0,0 0-4 0,0 0 9 16,-5 24 3-16,0-13 6 0,0 4-2 0,-4-1 0 0,-3 2-5 16,2 0 2-16,0 3 3 0,-5 1-7 15,3-4 11-15,3-1-13 0,-2-1 1 0,0 1 2 16,1-2-1-16,1-2 1 0,3 0-13 0,-2-1-5 16,1 1-13-16,-1-2-16 0,2 1-48 0,2 0-90 15,-3-3 40-15</inkml:trace>
  <inkml:trace contextRef="#ctx0" brushRef="#br0" timeOffset="4607.39">15721 4663 24 0,'4'10'49'0,"-1"0"-8"16,-1 2 2-16,5 4-9 0,-1 0-3 0,3 2-11 16,5 6-14-16,0-1-20 0,1 4-25 0,2 0-43 15,-3 1 19-15</inkml:trace>
  <inkml:trace contextRef="#ctx0" brushRef="#br0" timeOffset="5388.94">15366 7846 87 0,'-3'-9'98'0,"3"9"3"16,-4-9-19-16,4 9 1 0,-4-6 4 0,4 6-4 16,-2-8-1-16,2 8 7 0,-5-8-3 0,5 8-2 15,0 0-6-15,-1-6-10 0,1 6 13 0,0 0-26 16,0 0-7-16,-3-7 1 0,3 7-10 0,0 0-9 15,0 0 0-15,0 0-3 0,0 0-8 0,0 0-7 16,0 0 4-16,0 0-5 0,0 0 1 0,0 0-1 16,7 20-2-16,1-6 10 0,-1 2-10 0,2-1-5 15,1 4 0-15,0 4 8 0,-2 2-4 0,1-1 0 16,4 4 1-16,-3-3-12 0,-1 0 12 0,2-2-5 16,-3-6-3-16,0 1 5 0,1-4-7 0,-4 1-1 15,2-5 21-15,-1 1-23 0,0-4 5 0,0 0 2 16,-2-1-4-16,0-1 6 0,0-2-3 0,-4-3 4 15,6 5 5-15,-6-5-2 0,8 2-3 0,-8-2 2 16,0 0 14-16,12-13-26 0,-6 4 0 0,-1-6-4 16,3-2-10-16,-1-3-3 0,1-6-22 0,2-2-21 15,2-5 1-15,-1 1-23 0,-1-2-3 0,3 3-6 16,-3-1 2-16,1 4-16 0,-1 0-64 0,-1 4-186 16,-4-1 82-16</inkml:trace>
  <inkml:trace contextRef="#ctx0" brushRef="#br0" timeOffset="6594.75">14813 5588 16 0,'0'0'105'0,"0"0"7"15,0 0-10-15,0 0-4 0,-4-6 11 0,4 6-27 16,0 0-11-16,0 0-1 0,0 0-14 0,0 0-5 16,0 0-12-16,0 0 1 0,0 0 0 0,11 16-4 15,-4-12-4-15,0 5-5 0,1-2 1 0,-1 2 0 16,0 0-10-16,3 1 0 0,-2 1-3 0,3 2-1 16,0 3 4-16,-4-3-13 0,1-4 3 0,1 1-6 15,-3-1-10-15,3 0 24 0,-1-1 0 0,-2 1 1 16,2-2-1-16,-3-1 2 0,-1-2-2 0,1 0-2 15,-1 0 6-15,-4-4-3 0,6 4 0 0,-6-4 5 16,7 5 7-16,-7-5 6 0,0 0 2 0,5 2 17 16,-5-2 2-16,0 0-10 0,0 0-1 0,9-10-8 15,-5 1-6-15,3-2 0 0,1-5-6 0,0-2-2 16,2-7-1-16,2-3-6 0,-1 2-8 0,-2 1 0 16,0-1-3-16,1 1 3 0,-6 6-4 15,1-1-3-15,-3 2-9 0,2-2 2 0,-1 2-4 0,-3-1 1 16,0-5-5-16,0 5-3 0,0 1 4 0,-3 2-4 15,1 4 4-15,0 1-4 0,0 1 3 0,-1 0 1 16,1 2-1-16,2 8 5 0,-3-11-1 0,2 5 0 16,1 6 0-16,0 0 13 0,-4-11-10 0,4 11-2 15,0 0 2-15,-8-2-2 0,8 2-4 0,0 0 6 16,-16 7 1-16,8 0-5 0,-1 0 7 0,2 3 6 16,-4 3-8-16,2 1-3 0,-1 0-2 0,4-6 5 15,2 2-4-15,1-5 4 0,1 2 3 0,2-7 3 16,0 14-6-16,4-9 2 0,1-3 4 0,5 2-1 15,5 0 4-15,7-2-3 0,5-2-7 0,1-3-16 16,8 0-42-16,-4 1-18 0,-2 0-30 0,0-1-107 16,-11 4-239-16,1-2 106 0</inkml:trace>
  <inkml:trace contextRef="#ctx0" brushRef="#br0" timeOffset="6863.88">15267 5574 85 0,'0'0'133'0,"0"0"-8"16,0 0-5-16,0 0-11 0,0 0-17 16,0 0-13-16,0 0-1 0,0 0-9 0,0 0-8 0,0 0 1 15,0 0-13-15,0 0-2 0,0 0 7 0,-2 31-7 16,2-21-10-16,0 3 3 0,0 2 2 0,0 1-8 15,-2 2-1-15,2-3-5 0,0 2 0 0,-1-2-1 16,1 0-4-16,-1-1-8 0,1-4-7 0,-2 1-18 16,2 0-27-16,0 0-29 0,2-5-23 0,-2 5-18 15,0-5-96-15,0-6-220 0,0 13 98 0</inkml:trace>
  <inkml:trace contextRef="#ctx0" brushRef="#br0" timeOffset="7042.36">15255 5411 47 0,'0'0'143'0,"0"0"-19"16,-4-8-12-16,4 8-11 0,0 0-17 16,0 0-10-16,0 0-25 0,0 0-12 0,0 0-36 15,0 0-31-15,0 0-43 0,0 0-39 0,31 12-121 0,-19-9 54 16</inkml:trace>
  <inkml:trace contextRef="#ctx0" brushRef="#br0" timeOffset="8364.44">15355 5251 22 0,'-4'-4'70'0,"4"4"-10"16,0 0-4-16,0 0-1 0,-8-5-4 0,8 5-18 15,0 0 2-15,0 0 2 0,0 0-4 0,0 0 0 16,-9 10 9-16,9-10-1 0,-6 9 8 0,3-2-15 16,-2-2 4-16,1 1-1 0,4-6-5 0,-4 12 1 15,3-8-6-15,1-4 19 0,-5 9-24 0,2-6 4 16,3-3-6-16,-4 7 4 0,4-7-4 0,0 0 12 15,0 0 7-15,-2 7-11 0,2-7 6 0,0 0 1 16,0 0 0-16,0 0-9 0,0 0 4 0,0 0-5 16,0 0-8-16,0 0 6 0,0 0-14 0,0 0 11 15,0 0-4-15,0 0-6 0,4-26 2 0,-4 26-1 16,0-9 1-16,0 9-8 0,-3-9 3 0,3 9 1 16,-4-8-2-16,4 8-7 0,-2-8 11 0,2 8-4 15,0 0-4-15,0 0-5 0,-4-7 3 0,4 7-2 16,0 0 0-16,0 0-2 0,0 0 3 0,0 0-5 15,0 0 3-15,0 0 5 0,0 0-3 0,0 0 0 16,0 0-3-16,0 0-7 0,0 0-18 0,0 0-15 16,0 0-15-16,0 0-12 0,0 0-10 0,0 0-28 15,0 0-59-15,4 25-181 0,-4-25 81 0</inkml:trace>
  <inkml:trace contextRef="#ctx0" brushRef="#br0" timeOffset="10988.29">17309 4395 34 0,'0'0'44'0,"0"0"-7"0,0 0 0 0,0 0-6 16,3-7-17-16,-3 7-3 0,0 0-7 0,0 0-5 16,0 0-7-16,0 0-5 0,4-5-19 0,-4 5-35 15,0 0 16-15</inkml:trace>
  <inkml:trace contextRef="#ctx0" brushRef="#br0" timeOffset="31189.38">21626 2892 129 0,'0'0'126'15,"0"0"-13"-15,-3-10-5 0,3 10-6 0,-3-9 1 16,3 9-4-16,-2-11-4 0,-1 6-3 15,3 5 4-15,0 0-5 0,-6-15-3 0,6 15-5 16,0 0-5-16,-4-10-12 0,4 10 5 0,-4-8-1 16,4 8-2-16,0 0 1 0,0 0 0 0,-3-9-7 15,3 9-2-15,0 0-2 0,0 0-2 0,-2-8-6 16,2 8 1-16,0 0-6 0,0 0-1 0,0 0-9 16,0 0-4-16,0 0-5 0,0 0-4 0,0 0-2 15,0 0-7-15,0 0 2 0,0 0-8 0,0 0 2 16,0 0 3-16,0 0-4 0,15 27-2 0,-7-18 0 15,-3 1 0-15,3 5-1 0,1-5-1 0,-3 4 2 16,2 0-7-16,0 0 2 0,2 0 3 0,-4 0-2 16,-1-2 1-16,2 1 0 0,-2 2-2 0,2-5-2 15,-3 2-3-15,2-1-2 0,-3-2-9 0,3 3-6 16,0-3 0-16,-6-9 7 0,7 14-3 0,-3-10 7 16,-4-4 4-16,7 10 5 0,-7-10 7 0,5 6-2 15,-5-6 5-15,0 0-4 0,0 0 8 16,13 4-7-16,-13-4 2 0,0 0-1 0,0 0 3 0,21-15-2 15,-11 9-2-15,-2-5-3 0,4 0 7 0,2-5-8 16,-1 1 1-16,-2 1-1 0,1-2 1 0,-3 1-2 16,1-2-2-16,-1 0-1 0,-2 0-7 0,1 0-4 15,1 0 3-15,-4 1-2 0,0-2-3 0,-2 2 0 16,-1 0 0-16,0 3-1 0,0 2 1 0,1 0 6 16,-2-2-3-16,-1 13 0 0,-1-16-3 0,1 16 4 15,-4-12-2-15,4 12-3 0,-4-11 9 16,4 11-7-16,-6-8 1 0,6 8 3 0,-8-7-4 15,8 7 3-15,0 0-3 0,-14-3 8 0,14 3-7 16,0 0 3-16,-17 3 0 0,17-3 2 0,-15 8 1 0,10-3-1 16,5-5 0-16,-10 11-4 0,7-6 8 15,3-5-3-15,-9 13 4 0,7-6-5 0,2-7 3 16,-2 14 2-16,2-14 0 0,4 15 2 0,0-6 0 16,2-3-9-16,1 0 12 0,2 1-3 0,1-2 0 15,3 1-4-15,3 1-13 0,2-2-13 0,9 0-14 16,-8-1-36-16,9-2-25 0,-6 1-34 0,5-1-132 15,-8 4-294-15,-2-4 130 0</inkml:trace>
  <inkml:trace contextRef="#ctx0" brushRef="#br0" timeOffset="31489.29">22167 2974 11 0,'0'0'219'0,"0"0"-5"16,0 0-8-16,0 0-18 0,0 0-10 15,0 0-14-15,0 0-18 0,2-7-13 0,-2 7-21 16,0 0-14-16,0 0-11 0,0 0-8 0,0 0-9 16,0 0-10-16,0 0-3 0,0 0-7 0,1 31-5 15,-1-31 1-15,-3 22-8 0,3-9 0 0,0-13-6 16,-1 22-4-16,1-11-5 0,0-11 2 0,-1 25 3 15,0-14-9-15,2 2 1 0,-1-13-10 0,1 20-5 16,-1-9-5-16,0-11-22 0,1 22-22 0,1-12-25 16,-2-10-29-16,2 17-24 0,-2-17-27 0,4 14-28 15,-4-14-115-15,1 15-315 0,-1-15 139 0</inkml:trace>
  <inkml:trace contextRef="#ctx0" brushRef="#br0" timeOffset="31700.39">22175 2792 20 0,'-1'-10'150'0,"1"10"-8"15,0 0-18-15,0 0-10 0,0 0-11 0,0 0-7 16,0 0-13-16,0 0-26 0,0 0-13 0,0 0-23 15,0 0-32-15,0 0-46 0,18 0-91 0,-18 0-160 16,0 0 71-16</inkml:trace>
  <inkml:trace contextRef="#ctx0" brushRef="#br0" timeOffset="31885.79">22630 2929 88 0,'0'0'120'0,"18"-2"-12"0,-7 0 1 0,0 0-19 0,-1 0-9 15,3 1-6-15,-13 1-34 0,21 0-33 16,-10 0-41-16,-11 0-35 0,16 4-36 0,-16-4-112 0,0 0 50 16</inkml:trace>
  <inkml:trace contextRef="#ctx0" brushRef="#br0" timeOffset="32049.48">22593 3096 131 0,'0'0'171'0,"0"0"-13"0,0 0-15 0,0 0-17 16,0 0-8-16,0 0-11 0,0 0-12 0,0 0-10 16,24 3-10-16,-10-6-7 0,-1 4-19 0,-13-1-38 15,40-5-31-15,-22 2-44 0,3 1-46 0,1 0-81 16,-4-1-206-16,10 1 91 0</inkml:trace>
  <inkml:trace contextRef="#ctx0" brushRef="#br0" timeOffset="32572.96">23302 2684 150 0,'0'-9'185'0,"0"9"-17"16,0 0-18-16,0 0-12 0,-1-10-12 0,1 10-15 15,0 0-22-15,0 0 0 0,0 0-9 0,0 0-14 0,0 0-1 16,18 13-13-16,-10-4 2 0,0 0-3 16,3 5-12-16,-1 0 0 0,1-1-1 0,0 2 2 15,-2 1-7-15,1 0-5 0,-1-3 2 0,-4-3-3 16,3 4-5-16,0 0 2 0,2 0-7 0,-5-4 0 15,0 2 3-15,2-2-5 0,-2 1-2 0,1-1 1 16,-1-1-5-16,1 0 3 0,-2 1 0 0,2-3-2 16,-3 1 1-16,-3-8 0 0,5 8-3 0,-5-8-2 15,5 9 3-15,-5-9 1 0,0 0-8 0,4 9 11 16,-4-9 4-16,0 0 14 0,4 6 5 0,-4-6 7 16,0 0-4-16,0 0-9 0,14-12-1 0,-8 3-1 15,1 1-2-15,3-6-7 0,-1 5-2 0,0-4 0 16,0-1-3-16,2-1-2 0,-2 1 2 0,0-2-6 15,3 2 2-15,-5-2 0 0,2 2-2 0,-1-1-1 16,2-2-2-16,-3 1-1 0,-1 1 1 0,0-1 3 16,-1 6-3-16,0 0 0 0,-1 0 3 0,-1 1-4 15,-2 2 1-15,0-2-5 0,2 4 3 0,-3 5 3 16,3-13 0-16,-3 13-2 0,0 0 2 0,-3-10-4 16,3 10-3-16,0 0 2 0,0 0-3 0,-1-8-7 15,1 8-15-15,0 0-15 0,0 0-16 0,0 0-23 16,0 0-16-16,0 0-37 0,0 0-12 0,0 0-12 15,0 0-28-15,0 0-98 0,0 0-303 0,0 0 135 16</inkml:trace>
  <inkml:trace contextRef="#ctx0" brushRef="#br0" timeOffset="32893.37">23922 2898 39 0,'0'0'216'0,"0"0"-4"0,0 0-8 15,7-1-11-15,-7 1-9 0,0 0-13 0,0 0-15 16,0 0-14-16,0 0-18 0,0 0-13 0,0 0-16 16,0 0-10-16,0 0-11 0,0 0-8 0,0 0-4 15,0 0-11-15,0 13-4 0,0-13-5 0,0 13-6 16,0-13-2-16,0 20-3 0,-2-8-2 0,1 0-8 15,0 4 2-15,-2-1 2 0,2-2-4 0,1 0 0 16,-3 2-5-16,3-3-4 0,2-1 3 0,-2-11-3 16,0 20 2-16,0-10-8 0,0-10-12 0,1 18-16 15,-1-18-15-15,1 11-12 0,2-4-15 0,-3-7-31 16,0 11-13-16,0-11-50 0,0 0-30 0,0 14-123 16,0-14-336-16,0 0 149 0</inkml:trace>
  <inkml:trace contextRef="#ctx0" brushRef="#br0" timeOffset="33356.11">24008 2789 43 0,'4'-5'124'0,"-1"-1"-10"0,3 2 2 0,-1-2-21 16,1 4-5-16,3-2-16 0,1 2 2 0,2 2-9 15,2 1-3-15,-1 1-10 0,1 1-2 0,-2 2-8 16,0 1-7-16,1-1-1 0,-3 2-5 0,0 0-1 16,-2 2-5-16,-3-1 6 0,-1 2 4 0,0-3-15 15,-5 4 4-15,1-11 3 0,-6 21-4 0,0-10-1 16,-2-3-4-16,-1 0 2 0,0-2-1 0,0 3 3 16,0-3-8-16,3-2 11 0,6-4-11 0,-10 10-2 15,10-10-2-15,-8 6-2 0,8-6-1 0,-6 4 4 16,6-4-3-16,0 0 1 0,0 0-6 0,0 0-3 15,0 0 1-15,0 0 4 0,14 18 0 0,-5-17-8 16,-9-1 5-16,18 9-4 0,-8-5 6 0,0 2-4 16,0 0-1-16,-1 1-2 0,2 0 0 0,-1 2 4 15,-1-2-2-15,-2-1 0 0,0 1 0 0,-1-1 5 16,-6-6-5-16,6 11-2 0,-2-5 0 16,-4-6 7-16,2 13-1 0,-2-13-1 0,-3 12 3 15,3-12 4-15,-8 11 12 0,1-4-6 0,-2 0 4 16,-2-2-2-16,0 0-4 0,-1 0 3 0,0-1-5 0,-2-2 7 15,1 2-8-15,-1-2-10 0,2-2-8 0,1 2-8 16,11-2-13-16,-21 1-17 0,14-1-27 0,7 0-23 16,-13-3-32-16,13 3-93 0,0 0-238 15,-17-8 106-15</inkml:trace>
  <inkml:trace contextRef="#ctx0" brushRef="#br0" timeOffset="33853.53">24556 2852 98 0,'0'0'150'0,"-10"-7"-10"15,10 7-18-15,-9-4 1 0,9 4-10 0,0 0-8 16,-22 4-10-16,13 0-8 0,0 3-8 0,0-1-12 15,2 2 0-15,-2 0-7 0,0 1-5 0,1-1-5 16,3-1-3-16,0 3-4 0,1-1-7 16,0 1-5-16,4-10-5 0,-1 17 2 0,1-17-1 0,4 14 4 15,0-7-8-15,1 2-3 0,1-2-8 0,1 0 7 16,-7-7 0-16,19 11-12 0,-12-7 7 0,-7-4 6 16,17 4-2-16,-17-4-8 0,17 4 4 0,-17-4-4 15,12 2 4-15,-12-2 2 0,0 0-1 0,13 2 10 16,-13-2 3-16,0 0 0 0,0 0 6 0,9 0 6 15,-9 0-6-15,0 0-3 0,0 0 2 0,0 0-5 16,0 0-5-16,0 0-1 0,0 0-3 16,0 0-1-16,0 0-4 0,0 0-2 0,0 0-5 15,-46 1 3-15,33 2-4 0,3 1-3 0,-2 1 6 16,-4 2-7-16,1 1 5 0,-1 1-3 0,5-2 1 16,-1-1-4-16,3 2 1 0,3-1 3 0,-3 1-2 15,2-1 2-15,3-1-4 0,4-6 1 0,-7 12 1 16,3-5 0-16,4-7 2 0,0 0-3 0,4 16 2 15,-4-16 2-15,14 11-1 0,-2-6-4 0,7-2-22 16,1 2-23-16,10-3-31 0,0-2-41 0,2-1-22 16,0 1-23-16,0 0-147 0,0 0-334 0,-2-3 149 15</inkml:trace>
  <inkml:trace contextRef="#ctx0" brushRef="#br0" timeOffset="34108.67">24978 2937 46 0,'-13'-4'176'0,"8"2"1"16,5 2-8-16,-10-3-4 0,10 3-6 0,-7-3-7 16,7 3-7-16,0 0-8 0,-7-4-10 15,7 4-13-15,0 0-9 0,0 0-15 0,0 0-7 16,0 0-7-16,22-4-12 0,-5 3-4 0,2-1-7 15,2 2-4-15,3-4-10 0,3 3-7 0,0-1-13 0,-7 4-13 16,-1-4-17-16,3 2-24 0,-6-1-34 16,-1 2-32-16,-4-1-48 0,2-1-32 0,-13 1-103 15,14 0-305-15,-14 0 135 0</inkml:trace>
  <inkml:trace contextRef="#ctx0" brushRef="#br0" timeOffset="34330.33">25142 2781 217 0,'0'0'216'0,"0"0"-24"0,-4-4-6 15,4 4-20-15,0 0-18 0,0 0-14 0,0 0-16 16,0 0-12-16,0 0-11 0,0 0-10 0,0 0-9 16,-4 19-8-16,2-8-4 0,2 2-7 0,-1 0-2 15,-1 3-6-15,0 0-4 0,2 2-4 0,0 1-8 16,0 0 2-16,0 6-8 0,2 0-24 0,-2-7-41 15,1 0-39-15,-1 2-50 0,1-4-52 0,-1 2-121 16,0-1-324-16,-2-3 144 0</inkml:trace>
  <inkml:trace contextRef="#ctx0" brushRef="#br0" timeOffset="34986.82">25549 2765 125 0,'0'0'204'0,"-1"-10"-14"16,1 10-19-16,0 0-15 0,0 0-20 0,0 0-16 15,0 0-15-15,0 0-7 0,0 0-15 0,0 0-6 16,0 0-9-16,0 0-8 0,10 18-7 0,-6-7-3 16,1-1-8-16,0 0-3 0,2 0-2 0,-1 4-4 15,1 3-5-15,-3-6 1 0,3 2-5 0,0-1 0 16,-2-1-5-16,1 3 1 0,1-1-5 0,1-3 0 16,-7-1-1-16,4 2-2 0,-1-1 3 0,0-2-3 15,1 0 0-15,-1-1 0 0,-1 2-4 0,-3-9-3 16,6 9 6-16,-6-6-3 0,0-3-4 0,0 0 4 15,7 10-1-15,-7-10 7 0,2 4 16 0,-2-4 27 16,0 0 11-16,0 0 14 0,0 0-5 0,0 0-9 16,0 0-9-16,14-19-3 0,-8 4-10 0,2-1-4 15,0 1-3-15,-1-3-5 0,1 1-3 0,0-2-7 16,1 2 0-16,0-2-3 0,2-3-3 0,0 5 1 16,-2 0-4-16,-2 0-2 0,2 3-1 0,-3 0-1 15,1-1-3-15,-2 5-1 0,2-2-2 0,-3 2 2 16,-1 4-2-16,1 0-4 0,-2-1-8 15,-2 7-7-15,4-7-12 0,-4 7-10 0,0 0-23 16,0 0-9-16,0 0-8 0,0 0-7 0,0 0-23 0,0 0-21 16,0 0-24-16,0 0-22 0,0 0-19 0,0 29-129 15,-4-16-348-15,4-13 154 0</inkml:trace>
  <inkml:trace contextRef="#ctx0" brushRef="#br0" timeOffset="35342.65">26023 3010 34 0,'-4'7'130'0,"4"-7"-4"0,-5 17-5 0,-2-5-5 15,3-1-12-15,1 1-10 0,-1 1-3 0,2-1 2 16,2-12-14-16,-7 21-13 0,5-12-11 0,2-9-4 15,0 0 2-15,2 21-6 0,5-14-3 0,-7-7 9 16,9 13-1-16,2-7 4 0,-2-1 4 0,4-2-4 16,-13-3 6-16,23 3 2 0,-11-2 6 0,-12-1 2 15,21-5 4-15,-8 2 5 0,-13 3 3 0,19-13-7 16,-5 7-5-16,-5-3-8 0,0-3-3 16,2-2-7-16,-2 0-6 0,-3 1 3 0,-1-4-3 0,-3 0-5 15,-2 4-2-15,0-2-5 0,0 15-1 16,-2-22-5-16,-2 10-1 0,4 12-11 0,-9-17-4 0,0 9-18 15,-1 2-20-15,-3 3-27 0,-5 1-29 0,-2 2-44 16,0 0-41-16,-7 5-56 0,-3 3-136 16,3 2-387-16,-2-4 171 0</inkml:trace>
  <inkml:trace contextRef="#ctx0" brushRef="#br0" timeOffset="53090.58">23354 3270 7 0,'0'0'3'0,"0"0"-2"0,0 0 2 0,0 0 2 16,0 0-9-16,0 0 15 0,8 14-1 16,-8-14 4-16,7 4 0 0,-2-1-5 0,-5-3 5 15,12 3-1-15,-5 1 2 0,2-2-3 0,1 1-1 16,0 1 1-16,1-1-2 0,0 1 1 0,2-1-2 16,0 0 10-16,1 0-7 0,-1-1-4 0,3 0 1 15,2 1 4-15,2 1-6 0,-7-1 4 0,6-2 0 16,1 0 1-16,-2 1-2 0,1-1 2 0,0 1-1 15,1 0-3-15,1-2 2 0,-2 0-5 0,1 0 1 16,0 0-1-16,1 0 6 0,1 0-7 16,-4 0 4-16,4 0-1 0,1 0-6 0,3 0 9 0,-5 0 0 15,7-2-4-15,0 2 1 0,-6 2-4 0,0-2 7 16,-2 3-6-16,3-3 8 0,-1 0-10 0,7 0 0 16,-10 0 0-16,4 0-3 0,4 0 8 0,0 0 0 15,-5 2-4-15,-2-1 0 0,8-1-2 0,-5 1 7 16,-2-1 2-16,-1 2-6 0,-1-2 1 15,-2 0-4-15,2 1 12 0,-1-1-14 0,-6 1 2 16,0-1-1-16,4 0 2 0,2-1 2 0,-4 1 0 16,-1 3 0-16,6-5-4 0,0 4 10 0,-4-2 4 15,0 0-7-15,0-2 4 0,-3 1-6 0,7 0-1 0,-6 1 1 16,1-2 1-16,3 4 2 0,-4-2-4 0,-2-2 0 16,3 1-6-16,-2 0 6 0,-1-1 4 15,3 2-3-15,-14 0-2 0,21-3-3 0,-21 3 2 16,11 0 3-16,-11 0-4 0,11-2 5 0,-11 2 2 15,0 0-6-15,12-1-8 0,-12 1 1 0,8 0-11 16,-8 0-10-16,0 0-18 0,0 0-47 0,0 0-100 16,0 0 45-16</inkml:trace>
  <inkml:trace contextRef="#ctx0" brushRef="#br0" timeOffset="54103.52">23618 3404 14 0,'22'-1'14'0,"-2"1"4"0,1-1-3 0,-1 2-1 16,1-2 0-16,0 2-3 0,1-2-2 0,-4 2 7 16,2-1-4-16,1-1-2 0,-1 2-1 0,2-2 3 15,-3 2-2-15,2-1 3 0,0 1-2 16,0-2-5-16,4 1 27 0,3-1-21 0,-6 0-1 16,1 1-2-16,9-2-4 0,-10 2 1 0,3-1 0 15,-3 1 5-15,-3 1-6 0,2-2 1 0,-1 2-4 16,2-2 4-16,-4 2-3 0,2-1-1 0,-1 0 5 0,-2 2 2 15,1-2-4-15,-1 1 3 0,2-2 0 16,-1 1 1-16,-4-2 0 0,2 4-4 0,-2-1 0 16,4-2 1-16,-4 1 0 0,1 0 3 0,2 0-2 15,-4 1 5-15,0 0-5 0,-2-2 0 0,-11 1 1 16,26 0-7-16,-15 1 2 0,2-3 6 0,-13 2-2 16,17-2-2-16,-5 2-1 0,-12 0-2 0,15-1 3 15,-15 1-3-15,14-1-2 0,-14 1-1 0,10-1 1 16,-10 1 1-16,0 0 0 0,16-1 4 0,-16 1-3 15,0 0 1-15,12 0-4 0,-12 0-4 0,0 0-1 16,0 0-3-16,0 0-11 0,0 0 4 0,0 0-15 16,0 0-6-16,0 0-26 0,0 0-68 0,0 0 30 15</inkml:trace>
  <inkml:trace contextRef="#ctx0" brushRef="#br0" timeOffset="54612.78">23457 3389 36 0,'18'-1'35'0,"4"1"6"0,8-1-2 0,5 1-2 15,2-2-9-15,13-1 3 0,-12 1-2 0,13 1-5 16,-11 1 1-16,-4-1-2 0,17 0-5 0,-14 1 1 16,14 0-1-16,-2 0-3 0,-15 1 0 0,0 0-1 15,0 0 3-15,-2-1-4 0,1 0-5 0,-3 2 5 16,-3-2 3-16,-1 0-11 0,0 2-1 0,-9-2-1 16,4 1 14-16,-5-1-13 0,0 2-1 0,-4-1 6 15,5-2-7-15,-6 2 2 0,0-1 1 16,0 0-1-16,-1 0-1 0,-12 0 0 0,22-1-4 15,-22 1 0-15,17 0 0 0,-17 0 8 0,10 0-5 0,-10 0 0 16,0 0 6-16,12 0-12 0,-12 0 0 0,0 0-7 16,0 0-6-16,0 0-11 0,0 0-23 0,0 0-30 15,0 0-86-15,0 0 38 0</inkml:trace>
  <inkml:trace contextRef="#ctx0" brushRef="#br0" timeOffset="54880.14">24467 3397 19 0,'21'0'23'0,"0"-1"-12"0,-8 0-8 0,2 0-9 16,-5 1-3-16,0-2-9 0,-10 2 4 0</inkml:trace>
  <inkml:trace contextRef="#ctx0" brushRef="#br0" timeOffset="55769.17">24295 3353 10 0,'0'0'13'0,"0"0"0"16,0 0 3-16,0 0-1 0,0 0 5 0,0 0-1 15,0 0 1-15,0 0-2 0,0 0-3 0,0 0 2 16,0 0-4-16,0 0 22 0,0 0-16 0,0 0 3 16,0 0-2-16,0 0-3 0,0 0 4 0,0 0-4 15,0 0 2-15,0 0-1 0,0 0-2 0,0 0 2 16,0 0-3-16,0 0-7 0,0 0 5 0,0 0 7 16,0 0-3-16,0 0 16 0,0 0-13 0,0 0 3 15,0 0 2-15,0 0 1 0,0 0 2 0,0 0 0 16,0 0-6-16,0 0 3 0,0 0 2 0,0 0-12 15,0 0-3-15,0 0 9 0,0 0-2 0,0 0 6 16,0 0-11-16,0 0 0 0,0 0 3 0,0 0-8 16,0 0-4-16,0 0-2 0,0 0 0 0,0 0-13 15,0 0 0-15,0 0-10 0,0 0-11 0,0 0-8 16,0 0-9-16,0 0-4 0,0 0-12 0,0 0-40 16,0 0-113-16,0 0 49 0</inkml:trace>
  <inkml:trace contextRef="#ctx0" brushRef="#br0" timeOffset="57697.71">21838 3296 4 0,'-5'4'116'0,"5"-4"-9"15,0 0-4-15,0 0-14 0,0 0-6 16,0 0-10-16,0 0-3 0,-9 0-9 0,9 0-2 16,0 0-8-16,0 0-3 0,0 0-9 0,0 0-2 15,0 0-4-15,0 0 2 0,0 0-11 0,0 0-8 16,0 0-22-16,0 0-20 0,0 0-13 0,0 0-21 15,0 0-11-15,0 0-70 0,0 0-153 0,0 0 67 16</inkml:trace>
  <inkml:trace contextRef="#ctx0" brushRef="#br0" timeOffset="58666.47">26283 3224 90 0,'0'0'89'0,"0"0"-6"0,0 0 1 16,0 0-3-16,0 0-4 0,0 0 4 0,0 0-6 16,0 0 3-16,0 0-8 0,0 0-3 0,0 0-3 15,0 0-6-15,0 0-2 0,0 0-6 0,0 0-7 16,0 0-3-16,0 0-3 0,0 0-8 0,0 0-3 16,0 0-3-16,0 0-2 0,0 0-2 0,0 0 1 15,0 0-11-15,0 0 17 0,0 0-12 0,0 0 2 16,0 0-9-16,0 0 2 0,0 0 1 0,0 0-1 15,0 0-10-15,0 0 6 0,0 0 0 0,0 0 0 16,0 0 3-16,0 0-2 0,0 0-3 0,0 0-1 16,0 0 0-16,0 0 1 0,0 0 2 0,0 0-3 15,0 0-5-15,0 0 4 0,0 0 4 0,0 0-2 16,0 0-3-16,0 0 1 0,0 0-2 0,0 0 4 16,0 0-4-16,0 0 7 0,0 0-7 0,0 0 2 15,0 0-7-15,0 0 4 0,0 0 2 0,0 0 2 16,0 0-8-16,0 0 7 0,0 0-5 0,0 0 5 15,0 0 3-15,0 0-4 0,0 0 4 0,0 0-3 16,0 0-5-16,0 0 2 0,0 0 5 0,0 0-1 16,0 0 0-16,0 0-1 0,0 0-1 0,0 0 5 15,0 0-4-15,0 0 3 0,0 0 0 0,0 0-2 16,0 0-7-16,0 0-1 0,0 0 1 16,0 0-21-16,0 0-17 0,0 0-28 0,0 0-16 0,0 0-9 15,0 0-16-15,0 0-69 0,-4 9-195 0,4-9 87 16</inkml:trace>
  <inkml:trace contextRef="#ctx0" brushRef="#br0" timeOffset="60312.46">26065 3217 74 0,'0'0'84'0,"0"0"2"0,0 0-9 16,0 0-8-16,0 0-8 0,0 0-11 0,0 0 4 15,0 0-11-15,0 0 6 0,0 0-18 0,0 0 9 16,0 0-3-16,0 0-7 0,0 0 6 0,0 0-16 15,0 0 15-15,0 0-10 0,0 0-1 0,0 0-9 16,0 0 2-16,0 0 3 0,0 0-10 0,0 0 4 16,0 0-5-16,0 0 7 0,0 0-9 0,0 0 3 15,0 0-6-15,0 0 2 0,0 0-2 0,0 0 6 16,0 0-10-16,0 0 7 0,0 0-6 0,0 0-6 16,0 0 9-16,0 0 0 0,0 0-7 0,0 0 6 15,0 0-6-15,0 0 0 0,0 0 9 0,0 0-3 16,0 0-1-16,0 0 4 0,0 0-6 0,0 0 7 15,0 0-11-15,0 0 9 0,0 0-11 16,0 0 7-16,0 0-5 0,0 0 4 0,0 0-1 16,0 0 1-16,0 0-1 0,0 0-4 0,0 0 3 15,0 0-2-15,0 0-1 0,0 0-3 0,0 0 0 16,0 0 2-16,0 0-6 0,0 0 7 0,0 0 3 16,0 0-7-16,0 0 0 0,0 0 3 0,0 0-3 15,0 0 6-15,0 0-2 0,0 0-4 0,0 0 3 0,0 0 0 16,0 0-7-16,0 0 1 0,0 0 1 15,0 0 3-15,0 0 17 0,0 0-19 0,0 0 1 16,8 2 2-16,-8-2-7 0,0 0 3 0,0 0 1 16,0 0 4-16,0 0-1 0,0 0 2 0,0 0-5 15,0 0 9-15,0 0-3 0,0 0 5 0,0 0-9 16,0 0 0-16,0 0 1 0,0 0 6 0,0 0-6 16,0 0 0-16,0 0 0 0,0 0-6 0,4 5 5 15,-4-5-3-15,0 0-2 0,0 0 5 0,0 0-1 16,0 0 2-16,0 0-7 0,0 0 5 0,0 0-1 15,0 0 4-15,0 0 2 0,0 0-3 0,0 0 2 16,0 0 0-16,0 0-2 0,0 0 5 0,0 0-6 16,0 0 4-16,0 0 1 0,0 0-2 0,0 0 1 15,0 0 3-15,0 0-5 0,0 0-3 16,0 0 1-16,0 0 2 0,0 0 1 0,2 6-1 0,-2-6-1 16,0 0 0-16,0 0-2 0,0 0 5 0,0 0 6 15,0 0-7-15,0 0-4 0,0 0 3 0,0 0-3 16,0 0 1-16,0 0 2 0,0 0-1 0,0 0-2 15,0 0 10-15,0 0-6 0,0 0 1 0,0 0 1 16,0 0 5-16,0 0-6 0,0 0 3 0,0 0-2 16,0 0 5-16,0 0-2 0,0 0 5 0,0 0-7 15,0 0 0-15,0 0 3 0,0 0-2 16,3 6-3-16,-3-6 3 0,0 0 5 0,0 0-8 0,0 0-3 16,0 0 0-16,0 0-6 0,0 0 0 0,0 0-2 15,0 0-1-15,0 0 12 0,0 0-16 0,0 0 1 16,0 0-1-16,0 0-3 0,6 2-33 15,-6-2-60-15,0 0 27 0</inkml:trace>
  <inkml:trace contextRef="#ctx0" brushRef="#br0" timeOffset="67083.33">17004 4666 48 0,'0'0'42'15,"0"-9"-3"-15,0 9-5 0,0 0-6 0,0 0-6 16,0 0 1-16,0 0-8 0,0 0-11 0,0 0-2 15,0 0-3-15,0 0-8 0,0 0-2 0,0 0-6 16,0 0-20-16,0 0-40 0,4-8 19 0</inkml:trace>
  <inkml:trace contextRef="#ctx0" brushRef="#br0" timeOffset="100576.67">17216 4133 10 0,'0'0'26'0,"0"0"-9"15,0 0 2-15,-12 1-4 0,12-1-2 0,-8 4 1 16,8-4 1-16,0 0-4 0,-9 3 2 0,9-3 7 16,-6 2-6-16,6-2-3 0,0 0 0 0,-9 5 16 15,9-5-18-15,-9 5 4 0,5-3-4 0,4-2 1 16,-9 5 0-16,9-5-6 0,-9 6 4 0,4-3-4 16,5-3 3-16,-8 4-3 0,8-4 3 0,-6 5 4 15,6-5-3-15,-7 4 1 0,7-4 2 0,-8 3-3 16,8-3 2-16,-5 4 1 0,5-4-1 0,0 0 0 15,-9 4 2-15,9-4 0 0,0 0-6 0,-7 5 2 16,7-5 3-16,0 0 1 0,-8 3 4 0,8-3-3 16,0 0 3-16,0 0 1 0,0 0 8 0,0 0-5 15,0 0 7-15,-5 4 1 0,5-4 12 0,0 0 2 16,0 0 4-16,0 0-1 0,0 0 8 0,0 0-24 16,0 0 4-16,0 0-6 0,0 0 1 0,0 0-4 15,0 0-2-15,12-31-4 0,-4 23 2 0,-1-3-4 16,3 2 2-16,1-4-8 0,0-1 4 0,3 1-2 15,-2 0-1-15,2-2 1 0,0 3-4 16,-1-2-6-16,3 1 2 0,-2 1-2 0,2-1 0 16,-1 1-4-16,0-2 4 0,1 3-1 0,-1-3-3 15,0 1 6-15,2 1-6 0,-4 1-1 0,2-2 5 0,-1 2-2 16,1-1-2-16,0 2 2 0,0-1-1 0,-2-2 2 16,-3 6 1-16,4-6-4 0,0 3 5 0,-3 2-7 15,2-1 5-15,0-3 2 0,-3 5-4 16,3-3 0-16,-2 2 5 0,0-1 6 0,-1 0-2 0,-1 1 0 15,-1 0 1-15,1 2 6 0,-4 1-5 16,3-2 7-16,-2 3-5 0,-6 4 2 0,7-7-7 0,-4 3 0 16,-3 4 4-16,6-5 18 0,-6 5-21 0,7-5-3 15,-7 5 1-15,5-5-1 0,-5 5 0 16,0 0-4-16,4-6 7 0,-4 6-2 0,0 0 0 16,0 0-3-16,0 0 2 0,6-3 4 0,-6 3-6 15,0 0-1-15,0 0-7 0,0 0 5 0,0 0-11 16,0 0-8-16,0 0-19 0,0 0-18 0,0 0-13 15,0 0-17-15,0 0-14 0,0 0-1 0,0 0-53 0,0 0-165 16,0 0 74-16</inkml:trace>
  <inkml:trace contextRef="#ctx0" brushRef="#br0" timeOffset="100893.58">17500 3633 5 0,'0'0'69'0,"0"0"0"0,0 0-6 16,0 0-12-16,15-12 0 0,-8 10-7 0,1 0-6 16,-1-1-7-16,5-1 4 0,-2 2-8 0,3 0 2 15,-2-1-7-15,0 1-2 0,0 1-6 0,-1-1 1 16,2 2-3-16,-1-2 0 0,1 1-6 0,-2 1 8 15,1 0-4-15,0 1 3 0,-5 1-7 0,-6-2-4 16,14 3 17-16,-7 1-19 0,-4-1 0 0,3 2 1 16,-4 1 4-16,1 2-1 0,-5 2 1 0,2-10 2 15,0 24 0-15,-5-10-1 0,0 4-11 0,0 0-7 16,-4 6-18-16,-4-2-8 0,6-4-15 0,-6 5-43 16,0 0-104-16,0 1 46 0</inkml:trace>
  <inkml:trace contextRef="#ctx0" brushRef="#br0" timeOffset="101226.16">17119 3999 15 0,'0'0'38'0,"-4"18"-5"16,4-18-1-16,-5 13-1 0,2-5-6 0,0 0 3 16,1 1-4-16,-1 0-5 0,2-2-3 0,1-7 4 15,-3 12-4-15,2-6-8 0,1-6 6 0,0 0-3 16,2 11 0-16,-2-11-4 0,8 5 2 0,-2-4 6 15,-6-1-9-15,17 1 3 0,-4-1 0 0,-2-1-13 16,2 0 0-16,5-2-4 0,1-1-9 0,0 1-9 16,2-1-31-16,-1 0-60 0,1-1 26 0</inkml:trace>
  <inkml:trace contextRef="#ctx0" brushRef="#br0" timeOffset="104535.36">16792 3627 25 0,'-5'-7'70'0,"5"7"-6"0,-4-6 4 0,4 6-3 16,-4-6-5-16,4 6 3 0,0 0 6 0,-4-7-15 16,4 7 4-16,0 0-3 0,0 0-11 0,-3-6-10 15,3 6 2-15,0 0-7 0,0 0-8 0,0 0-4 16,0 0-2-16,0 0-7 0,0 0 7 0,0 0-6 16,0 0 4-16,0 0-7 0,0 0-1 0,14 14 3 15,-9-8-7-15,0-1 2 0,3 2 2 0,-1 0-1 16,1 2-1-16,0-2 1 0,2 0-1 0,-2 2-3 15,2-1 0-15,-3 0 0 0,1 1 3 0,1-2-1 16,-2 0 2-16,1 1-1 0,-3-4-1 16,1 2-4-16,0 1 6 0,-6-7-2 0,9 11 1 15,-3-6 2-15,-6-5-2 0,8 6 2 0,-8-6-5 0,5 7 17 16,-5-7-12-16,7 4-2 0,-7-4-2 0,0 0 19 16,0 0 4-16,6 6 14 0,-6-6 22 0,0 0 10 15,0 0 5-15,0 0-8 0,0 0-3 16,0 0-8-16,8-14-1 0,-8 14-12 0,0-12 3 0,0 4-8 15,-2-2-2-15,2 1-2 0,0-2-7 16,-2 1-7-16,3 0 2 0,-2-2-1 0,1 2-5 16,-3 0-4-16,2 0 5 0,0 1-5 0,1 9 0 0,0-14 7 15,-2 7-13-15,2 7-1 0,-1-13-2 0,1 13-3 16,1-9-9-16,-1 9-22 0,0 0-19 16,0-9-34-16,0 9-33 0,0 0-17 0,0 0-6 15,0 0-85-15,0 0-243 0,0 0 107 0</inkml:trace>
  <inkml:trace contextRef="#ctx0" brushRef="#br0" timeOffset="105168.85">17062 3655 26 0,'0'0'96'0,"0"0"-12"16,0 0-14-16,0 0-8 0,0 0-9 0,0 0-2 15,0 0-5-15,8 8-1 0,-6-5-1 0,-2-3-2 16,6 13-3-16,-3-5-10 0,-1 3 4 0,0 0-10 16,0 0-1-16,1-1 2 0,0 0-9 0,-1 0 1 15,-1 0 2-15,2 1-1 0,0 0 2 0,-3-11-4 16,3 14 0-16,-3-14-2 0,4 13 4 0,-4-13-7 16,1 8-4-16,-1-8 8 0,3 10-8 0,-3-10 7 15,0 0 2-15,0 0 0 0,0 0 16 0,2 7 6 16,-2-7 8-16,0 0-1 0,0 0-9 0,0 0-2 15,0 0-7-15,0 0 1 0,-6-24-6 0,2 14-1 16,3-1-6-16,-1 0 4 0,2-5-5 0,0 0-2 16,2 0 1-16,-1-1-3 0,1 0-5 0,1 0 4 15,1 3-9-15,0 2 1 0,0-4-3 0,1 6 6 16,0-2-10-16,0 3 8 0,2 1-4 0,0-1-1 16,0 2-2-16,0 0 5 0,0 3-4 0,-1-1 5 15,2 3-5-15,-3 0 1 0,-5 2-6 0,13 0 4 16,-13 0-2-16,9 4 4 0,-6 1-3 15,-3-5 7-15,4 11-7 0,-2-2-1 0,-4 0 4 0,0 0 4 16,-2 2-6-16,-1-1 11 0,0 1-5 0,-2-1 0 16,2-1-5-16,0-1 10 0,0 1-8 0,0-2-4 15,0 1-3-15,1-3-10 0,0 2 1 0,4-7-2 16,-2 10-2-16,0-4 0 0,2-6 0 0,0 0-3 16,2 12 7-16,-2-12-6 0,8 7-5 15,-3-5 6-15,3 0 1 0,3 2 0 0,0-2 2 16,0 0 7-16,1-1-3 0,2 0 6 0,-1 1-4 15,0-1 1-15,-2 0 0 0,1 1 5 0,-1-2-1 0,-3 3 1 16,-2 1 5-16,2-2-2 0,-3 0-1 16,-5-2-3-16,8 5 3 0,-5-2 4 0,-3-3-2 15,0 0 11-15,0 0-10 0,0 0 3 0,-10 17-3 16,-2-10 3-16,-4 1-1 0,0-1 7 0,-1 3-1 16,-4-4-3-16,5 1 0 0,-2-1-15 0,6-5-11 15,0 4-16-15,1-1-19 0,0-1-58 0,2 1-126 16,0-1 56-16</inkml:trace>
  <inkml:trace contextRef="#ctx0" brushRef="#br0" timeOffset="105598.81">17432 3521 38 0,'0'0'49'16,"0"0"-1"-16,0 0-11 0,0 0-3 0,0 0 2 15,0 0-3-15,0 0-2 0,-3 27-4 0,3-27-4 16,1 11 0-16,0-6-5 0,-1-5 1 0,4 9-6 16,-1-5 5-16,2 0-5 0,1-1 4 0,2 2 1 15,1-2-12-15,0 1 4 0,-1-2-1 0,3 0 5 16,-1-1-4-16,1 0-3 0,0 0-1 0,-11-1 2 15,10 2 4-15,-10-2-5 0,10 0 2 0,-10 0 1 16,8 1 0-16,-8-1 10 0,0 0-1 16,8 1-1-16,-8-1 11 0,0 0-25 0,0 0 9 0,0 0 6 15,0 0-8-15,0 0-3 0,0 0 1 0,0 0 1 16,0 0-4-16,0 0 0 0,0 0-9 0,-32-1 4 16,25 4 3-16,-3 2-2 0,-1 2-2 15,0-1 3-15,1 3 1 0,0 1 5 0,1-3-6 0,1 3 5 16,-1-4-8-16,4 2 6 0,1-3 3 15,3 2-7-15,1-7 18 0,-1 13-22 0,5-8 6 16,0 1-1-16,3-2 3 0,5 0-20 0,0-1-37 16,8-2-83-16,-3 2-144 0,3-4 64 0</inkml:trace>
  <inkml:trace contextRef="#ctx0" brushRef="#br0" timeOffset="111391.27">17483 3584 32 0,'0'0'41'16,"0"0"-2"-16,0 0 1 0,0 0-6 0,0 0 0 16,0 0-7-16,13-14 4 0,-13 14-3 0,0 0-8 0,0 0 7 15,0 0-1-15,0 0-7 0,-3-13 0 0,3 13-3 16,0 0 0-16,0 0-9 0,-3-12 7 0,3 12 0 15,0 0 3-15,0-12 0 0,0 12-1 16,0-10-7-16,0 10-1 0,0-12-5 0,3 7 8 16,-3 5-6-16,0-11 5 0,0 11-7 0,1-10 4 15,-1 10-3-15,5-10 2 0,-2 6 3 0,-1-3-10 16,-2 7-2-16,6-9 8 0,-2 5-4 0,-4 4-3 16,5-6 2-16,-5 6 8 0,5-6-10 0,-5 6 3 15,7-5 3-15,-7 5-7 0,5-4-4 0,1 1 10 16,-6 3-4-16,8-3 2 0,-8 3-6 0,8-3 2 15,-8 3-1-15,6-1 2 0,-6 1 3 0,0 0 4 16,13 1-9-16,-13-1 6 0,0 0-8 0,11 0-1 16,-11 0 5-16,7 3 2 0,-7-3-3 0,7 1 2 15,-7-1-1-15,0 0 0 0,8 5 2 0,-8-5 3 16,0 0-2-16,0 0 2 0,5 2-10 0,-5-2 8 16,0 0 2-16,0 0 18 0,0 0-21 0,0 0 0 15,5 3 0-15,-5-3 1 0,0 0-3 0,0 0 3 16,0 0-2-16,0 0 2 0,0 0 5 15,0 0-1-15,0 0 10 0,0 0 7 0,0 0-19 0,0 0-8 16,0 0 18-16,0 0-10 0,0 0 12 0,0 0-8 16,0 0-1-16,0 0 0 0,0 0 7 0,0 0-13 15,0 0-2-15,0 0 5 0,0 0-6 0,0 0 4 16,0 0 6-16,0 0-1 0,0 0-10 0,-23 3 2 16,23-3-5-16,-7 0 7 0,7 0 2 0,-7 3 1 15,7-3-6-15,-10 4 2 0,10-4 5 16,-11 4-4-16,11-4 1 0,-8 4 1 0,4-1-3 15,4-3-2-15,-6 4 1 0,6-4-1 0,-9 4-2 16,9-4 4-16,-7 6 0 0,2-3 2 0,5-3 1 0,-6 5-4 16,6-5 4-16,-7 7-3 0,7-7 5 15,-7 4-6-15,7-4 5 0,-4 6-8 0,4-6 9 0,-5 6 1 16,5-6-15-16,-4 8 9 0,4-8-4 16,-4 6 2-16,4-6 1 0,-4 5 12 0,4-5-8 15,0 0-1-15,-2 8-10 0,2-8 11 0,0 0 0 16,-5 6-4-16,5-6-7 0,0 0 7 0,-3 8-1 15,3-8 0-15,0 0 17 0,-2 6-8 0,2-6-7 16,0 0-7-16,0 0 5 0,0 0-1 0,0 0 3 16,0 8 1-16,0-8 2 0,0 0-1 0,0 0-1 15,0 0-1-15,0 0 13 0,0 0-9 0,0 0-3 16,0 0 6-16,0 0-4 0,0 0-1 0,0 0 0 16,0 0-1-16,0 0-1 0,0 0 3 0,0 0 1 15,0 0-14-15,0 0 7 0,0 0 5 0,0 0-4 16,0 0 4-16,0 0 0 0,8 4 3 0,-8-4-4 15,0 0 13-15,0 0-8 0,0 0-5 0,0 0-2 16,0 0-1-16,9 0 10 0,-9 0-11 0,0 0 1 16,0 0-5-16,0 0 4 0,0 0-3 0,0 0-4 15,0 0 5-15,0 0-6 0,0 0 7 16,0 0-6-16,0 0-1 0,0 0 1 0,0 0 2 16,0 0-2-16,0 0 5 0,0 0 4 0,0 0-2 0,0 0-1 15,0 0 3-15,8 2-3 0,-8-2 4 16,0 0-1-16,0 0-4 0,0 0-4 0,0 0-5 0,0 0 2 15,0 0 1-15,0 0 3 0,0 0-6 16,0 0 1-16,0 0-6 0,0 0 1 0,0 0-1 16,0 0 2-16,0 0 9 0,0 0-7 0,0 0 0 15,0 0 3-15,0 0-2 0,0 0 8 0,0 0-5 16,0 0 2-16,0 0 1 0,0 0-2 0,0 0 2 16,0 0 5-16,0 0 1 0,0 0-3 0,0 0 4 15,0 0 2-15,0 0 0 0,0 0-1 0,0 0 1 16,0 0-6-16,0 0 7 0,0 0-1 0,0 0-3 15,0 0 6-15,7 2-5 0,-7-2 0 0,0 0 0 16,0 0 3-16,0 0-2 0,0 0-1 0,0 0 4 16,0 0-4-16,0 0 4 0,0 0-4 0,0 0 1 15,0 0 2-15,0 0-2 0,0 0-1 0,0 0 3 16,0 0 0-16,0 0-3 0,0 0 6 16,0 0-3-16,0 0-2 0,0 0-6 0,0 0 7 0,0 0-2 15,0 0 2-15,0 0-4 0,0 0 18 0,0 0-16 16,0 0-2-16,0 0 4 0,-15 9 4 0,15-9-4 15,-6 4 0-15,6-4-3 0,0 0 6 0,-8 4-5 16,8-4 3-16,-5 6 6 0,5-6-8 0,-6 5 10 16,6-5-12-16,-7 6-3 0,7-6 2 0,-5 8 3 15,5-8-5-15,-5 7 3 0,5-7 2 0,-3 7-1 16,3-7-3-16,0 0 5 0,-2 7-2 16,2-7 0-16,0 0 12 0,0 10-10 0,0-10 0 15,0 0-1-15,4 7 0 0,-4-7 0 0,6 6 1 0,-6-6 0 16,5 5 1-16,1-3-1 0,-6-2-2 15,9 6 0-15,-9-6-4 0,0 0 1 0,16 2-1 16,-16-2 3-16,12 1-7 0,-1-1 3 0,-11 0 4 0,12 0-5 16,-12 0 1-16,0 0 4 0,14 2-5 0,-14-2 0 15,0 0 2-15,15-2 1 0,-15 2-1 16,0 0-7-16,10 2-10 0,-10-2 21 0,0 0-18 16,0 0-19-16,9-2 8 0</inkml:trace>
  <inkml:trace contextRef="#ctx0" brushRef="#br0" timeOffset="112473.25">17588 3665 14 0,'11'-2'16'0,"-11"2"-1"16,0 0 6-16,0 0-6 0,7-7 3 0,-7 7 1 16,0 0 0-16,0 0-2 0,0 0-2 15,0 0-2-15,-1-12-4 0,1 12 1 0,0 0 0 16,0 0-2-16,-11-7-5 0,11 7 0 0,-11-5 1 15,6 3 1-15,5 2-5 0,-10 0 5 0,10 0 0 16,0 0 1-16,-14 2-3 0,14-2-3 0,-9 2 1 16,9-2-1-16,-14 4-2 0,7-1 3 0,1 2-2 15,6-5 3-15,-13 5-2 0,8-1 3 0,5-4-3 16,-9 8-1-16,9-8 1 0,-8 9 0 0,3-4 0 16,5-5 2-16,-6 8-6 0,6-8 6 0,-5 10-2 15,5-10-5-15,-4 7 2 0,4-7-1 0,-2 12 2 16,2-12 1-16,0 0 0 0,1 14 1 0,-1-14 3 15,4 9 4-15,-4-9-6 0,6 8 4 0,-6-8-2 16,13 6-1-16,-7-2-11 0,5 0-6 0,-11-4-25 16,17 1-43-16,-6-1 19 0</inkml:trace>
  <inkml:trace contextRef="#ctx0" brushRef="#br0" timeOffset="128005.76">14880 6018 31 0,'0'0'52'0,"-13"-9"-4"0,13 9-22 15,0 0-10-15,0 0-12 0,0 0-11 0,0 0-5 16,0 0-15-16,0 0-29 0,0 0 14 0</inkml:trace>
  <inkml:trace contextRef="#ctx0" brushRef="#br0" timeOffset="129742.96">14816 6029 30 0,'0'0'34'0,"0"0"-1"15,0 0-10-15,0 0-2 0,0 0 10 0,-5-5-16 16,5 5 1-16,0 0 3 0,0 0-6 0,0 0 2 16,-5-5-3-16,5 5-1 0,0 0 4 0,0 0-6 15,-9-2-2-15,9 2 3 0,0 0-3 0,-13-3 1 16,13 3-10-16,-11 1 10 0,11-1-6 0,-11 2-2 0,11-2 3 16,-13 0 0-16,5 0-1 0,-3 1-1 15,11-1-1-15,-16 0 3 0,7 0 5 0,9 0 4 16,-11-1 1-16,11 1-2 0,-13 2 1 0,13-2 2 15,-10 0-2-15,10 0 10 0,0 0-5 0,-9-1 1 16,9 1 2-16,0 0-1 0,0 0-1 0,0 0-1 0,0 0-4 16,0 0-5-16,0 0 10 0,0 0-10 15,0 0-6-15,27-8 6 0,-15 6 0 0,8 0 0 16,1-1-2-16,1 0 3 0,7-1-3 0,-2 0-1 16,-4 1 0-16,-1 3 0 0,6-3-8 0,-9-1 5 15,4 3 1-15,-2-2 4 0,-3 1 0 0,1 2-8 16,-1-2-4-16,-6 1 13 0,1 0-2 0,1 1-3 0,-4 1 0 15,-3-1 5-15,-7 0-8 0,16-1-2 16,-16 1-2-16,15 0 1 0,-15 0 3 0,7 0-1 16,-7 0 6-16,0 0-6 0,9-2 7 0,-9 2-3 15,0 0 3-15,0 0-8 0,7 0 3 0,-7 0-1 16,0 0-9-16,0 0 7 0,0 0-6 0,0 0 0 0,0 0-3 16,0 0-2-16,0 0-5 0,0 0 0 0,-30 0-1 15,30 0-4-15,-15 2 0 0,3-1-5 16,2 0 7-16,-3 1-6 0,1-1 2 0,1 1-2 15,-5 0 3-15,2 0 1 0,-6-1-1 0,2 1 2 16,1 1 4-16,-4 3-1 0,2-4-1 0,-3 1 4 16,0-2 6-16,3 3-1 0,-2-3-1 0,-2 2-1 15,2-2 1-15,0 3 7 0,0-3-1 0,1 2 3 16,7-3-8-16,0 2 9 0,0-1 10 0,3 0 2 16,4 1 0-16,6-2-1 0,-13 0 0 0,13 0-5 15,0 0 2-15,0 0 0 0,0 0 1 0,0 0 2 16,0 0 3-16,0 0 0 0,38-9 1 0,-19 7-2 15,10-3-3-15,-1 3 1 0,2-2-4 0,0-2 4 16,4 2 3-16,-3 1-5 0,0 0-3 0,1-2 4 16,-3 2-2-16,-2 1 3 0,5-1-2 0,-4 0 1 15,-8 2-7-15,-1-1 2 0,1 2 0 0,-1-2 0 16,-5 2 1-16,0-1-5 0,-3 1 1 0,-2 0-7 16,-2 0-1-16,-7 0 4 0,11 0-5 0,-11 0 2 15,10 3 2-15,-10-3-2 0,0 0 4 0,0 0 3 16,0 0-6-16,0 0-1 0,0 0 4 0,0 0-3 15,0 0 7-15,0 0-5 0,-26 3 5 0,14-3-5 16,-2 2 7-16,-5 0-2 0,2 1 2 0,-3-2-4 16,1 0 2-16,-5 2-4 0,3-2 3 0,-8 2 3 15,-1 2-5-15,3 0 1 0,-2-2-2 0,8 0 0 16,-2 0 3-16,2-2 2 0,0 3-6 0,5-3 4 16,3 2-1-16,-1 0-2 0,4-2 4 0,2 1-4 15,0-1 3-15,8-1-2 0,-10 0 1 0,10 0 4 16,-6 3 5-16,6-3-6 0,0 0 2 0,0 0 5 15,0 0-7-15,0 0 2 0,37-2 0 0,-18 1 2 16,0-1 4-16,3 0-3 0,6-4 5 0,-1 4-4 16,0-1-7-16,-6 0 2 0,7-1-1 0,-6 0 5 15,5 0-3-15,-5 1-1 0,-6 1-4 0,3 0 6 16,-2 1 1-16,1-1-2 0,-6-1 3 0,-1 2-11 16,-4 1-5-16,-7 0 9 0,11-3-3 0,-5 2-5 0,-6 1 1 15,0 0 3-15,12 0-2 0,-12 0-1 0,0 0 5 16,0 0-8-16,0 0 5 0,0 0 0 15,0 0 3-15,0 0 2 0,-31-1-5 0,23 3-6 16,-4-2-2-16,-2 2-1 0,-4-1 4 0,1 0-1 16,-2 2 2-16,2-2-7 0,1 1 9 0,-3 0-5 15,1 1 9-15,1 0-5 0,4 0-2 0,1-1 4 16,-1 1 0-16,0 0 2 0,4 0-2 0,1-1 4 16,8-2-5-16,-11 1-1 0,4 0 7 0,7-1-5 15,-5 4 6-15,5-4-4 0,0 0 3 0,0 0-3 16,0 0 2-16,0 0 5 0,28 0-1 0,-16-1-5 15,5-1 3-15,2-1-2 0,-3 1-1 0,2 1 4 16,0-2 1-16,-3 0-4 0,2-1 7 0,1 2-4 16,-4 0-2-16,-1 2-3 0,0-2 5 0,-3 2-7 15,0 0-8-15,-2 0-14 0,-8 0-31 0,10 0 14 16</inkml:trace>
  <inkml:trace contextRef="#ctx0" brushRef="#br0" timeOffset="131117.84">14944 6027 5 0,'0'0'8'0,"0"0"3"0,0 0-2 0,0 0 2 15,30-3 2-15,-30 3-7 0,11-3-1 0,-11 3 2 16,10 0-1-16,-10 0-2 0,0 0 1 0,9 0-3 16,-9 0 2-16,0 0 0 0,0 0 2 0,0 0-4 15,9-1-1-15,-9 1-2 0,0 0-2 0,0 0 6 16,0 0-3-16,0 0 1 0,0 0 3 0,0 0-4 16,0 0 2-16,0 0-5 0,0 0 5 0,0 0-4 15,8 2 3-15,-8-2 0 0,0 0 0 0,0 0 0 16,0 0-1-16,0 0 4 0,0 0-1 0,0 0 3 15,0 0-3-15,0 0 2 0,0 0-3 0,0 0 4 16,0 0-1-16,0 0 6 0,0 0 4 0,0 0-1 16,0 0 1-16,0 0-4 0,0 0 3 0,0 0-1 15,0 0 4-15,0 0-6 0,0 0 3 0,-28 2-2 16,28-2 3-16,0 0-2 0,0 0 5 0,0 0-7 16,0 0 3-16,0 0 1 0,0 0 1 0,0 0 0 15,0 0 10-15,0 0-7 0,0 0-1 0,0 0 4 16,0 0-5-16,0 0 6 0,0 0-5 0,0 0 2 15,0 0 3-15,0 0-7 0,0 0 7 0,0 0-8 16,0 0-3-16,0 0 8 0,-3-9-4 0,3 9 1 16,0 0-7-16,0 0 26 0,0 0-34 0,0 0 4 15,-2-9 4-15,2 9 1 0,0 0 1 0,0 0 3 16,0 0-2-16,0 0-1 0,0 0-13 0,0-7 10 16,0 7-5-16,0 0 4 0,0 0 6 0,0 0-3 15,0 0 6-15,0 0-11 0,0 0 2 0,0 0-2 16,-3-10 10-16,3 10-11 0,0 0 11 0,0 0-19 15,0 0 8-15,0 0-11 0,-1-7 12 0,1 7-5 16,0 0 11-16,0 0-8 0,0 0-10 0,0 0 6 16,0 0 15-16,0 0-17 0,0 0 4 0,0 0-4 15,0 0-1-15,0 0 2 0,0 0 6 0,0 0-8 16,0 0-1-16,-5-8 0 0,5 8 1 0,0 0 3 16,0 0 0-16,0 0 1 0,0 0 2 0,0 0-4 15,0 0 10-15,0 0-9 0,0 0-6 0,0 0 6 16,0 0 0-16,0 0-3 0,0 0 4 0,0 0-5 15,0 0-1-15,0 0 4 0,0 0-2 0,0 0 1 16,0 0 6-16,0 0-9 0,0 0 4 0,0 0-2 16,0 0-6-16,0 0 14 0,0 0 0 0,0 0-5 15,0 0-6-15,0 0 5 0,0 0 4 0,0 0 1 16,0 0-7-16,0 0 1 0,0 0 5 0,0 0-6 16,0 0-3-16,0 0-1 0,0 0 18 0,0 0-22 15,0 0 6-15,0 0-2 0,0 0 4 0,0 0-3 16,0 0 8-16,0 0-4 0,0 0 1 0,0 0 1 15,0 0-1-15,0 0 7 0,0 0-6 0,0 0 8 16,0 0-8-16,0 0-3 0,0 0 3 0,0 0 3 16,0 0-9-16,0 0 2 0,0 0-2 0,0 0 13 15,0 0-8-15,0 0 3 0,0 0-6 0,0 0 6 16,0 0 0-16,0 0-5 0,0 0-1 0,0 0-1 16,0 0 4-16,0 0 0 0,0 0 3 0,0 0-1 15,0 0 9-15,0 0-7 0,0 0-3 0,0 0 1 16,0 0 1-16,0 0-4 0,0 0 0 0,0 0 7 15,0 0-9-15,0 0 3 0,0 0 1 0,0 0 4 16,0 0-8-16,0 0 25 0,0 0-20 0,0 0-14 16,0 0 12-16,0 0-6 0,0 0 0 0,0 0 3 15,0 0 4-15,0 0 3 0,0 0-5 0,0 0 5 16,0 0 7-16,0 0-13 0,0 0 4 0,0 0-3 16,0 0-5-16,0 0 1 0,0 0 3 0,0 0 2 15,0 0 4-15,0 0 1 0,0 0-1 0,0 0-2 16,0 0-5-16,0 0 7 0,0 0-5 0,0 0-2 15,0 0 2-15,0 0 2 0,0 0-2 0,0 0 4 16,0 0-10-16,0 0 11 0,0 0-5 0,0 0-3 16,0 0 3-16,0 0 4 0,0 0-5 0,0 0 3 15,0 0-5-15,0 0-1 0,0 0 5 0,0 0-1 16,0 0 0-16,0 0 0 0,0 0 1 0,0 0-2 16,0 0-4-16,0 0 11 0,0 0-10 0,0 0 1 15,0 0 0-15,0 0 13 0,0 0-14 0,0 0 15 16,0 0-12-16,0 0 6 0,0 0-6 0,0 0 6 15,0 0-2-15,0 0 5 0,0 0-5 0,0 0 0 16,0 0 1-16,0 0 10 0,0 0-4 0,0 0-15 16,0 0-2-16,0 0-1 0,0 0 8 0,0 0-2 15,0 0-7-15,0 0 7 0,0 0 0 0,0 0-1 16,0 0 4-16,0 0-7 0,0 0 5 0,0 0-2 16,0 0 8-16,0 0-1 0,0 0-5 0,0 0-4 15,0 0 3-15,0 0-2 0,0 0 1 0,0 0-2 16,0 0 1-16,0 0 5 0,0 0-13 0,0 0-1 15,0 0 2-15,0 0-5 0,0 0-10 0,0 0 4 16,0 0 7-16,0 0 1 0,0 0-4 0,0 0 0 16,0 0 0-16,0 0-5 0,-13 12-1 0,13-12-10 15,0 0-2-15,0 0-40 0,0 0-84 0,-4 5 38 16</inkml:trace>
  <inkml:trace contextRef="#ctx0" brushRef="#br0" timeOffset="132984.31">14970 6039 12 0,'0'0'49'16,"0"0"-15"-16,0 0-8 0,0 0-7 0,0 0-10 16,0 0-5-16,0 0-15 0,0 0-13 0,0 0-26 15,0 0 12-15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9:33:07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13603 15313 47 0,'0'0'52'0,"0"0"-5"0,0 0-6 0,-19-8-3 16,19 8-2-16,0 0-4 0,-8-5 5 0,8 5-2 15,-7-1-1-15,7 1-6 0,0 0 0 0,-10-1 1 16,10 1-4-16,-8-3 3 0,8 3-7 0,0 0-2 16,-9-2 3-16,9 2-2 0,0 0-1 0,-12-2-2 15,12 2 0-15,0 0-5 0,-8-1 3 0,8 1 3 16,0 0-6-16,0 0-7 0,0 0 0 0,0 0 5 16,0 0-6-16,0 0 4 0,0 0-6 0,0 0 10 15,0 0-5-15,0 0-1 0,0 0-3 0,0 0 4 16,31 4-1-16,-10-2 3 0,10-2-3 0,-2 0 0 0,5-2 3 15,4-2 1-15,14-1 5 0,-1-1 0 16,3-1-4-16,2 0-1 0,3-2 1 0,-1 0-5 16,-1 2 5-16,4-3-3 0,-8 1 1 0,1 3 2 15,0-1 0-15,0-2-8 0,-3 3 6 0,-13 2-2 16,1-1 3-16,1 2-1 0,-4-2 0 0,2 1-5 0,-3 2 4 16,-3-2-4-16,-2 1 8 0,-1 1-8 15,-9 0 2-15,1 0-7 0,-2 2 13 0,-2-1-9 16,-4-1-1-16,-2 1-4 0,-2 1 5 0,0 0 2 15,-9 0 2-15,13 0 3 0,-13 0 10 0,7-1 3 16,-7 1 5-16,0 0-17 0,0 0 3 0,0 0 1 16,0 0-2-16,0 0-5 0,0 0 3 0,0 0 1 15,0 0-3-15,0 0-12 0,-35-5 3 0,22 5 0 16,3 0-3-16,-3 1-1 0,0 1-4 0,-4 1-3 16,-1-2-7-16,2 3-10 0,2-2 8 0,-1 1-6 15,-3 0-1-15,5 1 0 0,-3-1 3 0,3 0-3 0,-1 1-3 16,-2-1-4-16,2 0 2 0,-3 1 1 0,1 1 0 15,3-2 0-15,-2-1 1 0,2 2-2 16,-1 0 3-16,1-1-3 0,0-5 3 0,-3 8 4 16,-1-3 5-16,-1 0-5 0,2-2 4 0,-2 2 7 15,-1-1-4-15,2 1 10 0,-3 0-3 0,2-1-6 0,0 3 12 16,0-4-2-16,0 1 4 0,0 2-5 16,4-1 5-16,-3-3 4 0,1 2-3 0,0 0 3 15,3 1 5-15,1-2 7 0,4-1 0 0,1 3-4 16,7-3 1-16,-12 4 4 0,12-4-2 0,-9 0-6 15,9 0-7-15,0 0 7 0,-4 4-5 0,4-4 17 0,0 0-12 16,19 7-5-16,-6-7 11 0,7-1-4 16,12-3 5-16,3 0 0 0,14-4 6 0,-8 5 2 15,10-3-7-15,1 3-8 0,-2-3 7 0,-10 2-2 16,-2 4-1-16,1-3-4 0,-3 2-11 0,-1-2 1 16,-3 3-5-16,-3 0 4 0,-2 1-7 0,-7 1 2 0,1-2-9 15,-2 0-8-15,-5 0 3 0,4 1-6 16,-9-1-8-16,4 0-8 0,-2 1 3 0,-3 1-38 0,2-2-88 15,-2 3 39-15</inkml:trace>
  <inkml:trace contextRef="#ctx0" brushRef="#br0" timeOffset="618.29">15278 14979 52 0,'0'0'57'0,"0"0"-2"15,0 0-3-15,0 0 2 0,2 15 7 0,-2-15-11 16,3 11-9-16,-3-4-2 0,0-7-3 0,1 14-4 16,-1-9 6-16,3 1-5 0,-1 1 3 0,-2-7-11 15,5 10 1-15,-2-4 10 0,-1 0 1 0,2-2-19 16,-4-4 7-16,9 6 3 0,-2-3 15 0,2-2-23 16,4-1 1-16,7-5 1 0,9-4-13 0,6-1-6 15,11-10-30-15,6-1-3 0,6-2-21 0,-1-6-22 16,24-13-55-16,-29 11-139 0,20-16 61 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09:53:46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2665 3463 47 0,'-3'-4'161'0,"0"-4"-11"0,3 8-2 0,-6-10-10 16,6 10-16-16,-4-7 1 0,4 7-5 0,-5-9-7 16,5 9-5-16,-2-6-10 0,2 6-11 0,0 0-7 15,-4-8-8-15,4 8-10 0,0 0-6 0,0 0-4 16,0 0-8-16,0 0-2 0,0 0-6 0,0 0-1 15,0 0-1-15,27 14-6 0,-15-6-8 0,1 2 3 16,1 3 0-16,1 1-1 0,4 5-6 0,3 1-2 16,-3 1 1-16,2-2-2 0,-2-1 5 0,-1 0-5 15,-1 2 2-15,-5-5-2 0,0 1-2 0,0-5-3 16,-3 5-1-16,-2-7-2 0,0 1-3 0,0 0-1 16,-3-1 1-16,-2-4-2 0,-2-5-4 0,7 12 7 15,-7-12 1-15,3 6 1 0,-3-6 3 0,0 0-3 16,0 0 2-16,2 4 1 0,-2-4-3 0,0 0 6 15,0 0 0-15,-9-31 5 0,7 16 2 0,2-2 0 16,3-2-4-16,1-6-1 0,2 0-2 0,3-1-4 16,3 1 0-16,-2-3-1 0,5 2 1 0,1-3-4 15,-1 1 4-15,0 0-1 0,2 4-4 0,-1 1 1 16,-2 0-9-16,3 1 5 0,-5 8 3 0,-2 1-8 16,-1 3-6-16,-2 2-22 0,2 1-8 0,-1 2-21 15,3 1-21-15,-11 4-23 0,13 0-19 16,-13 0-10-16,14 14-23 0,-9 2-85 0,-5 3-266 15,0 6 118-15</inkml:trace>
  <inkml:trace contextRef="#ctx0" brushRef="#br0" timeOffset="268.68">2934 3745 162 0,'-7'-8'175'16,"7"8"-9"-16,0 0-11 0,0 0-21 0,0 0-13 16,0 0-12-16,-5-7-11 0,5 7-16 0,0 0-9 15,0 0-4-15,0 0-6 0,-1 26-12 0,1-11 3 16,0 3-6-16,-3 8 7 0,0 2-6 16,1 1 0-16,1 4-11 0,-4-1 1 0,1-1-4 15,0 2-6-15,2-6-3 0,-2 4 4 0,0-5-4 16,3 0-6-16,-2-8-31 0,3 0-13 0,0-5-18 0,1 2-42 15,1-3-33-15,0-1-37 0,1-2-100 16,1 1-276-16,-4-10 123 0</inkml:trace>
  <inkml:trace contextRef="#ctx0" brushRef="#br0" timeOffset="456.12">3441 3759 114 0,'13'-4'122'0,"0"-2"-15"0,0 3-5 15,-1 0-13-15,2 2-21 0,-14 1-17 0,25-2-28 16,-14 3-35-16,-1 0-30 0,2 4-62 0,-6-1-113 16,-6-4 51-16</inkml:trace>
  <inkml:trace contextRef="#ctx0" brushRef="#br0" timeOffset="602.08">3477 3917 43 0,'0'0'113'0,"0"0"-8"0,0 0 8 16,0 0-13-16,0 0-12 0,15 10-12 0,-2-10-2 16,0 0-12-16,7 0-26 0,2-3-42 0,7-2-50 15,3 0-69-15,-5 2-136 0,8-3 61 0</inkml:trace>
  <inkml:trace contextRef="#ctx0" brushRef="#br0" timeOffset="1152.08">4828 3433 2246 0,'7'-14'57'0,"3"-1"30"0,-5 3-35 15,0 2-17-15,-4 1-12 0,0 2-13 0,-1 7-2 16,5-7-1-16,-5 7-6 0,0 0-2 0,0 0 1 16,0 0 0-16,0 0 3 0,0 0 3 0,-16 35 2 15,2-14 1-15,0 3-2 0,-3 0 2 0,-1 0 0 16,3-1-2-16,-3 0 0 0,5 0-1 0,0 0-1 16,2-7 2-16,2 0 0 0,-4 0-4 0,4-1 0 15,1-2 4-15,1-2-3 0,2-2 1 0,0 1-2 16,-2-3 1-16,2-1 1 0,1 0-2 0,4-6 1 15,-5 9 2-15,0-7 0 0,5-2 0 0,-4 6 0 16,4-6 2-16,0 0-2 0,0 0-1 0,0 0-1 16,0 0-3-16,0 0-1 0,0 0-3 0,0 0-4 15,0 0-4-15,0 0-3 0,30-12 2 0,-20 8 1 16,1 0-2-16,1 1 3 0,2 0-6 0,4-1 2 16,0 0-5-16,1 1 4 0,-1 1-7 15,3-1 0-15,9 1-3 0,-3-1 0 0,-7 2-2 0,2 0 0 16,-1-2 3-16,-1 2 4 0,1-2 0 0,-3 1-1 15,0 2 8-15,0-6-6 0,-5 4 10 0,0-2-1 16,-2 0 1-16,-1 3 1 0,1-3 2 0,-5 0 5 16,2-2 5-16,-4 1 4 0,-1-1 3 15,0 0 7-15,-2-4-7 0,-1 0 4 0,-2-1 4 0,-1-2-3 16,-3-1 7-16,-3 0-6 0,-4 0 3 0,-5-4-6 16,0 5 0-16,3 0 0 0,-7-3 4 0,4 3-1 15,2 2-2-15,-2-2-2 0,1 4 0 0,4 3-3 16,3 0-2-16,1 0-4 0,3 2-17 0,-2 0-30 15,8 4-31-15,-8-3-26 0,8 3-28 0,0 0-47 16,0 0-162-16,0 0-365 0,0 0 162 16</inkml:trace>
  <inkml:trace contextRef="#ctx0" brushRef="#br0" timeOffset="1694.73">5223 3365 1807 0,'0'0'-17'0,"9"-6"29"0,-4 3-19 16,-5 3 18-16,9-7-14 0,-2 5-4 0,2 1 4 16,2-2 6-16,1-1-4 0,5-2 0 0,1 3 2 15,1-2-3-15,1 1 2 0,0 2 3 0,-1 0-5 16,0-1-2-16,-6 2 1 0,1-1-12 0,-3 1-12 16,2 1-17-16,-3 0-16 0,-2 0-12 0,-8 0-11 15,14 3-7-15,-14-3 2 0,8 1 4 0,-8-1 14 16,6 3 9-16,-6-3 9 0,0 0 15 0,0 0 12 15,0 0 5-15,0 0 8 0,0 0 14 0,0 0 14 16,0 0 14-16,0 0 6 0,0 0 13 0,0 0-3 16,-28-2 7-16,28 2-13 0,0 0 2 0,0 0-5 15,0 0-6-15,-8 4 0 0,8-4 5 0,-2 11 6 16,0-3 0-16,1 3 6 0,-1 1-1 0,2 5-2 16,0-1-5-16,0 0 0 0,1 1-6 0,-1-1 3 15,0 0-4-15,1 1-6 0,-1-1 0 0,3-4-5 16,-3-1 4-16,1 2-7 0,0-3 2 0,1 0 0 15,-1-1-1-15,1 1-7 0,-2-2 3 0,0 2-5 16,0-10 0-16,-1 13 1 0,0-5 1 16,1-8 1-16,-5 13-2 0,0-5-3 0,-3-1 0 0,0 1 0 15,-1-1-16-15,-2-3 4 0,1 3-6 0,1-4-2 16,1 2-3-16,-1-3 2 0,0 2 4 0,3-3-3 16,6-1 0-16,-13 3 9 0,13-3 5 0,-12 0-8 15,12 0-3-15,0 0 3 0,-9-3 9 0,9 3-9 16,0 0 4-16,0 0-7 0,0 0-1 15,0 0 2-15,0 0 1 0,0 0 3 0,0 0-1 16,0 0 0-16,31-3 0 0,-14 5 4 0,2-1-3 0,-2 1 5 16,4 0-1-16,6-1-11 0,1 1-28 0,-1-2-28 15,5 0-30-15,0 0-36 0,-4-2-22 0,-7 1-91 16,0 1-266-16,7-4 117 0</inkml:trace>
  <inkml:trace contextRef="#ctx0" brushRef="#br0" timeOffset="2074.46">6006 3512 12 0,'0'0'185'0,"0"-11"-13"0,0 11-1 0,-1-8-9 15,1 8-10-15,0 0-18 0,-8-6-7 16,8 6-12-16,0 0-3 0,-16 8-1 0,8-2-8 16,-1 4-7-16,-2-2-9 0,0 6-6 0,2-1-10 15,3-3-6-15,-3 1-5 0,4 0-7 0,2 0-5 16,3-2-6-16,2 0-2 0,1 1-6 0,0-2 0 0,3 0-4 15,2 0-6-15,-2-3 4 0,-1 0-1 16,5-1-1-16,0 0-5 0,-3-2 0 0,1 0-3 16,1 0 0-16,-9-2 0 0,14 1-3 0,-10-1 1 15,-4 0-2-15,9 2 1 0,-9-2-3 0,0 0-3 16,0 0 0-16,0 0-4 0,0 0-1 0,0 0-2 16,0 0 1-16,0 0-1 0,0 0 4 0,-27-5-8 15,15 7 5-15,0 1-1 0,0 1 0 0,-1-1 0 16,-2 6 5-16,4-4 1 0,-6 4-2 0,7-3-2 15,2 0 0-15,-1 2 0 0,0 1 0 0,3-1-2 16,2-2 2-16,4-6-1 0,0 15 3 0,0-15 1 16,10 20-1-16,0-11-6 0,3 1-22 0,-1-3-20 15,6 1-26-15,1-3-26 0,-3-3-28 0,3 4-36 16,-2-4-28-16,-4 0-146 0,-3-1-360 0,-10-1 160 16</inkml:trace>
  <inkml:trace contextRef="#ctx0" brushRef="#br0" timeOffset="2355.3">5059 3956 119 0,'-13'4'134'0,"1"-1"-11"0,5 0-12 16,7-3-5-16,-8 4-4 0,8-4-7 0,0 0 0 15,15 12 3-15,2-7-2 0,14-3-1 0,8-2-2 16,21-2 0-16,4 0-13 0,29-6-3 16,-4-3-9-16,-24 4-3 0,25-6-8 0,-25 10-5 0,-1-8-1 15,1 3-6-15,-6 1-8 0,-2-1-4 16,-3 5-2-16,-16-1-10 0,2 0-13 0,-3 2-20 16,-5-2-7-16,0 5-24 0,-3 1-34 0,-6-1-29 0,-5 1-42 15,-4 2-116-15,-6-1-285 0,0 0 126 0</inkml:trace>
  <inkml:trace contextRef="#ctx0" brushRef="#br0" timeOffset="2929.41">5233 4438 166 0,'0'0'219'0,"0"0"-32"0,0 0-11 0,0 0-19 15,-8-4-7-15,8 4-1 0,-16 14-8 0,1 2-5 16,-4-1-13-16,-1 9-7 0,-1 0-12 0,0 0-3 15,3 0-13-15,3-2-10 0,-3-3-6 0,5-4-7 16,3-3-7-16,1-2-5 0,2 0-4 0,2-2-5 16,0-3 0-16,1 0-6 0,-1-1-2 0,5-4-1 15,-5 4-5-15,5-4 0 0,-2 6-1 0,2-6 2 16,0 0-2-16,0 0 0 0,0 0-8 0,0 0 2 16,0 0-6-16,0 0-1 0,17-14-1 0,-2 3 0 15,0 1-5-15,3 2 0 0,1 2-2 0,8-1 2 16,-1-2-6-16,0 0 0 0,2 4-1 0,2 2-1 15,-1-2-6-15,2 2-3 0,-2 0-3 0,2-1-3 16,-2 2-2-16,-1 2-2 0,2 0-2 0,-9 0 3 16,-1-1 0-16,0 1 2 0,-6-2 4 0,0 1-2 15,-2 1 4-15,-2-1 1 0,-3 1 2 0,-7 0 5 16,11-2 0-16,-11 2-2 0,6-6 4 0,-6 6-4 16,0-11 3-16,-4 2-3 0,-2-1 2 15,-2 0 0-15,-3-3 2 0,-7 0-1 0,-4-4 6 16,0 1-2-16,-2 1 5 0,0 2 5 0,1 0-2 0,5 3 1 15,-3 2-3-15,6-2 6 0,2 5-9 0,4 0-1 16,-1 0-13-16,4 3-19 0,-1-1-26 0,7 3-41 16,0 0-36-16,-12-6-37 0,12 6-36 0,0 0-164 15,0 0-395-15,0 0 175 0</inkml:trace>
  <inkml:trace contextRef="#ctx0" brushRef="#br0" timeOffset="3439.49">5614 4392 19 0,'0'0'161'0,"21"-7"-25"0,-9 7-18 16,2-3-20-16,-1 0-13 0,-13 3-21 0,27-2-14 16,-16 0-22-16,2 0-22 0,-13 2-2 0,18-2-21 15,-11 1-8-15,-7 1 0 0,11-2 3 0,-11 2-5 16,0 0 1-16,0 0 6 0,0 0 2 0,0 0 0 15,0 0 22-15,6-7 3 0,-6 7 8 0,0 0 9 16,0 0 5-16,0 0 10 0,0 0 1 0,0 0 10 16,0 0 1-16,0 0 2 0,0 0-4 0,0 0-6 15,0 0 1-15,0 0 4 0,0 0 7 0,0 0 9 16,0 0 4-16,-20 22 6 0,18-10 6 0,0-1-1 16,1 4-5-16,2 1-1 0,1 0 4 0,0 1-4 15,-2-2-4-15,2 2-9 0,1-1-5 0,-1 0-7 16,-2-4-1-16,3 1-4 0,-1-2-3 0,1 1-5 15,1-3-4-15,-1-2-3 0,-3-7-5 0,3 13 1 16,-3-13-6-16,5 10 2 0,-5-10 2 0,4 9-1 16,-4-9-2-16,0 0-2 0,3 9 0 0,-3-9 3 15,0 0-1-15,0 0-7 0,-13 8 5 16,13-8-4-16,-13 2 2 0,13-2-4 0,-13-2-2 0,13 2-1 16,0 0-5-16,-20-4 4 0,20 4-5 0,-9-2 5 15,9 2-2-15,-11-2 0 0,11 2 2 0,0 0-7 16,0 0-8-16,0 0 8 0,-12-2-4 0,12 2 3 15,0 0-1-15,0 0-2 0,0 0 4 0,0 0-3 16,0 0 0-16,0 0 0 0,0 0-9 0,47-2-7 16,-33 2-13-16,3-1-16 0,3-1-21 0,-1 2-32 15,1-2-43-15,0-1-42 0,-2 0-138 0,-1-1-351 16,1-1 155-16</inkml:trace>
  <inkml:trace contextRef="#ctx0" brushRef="#br0" timeOffset="3632.39">5766 4383 5 0,'0'0'217'16,"0"0"-26"-16,-8-6-20 0,8 6-21 0,0 0-14 0,0 0-14 15,0 0-21-15,31-11-18 0,-11 5-22 0,1 2-32 16,0 0-40-16,9-1-44 0,-1 1-47 0,-7 2-81 15,-4 1-199-15,1 0 88 0</inkml:trace>
  <inkml:trace contextRef="#ctx0" brushRef="#br0" timeOffset="3904.22">6152 4484 58 0,'0'0'191'0,"2"8"-2"0,0 2-15 15,0 6-9-15,-2 0-8 0,3 1-12 0,-3 0-8 16,-2 2-9-16,0 0-7 0,3 0-10 0,-3-2-15 16,2 1-6-16,1-1-5 0,-1-1-7 0,0 0-10 15,1-4-5-15,2 1-8 0,-3-2-1 0,1-3-7 16,0 3-4-16,2-2-12 0,-3-9-23 0,4 11-22 15,-4-11-28-15,2 11-31 0,-2-11-27 0,0 0-25 16,7 8-36-16,-7-8-136 0,0 0-321 0,0 0 142 16</inkml:trace>
  <inkml:trace contextRef="#ctx0" brushRef="#br0" timeOffset="4270.85">6188 4484 141 0,'0'0'154'0,"12"-6"-12"16,-4 2-4-16,-8 4-9 0,14-2-5 0,-14 2-7 16,15 1-2-16,-3 1-7 0,-3 1-1 15,-9-3 7-15,14 5-11 0,-6 0-10 0,-3-1-6 0,-5-4-5 16,10 9-1-16,-5-3-5 0,-5-6-1 16,4 16-4-16,-4-7-5 0,0 2-7 0,0-11-7 0,-3 14 0 15,3-14-10-15,-5 17-1 0,1-9-6 0,1 3 4 16,0-2-11-16,3-9-2 0,-4 12-5 0,4-12-1 15,0 13-3-15,0-3 1 0,0-10-1 16,5 13-5-16,-1-6-1 0,4 0-5 0,-2 2 2 16,2-1-4-16,1-1 0 0,2 0-2 0,-2-1 2 15,0 2-4-15,-2-5-2 0,1 3 1 0,-1-1-1 16,-7-5 1-16,10 8 0 0,-10-8 2 0,8 7 2 0,-8-7-4 16,1 9 2-16,-1-9 7 0,0 0-5 15,-13 12 0-15,4-7 3 0,-2 1-1 0,-6-2-5 16,-1 0 6-16,-1 1-6 0,1-2-23 0,0 0-27 15,-2-1-34-15,1-2-62 0,2 1-70 0,-5-2-143 16,5-1-388-16,1-3 172 0</inkml:trace>
  <inkml:trace contextRef="#ctx0" brushRef="#br0" timeOffset="9147.6">3270 5600 175 0,'0'0'165'0,"0"0"-4"0,0 0-4 0,0 0-10 15,0 0-13-15,0 0-4 0,0 0-11 0,0 0-15 16,0 0-3-16,0 0-9 0,0 0-6 0,0 0-5 16,0 0-9-16,0 0-8 0,22-1-6 0,-22 1-8 0,13-4-7 15,-2 1-1-15,-1 2-6 0,2-2-2 0,-1 2-9 16,1 0-13-16,-2 0-26 0,1 1-23 0,0-2-28 15,1 1-32-15,0 0-27 0,-3 1-17 16,1 1-128-16,-2 0-290 0,-8-1 128 0</inkml:trace>
  <inkml:trace contextRef="#ctx0" brushRef="#br0" timeOffset="9339.29">3225 5757 14 0,'0'0'151'0,"0"0"2"0,0 0-4 0,0 0-8 16,0 0-16-16,17 6-8 0,-5-6-7 0,3 1-14 15,5-1-10-15,-2 2-9 0,10-1-7 16,-6-1-22-16,-1 0-37 0,8 0-28 0,-1-1-33 16,-1 1-43-16,-8 0-105 0,-1 0-215 0,0-2 95 15</inkml:trace>
  <inkml:trace contextRef="#ctx0" brushRef="#br0" timeOffset="10465.91">3233 5606 4 0,'0'0'73'0,"0"0"9"16,0 0-7-16,0 0 3 0,0 0-9 0,0 0-5 16,-4-10-5-16,4 10-12 0,0 0-7 0,0 0-1 15,0 0 2-15,-8-5-8 0,8 5 1 0,0 0-4 16,-7-3 1-16,7 3-8 0,0 0 8 0,-9 0-5 16,9 0 4-16,0 0-7 0,-9-1-4 0,9 1 2 15,0 0-3-15,-13 2 2 0,13-2 1 0,0 0 11 16,0 0-2-16,-11-2 3 0,11 2-12 0,0 0 17 15,0 0-13-15,0 0-4 0,-8 2 3 0,8-2-6 16,0 0-2-16,0 0 2 0,0 0-7 0,0 0 9 16,0 0-4-16,0 0-5 0,0 0 13 0,0 0-12 15,33 3 0-15,-20-3-5 0,6 0 11 0,0 0-29 16,2-1-6-16,0-1-24 0,1 1-16 0,-1 1-15 16,-1-1-22-16,2 0-97 0,-6 2-208 0,5-3 93 15</inkml:trace>
  <inkml:trace contextRef="#ctx0" brushRef="#br0" timeOffset="10857.08">3271 5838 33 0,'27'-5'6'15,"0"4"-13"-15,-8-3-7 0,-1 0 3 0</inkml:trace>
  <inkml:trace contextRef="#ctx0" brushRef="#br0" timeOffset="18903.09">12051 3095 49 0,'-5'-6'146'0,"5"6"-12"0,0 0-2 0,0 0-15 16,0 0-3-16,-3-5-20 0,3 5-9 0,0 0-10 16,0 0-8-16,0 0-11 0,0 0 4 0,0 0-2 15,0 0-20-15,17-4-2 0,-6 3 6 0,2 2-10 16,6 1-9-16,3-4-16 0,-3 2 1 0,13-3-41 15,-5 4-7-15,3-1-22 0,-10 2-14 0,-1-3-6 16,0-1-14-16,1 2-68 0,-4 0-178 0,-4 0 78 16</inkml:trace>
  <inkml:trace contextRef="#ctx0" brushRef="#br0" timeOffset="19319">12263 3178 83 0,'3'14'108'0,"-3"3"5"16,0-1-12-16,0 2-5 0,-3-1-3 0,3 1 1 16,3 0-14-16,-3-6-28 0,0 5 14 0,0 0-7 15,-3-7-5-15,3 3-8 0,0-1-4 0,3-1 1 16,-3 2-6-16,0-1-5 0,0-2-1 0,0 1 0 15,0 0-4-15,0 0-3 0,0 1 4 0,-3-5-4 16,2 3-8-16,-2 0-8 0,1-3-8 0,-2 3-17 16,-1-1-6-16,1-2-8 0,-1-1-10 0,0-1-2 15,1 1 0-15,-2-3 2 0,6-3 13 16,-9 5 1-16,1-5 0 0,0 3 3 0,8-3 1 0,-13 0 2 16,13 0 5-16,-16-3 3 0,9 2 17 0,0-2-9 15,7 3 14-15,-14-3 8 0,14 3 18 0,-10-3-4 16,10 3 4-16,-7-1-2 0,7 1-11 0,-9-4-5 15,9 4 3-15,0 0 2 0,0 0-3 0,0 0-5 16,0 0-2-16,0 0 2 0,30 1-4 0,-11 1-1 16,-1-2 1-16,2 1-8 0,11 2-14 0,-4-5-21 15,1 5-15-15,1-3-27 0,-7 0-12 0,6 1-88 16,1-2-188-16,-12 1 83 0</inkml:trace>
  <inkml:trace contextRef="#ctx0" brushRef="#br0" timeOffset="19534.48">12652 3415 100 0,'-13'-4'138'0,"8"3"-5"16,5 1 2-16,-17 4-27 0,9-1 1 16,-2 3-5-16,3 3-2 0,-7 0-4 0,7 2-5 0,-3 3-12 15,1-1-14-15,1-1 2 0,6 1-10 16,-2-2-4-16,1 1-3 0,3 0-9 0,3 1 0 15,1-2-11-15,-2-1-16 0,6 0-25 0,-2-1-21 0,7 2-40 16,4-1-16-16,-6-4-25 0,7 0-112 0,-1-1-239 16,1-2 106-16</inkml:trace>
  <inkml:trace contextRef="#ctx0" brushRef="#br0" timeOffset="19748.41">12837 3449 126 0,'0'0'167'16,"0"0"-24"-16,0-7-18 0,0 7-16 0,0 0-13 16,0 0-7-16,0 0 1 0,0 0-7 0,-7 20-5 15,5-9-9-15,2 4-2 0,-3-2-7 0,1 3-10 16,2 1 1-16,0-1-4 0,0 1-2 0,-2-1-6 16,4-1-8-16,-2 1 1 0,-2-3-15 0,4 2-27 0,0-4-5 15,1 2-33-15,0-4-26 0,-1 1-13 16,2 0-24-16,0-3-101 0,-4 0-229 0,2-1 102 15</inkml:trace>
  <inkml:trace contextRef="#ctx0" brushRef="#br0" timeOffset="20129.8">12920 3430 56 0,'0'0'127'16,"13"-2"-3"-16,-8 2-4 0,-5 0-18 0,16 2 1 16,-8 2-1-16,1-1-6 0,0 0-9 0,-2 3-9 15,0 1-4-15,-3-1-12 0,1 1-8 0,-1 0-1 16,-4-1-6-16,0 6-3 0,-2-3-17 0,0 1 15 16,-3 1-7-16,-3-1 0 0,3 1-7 0,-4-1-10 15,4-2-9-15,1 1-14 0,-1-3-10 16,1 3-16-16,2-2 4 0,0-2-4 0,2-5-6 0,-2 11-1 15,2-11-3-15,0 10 7 0,0-10 7 0,4 10-2 16,-2-5 15-16,-2-5-4 0,7 7-10 0,-3-2 11 16,-2 1-1-16,3-3 9 0,-5-3-5 0,4 12-3 15,1-8 2-15,-3 1 12 0,1 1-4 0,-3-6 11 16,0 15 28-16,0-15-30 0,-3 10 24 0,1-4 1 16,-3 0-1-16,1 0 2 0,4-6-5 0,-9 14-2 15,0-8-8-15,5 0-27 0,-4 1 10 0,8-7-23 16,-11 7-16-16,11-7-27 0,-12 5-27 0,4-3-70 15,8-2-178-15,-13 3 78 0</inkml:trace>
  <inkml:trace contextRef="#ctx0" brushRef="#br0" timeOffset="20442.25">13118 3647 11 0,'12'6'120'0,"-12"-6"-4"16,3 8-6-16,2-3 5 0,-5-5-27 0,7 9-1 16,-3-5-1-16,2-1-10 0,-1 0-1 0,2 1 2 15,4 0 4-15,-2 0-3 0,0-2-8 0,5 1 2 16,-1-3 2-16,-2 0-10 0,3-1-11 16,-6-1-2-16,6 0 3 0,-1-2 1 0,-3 2 4 0,-3 0 4 15,-1 0 8-15,0-3 1 0,-6 5-7 0,7-8-8 16,-2 2-5-16,-5 6-4 0,0-15-1 15,0 8-9-15,0 7-3 0,-5-19 0 0,3 13-8 16,-2-2 5-16,1 2-12 0,-3 0-3 0,-1 1-10 16,7 5-12-16,-12-5-9 0,6 1-23 0,6 4-26 15,-18 0-7-15,9 0-55 0,9 0-50 0,-15 4-137 0,10-4-337 16,5 0 149-16</inkml:trace>
  <inkml:trace contextRef="#ctx0" brushRef="#br0" timeOffset="20883.57">13787 3298 22 0,'0'0'191'0,"-8"-4"-15"0,8 4-7 15,0 0-9-15,-8-3-16 0,8 3-10 0,0 0-14 16,0 0-13-16,0 0-13 0,0 0-14 0,0 0-5 16,0 0 1-16,0 0-8 0,0 0-9 0,25 15-8 15,-14-11-4-15,3 3-7 0,3-1 3 0,-1-1-5 16,1 4-4-16,-2-4-7 0,2 0 0 0,-3 0 1 16,1 2 0-16,2-1-8 0,-6-3-2 0,2 3-2 15,0-2-2-15,3 2 1 0,-4-3-9 0,-2 2 4 16,-2 1-2-16,1-2-1 0,-3-1-4 0,1 1 5 15,0 0-3-15,-2-2-3 0,-5-2 0 16,8 6 1-16,-4-2 9 0,-4-4-10 0,3 8-1 0,-3-8 2 16,2 12 13-16,-4-5 5 0,0 1 3 0,-3 2 5 15,-3 1 1-15,-2 5 2 0,1-3-3 0,-4 1 1 16,-1 1-2-16,-1-1-1 0,1 0 0 0,-2 0-5 16,3-2-2-16,0 2 0 0,4-2-5 0,-5-1 0 15,5-3-12-15,0 0-19 0,0 1-26 0,5-3-38 16,-1-1-41-16,5-5-45 0,-4 12-37 0,4-12-123 15,0 0-353-15,0 0 157 0</inkml:trace>
  <inkml:trace contextRef="#ctx0" brushRef="#br0" timeOffset="21208.62">14240 3274 136 0,'5'-7'150'0,"-5"7"-11"0,0 0-16 15,7 0-17-15,-7 0-7 0,13 3-7 0,-4-2-6 0,2 1-12 16,-2 0-4-16,0 1-8 0,1 0-3 16,-2-1-7-16,1 2-2 0,-1 0-5 0,-2-1-7 15,1-1-3-15,-1 3 1 0,1-1-3 0,-2 1-6 16,0-1 12-16,-1 3 0 0,0 2 14 0,0 2 6 15,-2 1 0-15,-2 1-2 0,-1 1-1 0,1 2 4 0,-1 1-2 16,-3-2 1-16,4 2 1 0,-4-3-4 16,-1 2-2-16,1 0-8 0,0-6-5 0,-2 3-2 15,2-2-3-15,2 5-3 0,-1-1-22 0,-1-1-33 16,0-5-49-16,2 1-56 0,2 1-58 0,0-11-152 16,-5 15-366-16,5-15 162 0</inkml:trace>
  <inkml:trace contextRef="#ctx0" brushRef="#br0" timeOffset="21576.3">14742 3248 118 0,'9'-5'157'0,"-1"0"-18"0,2 1-16 15,3 0-9-15,6 1-10 0,-2-1-16 0,-1 1-6 16,4-2-11-16,-3 4-15 0,-5-1-21 0,1 1-25 16,-1-1-15-16,-1 2-20 0,-4 0-25 15,4-3-10-15,-11 3-7 0,11 0-3 0,-11 0-2 16,9-2 2-16,-9 2 6 0,0 0-39 0,0 0-111 16,0 0 50-16</inkml:trace>
  <inkml:trace contextRef="#ctx0" brushRef="#br0" timeOffset="21894.08">14957 3204 298 0,'-18'-12'-15'15,"18"12"2"-15,-8-4 13 0,8 4 14 0,0 0 2 16,-9-1-2-16,9 1 4 0,0 0 1 0,0 0-3 15,0 0 3-15,0 0 5 0,0 0 6 16,-14 5 11-16,14-5 10 0,-3 8 12 0,1-1 2 16,-2 3-2-16,2 4 18 0,-1 3-6 0,2 1-3 15,-3 1 2-15,2 7-5 0,-1-1-3 0,2-5-5 16,1 4-6-16,-1-3 4 0,1 3-1 0,0-7-8 0,-2 0-4 16,2 0-9-16,2-5 1 0,-2 1-3 15,0 0-4-15,0-3-5 0,0 0 1 0,1-1-7 16,0-3-1-16,-1-6 11 0,-1 13-11 0,1-13-3 15,-3 8 7-15,3-8-9 0,0 7 7 0,0-7-7 16,0 0-1-16,-9 5 2 0,9-5 1 0,-10 0-3 16,10 0-3-16,-12-1 4 0,12 1 0 0,-8-4-1 15,8 4 1-15,-7-4-1 0,7 4 6 0,0 0-2 16,-10-3 4-16,10 3-4 0,0 0-3 0,0 0-5 16,-5-4-3-16,5 4 2 0,0 0-5 0,0 0 0 15,0 0-1-15,0 0-4 0,0 0 6 0,0 0-1 16,0 0-4-16,22 7-10 0,-11-3-13 0,0-2-21 15,4 1-26-15,5 0-28 0,-1 0-39 0,3-2-151 0,1 1-311 16,-6-2 138-16</inkml:trace>
  <inkml:trace contextRef="#ctx0" brushRef="#br0" timeOffset="22135.95">15344 3452 120 0,'0'0'172'0,"-6"-3"-8"0,6 3-7 0,0 0-10 16,-17 8-14-16,8-3-4 0,-2 3-11 0,3 0-7 15,-5 3-3-15,6-2-12 0,-3 5-10 16,3-5-6-16,-2 4-6 0,5-1-8 0,-1-2-8 16,5 3-2-16,0-3-10 0,3 0 0 0,-1 1-4 0,3-1-5 15,1 1-7-15,2-2-20 0,1 0-21 0,2-2-29 16,-1 0-19-16,1 0-32 0,0-1-30 0,3-3-17 15,-3 3-133-15,1-3-295 0,-1-1 131 0</inkml:trace>
  <inkml:trace contextRef="#ctx0" brushRef="#br0" timeOffset="22908.28">15594 3564 154 0,'0'0'175'0,"0"0"-12"0,0 0-5 16,0 0-9-16,0 0-13 0,0 0-10 0,0 0-12 16,3-5-6-16,-3 5-10 0,0 0-2 0,0 0-8 15,0 0-3-15,0 0-4 0,0 0-5 16,0 0-3-16,0 0-7 0,0 0-8 0,0 0-2 0,0 0-2 16,0 0-6-16,0 0-9 0,0 0 1 0,0 0 1 15,0 0-6-15,0 0-3 0,0 0-1 0,0 0-4 16,0 0-2-16,0 0 4 0,0 0-8 0,0 0-2 15,0 0 0-15,0 0 0 0,0 0-4 16,0 0-1-16,0 0-1 0,0 0-1 0,0 0-3 16,0 0 0-16,0 0 1 0,0 0-4 0,0 0 3 15,0 0-2-15,0 0-3 0,0 0 3 0,0 0 2 0,0 0-3 16,0 0 1-16,0 0-1 0,0 0 2 0,0 0-2 16,0 0-4-16,0 0 1 0,0 0 1 0,0 0-2 15,0 0 2-15,0 0 0 0,0 0 0 16,0 0-3-16,0 0 1 0,0 0 0 0,0 0 0 15,0 0-1-15,0 0-3 0,0 0 1 0,0 0 0 16,0 0 0-16,0 0 1 0,0 0-2 0,0 0 2 16,0 0-2-16,0 0 4 0,0 0-2 0,0 0-2 0,0 0 6 15,0 0-5-15,0 0 0 0,0 0 0 0,0 0 0 16,0 0 3-16,0 0-2 0,0 0-1 16,0 0 1-16,0 0-1 0,0 0-1 0,0 0 1 15,0 0 0-15,0 0-5 0,0 0 7 0,0 0-2 16,0 0 3-16,0 0-1 0,0 0-2 0,0 0 1 15,0 0-2-15,-13 15-1 0,13-15 4 0,0 0 1 16,-5 7-5-16,5-7 1 0,-5 3-1 0,5-3 2 16,-4 7-1-16,4-7 2 0,-5 5 0 0,5-5 0 15,0 0 0-15,-5 7-2 0,5-7-3 0,-5 5 5 16,5-5-3-16,-4 6 2 0,4-6 0 0,-4 6 0 16,4-6 1-16,-1 7-1 0,1-7 2 0,-1 9 0 15,1-9 0-15,0 0-2 0,2 10 2 0,-2-10-1 16,1 7 2-16,-1-7 1 0,5 10-3 0,-2-8 1 15,-3-2 0-15,8 5 0 0,-3-2 2 0,-5-3 0 16,9 6-2-16,-4-5 2 0,3 1 0 0,1 0 2 16,-3-1-1-16,-6-1 0 0,17 0 0 0,-8 0 0 15,-1-1 3-15,0-1 0 0,0 0-1 0,2-3-1 16,-3 3 4-16,2-5-5 0,-2 2 0 16,0 0 0-16,0-4-2 0,-2 1 2 0,1-1 2 15,-3 2-2-15,4-2 2 0,-6 1-3 0,2-2 1 0,-3 3-3 16,1 0-1-16,-1 7 0 0,-1-13 2 0,1 13-10 15,-7-10-14-15,7 10-18 0,-15-4-30 0,1 6-29 16,-4 4-52-16,-8 0-69 0,-9 4-146 0,1 0-397 16,-15 1 175-16</inkml:trace>
  <inkml:trace contextRef="#ctx0" brushRef="#br0" timeOffset="23916.44">12470 4089 90 0,'-10'-1'87'0,"-2"1"11"0,12 0-5 16,-17-1-3-16,9 2-8 0,8-1 3 0,-9-3-10 16,9 3-8-16,0 0 0 0,-13 0-18 0,13 0 0 15,0 0-3-15,0 0-2 0,0 0-8 0,0 0-5 16,0 0-1-16,0 0-1 0,0 0 1 0,40 0-6 16,-8-2-2-16,24-3-4 0,7-2 4 0,34-2 3 15,6-2-15-15,9 1-3 0,5-1 10 0,4-1 2 16,1 5-5-16,-1-3 3 0,5-2-2 0,4 3-4 15,2-1 0-15,1-1-7 0,-5 1 9 0,5-1-12 16,-6 0 4-16,1 1-4 0,3-5 1 16,-7 9 1-16,-8-5 1 0,-1 4 0 0,-5 3-1 0,-5 0-1 15,-5-2 4-15,-7 5-5 0,-3-6 1 0,-32 4-2 16,0 0 0-16,-5-1-3 0,-15 0 6 0,-5 3 4 16,-1-3-7-16,-5 1 2 0,-8 2 14 0,-5-1 5 15,-4 1 10-15,1-1 3 0,-3 2 7 0,-1-3-4 16,-7 3-1-16,9-2 2 0,-9 2-6 0,10-2-1 15,-10 2-8-15,0 0-1 0,0 0-6 0,7-2-28 16,-7 2-14-16,0 0-42 0,0 0-28 0,0 0-31 16,0 0-127-16,0 0-274 0,-43 5 122 0</inkml:trace>
  <inkml:trace contextRef="#ctx0" brushRef="#br0" timeOffset="25690.39">12313 3696 47 0,'-8'-4'62'0,"-4"0"-9"16,1 1 6-16,-3 0 0 0,3 3-20 0,-2-3 2 15,-5 3 3-15,4-1-12 0,0 1 5 0,-3 2-5 16,-3 0-4-16,2 0 3 0,2 1-7 0,2 2-2 16,-1 0 4-16,-2 0 8 0,0 2-3 0,1 0-9 15,1 5-7-15,-1-2 10 0,1 3-9 0,0 0 1 16,1 2 3-16,1 1 0 0,-2 6 1 0,6-5-3 15,-5 6 3-15,2 1-8 0,0 1 9 0,5-1 4 16,0-1-9-16,-1 2 9 0,2-1-18 0,2-1 12 16,-3 2 9-16,5 0-22 0,-2-5 6 15,4 2-1-15,0-1 8 0,2-2 0 0,0 8 2 0,0-3 3 16,5 2-2-16,-5-1-4 0,6-2-2 0,-2 2 1 16,3-1-8-16,-5-4 2 0,3 3 7 0,0-4-8 15,-2-1 1-15,2 2 2 0,-2-3 2 0,0 1-7 16,1-1 3-16,0 1-4 0,0-1 1 0,-2-1 4 15,-1-1-3-15,1 0 10 0,-2 1-10 0,0-4-4 16,2 4 5-16,-2-6-9 0,0-3 3 0,-1 2-3 16,0 0 3-16,1-1 3 0,-2-8-3 0,2 10-1 15,1-5 7-15,-3-5-11 0,0 9 1 0,0-9 6 16,0 0-4-16,2 7 1 0,-2-7-7 0,0 0 4 16,2 9 6-16,-2-9 2 0,6 2-1 0,-6-2-7 15,14 0 4-15,0-2 0 0,4 0-7 0,5-2 8 16,6 1 2-16,3-3-5 0,3 0 2 0,1 2-7 15,0-3 7-15,2 3-10 0,-2 0 1 0,2-2-2 16,-1 1 8-16,-2-1 1 0,-1-1-1 0,-1 5 0 16,-1 0-3-16,-5-3-1 0,0 5-1 15,-8 0 4-15,-6 0-3 0,0 0-2 0,1 0 1 0,-2 0-3 16,0 0 0-16,-5 0 4 0,-7 0-4 0,11 3 5 16,-11-3 0-16,6 2-4 0,-6-2 0 0,0 0 7 15,5 4-3-15,-5-4 12 0,0 0-2 0,0 0 4 16,-14 18 8-16,6-11-4 0,-3 0-6 15,1 0 3-15,-3 4 0 0,-1-1-5 0,4-2 2 0,-2 3-2 16,3-3-1-16,2 2 4 0,-1-1-8 0,3-1-6 16,-4 1-10-16,4-3-36 0,1 3-29 0,-2-2-14 15,1 2-28-15,3-4-11 0,-2 1-71 0,0 1-216 16,4-7 95-16</inkml:trace>
  <inkml:trace contextRef="#ctx0" brushRef="#br0" timeOffset="25886.54">12580 4518 105 0,'-9'-16'178'0,"-4"3"-8"0,2-1-11 0,-1 3-17 16,2-1-12-16,0 3-10 0,-3-1-5 16,4 2-7-16,2 4-12 0,0 0-6 0,3 1-13 0,4 3-10 15,-9-7-13-15,5 4-30 0,4 3-33 0,0 0-45 16,-8-6-37-16,8 6-8 0,0 0-5 0,0 0-23 15,0 0-66-15,0 0-207 0,0 0 92 16</inkml:trace>
  <inkml:trace contextRef="#ctx0" brushRef="#br0" timeOffset="26455.09">12846 4753 53 0,'0'0'194'0,"0"0"-9"0,0 0-8 16,0 0-11-16,0 0-9 0,0 0-6 0,0 0-15 15,14-12-11-15,-14 12-9 0,6-10-8 0,-4 4-13 0,5-4-4 16,-1 1-7-16,-3-2-3 0,6 1-5 16,-4-5 4-16,3-2-7 0,-4 1-8 0,1-3-4 15,2 2-7-15,0-7-7 0,-3 7-3 0,-2-2-2 16,1 1 0-16,-1-2-1 0,0 3 7 0,-2 4-4 0,0-1-4 15,0 2-2-15,0 1 1 0,0 2-2 0,0 3-2 16,0 6-3-16,0-11-9 0,0 11-1 16,-2-8-6-16,2 8-3 0,0 0-6 0,0 0-6 15,0 0-3-15,0 0 4 0,0 0-2 0,0 0-1 16,0 0 2-16,-13 17 2 0,9-5-3 0,1 4 3 16,-2 2 1-16,1 6 0 0,3-5-3 0,1 0-2 15,0-4 2-15,1 0-1 0,3 1 2 0,1-1-3 16,-2-4-1-16,1 0 2 0,2 0 0 0,-1 1-4 15,5-3-4-15,0 1 3 0,1-3 1 0,3 2-3 16,-3-3 1-16,2-2-6 0,5-1 1 0,-5-2 3 16,-1 0-7-16,-1 1-1 0,0-4 2 0,1 2-2 0,-1-4-2 15,-1 1-1-15,2-2 2 0,-3-2-2 16,1 2 3-16,-1-2-2 0,-3-2 3 0,3 0 0 16,-5-2-1-16,4 2-1 0,-4-1 4 0,-2-1 1 15,2 1 4-15,-3 4 0 0,1 1 11 0,-2 5 1 16,0-12-6-16,0 12 0 0,-2-10 2 0,2 10-4 15,0 0 0-15,0 0-2 0,-5-4-2 0,5 4 1 16,0 0 4-16,-11 13 0 0,4-6-2 0,2 5 5 16,-1-2-9-16,2 1-22 0,1 0-11 0,6 0-11 15,-1 0-13-15,2-1-18 0,3 0-14 0,2 1-30 16,6-3-18-16,4-2-17 0,8 0-131 0,-7-2-317 16,7 1 140-16</inkml:trace>
  <inkml:trace contextRef="#ctx0" brushRef="#br0" timeOffset="27040.44">13574 4557 62 0,'-5'-14'144'0,"0"8"-13"0,0 1-4 0,-3 1 0 15,3 1-11-15,-5 1-2 0,0 0-16 0,10 2-8 16,-23 3-4-16,14 0-9 0,-3 4-9 0,2 0-5 16,-1 1-2-16,2 6-3 0,1-7-11 0,2 2-2 15,0 0-3-15,4 0-2 0,-1-2-3 0,1 3-3 16,2-3-7-16,2 0-4 0,3 3-6 0,1-6 0 15,2 3-1-15,-2-4-12 0,3 2 1 0,2-3-7 16,-1-1 1-16,0 0-4 0,-3-2-1 0,-7 1 9 16,14 0-3-16,-14 0-2 0,11-3 4 0,-5 1 2 15,-6 2-5-15,10-8 3 0,-8 3 4 0,3-3-4 16,-1 4-1-16,-4 4 10 0,2-12 3 0,-2 12-2 16,2-8 5-16,-2 8 2 0,0-8 8 0,0 8-9 15,0 0-2-15,4-7-5 0,-4 7-5 0,0 0-4 16,0 0 2-16,0 0 2 0,0 0-5 0,0 0 6 15,0 0-4-15,0 0 6 0,1 23-14 0,-1-17 10 16,2 4-4-16,0-5-2 0,3 2 1 0,0 0 0 16,1 0-2-16,-1-1 4 0,3-1-4 0,2-1 1 15,1-1-2-15,0-2-4 0,1 1-6 0,1-4 2 16,1-1 5-16,-2 1-12 0,0-3-2 0,-1-3 12 16,-2 0 0-16,-2 0 0 0,4-2-2 0,-4-4 11 15,-1 4 6-15,-3-2 10 0,1-4-4 0,-2 1 0 16,0-2 9-16,1 0 16 0,-2-2 1 0,-1 2 0 15,-1-3 6-15,1 2 2 0,-3 1 7 0,1 5 5 16,2 2 9-16,0 0 7 0,-2 3 1 0,2 7-8 16,0-11-8-16,0 11-7 0,0-8-10 0,0 8-5 15,0 0-9-15,0 0-11 0,0 0 3 0,0 0-6 16,0 0 1-16,0 0-2 0,-2 29 0 0,4-12-3 16,0 0 1-16,-2 2 8 0,2 2-9 0,1-2 0 15,0 5-1-15,-1-5-3 0,-2-1-2 0,4-3 2 16,-2 4 3-16,0-1-6 0,-1-1 4 0,3-2-1 15,-2-3-17-15,0 0-24 0,2 1-21 0,-3-2-21 16,4 1-32-16,-3-3-39 0,0-1-42 0,0-3-36 16,0 3-130-16,-1-3-384 0,-1-5 169 0</inkml:trace>
  <inkml:trace contextRef="#ctx0" brushRef="#br0" timeOffset="28273.41">14005 4450 83 0,'0'0'146'0,"-17"3"-18"16,4 3-12-16,-3 1-7 0,-1 0-11 0,1 2-6 15,0 1-11-15,-2-1-5 0,5 0-12 0,-1 4 4 16,3-2-9-16,2-1-25 0,2-3 8 0,0 2-2 16,1-3-17-16,2-2-2 0,1 4-6 0,1-4-3 15,0 5-5-15,2-9 3 0,2 11-5 0,3-5 0 16,-1-3 0-16,7-1-4 0,1 1-15 0,-1-1 2 15,2 0-17-15,7-2-4 0,-2 1-6 0,2-2-9 16,-1 1-8-16,1-4-5 0,0 2 6 0,0-3 2 16,-2 0-1-16,2 0 5 0,1-2 7 0,-2 0 5 15,-1 1 3-15,-1-1 7 0,0-1 4 0,-2 1 3 16,-3 1 13-16,-1 1 18 0,1-3 0 0,-3 0 19 16,-1 1 7-16,-3-1 21 0,2 1 3 0,-3 1 4 15,-4 6 0-15,5-10 11 0,-5 10 0 0,2-7 1 16,-2 7 1-16,0 0-9 0,0 0-9 0,0 0-6 15,-10-6-9-15,10 6-2 0,0 0-4 0,-25 13-8 16,16-5 2-16,-5 1-5 0,5-1-5 0,-3-1 0 16,6 1-9-16,-1 1 2 0,3-3 4 0,1 2-6 15,-1-2-6-15,4 1 2 0,0-7-2 0,0 12 4 16,3-7 0-16,-3-5-11 0,8 10-2 0,-2-7 2 16,-1 1-12-16,7-1 6 0,-5-3 11 0,3 1-12 15,2-1-8-15,-3-2 6 0,-9 2 1 0,18-5 10 16,-9 3-12-16,-9 2 5 0,10-5 3 0,-10 5-5 15,11-9 6-15,-8 5 3 0,-2-2 10 0,-1 6 5 16,6-10 8-16,-6 10 0 0,3-7 7 0,-3 7 0 16,2-7 4-16,-2 7-2 0,0 0-3 0,2-7-2 15,-2 7-6-15,0 0-5 0,0 0-4 0,0 0-5 16,0 0-4-16,0 0 3 0,0 0-3 0,0 0-2 16,0 0 0-16,0 0-1 0,0 0 0 0,0 0 3 15,7 18-1-15,-7-18 1 0,3 6-5 0,3-2 6 16,1 0 1-16,3 1 0 0,2-2-2 0,1-2 3 15,-2-1-1-15,8 2-2 0,-1-5 0 0,0 3-1 16,0-3 2-16,-1 1-4 0,2-3-1 0,-6 1 0 16,0 2 3-16,-1-3-3 0,5-1-6 0,-7 1 10 15,0 1 2-15,0 0-2 0,1-2-1 0,-5-2 7 16,1 4 5-16,0-3-2 0,-2-2 2 0,-1 4 8 16,1 0 4-16,-1-1 1 0,-4 6 1 0,2-8 2 15,-2 8 6-15,4-9-2 0,-4 9 2 0,0 0-2 16,-2-8-7-16,2 8-3 0,0 0-3 0,-13 0-5 15,13 0-1-15,-18 6-4 0,9 0 0 0,-1-2-4 16,-2-1-2-16,5 2-5 0,0 2-2 0,1-2-9 16,2 0-6-16,-2 0-5 0,2 1-3 0,4-6 4 15,-1 9-1-15,1-9-6 0,0 8-6 0,0-8-4 16,5 6 7-16,-5-6 0 0,14 4 2 0,-8-4 1 16,1 0 2-16,-7 0 4 0,15 1 5 0,-15-1-2 15,10-1 4-15,-10 1 2 0,9-2 0 0,-9 2 1 16,10-1 3-16,-10 1-1 0,0 0 1 0,8-2-7 15,-8 2-1-15,0 0 5 0,0 0-3 0,0 0-2 16,7 5 9-16,-7-5-6 0,4 17 4 0,-2-1 1 16,5 1 3-16,-4 1-1 0,7 7 4 0,-1 4 0 15,4 3 2-15,4 11 3 0,-5-9 2 0,1-2 4 16,1 1-1-16,-4-2-3 0,2-2 1 0,1 1 0 16,-6-5 2-16,1 1 0 0,-5-7 1 0,1-4 0 15,0 1-5-15,-2-4 3 0,-1-4-1 0,-1 0 1 16,-1 0 2-16,1-8 1 0,-8 9 3 0,2-5-2 15,-3-2 6-15,0-2-2 0,9 0 3 0,-22-5-9 16,7-2 3-16,0-2-5 0,-1-4 2 0,5-1-3 16,-2-1-1-16,1-1-5 0,1-7-2 0,-1 0-6 15,6 4-5-15,1-6-7 0,3 6-3 0,4-11-12 16,1 3 8-16,5 1-10 0,5-2-2 0,1 4 3 16,3-4 0-16,0 0-1 0,5 0 5 0,0 3-1 15,0 0-2-15,0 0 7 0,-2 1 4 0,-1 2 0 16,-2 2 2-16,2-1 3 0,-8 7 3 0,1-1 0 15,-2 1 4-15,-2-1-5 0,0 6 12 0,-3-1 5 16,-1 3 7-16,0-3-3 0,-2 3 8 0,-1 2 3 16,-1 5 4-16,0-11 0 0,0 11-2 0,0 0-4 15,-9-6-7-15,9 6 5 0,-12 3-4 0,12-3 0 16,-15 7-1-16,3 1-8 0,4 0 5 0,-1 2-1 16,-1-1 0-16,6 1 1 0,1 0-5 0,-1 3-3 15,2-2 0-15,2 0-6 0,4 2-22 0,1-3-14 16,1 2-20-16,6-2-13 0,3-1-17 0,6 0-19 15,-3-3-12-15,11 1-21 0,-10-3-5 0,9-2-79 16,-5-1-250-16,-1 1 112 0</inkml:trace>
  <inkml:trace contextRef="#ctx0" brushRef="#br0" timeOffset="29532.57">15286 4409 113 0,'-2'-14'134'0,"2"14"11"0,0 0-2 0,-2-12-11 0,2 12-9 15,0 0-17-15,-11-6-8 0,11 6-15 0,-16 2-9 16,16-2-5-16,-14 12-3 0,5-5-10 0,0 4-2 16,-3 3-1-16,3-1-5 0,0 4-2 0,2-3-9 15,3 3 1-15,-1 0-9 0,3-4 0 0,4 0-2 16,2 2-2-16,-3-4-3 0,5 0-4 16,2-1-4-16,2-2-5 0,0 2-17 0,8-4-9 15,-1-2-10-15,2-1-17 0,-1-2 1 0,2-2-8 16,0-2-3-16,0 0 3 0,-2-1 4 0,1-4-1 0,-4 3 7 15,2-2 3-15,-3 1 9 0,-1 0 5 0,-2-2 8 16,-2-1 6-16,2 0 10 0,-1-1-2 16,-1 2 7-16,1-5 15 0,1 0 19 0,-3-1-17 0,2 1-1 15,-1 2 13-15,-4 1 4 0,1 1 15 16,0 2 8-16,-2 1 3 0,-2 1-3 0,-2 5 0 16,5-6-15-16,-5 6-2 0,0 0-16 0,0 0 9 0,0 0-6 15,0 0-9-15,0 0 4 0,0 0-3 0,-9 25-4 16,7-17 1-16,2-8-1 0,-5 15-2 0,5-5-2 15,0-10-2-15,1 15 3 0,2-5-4 16,0-2-3-16,-3-8-1 0,8 14 4 0,-3-11-4 16,5 2 6-16,1 0 0 0,-1-1-2 0,0-4-1 15,-10 0 2-15,21 3-2 0,-15-2 1 0,-6-1-6 0,17-4 1 16,-7 1-1-16,-10 3 3 0,14-10-6 16,-5 3 0-16,-3 1 4 0,1-2-5 0,4-3 3 0,-6 1-2 15,2 0 3-15,-2 0-3 0,2-3-2 16,0 1 0-16,-3 2 2 0,-1 0-2 0,0 0-3 15,2 2 4-15,-4 3 3 0,3-1 3 0,-4 6 3 16,3-9-8-16,-3 9-2 0,4-5-2 0,-4 5-4 16,0 0 6-16,0 0-4 0,0 0 5 0,0 0-5 0,0 0 3 15,-4 34-1-15,3-22 3 0,-2-1-1 16,2 1-1-16,-1-2-2 0,1 3 3 0,1-13 1 16,1 23 3-16,2-13-4 0,0 1 4 0,2-1 3 15,1-2-2-15,2 1 2 0,-1-2-2 0,4-2 4 16,0-1-1-16,3-1 1 0,-4 1-1 0,2-2-3 0,-1-4 1 15,3 2 0-15,-1-2 0 0,-1 0-4 16,-1-2 2-16,-1 1 2 0,-1-2-2 0,0-4-3 16,-2 4 6-16,-1-4-3 0,1 1-1 0,-2-2-2 15,0-1-1-15,-2 1-3 0,0-5-1 0,-2 1-7 16,3 2-3-16,-4 1 2 0,0-2 1 0,-2 3 0 16,0-1 4-16,0 1-3 0,0 4 1 0,0-1 0 15,2 7-1-15,-4-10 1 0,4 10 0 0,-4-8 0 16,4 8-2-16,-3-6-3 0,3 6 4 0,0 0-15 15,-3-7-2-15,3 7 7 0,0 0-2 0,0 0 5 16,0 0 4-16,0 0-2 0,0 0 3 0,0 0 5 16,0 0-7-16,0 0 2 0,31 6 1 0,-31-6 4 15,15 2 1-15,-15-2 0 0,10 2-11 0,-10-2 5 16,10 3 7-16,-10-3 3 0,0 0-3 0,8 5-1 16,-8-5 5-16,0 0 1 0,6 11-6 0,-6-11 1 15,-1 11 4-15,1-11 1 0,-1 14 3 0,1-14-2 16,0 19 0-16,-3-10 4 0,1 1-8 0,2-10 1 15,-3 17 3-15,1-8 2 0,2-9-1 0,1 16 2 16,-1-16-5-16,5 12 0 0,-5-12 3 0,6 10 5 16,-6-10 3-16,8 6-2 0,-1-2-6 0,-7-4 5 15,12 4 3-15,-12-4-1 0,14-1-3 0,-14 1 0 16,16-2-3-16,-16 2-1 0,12-8 1 0,-3 2 1 16,-2 2 0-16,-7 4-2 0,7-10 0 0,-3 2 0 15,-1-2-2-15,-1 2-5 0,2-1 2 0,-4 9-2 0,4-18-3 16,-4 10 0-16,1-4-6 0,-1 2 6 15,2 3-4-15,-1-3 0 0,1 3 1 0,-2 7 0 16,5-12 5-16,-3 6-7 0,-2 6 6 0,4-7-8 16,-4 7 3-16,2-6 0 0,-2 6 1 0,9-3-3 15,-9 3-1-15,0 0 5 0,0 0 4 0,17 6-3 16,-13 0-6-16,-4-6 6 0,7 11 0 0,-4-5 7 16,-3-6-8-16,3 19 4 0,-2-12 4 0,-1-7-6 15,5 13 3-15,-3-6 5 0,-2-7-7 0,3 13 0 16,-1-7 6-16,-2-6-1 0,8 11 3 0,-4-7 0 15,-4-4 1-15,13 7 1 0,-6-7-4 0,-7 0 2 16,15 3 9-16,-15-3-2 0,13-3 2 0,-13 3-6 16,11-3 4-16,-5 1-4 0,2-1 5 0,-3-2 1 15,-5 5 2-15,6-9-4 0,-3 2 10 0,-1 0-5 16,1-3-3-16,-3 10 4 0,-1-16-1 0,1 10-6 16,-2-5 4-16,0 5 4 0,2 6-4 0,-4-9 5 15,4 9-6-15,-1-8-9 0,1 8 1 0,0 0 0 16,0 0-13-16,-17 5 14 0,17-5 0 0,-14 13 0 15,0-3-13-15,6-1-23 0,2 1-26 0,-1 1-39 16,1 1-20-16,5-2-45 0,0 2-124 0,-1-2-309 16,2-10 136-16</inkml:trace>
  <inkml:trace contextRef="#ctx0" brushRef="#br0" timeOffset="29740.49">16411 4428 53 0,'4'-7'175'0,"-1"-2"-12"0,-1 1-8 15,1-1 2-15,1-1-7 0,1 1-12 0,-1 1-12 16,-1-1-12-16,3 1-16 0,-4 3-5 0,2 0-9 16,-4 5-14-16,8-8-7 0,-8 8-7 0,8-1-7 15,-8 1-10-15,0 0 2 0,13 8-4 0,-10-2-5 16,0 1-2-16,-2 1-8 0,1 2 8 0,-2 2-7 16,0-2-2-16,4-1-10 0,-4-9-22 0,0 19-23 15,0-9-37-15,0-10-41 0,1 11-42 0,-1-11-121 16,0 0-298-16,-1 11 133 0</inkml:trace>
  <inkml:trace contextRef="#ctx0" brushRef="#br0" timeOffset="29944.47">16727 4179 116 0,'0'0'164'0,"0"0"-1"15,5 14-19-15,-5-2 12 0,0-2-15 0,4 7-9 16,-5 0-5-16,1 0-14 0,0 0-7 0,0 1-6 16,0-1-13-16,0 2-2 0,0-3-10 0,2 0-10 15,2 0-21-15,-3-5-39 0,-1-11-55 0,2 21-62 0,-4-13-166 16,2-8-299-16,0 0 133 0</inkml:trace>
  <inkml:trace contextRef="#ctx0" brushRef="#br0" timeOffset="36748.33">12731 4340 54 0,'0'0'122'0,"0"0"10"0,0 0-27 16,0 0-6-16,0 0-8 0,0 0-17 0,0 0-12 16,14-12-3-16,-14 12 4 0,4-7-5 0,0 4-10 15,-4 3-3-15,7-7-2 0,0 2 0 0,-2 1-12 16,-1-1 0-16,1 0 2 0,1-2 2 0,1 1 0 16,2-1 0-16,-2 0 1 0,-3 2 1 0,0-2 3 15,-4 7-4-15,7-9-2 0,-4 4-1 0,0 0 4 16,-3 5-7-16,6-9-1 0,-6 4-1 0,0 5 6 15,4-6-3-15,-4 6-1 0,0 0-7 0,2-7 3 16,-2 7-4-16,0 0-2 0,0 0-6 0,0 0-6 16,0 0 7-16,0 0-11 0,0 0 4 0,0 0-4 15,-15 13 2-15,10-5-2 0,0 1-1 0,-3 1 3 16,3 0-7-16,1 1 0 0,0 1 9 0,1-4-6 16,0 3 0-16,3-4-5 0,3 4-3 0,4-3-16 15,-3 2-10-15,5-3-14 0,2 1-23 0,3-3-29 16,3-1-26-16,2 1-127 0,-1-3-273 0,-1-2 121 15</inkml:trace>
  <inkml:trace contextRef="#ctx0" brushRef="#br0" timeOffset="36922.04">12875 4096 35 0,'13'-3'7'0,"-13"3"-14"0,18 2-9 0,-18-2 4 15</inkml:trace>
  <inkml:trace contextRef="#ctx0" brushRef="#br0" timeOffset="37128.21">13068 4030 60 0,'0'0'105'0,"0"0"-16"16,0 0-8-16,0 0 6 0,0 0-3 0,0 0-3 15,0 0-2-15,-5 30 5 0,7-16-10 16,-2 1-6-16,1 3-4 0,-2 0-6 0,2-1-4 16,1 1-4-16,0-1-5 0,0 1-6 0,-2-2-5 15,5 4 1-15,-4-8-9 0,1 5-19 0,2-8-30 0,-2 4-28 16,0-4-26-16,0 2-32 0,3-2-65 15,-5 0-189-15,0-9 83 0</inkml:trace>
  <inkml:trace contextRef="#ctx0" brushRef="#br0" timeOffset="37458.99">13432 4133 82 0,'2'-8'140'0,"-2"8"-13"15,0 0-12-15,0 0-21 0,0 0-5 0,0 0-2 16,0 0-13-16,0 0-6 0,0 0-3 0,0 28-7 16,0-28 4-16,0 20-11 0,0-9-12 0,-2 1-8 15,4 0 1-15,-2 0 5 0,2 4-12 0,2-2-32 16,-4-1-21-16,4-3-35 0,0 2-16 0,-2-2-105 16,0 0-198-16,-2-10 88 0</inkml:trace>
  <inkml:trace contextRef="#ctx0" brushRef="#br0" timeOffset="37831.64">13503 4273 61 0,'0'0'169'0,"-13"-17"-20"0,13 17-17 16,0 0-11-16,0 0-19 0,0 0-5 0,9-20-15 15,-2 14-5-15,0 1-9 0,0 0-6 0,3 0-8 0,2 1-11 16,-3 3-2-16,-1 0-1 0,-8 1-7 0,17 2-4 16,-11-2 1-16,3 3-10 0,-2 2-6 0,0-1-10 15,0 3-8-15,-1 0-24 0,-2 0-24 16,-4-7-16-16,8 16-16 0,-6-8-20 0,0 2-78 16,1-1-196-16,-3-9 87 0</inkml:trace>
  <inkml:trace contextRef="#ctx0" brushRef="#br0" timeOffset="38061.54">13877 4117 19 0,'0'0'144'0,"-5"-6"-17"15,5 6-19-15,0 0 1 0,0 0-19 16,0 0-11-16,0 0-3 0,-13 13-9 0,12-6-2 15,-3 0-9-15,0 2-5 0,2 1-6 0,0-2-9 16,1 1 3-16,1 1-3 0,1-1 2 0,1-1-10 16,2 0-8-16,3 0-18 0,-1 2-17 0,4-3-23 15,1-2-27-15,4-1-34 0,-1 0-71 0,-3-2-184 16,5-1 81-16</inkml:trace>
  <inkml:trace contextRef="#ctx0" brushRef="#br0" timeOffset="38276.46">14081 3970 32 0,'0'0'128'16,"0"0"-18"-16,0 0-35 0,0 0 16 0,0 0-4 16,0 0 6-16,0 0-22 0,0 35 5 0,0-16-9 15,2 8-8-15,2 0 1 0,1 0-9 0,-4-1-6 16,3-1-1-16,-2-6-7 0,2 7-6 0,-1-7-23 15,1-1-27-15,1 1-32 0,-1-3-22 0,3-1-98 16,-3-4-185-16,-1-1 83 0</inkml:trace>
  <inkml:trace contextRef="#ctx0" brushRef="#br0" timeOffset="38611.61">14270 4157 56 0,'0'0'104'0,"0"0"-3"16,0 0-7-16,0 0-24 0,0 0 8 0,0 0-7 15,7 32-9-15,-1-23-3 0,1 0-5 0,-3-3 7 16,3 2-27-16,2-1 6 0,-2-1 2 0,0-1-7 16,-7-5-1-16,14 7-9 0,-14-7 3 15,12 1-2-15,-12-1 1 0,9 2-6 0,-9-2 0 16,0 0 1-16,0 0 5 0,10-10-14 0,-10 10 9 0,5-8-3 15,-5 8-4-15,0-12 5 0,3 6-1 0,-3 6-5 16,1-13 3-16,-1 8-5 0,0 5 10 0,2-8-10 16,-2 8 1-16,4-6 2 0,-4 6-7 0,0 0 1 15,4-7-8-15,-4 7 0 0,0 0 4 16,0 0 1-16,0 0-1 0,0 0-1 0,7 24 1 0,-7-24 3 16,7 16-10-16,-4-5-12 0,-1-2-28 0,2 0-26 15,3 1-16-15,0-3-35 0,2-1-69 0,-1 1-204 16,2-3 90-16</inkml:trace>
  <inkml:trace contextRef="#ctx0" brushRef="#br0" timeOffset="39376.28">14625 4140 42 0,'0'0'149'0,"-7"-4"-13"0,7 4-4 16,0 0-17-16,0 0-11 0,0 0-5 0,-14 4-14 15,14-4-2-15,-7 10-4 0,4-5-2 0,0 2-7 16,1 0-19-16,2-7-2 0,-3 12-9 0,3-12 1 16,1 12 0-16,-1-4-3 0,2-1-12 0,-2-7 1 0,5 11 6 15,-1-9-13-15,0 2 2 0,-4-4-3 16,12 7 0-16,-4-7 3 0,-8 0-13 0,14 0 0 16,-4-2-1-16,-2-1-3 0,1-3-3 0,-1 0 3 15,-1 0 8-15,0-2-6 0,-2-1-15 0,-1-1 11 16,2 0-9-16,-3-2 4 0,2 0 2 0,-3 0-3 15,0-4-4-15,-2 5 8 0,1-5-1 0,-4 1-2 0,3-1 11 16,-2 0-1-16,2 4 0 0,0-4-10 16,-5 5 9-16,5 2 5 0,-2 2 4 0,2 7-1 15,-2-9-1-15,2 9-13 0,-1-9 6 0,1 9-3 16,-4-7 1-16,4 7-8 0,0 0 6 0,0 0-3 16,0 0 0-16,0 0 3 0,-4 29-4 0,4-19-1 0,0 6 4 15,0-3-1-15,0 5 5 0,0-2-6 16,2-5 3-16,0 6-1 0,2-4 0 0,-1-3 1 15,1 2-5-15,3-3 2 0,-4-3 3 0,3 3 2 16,3-4-4-16,2 2 4 0,-1-3-4 0,1-3-3 16,2 0-3-16,0 0 5 0,1-3-9 0,-2 0-2 15,-2 1 5-15,2-3-2 0,-1-1 3 0,-2 1-6 16,0-2 10-16,-2 1-9 0,1-4 5 0,-1 1-5 16,-2-1-2-16,0 0 7 0,-3-3-9 0,0 3 9 15,2-1-5-15,-3 1 5 0,0 3-1 0,0-1 0 16,-1 7 1-16,2-10 2 0,-2 10 5 0,0 0-3 15,0-7-3-15,0 7-3 0,0 0 0 0,0 0 0 16,0 0 3-16,-11 19 0 0,8-9 0 0,0-1 4 16,-1 1-3-16,2 0 3 0,2 3-2 0,0-3 0 15,0 2-2-15,5-2 11 0,-1-1-9 0,1 1 5 16,0-2-6-16,1-1 11 0,2-1-7 0,2 0 4 16,1-2-4-16,1-2-2 0,-1-1-8 0,4-1-6 15,-4-1-4-15,-1-2 1 0,2 0-8 0,-12 3-3 16,17-5 8-16,-10 2 3 0,2-5-25 0,-9 8 14 15,9-11 13-15,-5 2-5 0,1 3-2 0,-1-1 4 16,0-2 4-16,-4 9 6 0,5-14-3 0,-5 14 9 16,1-10 0-16,-1 10 7 0,0 0-3 0,1-12 1 15,-1 12-1-15,0 0 1 0,0 0-8 0,0 0 3 16,3-3 5-16,-3 3 6 0,0 0 0 0,0 0 8 16,-8 22-9-16,8-13 8 0,-2 2-1 0,0 0 0 15,0 0 2-15,1 0-7 0,1 0-21 0,-2 0-16 16,2-11-28-16,-1 22-38 0,0-10-103 0,-3-3-213 15,0 0 95-15</inkml:trace>
  <inkml:trace contextRef="#ctx0" brushRef="#br0" timeOffset="62609.96">5051 5891 61 0,'0'0'91'0,"0"0"4"0,0 0-12 16,0 0 6-16,0 0-16 0,6-12 3 0,-6 12-11 16,0 0-2-16,0 0-11 0,0 0 6 0,0 0-12 15,0 0-5-15,0-9 0 0,0 9-4 0,0 0-9 16,0 0 2-16,0-9 2 0,0 9-1 0,0 0 6 16,0 0-10-16,0 0 4 0,0 0-2 0,-2-10-2 15,2 10 0-15,0 0-3 0,0 0-1 0,2-9 3 16,-2 9 3-16,0 0 15 0,0 0-27 0,1-7 2 15,-1 7 5-15,0 0-2 0,0 0 6 0,0 0 0 16,1-8 2-16,-1 8 1 0,0 0 3 0,0 0 0 16,0 0-1-16,0 0 1 0,0 0 3 0,0-9-3 15,0 9-4-15,0 0 2 0,0 0-4 0,0 0-5 16,0 0 2-16,0 0-2 0,0 0-3 0,0 0-1 16,0 0-5-16,0 0-1 0,0 0-3 0,0 0 5 15,-18 17-4-15,9-6 3 0,-2 0-3 0,-1 7 0 16,-4 3 6-16,-5-2-3 0,3 3-3 0,-2 0-1 15,6-7 1-15,-7 4-1 0,8-4 5 0,-3 5 3 16,3-6-9-16,-1 0 2 0,3 0-1 0,2-5 2 16,0-1-3-16,0 2 0 0,2-2 3 0,0 0-6 15,-1-3 4-15,4 0-5 0,0 0 2 0,4-5 0 16,-6 5-2-16,6-5 3 0,-5 5-1 0,5-5 2 16,0 0 1-16,-1 6 0 0,1-6-1 0,0 0 0 15,0 0-2-15,0 0-1 0,0 0-1 0,0 0 1 16,0 0-3-16,19-3 1 0,-19 3 0 0,18-1-1 15,-8-1-3-15,3 2 3 0,5 0-5 0,-1 0 5 16,0-3-1-16,2 3 0 0,-2 2 1 0,-2-1-3 16,4-2 0-16,-1 2 3 0,0-1 0 0,-5 0-2 15,2 0-2-15,-2 0 0 0,2 0 3 0,-3 0-4 16,2 2-1-16,0-2 0 0,-2-2 9 0,1 1-8 16,0-2-4-16,1 2 4 0,-3-1 1 0,-1-1-1 15,1-1 5-15,-4 1-4 0,-1 0 2 0,1-1-2 16,-2-1 0-16,1 0 5 0,-2-2 2 0,-2-1-3 15,1-3 2-15,-3 0 4 0,0 0 5 0,-5-1-3 16,0-4 3-16,-3 1-3 0,-1-2 1 0,-1 3-4 16,-3-1 5-16,2 1-1 0,-5-1-6 0,2 4 4 15,0-2-3-15,-2 1-1 0,3 3 0 0,-4-1-1 16,3 2-3-16,1 4 1 0,3 1-2 0,-1-2-2 16,3 3-24-16,0-2-29 0,8 4-47 0,-7-1-37 15,7 1-17-15,0 0-25 0,0 0-146 0,0 0-354 16,0 0 157-16</inkml:trace>
  <inkml:trace contextRef="#ctx0" brushRef="#br0" timeOffset="63694.44">5469 5763 46 0,'9'0'124'15,"2"0"-3"-15,0-3-24 0,2 2-15 0,5-3-1 16,-2 2 6-16,0 2-16 0,-4-2-32 0,1-2 7 16,-1 3-10-16,-1 0-18 0,-2-1-4 0,-1 2-9 15,-8 0-13-15,11-1-3 0,-11 1 4 0,8-3-5 16,-8 3 9-16,0 0-5 0,0 0 4 0,0 0-1 16,0 0 2-16,0 0-1 0,0 0-2 0,-15-14 15 15,15 14 2-15,-12-4 6 0,12 4 14 0,-7-3 0 16,7 3 0-16,-8-3-3 0,8 3 8 0,0 0-10 15,-7-4 1-15,7 4 2 0,0 0-1 0,0 0-5 16,0 0 0-16,0 0-7 0,0 0 4 0,-10 0-3 16,10 0-5-16,0 0-4 0,0 0 7 0,0 0 9 15,0 0-15-15,0 0 1 0,0 0 2 0,0 0 2 16,0 0 6-16,0 0 8 0,-9 4 0 0,9-4-5 16,0 0 4-16,0 0 5 0,0 0 3 0,0 0-6 15,-6 5 0-15,6-5-1 0,0 0-2 0,0 0 0 16,0 0 5-16,0 0 2 0,0 0-11 0,0 0 4 15,0 0-7-15,0 0-2 0,-4 5-2 0,4-5-9 16,0 0 9-16,0 0-9 0,0 0 6 0,0 0-6 16,0 0 1-16,0 0 1 0,-5 6-4 0,5-6 5 15,0 0-1-15,0 0-3 0,-4 5 0 0,4-5 3 16,0 0-2-16,-6 5 1 0,6-5-3 0,0 0 1 16,0 0 1-16,0 0-2 0,-7 4 5 0,7-4-9 15,0 0 9-15,0 0-1 0,0 0 3 0,0 0 5 16,0 0 1-16,0 0 3 0,0 0 1 0,-5 5-2 15,5-5 3-15,0 0-1 0,0 0-1 0,0 0-4 16,0 0 1-16,0 0 0 0,0 0-1 0,0 0 2 16,0 0 1-16,0 0 3 0,0 0-6 0,0 0-3 15,0 0 4-15,0 0-11 0,0 0 4 0,0 0-1 16,0 0 0-16,0 0-1 0,0 0-5 0,0 0 2 16,0 0 1-16,0 0-2 0,0 0 1 0,0 0-4 15,0 0 6-15,0 0-2 0,0 0-2 0,0 0 0 16,0 0-2-16,0 0 1 0,0 0-2 0,0 0-2 15,0 0-1-15,0 0 0 0,0 0 1 0,0 0 0 16,0 0 2-16,0 0-4 0,0 0 1 0,0 0 1 16,23 0-3-16,-23 0 2 0,14-1 1 0,-7 1-4 0,-7 0-8 15,15-2-3-15,-15 2 2 0,10-2 5 16,-6 0-4-16,-4 2 7 0,0 0-4 0,11 0 0 16,-11 0 0-16,0 0 0 0,0 0 6 0,0 0-2 15,11 0 4-15,-11 0 1 0,0 0 0 0,0 0-2 16,0 0-1-16,0 0 0 0,5-5-1 0,-5 5-2 15,0 0 1-15,0 0-3 0,0 0 8 0,0 0-4 16,0 0-2-16,0 0-2 0,0 0 2 0,0 0 2 16,0 0-2-16,0 0 0 0,0 0 3 0,-12 17-2 15,8-8 4-15,1 2 4 0,-1 1 1 0,0 5 0 16,0-2 1-16,0 3 2 0,2-1 1 0,-2 2 0 0,0-1 2 16,3 1 1-16,-2 5-1 0,-2-7 0 15,4-1-4-15,0 3-3 0,1-2 2 0,0 0 4 16,-2-6-3-16,2 2-4 0,0-1 7 0,0 0 1 15,2 0-1-15,-1-1 1 0,-1-2-8 0,0 0 9 16,0-2-3-16,0-7-1 0,-1 9-2 0,1-9-1 0,-2 9 4 16,2-9 2-16,0 0-1 0,0 0 2 15,-1 8-2-15,1-8 0 0,-8 2-1 0,8-2 3 16,-12-2-2-16,12 2 1 0,-16-1-5 0,16 1 5 16,-14-6-3-16,7 4-2 0,0-2 3 0,1-1 3 15,-1 2-9-15,7 3 3 0,-10-3 0 0,10 3-3 0,-7-4 0 16,7 4 1-16,-4-5-5 0,4 5 2 15,0 0-4-15,0 0 2 0,-4-7-2 0,4 7 1 16,0 0 3-16,0 0-2 0,0 0 4 0,0 0-3 16,32 7-7-16,-21-6-5 0,7 2-9 0,1-2-29 15,1 0-22-15,9-5-29 0,-7 6-25 0,6-1-23 0,0-4-138 16,-8 1-313-16,2 1 139 0</inkml:trace>
  <inkml:trace contextRef="#ctx0" brushRef="#br0" timeOffset="64078.6">6018 5940 118 0,'1'-6'160'0,"-1"6"-14"16,1-9-5-16,-1 9-7 0,0 0-20 15,-1-10-9-15,1 10-8 0,0 0-10 0,0 0-8 16,0 0-5-16,-21 10-6 0,14-3-1 0,-3 2-5 16,-2 1-5-16,3 6-9 0,-1-5-3 0,2 0-4 15,4 1 2-15,2-2-10 0,-1 0-3 0,2 1 0 0,1 0 4 16,1 0-10-16,3-2 0 0,-1-2-3 15,3 3 1-15,1-3-12 0,0 1-2 0,-1-4-6 0,1-1 2 16,-2 1-6-16,3-1 1 0,-8-3 1 16,11 4 3-16,-7-2 6 0,-4-2-2 0,0 0-3 15,8 3 9-15,-8-3-9 0,0 0-1 0,0 0 1 0,0 0 4 16,0 0-5-16,0 0 0 0,0 0-1 0,0 0 3 16,-35-5-5-16,26 7 7 0,-3 1 0 0,0-2-1 15,-6 4 6-15,1 3 5 0,-2-2 2 16,4 3 3-16,2-2 1 0,3-2-6 0,0 3-6 15,0-2 1-15,4-2-2 0,0 1 4 0,2 2-5 0,1-1 1 16,2 1 2-16,1-7-1 0,9 11 2 0,-1-3-3 16,0-2-6-16,4-2-11 0,6 3-14 15,3-4-19-15,-2 2-19 0,0-3-26 0,3 0-32 0,-4-1-27 16,0 1-28-16,-4-1-94 0,-2-1-288 16,0-1 127-16</inkml:trace>
  <inkml:trace contextRef="#ctx0" brushRef="#br0" timeOffset="64358.4">4855 6496 90 0,'-8'4'114'0,"4"0"-6"0,4-4-4 15,0 0 10-15,30 8-14 0,5-9 7 0,27 0-5 16,36-7-1-16,7 1-4 0,9-2-5 0,-2-3-11 0,1 4-2 16,-5-6-5-16,0 2-6 0,-7 0-9 0,-11 0 1 15,-25 6-11-15,25-7-8 0,-31 7 0 16,-2-2-5-16,-3 0 1 0,-15 3-9 0,-1-2 0 16,-4 4-14-16,-5-2-8 0,-8 1-25 0,-3-1-30 15,-2 0-29-15,-4-1-33 0,-3-1-152 0,-7 1-284 0,2-2 126 16</inkml:trace>
  <inkml:trace contextRef="#ctx0" brushRef="#br0" timeOffset="65496.49">4865 7102 42 0,'0'0'151'0,"0"0"-11"0,0 0-12 15,0 0-18-15,0 0 2 0,0 0-4 0,0 0-1 16,0 0 1-16,-10 29 4 0,0-13-5 0,3 4-11 16,-8 2-12-16,-2 1 0 0,2 1 5 0,-4-2-6 15,1 1-1-15,0-1-7 0,1-3-4 0,3-5-8 16,0-1-4-16,4-5-4 0,0 2 2 0,-1-6 3 16,2 3 7-16,4-3 1 0,-1 0 1 0,-2-1-1 15,8-3-1-15,-9 2-4 0,9-2 2 0,-9-1-4 16,9 1-6-16,0 0 0 0,-7-8-8 0,7 8-6 15,1-11-4-15,-1 11-4 0,9-13-4 0,0 5-8 16,-1 3-3-16,4-3-2 0,-1 3-2 0,1 1-3 16,6 1-1-16,3-1-3 0,-3 3-1 0,2-1-6 15,8 1-3-15,-6 2-4 0,6 0-3 0,0 0 2 16,-1 0-6-16,2 3-3 0,-2-2-2 0,-5 0 2 16,0 0 5-16,-6 0-13 0,3 0 3 0,-6-1-1 15,5 0 5-15,-6-1-1 0,-5 0 3 0,2 1 4 16,-9-1 2-16,13-1 3 0,-13 1 2 0,9 0 1 15,-9 0-1-15,6-6 5 0,-6 6-1 0,1-11 0 16,-1 11 0-16,-6-17 1 0,0 9-2 0,-2-6 4 16,-3 0-2-16,-2-1 1 0,-1 0 2 0,0 2-1 15,1-1-5-15,-2 3 9 0,1-4-3 0,1 5 2 16,-3-1-4-16,5-1 3 0,0 6-3 0,-1 1-2 16,0-1-2-16,1 3-13 0,-1-1-15 0,2 0-19 15,0 3-33-15,0 0-29 0,10 1-40 0,-14 0-31 16,7 2-28-16,7-2-125 0,-10 6-364 0,10-6 161 15</inkml:trace>
  <inkml:trace contextRef="#ctx0" brushRef="#br0" timeOffset="66030.3">5297 7040 149 0,'5'-5'186'0,"1"4"-23"16,2-2-16-16,1 0-11 0,4 0-18 0,-1-1-9 15,5 1-14-15,0-2-5 0,-4 3-22 0,-1-3-12 16,0 4-17-16,-1-1-18 0,-1-2-8 0,-2 4-6 16,-3-2-13-16,-5 2 5 0,13-1-6 0,-13 1 10 15,0 0-6-15,8-3 1 0,-8 3-2 0,0 0 0 16,0 0 4-16,0 0-6 0,0 0 0 0,0 0 5 15,-21-10 6-15,21 10 8 0,-10-1-3 0,10 1 4 16,-8-3-2-16,8 3-2 0,0 0-1 0,0 0-1 16,-15 7 5-16,13-1 9 0,0 1-1 0,0 5 10 15,-1 1 6-15,0 1 3 0,2 4 5 0,-1 0 6 16,2 1-4-16,-3 0-4 0,3 0-3 0,0 6 5 16,0-7 2-16,3 1-4 0,-2-2-2 0,0 0-3 15,2 1-2-15,-2-6 2 0,0 1-9 0,1-2-4 16,0 1 2-16,-2-2-4 0,0 0-1 0,0-4-3 15,0-6 1-15,2 10 0 0,-2-10 1 0,-3 9-1 16,-2-4-2-16,-3-2-2 0,1 1 0 0,-4-3-1 16,-3 2-4-16,1-3 3 0,-4 0-4 0,4 0 3 15,-1-2-2-15,0 1-5 0,2 1 3 0,3-1 1 0,9 1-4 16,-13-3 2-16,13 3 3 0,-11-1 1 16,11 1 2-16,-8-1-3 0,8 1 2 0,0 0-7 15,0 0 1-15,0 0-2 0,0 0-4 0,0 0 4 16,0 0 0-16,26-7-2 0,-12 5-4 0,5 1-11 15,3-1-12-15,7 0-21 0,1 2-26 0,-1-2-29 0,0 1-49 16,1 0-28-16,-2-1-160 0,-10-1-366 0,9 0 162 16</inkml:trace>
  <inkml:trace contextRef="#ctx0" brushRef="#br0" timeOffset="66248.87">5765 7209 150 0,'0'0'161'0,"-15"6"-2"0,3 0 12 16,-2 0-2-16,-2 4-10 0,4 0-11 0,-1 3-12 0,0 0-3 15,0 0-11-15,2 0-10 0,2 1-12 16,0 0-7-16,4-2-10 0,0 3-4 0,2-2-9 16,2-3-6-16,3 3-7 0,0-1-5 0,5-1 2 15,2 1-21-15,-1-2-25 0,7 1-24 0,-1-3-35 16,3-1-50-16,10 0-51 0,-9-3-181 0,3-3-359 0,7-2 159 15</inkml:trace>
  <inkml:trace contextRef="#ctx0" brushRef="#br0" timeOffset="66608.72">6051 7246 170 0,'0'0'200'0,"0"0"-5"0,-6-3-5 0,6 3-6 15,0 0-12-15,0 0-11 0,0 0-9 0,-9-1-9 16,9 1-15-16,0 0-6 0,0 0-14 0,0 0-8 16,0 0-5-16,0 0-2 0,0 0-14 15,0 0-1-15,0 0-6 0,33-1-6 0,-19 1-7 0,5 0 0 16,0-2-8-16,0 1-2 0,0 0-3 0,-4 0-7 15,2 0 0-15,-5 0 0 0,-1-1-2 0,-3 2 3 16,2 0 0-16,-10 0-2 0,14 0 0 0,-14 0 0 16,11-4-4-16,-11 4-2 0,0 0 1 0,11 1-3 15,-11-1-4-15,0 0-1 0,0 0-4 0,0 0-3 16,9-1-5-16,-9 1 1 0,0 0-13 0,0 0-30 16,0 0-39-16,0 0-51 0,0 0-64 0,0 0-34 15,0 0-46-15,0 0-152 0,0 0-449 0,0 0 198 16</inkml:trace>
  <inkml:trace contextRef="#ctx0" brushRef="#br0" timeOffset="69152.98">5800 7304 61 0,'0'0'100'0,"0"0"12"0,0 0-23 0,0 0-1 15,0 0-12-15,0 0-3 0,0 0-1 0,0 0-10 0,0 0-13 16,0 0 4-16,0 0-13 0,0 0 9 0,0 0-14 16,0 0-1-16,0 0-13 0,0 0 9 0,-18-5-1 15,18 5-4-15,0 0-7 0,-12 1 0 16,12-1 5-16,0 0 11 0,-14 4-9 0,7-2 0 0,7-2-7 15,-12 4 6-15,5-1-3 0,-1-1 2 0,-3 2 1 16,3-1 2-16,1 2 2 0,-1-1-6 0,-2 0-2 16,2 2 4-16,0-2-4 0,3-1-7 15,0 0 0-15,-1 1 4 0,1 2 0 0,-1 0-3 0,1-3-3 16,3 3 3-16,-2-1 6 0,-1 1-10 0,5-6-3 16,-4 10 2-16,3-2 1 0,1-8-5 0,0 12 0 15,2-6 12-15,1 2-10 0,1-2 1 0,-1-1-2 16,3 1 0-16,1 0 3 0,2 1-1 0,1-3-2 15,2-1-1-15,2 1 4 0,-5 0 3 0,4-2-10 16,1 1 4-16,-3-1 2 0,0 1 0 0,1-2-5 16,-4-1 4-16,2 1-3 0,-1-1 5 0,-9 0-6 15,13 0 8-15,-13 0-3 0,10 1-2 0,-10-1-3 16,10 0 5-16,-10 0 1 0,0 0 6 0,0 0 4 16,0 0-1-16,9 0 3 0,-9 0 1 0,0 0 2 15,0 0-4-15,0 0-2 0,0 0-2 0,0 0 0 16,0 0-3-16,0 0-1 0,0 0-1 0,0 0 0 15,0 0-1-15,-32-3-4 0,25 3-1 0,-5 2 0 16,-1 0-3-16,3 3 7 0,-6-3-9 0,4 2 3 16,-1 2 2-16,4 0-3 0,-2-1 3 0,-1-1-2 15,5 2 7-15,-2-1-1 0,4 0-4 0,-3 1 3 16,4-1-9-16,0 3 9 0,2-4-3 0,2-4 3 16,-3 11 0-16,3-11 0 0,4 13 1 0,1-8-4 15,2 2 3-15,0-1-3 0,5-2 4 0,2 1 3 16,1-2-2-16,7 0-3 0,0 1-3 0,6-4-18 15,1 2-21-15,-1-1-30 0,-1-4-37 0,1-1-34 0,0 0-45 16,-7 1-110-16,-1-3-313 0,6-4 139 16</inkml:trace>
  <inkml:trace contextRef="#ctx0" brushRef="#br0" timeOffset="69920.78">6629 7041 32 0,'0'0'158'0,"0"0"-2"0,-2-7-8 16,2 7-9-16,0 0-9 0,0 0-12 0,0 0-9 15,0 0-17-15,0 0-9 0,0 0-6 0,0 0-2 0,0 0-5 16,-15 11 1-16,7 0-1 0,2 3 1 0,-8 8-2 16,-1-1 0-16,-1 2-6 0,-2 1-7 15,4 0-2-15,-2 0-2 0,0-3-6 0,5-3-3 16,-1-4-2-16,2-1-8 0,2-1 13 0,2-3-4 15,0-2-2-15,0-1-2 0,2 0 0 0,1-1-2 0,3-5 3 16,-8 8-6-16,8-8-1 0,-2 2-1 16,2-2 0-16,0 0 3 0,-4 6-5 0,4-6 1 15,0 0-1-15,0 0-4 0,0 0 0 0,0 0-7 16,0 0-5-16,0 0 1 0,0 0-3 0,29-13-1 16,-21 11 0-16,2 1-4 0,1-3-5 0,0 4-8 0,1-1-6 15,0 1-8-15,3 0 1 0,-2 0-3 16,2 0-2-16,-2 1-3 0,6 1-7 0,-1-1-3 15,4 0-4-15,-4 0 0 0,0 0 2 0,1 0 1 0,-2-1 2 16,-3 0-2-16,0-1 2 0,0 0 6 0,-4 1 1 16,-2-1 6-16,-2-1 5 0,-6 2-1 0,13-7 4 15,-8 3 4-15,-5 4-1 0,4-11 12 16,-3 5 4-16,0-2 1 0,-1 8 0 0,-2-20-1 16,-1 10 0-16,1-3 2 0,-5-1 1 0,0 0 6 0,-1 3-5 15,0-2 3-15,-3 1 0 0,-1-1 1 0,3 5-1 16,-2-5-3-16,-1 4-1 0,2 1-2 15,-1 2-2-15,2-1 0 0,0 3-1 0,1-3-2 16,0 5-12-16,3-2-22 0,5 4-35 0,-7-5-34 0,7 5-36 16,0 0-27-16,-8-1-119 0,8 1-309 0,0 0 136 15</inkml:trace>
  <inkml:trace contextRef="#ctx0" brushRef="#br0" timeOffset="70151.53">7013 6960 98 0,'17'-4'127'0,"1"-1"-15"15,-2 3-11-15,0 0-17 0,0-1 1 0,-3 1-23 16,0-1-27-16,0 2-26 0,-3 1-14 0,-4 0-15 15,-6 0-10-15,13-3-13 0,-13 3-4 0,9-1-6 16,-9 1-34-16,0 0-92 0,0 0 41 0</inkml:trace>
  <inkml:trace contextRef="#ctx0" brushRef="#br0" timeOffset="70492.66">7173 6934 279 0,'0'0'-11'0,"-27"-9"2"0,21 9 9 15,6 0 6-15,-17-3 11 0,17 3 7 0,-10 0 10 16,10 0 0-16,-9-3 0 0,9 3 2 0,-9-1 1 16,9 1 2-16,0 0-10 0,0 0 2 0,0 0 7 15,-10 4 19-15,10-4 11 0,-4 12 2 0,3-4 6 16,-1 4 12-16,1 1-8 0,1 3-2 0,-1 2 3 15,-1 0 5-15,0 7-2 0,2-5-8 0,-1-2 2 16,1 0-5-16,-2 1-3 0,-3 2-3 0,7-4-5 16,-2 0-7-16,0 1-5 0,-2-4-2 0,2-2-3 15,0-2-4-15,2 0-6 0,-2-2-1 0,0-8 0 16,0 12-7-16,0-12-1 0,-2 10 0 0,2-10-4 16,0 8 0-16,0-8 7 0,0 0-1 0,0 7 3 15,0-7 4-15,0 0-2 0,-5 4-3 0,5-4-2 16,0 0-5-16,0 0 1 0,-14-4-3 0,14 4-1 15,-11-3 3-15,11 3-8 0,-5-4 0 0,5 4-4 16,-7-3 6-16,7 3-4 0,0 0 0 0,-8-3 3 16,8 3-6-16,0 0-1 0,0 0 6 0,0 0-9 15,0 0-3-15,0 0 0 0,-5-5-3 0,5 5 2 16,0 0-1-16,0 0 3 0,0 0-2 0,0 0-3 16,0 0-2-16,35 3-8 0,-25-3-14 0,5 0-27 15,3 2-28-15,3-4-42 0,-2-1-36 0,4-1-36 16,-3 3-159-16,0-4-380 0,-3-3 169 0</inkml:trace>
  <inkml:trace contextRef="#ctx0" brushRef="#br0" timeOffset="70704.67">6967 6919 164 0,'0'0'145'0,"0"0"-16"0,0 0-3 0,30-10-21 15,-10 3-6-15,9 5-13 0,2-2-17 0,0-1-40 16,1 2-32-16,-3 1-50 0,0-1-97 0,-9 5-162 16,0-4 72-16</inkml:trace>
  <inkml:trace contextRef="#ctx0" brushRef="#br0" timeOffset="71016.23">7500 7187 122 0,'0'0'260'16,"0"-7"-15"-16,0 7-21 0,0 0-17 0,0 0-9 16,-19-6-18-16,12 6-14 0,7 0-17 0,-17 5-14 15,5-1-13-15,-1 2-13 0,3 0-5 0,-1 2-13 16,-1-1-11-16,3 4-10 0,3-4-7 0,-1 3-7 16,1-1 2-16,4 1-10 0,3 1-7 0,0-1-2 15,5-1-6-15,2 0-9 0,1-1-15 0,6 1-26 16,2-1-27-16,10-1-31 0,0-3-34 0,2 0-39 15,-1-4-29-15,0 1-34 0,-8 1-131 0,0-3-371 16,-1-2 164-16</inkml:trace>
  <inkml:trace contextRef="#ctx0" brushRef="#br0" timeOffset="73221.2">3261 9013 180 0,'0'0'190'16,"0"0"-13"-16,-9-3-18 0,9 3-18 0,0 0-12 16,0 0-12-16,0 0-12 0,27-7-6 0,-11 5-14 15,4-2-12-15,1 1-8 0,0-1-6 0,7 0-22 16,1 1-18-16,-7 2-30 0,-3-1-31 0,2 0-30 16,-5 1-22-16,-3-1-34 0,-3 1-87 0,-1 1-233 15,0-1 104-15</inkml:trace>
  <inkml:trace contextRef="#ctx0" brushRef="#br0" timeOffset="73381.8">3302 9103 40 0,'-8'6'112'0,"8"-6"-4"16,-1 5 1-16,1-5 7 0,0 0-14 0,9 12-5 15,4-12-17-15,3 5 10 0,7-3-24 0,7 1-19 16,4-2-21-16,3-1-46 0,17-4-49 0,-3 0-82 15,0-5-163-15,3-1 71 0</inkml:trace>
  <inkml:trace contextRef="#ctx0" brushRef="#br0" timeOffset="73925.95">4768 8726 2 0,'0'0'210'0,"0"0"-22"0,0 0-17 0,5-2-19 16,-5 2 0-16,0 0-2 0,0 0-9 0,0 0-4 0,-7 21-7 15,2-12-6-15,-5 5-3 0,2 0-8 16,-2 0-9-16,-1 0-3 0,0 0-7 0,1 1-8 16,-1-3-3-16,2-2-10 0,-1 3-5 0,-1-3-5 15,4-1-9-15,-1 1-1 0,-1-2-5 0,-1 1-3 0,2-2-5 16,0 1-5-16,0-1 0 0,1-4-4 15,2 2 0-15,-1-1-9 0,0 0 4 0,0-1-5 16,1 0-3-16,0 1-3 0,5-4 1 0,-6 5-8 16,6-5 1-16,-7 4-6 0,7-4-6 0,0 0-7 15,-7 3-4-15,7-3-8 0,0 0 3 0,0 0 0 16,0 0 3-16,0 0-2 0,14 10-10 0,-9-7-6 0,2 0-5 16,3-2 0-16,0 2 2 0,1-3 2 0,0 3-7 15,1-1 3-15,2-2 2 0,3 2 2 16,-3 0 0-16,-1-4 5 0,-1 4 6 0,2-4-1 15,1 1 2-15,-2 0 7 0,-1-1-2 0,2-1 5 0,-4 0-1 16,1 2 6-16,-1-5-1 0,-1 3 1 16,0-2 5-16,-4 1 5 0,2-3 5 0,1 0 0 15,-3-1 6-15,-1 2 6 0,0-2 9 0,-1-1 1 0,0-1-1 16,-1 1 2-16,-2-1-2 0,0 0-1 0,-3 2 3 16,1-1 0-16,-2 0 2 0,-2-1-6 0,3 2 1 15,-1 0-3-15,-3 1 2 0,1 1-4 0,2 1 1 16,-1 0-4-16,-4-1-3 0,-1 2 0 15,4 0-4-15,-2 0-4 0,1 2 0 0,0-1-16 0,7 3-18 16,-12-3-21-16,12 3-46 0,-10-2-39 0,10 2-41 16,0 0-12-16,0 0-12 0,0 0-127 0,0 0-349 15,0 0 156-15</inkml:trace>
  <inkml:trace contextRef="#ctx0" brushRef="#br0" timeOffset="74446.45">5073 8647 140 0,'0'0'192'0,"4"-5"-28"0,-4 5-12 0,9-3-20 15,-3-1-16-15,3 0-4 0,2 0-18 0,0 0-7 16,3 1-4-16,0 1-12 0,3-2 1 0,-4 1-18 16,0 2-13-16,-1-1-17 0,-2 0-17 15,-1 0-17-15,-1 1-12 0,-8 1-19 0,12-3-9 0,-5 3-8 16,-7 0 1-16,0 0 7 0,0 0 1 0,0 0-4 15,0 0 6-15,0 0 13 0,0 0-3 0,0 0-1 16,0 0 8-16,-27 4 2 0,27-4 6 0,-12 4 7 16,4-3 9-16,8-1 1 0,-9 4 10 0,9-4 1 15,-10 2 1-15,10-2 12 0,-7 7 6 0,2-4 6 16,3 5 9-16,-1-2 8 0,0 5 4 0,0 0 1 16,1 2 5-16,-1 0-4 0,0 5-10 0,2-2-1 15,0-1-4-15,1 1-5 0,0-3 2 0,-2 3 15 16,2-1-9-16,0-1-4 0,-1 0 0 0,2-2-4 15,1 0-3-15,-4 0 0 0,2-3-4 0,-1 0-8 16,1-2 2-16,0-7 0 0,-3 18-1 0,1-12 3 16,-1 0-10-16,-2 1 5 0,0-1-2 0,-4 1 4 15,3-3-7-15,-1 1-1 0,-2-2-3 0,2 0 1 0,2 1 4 16,5-4-7-16,-11 4 5 0,11-4 2 16,-9 2 0-16,9-2-2 0,-7 1 0 0,7-1 1 15,0 0-3-15,0 0 5 0,-8 2 3 0,8-2-8 16,0 0-4-16,0 0 2 0,0 0-4 0,0 0 1 15,0 0-1-15,0 0 3 0,0 0 0 0,0 0-4 16,26-5-6-16,-16 5-8 0,2-3-15 0,1 3-5 16,5-3-29-16,2 2-13 0,0-1-15 0,1-1-17 15,6 1-11-15,0-1-8 0,1-2-14 0,-1 1-97 16,-4 0-256-16,-2 1 114 0</inkml:trace>
  <inkml:trace contextRef="#ctx0" brushRef="#br0" timeOffset="74818.16">5570 8832 96 0,'3'-4'124'0,"-3"4"4"0,2-10-1 16,-2 10 10-16,0-8-14 0,0 8 9 0,0 0-8 0,-7-10-13 16,7 10-9-16,-14 0-6 0,5 1-1 15,-2 3-6-15,-1 0-5 0,-2 2-8 0,1-1-11 16,0 3-8-16,4-1 0 0,-1 0-12 0,4 0 0 16,-1-1-3-16,2 4-4 0,2-3-6 0,0 2 3 15,4-3-5-15,-1-6-4 0,2 14 0 0,2-9 0 0,3 4-4 16,1-4 0-16,2 1-4 0,0-3-4 0,0 3-1 15,1-2-6-15,0-4-4 0,-1 3-5 0,-1-1 5 16,-1-1-1-16,-8-1 0 0,13 0 3 16,-8 1-2-16,-5-1-2 0,10 1 7 0,-10-1-3 0,0 0-4 15,0 0 4-15,0 0 3 0,0 0-2 0,0 0 0 16,0 0-1-16,0 0 1 0,-32 2 0 0,19 1 2 16,2 1 10-16,-9 1-1 0,4 3-1 15,-2 1 2-15,1-1 2 0,2 0-2 0,3-2-4 0,1 3 2 16,2-3-6-16,1 1-1 0,1-1 3 0,0 2 1 15,5-2-5-15,0 1 0 0,2-7 0 0,2 15 2 16,0-8-3-16,3-2 0 0,6 2-4 16,-2-2-20-16,3 0-7 0,5-2-26 0,3 2-35 15,0-3-22-15,1 0-26 0,0-4-33 0,-3 2-32 0,-3 0-102 16,4-3-324-16,-7-1 143 0</inkml:trace>
  <inkml:trace contextRef="#ctx0" brushRef="#br0" timeOffset="77988.05">5737 8647 67 0,'3'-5'116'0,"2"0"-7"0,-1-1 16 0,-1 0 3 15,-3 6 3-15,5-11-2 0,-3 8-8 16,-2 3-4-16,3-7-9 0,-3 7-15 0,4-5-6 0,-4 5-8 16,0 0-15-16,0 0-3 0,0 0-10 0,0 0-4 15,0 0-2-15,0 0-3 0,0 0 1 0,-3 36 2 16,-3-13 6-16,-1 4 1 0,-3 2 2 0,0 4 0 15,-4 13 3-15,-4 0-3 0,0 1-2 0,-1-1 4 16,-1-3-6-16,2 4-1 0,-3 2 0 0,0-1-8 16,0-2-2-16,2-2-3 0,-1-1-2 0,1-1 0 15,6-10-7-15,-4 13 0 0,4-13-5 0,3 0 1 16,0-2-4-16,-2-1 0 0,3-1-6 0,1-4-9 16,1-5-20-16,3-1-21 0,0-2-29 0,0 0-41 15,2-5-32-15,-1-1-24 0,1-1-35 0,0-2-135 16,2-7-361-16,0 0 159 0</inkml:trace>
  <inkml:trace contextRef="#ctx0" brushRef="#br0" timeOffset="78524.58">5958 8964 87 0,'3'-4'173'16,"-3"4"5"-16,0 0-5 0,4-9-7 0,-4 9-12 15,4-5-20-15,-4 5-8 0,0 0-17 0,0 0-16 16,0 0-7-16,0 0-6 0,0 0-14 0,0 0-2 16,0 0-5-16,0 0 1 0,-6 23-5 0,-4-10-3 15,0 2-5-15,0 1 0 0,-2 6-10 0,-1-5 2 16,1-2-5-16,1-3-5 0,-1 0-1 0,3 0-3 0,2-5-5 15,-1 1 3-15,4-2 0 0,-1-1-2 0,-1 1-3 16,2-2-1-16,4-4-4 0,-4 10 2 0,4-10-3 16,-5 4-5-16,5-4 7 0,-4 5-5 0,4-5-1 15,0 0 1-15,0 0 2 0,-5 3-6 0,5-3 0 16,0 0 2-16,0 0-1 0,0 0-1 0,22 2-6 16,-10-5-3-16,-1 1-4 0,3 0-1 0,4 0 0 15,-4-1-2-15,4 0-4 0,-1 1-4 0,1 1-2 16,0-2 1-16,1 2 3 0,-1 1-3 0,0-2 2 15,-1-1 2-15,-2 3-1 0,-3-3 3 0,2 1-1 16,-3-1 1-16,1 1 1 0,0 0 1 0,-4 0 6 16,-1-1 3-16,1-1 1 0,-8 4-1 0,9-5 5 15,-4 1 4-15,-2-1 9 0,-3 5 1 0,1-14 0 16,-1 14 5-16,-7-18-7 0,0 8 0 0,-2 1 7 16,0-3 3-16,-4 0-4 0,-2 2-2 0,1 0-3 15,-2 0 0-15,-1-1-2 0,-1 4 1 0,6 0-1 16,2 3-5-16,0-2-4 0,4 5-17 0,-1-3-29 15,7 4-33-15,-7-4-47 0,7 4-39 0,0 0-24 16,0 0-121-16,0 0-331 0,0 0 147 0</inkml:trace>
  <inkml:trace contextRef="#ctx0" brushRef="#br0" timeOffset="79041.38">6361 8885 62 0,'0'0'132'0,"12"-2"-14"16,-12 2-11-16,10-2-10 0,-2 2-11 0,-1-3-12 15,2 2 0-15,0-1-14 0,0 1 0 0,0 1-8 16,-9 0-6-16,13-2-4 0,-7 1-7 0,-6 1-1 0,11-2-2 16,-11 2-7-16,0 0 1 0,9 0 9 0,-9 0 6 15,0 0 10-15,7-1 6 0,-7 1 6 16,0 0-1-16,0 0 1 0,0 0-8 0,0 0-2 15,0 0-1-15,0 0-9 0,0 0-4 0,0 0 2 0,0 0-3 16,0 0-4-16,0 0-8 0,0 0-2 0,0 0-7 16,0 0-2-16,0 0 3 0,0 0-3 15,0 0 1-15,-9 23-3 0,7-11 4 0,-5 4-4 16,2 0 4-16,1 0-2 0,-2 2-1 0,1 0 2 0,1-1-3 16,-1 1-4-16,0-1 0 0,1 1 3 0,-1-1-2 15,2 0-1-15,0-1-2 0,0-1 4 0,0-4-3 16,0 1 0-16,0-2 2 0,-1 0-6 0,0-1 6 15,2-2-3-15,-2-2 1 0,4-5-2 0,-6 8 1 16,0-2 1-16,3-3 0 0,3-3 2 0,-8 6-5 16,8-6 2-16,-10 1-1 0,10-1 0 0,-8 3-3 15,8-3 2-15,0 0-2 0,0 0 2 0,-13-5 0 16,13 5-1-16,0 0 1 0,-7-4-2 0,7 4 0 16,0 0-3-16,0 0 2 0,0 0-4 0,0 0 2 15,0 0-1-15,0 0 3 0,0 0-1 0,21-4-6 16,-21 4 5-16,18-1-4 0,-8 1 0 0,-1 0-8 15,-9 0-9-15,20-2-8 0,-11 4-17 0,2-2-21 16,-1-2-17-16,-1 2-37 0,1 0-34 0,-10 0-25 16,13-4-93-16,-13 4-294 0,12-8 130 0</inkml:trace>
  <inkml:trace contextRef="#ctx0" brushRef="#br0" timeOffset="79209.57">6379 8922 98 0,'16'-6'117'0,"-4"4"-13"15,7-3-12-15,2 2-8 0,7 0-13 0,2-1-11 16,0 1-35-16,1-2-19 0,-2 3-35 0,2-1-76 16,-4 0-114-16,2-2 51 0</inkml:trace>
  <inkml:trace contextRef="#ctx0" brushRef="#br0" timeOffset="79480.45">6856 9079 164 0,'-13'2'185'0,"6"-2"-5"0,7 0-3 0,-18 5-7 15,7-1-5-15,1-1-9 0,-4 4-8 0,-3 2-11 16,2-1-9-16,1-1-7 0,0 4-16 0,3 0-7 16,0-3-8-16,1 2-9 0,4 0-7 0,1 0-9 15,-2-1-5-15,5 1-8 0,2 0-3 0,0-3-5 0,6 1-3 16,2 0-11-16,8 0-18 0,2-2-26 0,3-1-33 16,8-2-33-16,-1 2-33 0,3-5-29 15,-1 1-27-15,-9-2-160 0,-2-1-354 0,2 1 157 16</inkml:trace>
  <inkml:trace contextRef="#ctx0" brushRef="#br0" timeOffset="80040.23">4435 9796 20 0,'-9'0'182'0,"9"0"-5"0,0 0-15 0,-10 0-21 15,10 0-13-15,0 0-12 0,0 0-11 0,32 5 0 16,3-3-17-16,20-1-8 0,36-1-5 0,8-1-10 15,11 1-7-15,4-6-5 0,12 3 3 0,6-5-11 16,2 6-4-16,4-1-1 0,3-3-9 0,-2 4 3 16,0-3 1-16,1 1-9 0,-4-2-7 0,-8-1 3 15,-4 2-6-15,-3-2 4 0,-8 1-2 0,-4 2-1 16,-10-1-5-16,-4-2 0 0,-31 4-1 0,-1-2-2 16,-1 0 0-16,-3 1-2 0,-4-2 0 0,-17 5-4 15,-3-2 6-15,-2 0-1 0,-4 0-4 0,-10 1 2 16,-6 1 3-16,0 1-2 0,-4-2-2 0,-1 1 1 15,-8 1 3-15,11 0-2 0,-11 0-11 0,0 0-27 16,0 0-28-16,0 0-23 0,0 0-33 0,-31 0-39 16,10 1-125-16,-7 2-302 0,-3-2 135 0</inkml:trace>
  <inkml:trace contextRef="#ctx0" brushRef="#br0" timeOffset="82647.95">4990 10161 37 0,'1'-6'145'0,"-1"6"-9"0,0 0-6 16,0 0-1-16,0 0-5 0,0-9-6 16,0 9-11-16,0 0-7 0,0 0-11 0,0 0-11 0,0 0-11 15,0 0-3-15,0 0-9 0,0 0-4 16,0 0-2-16,0 0-2 0,0 0-6 0,0 0-1 0,-19 21 2 16,13-13-3-16,-1 0-5 0,1 3 5 0,-3-4-7 15,0 2-1-15,3 0 0 0,-1 1-3 0,1 0-2 16,-3-2 5-16,1 0-5 0,1 2-2 15,0 0-10-15,0-2 7 0,0 0 0 0,1 1-4 0,-1 0-3 16,2-3 3-16,-1 1 4 0,0 0-3 0,0-1-4 16,1-2 0-16,0 2-3 0,1-3 2 0,4-3-6 15,-7 8 2-15,3-4-1 0,4-4 0 0,-5 7-1 16,5-7-4-16,-5 5 5 0,5-5-1 0,0 0-3 16,-6 5 4-16,6-5-4 0,0 0 1 0,0 0-5 15,0 0 6-15,-3 5 0 0,3-5 2 0,0 0-2 16,0 0-1-16,0 0-1 0,0 0 1 0,0 0-2 15,0 0-1-15,0 0 1 0,0 0-2 0,0 0-2 16,0 0 3-16,0 0 3 0,0 0-1 0,0 0-4 16,0 0 0-16,0 0 1 0,0 0-7 0,0 0 7 15,0 0-3-15,0 0 3 0,0 0-2 0,0 0 1 16,0 0-2-16,0 0 2 0,0 0 0 0,0 0 2 16,0 0 1-16,0 0-5 0,0 0 3 0,0 0-1 15,0 0 1-15,0 0 0 0,0 0-2 0,0 0 2 16,0 0 1-16,0 0-4 0,0 0 4 0,0 0-1 15,0 0-8-15,0 0 7 0,22-9 1 0,-22 9-1 16,6-4 0-16,-6 4 0 0,0 0-1 0,10-1 1 16,-10 1-2-16,0 0 2 0,0 0-3 0,6-3 0 15,-6 3 2-15,0 0 0 0,0 0 1 0,0 0 0 16,0 0 0-16,8-1-3 0,-8 1 1 0,0 0 4 16,0 0-4-16,0 0-1 0,0 0 3 0,0 0 2 15,0 0 2-15,0 0 0 0,0 0-3 0,0 0-6 16,0 0 4-16,0 0 3 0,0 0 1 0,0 0-2 15,0 0 1-15,0 0-7 0,0 0 13 0,0 0-2 16,0 0-2-16,0 0-2 0,0 0 2 0,0 0-1 0,0 0-4 16,0 0 6-16,0 0 2 0,0 0-3 15,0 0 1-15,0 0-1 0,0 0-2 0,0 0 1 16,0 0-5-16,0 0 4 0,0 0-2 0,0 0 1 16,0 0 2-16,0 0-4 0,0 0 4 0,0 0-3 0,0 0 2 15,0 0-1-15,0 0 2 0,0 0-3 0,0 0 1 16,0 0-1-16,0 0 1 0,0 0-1 0,0 0 0 15,0 0 3-15,0 0-3 0,0 0-2 0,0 0 4 16,0 0-3-16,0 0-1 0,0 0 5 0,0 0-3 16,0 0 1-16,0 0 1 0,0 0-5 0,0 0 0 15,0 0 2-15,0 0 3 0,0 0-1 0,0 0-3 16,0 0 2-16,0 0 0 0,0 0 1 16,0 0-3-16,0 0 1 0,0 0 3 0,0 0-2 15,0 0-3-15,0 0 0 0,0 0 8 0,0 0-5 0,0 0 3 16,0 0-1-16,0 0-1 0,0 0-1 0,0 0 0 15,0 0-4-15,0 0 3 0,0 0 2 0,0 0 1 16,0 0-6-16,0 0 1 0,0 0 1 0,0 0 1 16,0 0-3-16,0 0 1 0,0 0 0 0,0 0 4 15,0 0-3-15,0 0 2 0,12 1 4 0,-12-1-6 16,9 2 2-16,-9-2-3 0,14 0-1 0,-3 1 7 16,-1-1-1-16,2-1-2 0,1 1 1 0,0 0-2 15,0 0 3-15,-1 0 1 0,1 0 1 0,1 0-4 16,-1-2-1-16,4 2 2 0,-5 0 0 0,1-1-2 15,0-1 3-15,1 1-6 0,-2 0 4 0,0 1 2 16,1-2-1-16,-2 2 1 0,-1-2-1 0,-2 2 0 16,-8 0 0-16,13-1 0 0,-7 0 1 0,-6 1-3 15,10-1 1-15,-10 1 2 0,0 0 0 0,11-2 2 16,-11 2-3-16,0 0 5 0,7-1 0 0,-7 1 2 16,0 0 6-16,0 0-2 0,0 0 1 0,0 0-1 15,0 0 2-15,0 0-2 0,0 0-4 0,0 0 2 16,0 0-1-16,-1-11 0 0,1 11-1 0,0 0 2 15,0 0-4-15,-8-10 4 0,8 10-4 0,-6-6 5 16,2 2-1-16,-1-1-5 0,5 5 0 0,-10-9 1 16,2 1 0-16,0 1 1 0,-2 0-1 0,1 0-4 15,0 0 1-15,-1-2-1 0,0 2 2 0,0 0 0 16,1-2 0-16,-3 1 0 0,2 1 1 0,1 1 3 16,-1-1-2-16,1-1-2 0,2 4-4 0,0-1 1 15,1 0-5-15,-2 0 2 0,1 1 1 0,1 1-8 16,0-1-11-16,6 4-21 0,-8-4-14 0,8 4-25 0,0 0-35 15,0 0-21-15,0 0-31 0,0 0-30 0,0 0-109 16,0 0-331-16,22-9 147 0</inkml:trace>
  <inkml:trace contextRef="#ctx0" brushRef="#br0" timeOffset="83612.53">5333 10139 25 0,'-6'-3'150'0,"6"3"1"0,0 0-7 0,-7-4-15 16,7 4-8-16,0 0-21 0,-5-5 6 0,5 5-9 0,0 0-3 15,-7-5-2-15,7 5-7 0,0 0-11 0,0 0-4 16,-6-5-7-16,6 5-2 0,0 0 0 0,0 0-3 15,-6-4-2-15,6 4 0 0,0 0-5 0,0 0-10 16,0 0-5-16,0 0 2 0,0 0-4 0,0 0-9 16,0 0 5-16,0 0-6 0,0 0 0 0,0 0-6 15,0 0 0-15,0 0-3 0,0 0 0 0,-8-3-1 16,8 3-3-16,0 0-4 0,0 0 2 0,0 0-3 16,0 0-1-16,0 0 0 0,0 0 5 0,0 0-7 15,0 0-3-15,0 0 3 0,0 0 0 0,0 0-6 16,0 0 3-16,23 5 5 0,-23-5-1 0,15 3-4 15,-7-3 1-15,2 1-4 0,0 0-4 0,-2 1-5 16,2-2-5-16,-1 0-14 0,-1 1-14 0,0 1-6 16,2-1-8-16,-1 0-2 0,0 0-12 0,-9-1-20 15,15 0 11-15,-9 0-6 0,-6 0-1 0,12 1 3 16,-12-1 2-16,11 0 3 0,-11 0 2 0,7 2 2 16,-7-2 12-16,0 0 3 0,0 0 5 0,0 0 3 15,10-3 6-15,-10 3 9 0,0 0 0 0,0 0 1 16,0 0 6-16,0 0 3 0,0 0 13 0,0 0-2 15,0 0 9-15,0 0 2 0,0 0 4 0,0 0 10 16,0 0 0-16,-17-13 11 0,17 13 1 0,0 0 8 16,0 0 1-16,-8-4-1 0,8 4 9 0,0 0 2 15,0 0 7-15,0 0 1 0,0 0 2 0,0 0 3 0,0 0-2 16,0 0-10-16,0 0-11 0,0 0 2 16,0 0-3-16,0 0-1 0,0 0 12 0,-6 16-13 15,8-6 11-15,-4-2 9 0,2 5-6 0,-1-4 3 16,2 2-10-16,-1 1 1 0,0-1 2 0,2 2-4 0,-1 1-3 15,0-2 3-15,1 0-12 0,-2-2 1 0,1 2 0 16,0-1-1-16,0-5-6 0,3 4 1 16,-3-1-1-16,1-2 3 0,-1 0-8 0,0-2 5 15,-1-5-4-15,0 10 6 0,0-10 0 0,1 7-4 0,-1-7 2 16,0 0-4-16,0 8 8 0,0-8 0 16,0 0-3-16,0 0-2 0,-6 6 2 0,6-6 0 0,0 0-1 15,-10 1-5-15,10-1 2 0,0 0 1 16,-16-3-3-16,16 3-3 0,-11 0 3 0,11 0-4 0,-9-2 4 15,9 2-1-15,0 0-5 0,-10-1 1 0,10 1-6 16,0 0 5-16,0 0-1 0,-12-1-4 16,12 1 9-16,0 0-6 0,0 0-5 0,0 0 1 15,0 0-1-15,0 0 2 0,0 0 0 0,0 0 5 0,0 0-3 16,0 0 2-16,0 0 2 0,25 6-3 0,-15-6-8 16,4 1-14-16,1-1-14 0,4-1-16 0,3 1-31 15,-3-2-20-15,10-2-25 0,-8 1-136 0,0 0-285 16,0 0 126-16</inkml:trace>
  <inkml:trace contextRef="#ctx0" brushRef="#br0" timeOffset="84078.24">5886 10183 116 0,'-10'-2'164'0,"10"2"-2"16,-14 0-8-16,14 0-7 0,-17 4-15 0,9-3-12 15,-2 3-12-15,4 0-7 0,-3 1-13 0,-1 3-8 16,3-4-11-16,0 3-3 0,1 1-9 0,1-1-6 16,3 0-3-16,2-7-5 0,-3 12-4 0,3-5-5 15,0-7-3-15,8 13-5 0,-2-8 0 0,-1 0-5 16,7 1-9-16,-2-3 11 0,2 3-10 0,-3-2-4 15,3 0-4-15,0-2-2 0,-2 1 3 0,-1-3-1 16,-3 3-5-16,1-2-3 0,-7-1-2 0,11 3 1 16,-11-3 3-16,8 2-8 0,-8-2 11 0,0 0-1 15,0 0-4-15,0 0-8 0,0 0 13 0,0 0-4 16,0 0-1-16,0 0 4 0,0 0 0 0,0 0-2 16,0 0-2-16,-31 1 8 0,21 2-1 0,-3 0-3 0,3 0 5 15,-4 1 4-15,3 2-2 0,-5 1 2 0,6 1 3 16,0-4-2-16,1 3-2 0,-1 0 3 15,4-2-11-15,0 0 5 0,2 0-4 0,0 2 3 16,4-7 1-16,-2 11-4 0,2-3 1 0,0-8 3 0,7 10-4 16,0-4 2-16,1 0-2 0,3-2-9 15,1-1 0-15,4 0-41 0,3-2-19 0,-1 2-28 16,2-5-27-16,-3 4-26 0,-4-2-112 0,1-2-281 16,-2 1 125-16</inkml:trace>
  <inkml:trace contextRef="#ctx0" brushRef="#br0" timeOffset="84362.53">5032 10669 84 0,'26'8'117'0,"-3"-6"4"16,13-4-4-16,17-2-8 0,6-1-8 0,4 1-2 16,-1 0-3-16,4-3-6 0,-3 3-11 15,-1-3 1-15,-1 1-5 0,-1-1-7 0,-4 4-4 0,-1-4-5 16,-15 3-2-16,-4 2-12 0,0-1 5 0,-3 0-12 16,-4 3-8-16,-7-3-25 0,-2 3-30 0,-4-1-31 15,-5 1-42-15,-2 1-32 0,-4 2-83 0,-5-3-230 16,0 0 101-16</inkml:trace>
  <inkml:trace contextRef="#ctx0" brushRef="#br0" timeOffset="84858.58">5280 10896 78 0,'-5'9'186'0,"-3"0"-15"15,1 3-20-15,-3 1-14 0,1-1 1 0,1-1-8 16,-2 2-6-16,0 1-5 0,1-2-2 0,1-2-16 16,-1 1-3-16,-1 3 0 0,2-6-4 0,2 3-10 15,-3-3-8-15,1 0-5 0,2 1-2 0,-2-2-8 16,2 0-3-16,1-2-7 0,1 0-2 0,0 0-9 16,4-5-2-16,-7 7-1 0,7-7-6 0,-5 5-4 15,5-5 1-15,-5 5-10 0,5-5 5 0,0 0-3 16,0 0-4-16,0 0-7 0,-5 4-4 0,5-4 1 15,0 0-4-15,0 0-3 0,17 3-1 0,-7-4-4 16,3 1-6-16,2-2-3 0,3 1-7 0,-1 0 2 16,0-1-3-16,3 2 4 0,1-3 1 0,1 1-1 15,0-1 5-15,0 1 3 0,0 0-4 0,5-2-1 16,-6 1 1-16,-1-1-5 0,-1 1 4 0,1 0 1 16,-6 1-2-16,0 1-3 0,-3-2 7 0,-1-1-2 0,-1 2 5 15,0-2 1-15,-4 1 3 0,-5 3-1 16,11-7 1-16,-9 1 6 0,-2 6 3 0,2-12-4 15,-2 12 11-15,-4-16 2 0,-1 5-1 0,-2 2 3 16,-4-4 4-16,-2 0-1 0,-4 1 3 0,-5-2 7 16,0 0 3-16,1 8-2 0,-3-6-3 0,3 8 1 0,1-2 1 15,2 1-4-15,-1 1-1 0,1 0 0 16,5 2-1-16,2 1-9 0,-2-1-17 0,5 1-16 16,2-2-18-16,6 3-27 0,-13-1-38 0,13 1-26 15,0 0-35-15,0 0-26 0,0 0-114 0,0 0-329 0,30-15 146 16</inkml:trace>
  <inkml:trace contextRef="#ctx0" brushRef="#br0" timeOffset="85360.15">5648 10801 176 0,'0'0'153'0,"10"-1"-15"0,-10 1-11 0,12 0-9 16,1-3-12-16,-4 3-10 0,2-3-9 0,8 3-10 0,-2-4-8 15,2 0-7-15,-7 1-10 0,-1 2-11 0,-2 1-20 16,-1-2-13-16,1 2-2 0,-9 0-17 0,13-2 3 16,-13 2 6-16,7 0-15 0,-7 0 9 0,0 0-8 15,0 0 3-15,0 0 2 0,0 0-1 0,0 0 5 16,0 0 1-16,-27 3 4 0,27-3 0 0,-12 2 7 16,5 0-2-16,7-2 4 0,-11 0 17 0,11 0-5 15,-7 3-1-15,7-3-2 0,-9 6 10 0,5-1 2 16,2 1 19-16,-3 3-10 0,2-1-4 0,1 3 7 15,1 2 9-15,1-1-10 0,-2 1 9 0,2 3-4 16,0 1-5-16,0-2 3 0,4 1 0 0,-4-1-6 16,1-3-3-16,2 1 1 0,-1-1-10 0,0 0 1 15,-2-2 1-15,1 0-5 0,-1-1-1 0,1 2-1 16,-1-5-2-16,0 2 2 0,0-8 1 0,-1 11-2 16,-2-6-4-16,3-5 2 0,-8 11-1 0,2-8 0 15,-3 2-5-15,-1 1 0 0,1-6 1 0,-1 3-1 16,-3-1 0-16,6-2-2 0,-4 1-1 0,4-1 4 15,7 0-4-15,-14 0 1 0,14 0 0 0,-9 0 2 16,9 0-5-16,0 0-5 0,-12 0 3 0,12 0-2 16,0 0 1-16,0 0-1 0,0 0-3 0,0 0 4 15,0 0-5-15,0 0 3 0,0 0 0 0,36-5 0 16,-23 4 1-16,5-1-2 0,0 0-2 0,2 0-15 16,2-1-22-16,3-1-27 0,5 0-25 0,-10-1-31 15,7 0-29-15,-5 1-18 0,-4 0-106 0,2 0-299 16,0-2 132-16</inkml:trace>
  <inkml:trace contextRef="#ctx0" brushRef="#br0" timeOffset="85579.48">6108 10948 106 0,'0'0'178'0,"-9"-5"-6"0,9 5-4 16,-10-2-10-16,10 2-7 0,-14 2-6 0,14-2-8 15,-18 5 4-15,7 1-3 0,1-1-6 0,-1 1-4 16,-1 2-11-16,1 1-10 0,1 3-7 0,-1-1-11 15,4 1-7-15,2-1-7 0,0 0-9 0,1-1-1 16,0 0-9-16,4 2-1 0,4-3-6 0,-1 1-4 0,3-3-5 16,3 1 1-16,4-2-16 0,3-1-18 15,3 0-22-15,2-3-30 0,6-3-47 0,1 1-36 16,0-3-26-16,-1-2-34 0,-5 2-171 0,-4-1-388 16,2-3 172-16</inkml:trace>
  <inkml:trace contextRef="#ctx0" brushRef="#br0" timeOffset="85826.3">6537 10726 63 0,'0'0'193'0,"1"-7"-18"15,-1 7-19-15,0 0-3 0,12-4-10 16,-4 3-6-16,0 0-9 0,6-1-10 0,-1 0-10 0,1 2-4 15,4-1-6-15,-1-2-10 0,3 1-7 0,-1 0-4 16,0 2-7-16,-2-1-8 0,-6 0-3 0,3 1-11 16,-1-3-4-16,-4 3-3 0,0-2-11 15,-1 2-16-15,-8 0-26 0,11-3-27 0,-11 3-44 0,10 1-31 16,-10-1-43-16,0 0-141 0,0 0-323 0,13-5 144 16</inkml:trace>
  <inkml:trace contextRef="#ctx0" brushRef="#br0" timeOffset="86172.53">7185 10310 56 0,'2'-5'227'0,"-2"5"-11"16,3-9 2-16,-3 9-9 0,6-6-11 0,-6 6-16 16,0 0-15-16,1-7-21 0,-1 7-11 0,0 0-18 15,0 0-12-15,0 0-9 0,0 0-10 0,0 0-15 16,0 0 0-16,8 24-5 0,-7-8 0 0,0 0-8 16,-2 3 0-16,0 0-2 0,0 5 0 0,1-5-7 15,-2 5 1-15,2-5-6 0,-1 0-3 0,0 0-3 16,-1 2-3-16,0-2 2 0,1 5-7 0,-1-6-3 15,1-1 1-15,-1 0-6 0,2 2-6 0,-2-4-18 0,2 1-26 16,0-4-26-16,0 0-29 0,-2 0-40 16,3-1-40-16,-1-4-39 0,-1 2-202 0,1-9-438 15,-1 12 195-15</inkml:trace>
  <inkml:trace contextRef="#ctx0" brushRef="#br0" timeOffset="98434.2">8841 9485 112 0,'-8'-4'192'15,"8"4"-18"-15,0 0-13 0,-5-7-13 0,5 7-19 16,0 0-11-16,0 0-5 0,0 0-18 0,0 0-10 15,10-14-5-15,0 9-12 0,3 0-3 0,5 0-15 16,3-1 7-16,-1-1-13 0,8 1-28 0,-9 3-22 16,0 0-26-16,1 1-32 0,-3 1-24 0,-4-1-12 15,0 1-21-15,-3 1-95 0,-2 0-234 0,-8 0 103 16</inkml:trace>
  <inkml:trace contextRef="#ctx0" brushRef="#br0" timeOffset="98591.4">8937 9551 56 0,'-8'4'106'16,"1"-1"-4"-16,4 0-9 0,3-3 3 0,-9 6-3 0,9-6-26 15,0 0 0-15,0 0-1 0,0 0-13 16,0 0-2-16,24 6-14 0,-2-8-28 0,10-1-29 16,1-2-46-16,3 1-69 0,2-4-147 0,16-1 65 15</inkml:trace>
  <inkml:trace contextRef="#ctx0" brushRef="#br0" timeOffset="98964.27">10365 8716 37 0,'0'-17'224'0,"-3"-1"-14"15,1 2-18-15,0 1-14 0,2 4 3 0,0-3-7 16,-1 7-10-16,1 7-9 0,-2-12-17 0,2 12-12 16,0-7-17-16,0 7-11 0,0 0-16 0,0 0-7 15,0 0-13-15,0 0-2 0,0 0-6 0,0 0-3 16,0 0-8-16,9 34-3 0,-8-15-4 0,1 6-2 0,-2-5-4 15,1 4-1-15,1-4-1 0,-3-1-7 16,1 5-1-16,-1-5 0 0,2 7-2 0,-2-9-1 16,1 0-4-16,0 2 7 0,0-1-9 0,-1 0 2 15,2-1-1-15,-2 0-3 0,2 2-6 0,-1 0-21 0,0 1-16 16,-1-2-37-16,-1 1-31 0,1 1-56 16,1-3-33-16,-4 9-179 0,3-10-399 0,-3-3 177 15</inkml:trace>
  <inkml:trace contextRef="#ctx0" brushRef="#br0" timeOffset="99255.58">10937 8781 1717 0,'10'-17'28'0,"-1"-1"14"0,-5 3 34 0,-1 2-2 15,0 4-7-15,-3-1 0 0,0 4-10 0,0 6-3 16,0-13-12-16,0 13 2 0,0 0-4 0,0-7 1 15,0 7-3-15,0 0 10 0,-20 12 4 0,8 0-1 16,-10 8-4-16,1 5 1 0,-4 0-4 0,1 1-3 16,-7 10-3-16,7-7-2 0,0-1-5 0,1 1-2 15,0 0-4-15,0-2 1 0,4-1 4 0,-3 3-10 16,0-1-2-16,3 0-2 0,-1-3-2 0,1 1 0 16,0-1-2-16,3 1 1 0,-1-2-17 0,1 1-20 15,3-3-24-15,0 1-26 0,2-1-33 0,0-6-46 16,3-1-45-16,2-4-45 0,0 1-123 0,1-2-395 15,1-3 176-15</inkml:trace>
  <inkml:trace contextRef="#ctx0" brushRef="#br0" timeOffset="99664.66">11214 8918 211 0,'5'-3'205'0,"-5"3"-16"16,0 0-20-16,0 0 0 0,0 0-9 0,0 0-4 0,0 0-10 16,-10 22-6-16,1-13-11 0,-5 6-10 0,-4 5-9 15,0-1-9-15,-4 3-7 0,6-1-7 0,-5 0-12 16,3-1-6-16,1-1-8 0,0-8-4 0,3 1-7 16,-3 1-2-16,3-2-6 0,-2 3-2 0,-6-1-4 15,4-6-3-15,6 0-2 0,2-2-5 0,-1-1 0 16,3 0 2-16,0-2-4 0,2 1-3 0,6-3-3 15,-13-3 3-15,13 3-4 0,-9-7 0 16,5 1-3-16,-1-2-6 0,3-2 3 0,1-5-3 0,2-2-4 16,1 0 0-16,3-2-1 0,-1 0-1 0,5 2 3 15,-1-7-1-15,2 10-5 0,-4 4 5 0,3-3-2 16,-2 3-4-16,2 2 1 0,-2 2-1 0,-1 1-2 16,-1 1-4-16,0 0 2 0,-5 4 0 0,12-4 1 15,-12 4 2-15,15 6-3 0,-6-1 4 0,1 2-4 16,0 3 5-16,-1 3-1 0,2 1 2 0,-2 2 0 15,2-2-1-15,3 9-4 0,-3 5-17 0,2-1-26 0,-3-1-34 16,0-1-39-16,3 1-47 0,-1 0-52 16,-6-1-159-16,3-2-410 0,-4-3 181 0</inkml:trace>
  <inkml:trace contextRef="#ctx0" brushRef="#br0" timeOffset="100022.18">9930 9828 96 0,'0'0'171'0,"0"0"-17"16,71-2-12-16,-8-4-18 0,35-4-11 0,5 3-10 15,8-4-15-15,1 3-5 0,1-1-1 0,3 2-5 0,-1-3 2 16,-1 6-2-16,-4-1-8 0,-6-3 1 16,-3 6-9-16,-9-5-8 0,-29 4-2 0,-3 3-4 15,-4-3-10-15,1 1 3 0,-17 2-9 0,-1 0-3 16,-6 2-2-16,-2-2-5 0,-11 2-26 0,-2-1-19 0,-2-1-26 15,-3 3-28-15,-7 0-24 0,-1 1-29 0,-2-1-125 16,-3-3-277-16,0 0 123 0</inkml:trace>
  <inkml:trace contextRef="#ctx0" brushRef="#br0" timeOffset="100457.37">10259 10137 79 0,'4'-17'215'0,"1"1"-18"15,2-2 4-15,-4 3-7 0,1-2-8 16,0 6-5-16,-1 0-2 0,-2 5-8 0,2 0-12 16,-2-1-12-16,-1 7-17 0,1-8-16 0,-1 8-14 15,0 0-11-15,3-9-12 0,-3 9-4 0,0 0-9 0,0 0-10 16,0 0-8-16,1 22 2 0,-1-11-7 15,-1 3-2-15,2 1-6 0,-1 2-3 0,0 2-4 16,0 0-2-16,1 0-2 0,3 7 0 0,-1-7-3 16,-1 4-3-16,2 3-11 0,-1-7-18 0,2 0-16 0,-1 0-24 15,-2 1-18-15,2 0-33 0,0-1-32 0,-2-1-34 16,-1 0-20-16,1-2-19 0,-1 1-126 0,-2-1-362 16,-1-4 160-16</inkml:trace>
  <inkml:trace contextRef="#ctx0" brushRef="#br0" timeOffset="100644.37">9987 10558 102 0,'0'0'168'0,"0"0"-13"0,0 0-12 16,0 0-13-16,36-1-6 0,-2-5-7 0,3 4-8 15,21-2-14-15,2-2-6 0,1 0-10 0,2 1-13 16,0 0 1-16,-8 3-25 0,0 0-24 0,-4 1-44 15,-17 0-36-15,-1 2-34 0,-5 0-124 0,-10 1-239 16,-6-1 106-16</inkml:trace>
  <inkml:trace contextRef="#ctx0" brushRef="#br0" timeOffset="101086.5">10300 10687 11 0,'0'0'211'0,"0"0"-8"0,0 0-18 0,0 0-13 0,0 0-13 16,0 0-3-16,-5 7-11 0,3-1-1 16,-5 2-6-16,-1 1-5 0,-3 4-10 0,-1 1-8 15,0 0-12-15,-5 6-11 0,-2-1-7 0,6-5-8 0,-1-1-4 16,0-1-2-16,-1 1-9 0,-2 0-3 15,-1-1-6-15,3-1-1 0,-2 0-7 0,3-2-4 16,-2 0-3-16,0-1-2 0,2-4-6 0,-1 1 1 0,2-3-5 16,3 1 4-16,0-2-10 0,1 1 6 0,9-2-9 15,-14-4 2-15,7 1-1 0,7 3-3 0,-10-6-3 16,7-3 1-16,0 2-2 0,1-3-1 0,4 0 0 16,-1-2 1-16,4-4-5 0,1 1-2 0,-1 1 0 15,6-1 1-15,0 4-3 0,1 0 1 0,2 1-2 16,0-1 0-16,-3 4-3 0,1 2 0 0,-3 0-1 15,0-2 0-15,0 5-2 0,-2-1 1 0,-7 3 1 16,17 1 1-16,-7 3-2 0,-1 1-1 0,1 2 2 16,0-1 0-16,0 5 4 0,2-1-4 0,0 1 3 15,2 2 3-15,-1 1-3 0,-1 1-6 0,1 0-20 16,3-1-27-16,-4 1-38 0,5-2-45 16,0-3-57-16,2 2-235 0,1-5-462 0,1 0 204 0</inkml:trace>
  <inkml:trace contextRef="#ctx0" brushRef="#br0" timeOffset="101336.74">11130 10521 129 0,'-8'-7'225'0,"8"7"-22"0,-5-4-24 0,5 4-17 16,0 0-16-16,0 0-11 0,0 0-12 0,0 0-15 16,14-9-7-16,0 9-13 0,8-2-7 0,3 2-13 15,5-2-3-15,2 2-4 0,-2 0-26 0,-2 0-35 16,-4 2-42-16,4-2-29 0,-6 1-46 0,-1-1-164 16,1-1-302-16,0-1 134 0</inkml:trace>
  <inkml:trace contextRef="#ctx0" brushRef="#br0" timeOffset="101545.74">11803 10137 5 0,'0'-8'289'0,"2"2"-29"0,-2 6-27 15,1-12-27-15,-1 12-20 0,0 0-22 0,0 0-15 16,0 0-11-16,0 0-9 0,-7 44-11 0,1-16-10 15,3 4-10-15,-1 0-8 0,2 3-13 0,3 0-5 16,0 1-20-16,3 8-27 0,-6-11-56 0,4 1-57 16,0-4-50-16,-1 2-71 0,-4-5-114 0,-6 1-349 0,-2-2 155 15</inkml:trace>
  <inkml:trace contextRef="#ctx0" brushRef="#br0" timeOffset="103954.95">12881 9694 67 0,'-6'-4'222'0,"6"4"-12"15,-9-8-5-15,5 4-2 0,4 4-3 0,-8-4-12 16,8 4-13-16,-4-6-7 0,4 6-19 0,-7-4-5 15,7 4-20-15,0 0-12 0,0 0-12 0,-4-6-11 16,4 6-10-16,0 0-5 0,0 0-10 0,0 0-6 16,25 2-4-16,-12 2-13 0,6-1-15 0,0-1-13 15,4 1-29-15,-3 1-30 0,2-1-30 0,-4 1-34 16,3 0-39-16,-4-1-30 0,-5 0-187 0,-5-1-395 16,-1-1 176-16</inkml:trace>
  <inkml:trace contextRef="#ctx0" brushRef="#br0" timeOffset="104127.96">12760 9845 194 0,'0'0'189'16,"0"0"-19"-16,14 10-13 0,-3-9-14 0,9 1-11 15,8-2-22-15,5 3-17 0,3-3-22 0,4 0-24 16,12 0-41-16,0-3-47 0,-14 1-42 0,14-2-115 15,-19 1-215-15,5-1 95 0</inkml:trace>
  <inkml:trace contextRef="#ctx0" brushRef="#br0" timeOffset="104445.81">13881 9254 2390 0,'2'-26'11'0,"-2"2"12"16,3-1-3-16,-5 10 16 0,-1-2 12 0,3 6 2 15,0 3-7-15,0 8-4 0,0-13-7 0,0 13-4 16,-2-8-1-16,2 8-8 0,0 0-12 0,0 0 1 16,0 0-2-16,0 0 3 0,0 0 2 0,0 0 6 15,4 38 1-15,-3-14 4 0,1 4 0 0,0 2-5 16,2 1 1-16,-1-2 0 0,-2 0-4 0,0-2 3 15,1 1-2-15,0-2-4 0,3 3 2 0,-3-1-3 16,-1-3 0-16,0 2 0 0,0-7 0 0,1-1 1 16,-2 1-5-16,0-2-12 0,0-1-16 0,0 1-27 15,-2 0-38-15,1-2-51 0,1-4-45 0,-1 0-50 16,-2-1-159-16,0-3-423 0,-1 0 187 0</inkml:trace>
  <inkml:trace contextRef="#ctx0" brushRef="#br0" timeOffset="106586.75">13427 9978 90 0,'0'0'174'0,"-8"-4"-8"0,8 4-10 0,-5-3-8 15,5 3-9-15,0 0-9 0,16-13-9 0,2 6-4 16,11-4-6-16,3 2-6 0,21-1-11 0,3-2-11 16,5 2-8-16,2 2-5 0,-1 0-14 0,-1 3-9 15,-4 1-9-15,-4 1-12 0,-3-1-23 0,-10 4-22 16,-8 1-30-16,2-1-24 0,-7 3-30 0,2 0-34 16,-10 1-125-16,-7 0-283 0,-1 0 126 0</inkml:trace>
  <inkml:trace contextRef="#ctx0" brushRef="#br0" timeOffset="106859.9">13719 10062 4 0,'-13'2'158'0,"9"-1"-4"15,4-1-3-15,-9 8-5 0,6-3-6 0,-2 4 3 16,1 4-4-16,2 2-10 0,-5 5-10 0,3 3-5 16,-3 4-11-16,0 2-5 0,-2-1-7 15,3 1-9-15,1-3-8 0,-5 6-7 0,0-6-3 0,5 1-6 16,-5-4-6-16,2 1-6 0,-1 2-2 0,5-8-6 16,0 0-6-16,2 1-30 0,-1-3-32 0,3 3-36 15,0-2-42-15,3-7-40 0,-1 4-168 0,0-5-343 16,2-3 152-16</inkml:trace>
  <inkml:trace contextRef="#ctx0" brushRef="#br0" timeOffset="107046.37">13917 10410 127 0,'9'-5'193'0,"-9"5"-12"0,11-4-21 0,-6 3-11 15,4-2-13-15,0 2-17 0,4 1-11 0,0-2-14 16,4 2-14-16,0 0-28 0,4 0-37 0,-1 2-35 0,11-1-39 16,-6-2-46-16,-3 2-100 0,-1 1-223 15,8-4 99-15</inkml:trace>
  <inkml:trace contextRef="#ctx0" brushRef="#br0" timeOffset="107390.81">14542 10247 172 0,'4'-5'180'0,"-4"5"-19"0,0 0-7 16,0 0-11-16,0 0 7 0,0 0-9 0,-15 18-4 15,4-3 6-15,-6 4-9 0,-3 1-17 0,0-1-4 16,-1-1-9-16,-1 2-2 0,-1-5-16 0,4-4-10 16,3 2-7-16,0-2 0 0,0 0-12 0,-1-3-5 15,0-2-6-15,6 0-3 0,-2-2-2 0,1-2-2 16,1-2-6-16,0 0-3 0,2-2-6 0,-2 0 3 15,2-1-4-15,2-1-3 0,1-1-1 0,1 0-4 16,1-3 1-16,2-1-4 0,-2 0 0 0,7 1-1 16,-2-4-5-16,3 0 2 0,2 1-6 0,7-3 4 15,1-1-6-15,0 5 1 0,4 1 1 16,0 2-1-16,0 3 0 0,0 0 0 0,-4 4-6 0,1 2 1 16,1 1 1-16,2 1 0 0,1 4 3 0,0-1 0 15,-1 3-3-15,4 5 2 0,-1 0 0 0,3 0 3 16,-1 2-4-16,-1-1-24 0,1-3-33 0,2 2-34 0,-1 1-48 15,1-4-50-15,2 1-188 0,-9-3-409 16,9 1 181-16</inkml:trace>
  <inkml:trace contextRef="#ctx0" brushRef="#br0" timeOffset="110657.64">3129 12378 99 0,'0'0'191'0,"-6"-9"-3"15,6 9-10-15,-3-9-11 0,3 9-16 0,-1-7-15 16,1 7-10-16,0 0-8 0,0 0-17 0,-1-10-11 16,1 10-11-16,0 0-8 0,0 0-5 0,0 0-11 15,22 7 0-15,-12-4-7 0,6 6-2 0,0 1-6 16,2 1-2-16,3 4-9 0,-4-2 16 0,-1 2-7 16,4 2 0-16,-6-2-6 0,-3-1-4 0,0 0-2 15,-1 0-4-15,-1 1-2 0,-3-4 1 0,3 0-4 16,-3-1-3-16,-2 1 0 0,1 2 4 0,-1-4-10 15,-2 1 4-15,-1-3 0 0,0-1 0 0,0 0-5 16,-1-6 3-16,3 8 1 0,-3-8-2 0,0 0 2 16,2 9 15-16,-2-9 13 0,0 0 5 0,0 0-4 15,0 0 1-15,0 0-2 0,0 0-6 0,0 0-5 16,0 0 0-16,7-31-7 0,-2 15 0 0,1-1-3 16,5-6-3-16,3-1 0 0,0 3-3 0,2-4-3 15,0 2 2-15,2 0-3 0,1 3-2 0,-3 2-4 16,0 2-5-16,-5 2-11 0,-2 6-19 0,0 0-27 15,-3 2-45-15,1 3-43 0,-7 3-24 0,10-3-26 16,-10 3-19-16,6 8-118 0,-6-8-360 0,-7 22 159 16</inkml:trace>
  <inkml:trace contextRef="#ctx0" brushRef="#br0" timeOffset="110926.63">3322 12675 146 0,'0'0'209'0,"4"-7"-1"0,-4 7-3 15,5-8-7-15,-5 8-16 0,4-5-11 0,-4 5-28 16,0 0-16-16,0 0-12 0,0 0-11 0,0 0-12 16,0 0-8-16,9 13-8 0,-8-4-5 0,2 2-6 15,-3 1-6-15,1 1-4 0,-1 3-3 0,1-1-4 16,-2 3-4-16,-2-1-4 0,2-2-2 0,0 2 3 15,0-1-8-15,-3 1-7 0,4 0-2 0,-1-5-4 0,1 1-1 16,-2 4-17-16,4-2-19 0,-2-3-30 16,1 4-44-16,0-5-57 0,2 0-46 0,-2 0-173 15,0-2-397-15,-1-9 175 0</inkml:trace>
  <inkml:trace contextRef="#ctx0" brushRef="#br0" timeOffset="111114.57">3891 12748 144 0,'13'-4'172'0,"-2"1"-11"0,0-1-30 0,1 1-25 16,-3 1-35-16,-9 2-34 0,23-2-36 0,-14 2-36 15,-1 1-33-15,-8-1-52 0,11 3-130 0,-11-3 57 16</inkml:trace>
  <inkml:trace contextRef="#ctx0" brushRef="#br0" timeOffset="111257.92">3941 12881 121 0,'0'0'160'0,"-4"5"-13"16,4-5-13-16,0 0-5 0,0 0-16 0,0 0 2 15,0 0-20-15,10 8-6 0,2-7-9 0,1-1-17 16,4 0-32-16,3 0-44 0,10-1-36 0,4-2-41 15,0-2-98-15,3 1-203 0,-1-2 90 0</inkml:trace>
  <inkml:trace contextRef="#ctx0" brushRef="#br0" timeOffset="111630.11">5459 12443 213 0,'-1'-10'240'0,"0"1"-18"0,-1 2-8 16,1 0-7-16,1 7-11 0,-3-12-11 0,3 12-17 15,-2-8-16-15,2 8-18 0,-1-7-13 0,1 7-19 16,0 0-11-16,0 0-10 0,0 0-8 0,0 0-8 15,0 0-6-15,0 0-5 0,3 38-2 16,-1-20 1-16,-2 2-4 0,1 6-10 0,0 0 1 0,-1 0-5 16,0-1-1-16,0-5-7 0,2 5-2 0,-4 1 1 15,2-9-5-15,0 2-1 0,-1-1-3 0,0 0-3 16,1-1 6-16,-2 0-9 0,1-1 3 16,1 0-2-16,-1 0 3 0,1 0-11 0,0-4-27 15,-3 0-21-15,3 0-27 0,-1-1-30 0,1-11-29 0,0 18-18 16,0-7-19-16,0-5-27 0,0-6-24 0,-1 10-118 15,1-10-362-15,0 0 161 0</inkml:trace>
  <inkml:trace contextRef="#ctx0" brushRef="#br0" timeOffset="112290.88">5399 12477 90 0,'0'0'149'0,"-4"-5"-13"0,4 5-6 0,-5-7 4 16,5 7 1-16,-5-6 8 0,5 6-14 0,-4-6-5 15,4 6-10-15,-2-9 1 0,2 9-8 0,-3-5-6 16,3 5 0-16,0 0-1 0,-1-10-8 0,1 10-7 16,0 0-6-16,0 0-8 0,-4-8 1 0,4 8-13 15,0 0-5-15,0 0-8 0,6-9-2 0,-6 9-2 16,4-5-5-16,-4 5-4 0,5-4-1 16,-5 4-6-16,8-7-5 0,-2 2-4 0,3 2 2 15,-1-2-2-15,4 1-3 0,-2 1-3 0,0-1-1 0,2 1 0 16,-1-1-1-16,-2 3-2 0,2 1-2 0,1-2-3 15,-4 4 1-15,3-1 0 0,-2 0-4 0,-1 2 4 16,-2 1-1-16,1 1-3 0,-4 2 4 16,6-1-1-16,-5 3-2 0,-3 1 0 0,1-3 3 0,-4 2 0 15,0 2 0-15,0-2 0 0,-3 3 0 0,-2-3 1 16,0 1-3-16,-2-1 3 0,0 3-4 0,1-5 2 16,0 3-1-16,-1-2 1 0,4-3 1 0,-2 2-2 15,2-3-1-15,0-2 1 0,5-2-1 0,-6 5 0 16,6-5-3-16,-4 5-4 0,4-5 4 0,0 0-3 15,0 0 3-15,0 0 0 0,13 10-3 0,-6-8-1 16,5-1 3-16,-2 1 0 0,3 3-1 0,0-3 0 16,-2 0-1-16,1 1 3 0,-2 0-3 0,0 1 1 15,-1-2 0-15,0 5 4 0,-1-3-4 0,-1 2-1 16,0 3-2-16,-4-5 5 0,0 3-1 0,0-1-1 16,-3-6 3-16,1 13 6 0,-1-13-5 0,-8 14 2 15,-1-7-2-15,0 0 0 0,-1 1 2 0,-6 0-2 16,3 0 2-16,-1-3 1 0,1 0 0 0,1-1-1 15,-2 0-4-15,4 0-19 0,-1-2-18 0,2 1-22 16,1-1-32-16,8-2-31 0,-13 2-40 0,13-2-46 16,-6 1-113-16,6-1-350 0,0 0 154 0</inkml:trace>
  <inkml:trace contextRef="#ctx0" brushRef="#br0" timeOffset="112496.51">5818 12668 17 0,'12'-3'165'0,"2"0"-12"0,4 3-14 16,1-4-8-16,1 1-11 0,0 1-13 0,1 1-9 16,1-1-15-16,-4 1-9 0,2 1-15 0,-3-2-28 15,-3 4-29-15,-1-2-30 0,-1 0-25 0,-3 0-24 16,-1 0-94-16,-8 0-184 0,12 1 82 0</inkml:trace>
  <inkml:trace contextRef="#ctx0" brushRef="#br0" timeOffset="112699.63">6046 12554 53 0,'0'0'205'0,"-3"-10"-6"0,3 10-6 15,0 0-16-15,0 0-5 0,-2-7-34 0,2 7-16 16,0 0-11-16,0 0-9 0,0 0-4 0,0 0-1 15,-4 22 0-15,3-9 0 0,-2 4 0 0,2-1-9 16,-3 3-8-16,1 0-9 0,-2-2-7 16,4 2-5-16,-2-2-7 0,1 0-4 0,-3 1-4 0,1 1-14 15,3-3-21-15,-2 0-36 0,2 0-56 0,1 0-61 16,0-4-59-16,-2-1-138 0,4-2-370 0,-2-9 163 16</inkml:trace>
  <inkml:trace contextRef="#ctx0" brushRef="#br0" timeOffset="112929.93">6386 12489 136 0,'5'-8'267'0,"-3"0"-16"0,1 3-25 16,-3 5-23-16,4-5-19 0,-4 5-10 0,0 0-21 15,0 0-9-15,6 16-13 0,-6-5 2 0,0 7-12 16,0 1-14-16,-1 5-6 0,0 1-5 0,-1-1-10 15,0 0-9-15,-1-5-8 0,2 2-10 0,1-2-1 16,-3-1-4-16,3 2-9 0,2-2-17 0,-2-1-36 16,0 0-44-16,-2-1-52 0,4-5-67 0,-2 0-51 15,0-1-169-15,0-10-425 0,-2 16 188 0</inkml:trace>
  <inkml:trace contextRef="#ctx0" brushRef="#br0" timeOffset="113164.08">6843 12396 79 0,'18'7'205'0,"-10"1"-9"0,0 7 0 0,-1 2-14 16,-1 5-1-16,-2 8-13 0,-4 0-10 0,-1 0-16 15,0 0-12-15,-4-1-11 0,-2 2-14 0,1-5-9 16,-3 4-6-16,1-1-12 0,-4-4-6 0,-4 2-6 15,0-1-11-15,-4-1-25 0,-4-1-29 0,-1-1-30 16,-5 0-44-16,-13 7-37 0,8-11-32 0,-11 4-52 16,-7 0-107-16,6-3-324 0,-4-4 143 0</inkml:trace>
  <inkml:trace contextRef="#ctx0" brushRef="#br0" timeOffset="113448.17">5200 12171 123 0,'-30'6'204'0,"1"8"-6"16,-2 6-11-16,-10 19-10 0,2 3-12 0,-12 25-16 15,20-18-11-15,7 6-10 0,2 2-16 0,3 23-13 0,7-27-4 16,12-1-12-16,7-2-11 0,9 2-3 16,12-2-5-16,11-2-7 0,26 13-9 0,8-9-20 15,7-8-31-15,6-6-31 0,6-8-52 0,0-10-33 16,4-1-42-16,-2-6-139 0,-2 2-323 0,-2-4 144 16</inkml:trace>
  <inkml:trace contextRef="#ctx0" brushRef="#br0" timeOffset="114499.93">7472 12701 195 0,'-6'-3'204'15,"6"3"-11"-15,0 0-16 0,0 0-17 0,0 0-17 16,0 0-13-16,0 0-12 0,0 0-11 0,23-9-8 0,-6 9-14 16,0-1-6-16,4 0-21 0,1 1-21 15,-3 0-31-15,-2 1-34 0,-3-1-27 0,2 1-26 16,-1 0-40-16,-1 2-19 0,-5 0-88 0,-1-1-247 15,-3-2 109-15</inkml:trace>
  <inkml:trace contextRef="#ctx0" brushRef="#br0" timeOffset="114655.19">7380 12826 56 0,'0'0'142'0,"-3"7"-17"16,3-7-9-16,0 0-13 0,17 7-12 0,-2-3-9 15,5-3-9-15,8 1-11 0,5 0-34 16,1-2-32-16,5-2-31 0,-1 2-106 0,-3-2-151 16,17-3 68-16</inkml:trace>
  <inkml:trace contextRef="#ctx0" brushRef="#br0" timeOffset="114954.51">8565 12307 208 0,'-3'-12'225'16,"3"3"-10"-16,-1 1-8 0,-2 3-13 0,3 5-12 15,0-11-20-15,0 11-17 0,-1-8-14 0,1 8-17 16,0 0-14-16,0 0-12 0,0 0-4 0,0 0-8 15,0 0-7-15,0 38-7 0,0-17-10 0,-1 5-1 16,-2 3-7-16,2-1-3 0,1 2-5 0,-1-1-2 16,-6 1 2-16,5 3-8 0,-1-2-1 0,1-1-15 15,-2 0-25-15,1 0-35 0,1-3-33 0,-1 1-35 16,2 0-39-16,-3-7-39 0,-2 2-142 0,1-5-364 16,-3-2 161-16</inkml:trace>
  <inkml:trace contextRef="#ctx0" brushRef="#br0" timeOffset="115144.08">8107 12977 1865 0,'-5'0'153'0,"5"0"-85"16,0 0-40-16,0 0-12 0,0 0-7 0,0 0 0 16,47-11 1-16,-12 9 1 0,16-4-7 0,3 1 5 15,2-1-1-15,3 5 0 0,2-2 0 0,2 0 1 16,-2 2-3-16,-4-1-15 0,1 1-12 0,-7 0-29 15,-10 2-28-15,-3 2-34 0,-2-2-36 0,-3 2-153 0,-2-1-326 16,0-1 145-16</inkml:trace>
  <inkml:trace contextRef="#ctx0" brushRef="#br0" timeOffset="115590.03">8250 13298 54 0,'-5'6'244'0,"5"-6"-21"16,0 0-25-16,0 0-8 0,0 0-9 0,0 0-4 0,0 0-8 16,0 0-14-16,12 5-7 0,-12-5-19 0,11-1-16 15,-11 1-11-15,16-1-9 0,-9-1-4 0,-7 2-12 16,14 0-12-16,-14 0-5 0,9-1-8 0,-9 1-6 15,9-1-10-15,-9 1-3 0,0 0-3 0,9-2-7 16,-9 2-5-16,0 0-2 0,0 0 0 0,0 0-6 16,0 0 3-16,0 0 0 0,0 0-4 0,6-3 0 15,-6 3-2-15,0 0 2 0,0 0-1 16,0 0-4-16,0 0 6 0,0 0-3 0,0 0 6 16,-10-16-2-16,10 16 5 0,0 0-1 0,0 0-5 0,-3-6-1 15,3 6-2-15,0 0-8 0,0 0 6 0,0 0-1 16,0 0 2-16,-10 29-1 0,7-12 4 0,-1 1 1 15,-1 1-2-15,-2 6 3 0,0-1-1 0,0 0-1 16,2 2-2-16,1-7 1 0,-2 8 1 0,2-8-4 16,2 5 5-16,-2-5-6 0,1 0 4 0,1-2-2 15,-1 2 1-15,2 0 5 0,-3-2-20 0,1-5-21 16,2 4-23-16,-3 0-39 0,3-4-53 0,1-3-48 16,-1 1-50-16,1-10-144 0,0 9-417 0,0-9 185 15</inkml:trace>
  <inkml:trace contextRef="#ctx0" brushRef="#br0" timeOffset="115775.02">8678 13535 179 0,'18'2'157'16,"3"0"-15"-16,2-1-12 0,-4 0-20 0,9 1-21 15,-7-1-32-15,0 0-39 0,0 1-50 0,-1-2-41 16,0 0-57-16,-1 0-141 0,0-2 64 0</inkml:trace>
  <inkml:trace contextRef="#ctx0" brushRef="#br0" timeOffset="116116.12">9164 13384 183 0,'0'0'180'0,"0"0"-6"0,0 0-10 16,0 0-4-16,-11 30 3 0,2-16-2 0,-2 2-15 16,-1 1-3-16,-4 2-5 0,1-4-6 0,-3 4 4 15,-4-2-11-15,-1 2-10 0,2-3-7 0,-1 1-12 0,-2-2-8 16,-1-4-7-16,1 1-7 0,5-4-5 16,-2-3-9-16,2 1-6 0,1-3 2 0,6 0-9 0,3-2-3 15,-2-2-6-15,4 1-1 0,7 0-5 16,-13-3 0-16,9-1-6 0,-1-1 0 0,5 5-3 15,-1-13 0-15,5 4-6 0,2-1-4 0,7-2 7 0,-2-1-5 16,3 2-1-16,4-1 4 0,-1 2 2 16,-1 2-4-16,-4 2 2 0,6 2-3 0,-5 2-6 15,1 1 0-15,2 2 0 0,-2 2-3 0,-2 0-3 16,0 1 0-16,-1 1 3 0,-1 3-1 0,7 2-2 0,-4 2 3 16,0 0-4-16,0 0-17 0,1 0-34 0,-1 2-45 15,-1-2-53-15,3 0-60 0,-3-2-63 0,-4-1-161 16,8-3-464-16,-5 1 205 0</inkml:trace>
  <inkml:trace contextRef="#ctx0" brushRef="#br0" timeOffset="116290.51">9490 13540 188 0,'0'0'207'0,"0"0"-22"15,0 0-25-15,0 0-32 0,0 0-42 0,0 0-50 16,0 0-41-16,0 0-54 0,0 0-96 0,0 0-167 16,0 0 74-16</inkml:trace>
  <inkml:trace contextRef="#ctx0" brushRef="#br0" timeOffset="117212.55">3214 12078 28 0,'-16'-9'101'0,"-1"0"-15"0,0 1 3 15,2 1-20-15,0-1 7 0,3 3-2 0,3-1-3 16,-2 3 7-16,1-1-3 0,3 3-3 0,7 1-20 16,-11-4 14-16,11 4-10 0,-9 0-5 0,9 0-3 15,0 0-11-15,-11 4 1 0,7 0 5 0,2 2 0 16,-4 3 6-16,1 7 1 0,-4 3 5 0,2 7-2 16,-4 6 0-16,1 1 6 0,-3 15 1 0,-1 4-6 15,-2 1-3-15,-2 6-1 0,-5 20-21 0,-1-1 6 16,5-24-7-16,2 3-3 0,-9 22 0 0,6-24-3 15,1 2-1-15,-4 23-5 0,7-23 4 0,4-2-4 16,1-2-2-16,0 0-1 0,2-3 0 0,5-1-5 16,-1-1-2-16,1-2 2 0,5-9-1 0,1 8-2 15,0-12-9-15,2 2-16 0,-1 1-18 0,2-4-22 16,0-2-22-16,1 2-16 0,3-6-20 0,-1 0-19 16,2-4-121-16,0-4-278 0,-1-4 124 0</inkml:trace>
  <inkml:trace contextRef="#ctx0" brushRef="#br0" timeOffset="118334.54">3036 12001 113 0,'-5'-6'123'16,"0"2"-13"-16,5 4-6 0,-5-9-15 0,5 9-5 15,0 0-13-15,17-11-5 0,3 4-6 0,13 0 0 16,25-4-12-16,39-3 12 0,6 0-14 0,7-4 4 15,15 0-5-15,1 3-6 0,4-3-2 0,8 0 2 16,4 1-4-16,2 3-8 0,-1 2 1 0,2 0-2 16,-2 3-8-16,1-5 6 0,2 6 2 0,3-1-8 15,1 0-2-15,5 1 3 0,6 0-9 0,0-4 7 16,9 1-2-16,6-1-7 0,4 7 1 0,-5-7 7 16,-2 3-7-16,3 2 5 0,-5-4-7 0,-3 5-5 15,-2-2 4-15,-5-1 3 0,-2 1-1 0,-1 1 0 16,1 0-8-16,-15 1 1 0,-2 0-1 0,-3-4 4 15,-3 1-2-15,-6 6-4 0,-7-2 0 0,-10 0 4 0,-3-2-5 16,-7 2 12-16,-10 1-3 0,-27 3-2 16,-1 1 6-16,26-4 1 0,-28 1 2 0,-4 1 2 15,-2 3-1-15,2-4 1 0,-5 9 2 0,-2-5 0 16,-3 1 4-16,-12 3-6 0,1-1 3 0,-4 0 0 16,-2-1-2-16,-1 2-1 0,-3-2 0 0,1 2-1 0,-9 2-1 15,-1-3 4-15,-1 0-6 0,-5 1-2 16,-2 1 2-16,0 0 0 0,0 0-7 0,-2 0 4 15,-2 2-4-15,0 2 3 0,-2 0-3 0,1 0 0 16,-2 0 2-16,-1 3-1 0,-2 0-1 0,2 3 1 16,0 1 1-16,0 1-2 0,-4 1 2 0,2 0-5 15,-2 6 10-15,-1 0-7 0,4-6-3 0,-2 0 3 16,0 0-1-16,1 6 8 0,0 2-1 0,-1-1 2 16,1 1 0-16,1 1 0 0,2 2 2 0,-1-1 1 15,1 1-1-15,-4 0-3 0,4 2 1 0,0-1 1 16,0 5-3-16,-2 9 1 0,1-9-4 0,2 10-2 0,-2-12 5 15,-2 13-4-15,-2 0 1 0,4 0 1 0,-1-2-1 16,0-9-2-16,-2 13 4 0,2-13-4 16,-1-1-2-16,0 12 1 0,-2 0-2 0,1-12 0 15,0 12-1-15,0-11 0 0,1-1 3 0,3 11-2 0,0-11 0 16,-1 0-2-16,1-1-2 0,-1 3 1 0,-2 9 2 16,3-11 3-16,-3 0 1 0,-1-1-4 15,0 2 0-15,0-1-1 0,-4-2 0 0,2-1 2 16,-2-1-2-16,-2-2 2 0,1 3-1 0,0-6-1 15,-1 3-1-15,0 0 2 0,-4-3-2 0,0-1 0 0,-1 2 2 16,-4-4-1-16,2 0 2 0,-5 0 9 0,3 0-11 16,-5-2 2-16,-1 1-2 0,-1-3 1 15,-1 0 2-15,0 1 0 0,-2-3-3 0,-1 0 3 16,-1-3-1-16,-1 3 3 0,-1-2-2 0,-3-2 0 0,1-2 1 16,-1 1-1-16,-4-1 0 0,-15 1-1 0,2-2-2 15,-1 1 2-15,-4-3-2 0,-1 0 3 16,1 3-6-16,-4-3 0 0,-3 1 3 0,-28 0 1 15,25-1 1-15,-33 0 0 0,0 2-2 0,-1-3 1 0,-3-1 1 16,-4 4-4-16,-6-2-2 0,-4-3 13 0,-4 5-8 16,-1-2-4-16,-7-3 4 0,-2 4-5 0,5 0 1 15,-3-2-2-15,2 0 2 0,4 2-3 0,8 3 4 16,-3-3 1-16,-2-2 0 0,5 4 0 0,0-5-2 16,-1 2 0-16,2 0 2 0,-2-7-1 0,-7 8 1 15,1-4-1-15,-5-3-2 0,2 0 0 0,1-1 1 16,-5 0 2-16,-4-1 3 0,1-2-17 0,2 2 1 15,-1 0 0-15,-5-3-1 0,-3 3 5 0,3 0-3 16,-2-1 6-16,1 1-1 0,-3 0-3 0,10-2-4 16,5 0-6-16,2-1 0 0,7-1 0 0,4 0-12 15,8-4-4-15,9 0-6 0,29 2-10 0,3-5-11 16,4 1-23-16,4-3-6 0,14 5-40 0,1-2-132 16,-9-6-288-16,19 4 128 0</inkml:trace>
  <inkml:trace contextRef="#ctx0" brushRef="#br0" timeOffset="118948.88">2843 13230 12 0,'0'0'90'0,"-2"-6"1"15,2 6-3-15,0 0 0 0,-6-6-10 16,6 6-2-16,0 0-3 0,0 0-12 0,-7-4-3 15,7 4-2-15,0 0 6 0,0 0-9 0,-9 13-7 16,4-5 4-16,1 7-3 0,0 3-1 0,-1 12 0 16,1 3 1-16,-1 1 4 0,-3 0 0 0,2 14-4 0,-2 0-1 15,3 2-4-15,1 0-6 0,3-14-4 16,0 17 0-16,3-5-6 0,1-14 0 0,1 13 0 16,2-13-1-16,2-2-3 0,2 1-5 0,0-1-3 15,2 0 6-15,2-4-6 0,1-5-2 0,2 4 2 0,-1-6-4 16,3-3 3-16,-1 0-3 0,2 1 2 15,-4-6 1-15,0-1-7 0,4 5 1 0,-7-3 0 0,6-2 1 16,-4-2-2-16,2 3-1 0,1-5-2 16,0 2-6-16,2-4-28 0,7 6 0 0,3-3-16 15,5-3-19-15,2-1-14 0,15 0-22 0,5-5-13 16,0 0-12-16,5 0-77 0,30-3-220 0,-30-1 98 16</inkml:trace>
  <inkml:trace contextRef="#ctx0" brushRef="#br0" timeOffset="120365.97">8480 13530 2 0,'0'0'92'0,"0"0"2"0,0 0 3 16,0 0 0-16,0 0-7 0,0 0 8 0,0 0-6 15,0 0-1-15,0 0-3 0,0 0 0 0,0 0-6 16,0 0 0-16,0 0-7 0,0 0 3 0,0 0-8 16,0 0-1-16,0 0-4 0,0 0 4 0,0 0-3 15,0 0 0-15,0 0 2 0,0 0 0 0,0 0-6 16,0 0 0-16,0 0-4 0,0 0-2 0,0 0-6 16,0 0 0-16,0 0-4 0,17 3 2 0,-17-3 2 15,0 0-8-15,8 2 0 0,-8-2 12 0,9 0 5 16,-9 0-5-16,12 0-7 0,-4 0-3 0,-8 0-1 15,19-1-6-15,-7 1 0 0,-1 0-4 0,1-1-2 16,1-2-2-16,2 3-3 0,-4 0 0 0,2-3 1 16,-4 3-4-16,1-1 2 0,-3-1-4 0,-7 2 3 15,12 0-2-15,-12 0 3 0,9-1-2 0,-9 1 0 16,8-1 5-16,-8 1-3 0,0 0 0 0,0 0-1 16,0 0 0-16,13 0-1 0,-13 0-3 0,0 0-2 15,0 0 0-15,0 0 2 0,0 0-1 0,0 0 0 16,0 0-4-16,0 0 0 0,0 0-3 0,0 0 1 15,0 0-3-15,0 0-5 0,0 0 2 0,0 0-1 16,0 0-1-16,0 0 1 0,0 0-4 0,0 0 0 16,0 0 1-16,-35-1 0 0,24 1-2 0,-1 1 2 15,0 0-2-15,-5 0 3 0,3 1-3 0,1-1-2 16,0 2 3-16,1-3-3 0,3 1 2 0,1 1 0 0,0-1-4 16,8-1 1-16,-10 1 1 0,10-1 1 15,-9 1-1-15,9-1-1 0,-6 1 2 0,6-1 2 16,0 0-4-16,0 0 0 0,0 0 1 0,-9 2-3 15,9-2 0-15,0 0 3 0,0 0-3 0,0 0 6 16,0 0-1-16,0 0-4 0,0 0 1 0,0 0 2 0,33 1 2 16,-22-1 1-16,0 0-3 0,-4 1 1 0,3-1-1 15,-2 0 5-15,-8 0-5 0,14 0 0 16,-14 0 3-16,14-1-5 0,-14 1-13 0,8 1-15 16,-8-1-20-16,0 0-20 0,9-2-27 0,-9 2-24 0,0 0-22 15,0 0-41-15,9 2-31 0,-9-2-33 0,0 0-132 16,0 0-411-16,0 0 182 0</inkml:trace>
  <inkml:trace contextRef="#ctx0" brushRef="#br0" timeOffset="125517.67">3293 12966 33 0,'0'0'56'0,"0"0"4"0,0 0-15 0,0 0-4 0,0 0-1 15,0 0-3-15,0 0-7 0,0 0 2 0,0 0 0 16,0 0 4-16,0 0-5 0,0 0-2 0,0 0 7 15,0 0-11-15,0 0 11 0,0 0-11 0,0 0-5 16,0 0-4-16,0 0 6 0,0 0 5 0,0 0-11 16,0 0 1-16,0 0 7 0,0 0-13 0,0 0 1 15,0 0-4-15,0 0 3 0,0 0-3 0,0 0 1 16,0 0-4-16,0 0 2 0,0 0-5 0,0 0 0 16,0 0 1-16,0 0 3 0,0 0-9 0,0 0 8 15,0 0-10-15,0 0 5 0,0 0 4 0,0 0-2 16,0 0-12-16,0 0-10 0,0 0-7 0,0 0-5 15,0 0-9-15,0 0-15 0,0 0-56 0,0 0-120 16,0 0 53-16</inkml:trace>
  <inkml:trace contextRef="#ctx0" brushRef="#br0" timeOffset="170930.23">5174 9019 56 0,'0'0'50'0,"0"0"7"16,0 0-11-16,0 0-20 0,0 0-14 0,0 0-26 15,0 0-26-15,0 0-41 0,0 0 19 0</inkml:trace>
  <inkml:trace contextRef="#ctx0" brushRef="#br0" timeOffset="173449.09">3152 15171 123 0,'-5'-8'150'0,"5"8"-7"0,-2-4-12 0,2 4-7 15,0 0-18-15,0 0-11 0,-5-5-7 0,5 5-11 16,0 0-6-16,0 0-7 0,-13 28 2 16,3-10-4-16,-3 8-3 0,-2 4-7 0,-1 1-11 15,-4 12 5-15,4-10 19 0,-4 9-1 0,5-10-11 16,0-3-2-16,-1-1-6 0,2-2-3 0,0-2-31 0,-2-1 1 16,4-1-1-16,0-8 1 0,2-1 0 15,1 1-6-15,0-5 1 0,0-4 1 0,0 2 1 16,0-1-2-16,0-4 2 0,-2 1-1 0,-2-1 2 15,1-3 2-15,1 0 4 0,-2-3-2 0,3 0 0 16,1-1 3-16,-4-3-3 0,4-1-3 0,-1-3-1 16,1-3-3-16,3 0 2 0,1 0-1 0,1-3 3 15,0-1-6-15,3 2-4 0,2 3 2 0,0-3 1 16,2 3-4-16,-1 4-2 0,2-1 1 0,1 1 0 16,2 4 1-16,-7 6 0 0,14-13-3 0,-5 8 3 15,0 2-6-15,3 0 4 0,-12 3-7 0,23 6 10 16,-11-2-1-16,6 5-1 0,-4 1-5 0,-3 1 4 15,5 2-2-15,-3 2-2 0,-2 0 2 0,0 0 2 16,-2 1-4-16,2-1 6 0,-2 1-1 0,-3 0 0 16,3-1 4-16,-2 1-7 0,3-1-7 0,-4 0-17 15,-1-1-21-15,5-1-29 0,-2-2-40 0,-2-1-38 16,1-1-111-16,-1 2-288 0,0-4 127 16</inkml:trace>
  <inkml:trace contextRef="#ctx0" brushRef="#br0" timeOffset="173627.08">3261 15480 56 0,'0'0'79'15,"12"-4"-20"-15,-12 4-28 0,0 0-13 0,19-3-19 16,-19 3-5-16,11 3-13 0,-11-3-18 0,14 1-38 15,-14-1 17-15</inkml:trace>
  <inkml:trace contextRef="#ctx0" brushRef="#br0" timeOffset="173759.96">3352 15505 5 0,'0'0'23'0,"-7"15"-1"0,7-15 18 0,-10 10 10 15,10-10 10-15,-11 10 4 0,7-3-2 0,4-7-7 16,-13 12 0-16,9-8-17 0,4-4 7 0,-5 10-4 16,5-10 1-16,0 0-5 0,-6 12-1 0,6-12 7 15,0 0 0-15,0 0-13 0,9 12 16 0,-2-10-11 16,-7-2-1-16,32-2-25 0,-4-2-46 0,3-3-35 15,1-2-63-15,1-4-146 0,4 2 66 0</inkml:trace>
  <inkml:trace contextRef="#ctx0" brushRef="#br0" timeOffset="174686.56">3520 15483 109 0,'0'0'125'15,"0"0"-8"-15,0 0-6 0,0 0-4 0,0 0-8 16,0 0-15-16,0 0-1 0,0 0-16 0,0 0 1 16,0 0-4-16,0 0-10 0,0 0-8 0,0 0-8 15,0 0-3-15,0 0-9 0,0 0-28 0,0 0-7 16,-3-6-17-16,3 6-15 0,0 0 0 0,0 0-8 15,0 0 8-15,0 0-4 0,0 0 8 0,-15 4-3 16,15-4 9-16,0 0 3 0,-15 5 1 0,15-5 7 16,-9 3-2-16,3-2 2 0,6-1 2 0,-13 4 6 15,7-2 2-15,-1 1-1 0,1 0 8 0,-3 0 7 16,9-3 7-16,-13 2 8 0,5 2-5 0,3-2 2 16,-2 1 8-16,0-1-2 0,1 0-4 0,6-2 8 15,-10 5 2-15,5-3-1 0,5-2 9 0,-7 4 1 16,7-4-5-16,0 0-2 0,-7 3-2 15,7-3-9-15,0 0-1 0,0 0-4 0,0 0 9 0,0 0-9 16,0 0-1-16,0 0 1 0,0 0 3 16,22 1-9-16,-9-2-2 0,1-2-22 0,4-1-29 0,0 1-28 15,1 0-27-15,-1 0-64 0,-6 2-178 0,2-3 78 16</inkml:trace>
  <inkml:trace contextRef="#ctx0" brushRef="#br0" timeOffset="174869.78">3317 15688 87 0,'0'0'104'0,"27"-2"-11"0,-10-1-20 15,3-3-18-15,6-1-20 0,4-2-32 0,0 1-17 16,2-5-59-16,0 5-79 0,-3-1 35 0</inkml:trace>
  <inkml:trace contextRef="#ctx0" brushRef="#br0" timeOffset="178302.56">4145 14973 145 0,'0'0'151'16,"-9"0"3"-16,9 0-10 0,0 0-6 0,0 0-8 15,0 0-16-15,0 0-9 0,0 0-8 0,0 0-11 16,0 0-11-16,0 0-7 0,0 0-7 0,0 0-9 15,20-14-4-15,-9 9-6 0,8-4-8 0,0 4-8 16,1-3-16-16,0 1-19 0,-2 0-19 0,1 5-16 16,-1-6-34-16,0 5-20 0,-5 1-12 0,-2 0-110 15,1 0-236-15,-5 2 105 0</inkml:trace>
  <inkml:trace contextRef="#ctx0" brushRef="#br0" timeOffset="178646.94">4262 15012 42 0,'2'15'98'0,"2"2"1"0,-2-1-10 0,1 3-2 0,0-1 2 16,-2 0-11-16,2-2-27 0,-1 1 25 0,1 0-6 16,-2-5-5-16,2 0-7 0,-2 1-4 0,0 0-2 15,0-3-4-15,1-1-9 0,-2 1 6 0,0 3-9 16,1-3-2-16,-4-4-5 0,3 4 4 0,-1-3-5 15,1-7 3-15,-2 12-8 0,-1-9-2 0,3-3-1 16,-9 10 0-16,5-7-5 0,0 1 6 0,4-4 0 16,-11 4-4-16,11-4 12 0,-9 1-12 0,9-1 12 15,0 0 0-15,-13-3 0 0,13 3 2 0,-9-3 10 16,9 3 0-16,0 0-6 0,-8-3 1 0,8 3-4 16,0 0-6-16,0 0-4 0,0 0 1 0,-1-9-7 15,1 9-1-15,0 0 1 0,22-7-4 0,-12 5-14 16,9 0-13-16,-1-1-11 0,4 1-24 0,5-4-25 15,2 2-14-15,0 0-29 0,2-3-14 0,0-2-112 16,-3 3-264-16,-2-1 117 0</inkml:trace>
  <inkml:trace contextRef="#ctx0" brushRef="#br0" timeOffset="178859.78">4768 15077 53 0,'0'0'136'0,"-19"8"-23"0,10-4-5 0,-3 4 8 16,-2 3 5-16,1 0 3 0,-2 1-14 0,3 0-8 16,-2 2-9-16,7-5-9 0,0 2-10 15,2 0-3-15,1 0-8 0,4 2-7 0,0-3-7 0,4 1 1 16,1-1-10-16,2-1-18 0,2-3-9 0,3 1-23 16,1-2-25-16,6-3-22 0,3 2-25 0,-5-4-20 15,2 1-25-15,0-2-71 0,-5 0-214 0,4-3 95 16</inkml:trace>
  <inkml:trace contextRef="#ctx0" brushRef="#br0" timeOffset="179074.93">4361 15538 28 0,'37'-5'121'0,"13"-8"-8"0,3 1-16 0,0 3-6 16,0-5-2-16,-3-1-18 0,2 6-23 0,-16 2-3 15,0-2-22-15,-4 3-25 0,-3 0-19 16,-7 2-29-16,6 0-60 0,-14 3-117 0,-2 1 53 16</inkml:trace>
  <inkml:trace contextRef="#ctx0" brushRef="#br0" timeOffset="179480.78">4485 15699 33 0,'0'0'189'0,"0"0"-11"0,0 0-18 16,0 0-17-16,0 0-12 0,20-10-17 0,0 4-11 16,7-2-8-16,-1 1-14 0,5-3-6 0,2 1-24 15,1-1-16-15,-2 1-25 0,-3 1-19 0,2 2-20 16,-11 2-16-16,-1 0-17 0,-5 1-13 0,-5 0-13 16,2 0-3-16,-4 2 1 0,-7 1 0 15,13-1 10-15,-13 1-44 0,6 0-133 0,-6 0 59 16</inkml:trace>
  <inkml:trace contextRef="#ctx0" brushRef="#br0" timeOffset="180181.31">4841 15613 228 0,'-7'2'-6'0,"7"-2"17"16,-11 5 3-16,4-3 14 0,7-2 5 0,-10 4 11 16,10-4-13-16,-8 4 2 0,4 0 12 15,4-4 1-15,-6 9 23 0,4-3 1 0,0 2 11 16,0 5 14-16,1 2 15 0,-1 2-1 0,1 1-10 16,1 0-8-16,1 2-5 0,3 6-4 0,0-2-6 15,-3-5-6-15,3 1-10 0,-2-2 0 0,2 0-5 16,0-2-7-16,1 0-3 0,-1-2-8 0,0-2-1 0,-3 1 1 15,4-1-3-15,-2-3 1 0,-1 1-1 16,0-2-4-16,-2-1-8 0,1 2 3 0,-1-9-2 16,-4 13 0-16,2-7 1 0,-6 1-5 0,0-1-4 15,1 0-3-15,-5 1 0 0,1-2 3 0,2-2-4 16,-5-2 1-16,1 2-2 0,1-3 1 0,-2 1-1 16,3-2-1-16,-1 1 7 0,1-2 3 0,3 0 10 15,8 2-2-15,-14-1 2 0,9-2 0 0,5 3-1 16,-9-2-7-16,9 2-2 0,0 0 3 0,-5-5-7 15,5 5-1-15,0 0-2 0,0 0-3 0,15-10-2 16,-6 6 4-16,4-2-3 0,4 2 0 0,3-2-6 16,6-3-9-16,-5 3-15 0,6 0-13 0,-5-2-19 15,5-3-25-15,2 1-8 0,1 2-40 0,-4-1-13 16,1 2-7-16,-1-5-7 0,-8 5 5 0,-1 1 12 16,0-1 9-16,2-2 15 0,-3 2 13 0,0-1 12 15,-2-2 7-15,3 2 11 0,-3 0 15 0,-3-1 3 16,-2 1 18-16,2 1 14 0,-1 0 27 0,-2-1 20 15,-3 4 23-15,0-2 12 0,-1 1 11 0,-4 5 12 16,6-9 13-16,-6 9-10 0,-1-10 1 0,1 10 7 16,0 0-3-16,-7-9-2 0,7 9-3 0,-9-2-3 15,9 2-4-15,0 0-3 0,-20 8 2 0,11-2-13 16,1 1-7-16,-1 2 0 0,-1 1-9 16,3-1 1-16,0 1-9 0,2 1-5 0,0-1-3 0,2 1-3 15,5-2-4-15,0 1 2 0,2-3-4 0,1 0-1 16,0 0-5-16,6-3 0 0,0 0-3 0,2 0 1 15,-2-1-3-15,3-3-2 0,-1 0 1 0,1-1-8 16,0 1 1-16,-1-1 1 0,0 0-2 0,-3 1 3 16,-1-2-4-16,-9 2 0 0,11-1-2 15,-11 1 0-15,8 0-2 0,-8 0 2 0,0 0-5 16,0 0 3-16,0 0-2 0,0 0-3 0,-22 16 0 16,6-8 3-16,2 1 1 0,-4 2-1 0,4-3 1 0,-3 6 7 15,3-6-7-15,-1 3 7 0,6-4-3 0,0 2 0 16,3-2 2-16,0 2-3 0,3 0 0 0,1 0 2 15,4-2 0-15,0 0-2 0,2-2 0 16,4-3-15-16,2 1-12 0,3-2-24 0,4-3-22 16,3-2-21-16,1 0-33 0,2 0-32 0,5-2-32 15,-8-1-158-15,0 3-373 0,-1-3 165 0</inkml:trace>
  <inkml:trace contextRef="#ctx0" brushRef="#br0" timeOffset="181762.51">4793 15659 22 0,'0'0'87'15,"0"0"1"-15,0 0 1 0,-12-1-7 0,12 1 0 16,0 0-12-16,0 0-2 0,-8-1-1 0,8 1-1 15,0 0 0-15,0 0-12 0,-9 1 3 0,9-1-4 16,0 0-5-16,0 0-4 0,-13-1 0 0,13 1 5 16,0 0-6-16,-9 2 3 0,9-2 2 15,-8 2-4-15,8-2-6 0,-10 1 6 0,10-1-5 0,0 0-2 16,-9 2 0-16,9-2-7 0,0 0-1 0,0 0-1 16,-6 2-1-16,6-2 4 0,0 0 3 15,0 0-2-15,0 0 3 0,0 0-6 0,0 0-3 0,0 0-1 16,0 0-4-16,29-9-2 0,-16 6 1 0,5 0 8 15,0-1-10-15,0 0-4 0,0-2-1 16,0 3 1-16,-2 0 3 0,-6 1 6 0,2-2-18 16,-1 2 3-16,-3 0-2 0,-8 2 4 0,15-1 0 0,-7-1 4 15,-3 0-4-15,-5 2 2 0,9-1-3 0,-9 1 3 16,7-2-4-16,-7 2 7 0,0 0-7 16,0 0 5-16,8-2-5 0,-8 2-2 0,0 0 0 15,0 0 2-15,0 0-2 0,0 0-9 0,0 0-17 16,0 0-17-16,0 0-27 0,0 0-23 0,0 0-32 15,0 0-23-15,0 0-147 0,0 0-311 0,0 0 138 16</inkml:trace>
  <inkml:trace contextRef="#ctx0" brushRef="#br0" timeOffset="188613.37">6415 15157 2292 0,'0'0'-75'16,"-13"-3"59"-16,13 3 8 0,-11-4 17 0,11 4-4 15,-10-3-5-15,10 3-1 0,0 0-2 0,-7-4 8 16,7 4-3-16,0 0 1 0,0 0 3 0,0 0 6 16,0 0 5-16,14-12 1 0,-6 10 2 0,-8 2 0 15,13-3-7-15,-7 3 2 0,5 0 0 0,-1-1 2 16,1 1-7-16,0 0-5 0,1 0-28 0,-2-2-21 16,0 2-21-16,2 2-33 0,-2-2-29 0,4 1-32 15,-3-1-23-15,0 2-99 0,-11-2-304 0,18 3 135 16</inkml:trace>
  <inkml:trace contextRef="#ctx0" brushRef="#br0" timeOffset="188789.44">6451 15261 137 0,'-10'2'178'0,"10"-2"-9"0,0 0-15 16,0 0-18-16,-9 0-7 0,9 0-16 0,0 0-11 15,0 0-9-15,0 0-21 0,0 0-34 0,0 0-33 16,30-5-35-16,-19 1-39 0,1 0-38 0,0 1-80 16,-2-3-202-16,4 0 89 0</inkml:trace>
  <inkml:trace contextRef="#ctx0" brushRef="#br0" timeOffset="189055.97">6520 15003 151 0,'-5'-6'170'16,"5"6"-17"-16,-7-4-15 0,7 4-11 0,0 0-4 0,0 0-4 15,0 0 0-15,20-2-5 0,-9 3-5 0,3 1-13 16,0 1-5-16,5 1-3 0,-3-1-8 16,2 6-13-16,-4 0-5 0,1 3-7 0,-3 2-4 15,0 0-3-15,-4 3-7 0,1-1 3 0,-5 4-5 16,-2 3-4-16,1 2-1 0,-8-5-8 0,2-1 2 0,-3 5-1 15,-1-5-3-15,0 1-1 0,-5-5-2 0,6 3-4 16,-1-1 1-16,0-2-14 0,-1 2-22 16,2-8-29-16,1 2-30 0,2-6-49 0,3 2-48 15,0-7-143-15,0 0-344 0,3 14 153 0</inkml:trace>
  <inkml:trace contextRef="#ctx0" brushRef="#br0" timeOffset="189848.6">7172 14995 60 0,'1'-6'204'0,"-1"6"-17"0,0 0-16 0,5-5-14 0,-5 5-13 16,0 0-6-16,0 0-15 0,0 0-12 15,5-7-10-15,-5 7-8 0,0 0-8 0,7-5-9 16,-7 5-6-16,6-3-8 0,-6 3 4 0,6-3-9 15,-6 3-6-15,0 0-5 0,0 0-4 0,8-3-3 16,-8 3 1-16,0 0 0 0,0 0 3 0,0 0 0 16,0 0 2-16,6-3 2 0,-6 3-3 0,0 0-1 0,0 0-5 15,0 0-2-15,0 0-4 0,0 0-4 16,0 0-3-16,0 0 1 0,0 0-4 0,0 0-1 16,0 0 0-16,0 0 2 0,0 0 2 0,0 0-6 15,0 0 4-15,0 0 10 0,0 0-5 0,0 0 4 16,0 0 3-16,0 0 6 0,0 0 3 0,0 0-3 0,0 0-10 15,2-7-1-15,-2 7-4 0,0 0 8 16,0 0-13-16,0 0 0 0,0 0-6 0,0 0 2 16,0 0-5-16,0 0 0 0,0 0 0 0,-8-13-2 15,8 13-7-15,0 0 3 0,0 0-2 0,13-4 1 16,-6 3-5-16,6-3 5 0,5 2-3 0,1-5-5 0,9 3-7 16,-7 2-11-16,0-2-15 0,8 1-14 0,-4 2-24 15,-4 0-17-15,-6 1-34 0,-2 0-17 16,0 0-5-16,-2 1-23 0,-1-2 0 0,-2 2-6 15,-8-1 6-15,14 1 5 0,-14-1 21 0,6 3 10 16,-6-3 19-16,0 0 11 0,0 0 18 0,0 0 16 16,0 0 10-16,0 0 10 0,0 0 22 0,0 0 18 15,0 0 13-15,-30 6 10 0,30-6 9 0,-8 0-8 16,8 0 15-16,0 0 8 0,-10 0-3 0,10 0-4 16,0 0-3-16,0 0 4 0,-6 5 15 0,6-5 8 15,-4 12 23-15,2-3 8 0,4 4 0 0,-2 3-4 16,-2 1-2-16,0 0 1 0,2 1 1 0,0 1 0 15,0-1-5-15,-1 2-7 0,2-3-4 0,-1 1-6 16,0-1-7-16,1-1 0 0,-1-1-6 0,0 2-3 16,0-6-7-16,1-1-1 0,-1 2-7 0,0-1-1 15,-1-2-1-15,2 1-3 0,-2-2-1 0,1-8 1 16,0 12-7-16,0-12-2 0,-2 10 1 0,2-10-16 16,-3 8-9-16,3-8-4 0,-5 3-6 0,5-3-1 15,-8 3 2-15,8-3 2 0,0 0 0 0,-13 0-7 16,13 0-2-16,0 0 7 0,-14-4 2 0,14 4-1 15,-10-4-1-15,5 0 7 0,5 4-2 0,-6-5 3 16,6 5 1-16,0 0 1 0,-7-2 1 0,7 2 0 16,0 0 0-16,-6-5-2 0,6 5 5 0,0 0-4 0,0 0 4 15,0 0 1-15,0 0 0 0,20-2-3 16,-7 2-2-16,4-2-22 0,2-1-27 0,-1-1-27 16,3 2-28-16,6-5-23 0,-5 3-20 0,5-3-127 15,-5 1-308-15,-2 2 137 0</inkml:trace>
  <inkml:trace contextRef="#ctx0" brushRef="#br0" timeOffset="190049">7823 15141 89 0,'0'0'174'0,"-11"-11"-7"0,11 11-6 16,-13 2-6-16,13-2 0 0,-18 8 4 0,7-1-9 16,-5 2-3-16,2 2-3 0,0-1-7 0,-1 1-10 15,3 1-10-15,2 3-6 0,0-4-10 0,5 0-5 0,0-1-11 16,2 2-6-16,3-4-6 0,2 2-5 15,3 0-9-15,1 1-4 0,3-1-27 0,5-2-17 16,1-2-35-16,3-2-32 0,1-1-39 0,4 1-31 16,4-3-33-16,-4-4-19 0,5 0-157 0,-9 1-364 15,2-3 162-15</inkml:trace>
  <inkml:trace contextRef="#ctx0" brushRef="#br0" timeOffset="190225.45">8156 15113 5 0,'0'0'197'0,"4"-5"-16"0,-4 5-15 16,5-6-14-16,-1 1-17 0,-4 5-15 0,11-7-8 15,-2 2-17-15,1 2-4 0,3-3-14 0,-2 3-23 16,2 0-26-16,1-1-26 0,0 2-25 0,-1 0-32 16,-1 0-18-16,-12 2-20 0,15 2-13 0,-10 2-72 15,-5-4-193-15,4 3 87 0</inkml:trace>
  <inkml:trace contextRef="#ctx0" brushRef="#br0" timeOffset="190336.16">8301 15091 464 0,'-6'7'-11'0,"0"3"15"15,-2-5 22-15,1 3 12 0,7-8 19 0,-13 10 3 16,9-4 11-16,-1-2 14 0,1 2-17 0,4-6 0 16,-5 3-7-16,5-3-12 0,-7 7 0 0,7-7-6 15,0 0 1-15,0 0-2 0,0 0-7 0,0 0-11 16,0 0-34-16,22 8-31 0,-9-10-38 0,0-1-113 16,-1-1-207-16,9-2 93 0</inkml:trace>
  <inkml:trace contextRef="#ctx0" brushRef="#br0" timeOffset="190704.08">8787 14898 81 0,'0'0'191'0,"0"0"0"0,0 0-6 0,-15 20-9 16,3-6-3-16,-1 1 4 0,-4 4-8 0,0 0-14 15,-1 0-12-15,1 0-4 0,0 1-13 0,2-5-7 16,2-1-13-16,-2 0-5 0,1-3-13 0,2 0-7 15,-1 2-11-15,-3-2-2 0,5-3-10 0,-2-1 0 16,-1 3-10-16,3-5-3 0,-1-1-3 0,2 0-3 16,-2-3-8-16,5 0 0 0,-1-1-5 0,8 0-3 15,-14-2-3-15,6-2 5 0,2 0-9 0,1-1 0 16,0-2-7-16,0-2 0 0,2 2 0 0,1 0 0 16,2 7-2-16,2-19-1 0,4 9-3 0,-1 1-2 15,3 0 3-15,1 2 0 0,1 0-2 0,-1 3 0 16,2 0-4-16,0 0 2 0,-1 4 2 0,1 0-4 15,1 3 0-15,1 0 1 0,1 1 1 0,-2-1 0 16,-1 2 0-16,2-1 1 0,-3 2 9 0,2-2-11 16,-1 4 4-16,2-1-3 0,-2-1-9 0,0-1-22 15,-1 1-27-15,1 1-40 0,0-2-43 0,1-3-48 16,1 0-60-16,1 1-138 0,7-3-417 0,0 0 185 16</inkml:trace>
  <inkml:trace contextRef="#ctx0" brushRef="#br0" timeOffset="190912.64">9151 14814 152 0,'-2'-10'232'0,"2"10"-18"0,0 0-23 0,-2-10-20 0,2 10-18 15,8-9-16-15,1 5-11 0,1-4-13 0,2 2-11 16,6 0-7-16,0-1-24 0,-2 3-21 0,2 1-26 15,-1-1-34-15,-3 1-26 0,0 2-21 16,-1-3-40-16,1 2-11 0,-4 0-11 16,0 1-16-16,-4 1-77 0,-6 0-229 0,0 0 102 0</inkml:trace>
  <inkml:trace contextRef="#ctx0" brushRef="#br0" timeOffset="191292.37">9319 14731 27 0,'0'0'112'0,"0"0"-12"0,-14-1 5 0,14 1-1 16,0 0 1-16,-12-3-5 0,12 3 4 0,0 0-5 15,0 0-6-15,0 0-5 0,-14 3-3 0,14-3-3 16,-5 3 3-16,1 1 3 0,-1 6 8 0,2 1-7 16,0 1-5-16,0 4 4 0,-1 0-6 15,2 3-4-15,-1-1-5 0,3 1-10 0,-1 5 0 0,2-7-9 16,2 2-2-16,-1-2-3 0,3-2-11 16,-1-1 2-16,3 2-7 0,-5-4-2 0,1-1-3 0,1-1-3 15,-1 2 1-15,1-3-2 0,1-2 3 0,-2-1-11 16,-2 1-1-16,0-1-4 0,-1-6 0 0,3 12-2 15,-3-12 2-15,0 8-3 0,0-8 1 16,-3 6-2-16,3-6-6 0,-7 4 2 0,7-4-10 16,-13 4-1-16,7-3-5 0,6-1-1 0,-14 2-4 0,14-2-2 15,-12-3 5-15,12 3 4 0,-13-1-2 0,13 1-1 16,-12-2 5-16,12 2 2 0,-9-2-3 0,9 2 3 16,-7-1 7-16,7 1-11 0,0 0 4 0,0 0 4 15,-6-3-2-15,6 3 0 0,0 0 3 16,0 0-3-16,0 0-3 0,0 0 9 0,0 0-4 15,0 0 2-15,0 0-5 0,28 0-6 0,-19-1-11 0,2 0-25 16,8-2-28-16,-1 0-40 0,2-1-39 16,1 0-33-16,0 1-109 0,6-5-322 0,-7 4 142 0</inkml:trace>
  <inkml:trace contextRef="#ctx0" brushRef="#br0" timeOffset="191689.53">9771 14888 165 0,'-5'-3'184'0,"5"3"4"0,-17-3-5 0,6 4 1 15,-1 2-13-15,-3-1-10 0,0 3-9 0,-1 1-12 16,2 2-4-16,-1 2-17 0,5-2-11 0,-2 5-9 0,1 0-9 16,4-2-6-16,1 0-10 0,2 1-9 15,3 0-2-15,2 0-3 0,2-2-9 0,1 2-6 16,5-2 0-16,2-3-5 0,4 2 4 0,3 0-14 15,-1-2-3-15,2-1-2 0,3-2-13 0,-6-2-3 16,2-2 1-16,-5 1-5 0,1-1 2 0,-2 0-1 16,-1-1-3-16,-1 0 2 0,-3 0 1 0,-7 1-4 0,9-3 0 15,-9 3-1-15,5-4-1 0,-5 4-2 16,0 0 4-16,0 0-3 0,0 0 2 0,-30-3 2 16,19 7 2-16,-8 1 1 0,1 1 5 0,-3 1 2 15,-4 6 19-15,-3 1-8 0,2 2 7 0,0 2 6 16,4 2-1-16,0 1 8 0,3-1-10 0,5-6-3 0,3 0-2 15,5 3-3-15,0-2-1 0,3 2-5 0,4-7 1 16,2 1-1-16,4-4-23 0,4 1-17 16,5-1-25-16,2-1-27 0,5-2-36 0,5-4-50 15,3-2-26-15,-2-2-37 0,1 2-186 0,-2 0-440 16,0-5 195-16</inkml:trace>
  <inkml:trace contextRef="#ctx0" brushRef="#br0" timeOffset="200556.08">7990 15475 20 0,'0'0'30'0,"0"0"-3"16,0 0-9-16,0 0-20 0,0 0-4 0,0 0-9 15,0 0-15-15,0 0 6 0</inkml:trace>
  <inkml:trace contextRef="#ctx0" brushRef="#br0" timeOffset="202046.84">9679 15287 30 0,'0'0'60'0,"0"0"-7"0,0 0-2 0,0 0-7 15,0 0 14-15,0 0-18 0,0 0 1 16,0 0-5-16,0 0 0 0,0 0-3 0,0 0-4 16,0 0 6-16,0 0-1 0,0 0 5 0,0 0-19 15,0 0-1-15,0 0 7 0,0 0-10 0,0 0 0 0,0 0 5 16,0 0-2-16,0 0-2 0,0 0-6 16,0 0 0-16,0 0-4 0,0 0 3 0,0 0 1 15,0 0-7-15,0 0 5 0,0 0 3 0,0 0-6 16,0 0 4-16,0 0-6 0,0 0 3 0,0 0 6 15,0 0-7-15,0 0 5 0,0 0-2 0,0 0 0 16,0 0-3-16,0 0 3 0,0 0 7 0,0 0-8 0,0 0 8 16,0 0-12-16,0 0 2 0,0 0-14 15,0 0 6-15,0 0 3 0,0 0 9 0,0 0-6 16,0 0-5-16,0 0 3 0,0 0 5 0,0 0-12 16,0 0 7-16,0 0-3 0,0 0 7 0,0 0-4 15,0 0-1-15,8-21-5 0,-8 21 4 0,0 0-5 16,0 0 1-16,0 0 5 0,0 0-6 0,0 0 14 15,0 0-11-15,0 0 9 0,0 0-17 0,0 0 10 16,0 0 5-16,0 0-7 0,0 0 2 0,0 0 14 0,0 0-14 16,0 0-2-16,0 0-7 0,0 0 9 15,0 0-6-15,0 0 17 0,0 0-18 0,0 0 5 16,0 0-6-16,0 0 3 0,0 0 3 0,0 0 3 16,0 0 0-16,0 0 0 0,0 0-7 0,0 0 5 15,0 0-10-15,0 0 10 0,0 0 2 0,0 0-1 16,0 0 0-16,0 0 4 0,0 0-7 0,0 0 2 15,0 0-1-15,0 0-13 0,0 0 0 0,0 0 0 16,0 0-2-16,0 0-13 0,0 0-7 0,0 0-9 16,9 14-12-16,-9-14-14 0,0 0-38 0,0 0-119 15,0 0 52-15</inkml:trace>
  <inkml:trace contextRef="#ctx0" brushRef="#br0" timeOffset="210597.67">7801 15518 60 0,'0'0'58'0,"0"0"-1"0,0 0-10 15,0 0-10-15,0 0 11 0,0 0-2 0,0 0-5 16,0 0-5-16,0 0 7 0,0 0-7 0,0 0 2 16,0 0-1-16,0 0-7 0,0 0 0 15,0 0-4-15,0 0-4 0,0 0-3 0,0 0 0 0,0 0 3 16,0 0-9-16,0 0-7 0,0 0-13 0,0 0-9 16,0 0-17-16,0 0-11 0,0 0-69 0,0 0-120 15,3 9 54-15</inkml:trace>
  <inkml:trace contextRef="#ctx0" brushRef="#br0" timeOffset="-204887.25">8450 16070 95 0,'0'0'93'0,"0"0"-8"0,0 0 0 0,0 0-5 0,0 0-3 16,0 0-12-16,0 0-2 0,0 0 6 0,0 0-4 15,0 0-17-15,0 0 10 0,0 0-11 16,0 0-3-16,0 0-7 0,0 0 5 0,27-13-6 0,-16 8-1 16,-1 1-13-16,4-1-15 0,0 0-23 0,3-2-22 15,-2 2-33-15,-3 0-101 0,-2-1-185 0,0 2 81 16</inkml:trace>
  <inkml:trace contextRef="#ctx0" brushRef="#br0" timeOffset="-204699.04">8471 16205 105 0,'0'0'114'0,"0"0"-15"0,13 4-12 16,-13-4-3-16,18-2-43 0,0-2-29 0,-1-1-24 16,3 1-14-16,-1-1-58 0,8-3-91 15,-7 4 40-15</inkml:trace>
  <inkml:trace contextRef="#ctx0" brushRef="#br0" timeOffset="-203184.09">9738 15694 59 0,'0'0'84'0,"0"0"-5"16,0 0 2-16,0 0-13 0,0 0 1 0,0 0-16 0,0 0 3 16,0 0 2-16,0 0-1 0,0 0-20 0,0 0 15 15,0 0-3-15,0 0-2 0,-8 19-10 0,7-12 0 16,-3-1-1-16,1-1-3 0,1 2-7 0,-2 2-1 16,2 1 2-16,-3-1 1 0,1 1-2 15,-1 2 2-15,-1 0-6 0,0-1-3 0,-2 3 1 16,3-1 0-16,-2 1-3 0,1-3 0 0,1 1-4 0,0-2-4 15,0 1 1-15,3-2 1 0,-4 2 8 0,3-3-13 16,-1-1 0-16,1-1 4 0,1 0-5 0,2-6-4 16,-4 8 7-16,4-8-4 0,-4 7 4 15,4-7 7-15,0 0-11 0,-2 7 7 0,2-7-18 16,0 0 9-16,0 0 2 0,0 0-2 0,-3 5 10 0,3-5-10 16,0 0-3-16,0 0 7 0,0 0-5 0,0 0 4 15,0 0-2-15,0 0 4 0,0 0 2 0,0 0 2 16,0 0-13-16,0 0 8 0,0 0-5 15,0 0 3-15,0 0-3 0,0 0 1 0,0 0 1 0,0 0-6 16,11-17 2-16,-11 17 2 0,0 0-4 16,7-6 0-16,-7 6-4 0,0 0 12 0,7-4-4 0,-7 4 7 15,7-3-13-15,-7 3-8 0,6-5 5 0,-6 5-6 16,0 0 8-16,9-3-4 0,-9 3 0 0,5-3-1 16,-5 3 2-16,0 0 0 0,0 0-1 0,0 0 6 15,0 0-11-15,9-1-4 0,-9 1 8 0,0 0-1 16,0 0-4-16,0 0-9 0,0 0 11 0,9-1 7 15,-9 1-2-15,0 0-7 0,0 0 4 0,0 0-3 16,0 0-11-16,0 0-2 0,0 0 3 0,0 0-12 16,0 0-4-16,0 0-7 0,0 0-5 0,0 0-6 15,0 0-15-15,7 7-61 0,-7-7-145 0,0 0 65 16</inkml:trace>
  <inkml:trace contextRef="#ctx0" brushRef="#br0" timeOffset="-201986.3">4484 15897 11 0,'0'0'125'0,"0"0"0"15,-6-4-13-15,6 4-4 0,0 0-8 0,-7-3-16 16,7 3-11-16,0 0-3 0,-9 9-9 0,5-3-4 15,2 4 1-15,-3-1-6 0,-2 7-4 0,2 0 1 16,0 3-3-16,-4 5-7 0,4-1-2 0,-4 2-3 16,4-6-5-16,0 1 4 0,0-3-8 0,0 2 0 15,0-7-9-15,1 5 7 0,0-7-4 0,1 2-3 16,1-5-2-16,-1-1 0 0,1 1 0 0,2-7-5 16,-3 8 1-16,3-8 7 0,-2 7 6 0,2-7 8 15,0 0 5-15,-2 7-8 0,2-7 0 0,0 0-1 16,0 0-7-16,0 0 4 0,0 0-9 0,0 0 1 15,0 0-4-15,0 0 0 0,11-25-2 0,-10 21 2 16,3-1-7-16,-4 5-2 0,7-10 1 0,0 6 3 16,-1 0-3-16,1 1 4 0,-1 0-5 0,-6 3-1 15,18-4 2-15,-11 3 1 0,2-3-5 0,3 1 8 16,-3 2-8-16,1 0 3 0,-1-2-5 0,-9 3 1 16,14 0 0-16,-6-2 0 0,-1-1 0 0,1 2-2 15,-8 1 1-15,12-1 0 0,-12 1 3 0,11-3-3 16,-11 3 2-16,0 0-2 0,9 0-2 0,-9 0 7 15,5-4-1-15,-5 4 0 0,3-7-4 0,-3 7 3 16,1-11 3-16,-1 11-1 0,-3-13-3 0,3 13 4 16,-3-12-1-16,-3 2 0 0,0 1 3 0,0 1 2 15,-2-3-2-15,0 4 6 0,-1-2 0 0,1 1 10 16,-1-1-15-16,-1 3 1 0,-1-2-2 16,2 3 4-16,-1-2-7 0,-2 2 4 0,5-1 0 0,-1 3 1 15,2 1-25-15,6 2-14 0,-13-3-19 16,13 3-20-16,-10-4-22 0,10 4-26 0,-6-2-17 0,6 2-6 15,0 0-88-15,0 0-249 0,0 0 110 0</inkml:trace>
  <inkml:trace contextRef="#ctx0" brushRef="#br0" timeOffset="-199508.19">4073 15185 9 0,'0'0'13'0,"3"-12"7"0,-3 12 0 0,0 0-6 0,3-12 4 15,-3 12-1-15,0 0 2 0,1-11 3 0,-1 11-1 16,0 0 0-16,0 0-2 0,3-12 4 0,-3 12-2 16,0 0 7-16,0 0-7 0,0 0-3 0,0 0 4 15,0 0-4-15,0 0-5 0,0 0 1 0,0 0 3 16,0 0 0-16,0 0 12 0,0 0-3 0,0 0-5 15,0 0-2-15,-18 32 11 0,13-18 1 16,0 4 2-16,-2-3-3 0,1 2 2 0,-2 6-10 16,3-4 9-16,-1-1-9 0,-1 0-2 0,2-1 7 0,0 1 5 15,0-3-12-15,0-1 6 0,1 0-5 16,-2-3 0-16,2-1-6 0,-1 0 4 0,1-3 9 16,4-7-10-16,-7 12 0 0,7-12-4 0,-4 7 9 0,4-7 6 15,0 0-3-15,-6 8 0 0,6-8 0 0,0 0 3 16,-2 9-2-16,2-9 8 0,0 0-1 0,0 0-2 15,0 0 2-15,0 0-4 0,0 0-1 0,0 0-4 16,0 0-4-16,0 0 20 0,0 0-21 16,0 0-2-16,0 0-8 0,0 0 5 0,0 0-4 15,0 0 0-15,0 0-5 0,0 0 6 0,0 0-9 16,0 0 3-16,0 0-5 0,0 0 6 0,0 0-5 16,0 0 1-16,0 0 5 0,0 0-6 0,0 0-2 15,0 0-2-15,10-31 1 0,-10 31 2 0,6-7 2 16,-6 7-6-16,7-4 1 0,-7 4 1 0,9-7 4 15,-9 7-1-15,12-8-4 0,-5 5 7 0,-7 3-2 16,21-11 0-16,-12 7-4 0,0-2-1 0,-9 6-2 16,18-7 3-16,-9 3-3 0,3-1 3 0,-12 5-1 15,14-8 2-15,-14 8 2 0,15-7-8 0,-15 7 9 16,10-5-2-16,-10 5 0 0,11-7-2 0,-11 7-1 16,0 0 2-16,12-3-2 0,-12 3 4 0,0 0-3 15,0 0-1-15,13-6 0 0,-13 6 2 0,0 0 0 16,0 0-3-16,0 0 5 0,0 0 0 0,10-4-2 15,-10 4-1-15,0 0 1 0,0 0-1 0,0 0-3 16,0 0 6-16,0 0-4 0,0 0 1 16,7-5 7-16,-7 5-5 0,0 0-1 0,0 0 1 0,0 0 2 15,0 0-3-15,0 0 8 0,0 0-11 0,0 0-1 16,13 0 2-16,-13 0-4 0,0 0 6 0,0 0-7 16,0 0 7-16,0 0 3 0,0 0-4 0,0 0-1 15,10-2 1-15,-10 2 3 0,0 0-1 0,0 0-4 16,10-2 4-16,-10 2 1 0,0 0-4 0,0 0 0 15,0 0 1-15,0 0-2 0,0 0 3 0,10-3 1 16,-10 3 3-16,0 0 10 0,0 0-13 0,0 0-3 16,0 0 1-16,0 0 0 0,0 0 0 0,0 0 1 15,0 0 1-15,0 0-5 0,0 0 4 0,0 0 2 16,0 0 0-16,0 0 1 0,0 0 2 0,0 0 17 16,0 0-15-16,0 0 1 0,0 0 2 0,0 0-7 15,0 0 5-15,0 0-4 0,0 0 1 0,-1-13 3 16,1 13-2-16,0 0 0 0,0 0 2 0,0 0 6 15,-8-16 1-15,8 16-3 0,0 0-1 0,-10-10-1 16,10 10 1-16,-5-5-2 0,5 5 2 0,-9-9-2 16,9 9 0-16,-8-8-2 0,1 1 6 0,7 7-13 15,-12-7 4-15,7 2 3 0,5 5 11 0,-10-9-13 16,1 2-4-16,9 7 4 0,-8-8 1 16,3 2-4-16,5 6 3 0,-8-6-5 0,8 6 2 15,-8-5 0-15,8 5 1 0,0 0-4 0,-12-8 5 0,12 8 2 16,-7-3 0-16,7 3-7 0,0 0 4 0,0 0-6 15,-10-4 3-15,10 4-2 0,0 0 4 0,0 0-1 16,0 0-2-16,0 0 3 0,0 0-1 16,0 0-1-16,0 0-3 0,0 0 5 0,0 0-1 15,0 0-2-15,0 0 2 0,-7-7 0 0,7 7 2 16,0 0-9-16,0 0 14 0,0 0-5 0,0 0-4 16,0 0 2-16,0 0-1 0,0 0 1 0,0 0-2 0,0 0 3 15,0 0-2-15,0 0 5 0,0 0-6 0,0 0-1 16,0 0 0-16,0 0 3 0,0 0-2 0,0 0 2 15,0 0-2-15,0 0 2 0,0 0-2 16,0 0 4-16,0 0-6 0,0 0 0 0,0 0 6 16,0 0-2-16,0 0-2 0,0 0 1 0,0 0 3 15,0 0-3-15,0 0-3 0,0 0 7 0,0 0-5 0,0 0-3 16,0 0-3-16,0 0-14 0,0 0-11 16,0 0 6-16,0 0-27 0,0 0-17 0,0 0-11 15,0 0-25-15,0 0-4 0,0 0-22 0,0 0-86 16,0 0-235-16,0 0 105 0</inkml:trace>
  <inkml:trace contextRef="#ctx0" brushRef="#br0" timeOffset="-197496.15">2762 15853 31 0,'0'0'44'16,"0"0"-6"-16,0 0-2 0,0 0-4 0,-15 0 6 16,15 0-6-16,0 0-1 0,0 0-4 0,0 0-1 15,0 0-9-15,0 0 5 0,0 0-6 0,0 0 4 16,0 0-1-16,0 0-8 0,0 0 3 0,0 0-7 16,0 0 7-16,-14 1-5 0,14-1 5 0,0 0 0 15,0 0-12-15,0 0 4 0,0 0-4 0,-11 2 12 16,11-2-14-16,0 0 2 0,0 0-1 0,-8 5 6 15,8-5-7-15,0 0 6 0,0 0 2 0,-9 4 1 16,9-4 3-16,0 0 5 0,0 0 0 0,0 0 5 16,0 0-3-16,0 0-8 0,-9 4 5 0,9-4-1 15,0 0 2-15,0 0 13 0,0 0-16 0,0 0 2 16,0 0-3-16,0 0 1 0,0 0-6 0,0 0-2 16,0 0 7-16,0 0-3 0,0 0-8 0,0 0 4 15,0 0 3-15,36-15-1 0,-23 11 2 0,6-5 5 16,0 2 5-16,7-3-1 0,-1 1-8 0,2-3 6 15,0 3-4-15,-3-2-2 0,0 1 1 0,-4 3 3 16,6-1-6-16,-9 0 2 0,1 3 5 16,-5 1-12-16,-1-2 10 0,1 2-8 0,-3 0 5 0,-1 2 0 15,2-3-7-15,-11 5 1 0,0 0-6 0,20-7 11 16,-15 5-10-16,-5 2 6 0,0 0 8 0,10-5 1 16,-10 5 0-16,0 0 13 0,0 0-8 15,0 0 12-15,11-3-5 0,-11 3-2 0,0 0-7 16,0 0 7-16,0 0-6 0,0 0-3 0,0 0-7 15,0 0 1-15,0 0 2 0,0 0-6 0,0 0-14 16,0 0 3-16,-39 5-9 0,39-5 2 0,-15 8-5 16,6-3-3-16,-4-1 0 0,4 0-4 0,-2 2 1 15,-3 0 0-15,-2 3-8 0,-2-2 5 0,1 0 4 16,0 1-6-16,-1 1 9 0,1-1-4 0,-2 0 5 16,4-3 1-16,-2 4 10 0,1-3-3 0,0 1 4 15,4-2-3-15,-1 0-3 0,3-1 0 0,1 1 17 16,1-1-10-16,8-4-2 0,-14 5 3 0,14-5-5 15,-12 2 2-15,12-2-1 0,0 0 5 0,-11 4-3 16,11-4 4-16,0 0 1 0,0 0 1 0,0 0-1 16,0 0 12-16,0 0-2 0,0 0 1 0,0 0 8 15,37-20 6-15,-20 12-2 0,-1 0-9 0,2-1 2 16,1 1 1-16,1-2-1 0,0 3 2 0,0-4-5 16,5 3-1-16,-6 0-3 0,0 0 6 0,-1 2-9 15,-2-1 6-15,1 2-6 0,-6 1 5 0,0 2-1 16,-11 2-6-16,14-3-4 0,-14 3 7 0,11-4-5 15,-11 4 7-15,9-4-13 0,-9 4 10 0,0 0-12 16,0 0 12-16,0 0 1 0,0 0-6 0,0 0 4 16,0 0-4-16,0 0 0 0,0 0 3 15,0 0-6-15,-29 26 6 0,19-20 11 0,-7 1-13 16,8-3-3-16,-2 2-3 0,-2-1 3 0,3 0 5 16,-4-1-2-16,3 1 3 0,1 2-7 0,-1-2 7 15,0-1-6-15,2-2 3 0,9-2 10 0,-12 7-9 16,12-7 4-16,-9 2-3 0,9-2 7 0,0 0-3 0,0 0-2 15,0 0-4-15,0 0 6 0,0 0-8 0,0 0 6 16,29-15 0-16,-12 6-4 0,-1 1 1 16,3-4-1-16,1 2 3 0,-1 2-6 0,5-5 2 15,0 2-5-15,-6 5 7 0,-1 0 1 0,-6 0 3 16,1 2-2-16,-1 1-8 0,-11 3 0 0,16-5-14 16,-16 5-15-16,14-4-14 0,-14 4 4 0,0 0-10 15,0 0 4-15,15 0-5 0,-15 0-3 0,0 0-14 16,0 0-16-16,0 0-47 0,0 0-146 0,0 0 65 15</inkml:trace>
  <inkml:trace contextRef="#ctx0" brushRef="#br0" timeOffset="-192811.8">5082 16172 3 0,'0'0'35'0,"0"0"-9"0,0 0-6 15,0 0-11-15,-6-3-25 0,6 3-17 0,0 0 8 16</inkml:trace>
  <inkml:trace contextRef="#ctx0" brushRef="#br0" timeOffset="-191065.06">4234 15426 1 0,'0'0'75'0,"0"0"-4"0,0 0-3 0,0 0-2 16,0 0-5-16,0 0-2 0,0 0-5 0,0 0 0 16,0 0-2-16,0 0-6 0,0 0-2 0,0 0-2 15,0 0-5-15,0 0-13 0,0 0 6 16,0 0-6-16,0 0 0 0,0 0-3 0,0 0 4 15,0 0-10-15,0 0 5 0,0 0-7 0,0 0 3 16,0 0-3-16,0 0-5 0,0 0 0 0,0 0-6 16,0 0 7-16,0 0-5 0,0 0 1 0,0 0 3 0,0 0 13 15,0 0-14-15,0 0-2 0,0 0 7 16,0 0 2-16,0 0-3 0,0 0-2 0,0 0 2 0,0 0 3 16,0 0 0-16,0 0-6 0,0 0 1 15,0 0 0-15,0 0-1 0,0 0 6 0,0 0-7 16,0 0-1-16,0 0 1 0,0 0-3 0,0 0-2 15,0 0 3-15,0 0-10 0,0 0-4 0,0 0 0 16,0 0-12-16,0 0-10 0,0 0-9 0,0 0-6 16,0 0-10-16,0 0-8 0,0 0-12 0,0 0-6 15,0 0-45-15,0 0-136 0,0 0 60 0</inkml:trace>
  <inkml:trace contextRef="#ctx0" brushRef="#br0" timeOffset="-158833.56">3524 15684 67 0,'0'0'65'16,"-6"5"4"-16,6-5-7 0,-8 8-9 0,6-3-3 16,-4 1 0-16,1-2-4 0,-2 5-10 0,0-2 6 15,1 2 6-15,-2-2-14 0,-1 0 3 0,2 0-7 16,-2 1 2-16,0 1-4 0,-3-3 0 0,2 3-12 16,-5 1 4-16,3-3-3 0,-4 3-3 0,2 0-2 15,-4 1 4-15,2-1-2 0,-3 0-6 0,1-2 3 16,-6 7 1-16,-2 0 0 0,0-5 6 0,-1 2-13 15,0 1 3-15,1-1 2 0,-1 2 2 0,2-4-6 16,-2 2-3-16,2 1 6 0,0 0 7 0,1-3-2 16,-2 1-5-16,6-3 1 0,1-2-11 0,-3 1 7 15,0-2-7-15,1-1 1 0,0-2 0 0,1 1 0 16,-7 2-8-16,6-8 7 0,1 1 2 0,1-6 8 16,0 3 1-16,-1-3-6 0,1-2 16 0,3 1-14 15,-7-8 11-15,7 5-4 0,-2-8 3 0,-2 4-8 16,9 1 4-16,-7-4 2 0,5 3-1 0,3 0 7 15,-2 1 2-15,4-2-4 0,1 0-7 0,0-2 4 16,-7-3-5-16,9 3-4 0,-3-6 5 0,3 0-1 16,-1 0 1-16,2-4 8 0,-1 6-11 0,2-5 1 15,2-2-1-15,0 6 1 0,0 4 3 0,-1-10-2 16,2 3 2-16,0-2 3 0,0 3 2 0,2-2-11 16,-1-1 3-16,-1 0 5 0,0 9-4 15,2-6 11-15,-2-1-1 0,3 8-3 0,0 0 10 0,1-7 1 16,-2 11-1-16,2-3 4 0,0 0 0 0,-3 2-4 15,3 0-4-15,-2 4 5 0,0-3-5 0,0 3-1 16,3 2-4-16,-1 0-4 0,1-1 2 0,2 0-1 16,-1-1 0-16,0 2-6 0,0-2 2 0,0 4-4 15,2-2-1-15,-3-1 2 0,2 1-3 0,2 0 2 16,1 2 2-16,0 0-5 0,2-6 6 0,2 1-1 16,2 1 4-16,0 0-6 0,1 2-2 15,1-4-2-15,6 1 2 0,-6 4 2 0,2 0-4 0,1 0 8 16,-3 0-5-16,2 2 0 0,-1 1 2 0,2-3 0 15,-2 3-5-15,-1-2 0 0,1 0 0 0,0 1-1 16,-3 0-2-16,1 3 1 0,-2 0 3 0,-3 1-3 16,1 1 4-16,-1 0-5 0,-1-1 4 0,-1 2-6 15,-3 1 4-15,-7 0-3 0,16 1 4 0,-7-1-3 16,-1 3-1-16,-1-2-2 0,0 2 4 16,-1 0 2-16,2 3-5 0,1 0 6 0,-1 1 3 0,-3-1-4 15,3-2-2-15,2 5 3 0,-3 0-4 0,1-2 3 16,-2 1-3-16,3 2 0 0,-2-1 6 0,0 0-9 15,2 0 2-15,-1-2-4 0,-2 2 7 0,2 0-1 16,0-1 0-16,-1 1-2 0,1 1 3 0,0-3 0 16,-1 3-3-16,1-2 1 0,-2 1 1 0,2 0 1 15,-3-1-2-15,3-1 3 0,1 4 0 0,-3-4-4 16,1 1-1-16,-1 1 4 0,2 0 0 0,-2 3 3 16,0-5-4-16,1 4 0 0,-2-2-5 0,4 1 2 15,-1 6 2-15,-3-8 0 0,0 5 0 0,4 1-1 16,-6-2 2-16,4-1-3 0,-2-1 4 0,0 1-1 15,-1 0 1-15,2 0 1 0,-1-1-9 0,-1 1 9 16,0 0 1-16,0 0-5 0,1 0-2 0,0-1 3 16,2 0 1-16,-4 0-2 0,0 0 2 0,0 0-2 15,0 1-2-15,0-2 6 0,-2-1-3 0,3-2-2 16,-3 2 1-16,1 4 1 0,-1-3 3 0,3 3-6 16,-4-2 5-16,1 1-4 0,2 0 4 15,-2 2-3-15,1-2 0 0,0 0-2 0,-1 0 3 0,2 0 3 16,-1 0-3-16,-1 0-3 0,1 1 3 0,-1-3 1 15,0 4-2-15,-2-2 3 0,2 1-1 0,1-2-6 16,-1 1 2-16,-1-2 0 0,0 3 0 0,1-2-2 16,-1-1 6-16,0 3-3 0,1-2 6 15,-1 0-5-15,0-2-2 0,-1 2-2 0,2 2 11 0,-2-1-8 16,1-2-1-16,-1 2-1 0,1-1-7 0,-1 0 8 16,1-1-3-16,-2 3 2 0,1 0 1 0,-2-1 2 15,2 0-6-15,-1 1 3 0,-1-2 4 0,2 2-2 16,-2 0-7-16,-1 1-3 0,3-2-5 0,-3 0 5 15,-1 0-1-15,-1 3 2 0,1 1 0 0,1-4 0 16,-1 1 2-16,0 3 3 0,1-4 0 0,0 1 4 16,-1-2-4-16,0-2 0 0,1 3-4 0,1-4 6 15,-1 3 6-15,-1-3-2 0,3 1-5 0,-3-1-1 16,1 2-1-16,-1-3-5 0,2 0 2 0,-3 5-11 16,1-7 10-16,1 4 1 0,-4 0-10 0,2-3-2 15,-2 2-8-15,-1 1 5 0,3-3-5 16,-2 2-7-16,-2-1 0 0,1 0-3 0,-1-2-5 0,-2 3-7 15,2-2-4-15,0-2-14 0,-3 2-9 0,3-3-2 16,-1 1-10-16,0-1-12 0,1 0-64 0,2 0-180 16,-5-2 80-16</inkml:trace>
  <inkml:trace contextRef="#ctx0" brushRef="#br0" timeOffset="-154966.75">10450 13027 89 0,'0'0'119'0,"0"0"-18"15,0 0-3-15,0 0-14 0,0 0-3 16,15 4-7-16,-15-4-6 0,15 0-8 0,-2-2-4 15,4-2-5-15,6 1-14 0,7-4-7 0,4-3-22 16,15-4-36-16,-11 4-36 0,14-5-80 0,2-6-156 0,-6-2 69 16</inkml:trace>
  <inkml:trace contextRef="#ctx0" brushRef="#br0" timeOffset="-154618.66">11408 12504 160 0,'0'0'265'16,"0"0"-29"-16,3-6-25 0,-3 6-22 0,0 0-23 16,0 0-21-16,5-6-20 0,-5 6-22 0,0 0-34 15,18 6-23-15,-7-4-7 0,0-1-19 0,-1 1-9 16,2 0-6-16,1-2-6 0,-4 2-3 0,3-4-1 15,-2 1 0-15,0 0-3 0,1-2 7 0,-5-1-6 16,1 2 7-16,-3-2-1 0,-4 4 2 0,10-8-6 16,-7 3 4-16,0-1-18 0,0 0-9 0,-3 6-9 15,4-12-9-15,-1 5 5 0,0 1-9 0,0-1-3 0,2 1-1 16,-5 6-1-16,7-9-3 0,-3 5 0 16,-4 4-16-16,6-7 9 0,-6 7-5 0,7-4 7 0,-7 4 0 15,3-5 5-15,-3 5-1 0,0 0 6 0,0 0 2 16,0 0-1-16,0 0-11 0,0 0-35 0,-13-8-105 15,3 7 47-15</inkml:trace>
  <inkml:trace contextRef="#ctx0" brushRef="#br0" timeOffset="-154436.39">11461 12459 22 0,'-4'8'116'0,"0"4"1"15,-1-1-12-15,0 0-9 0,1-1-1 0,2 1-14 0,0 0-4 16,0-3-1-16,2 1-8 0,-2-2-6 0,2-7 2 15,2 15-5-15,-1-9 1 0,4-2-3 0,1 0-7 16,5-1-8-16,3-6 3 0,14-4-8 0,9-9-5 16,14-10-25-16,27-15-31 0,5-5-25 0,3-1-30 15,3-6-28-15,-5 0-79 0,6-3-200 0,-2-3 90 16</inkml:trace>
  <inkml:trace contextRef="#ctx0" brushRef="#br0" timeOffset="-143246.12">21617 5173 4 0,'0'0'26'0,"0"0"3"16,0 0-10-16,-6-4 1 0,6 4 0 0,0 0-1 15,-11-3-7-15,11 3 2 0,-8-2 0 0,8 2-3 16,-10-1 6-16,10 1 1 0,-13 0-1 0,13 0-5 16,-10 0-1-16,10 0 1 0,-10-2 0 0,10 2-6 15,0 0 0-15,-14-1 12 0,14 1-14 0,0 0 3 16,-10 0-6-16,10 0 4 0,0 0-2 0,-11 0 5 16,11 0-7-16,0 0-4 0,0 0 2 0,-12 1 1 15,12-1 1-15,0 0 2 0,0 0-3 0,0 0 1 16,-8 0-2-16,8 0 4 0,0 0-3 0,0 0 4 15,0 0-2-15,0 0 0 0,0 0 2 0,0 0 3 16,0 0-3-16,0 0 5 0,0 0 0 0,27 2-2 16,-9-2 3-16,3 0 3 0,9-3 8 0,0 2-6 15,5-2 1-15,1 0-3 0,3 1-3 0,0 1-1 16,0 0-4-16,18-3 6 0,-6 3 1 0,-1-1-4 16,-13 2 3-16,1-1-1 0,-2-2 0 0,1 3-3 15,-3-1 2-15,-2 0-5 0,-1-1 2 0,-2 2 1 16,-7-2 3-16,-4 1-5 0,1-1-4 0,-6 2 6 15,1-1 1-15,-4 0-3 0,2 1-1 0,-5 0 2 0,-7 0-2 16,13 0 4-16,-13 0 7 0,10-2-1 16,-10 2 8-16,0 0 0 0,11 0 2 0,-11 0 0 15,0 0-3-15,0 0 0 0,0 0-2 0,0 0-3 16,6-2-3-16,-6 2-3 0,0 0-1 0,0 0 4 16,0 0-3-16,0 0-9 0,0 0 3 0,0 0 8 0,0 0-9 15,0 0-12-15,0 0-29 0,0 0-13 16,0 0-11-16,0 0-7 0,0 0-49 0,0 0-127 15,0 0 55-15</inkml:trace>
  <inkml:trace contextRef="#ctx0" brushRef="#br0" timeOffset="-139956.16">29949 13514 22 0,'0'0'72'0,"0"0"-11"0,0 0 4 0,0 0-8 16,-3-9-5-16,3 9 4 0,0 0-5 0,-5-7-3 15,5 7-3-15,0 0-11 0,-4-5-3 0,4 5-6 16,0 0 2-16,0 0 4 0,0 0-2 0,-3-6-6 16,3 6-8-16,0 0 8 0,0 0-8 0,-7-4 5 15,7 4-6-15,-6-3-4 0,6 3 6 0,0 0-4 0,-13-3 3 16,13 3-9-16,-8-1 16 0,8 1-10 0,0 0 7 15,-15-1-14-15,15 1 0 0,-9 1 0 0,9-1-8 16,0 0 7-16,-9-1 8 0,9 1 6 16,0 0-1-16,0 0-10 0,-11 0 3 0,11 0-11 15,0 0 15-15,0 0-13 0,-8 2 2 0,8-2-4 0,-9 4 8 16,9-4-2-16,-9 1 2 0,9-1-9 16,-11 1 1-16,11-1 2 0,-9 2 2 0,9-2 6 15,-7 4 0-15,7-4-5 0,0 0-3 0,-6 1-10 16,6-1 4-16,0 0 8 0,0 0 3 0,-10 3-1 0,10-3 2 15,-9 4-6-15,9-4 4 0,-8 2-2 16,8-2 2-16,0 0-7 0,-9 1 14 0,9-1-6 0,0 0-5 16,-6 2 3-16,6-2 0 0,0 0 0 15,0 0 3-15,0 0-6 0,-8 5 0 0,8-5 3 0,0 0 0 16,0 0 5-16,-9 1-15 0,9-1 5 0,0 0 9 16,0 0-8-16,0 0 4 0,0 0-6 0,-7 3 4 15,7-3 7-15,0 0-4 0,0 0-2 0,0 0-5 16,0 0 4-16,0 0 9 0,0 0-12 0,0 0 5 15,0 0 0-15,0 0 4 0,0 0-12 0,0 0 5 16,0 0 2-16,0 0 0 0,0 0 2 0,0 0-4 16,0 0 5-16,0 0-2 0,0 0-7 0,0 0 9 15,0 0-6-15,0 0 11 0,0 0-8 0,0 0 5 16,0 0 3-16,0 0-11 0,-12 0-1 0,12 0 9 16,0 0 0-16,0 0-5 0,0 0 2 0,0 0 7 15,0 0-4-15,0 0 1 0,0 0-7 0,0 0 11 16,-9 0-3-16,9 0 0 0,0 0-11 0,0 0 14 15,0 0-7-15,0 0 8 0,0 0-5 0,0 0-9 16,0 0 19-16,0 0-5 0,0 0-1 0,0 0 3 16,0 0-4-16,0 0 2 0,0 0-4 0,0 0 1 15,0 0 1-15,0 0-4 0,0 0-1 0,0 0 1 16,0 0 3-16,0 0-2 0,0 0-3 0,0 0 2 16,0 0 0-16,0 0 1 0,0 0-3 0,0 0 8 15,0 0-11-15,0 0 7 0,0 0-8 0,0 0 3 16,0 0 1-16,0 0-6 0,0 0 4 0,0 0-4 0,0 0 5 15,0 0-4-15,0 0 1 0,28-13 3 0,-20 10-10 16,-1 2 6-16,4-1-2 0,0-1 6 16,1-1-2-16,-1 1 0 0,2 1-3 0,0-2 3 15,3 0-2-15,-4-2 1 0,2 3-2 0,-1-1 6 16,1 0-9-16,-1 0 2 0,-1 0 5 0,2 1-4 0,3-2-5 16,-4 2 3-16,3-3 0 0,-3 2-4 0,3 0 9 15,1 0-6-15,-4 1 6 0,2 1-3 16,2-2 0-16,0-1 1 0,-1 2-2 0,1-2 7 15,-4 3-8-15,5-2 5 0,1 1 0 0,-6 1-1 0,4-1-4 16,-1 2 5-16,-2-1-4 0,-4 2-1 0,2-3-2 16,0 2 3-16,0-1 0 0,1 1 2 15,-2 0-3-15,1-1 7 0,-1 1-10 0,2-1 11 16,0 1-6-16,-1-1-6 0,3 1 9 0,-3 1-7 0,5-2-3 16,-3 0 9-16,-3 1-8 0,5-1 4 0,-6 1 2 15,2 0 0-15,0-2 1 0,1 2 3 0,-3 1-3 16,3-1-1-16,-3 1-5 0,3-2 1 0,-3 2 5 15,1 0-2-15,-5 1-4 0,-6-1 5 0,14 0 7 16,-6 1-7-16,-8-1 1 0,12-1 2 0,-12 1-3 16,11 1 2-16,-11-1-1 0,10-1-13 0,-10 1 9 15,11-1 6-15,-11 1-6 0,0 0-1 0,11 0-7 16,-11 0 17-16,0 0-3 0,0 0 3 0,7 1-4 16,-7-1 5-16,0 0-4 0,0 0 1 0,0 0 3 15,0 0-1-15,0 0-1 0,8 0-3 0,-8 0 3 16,0 0-4-16,0 0-2 0,0 0 0 0,0 0-1 15,0 0-14-15,0 0-8 0,0 0-18 0,0 0-16 16,0 0-20-16,0 0-8 0,0 0-14 0,8 3-21 16,-8-3-68-16,0 0-204 0,2 7 90 0</inkml:trace>
  <inkml:trace contextRef="#ctx0" brushRef="#br0" timeOffset="-125652.63">25426 12378 5 0,'0'0'31'0,"0"0"-5"0,-10 0 0 0,10 0 0 16,0 0-7-16,0 0-3 0,0 0 5 0,0 0-4 16,0 0 2-16,0 0-3 0,0 0-2 0,0 0 0 0,18 10-1 15,-18-10 2-15,9 2-3 0,-9-2-5 16,12 3-3-16,-5-2-4 0,-7-1-2 0,10 4-3 16,-3-4-8-16,0 2-9 0,-7-2-22 0,11 1-47 15,-11-1 22-15</inkml:trace>
  <inkml:trace contextRef="#ctx0" brushRef="#br0" timeOffset="-123742">21493 12414 23 0,'0'0'32'0,"0"0"-3"0,0-9 1 16,0 9-4-16,0 0 2 0,0 0 5 0,0 0 0 15,0 0-3-15,0 0-1 0,0 0 7 0,0 0-10 16,0 0 3-16,0 0 3 0,0 0-3 0,0 0 4 16,-14 2-5-16,14-2 7 0,0 0-11 0,-12 7 10 15,12-7-12-15,-5 5 1 0,5-5 8 0,-5 5-8 16,5-5-1-16,-5 5 2 0,5-5 4 0,0 0-9 16,0 0 3-16,-8 3-8 0,8-3 0 0,0 0 1 15,0 0-4-15,0 0-2 0,-4 5 0 0,4-5-2 16,0 0-1-16,0 0-2 0,0 0 0 0,0 0-2 15,0 0-4-15,0 0 6 0,0 0-5 0,0 0 0 16,0 0-6-16,9-19 4 0,-9 19-3 0,9-8-5 16,-5 2 2-16,0 2 0 0,-4 4-6 0,5-7 11 15,-5 7-5-15,5-6 4 0,-5 6 0 0,4-5 1 16,-4 5-2-16,0 0 7 0,0 0 2 0,6-4-3 16,-6 4 5-16,0 0-6 0,0 0 9 0,0 0 11 15,0 0-18-15,0 0 7 0,0 0-1 0,0 0-1 16,0 0-4-16,0 0 13 0,0 0 0 0,0 0 10 15,0 0-10-15,-19 12 0 0,14-6 6 0,0-2-2 16,0 1 1-16,-2 0 2 0,2-1-13 0,0 3 8 16,-1-1 3-16,-1 2-5 0,0 0-2 0,2-2-10 15,-2 1 4-15,1 2 5 0,-3-2 2 0,3 0-14 16,-1 0 7-16,2-1-5 0,1 0-2 0,-1-1 6 0,5-5 2 16,-8 8-3-16,7-4-19 0,1-4 4 15,-5 6-13-15,5-6-1 0,0 0-13 0,-1 7-12 16,1-7-2-16,0 0-14 0,0 0-19 0,0 0-53 15,10 4-149-15,-10-4 65 0</inkml:trace>
  <inkml:trace contextRef="#ctx0" brushRef="#br0" timeOffset="-123432">21738 12280 69 0,'0'0'88'0,"0"0"-15"0,0 0 7 0,0 0-5 16,0 0-2-16,0 0-16 0,0 0 2 0,0 0-8 16,0 0 6-16,0 0-14 0,0 0 5 0,0 0-11 15,0 0 0-15,0 0-2 0,-22 11 4 0,17-8-3 16,-1 2-7-16,-1 3 16 0,0-1-19 0,-2 2-6 15,1 1-2-15,-1 0-2 0,-2 1-1 0,3-3 3 16,0 3-6-16,0 1-3 0,0-3-16 0,1 2-8 16,2-3-12-16,0 1-13 0,0-4-9 0,3 3-6 15,2-8-9-15,-3 9-17 0,3-9-58 0,0 0-148 16,5 9 66-16</inkml:trace>
  <inkml:trace contextRef="#ctx0" brushRef="#br0" timeOffset="-123172.04">22038 12295 68 0,'0'0'112'0,"0"0"-15"15,0 0-6-15,0 0-13 0,0 0-4 0,-23 22-4 16,14-16 1-16,-2 1-2 0,1 0 6 0,-3 1-13 15,0 1 0-15,4-1-17 0,0-4 1 0,-1 2-2 16,2-1-9-16,-1 0-2 0,1 2-12 0,2-2-5 16,-1 1-12-16,4-2-19 0,3-4-7 0,-6 7-16 15,6-7-5-15,-2 6-10 0,2-6-10 0,0 0-8 16,0 0-12-16,0 0-49 0,0 0-141 0,0 0 64 16</inkml:trace>
  <inkml:trace contextRef="#ctx0" brushRef="#br0" timeOffset="-122925.34">22381 12249 92 0,'0'0'93'0,"-13"16"-13"0,8-12 4 0,-1 0-16 16,-2 1 1-16,-2 0-5 0,-1 2-3 0,1-2-2 15,-1 1-2-15,2 2-11 0,1-3-13 0,-2 2 7 16,2-2-16-16,2 2-9 0,2-4-14 0,-1 1-3 0,5-4-13 16,-9 7-1-16,9-7-7 0,-1 6-9 15,1-6-2-15,0 0-4 0,0 0-13 0,12 9-4 16,-5-7-49-16,-7-2-111 0,18 0 49 0</inkml:trace>
  <inkml:trace contextRef="#ctx0" brushRef="#br0" timeOffset="-122724.18">22708 12332 58 0,'-8'7'109'0,"2"1"-15"16,-3-2 0-16,4 0-19 0,-4 1-4 0,0 3-7 15,0-1 4-15,0 0-10 0,0 0-15 0,1-1 1 16,1 0-12-16,1 2-11 0,0-2-13 0,1-1-25 15,1 2 3-15,3-2-16 0,0-2-21 0,1-5-71 16,-3 14-131-16,3-14 59 0</inkml:trace>
  <inkml:trace contextRef="#ctx0" brushRef="#br0" timeOffset="-122490.23">22997 12375 43 0,'-9'3'72'0,"3"0"0"15,-2 1-15-15,1 0-3 0,1 1-7 0,1-1-16 16,5-4-19-16,-6 6-16 0,6-6-12 0,0 0-46 15,0 7-66-15,0-7 29 0</inkml:trace>
  <inkml:trace contextRef="#ctx0" brushRef="#br0" timeOffset="-122260.78">23435 12364 45 0,'-6'4'78'0,"-3"-1"3"0,3 2-27 0,-2 0 9 16,1 0-13-16,2-3 1 0,5-2-3 0,-10 5-22 16,10-5-13-16,-5 5-3 0,5-5-11 0,-5 7-7 15,5-7-12-15,-1 6-22 0,1-6-33 0,0 0-81 16,0 0 36-16</inkml:trace>
  <inkml:trace contextRef="#ctx0" brushRef="#br0" timeOffset="-122036.53">23754 12303 81 0,'-8'8'87'0,"-3"-3"-9"16,-1 1-14-16,2 0 3 0,2-1-9 16,-2 2-12-16,1 0 2 0,-2-1 4 0,5 0-14 15,-1 0-5-15,1-2-10 0,0 3-17 0,3-2-9 16,-1 0-13-16,1-1-13 0,3-4-15 0,-5 10-13 0,3-5-32 16,2-5-97-16,-3 5 44 0</inkml:trace>
  <inkml:trace contextRef="#ctx0" brushRef="#br0" timeOffset="-121797.49">24081 12333 60 0,'-6'4'77'0,"1"0"-3"0,-1 2-14 0,1-1-7 16,0-2-6-16,0 4-2 0,1-1-10 0,-1-2-13 0,5-4-6 15,-8 10-14-15,6-5-31 0,2-5 0 0,-3 8-14 16,3-8-22-16,-3 9-71 0,3-9 31 16</inkml:trace>
  <inkml:trace contextRef="#ctx0" brushRef="#br0" timeOffset="-121572.31">24583 12332 39 0,'-8'4'102'0,"0"3"-12"16,-3-3 2-16,1 2-22 0,2 1-1 15,-3-2-6-15,2 1-17 0,1-1 9 0,0 1-12 0,0 1 0 16,5-1-10-16,-4-3-24 0,4 4-20 0,-1-1-12 16,1 0-2-16,3-6-30 0,-4 9-52 0,4-9-116 15,-1 9 52-15</inkml:trace>
  <inkml:trace contextRef="#ctx0" brushRef="#br0" timeOffset="-121343.63">25235 12394 75 0,'-8'7'77'0,"2"0"-4"0,-1 0-11 0,0 0-12 15,0 0-10-15,2-3-16 0,2 3-10 0,-2-3-14 16,5-4-27-16,-5 10-38 0,4-6-71 0,1-4 32 16</inkml:trace>
  <inkml:trace contextRef="#ctx0" brushRef="#br0" timeOffset="-121105.33">25787 12366 28 0,'-7'6'78'15,"1"-1"-1"-15,-3 0-12 0,1 0-11 0,4-1-10 16,-2 1-13-16,1-1 2 0,5-4-21 0,-6 8-12 0,-1-4-14 15,5 1-21-15,2-5-28 0,0 0-67 16,-3 7 31-16</inkml:trace>
  <inkml:trace contextRef="#ctx0" brushRef="#br0" timeOffset="-120879.14">26461 12328 39 0,'-7'8'73'0,"3"-1"-12"0,-2 0-4 16,3-3-9-16,-4 4-9 0,2-2 0 0,1-1-4 0,0 1-15 15,0 0-15-15,4-6-19 0,-5 9-25 0,3-5-22 16,2-4-66-16,0 0 30 0</inkml:trace>
  <inkml:trace contextRef="#ctx0" brushRef="#br0" timeOffset="-120640.33">27116 12386 61 0,'-8'5'54'0,"3"2"-9"0,-1-2-17 0,2-1-5 16,-4 2-5-16,4-2-16 0,4-4-3 0,-5 6-21 15,5-6-13-15,-4 6-38 0,4-6 18 0</inkml:trace>
  <inkml:trace contextRef="#ctx0" brushRef="#br0" timeOffset="-120413.21">27497 12377 13 0,'-12'6'82'0,"3"0"-10"0,0 0-11 16,-1 0-1-16,0 1-13 0,3 0-8 0,1 0-7 15,1-2-2-15,0 0-6 0,1 0-13 0,0 1-7 16,-1-1-12-16,5-5-16 0,-4 10-14 0,4-10-30 16,-2 7-73-16,2-7 33 0</inkml:trace>
  <inkml:trace contextRef="#ctx0" brushRef="#br0" timeOffset="-120186.74">27775 12379 36 0,'-8'4'79'0,"-3"2"-4"15,1-1-7-15,3-3-4 0,-2 6-6 0,2-4-8 16,-1 3-7-16,-1 0-3 0,4-3-13 0,0 1-2 16,0 1-13-16,1 0-9 0,0-1-8 0,4-5-15 15,-4 10-16-15,4-10-51 0,0 9-93 0,0-9 41 16</inkml:trace>
  <inkml:trace contextRef="#ctx0" brushRef="#br0" timeOffset="-119979.4">28060 12378 46 0,'-6'7'57'0,"-3"-2"8"0,2 0-12 16,0-2-7-16,4 3-18 0,-2-3-14 0,5-3-8 15,-7 7-12-15,7-7-17 0,-5 7-25 0,5-7-52 16,-7 5 23-16</inkml:trace>
  <inkml:trace contextRef="#ctx0" brushRef="#br0" timeOffset="-119571.33">28588 12352 54 0,'-11'5'56'0,"8"-3"-7"16,3-2-20-16,-8 5-12 0,3-1-21 0,5-4-30 15,-6 3-37-15,6-3 18 0</inkml:trace>
  <inkml:trace contextRef="#ctx0" brushRef="#br0" timeOffset="-119192.84">29127 12386 26 0,'-16'7'64'0,"1"1"-5"16,3-1-15-16,0-2-15 0,3 1-11 0,-1 1-28 0,2-2-29 15,-1 1-42-15,-2 0 20 0</inkml:trace>
  <inkml:trace contextRef="#ctx0" brushRef="#br0" timeOffset="-114222.04">20960 12521 8 0,'0'0'25'15,"0"0"-8"-15,0 0-7 0,-8 2 3 0,8-2-3 0,0 0 4 16,0 0-5-16,0 0 1 0,0 0 6 15,-4 7-2-15,4-7 0 0,0 0-8 0,0 0 7 0,-4 7-4 16,4-7-6-16,0 0 1 0,0 0 6 16,0 0-10-16,-2 8 6 0,2-8-1 0,0 0-3 0,0 0-1 15,0 0 1-15,0 0-5 0,0 9 7 0,0-9-1 16,0 0-3-16,-1 7 3 0,1-7-1 16,0 0-2-16,-3 8 2 0,3-8-1 0,0 0 2 15,-1 9 2-15,1-9-9 0,0 0 1 0,-2 8-3 0,2-8-3 16,0 0 3-16,-2 8-1 0,2-8-1 0,0 0 1 15,-3 6 0-15,3-6 3 0,0 0-5 16,-2 8-20-16,2-8-31 0,0 0 14 0</inkml:trace>
  <inkml:trace contextRef="#ctx0" brushRef="#br0" timeOffset="-113407.74">20910 12586 5 0,'0'0'11'0,"0"0"-2"0,0 0 4 16,0 0-7-16,0 0 3 0,0 0-2 0,0 0-3 15,0 0 0-15,0 0 3 0,0 0-4 0,0 0 3 16,0 0-9-16,0 0 10 0,0 0-5 0,0 0 4 16,0 0-4-16,0 0 4 0,0 0-5 0,0 0 1 15,0 0-5-15,0 0 2 0,0 0 4 0,0 0-5 16,0 0-1-16,0 8-3 0,0-8 0 0,0 0-2 16,0 0-6-16,0 0-15 0,0 0 7 0</inkml:trace>
  <inkml:trace contextRef="#ctx0" brushRef="#br0" timeOffset="-112957.45">21104 12309 12 0,'0'0'24'0,"-9"5"-3"0,4-1-1 0,5-4 6 0,-13 8-14 16,8-4 4-16,-1 1-3 0,1 0-1 16,-3 2-3-16,-1-1 0 0,3 0-7 0,-2 0 12 15,-1 0-8-15,2 1-1 0,-1 0-2 0,1-2 1 16,1 3 1-16,0-2-4 0,-1 0 1 0,0 1 2 0,1-2-5 15,2 0 1-15,-1 1-6 0,0 0 9 0,2-2-11 16,-1 1 4-16,0 0-3 0,4-5-2 16,-5 9-23-16,3-4-33 0,2-5 14 0</inkml:trace>
  <inkml:trace contextRef="#ctx0" brushRef="#br0" timeOffset="-105512.05">21006 12369 8 0,'0'0'9'15,"-3"6"-7"-15,3-6-2 0,0 0-4 0,0 0-3 16,0 0 2-16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10:10:32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15615 11745 45 0,'0'0'81'0,"0"0"-5"0,0 0-6 15,0 0-6-15,0 0 0 0,0 0-6 0,0 0-10 16,0 0-2-16,0 0-8 0,0 0-2 0,0 0-6 16,0 0-2-16,0 0-2 0,0 0-2 0,0 0 0 15,0 0-3-15,0 0-2 0,0 0-3 0,0 0 0 16,0 0-1-16,0 0 8 0,0 0-14 0,0 0-1 16,0 0-9-16,0 0 6 0,0 0 4 0,0 0-5 15,0 0-3-15,0 0 2 0,0 0-6 0,0 0 10 16,0 0-4-16,0 0-3 0,0 0-4 0,-2 6 7 0,2-6-1 15,0 0-7-15,0 0 2 0,0 0-8 16,0 0 13-16,-4 6-7 0,4-6 6 0,0 0-5 16,-8 3 7-16,8-3 1 0,-7 5-2 0,7-5-5 15,-7 3-6-15,7-3 7 0,0 0 0 0,-9 3 5 0,9-3-4 16,-8 2-2-16,8-2 5 0,0 0-2 0,-9 3-13 16,9-3 7-16,-6 2 9 0,6-2 2 0,-7 3-9 15,7-3 7-15,0 0-9 0,-8 1 13 16,8-1-4-16,0 0-6 0,-10 0 1 0,10 0 0 15,0 0 8-15,0 0-16 0,-12-1 8 0,12 1 3 0,0 0-1 16,0 0 4-16,0 0-7 0,-10 0 6 16,10 0 1-16,0 0 3 0,0 0-7 0,0 0 6 0,-10-3-6 15,10 3 3-15,0 0 3 0,0 0-1 16,-8-1 0-16,8 1-6 0,0 0 10 0,0 0 9 0,-10-4-2 16,10 4 1-16,0 0 4 0,-13 2 1 0,13-2 1 15,0 0-1-15,-9-2-5 0,9 2 12 0,0 0-10 16,0 0 1-16,-5-4-6 0,5 4 7 0,0 0 0 15,0 0-4-15,0 0 8 0,0 0-4 0,0 0 19 16,0 0-17-16,-9-1 6 0,9 1-3 0,0 0 0 16,0 0-11-16,0 0 2 0,0 0-1 0,0 0 1 15,0 0-6-15,0 0 1 0,24-3-1 0,-24 3-6 16,26 0 5-16,-7-1-2 0,3-1 3 0,8 2-4 16,2-3 5-16,7 3 0 0,-2-2-3 0,1-4 10 15,17 7-10-15,-1-2 8 0,-3 0-5 0,2 0-5 16,0-2 5-16,-2 3 4 0,0-1-5 0,-11 2-3 15,11-4-3-15,-13 3-2 0,3-3 2 0,-4 4-7 16,1-1 1-16,-2 2 9 0,-2-2-7 0,-1 2 3 16,-4-2-3-16,-7 0 3 0,-2 0-2 0,0 1-3 15,-7-1 5-15,-1-3-4 0,1 5 8 0,-3-4 0 16,-4 2 9-16,-6 0 4 0,14 2 7 0,-14-2 5 16,9-2 9-16,-9 2 3 0,7-2 3 0,-7 2-9 15,0 0 4-15,6-4-4 0,-6 4 3 0,0 0-3 0,0 0-5 16,3-9 0-16,-3 9-2 0,0 0 2 15,0 0-5-15,0 0-3 0,-3-11 2 0,3 11-5 16,0 0-5-16,0 0 3 0,-4-8-4 0,4 8-8 16,0 0 5-16,0 0-4 0,0 0-10 0,0 0-9 0,0 0-28 15,0 0-4-15,0 0-22 0,0 0-15 0,0 0-24 16,0 0-18-16,0 0-2 0,0 0-4 16,0 0-14-16,0 0-18 0,0 0-92 0,0 0-272 15,0 0 121-15</inkml:trace>
  <inkml:trace contextRef="#ctx0" brushRef="#br0" timeOffset="4554.31">19168 11879 36 0,'-9'-1'31'0,"9"1"-3"15,0 0 5-15,0 0-9 0,0 0-1 0,0 0-5 16,-8-3 0-16,8 3-1 0,0 0 1 0,0 0 0 16,-7-2 2-16,7 2-3 0,0 0 4 0,0 0 5 15,0 0 3-15,0 0-4 0,0 0 0 0,-10-4 0 16,10 4 0-16,0 0-10 0,0 0 3 0,-6-4 1 15,6 4-1-15,0 0 4 0,-3-5-3 0,3 5 6 16,0 0 2-16,-4-6-8 0,4 6 9 0,0 0-6 16,-5-6-8-16,5 6-3 0,0 0 9 0,-4-7 4 15,4 7 0-15,0 0 5 0,-4-8 4 0,4 8-6 16,0 0-2-16,0 0-5 0,0 0 1 0,0 0-4 16,0 0 2-16,-4-6 6 0,4 6-13 0,0 0 5 15,0 0-3-15,0 0-6 0,0 0-1 0,0 0 9 16,0 0-1-16,0 0-7 0,-5-4 8 0,5 4-5 15,0 0-5-15,0 0 6 0,0 0-4 0,0 0 2 16,0 0 5-16,0 0-6 0,0 0 3 0,0 0 3 16,0 0 0-16,0 0 5 0,0 0-3 0,0 0 3 15,0 0 2-15,0 0-5 0,0 0 0 0,0 0 2 16,0 0-2-16,0 0-1 0,0 0-6 0,0 0 1 0,0 0 5 16,10-8-4-16,-10 8 0 0,10-2-2 0,-10 2-5 15,13-3-1-15,0 0 2 0,0 1-4 16,3-2-4-16,2 1 1 0,4 2 5 0,6-3-5 15,4 1 4-15,0 0 5 0,4-1-7 0,4 2 2 0,0-3 5 16,12 2-11-16,-1-1 9 0,1 3-3 0,-2-3-9 16,2 2 1-16,3 0 10 0,0 0 1 15,-5 2-11-15,2-1 4 0,-15 2 9 0,2-1-9 16,-1 0 2-16,-3 0-6 0,-2 0-3 0,-3 1 6 0,-10 2 1 16,3-3-2-16,-4 3 1 0,-2-3 2 0,0 2-1 15,-4-1-3-15,-3-1 7 0,1 0-4 0,-1 0 3 16,0 1-9-16,-4-1 5 0,-6 0 5 0,12 0 1 15,-12 0-5-15,10 0 6 0,-10 0 8 0,9 0 9 16,-9 0 10-16,6 2-3 0,-6-2 5 0,0 0 3 16,0 0-4-16,0 0 4 0,11-3-5 0,-11 3 1 15,0 0-3-15,0 0-6 0,0 0-1 0,0 0-4 16,5-4 2-16,-5 4-4 0,0 0 1 0,0 0-5 16,0 0 4-16,0 0-6 0,0 0-4 0,0 0-13 15,0 0-5-15,0 0-10 0,0 0-12 0,0 0-14 16,0 0-7-16,0 0-6 0,0 0-7 0,0 0-11 15,0 0-7-15,7 8-20 0,-7-8-15 0,7 4-101 16,-7-4-239-16,6 6 106 0</inkml:trace>
  <inkml:trace contextRef="#ctx0" brushRef="#br0" timeOffset="7702.04">22090 11833 7 0,'0'0'10'0,"0"0"-1"0,0 0-3 16,-13-1-2-16,13 1 0 0,0 0 4 0,0 0-1 0,-8-1 1 15,8 1-1-15,0 0-4 0,0 0 5 0,0 0-2 16,-14 0 2-16,14 0-2 0,0 0-5 16,-8-1 6-16,8 1-1 0,0 0 0 0,-10 1 5 15,10-1-3-15,0 0-1 0,-10 0 5 0,10 0-5 16,0 0 4-16,-10 0 0 0,10 0-2 0,-9 1 3 0,9-1-5 15,-12 0-1-15,12 0 1 0,0 0 1 0,0 0 2 16,-10-1 1-16,10 1 2 0,0 0-4 0,0 0-2 16,-13 1 4-16,13-1 0 0,0 0-5 15,-7 0 5-15,7 0-2 0,0 0-1 0,0 0-2 0,-11 1 0 16,11-1 4-16,0 0-1 0,0 0-7 0,-10 0 2 16,10 0 7-16,0 0-6 0,-10 3 7 0,10-3 0 15,0 0-2-15,0 0 4 0,-8 0-3 0,8 0-1 16,0 0 4-16,0 0 1 0,0 0 1 0,0 0-1 15,-11-1-6-15,11 1 6 0,0 0-1 0,0 0-5 16,0 0-1-16,-10-3 2 0,10 3 2 0,0 0 2 16,0 0-2-16,0 0 1 0,-9-1-1 0,9 1-1 15,0 0-7-15,0 0 3 0,-7-2 5 0,7 2-4 16,0 0 0-16,0 0 4 0,0 0-2 0,0 0 4 16,0 0-2-16,-8-3 1 0,8 3 4 0,0 0 1 15,0 0 1-15,0 0-4 0,0 0-3 0,0 0-2 16,0 0 10-16,-7-3-3 0,7 3-3 0,0 0 9 15,0 0-1-15,0 0-8 0,0 0 3 0,0 0-3 16,0 0 3-16,0 0-3 0,0 0 0 0,0 0 0 16,0 0 4-16,0 0-8 0,0 0 5 0,0 0-6 15,0 0 7-15,0 0-10 0,0 0 5 0,0 0 3 16,32 3-5-16,-21-3 4 0,2 1-1 0,5-1-1 16,1 2-6-16,3-1 10 0,-1-1-2 0,9 1-4 15,-1 1-3-15,-3 0 1 0,7-1 10 0,-1 2-11 16,1-3 3-16,3 0-4 0,2 1 1 0,16 0 5 15,-4 1-3-15,2-2-4 0,-1 3 0 0,-12-3 6 16,11-1-7-16,0 2 6 0,1 2-7 0,1-2 1 16,1 0 5-16,0 1-7 0,1-1 4 0,-1 3-2 15,1-4 3-15,2 0-2 0,-2 0 1 0,0 4-2 16,-3-6 1-16,2 4-1 0,-1-2 9 0,-15 0-12 16,2-2 1-16,0 1 0 0,12 0 6 0,-14-1-10 15,-3 2-1-15,3-1-1 0,-2 1 10 0,-1-2-1 16,-2 2 4-16,-1-3-8 0,0 2 5 0,-5 2-2 0,3-1 2 15,-9 0 2-15,8 1 2 0,-6-2-5 16,0 1 5-16,-2 1 8 0,2 1-15 0,-2-2 4 0,-2 0 3 16,1 2 4-16,-2-1-7 0,2-1 5 15,-6 0-1-15,1 2 6 0,-1-2-5 0,-1 1-3 0,0-1 1 16,1 0 6-16,-7 1-8 0,-6-1 5 0,13 0-1 16,-13 0-2-16,10 0 9 0,-10 0 0 0,9 0 5 15,-9 0 1-15,8 2 2 0,-8-2 3 0,0 0-1 16,0 0 0-16,0 0 3 0,0 0-6 0,0 0 1 15,10-3 0-15,-10 3-2 0,0 0-3 0,0 0-2 16,0 0-5-16,0 0-3 0,0 0 1 0,0 0-4 16,0 0 5-16,0 0-2 0,0 0-1 0,0 0-4 15,0 0 2-15,0 0-3 0,8 3-5 0,-8-3 6 16,0 0 0-16,0 0-8 0,0 0 4 0,0 0 0 16,0 0 4-16,0 0-6 0,0 0 3 0,0 0 0 15,0 0 2-15,0 0-4 0,0 0 1 0,0 0 0 16,0 0-1-16,0 0-3 0,0 0 4 0,0 0-1 15,0 0 4-15,0 0-6 0,0 0 13 0,0 0-4 16,0 0-1-16,0 0 0 0,0 0-3 0,0 0-1 16,0 0 4-16,0 0-3 0,0 0 0 0,0 0 0 15,0 0 1-15,0 0-3 0,0 0 5 0,0 0-2 16,0 0-5-16,0 0 4 0,0 0-2 0,0 0 2 16,0 0-5-16,0 0-1 0,0 0 2 0,0 0-1 15,0 0 2-15,0 0 1 0,0 0-1 0,0 0-3 0,0 0 8 16,0 0-5-16,0 0-1 0,0 0 2 0,0 0 0 15,0 0 0-15,0 0-1 0,0 0 5 16,0 0-8-16,0 0 4 0,0 0 5 0,0 0-8 16,0 0 1-16,0 0 0 0,0 0-2 0,0 0 6 0,0 0-5 15,0 0 0-15,0 0 0 0,0 0-6 0,0 0 6 16,0 0 2-16,0 0 1 0,0 0-10 0,0 0 7 16,0 0 3-16,0 0 1 0,0 0-8 0,0 0 6 15,0 0-4-15,0 0 0 0,0 0-2 0,0 0 2 16,0 0-1-16,0 0-4 0,0 0 2 0,0 0 1 15,0 0-6-15,0 0 3 0,0 0-2 0,0 0-2 16,0 0-1-16,0 0 1 0,0 0-3 0,0 0 0 16,0 0 4-16,0 0 2 0,0 0-1 0,0 0-2 15,0 0-1-15,0 0 4 0,0 0 0 0,0 0-1 16,0 0 0-16,0 0-2 0,0 0 6 0,0 0 2 16,0 0-2-16,0 0 1 0,0 0-1 0,0 0 1 15,0 0 2-15,0 0 0 0,0 0-3 0,0 0 3 16,0 0 0-16,0 0-1 0,0 0 0 0,0 0 1 15,0 0-3-15,0 0-4 0,0 0 6 0,0 0-4 16,0 0 2-16,0 0-5 0,0 0 11 0,0 0 0 16,0 0 1-16,0 0 0 0,0 0-5 0,0 0 5 15,0 0-3-15,0 0-3 0,0 0 2 0,0 0 6 16,0 0-8-16,0 0 5 0,0 0 0 0,0 0-5 16,0 0 1-16,0 0 7 0,0 0-5 0,0 0 1 15,0 0-1-15,0 0 5 0,0 0-4 0,0 0-5 16,0 0 9-16,0 0-5 0,0 0 1 0,0 0-3 15,0 0 3-15,0 0 0 0,0 0 2 0,0 0-6 16,0 0 5-16,0 0 3 0,0 0-4 0,0 0-3 0,0 0 8 16,0 0-10-16,0 0-9 0,0 0 15 0,0 0 2 15,0 0-2-15,0 0-1 0,0 0-7 16,0 0 12-16,0 0-8 0,0 0 1 0,0 0 0 0,0 0-2 16,0 0 4-16,0 0-1 0,0 0-10 0,0 0 9 15,0 0-5-15,0 0 1 0,0 0-3 0,0 0 4 16,0 0-11-16,0 0 18 0,0 0-7 15,0 0-4-15,0 0 2 0,0 0-3 0,0 0 9 0,0 0-3 16,0 0 2-16,0 0-2 0,0 0-5 0,0 0 2 16,0 0 2-16,0 0-2 0,0 0-1 0,0 0-4 15,0 0-4-15,0 0-3 0,0 0 10 0,0 0-5 16,0 0 1-16,0 0-3 0,0 0 0 0,0 0 5 16,0 0-21-16,0 0 16 0,0 0-1 0,0 0 1 15,0 0-5-15,0 0 6 0,0 0 12 0,0 0-4 16,0 0-9-16,0 0 10 0,0 0-6 0,0 0 0 15,0 0 10-15,0 0-8 0,0 0-4 0,0 0 6 16,0 0-4-16,0 0 5 0,0 0 6 0,0 0 9 16,0 0-10-16,0 0 2 0,0 0 11 0,0 0-12 15,0 0 4-15,0 0-8 0,0 0 4 0,0 0-1 16,0 0 3-16,0 0-2 0,0 0-3 0,0 0 2 16,0 0-1-16,0 0 4 0,0 0-6 0,0 0 6 15,0 0 0-15,0 0 4 0,0 0-24 0,0 0 24 16,0 0-5-16,0 0 5 0,0 0-5 0,0 0-7 15,0 0 7-15,0 0 3 0,0 0 1 0,0 0 6 16,0 0-7-16,0 0-2 0,0 0-10 0,0 0 20 16,0 0-6-16,0 0 2 0,0 0-10 0,0 0 6 15,0 0 3-15,0 0-8 0,0 0 7 0,0 0-5 0,0 0-1 16,0 0-1-16,0 0-5 0,0 0 12 0,0 0-2 16,0 0-2-16,0 0 0 0,0 0 3 15,0 0-8-15,0 0 11 0,0 0-7 0,0 0-5 16,0 0 4-16,0 0 1 0,0 0 7 0,0 0-6 0,0 0 0 15,0 0-2-15,0 0-8 0,0 0 10 16,0 0 1-16,0 0-1 0,0 0 2 0,0 0 2 16,0 0-2-16,0 0 0 0,0 0-3 0,0 0-2 15,0 0 4-15,0 0 0 0,0 0-2 0,0 0 5 0,0 0 1 16,0 0-2-16,0 0-6 0,0 0 4 0,0 0-7 16,0 0 7-16,0 0 0 0,0 0-4 0,0 0-2 15,0 0-7-15,0 0 3 0,0 0-1 0,0 0-7 16,0 0-4-16,0 0-5 0,0 0 0 0,0 0-6 15,0 0-2-15,0 0-4 0,0 0-7 0,0 0-6 16,0 0-6-16,0 0 0 0,0 0 2 0,0 0-4 16,0 0-12-16,-27 1-37 0,27-1-115 0,0 0 52 15</inkml:trace>
  <inkml:trace contextRef="#ctx0" brushRef="#br0" timeOffset="10834.32">15868 13140 14 0,'0'0'56'0,"0"0"-12"0,-5-4 4 16,5 4-9-16,0 0-3 0,0 0-6 0,0 0-5 15,0 0 3-15,-8-3 1 0,8 3-7 0,0 0-4 16,0 0-2-16,0 0 1 0,-12 1 0 0,12-1-11 16,0 0 5-16,-11 2-2 0,11-2 3 0,0 0-8 15,-10 3 0-15,10-3 7 0,-6 2-1 0,6-2 0 16,0 0-3-16,-12 0-7 0,12 0 13 0,-7 2 5 16,7-2 2-16,0 0 5 0,0 0 0 0,-11 2 7 15,11-2-4-15,0 0 3 0,0 0-6 0,0 0 0 16,0 0-3-16,-14-5 4 0,14 5-3 0,0 0-3 15,-6-1-2-15,6 1 10 0,0 0-21 0,0 0 11 16,-9-3 12-16,9 3-13 0,0 0-2 0,0 0 1 16,0 0-5-16,0 0-2 0,0 0 4 0,0 0-9 15,0 0 1-15,0 0 1 0,0 0-4 0,0 0-2 16,0 0 6-16,0 0 6 0,0 0 1 0,0 0-5 16,28 1 6-16,-18-2-3 0,7 1-6 0,3 0 4 15,2 0 1-15,6-2 6 0,3 0 5 0,2-2-7 0,7 2 3 16,12-2-4-16,3-3-4 0,0 1 0 0,3-2 7 15,2 3-5-15,2-1-2 0,-2 0 4 0,0 1-4 16,2-2 5-16,-5-3-8 0,2 2 1 16,-4 0-2-16,0 5-3 0,3-3 9 0,-2-2-4 0,-5 0 3 15,-13 4-7-15,1 0 2 0,0-2 7 0,-3 3-9 16,0 0 0-16,-3-2 3 0,-1 4-4 0,-3-1 2 16,-7 0-6-16,-1 1 2 0,-1 1 2 15,0 0-3-15,-2 0 4 0,1-1 5 0,2 1-7 0,-3 0 1 16,2 1 0-16,-2 0 8 0,3 1-16 0,-1-2 6 15,-2 1 0-15,0-1 11 0,-2 0-7 0,0 0-3 16,-5 0 1-16,2 1-1 0,-3-1-1 0,-2 1 7 16,1-1-5-16,-2 2-6 0,-7-2 4 0,12 0 1 15,-12 0-3-15,10 0 4 0,-10 0 1 0,12-2 5 16,-12 2 0-16,9 0-2 0,-9 0 1 0,0 0 0 16,10 0-3-16,-10 0 8 0,0 0-2 0,0 0-10 15,11-1 5-15,-11 1 4 0,0 0-6 0,0 0 4 16,9 0-5-16,-9 0 3 0,0 0-8 0,7-2 3 15,-7 2 4-15,0 0 2 0,0 0-7 0,0 0 1 16,0 0 2-16,0 0 3 0,10-2-7 0,-10 2 5 16,0 0-4-16,0 0-8 0,0 0 8 0,0 0 5 15,0 0-1-15,0 0 1 0,0 0-1 0,0 0-9 16,0 0 9-16,0 0 2 0,0 0-3 0,0 0 1 0,0 0 4 16,9 3-7-16,-9-3 4 0,0 0 1 0,0 0-3 15,0 0 4-15,0 0-4 0,0 0 3 16,0 0-5-16,0 0 4 0,0 0-10 0,0 0 3 15,0 0 2-15,0 0 2 0,0 0-15 0,0 0-9 0,0 0-4 16,0 0-9-16,0 0-14 0,0 0-10 16,0 0-9-16,0 0-23 0,0 0-19 0,0 0-74 15,-13 15-201-15,7-11 90 0</inkml:trace>
  <inkml:trace contextRef="#ctx0" brushRef="#br0" timeOffset="11572.26">19049 13104 79 0,'0'0'71'0,"-7"-3"4"0,7 3-13 0,0 0-4 16,-7-3-7-16,7 3-5 0,0 0 7 0,0 0-8 15,-6-3-3-15,6 3-3 0,0 0-4 0,0 0-1 16,0 0-3-16,0 0 3 0,0 0-2 0,0 0 0 16,0 0-3-16,26 8-2 0,-9-4 4 0,2-3-11 15,3 2 1-15,10 4 0 0,0-5-8 0,2 0 8 16,4 1-9-16,-4 2 7 0,17-2-2 0,-16-3-6 15,2 3-3-15,1-2 9 0,2 2-7 0,-3-2-3 16,-3 2 4-16,-1-3 5 0,1 1-4 0,-5-1 4 16,-1-1 0-16,-7 2-2 0,-3-1-8 0,-4 1-1 15,-3 0 1-15,1-2 8 0,-4 2-4 0,-1-1 3 16,-7 0 9-16,10 0-4 0,-10 0 20 0,9 2 7 16,-9-2 6-16,0 0 9 0,9 1-3 0,-9-1 1 0,0 0 3 15,0 0-13-15,0 0-3 0,0 0-6 16,0 0-2-16,6-5 0 0,-6 5-8 0,0 0-2 15,0 0-4-15,0 0-2 0,0 0-15 0,0 0-16 16,0 0-22-16,0 0-26 0,0 0-44 0,0 0-34 0,0 0-135 16,0 0-295-16,0 0 131 0</inkml:trace>
  <inkml:trace contextRef="#ctx0" brushRef="#br0" timeOffset="12540.98">22050 13147 16 0,'0'0'51'0,"0"0"-4"0,-9-2 19 16,9 2-19-16,0 0-8 0,-11-1 4 0,11 1-9 16,0 0 2-16,-12-3 2 0,12 3-2 0,-10-1 3 15,10 1 1-15,-9-1-2 0,9 1-9 0,-9-2 8 16,9 2 11-16,0 0-7 0,-10 0 8 0,10 0 2 16,0 0 1-16,-11 0-2 0,11 0-2 0,0 0 6 15,0 0-7-15,0 0-11 0,-9-1 2 0,9 1-3 16,0 0-2-16,0 0-10 0,0 0-1 0,0 0 4 15,0 0 2-15,41 0-13 0,-9 0 1 0,4 1-2 16,14-1-3-16,4 0-2 0,3 0 1 0,-1 0 5 16,2 2-6-16,-3-4 1 0,2 2-2 0,-4 0-2 0,-15 0 1 15,2-3 3-15,-2 1-6 0,-2 0 2 16,-2 2 8-16,-2-3 1 0,-4-2 0 0,-6 3 2 16,-3 0 3-16,-1 1 3 0,-6-1 8 0,0 0 11 0,-5 0 6 15,0 2 9-15,-7 0 6 0,12-4-1 0,-12 4-5 16,9-4-2-16,-5 1-12 0,-4 3-2 0,5-6-6 15,-5 6-2-15,2-7-4 0,-2 7-5 16,0 0 0-16,-1-10-1 0,1 10-8 0,0 0 3 0,-4-10-5 16,4 10-1-16,0 0-1 0,0 0-1 0,-5-5-3 15,5 5-2-15,0 0-2 0,0 0 2 0,0 0-3 16,-9-2-3-16,9 2 1 0,0 0-14 0,0 0-16 16,-15 5-11-16,15-5-5 0,-7 1-12 0,7-1-10 15,-6 5-9-15,6-5-12 0,-9 6-10 0,9-6-10 16,-5 5-4-16,5-5-1 0,-6 5-14 0,0-1-98 15,6-4-244-15,-10 7 109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19T10:15:06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22971 9110 3 0,'0'0'5'0,"0"0"-7"0,0 0-1 0</inkml:trace>
  <inkml:trace contextRef="#ctx0" brushRef="#br0" timeOffset="845.98">24534 9082 37 0,'0'0'41'0,"0"0"-8"0,0 0-1 16,0 0-2-16,0 0-6 0,0 0 0 0,0 0-3 15,0 0-1-15,0 0-4 0,0 0-1 0,0 0-2 0,0 0-3 16,0 0-1-16,0 0 2 0,0 0-7 0,0 0 5 15,0 0-6-15,0 0-3 0,0 0-1 0,0 0-4 16,0 0 0-16,0 0-1 0,0 0-5 0,0 0 2 16,0 0-3-16,0 0-2 0,0 0-2 0,0 0 8 15,0 0 0-15,0 0-2 0,0 0 3 0,0 0 0 16,0 0-1-16,0 0 5 0,0 0-7 16,0 0 3-16,0 0 0 0,0 0-2 0,0 0 0 0,0 0 2 15,0 0-3-15,0 0 3 0,0 0 0 0,0 0 1 16,0 0 2-16,0 0 3 0,0 0-1 0,0 0-3 15,0 0-6-15,0 0-9 0,0 0-22 0,0 0 9 16</inkml:trace>
  <inkml:trace contextRef="#ctx0" brushRef="#br0" timeOffset="4059.95">19623 9139 18 0,'0'0'22'0,"0"0"-6"0,0 0-2 16,0 0-2-16,0 0 0 0,0 0-2 0,0 0 1 0,-13 2-3 16,13-2 1-16,0 0-5 0,-10 0 0 0,10 0 0 15,0 0 0-15,-14 5 1 0,10-3-3 16,4-2 5-16,-15 5-8 0,6-2 8 0,1-1-4 15,-2 4-3-15,1-3 0 0,-1-1-3 0,-2 1 6 16,1 0 1-16,0-1-2 0,0 0 1 0,2 1 3 0,-1-1 10 16,3-1-2-16,-1 0 5 0,8-1 9 15,-12 0 0-15,12 0 1 0,-9 0 0 0,9 0-1 0,-10 0-3 16,10 0 2-16,0 0 5 0,-10-2-6 0,10 2 2 16,0 0-4-16,-9-2 1 0,9 2 8 15,0 0-4-15,0 0-4 0,0 0 8 0,-9-3-6 0,9 3-1 16,0 0 2-16,0 0-3 0,0 0-5 0,0 0 0 15,-5-5 1-15,5 5 1 0,0 0 0 0,0 0-3 16,0 0-4-16,0 0 5 0,0 0-2 0,0 0-4 16,0 0-4-16,0 0 6 0,0 0-4 0,0 0-1 15,0 0-7-15,0 0 3 0,0 0-3 0,0 0 0 16,0 0-3-16,0 0 3 0,0 0-5 0,0 0 2 16,0 0 3-16,0 0 1 0,0 0 2 0,30 3 7 15,-17-2-9-15,0 2 1 0,6-5 5 0,9 4 3 16,-6-1 0-16,7-1 0 0,6 1-12 0,-1 1 10 15,6 0-4-15,11 1-2 0,-1-1-4 0,2 2 4 16,-1-1-3-16,2-2 1 0,0 2 3 0,0 2 1 16,4-4-1-16,2 0-2 0,4 0-1 0,2-3-1 15,31 2 1-15,-30 0 0 0,26-3-2 0,0 1 2 16,-27 1-2-16,29-5 4 0,-4-2-7 0,-28 2 1 16,2-3-1-16,1 0-1 0,-4 2-2 0,-1-1 6 0,-4 1-1 15,-4 0 5-15,-15 2-9 0,-3 0 7 16,-1 1-3-16,-2 0 2 0,-8 3-7 0,-4-2 5 0,-1-1-3 15,-5 4 5-15,0 0-6 0,-3-1 8 16,-2 1 0-16,-8 0 1 0,12-3-6 0,-12 3 12 0,9 1 9 16,-9-1 9-16,0 0-6 0,9 0-1 0,-9 0-4 15,0 0-1-15,0 0 2 0,0 0-4 0,0 0-5 16,0 0 4-16,0 0-14 0,0 0-14 0,0 0-23 16,0 0-16-16,0 0-17 0,0 0-17 0,0 0-8 15,-23-10-94-15,13 9-202 0,-2-2 89 0</inkml:trace>
  <inkml:trace contextRef="#ctx0" brushRef="#br0" timeOffset="4918.88">19147 7857 56 0,'0'0'69'0,"0"0"-1"16,-7-3-9-16,7 3-10 0,0 0-4 0,0 0-6 15,0 0-4-15,0 0-3 0,0 0-10 0,0 0 8 16,0 0-5-16,23-2-2 0,-10 1-1 0,6-4-5 15,9 4 8-15,4-3 3 0,5 1-8 0,15-3-6 16,3 1 5-16,4 1-9 0,0-1 5 0,2-1 1 16,-1-3-3-16,5 5-4 0,1-5-1 0,23 2 3 15,-30 1-5-15,5-1-3 0,-4 1 6 0,0 0-6 16,-5 1-3-16,4 1 3 0,-3 0-3 16,-4 0 7-16,-16 1 2 0,3 2-8 0,-5-1 0 0,-2 2-8 15,-1 0 12-15,-8-2-8 0,-3 2 0 0,-7-1 0 16,-1 1 15-16,-1-3-14 0,-3 3-5 0,-8 0 13 15,11 2 2-15,-11-2 9 0,9-2-3 0,-9 2 9 16,0 0-6-16,0 0 3 0,4-4-8 0,-4 4 1 16,0 0-7-16,0 0 2 0,-16-9 0 0,9 5-6 15,-2 1 7-15,-3 0-17 0,2 0 5 0,0 3-21 16,-2-4-8-16,1 1-19 0,-2 2-12 0,-1 2-8 16,4-1-50-16,-3 1-131 0,-1 1 58 0</inkml:trace>
  <inkml:trace contextRef="#ctx0" brushRef="#br0" timeOffset="22003.95">22662 6197 12 0,'0'0'18'0,"0"0"-2"0,0 0 8 0,0 0-3 0,0 0 1 16,0 0 1-16,0 0-2 0,0 0 1 0,0 0 1 16,0 0-4-16,0 0 1 0,0 0 1 0,0 0-2 15,0 0 2-15,0 0-5 0,0 0-3 0,0 0 3 16,0 0 1-16,0 0-13 0,0 0 10 0,0 0 3 15,0 0-8-15,0 0 2 0,0 0-3 0,0 0-3 16,0 0-6-16,0 0 4 0,0 0 5 0,0 0-6 16,0 0 1-16,0 0-3 0,0 0 3 0,0 0-6 15,0 0 3-15,0 0 0 0,19 5 8 0,-11-3-2 16,2-2-6-16,2 1 3 0,0 0 3 0,5-1-9 16,5 0 1-16,6-2 2 0,3 3-2 0,-2-4 5 15,2 2 2-15,-1-3-6 0,2 2-2 0,0-1 8 16,1 0-6-16,1 0-3 0,0 0 2 0,-1-2 1 0,4 2 2 15,-3 1 1-15,0-4 0 0,-1 2-6 16,1 1-3-16,-2 2 1 0,0-1-3 0,-2-1 2 16,0 0 2-16,-10 3 0 0,2-2-2 0,-2 0 1 15,2 1-2-15,-5-1 3 0,2 0 0 0,-3 1 2 0,-3 0-2 16,-3 1 4-16,2-2 0 0,-6 2-2 16,-6 0 1-16,14-1-8 0,-7-1 8 0,-7 2 1 15,10-1 1-15,-10 1 5 0,0 0 2 0,11-1-2 16,-11 1 5-16,0 0 4 0,0 0 2 0,9-2 2 15,-9 2 1-15,0 0-1 0,0 0 4 0,0 0 0 16,7-3-20-16,-7 3 17 0,0 0-3 0,0 0-4 16,0 0 6-16,0 0-4 0,0 0-1 0,0 0 2 0,0 0-2 15,0 0-3-15,0 0 2 0,0 0 3 16,0 0-9-16,0 0-1 0,0 0 1 0,0 0 7 0,0 0-8 16,0 0-4-16,0 0 5 0,0 0 2 0,0 0-8 15,0 0 5-15,0 0-1 0,0 0 5 0,0 0-5 16,0 0-4-16,0 0-8 0,0 0 10 0,0 0 1 15,0 0-3-15,0 0-2 0,0 0-7 0,0 0-8 16,0 0-5-16,0 0-10 0,0 0-1 0,0 0-14 16,0 0-10-16,0 0-32 0,0 0-97 0,0 0 44 15</inkml:trace>
  <inkml:trace contextRef="#ctx0" brushRef="#br0" timeOffset="22641.12">23880 6121 9 0,'20'-3'11'0,"-2"1"2"16,-4 0-1-16,0 2-1 0,-2-3 0 0,-2 2-1 15,-1-1 1-15,-3 0 2 0,-6 2-5 0,12-2 12 16,-12 2 0-16,6-4 8 0,-6 4-14 0,0 0 11 15,7-1-6-15,-7 1 0 0,0 0-6 16,0 0-2-16,0 0 2 0,0 0-10 0,0 0 4 0,-17-10-2 16,17 10-3-16,-10-2-12 0,10 2-5 0,-10 0-7 15,10 0-22-15,-10-1-47 0,10 1 21 0</inkml:trace>
  <inkml:trace contextRef="#ctx0" brushRef="#br0" timeOffset="24241.05">24179 5763 19 0,'15'7'73'16,"-6"-9"-10"-16,5 2-2 0,7 0-7 0,12-2-1 16,-1-1-6-16,4-4-6 0,16 1-1 0,-1-1-6 15,3-2-4-15,2 2-2 0,2-2-3 0,2 0-2 16,-3 1-1-16,6-1-3 0,-3-1-2 0,3 1 5 15,-2 0-14-15,0-4 0 0,-3 4 2 0,3 1 0 16,-5-1-6-16,2 1 0 0,-2 0 3 0,0-1 0 0,1-2-1 16,-3 3-5-16,-1-2 2 0,-14 5-4 15,10-4 0-15,-10 4-4 0,-3-1 0 0,-1 0 11 16,1-1-7-16,-4-1 1 0,1 4-3 0,-5-2 0 16,0 2 5-16,-7-1-3 0,-1 1 2 0,-6 1-2 15,-1 0-2-15,1 0 7 0,-3 1-3 16,-1 0-1-16,-2 0 2 0,-8 2 10 0,11-2 2 0,-11 2 3 15,11-3-3-15,-11 3-3 0,6 0 2 0,-6 0 5 16,8-2-7-16,-8 2 5 0,0 0 1 0,0 0 0 16,0 0-1-16,9-1 9 0,-9 1-9 0,0 0-2 15,0 0-4-15,0 0 0 0,0 0-1 0,0 0 1 16,0 0-1-16,0 0-5 0,0 0 1 0,-9 20 2 16,3-10 0-16,-4 2 3 0,1 4-8 0,-2 0-1 15,-1 7 2-15,-1-1 0 0,-1 1-2 0,-1-1 7 16,-1-1 2-16,1-1 0 0,3-3-9 0,1-3 5 15,4 2-8-15,-4-2-13 0,6-3-12 0,-3 0-15 16,3-1-28-16,-1-1-20 0,3 1-51 0,-4-2-152 16,2-3 68-16</inkml:trace>
  <inkml:trace contextRef="#ctx0" brushRef="#br0" timeOffset="24464.78">25922 5468 132 0,'-4'-9'170'0,"-2"-4"3"15,0 4-9-15,-2-3 0 0,1 2-9 0,-1 2-16 16,4 1-13-16,-4-2-14 0,3 2-11 0,-1 1-9 16,1 1-14-16,-2-1-6 0,7 6-12 0,-9-4-16 15,4 0-23-15,5 4-25 0,-8-6-20 0,8 6-28 16,-6-3-32-16,6 3-18 0,0 0-24 0,0 0-13 15,-10-2-73-15,10 2-230 0,0 0 101 0</inkml:trace>
  <inkml:trace contextRef="#ctx0" brushRef="#br0" timeOffset="25030.66">27011 5153 165 0,'0'0'159'0,"0"0"-17"16,-8-8-15-16,8 8-16 0,-10-1-12 0,10 1-7 15,-11 1-17-15,11-1-5 0,-20 4-2 0,9 0-14 16,-2 2-3-16,1-1-11 0,1 3-3 0,-2-1-7 16,3 3 0-16,1 0-8 0,3-1 1 0,-2 1-4 15,4 0 1-15,2 0-3 0,4 2-3 16,2 1 4-16,4 1-6 0,3 2-12 0,3-3 2 0,3 0-8 15,-1-4 1-15,2-1-6 0,4-1-4 0,-4-2-4 16,2 0 9-16,1-5-1 0,-3 0 2 0,0 0-2 16,2 0-6-16,-7 0 7 0,-2 0 8 0,1-2-7 15,-6 1 5-15,-6 1-3 0,12-2 5 0,-7 0-1 16,-5 2 10-16,0 0-9 0,2-9-1 0,-2 9 2 16,0 0 7-16,-19-9-2 0,9 8-2 0,-4 1 6 15,1 0 10-15,-6 2-11 0,4 3 7 0,-3-2-7 16,-1 5 7-16,2-3-8 0,1 6 3 0,0 1-6 15,3-2 7-15,0 3-2 0,4-3 4 0,2 1-9 16,2-3 2-16,0 6-1 0,3-3 1 0,0 0-1 16,6 0 4-16,-1-1-4 0,1-1-5 0,4 2 6 15,2-3-17-15,7 0-32 0,0 1-19 0,10-1-25 16,-6-3-20-16,8 0-92 0,0-3-216 0,2-4 96 16</inkml:trace>
  <inkml:trace contextRef="#ctx0" brushRef="#br0" timeOffset="25748.54">27472 5338 33 0,'0'0'125'0,"0"0"-19"16,0 0-6-16,0 0-8 0,-5 32-7 0,1-20-4 16,2-3-7-16,-2 2-10 0,0 1-3 0,2-1-5 15,-2-2 1-15,1 3-6 0,1-5-6 0,0 0-2 0,2-7 1 16,-2 10 4-16,2-10 13 0,-4 9 9 15,4-9 19-15,0 6 20 0,0-6 7 0,0 0 4 0,0 0-9 16,-4 4-13-16,4-4-12 0,0 0-8 16,0 0-5-16,-12-16-14 0,11 9-5 0,0-2-8 15,1-2-8-15,2-4 0 0,2-2-9 0,4 1-5 0,-2-3-5 16,1 3-3-16,1 0-4 0,9-4-6 0,-4 7-5 16,7-6-4-16,0 9 1 0,-4 0-2 15,2 3-2-15,2 0 0 0,1 3 1 0,-4 4-2 16,1 3-1-16,-4 1 1 0,-3 1 0 0,2 3 1 0,1 2-2 15,-3 2 2-15,1 3 0 0,-3-6 1 0,-1 4 2 16,-3-1 1-16,2-1 1 0,-5-1-3 16,1-1 4-16,1-1-1 0,-2 2 0 0,0-4 0 0,0 0 4 15,-2-6-3-15,1 7 3 0,-1-7 1 16,0 0 2-16,1 10 2 0,-1-10-2 0,0 0 1 0,0 0 0 16,0 0 11-16,0 0-14 0,0 0 0 0,0 0-4 15,0 0-2-15,0 0 2 0,3-25-4 16,1 14-4-16,2 3-4 0,0-3-5 0,5-3-8 15,0 0 0-15,7-5-3 0,-5 6-2 0,1 2 3 16,1 1-3-16,0 0 8 0,-7 4 1 0,1 1 1 0,4 3-4 16,-8 0 0-16,8 2 5 0,-13 0-1 15,14 4 3-15,-5 1 3 0,-2 1-1 0,2 2-1 16,-2 0 8-16,-1 3 2 0,2 0 0 0,-2-3 1 16,3 3-1-16,-3-2 3 0,1-3 4 0,2 4-1 0,-2-4 5 15,0 1 4-15,-1-2-1 0,1-2 3 0,0-1 6 16,0 0 0-16,-1-2 5 0,5 0-4 0,1-3-2 15,-1 1-4-15,1-5 4 0,-2 2 2 16,3-5 1-16,-3 2-4 0,-1-1-2 0,-1-1 1 16,-1-1-1-16,2-3 2 0,-2 3 5 0,-3-3-3 0,-1 2 4 15,2-4-19-15,-4 4 3 0,1 1 11 0,-2 1-2 16,0 0 0-16,4 3-2 0,-4 7 3 0,0-9-5 16,0 9-4-16,0-9-3 0,0 9 0 15,0 0-5-15,0 0 2 0,0 0 0 0,0 0 2 16,0 0-10-16,0 0 10 0,0 0-4 0,0 27 2 0,2-17 2 15,0 2-5-15,-2 0-16 0,4 0-16 0,-2 4-18 16,1-5-35-16,3 1-17 0,-1-1-28 0,2-2-30 16,-1 1-146-16,-1 0-333 0,3-1 149 0</inkml:trace>
  <inkml:trace contextRef="#ctx0" brushRef="#br0" timeOffset="26133.49">28404 5018 167 0,'0'0'156'0,"2"-4"-16"16,-2 4-12-16,0 0-18 0,0 0-10 0,0 0-12 16,0 0 10-16,0 0-3 0,12 19 5 0,-8-4 1 15,2 2-6-15,1 6-6 0,0 2-8 16,-4 4-6-16,-1-2-11 0,2 1-7 0,-4-4-5 15,0 4-3-15,0-3 1 0,1-4-5 0,-1-4-7 0,2 2-8 16,-1-3-35-16,2 1-19 0,-3-5-39 0,2 0-26 16,1-1-31-16,-1-2-30 0,-2 1-110 15,0-3-281-15,0-7 125 0</inkml:trace>
  <inkml:trace contextRef="#ctx0" brushRef="#br0" timeOffset="26283.02">28432 5233 56 0,'1'-8'129'0,"-1"8"-16"0,4-5-15 0,-4 5-12 16,10-7-5-16,-2 3-9 0,4 0-11 0,4-2-25 15,2 3-27-15,2 0-23 0,9-4-15 0,-8 3-24 16,-2 1-55-16,2-1-116 0,-3-2 51 0</inkml:trace>
  <inkml:trace contextRef="#ctx0" brushRef="#br0" timeOffset="26456.07">28788 5017 23 0,'0'0'145'0,"0"-8"-12"0,0 8-16 0,0 0-13 16,0 0-19-16,0 0-8 0,0 0 7 0,0 0-6 15,0 0-4-15,0 0 1 0,0 39-1 0,-2-20-5 16,-1 6 2-16,1 2-5 0,-1 4 0 0,-2-3-14 16,2-4 1-16,1 2-3 0,2 0-7 0,1 2-3 15,0-8-17-15,1-3-32 0,1 1-33 0,-1 0-37 16,2-3-34-16,-2 1-114 0,-2-3-245 0,3-3 109 15</inkml:trace>
  <inkml:trace contextRef="#ctx0" brushRef="#br0" timeOffset="26608.95">28770 5145 64 0,'0'0'79'0,"18"-8"-29"0,-5 5-29 0,1 0-34 16,4 0-21-16,0 4-37 0,4 1 18 0</inkml:trace>
  <inkml:trace contextRef="#ctx0" brushRef="#br0" timeOffset="27085.27">29007 5383 151 0,'0'0'147'0,"12"-5"-10"0,-12 5-2 16,10-8-4-16,-4 5-12 0,2-3-13 0,0-2-5 16,2 0-13-16,-3-1-5 0,1 0-11 0,0-1-5 15,1 0-5-15,0-4-6 0,0-1-9 0,1 1-4 16,-4 0-7-16,2-3 2 0,-2 2-10 0,-1-1-1 16,-2 5-4-16,-1 0-2 0,1 1 2 0,-3 3-4 15,1 0-5-15,-1 7-4 0,0-12 2 0,0 12-5 16,-2-8-6-16,2 8 2 0,0 0-7 0,-12 0 8 15,12 0-1-15,-20 13-6 0,8-2 5 0,-2 2-1 16,0 1 1-16,-1 7 2 0,-3-2-2 0,6-3 1 16,3-2-3-16,-1 0-5 0,4 2 3 0,3-5 4 15,1-2 0-15,3 3 7 0,0 0-10 0,3-2 11 16,1-1-15-16,2-2 4 0,3 0-1 0,0-1 4 16,4-3 1-16,3 0 4 0,-3-5-9 0,4 2-3 15,-2 0 2-15,-3-2 10 0,5 0-3 0,-5-2-7 16,-2-2 6-16,3 1-4 0,-3 0 2 0,5-5-2 15,-7 1-2-15,3-3 2 0,-1 0 0 0,1 0-1 16,-5 4 2-16,2-2-2 0,-1 1-1 0,-2-2 7 16,2 3-4-16,-2-1 2 0,-1 3 2 0,1 1-5 15,-3 0 2-15,-3 5-8 0,9-6 8 0,-2 6-2 16,-7 0 1-16,0 0 8 0,11 3-8 0,-11-3-7 16,8 11 5-16,-7-5 3 0,3 5 1 15,-1 0 0-15,0 2-1 0,-1 2-7 0,0 2-23 0,1-1-34 16,-1 0-37-16,1 0-49 0,-3-4-100 0,1 1-268 15,4 1 118-15</inkml:trace>
  <inkml:trace contextRef="#ctx0" brushRef="#br0" timeOffset="27395.1">30157 4824 131 0,'-7'-7'175'0,"1"1"-18"0,0 3-13 0,-1 0-17 15,7 3-14-15,-16 4 0 0,3 7-9 0,2 5-3 16,-5 7-11-16,2 3-2 0,3 7-7 0,-2 0-9 16,2 11-3-16,-1 1-3 0,5 0-4 0,4-9 0 15,-1-2-13-15,0 12 0 0,3-12-6 0,1 0 1 16,-3 1-8-16,5-5-1 0,-2 1-3 0,1 0-3 15,0-2-2-15,1-9-3 0,0-1-2 0,-1 0-2 16,2 0 1-16,-2-3-2 0,-1-3-16 0,0-2-18 16,0 0-21-16,0 0-32 0,2-5-27 0,-2-6-23 15,0 8-16-15,0-8-157 0,0 0-315 0,-6 5 141 16</inkml:trace>
  <inkml:trace contextRef="#ctx0" brushRef="#br0" timeOffset="27814.83">29973 5317 1626 0,'0'-10'24'0,"0"10"-23"16,2-14 4-16,-2 14-3 0,-2-11-3 0,2 11-11 16,2-11-3-16,-2 11 3 0,5-7 8 0,0 4 2 15,-5 3-10-15,13-4 6 0,-3 1-1 0,5 1-1 16,2 0 12-16,4-1-5 0,1 1-7 0,-3-3-1 16,10 3 3-16,-10-1-2 0,-2 2-9 15,-4 0 12-15,0-3-1 0,0 3 4 0,-5 1-6 0,-2-1 1 16,-6 1-4-16,11-2 15 0,-11 2-6 0,0 0 11 15,12 0-2-15,-12 0-4 0,0 0-14 0,6 2 12 16,-6-2-1-16,0 0 4 0,0 0 3 16,0 8 2-16,0-8-4 0,0 0 11 0,-5 15-3 15,3-8 3-15,2-7-2 0,-2 12-1 0,0-5-1 0,2 0-2 16,0-7 2-16,2 13 6 0,1-7-7 0,1 1-2 16,2-2-1-16,3 2 2 0,-1-1 4 15,2-2-6-15,3-4 3 0,1 1-1 0,0-1-1 0,2-1-3 16,2-3 0-16,-1 0 5 0,-1-2-2 0,-4 1-3 15,-2-2 3-15,2-2 3 0,-5 1 5 16,1-2 3-16,0-4 0 0,-4 1 6 0,1-1-1 0,-4-2 1 16,-1 4 3-16,0 0-5 0,-1 0 1 0,-1 2-3 15,0 1-3-15,-1 0-10 0,-2 3 3 16,-1 0-3-16,2 2-9 0,-5 0-6 0,0 1-10 0,-2 3-21 16,0 0-22-16,-1 4-25 0,1 1-18 15,1 1-20-15,-1 1-39 0,2 3-89 0,2-3-272 0,3 0 121 16</inkml:trace>
  <inkml:trace contextRef="#ctx0" brushRef="#br0" timeOffset="28059.55">30667 4920 38 0,'1'-5'205'0,"-1"5"-15"0,3-10-18 0,-3 10-20 15,0 0-20-15,0 0-16 0,0 0-14 0,0 0-11 16,0 0-7-16,4 34-1 0,-4-7 1 0,0 5-6 16,-1-2-11-16,-2-1-5 0,-1 3-3 0,3-1-6 15,-2 2-5-15,3-3-1 0,-2-3-10 0,2 0 1 0,0-8-8 16,0 0 1-16,1 1 0 0,-1-1-23 0,1-2-29 16,-1-1-37-16,2-6-51 0,-1 2-21 15,-1-3-157-15,0 2-311 0,0-11 138 0</inkml:trace>
  <inkml:trace contextRef="#ctx0" brushRef="#br0" timeOffset="28282.46">30920 4973 2 0,'2'-5'219'0,"-2"5"-16"15,1-9 9-15,-1 9-25 0,0 0-22 0,2-7-18 16,-2 7-17-16,0 0-18 0,0 0-8 0,0 0-8 15,2 26-1-15,-2-9-2 0,-2 7 0 0,1 0-17 16,2 2-4-16,-2-2-6 0,0 3-3 0,0-2-7 16,2-4-4-16,-2-2-8 0,-1 6-20 0,4 0-34 15,0-6-29-15,-2 0-36 0,1 0-42 0,1-2-39 16,-1-1-33-16,-1-3-99 0,-1-1-311 0,1-12 137 16</inkml:trace>
  <inkml:trace contextRef="#ctx0" brushRef="#br0" timeOffset="28555.04">31042 5261 85 0,'0'0'114'0,"0"0"-7"16,0 0-2-16,15 5-3 0,-15-5-10 0,13 3-3 16,-13-3-8-16,15 2-2 0,-3-2 2 0,-12 0-3 15,20-3-4-15,-7-1 3 0,-2 1 8 16,1-1-16-16,1-1 0 0,-3-1-4 0,0-3 3 0,-2 1 5 15,-1 0 20-15,1 1 0 0,-2-1-3 0,-1-1-6 16,-1-1-10-16,-1 1-9 0,0-1-4 0,-3 1-7 16,2 1 0-16,-2 8-9 0,-1-12-6 0,1 12-8 15,-3-10-3-15,3 10-11 0,-10-2-9 0,-3 2-16 16,2 1-15-16,-8 5-29 0,1 3-29 0,0-1-36 16,-1 2-40-16,5 1-29 0,-3 0-116 15,7-3-325-15,3 2 145 0</inkml:trace>
  <inkml:trace contextRef="#ctx0" brushRef="#br0" timeOffset="29022.82">31332 5137 114 0,'0'0'142'0,"0"0"-12"0,6 19-7 16,-6-19-7-16,-1 16-15 0,-2-6-10 0,3-10-5 15,3 19-11-15,-1-10-1 0,0-1-11 0,3-1-11 16,-5-7-6-16,6 13 2 0,-1-8-6 0,1 2-5 16,2-1-8-16,-1-2-4 0,-7-4-3 0,13 6 0 15,-2-6-3-15,-11 0-1 0,0 0-5 0,22-9 2 16,-15 9 1-16,1-7-9 0,-8 7 7 0,12-9 0 16,-8 3-8-16,-4 6 5 0,10-14-4 0,-7 8-2 15,-3 6 5-15,6-13-1 0,-6 13 7 0,2-10-1 16,1 7 5-16,-3 3-7 0,0 0-6 0,0 0 0 15,5-9-7-15,-5 9 7 0,0 0-3 0,0 0-3 16,0 0-2-16,0 0 5 0,0 0-4 0,0 0 2 16,5 30-2-16,-3-22 6 0,-2-8-4 0,6 14 2 0,-4-8 3 15,-2-6-2-15,8 8 0 0,-3-4 2 16,-5-4 4-16,11 4 5 0,-3-2 6 0,0-4 3 16,3 1 8-16,1-2 7 0,-3-1 5 0,-1-2 2 15,2-1 2-15,-3-2 5 0,1 0 4 0,-2-2 2 16,1 0 7-16,-4 1-8 0,1-3-5 0,0 3-6 15,-2-7-6-15,-1 1-4 0,-1 0-4 0,-1 5-4 0,-1-1-16 16,0-1-13-16,-1 2-13 0,-1 0-14 16,0 3-27-16,-2 0-30 0,6 8-33 0,-9-6-25 15,9 6-18-15,-13 0-7 0,13 0-138 0,-24 15-330 16,15-8 146-16</inkml:trace>
  <inkml:trace contextRef="#ctx0" brushRef="#br0" timeOffset="29498.1">31779 5196 134 0,'10'-4'163'0,"-2"-3"-2"0,2 2-6 0,-1-2-8 15,-4 2-14-15,5-2-4 0,-3-1-8 0,-2 5-3 16,0-3-11-16,0 0-11 0,-1 0-9 0,0 1-6 16,-3-4-13-16,-1 9 0 0,3-12 11 0,-3 12-8 15,1-11-2-15,-1 11-10 0,-8-13-7 0,7 6-5 16,1 7-6-16,-6-10-9 0,2 6-1 0,4 4-1 15,-7-8-7-15,2 5 0 0,5 3-3 0,-7-3-8 16,7 3 0-16,0 0-5 0,-11 0 0 0,11 0-1 16,-6 6 1-16,2 2-1 0,0 0 2 0,2 1 0 15,-3 2-1-15,2 1 0 0,1 0-1 16,3 4-5-16,0-3 4 0,2-2 1 0,2 0 1 0,0 0-3 16,-1 1 3-16,1-2 4 0,0-2-9 0,3 2 8 15,2-2-7-15,-2-2 9 0,-1 2-8 0,3-4-1 16,-3-2 4-16,-7-2-5 0,14 4 5 0,-14-4-5 15,14-2 3-15,-14 2-1 0,14-7 1 0,-6 1-2 16,-1-2 0-16,2 0 2 0,-1-2-3 0,2-1 0 16,-4-1-4-16,2 3 5 0,-1-2-2 0,0-5 0 15,1 3-1-15,-3 2 2 0,1 1-4 0,3-3 1 16,-2 2-1-16,-2 3-2 0,-3 1 1 0,4 2-2 16,-6 5 4-16,6-8-5 0,-2 6-3 0,-4 2-1 15,0 0-1-15,0 0 0 0,12 7 2 0,-10-1 0 16,0 3 7-16,2-1-3 0,-3 5 3 0,3 3 1 15,-4 0 1-15,3-1 1 0,-2 2-1 0,-2 2-27 16,2-2-26-16,-2 1-30 0,0-1-51 16,-2-4-54-16,-3 5-144 0,-2-3-358 0,-2 1 158 0</inkml:trace>
  <inkml:trace contextRef="#ctx0" brushRef="#br0" timeOffset="30295.05">27162 5905 31 0,'-30'1'130'16,"2"0"-10"-16,7-1-3 0,8 2-3 0,0-2 9 0,3 0-1 15,-1 0-1-15,3 0-10 0,8 0-5 0,-12 1-10 16,12-1-9-16,-9 0-11 0,9 0-4 16,0 0-10-16,-9 1-4 0,9-1-13 0,0 0-5 15,0 0-3-15,0 0-2 0,0 0-7 0,0 0 9 16,49 10-6-16,5-8-3 0,38-6-3 0,11 0 1 0,12-4-5 15,13-4-2-15,12-2-3 0,11-1-2 0,5-5-1 16,13 5 4-16,3-1-5 0,6 0 0 16,0-3 1-16,8 5-4 0,3-2-3 0,-1 2 1 0,-1 2-3 15,3 1 3-15,-2-2-4 0,-8 2-14 0,-9 5-1 16,-1-1 1-16,-14 0 2 0,-6-5 3 0,-8 8-4 16,-7 1 0-16,-8-1 0 0,-7-1 1 15,-9 5 10-15,-4-4-9 0,-4 1-1 0,-6 3 4 0,-32-3 3 16,0 3-2-16,-2-2 5 0,-6 0-7 0,-7-1 3 15,-13 3 3-15,-5-3-5 0,-5 5-1 0,-7-4 3 16,-3 2 2-16,-4 0 2 0,-2 0 1 0,1 0 1 16,-12 0 1-16,11-2-6 0,-11 2 6 0,9 0 0 15,-9 0-5-15,0 0-2 0,8-2-19 16,-8 2-12-16,0 0-23 0,0 0-32 0,-19-10-23 16,0 7-25-16,-10 1-109 0,-5-4-266 0,-19 2 118 0</inkml:trace>
  <inkml:trace contextRef="#ctx0" brushRef="#br0" timeOffset="31234.97">28143 5043 40 0,'0'0'125'15,"0"0"-17"-15,-3 7-6 0,3-7-11 0,0 0-8 16,0 0-5-16,0 0-15 0,0 0-2 0,0 0 1 15,0 0-5-15,0 0-12 0,0 0-5 0,0 0 8 16,0 0-2-16,0 0-6 0,0 0 0 0,0 0 0 16,0 0 2-16,0 0 3 0,0 0 6 0,0 0-9 15,0 0 5-15,0 0-18 0,0 0-12 0,0 0 6 16,0 0-2-16,0 0 3 0,0 0-1 0,0 0-4 16,-3-21 0-16,3 21-5 0,0 0 5 0,0 0 1 15,0 0-14-15,0 0 0 0,0 0-1 0,0 0-9 16,0 0 4-16,0 0-1 0,0 0 0 0,0 0 4 15,0 0-2-15,0 0-3 0,0 0 0 0,0 0 1 16,0 0 2-16,0 0-6 0,0 0 5 0,0 0 0 16,0 0 2-16,0 0-3 0,0 0 0 0,0 0 13 15,0 0 1-15,0 0-7 0,0 0 2 0,0 0-6 0,0 0 5 16,0 0 10-16,0 0-6 0,0 0-3 16,0 0 1-16,0 0-1 0,0 0-5 0,0 0 7 15,-8-5-3-15,8 5-6 0,0 0 4 0,0 0 6 16,0-10-10-16,0 10 3 0,0 0-23 0,0 0-20 15,0 0-1-15,0 0-25 0,0 0-8 0,0 0-12 16,0 0-19-16,-10 17-121 0,5-10-244 0,1 2 108 16</inkml:trace>
  <inkml:trace contextRef="#ctx0" brushRef="#br0" timeOffset="58617.45">21980 7710 49 0,'0'0'63'0,"0"0"-7"16,0 0-3-16,0 0-3 0,0 0-12 0,0 0 2 15,0 0-1-15,0 0-11 0,0 0-4 0,0 0-2 0,0 0-3 16,0 0-2-16,0 0-11 0,0 0-4 0,0 0-2 16,0 0-2-16,0 0 1 0,0 0 0 0,0 0-4 15,0 0 4-15,0 0-3 0,0 0 0 16,0 0 4-16,0 0-5 0,0 0-2 0,0 0-1 0,0 0 1 16,0 0-1-16,0 0-6 0,0 0 2 0,-27 6 0 15,27-6-6-15,-5 3 8 0,5-3-9 0,-8 3 11 16,8-3-6-16,0 0 0 0,-10 5 4 0,10-5 3 15,-5 2-8-15,5-2 7 0,0 0 0 0,0 0 2 16,-6 4 1-16,6-4 1 0,0 0 2 0,0 0-4 16,0 0 4-16,0 0-5 0,0 0 5 0,0 0-1 15,0 0-3-15,-6 5 5 0,6-5-1 0,0 0-3 16,0 0 2-16,0 0 1 0,0 0 1 0,0 0-4 16,0 0 5-16,17 8 0 0,-17-8 0 15,10 1-2-15,-1 2 4 0,1-2-2 0,3-1 3 0,1 3-1 16,4-1 4-16,2-2-5 0,2 1 0 0,6 0 6 15,0-1 0-15,2 2 1 0,-1-2-1 0,0 1 4 16,2 1-2-16,2-1 1 0,-1 2 2 0,3-2-7 16,1 2 3-16,-1-1-3 0,3 0 2 0,0 1-1 15,0-1-5-15,2-1 7 0,-2-1-5 0,13 1 2 16,-12-1-1-16,13-1 4 0,0 2-6 0,-16-1 7 16,4-1-4-16,-2 1-6 0,2-1 2 0,-2 1 2 15,-1-2-3-15,0 2 5 0,-2 0-6 0,2-1 2 16,-3-1-3-16,-2 2 1 0,1 0-2 0,-2 0 4 0,0 3-2 15,-2-3 0-15,0 0 12 0,0 1-4 16,-9-1-7-16,2-1 2 0,-1 1 0 0,0 1 5 16,1 0-8-16,-1 0 2 0,-3-1-8 0,3 1 10 0,-1 3 2 15,-2-3-5-15,1 0 1 0,2 1 0 0,-1-2 4 16,8 2-4-16,-7 1 2 0,-5-2-1 0,4 0-5 16,1 1 3-16,-4-2 1 0,3 0 3 15,-3 0-2-15,1 1-1 0,0 1 4 0,-2-2 1 0,3 0-5 16,-2 0 0-16,4 1-9 0,-5-1 9 0,5 0 3 15,-4 0-3-15,2 0 3 0,1 0-4 0,-1 0 5 16,2 0-16-16,-1 0 13 0,2 2 5 0,-4-2-3 16,1 0-2-16,0 1 2 0,1-2-6 0,-2 1 9 15,2 0-1-15,0 1-3 0,-1-1-1 0,0 0-4 16,9 0 5-16,-9-1-2 0,1-1 3 0,0 2-4 16,0 0 3-16,-3-1 0 0,3-1-3 0,-4 2-1 15,2 0 4-15,-4-1-3 0,-1 1-3 0,1 0 1 16,0 0-3-16,-3 0 3 0,3-2 3 0,-2 4-3 15,-2-2 5-15,0 0 3 0,1 0-6 0,-11 0 4 16,12 0-4-16,-12 0 1 0,13 0-2 0,-13 0 6 16,8 0 8-16,-8 0 5 0,0 0 6 0,0 0 1 15,9 0 9-15,-9 0-9 0,0 0 17 0,0 0-1 16,0 0-10-16,0 0-3 0,0 0 1 0,10 0-3 16,-10 0 1-16,0 0-5 0,0 0-1 0,0 0-1 15,0 0-1-15,0 0 3 0,0 0-15 0,0 0 1 16,0 0 5-16,0 0-6 0,0 0-7 0,0 0-4 15,0 0-10-15,0 0 0 0,0 0-19 0,0 0-9 16,0 0-9-16,0 0-10 0,0 0-5 0,0 0-53 16,0 0-128-16,0 0 57 0</inkml:trace>
  <inkml:trace contextRef="#ctx0" brushRef="#br0" timeOffset="65553.39">27608 6983 26 0,'-6'-8'61'0,"0"2"-8"0,-1-2-10 16,4 0 10-16,-6-1-7 0,5 2 14 0,-1-3-7 15,1 5 2-15,2 1 7 0,-1-4-10 16,3 8 12-16,-6-9-3 0,4 4-14 0,2 5-1 0,-5-14 1 16,3 9 5-16,2 5 8 0,-1-9-3 0,1 9-10 15,-4-7-2-15,4 7-3 0,0 0-5 0,-2-7-3 16,2 7-16-16,0 0 11 0,0 0-4 16,12-3-14-16,-12 3-9 0,15 6 13 0,1 4-2 0,0-3-2 15,-1 5-1-15,5 4 0 0,-4 0-2 0,1 1-3 16,-2 5 3-16,0-1-4 0,-3 2 3 0,-1 0-4 15,-5-6 3-15,0-1 1 0,2 4-4 16,-3-4 2-16,-3 1-9 0,0 0 15 0,-2-6-7 0,2 0-4 16,0-1 10-16,-1-2-2 0,-1-2-10 0,0-6 1 15,2 9 7-15,0-5-8 0,-2-4 11 16,0 0-4-16,0 0 2 0,0 0-3 0,0 0 4 0,0 0-16 16,0 0 14-16,-15-19 3 0,12 8-4 0,-2-5 0 15,3-1 14-15,2 0 3 0,2-10-9 0,-2 2 4 16,3-2-11-16,2 1-1 0,1-3 1 0,4 0 2 15,1 2-5-15,-3 0 0 0,5 3-1 0,2 1-15 16,-1 0 16-16,3 3 0 0,-7 6 2 0,4-1-5 16,-2 4 5-16,2 2-10 0,-3 1-7 0,-1 1 2 15,4 3-17-15,-3 2-17 0,-2 2-6 0,0 3-4 16,-2 2-11-16,1 2 0 0,-5 3-2 0,-1 1-15 16,-6 9-2-16,2-3-7 0,-5 9-65 0,-5-3-169 15,3 2 75-15</inkml:trace>
  <inkml:trace contextRef="#ctx0" brushRef="#br0" timeOffset="65824.69">27696 7089 34 0,'0'0'72'16,"0"0"-7"-16,0 0-13 0,0 0-1 0,0 0-7 15,0 0 1-15,0 0-14 0,0 0-3 0,5 17 6 16,-5-17-6-16,5 19-4 0,-1-9-1 0,0 4-3 16,-2 1 3-16,1 2-10 0,-1 1 9 0,0-3-4 15,2 3-7-15,-3-3 1 0,-1-1 5 0,1 1-9 16,2-2-2-16,-3-2 1 0,3 3-5 0,-3-1 3 0,0-2 8 16,2 0-1-16,-2 1 0 0,0-2-9 0,0 0-6 15,0 1-22-15,2-1-14 0,-2-3-24 16,0-1-39-16,0-6-109 0,0 13 50 0</inkml:trace>
  <inkml:trace contextRef="#ctx0" brushRef="#br0" timeOffset="66149.6">28042 7351 81 0,'0'0'82'0,"0"0"-6"0,0 0-6 0,0 0-8 16,0 0-12-16,0 0-7 0,18 9-1 0,-3-9-25 15,2-2-16-15,3 1-35 0,0-1-48 16,-6 1-88-16,7-4 38 0</inkml:trace>
  <inkml:trace contextRef="#ctx0" brushRef="#br0" timeOffset="66529.07">28755 6822 8 0,'0'0'127'0,"-1"-9"-9"0,1 9-17 0,-3-8-7 0,3 8-9 15,0 0-13-15,0 0-6 0,-1-9-10 0,1 9-8 16,0 0-4-16,0 0-9 0,0 0 0 0,7 26-4 16,-5-10-5-16,3 0 1 0,-1 2-4 0,-2 1 6 15,1 0-10-15,1 8-2 0,0-3 3 0,-3-4 0 16,0-2-6-16,2 1 2 0,-2-2 5 0,0-1-8 15,-1-3-5-15,2 0 1 0,-1-1 2 0,0 1-8 16,1-2 6-16,1-1-1 0,-3 1-1 0,2 0 0 16,-1-2 3-16,0 2-9 0,2 1-18 0,1-5-16 15,-4 1-12-15,5-1-16 0,-4-1-17 0,3-2-22 16,0 1-51-16,-4-5-163 0,7 5 71 0</inkml:trace>
  <inkml:trace contextRef="#ctx0" brushRef="#br0" timeOffset="66718.45">29072 7006 16 0,'0'0'94'0,"19"-1"-20"0,-6-2-7 0,6 0-3 15,2 0-5-15,8-2-4 0,1 2-3 0,-1 0-11 16,0 0 0-16,0 2-19 0,-9 1-14 0,-1-3-19 0,-5 3-23 15,-1 1-58-15,0-1-98 0,-6 0 43 16</inkml:trace>
  <inkml:trace contextRef="#ctx0" brushRef="#br0" timeOffset="66937.45">29291 6873 35 0,'-4'-8'117'0,"4"8"-19"0,-4-5-5 15,4 5-9-15,0 0-8 0,0 0-7 0,-3-7-18 0,3 7 7 16,0 0-7-16,0 0-7 0,0 0-15 0,0 0 7 16,2 25-7-16,-2-15 7 0,2 2-13 15,0 4 0-15,-1-1 0 0,0 3-7 0,-1 2-1 16,2-3 1-16,-1 3-1 0,0-2-1 0,0 0-5 0,-1 3 7 16,3-5-14-16,-2 4-26 0,1-2-25 0,0-1-26 15,-1-1-80-15,-1-1-169 0,3-2 75 0</inkml:trace>
  <inkml:trace contextRef="#ctx0" brushRef="#br0" timeOffset="67183.45">29618 6835 70 0,'0'0'110'0,"0"0"-15"0,0 0-6 0,0 0-11 0,0 0-7 16,1 24-11-16,-2-7 9 0,-2 9-14 0,1-6-2 16,-1 5-1-16,2 2-8 0,-3 0-9 0,3-3 3 15,0 2 0-15,2-8-7 0,-4 2-1 16,3-1 2-16,2 0-10 0,-1 0 8 0,-1-2-22 0,3-1-12 16,-2-3-23-16,0 1-19 0,4-3-25 0,-2-1-90 15,0 1-173-15,1-2 76 0</inkml:trace>
  <inkml:trace contextRef="#ctx0" brushRef="#br0" timeOffset="67576.95">29787 6765 8 0,'4'-6'103'16,"-4"6"-12"-16,0 0-8 0,6-5-8 0,-6 5-8 15,0 0-13-15,13 3-3 0,-13-3-4 16,13 7-4-16,-5-1-5 0,0 0-3 0,0 1-2 0,-2 1-7 16,0 0 0-16,0 0 1 0,-3 4-4 0,-3-3 1 15,0 1-11-15,0-1 9 0,-3 0-8 0,-1 2-3 16,-6 1 2-16,3-2-8 0,-1 0 8 0,2-2-11 16,-3 3-14-16,3-5-3 0,-1 1-3 15,3-1 0-15,2-2-9 0,2-4 6 0,-5 6-2 16,5-6 1-16,0 9 3 0,0-9 7 0,0 0-5 15,6 5-4-15,-6-5 11 0,10 6-3 0,-3-4 2 16,2-1 1-16,-2 2 4 0,1-1 4 0,-1 2-4 0,-1-1 6 16,4 0-5-16,-3 2 2 0,-2 0 0 0,0-1 2 15,1 0 5-15,-2-1-3 0,-4-3 0 0,6 9 5 16,-2-6-3-16,-4-3 4 0,3 7-3 0,-3-7 7 16,1 10-5-16,-1-10 5 0,-6 9-3 0,0 0-2 15,1-5 3-15,-5 6-5 0,0-2-10 0,-5 3-22 16,-3-4-89-16,0 3-126 0,5-5 55 0</inkml:trace>
  <inkml:trace contextRef="#ctx0" brushRef="#br0" timeOffset="67795.11">30313 6723 67 0,'5'12'110'0,"3"3"-14"16,-4 2-3-16,-3 9-9 0,-1 1-4 15,-5 1-9-15,-4 6-11 0,-1 0-1 0,-7 9-3 0,-7-1-16 16,-4-3-16-16,-6 3-32 0,-5-5-32 0,-3 3-34 16,-3-4-46-16,-6-4-130 0,-7-1 58 0</inkml:trace>
  <inkml:trace contextRef="#ctx0" brushRef="#br0" timeOffset="68069.05">28792 6777 17 0,'-35'42'100'0,"5"2"-6"0,-1 2-20 16,5 2 1-16,4 1-9 0,5 0-15 0,3 1 3 16,9-4-10-16,8 2 0 0,4-1-10 0,10 0-10 15,6-4-17-15,6-2-20 0,3-5-32 0,9-5-60 16,2-2-113-16,6-6 50 0</inkml:trace>
  <inkml:trace contextRef="#ctx0" brushRef="#br0" timeOffset="68320.87">29148 7493 42 0,'53'-3'133'0,"6"-1"-18"0,34-5-20 16,11-1-17-16,11-3-25 0,4-3-4 0,3-2-12 15,2 2-20-15,0 2-11 0,-7 0-35 0,-12 5-71 16,-15-1-107-16,-23 2 47 0</inkml:trace>
  <inkml:trace contextRef="#ctx0" brushRef="#br0" timeOffset="69119.28">28766 6889 42 0,'-2'-7'62'0,"2"7"-3"0,0 0-1 0,0 0-5 16,0-10 2-16,0 10-7 0,0 0 3 0,0 0-12 16,0 0 10-16,0 0-14 0,0-9-1 0,0 9-7 15,0 0-4-15,0 0 0 0,0 0-4 0,0 0-2 16,0 0-12-16,0 0 4 0,0 0 1 0,0 0-6 16,0 0 1-16,0 0 6 0,2 28-2 0,-1-16 5 15,-1 4-6-15,0 2-8 0,0-1 4 16,0 2 2-16,1-1-2 0,-1 3 1 0,2 2 6 0,-3 5-11 15,2-4 11-15,4 0-6 0,-4 0 2 0,4-3-21 16,-3 3 6-16,1-8-12 0,-2 3-32 0,0 0-70 16,-2-2-131-16,2-1 58 0</inkml:trace>
  <inkml:trace contextRef="#ctx0" brushRef="#br0" timeOffset="70901.35">27531 6854 7 0,'0'0'71'0,"0"0"-11"16,0 0-1-16,0 0 0 0,0 0-6 0,0 0-9 15,0 0 1-15,0 0-4 0,0 0 6 0,-3-7-12 16,3 7-7-16,0 0 1 0,0 0 0 0,0 0-2 16,0 0-11-16,0 0-1 0,0 0 7 0,0 0-14 15,0 0 1-15,0 0 4 0,0 0-7 0,0 0 3 16,0 0-4-16,0 0 3 0,0 0-3 0,0 0 2 16,0 0-2-16,0 0 2 0,0 0-5 0,0 0-7 15,0 0 12-15,0 0 2 0,0 0-4 0,0 0 2 16,0 0-5-16,0 0 1 0,0 0 7 0,0 0 6 15,0 0 3-15,0 0-10 0,0 0 4 0,0 0 7 16,0 0 2-16,0 0-2 0,0 0-5 0,-2-7-4 16,2 7 0-16,-5-5-2 0,5 5 5 0,-9-4-6 15,9 4-2-15,-4-4 3 0,4 4-3 0,-5-5-1 16,5 5-1-16,0 0-1 0,-8-3 1 0,8 3 5 16,0 0-6-16,-5-5-9 0,5 5 10 0,0 0-3 15,0 0 1-15,0 0 1 0,0 0-1 0,0 0 1 16,0 0 4-16,0 0-13 0,0 0 1 0,0 0 6 15,0 0-3-15,0 0 4 0,0 0-6 0,0 0 3 0,0 0 3 16,0 0 0-16,19 9-11 0,-12-7 4 16,3 2 7-16,-1-1-3 0,2 3 2 0,-2-1-4 0,2 0 1 15,0 1-3-15,-1 1 10 0,0 0-5 0,1-1 7 16,-1 2-8-16,1-1 7 0,-3 0-10 0,0-1 2 16,1 4-4-16,-2-3 12 0,-1-2-2 0,2 2-5 15,-2 3-2-15,1-4-2 0,-1 2 1 0,-2-2 7 16,1 0-1-16,2 2 7 0,-3-1-13 0,1-1 3 15,-3-1 1-15,2 1-6 0,-1 0 7 0,-3-6 3 16,4 9-6-16,1-5 2 0,-3 2 0 0,-2-6 1 16,5 8-1-16,-5-8 4 0,4 8-6 0,-2-4 11 15,-2-4-12-15,1 7 5 0,-1-7 1 0,0 0 3 16,2 8-4-16,-2-8-1 0,0 0-9 0,2 8 9 16,-2-8-2-16,2 4 0 0,-2-4 1 0,0 0-15 15,0 0 18-15,2 7-1 0,-2-7 3 0,0 0 0 16,7 8-19-16,-7-8 17 0,0 0-1 0,3 6 7 15,-3-6-16-15,0 0 7 0,2 7 2 0,-2-7 3 16,0 0-2-16,4 4-1 0,-4-4 1 0,0 0 4 16,0 0-8-16,0 0 4 0,0 0-1 0,3 6-4 15,-3-6 1-15,0 0 9 0,0 0-1 0,0 0-1 16,0 0-10-16,0 0-5 0,0 0 4 0,0 0 3 16,0 0-2-16,0 0 10 0,0 0-2 0,0 0-2 15,0 0-2-15,0 0 9 0,0 0-6 0,0 0-3 16,0 0 3-16,0 0-3 0,0 0 9 0,0 0 1 15,0 0 5-15,0 0 1 0,0 0-12 0,0 0 8 16,0 0-1-16,0 0-2 0,0 0 7 0,0 0 3 16,0 0-9-16,0 0 5 0,0 0-5 0,0 0 3 15,-13-16 11-15,13 16-1 0,-6-7-3 0,6 7-6 16,-3-8 0-16,3 8 3 0,-4-13-8 0,3 8-1 16,0-2 1-16,1 7 0 0,-2-16 6 0,4 4-3 15,-1-2-7-15,0 0-1 0,3 2 1 0,-1-3-2 16,5-2-5-16,-2 1 2 0,2 1 0 0,-1-1 2 15,3-1-2-15,-2 4 0 0,1 0 1 0,-4 1 2 16,4 3-4-16,-4-2 2 0,1 3-2 0,-2 0 6 16,-1 4-2-16,1-2-7 0,-1 0 5 0,4 0-3 15,-7 6 3-15,4-6-3 0,2 2 1 0,-3-1 2 0,-3 5-1 16,7-4-7-16,-7 4 4 0,4-4-5 16,-4 4 4-16,0 0-2 0,7-3 6 0,-7 3 6 15,0 0-9-15,7-4-2 0,-7 4 10 0,0 0-4 16,0 0-5-16,0 0 12 0,0 0-15 0,0 0 3 0,0 0 2 15,0 0-1-15,0 0-3 0,0 0 4 0,0 0-3 16,0 0 8-16,0 0-9 0,0 0-14 16,0 0-6-16,2 13-3 0,-2-13-7 0,0 0-13 15,0 0-12-15,-3 15-9 0,3-15-9 0,-6 11-19 0,4-2-59 16,-5 0-168-16,0 0 75 0</inkml:trace>
  <inkml:trace contextRef="#ctx0" brushRef="#br0" timeOffset="71220.88">27645 7131 81 0,'0'0'79'0,"0"0"-9"0,0 0-8 0,0 0-1 16,0-8-12-16,0 8-4 0,0 0 0 0,0 0-14 15,0 0-5-15,0 0 0 0,0 0-3 0,0 0 1 16,0 0 1-16,11 23-11 0,-9-13 6 0,3 1-5 16,-1 4-1-16,-2 2-1 0,3-1-2 0,-2 4 3 15,-1 0 1-15,0 1-3 0,0 2-2 0,0-2-5 16,0-3-13-16,-1-2-6 0,0 3-23 0,2-3-2 15,-3-5-15-15,2 3-53 0,0-3-115 0,-2-1 51 16</inkml:trace>
  <inkml:trace contextRef="#ctx0" brushRef="#br0" timeOffset="72534.58">30473 7106 8 0,'2'-7'122'0,"-2"7"-10"0,0 0-14 16,3-9-9-16,-3 9-13 0,4-4-10 0,-4 4-18 15,0 0-15-15,6-7-21 0,-6 7-23 0,5-2-13 16,-5 2-19-16,0 0-55 0,0 0-106 0,0 0 47 16</inkml:trace>
  <inkml:trace contextRef="#ctx0" brushRef="#br0" timeOffset="72717.19">30446 7163 81 0,'0'0'99'0,"0"0"-1"0,0 0-13 16,0 0-9-16,0 0-3 0,0 0-10 0,15 2-4 15,-15-2-6-15,22 0-8 0,-9-1-9 0,7 2-9 16,1-1-22-16,-1 0-22 0,2-1-15 0,5 1-30 15,-7 0-54-15,1 0-123 0,-2 0 54 0</inkml:trace>
  <inkml:trace contextRef="#ctx0" brushRef="#br0" timeOffset="73218.92">31290 6929 140 0,'5'-5'152'0,"-5"5"-8"16,0 0-12-16,0 0-12 0,0 0-17 0,0 0-5 15,4-5-19-15,-4 5 0 0,0 0-21 0,0 0 0 16,0 0-11-16,0 0-4 0,-17 20-5 0,8-14 9 16,-4 5-7-16,2 2 1 0,-2-3-13 0,3 1 0 15,-1-2-5-15,1-2-5 0,3 0 1 0,0-1-1 16,1 0 0-16,-1 0-1 0,4-2-3 0,3-4-1 15,-7 6-1-15,3-2-1 0,4-4-2 0,-5 8-1 16,5-8 1-16,-5 4-3 0,5-4 3 0,-4 7-3 16,4-7-8-16,0 0-5 0,0 0-9 0,4 14-1 15,-4-14-9-15,6 5-1 0,0-1-7 16,4-1-10-16,1 0 4 0,0 1 2 0,1-1-5 0,5 2 1 16,1-2 2-16,-5-1 4 0,3 0 2 0,-3-1 2 15,0 1 4-15,-1 1 6 0,1-3-3 0,-1 1 8 0,-1-1-1 16,0 2 1-16,-1-2 1 0,-3 0 3 15,2-3 8-15,2 2 3 0,-11 1 6 0,14-5-4 16,-7 3 7-16,0-5 16 0,-1 3 8 0,0-2 34 16,-3 0 6-16,0-2-10 0,-2-1-8 0,1-1-4 0,-3 1-4 15,0-1 8-15,-3 0-10 0,1-3 0 16,-2 1-3-16,-5-4-6 0,0 1-4 0,2 5 2 16,-4-2-8-16,-1 0-8 0,-2 2 3 0,0 1-1 15,-2 5-10-15,0-4-7 0,2 8-13 0,-2-4-15 16,3 3-24-16,2-1-11 0,2 1-37 0,1 2-20 15,9-1-23-15,-10 6-75 0,10-6-236 0,-3 7 105 16</inkml:trace>
  <inkml:trace contextRef="#ctx0" brushRef="#br0" timeOffset="73688.87">31609 6877 19 0,'9'-7'112'0,"-9"7"2"16,10-5-12-16,-5 0-19 0,4 2 1 15,1-1-11-15,-4-1-5 0,3 2-8 0,-3 2-4 16,2-5-5-16,-2 5-3 0,0-4-9 0,-6 5 6 16,9-4-3-16,-6 0-1 0,-3 4-3 0,8-2 4 0,-8 2-4 15,0 0-5-15,7-2-2 0,-7 2-3 0,0 0-7 16,0 0 0-16,0 0-10 0,0 0 5 0,0 0-7 15,0 0 2-15,8 11-1 0,-7-5-3 16,1 2-1-16,-1 3 3 0,0 0-4 0,0 0 3 16,-1 0 4-16,4 6-8 0,-4-5-6 0,-2 4 3 0,2-1 2 15,0-3 0-15,2 0 7 0,-4-2-6 0,2 2-10 16,-2-2 10-16,2-2-7 0,-1-2 8 0,1-6-13 16,-1 13 4-16,1-13 5 0,-3 9-1 15,3-9-1-15,-2 8 9 0,2-8-5 0,-4 5 0 0,4-5 1 16,-5 3 1-16,5-3 2 0,0 0 1 0,-11 0-6 15,11 0 4-15,0 0-4 0,0 0 7 0,-14-2-6 16,14 2 5-16,0 0 6 0,-6-6-14 0,6 6 9 16,0 0 1-16,0 0-4 0,-5-5-2 15,5 5-5-15,0 0 1 0,0 0-2 0,0 0-3 0,0 0-8 16,0 0-14-16,27-6-20 0,-11 8-9 0,3-4-12 16,2 2-6-16,1-3-10 0,6 3-14 0,-7 0-5 15,0 0-54-15,2-1-168 0,-1-1 74 0</inkml:trace>
  <inkml:trace contextRef="#ctx0" brushRef="#br0" timeOffset="74023.06">32047 6992 51 0,'9'-7'20'16,"0"3"10"-16,-5-2 13 0,4-4 11 0,-4 6 1 16,-2-3-2-16,-2 7 8 0,3-10-7 0,-3 10 0 15,1-6 3-15,-1 6-3 0,0 0-12 0,0 0 8 16,-8-7-13-16,8 7 8 0,0 0-8 16,-18 7 5-16,11-2-11 0,-1-1 0 0,-2 2 0 0,5-3 2 15,0 2-10-15,-2 4 4 0,3-2 0 0,-2-1-3 16,4 1-5-16,-1 0-6 0,3-7 4 0,1 14-3 15,1-9 2-15,0 3-7 0,2-1 2 0,1-3 4 16,1-1 1-16,1-1-10 0,-1 0 6 0,1 2-10 16,0-1 18-16,-7-3-1 0,9 5-8 0,-2-4-6 15,-7-1 3-15,6 2-1 0,-6-2 14 0,0 0-3 16,8 2-9-16,-8-2 2 0,0 0-1 0,0 0-9 16,0 0-4-16,0 0 4 0,0 0-3 0,0 0 9 15,-25 5 1-15,16-1-6 0,-2 1 17 16,1 0-20-16,-1 1 2 0,1-1-1 0,1-1-5 0,2 5 8 15,0-5 1-15,2 3-5 0,0 2 3 0,1-3 0 16,2 4-3-16,0-1 5 0,2 1 5 0,3-4-4 16,2 2-5-16,3 1-11 0,1-2-8 0,5 5-30 15,1-6-18-15,2-1-22 0,-5 2-108 0,5-2-211 16,-8 0 94-16</inkml:trace>
  <inkml:trace contextRef="#ctx0" brushRef="#br0" timeOffset="74257.17">31406 7322 49 0,'-9'0'120'0,"9"0"-15"0,-10-1-5 0,10 1 0 15,0 0-9-15,0 0 2 0,0 0-6 0,0 0-2 16,60-1-12-16,-21-2-9 0,19-4-6 0,3 3-5 15,5-3 3-15,-3 3-21 0,2-2-11 0,-6 0-6 16,-1 1-16-16,-6 1-15 0,-16 3-9 0,-1-2-25 16,-5 1-14-16,-9 1-19 0,-1 1-85 0,-7 1-179 15,-2-1 79-15</inkml:trace>
  <inkml:trace contextRef="#ctx0" brushRef="#br0" timeOffset="74796.72">31683 7486 134 0,'0'0'113'0,"0"0"-10"0,-14 4 0 0,8 2-1 0,-5 2-18 16,0 1-8-16,-2 2-9 0,0 0-3 0,-3 2-7 16,3 0-3-16,-4 3 0 0,3-3-6 0,-2 0 0 15,3-1-8-15,-2 1-12 0,3-3 4 0,1-1-3 16,3 0-5-16,-1-1-4 0,3-2 11 0,-2-1-11 16,8-5-2-16,-5 11-7 0,5-11 5 0,-8 4-3 15,8-4 7-15,0 0-9 0,0 0 1 16,0 0 0-16,-4 9 2 0,4-9 0 0,0 0-3 15,0 0 7-15,0 0-15 0,0 0 2 0,37-13-6 0,-16 10 1 16,-1-2-5-16,7 2-5 0,-5 2 3 0,6 0 9 16,-6-2-11-16,-3 5-2 0,1 0 3 0,-2 1-1 15,1-2-4-15,-3 2 5 0,0-1-1 0,2 1-4 16,-6-2 1-16,-1 2 11 0,2-3-3 16,-3 2-12-16,3 1 11 0,-3-2-2 0,-2 0 6 0,-2 1 1 15,-6-2-1-15,14-2-1 0,-14 2 19 0,8-1 0 16,-8 1 0-16,8-3 2 0,-8 3-9 0,5-7 3 15,-5 7 11-15,1-12 4 0,-1 12-3 0,-4-11-2 16,1 1-3-16,-3 1-2 0,1 0-1 0,-1-1-1 16,1 0-1-16,-4 2 8 0,0 0-16 0,1-1-3 15,-2 2 7-15,0-2-14 0,-1 3-7 0,1-1-15 16,3 1-4-16,-1 4-10 0,3-3-21 0,5 5-23 16,-8-6-46-16,8 6-89 0,-6-3-236 0,6 3 105 15</inkml:trace>
  <inkml:trace contextRef="#ctx0" brushRef="#br0" timeOffset="75226.27">31992 7514 52 0,'0'0'130'0,"0"0"-18"0,0 0-4 15,7-7 0-15,-7 7-8 0,0 0 4 0,4-6-13 16,-4 6-15-16,0 0-14 0,0 0 5 0,0 0-6 15,5-5-11-15,-5 5-1 0,0 0-9 0,10-1-10 16,-10 1 1-16,0 0-7 0,0 0-3 0,13 2 0 16,-13-2-12-16,5 7 5 0,-1-4 3 0,-4-3-1 15,9 11-2-15,-6-7-5 0,1 5 7 0,0 1-10 16,-1-1-2-16,-1 2 4 0,4 4 2 0,-4-4-3 0,2 1 1 16,-3 3-2-16,0-4-1 0,1 6 1 15,-1-5-1-15,0-2 4 0,2 1 9 0,-2 0-18 16,0-2 2-16,-1-1-2 0,2-1 3 0,-2 1 2 15,0-8-8-15,-4 9 14 0,1-5-11 0,3-4-3 0,-6 9-8 16,0-7 9-16,6-2-10 0,-8 7-2 16,8-7-2-16,-11 1 4 0,11-1-5 0,-10 0 6 15,10 0-8-15,0 0 0 0,-12-5 6 0,12 5-1 16,-6-3 6-16,6 3-1 0,0 0-6 0,0 0-2 16,0 0-2-16,0 0 6 0,0 0-4 0,0 0-11 0,0 0 5 15,25-13-17-15,-13 13-6 0,4 0-5 0,-3-1-6 16,4 0-5-16,-2-1 0 0,-4 1-3 15,10 1-3-15,-2-2 7 0,0-2-5 0,-5 4-43 16,0-3-118-16,0 1 53 0</inkml:trace>
  <inkml:trace contextRef="#ctx0" brushRef="#br0" timeOffset="75763.07">32277 7705 302 0,'4'-4'-7'0,"2"0"15"0,-6 4 27 15,0 0 1-15,13-7 9 0,-13 7 1 0,4-6 7 16,-4 6 3-16,0 0 8 0,5-12 7 0,-5 8 6 16,0 4-7-16,0 0-6 0,3-8-2 0,-3 8-2 15,0 0-18-15,3-6 0 0,-3 6-8 0,0 0-10 16,0 0 4-16,0 0-4 0,0 0-2 0,0 0-4 15,-4 32 0-15,4-21-3 0,-4 4-7 0,3-3 4 16,-1-1-1-16,4 1 13 0,-4 0-16 16,2-2 4-16,-1 1-3 0,1-4-9 0,0-7 6 15,0 12 5-15,-1-6-5 0,1-6 2 0,-2 9 4 0,2-9 13 16,0 0 17-16,0 9 10 0,0-9 17 0,0 0-2 16,0 0-10-16,0 0-8 0,0 0 4 0,0 0-11 15,0 0-6-15,0 0-3 0,0-27-5 16,0 15-4-16,2 3-2 0,-1-1 0 0,2-1-7 0,0-1-2 15,1 1 2-15,4-2-7 0,1-2-1 0,-1 0 1 16,2 2-6-16,-1 5 4 0,-3-2-3 0,0 0 2 16,1 5-8-16,2-2 4 0,-4 3-3 0,1 2-2 15,-6 2-7-15,11-1 5 0,-11 1-4 0,11 5 6 16,-7 0 4-16,0-1 1 0,0 1-2 0,-1 2-5 16,0 2 3-16,-3-3 0 0,1 3 2 0,-1-1 2 15,0-8-7-15,-2 19 7 0,0-14-6 0,1 3 5 16,1-8-2-16,-2 10-1 0,-1-3 5 0,0-1-7 15,3-6-2-15,-3 10-5 0,3-10-7 0,-4 6-9 16,4-6-3-16,-2 7-2 0,2-7-5 0,0 0-7 16,-2 9 1-16,2-9 5 0,0 0-3 0,6 7 13 15,-6-7-8-15,5 4 4 0,1 0 1 0,-1-2 3 16,-5-2 2-16,14 3 9 0,-8 0-9 0,1 0 11 16,-2-2 3-16,-5-1-6 0,11 5 2 0,-7-4 6 15,-4-1-3-15,8 2-3 0,-8-2 6 0,5 4 3 16,-5-4-2-16,0 0 3 0,2 6-7 0,-2-6 8 15,0 0-4-15,0 0 3 0,-7 10 4 0,7-10 6 16,-11 5 3-16,4-2-3 0,-3-1-3 0,-2 2-9 16,-2-1-17-16,0-2-21 0,-5-1-24 0,-2-1-29 15,-6-1-80-15,-2-3-194 0,7 2 86 0</inkml:trace>
  <inkml:trace contextRef="#ctx0" brushRef="#br0" timeOffset="75960.95">32063 7481 78 0,'0'0'90'0,"19"-5"-7"0,-2 2-21 16,9 0-23-16,4 0-34 0,7-1-25 0,-1 2-37 0,1-5-60 15,-2 1 26-15</inkml:trace>
  <inkml:trace contextRef="#ctx0" brushRef="#br0" timeOffset="94958.95">15783 14665 8 0,'0'0'48'0,"0"0"-6"0,0 0-5 0,0 0-4 15,0 0 1-15,0 0-6 0,0 0-2 0,0 0-4 16,0 0-5-16,0 0 8 0,0 0-15 0,-13 0-3 16,13 0 6-16,0 0-4 0,0 0 0 0,0 0-4 15,-13 1 4-15,13-1-6 0,0 0 0 0,-10 2-3 16,10-2 3-16,-9 2-5 0,4 1-2 0,5-3 3 15,-13 4-1-15,7-2 1 0,6-2 0 0,-13 4 4 16,8-4-2-16,5 0 0 0,-13 4-3 0,8-2-2 16,5-2 3-16,-12 1 0 0,12-1 4 0,-12 2 2 15,5 0-5-15,7-2 4 0,-11 0-5 0,11 0 1 16,-14 1 3-16,14-1 5 0,-11-1 9 0,11 1 16 16,-10-2-28-16,10 2-2 0,-10-1 12 0,10 1-5 15,-9-1 9-15,9 1-4 0,0 0-5 0,-12-1 3 16,12 1-1-16,-10-3 8 0,10 3-10 0,0 0 11 15,-10-1-15-15,10 1 8 0,0 0 8 0,-8-2-4 16,8 2 6-16,0 0 1 0,0 0 3 0,-10-2-5 16,10 2 0-16,0 0 0 0,0 0 7 0,-6-4-4 15,6 4-9-15,0 0 5 0,0 0-2 0,-5-4-6 16,5 4 6-16,0 0-6 0,0 0-10 0,0 0 3 16,-7-5 4-16,7 5-2 0,0 0 1 0,0 0-3 15,0 0-4-15,0 0 7 0,-10-2-2 0,10 2-4 16,0 0 3-16,0 0-5 0,0 0 1 0,-8-3 5 15,8 3-5-15,0 0 5 0,0 0-10 0,-7-4 10 16,7 4-6-16,0 0 7 0,0 0 13 0,0 0-10 16,-8-2-7-16,8 2 10 0,0 0-10 0,0 0 2 15,0 0-1-15,0 0-1 0,0 0-2 0,0 0 11 16,0 0-23-16,0 0 14 0,0 0 0 0,0 0-3 16,0 0-5-16,0 0 9 0,0 0-8 0,0 0 12 15,0 0-8-15,0 0 3 0,0 0 4 0,0 0-6 16,0 0 5-16,0 0 0 0,0 0 4 0,34 2 0 15,-22-2 0-15,7 2 3 0,-1-2 6 0,4 0 1 16,5-3-3-16,3 1 4 0,-2 0-2 0,3 2-7 16,-3 0 6-16,4-1-3 0,1 0 2 0,-1-4-12 15,0 2 13-15,3 2-4 0,3-2-1 0,0-3 1 16,14 0 3-16,-1 1-3 0,-14 0-2 16,1-1 1-16,13-2-4 0,-12 3 0 0,0-1 0 0,11-2-2 15,-15 5 2-15,2-2 2 0,-3 3-3 0,-2-4 3 16,-3 4-10-16,-2-2 6 0,-4 3 0 0,-2-2-8 15,-3 1 2-15,-1 2-3 0,-4-1 3 0,0 1 3 16,0-2-1-16,-2 2-5 0,-3 2 0 16,2-2 6-16,-2 0 6 0,-8 0-12 0,13 1 16 0,-7 0-10 15,-6-1-12-15,9 1 9 0,-9-1-3 0,0 0 6 16,13 1 0-16,-13-1 8 0,0 0-1 0,7 0 0 16,-7 0 7-16,0 0 4 0,0 0 3 0,0 0 2 15,0 0 1-15,0 0 2 0,0 0 6 0,11-1-2 16,-11 1 3-16,0 0 3 0,0 0 1 0,0 0 0 15,0 0 0-15,0 0 0 0,0 0 1 0,0 0-8 16,0 0 2-16,0 0-4 0,0 0-3 0,0 0-3 16,0 0 0-16,0 0-5 0,0 0-1 0,0 0-2 15,0 0-2-15,0 0-4 0,0 0 5 0,0 0-7 16,0 0 0-16,0 0-1 0,0 0-4 0,0 0-2 16,0 0-5-16,0 0-15 0,0 0-10 0,0 0-19 15,0 0-21-15,0 0-23 0,0 0-35 0,0 0-13 16,0 0-24-16,0 0-20 0,0 0-132 0,-31-2-338 15,31 2 149-15</inkml:trace>
  <inkml:trace contextRef="#ctx0" brushRef="#br0" timeOffset="96042.93">16548 14454 22 0,'0'0'50'0,"0"0"-1"0,0 0 0 16,0 0-4-16,0 0-1 0,0 0-2 0,0 0 20 16,0 0-25-16,0 0 1 0,0 0-1 15,0 0 3-15,0 0 1 0,0 0 4 0,0 0 3 16,-9 0-4-16,9 0-2 0,0 0 8 0,0 0-7 16,0 0 8-16,0 0 2 0,0 0-3 0,0 0 3 15,0 0-6-15,0 0-1 0,0 0 4 0,0 0-4 16,0 0-16-16,0 0-5 0,0 0 7 0,0 0 7 15,0 0-5-15,0 0-8 0,0 0-5 0,0 0-6 16,0 0 7-16,0 0-8 0,0 0 3 0,0 0-4 16,0 0-3-16,0 0 5 0,0 0 0 0,0 0 1 0,0 0-8 15,0 0-2-15,0 0-5 0,0 0 9 0,0 0-7 16,0 0 5-16,0 0-6 0,0 0 0 0,0 0 0 16,0 0-7-16,0 0 6 0,0 0-1 0,0 0 4 15,0 0-10-15,0 0-4 0,0 0 15 16,0 0-4-16,0 0 7 0,0 0 0 0,0 0-5 0,0 0-3 15,0 0 0-15,0 0-4 0,0 0 2 0,0 0 0 16,0 0 3-16,0 0 0 0,0 0 0 0,0 0 0 16,0 0 2-16,0 0 3 0,0 0 1 15,0 0-5-15,0 0 6 0,0 0-4 0,0 0 4 16,0 0-2-16,0 0 3 0,0 0 3 0,0 0-3 0,0 0 2 16,0 0 9-16,0 0-4 0,0 0 2 0,0 0 4 15,0 0-3-15,0 0 0 0,-11 0-5 0,11 0 2 16,0 0-9-16,0 0 4 0,-13 0 2 0,13 0-3 15,-9-2 2-15,9 2-3 0,0 0-4 16,-15-2 5-16,15 2 0 0,-8 2-7 0,8-2 0 16,0 0 1-16,-9-2 3 0,9 2-3 0,0 0-3 0,0 0-4 15,-10 0 4-15,10 0 3 0,0 0-5 0,0 0 1 16,0 0-1-16,0 0 1 0,0 0-2 16,-10-2 4-16,10 2 0 0,0 0-3 0,0 0 1 15,0 0-1-15,0 0 2 0,0 0-7 0,0 0 2 0,0 0 2 16,0 0-1-16,0 0 2 0,0 0-8 0,0 0 12 15,0 0-7-15,0 0 3 0,0 0 0 0,0 0 1 16,0 0-2-16,0 0 3 0,20 10 0 0,-14-8-9 16,-6-2 8-16,14 5-1 0,-7-4 1 0,-1 2-3 15,5-1 7-15,-1 2-5 0,1-2 0 0,-1 0 3 16,0 3 0-16,1-3-3 0,-1 0-1 0,1 1 3 16,0 1 1-16,-2 0-3 0,1-1 1 0,-2 0-5 15,1 0 5-15,2 0-1 0,-2-1-1 0,1 2 0 16,0 0 3-16,-2-1 0 0,-1 0 1 0,-2 0-3 15,0-1-4-15,2 0 6 0,-7-2-6 16,9 7 1-16,-5-4 5 0,-4-3-1 0,5 9 0 0,-3-3 2 16,-4 4-4-16,-2 6 3 0,-3 1 1 0,-7 9-2 15,-3 0-9-15,-5 2-8 0,1 1-17 0,-9 9-20 16,7-11-20-16,-6 11-24 0,6-11-24 16,-1-2-128-16,-1 0-269 0,5-3 119 0</inkml:trace>
  <inkml:trace contextRef="#ctx0" brushRef="#br0" timeOffset="103820.59">19350 14764 16 0,'0'0'27'0,"0"0"3"0,0 0-7 16,0 0 2-16,0 0-8 0,0 0 1 0,0 0-5 15,-4-6-5-15,4 6-6 0,0 0-7 0,0 0-24 0,0 0-32 16,0 0 14-16</inkml:trace>
  <inkml:trace contextRef="#ctx0" brushRef="#br0" timeOffset="104812.34">19140 14734 63 0,'-9'-1'83'0,"9"1"-3"0,0 0-11 16,0 0-1-16,0 0-1 0,0 0-4 0,0 0-5 16,0 0-9-16,0 0 9 0,0 0-4 0,0 0-13 15,0 0 8-15,0 0 0 0,0 0-9 0,0 0 2 16,0 0-4-16,0 0-7 0,0 0-6 0,0 0 2 0,0 0 10 15,0 0-16-15,0 0 0 0,0 0-3 0,0 0-6 16,31-8 3-16,-19 5-1 0,1 1-1 16,5-1-7-16,0-2 2 0,1 4 0 0,2-1-2 15,0 1 1-15,0 0 0 0,0-4 5 0,-1 5-6 16,8 2-1-16,-1-2 0 0,-1 0 1 0,-4 0-8 16,-1-2 7-16,2 4 4 0,-2-4 5 0,5 2-29 0,-4 0 8 15,-1 0-3-15,1-2 4 0,-3 1-7 16,2 1 7-16,-1 1-6 0,-2-2-3 0,1 0 1 15,-3 1-4-15,3-2 9 0,-3 1 4 0,-2 1-2 16,3-4 1-16,2 3-3 0,-1-3 0 0,-1 1-3 16,0 1 1-16,-4-2 4 0,5 2 2 0,-1-4-3 15,-3 3 4-15,3-1 3 0,-5 0 1 0,1 2 5 16,-3-1-11-16,3 2-2 0,-3-4 5 0,-1 5-8 16,0 0 11-16,-9 0-7 0,13-2 19 0,-13 2-17 15,9-1-8-15,-9 1 15 0,0 0-5 0,10-1 5 16,-10 1-5-16,0 0 6 0,7-3-4 0,-7 3 1 15,0 0 1-15,0 0-4 0,0 0 15 0,0 0-11 16,0 0 1-16,0 0 2 0,0 0-7 0,0 0 5 16,0 0-3-16,0 0 1 0,0 0-7 0,0 0 7 15,0 0 1-15,0 0-4 0,0 0 0 0,0 0 18 16,0 0-6-16,0 0-8 0,0 0-2 0,0 0 2 16,0 0-5-16,0 0 4 0,0 0 2 0,0 0 0 15,0 0 6-15,0 0-5 0,0 0 3 0,0 0 2 16,0 0 0-16,0 0-6 0,0 0 2 0,0 0 18 15,0 0-19-15,0 0 4 0,0 0-1 0,0 0 2 16,0 0-7-16,0 0 2 0,0 0 3 0,0 0-5 16,0 0 0-16,0 0 2 0,0 0 1 0,0 0-6 15,0 0 1-15,0 0 3 0,0 0-8 0,0 0-2 16,0 0 8-16,0 0 0 0,0 0-8 0,0 0 5 16,0 0 3-16,0 0 4 0,0 0-8 0,-12 18 7 15,12-18-10-15,-9 12 9 0,5-5 2 0,0 1 5 16,-2 1-9-16,1-1 1 0,-3 1 1 0,2 1-1 15,-1-3-4-15,2 2-1 0,-1 1 3 0,0-2 1 16,1 1-4-16,-1-1 1 0,1 1-2 0,0 1 6 16,0-2 14-16,0 0-17 0,0-1-3 0,0 1 8 15,1-3-1-15,-1 2-1 0,2-2-3 0,3-5 0 16,-6 10 5-16,6-10-2 0,-4 8-28 0,4-8-9 16,-4 6-10-16,4-6-10 0,-1 6-15 0,1-6-18 15,0 0-54-15,-4 10-154 0,4-10 69 0</inkml:trace>
  <inkml:trace contextRef="#ctx0" brushRef="#br0" timeOffset="105125.12">19923 14696 166 0,'-7'-6'165'0,"-2"-2"-1"16,1 3-8-16,0-2-14 0,1 2-14 0,-2-2-6 15,1 1-17-15,-2 1-12 0,10 5-8 0,-14-10-11 16,9 7-7-16,5 3-6 0,-13-7-4 0,5 3 0 16,8 4-10-16,-11-5-11 0,11 5-1 15,-12-5-2-15,12 5-3 0,-12-4-5 0,12 4 1 0,-10-4-6 16,10 4 0-16,0 0-1 0,-12-1-7 15,12 1-6-15,0 0-7 0,-14-2-21 0,14 2-26 16,0 0-11-16,0 0-29 0,0 0-27 0,0 0-9 0,-14 5-12 16,14-5-91-16,-4 8-245 0,4-8 108 0</inkml:trace>
  <inkml:trace contextRef="#ctx0" brushRef="#br0" timeOffset="109036.96">19560 14623 20 0,'0'0'39'0,"0"0"-8"0,0 0-1 0,0 0-3 16,0 0-3-16,0 0-3 0,0 0-3 0,9 10-5 0,-9-10 2 16,0 0 0-16,0 0-6 0,0 0 3 15,0 0-2-15,5 4 1 0,-5-4-3 0,0 0-4 16,0 0-2-16,2 7 1 0,-2-7 1 0,0 0-2 15,0 0-4-15,0 0 0 0,0 0 1 0,0 0-2 0,2 6 3 16,-2-6 1-16,0 0 0 0,0 0 2 0,0 0-5 16,0 0-5-16,0 0-3 0,0 0 4 0,0 0 0 15,4 4-4-15,-4-4-3 0,0 0 0 0,0 0 0 16,0 0-4-16,0 0-5 0,4 5-11 0,-4-5-36 16,0 0 16-16</inkml:trace>
  <inkml:trace contextRef="#ctx0" brushRef="#br0" timeOffset="115479.86">22009 14675 60 0,'0'0'62'0,"0"0"1"0,0 0-14 0,0 0-1 16,0 0-4-16,0 0-1 0,0 0 2 0,0 0-5 0,0 0-3 16,0 0 0-16,0 0-5 0,0 0-10 0,0 0 0 15,0 0 0-15,0 0-8 0,-8-6 7 16,8 6-10-16,0 0 9 0,0 0-3 0,0 0-11 15,0 0 5-15,0 0-5 0,0 0-1 0,0 0-3 16,0 0 4-16,0 0-5 0,26 8 4 0,-15-8 1 0,1 3-3 16,2-2 4-16,6 1-3 0,1 1-4 0,-1-2 3 15,2-1-1-15,6 2-3 0,-5-1 6 0,-2 1-2 16,7 0-1-16,-7-1 3 0,1 0-6 0,-1 1 2 16,7-2-6-16,-8 1 6 0,2-1 2 15,0 1-1-15,-3-1-3 0,0 0 5 0,-2 2-5 0,0-2 4 16,-1 0 2-16,-4 2 2 0,3-4-7 0,-3 4 0 15,1-2 3-15,-1 0 0 0,3 1-4 16,-3-1-2-16,2 0 15 0,0 2-12 0,-2-4 0 0,0 2-2 16,1 0 2-16,1 0 2 0,-1-1-6 0,1-1 7 15,-3 2-2-15,-1 0-7 0,3-2 9 0,-3 2 0 16,1-1 1-16,1 1-4 0,-5-1-2 16,-7 1 3-16,14 0-1 0,-14 0 3 0,11 0-2 0,-11 0 1 15,8-2 1-15,-8 2-7 0,6-2 5 0,-6 2 6 16,0 0-12-16,0 0 4 0,0 0-14 0,0 0-3 15,0 0-16-15,0 0-9 0,0 0-17 0,0 0-51 16,0 0-120-16,0 0 55 0</inkml:trace>
  <inkml:trace contextRef="#ctx0" brushRef="#br0" timeOffset="115875.27">22589 14559 93 0,'0'0'115'16,"-6"-5"-8"-16,6 5-6 0,-7-4-9 0,7 4-11 15,0 0-8-15,-5-3-11 0,5 3-1 0,0 0-5 16,0 0-8-16,0 0-3 0,0 0-2 15,0 0-6-15,0 0-5 0,0 0-6 0,-6-6 1 0,6 6-4 16,0 0-8-16,0 0 8 0,0 0-8 0,0 0-2 16,0 0 8-16,0 0-5 0,17 13-2 0,-17-13 5 15,11 4-5-15,-3-2-2 0,1 0-1 16,-3 2-2-16,2-2 1 0,3 2 1 0,0 1-3 16,-1-1-4-16,2 0 4 0,0-2 0 0,2 4-3 0,1 0-1 15,2-1 0-15,-2 2-2 0,1 0 1 0,-3 2-4 16,-1-2-4-16,-2 2 9 0,4 2-6 0,-3 2-1 15,-5 2 2-15,-1 1-8 0,-1 4-8 0,-4 5-9 16,-2 1-12-16,-4 3-16 0,0-1-16 0,-3 4-23 16,-5 0-83-16,1 0-191 0,-2-1 84 0</inkml:trace>
  <inkml:trace contextRef="#ctx0" brushRef="#br0" timeOffset="129095.99">19004 14650 7 0,'0'0'21'0,"-11"-3"1"0,11 3-6 15,-11 0 8-15,11 0-6 0,-10 0-2 0,10 0-2 16,0 0-3-16,-10 0 5 0,10 0 0 0,0 0-1 16,0 0-4-16,-11 0-2 0,11 0 3 0,0 0-6 15,0 0 0-15,0 0-2 0,-10 0 5 0,10 0 0 16,0 0-5-16,0 0 3 0,0 0 1 16,0 0-8-16,0 0 8 0,0 0-5 0,0 0 3 15,0 0 2-15,0 0-8 0,0 0 0 0,0 0 3 0,0 0 1 16,0 0 1-16,0 0-3 0,0 0-4 15,0 0 2-15,0 0 2 0,0 0-2 0,0 0 4 0,0 0-2 16,0 0-2-16,-8 3-2 0,8-3 2 0,0 0 1 16,0 0 0-16,0 0-1 0,0 0 4 0,0 0-4 15,-4 8 4-15,4-8-9 0,-5 5 13 0,5-5-9 16,0 0 2-16,0 0-2 0,-4 6 0 0,4-6 3 16,0 0-2-16,0 0 0 0,0 0 1 15,-5 4-5-15,5-4 4 0,0 0 3 0,-5 4 1 0,5-4 1 16,0 0-5-16,-8 6-1 0,8-6-2 0,-5 4 3 15,5-4 1-15,0 0-1 0,-8 5 4 0,8-5-5 16,0 0 4-16,0 0-1 0,0 0 1 16,0 0-6-16,-6 3-2 0,6-3 7 0,0 0-3 15,0 0 0-15,0 0-2 0,0 0 5 0,0 0-1 16,0 0-4-16,0 0 3 0,0 0 2 0,0 0-3 0,0 0 3 16,8 13 6-16,-8-13-2 0,10 3 8 15,-4-2 5-15,3 1-7 0,4-1 2 0,1-1 0 16,4-3 4-16,1 2 6 0,9-1-1 0,-7 1-7 0,7-5 2 15,0 4-4-15,-1 0 0 0,-2-1-6 0,-3-1 4 16,0 0 5-16,1 2-3 0,-3-2-2 16,7 0 2-16,-5 0-4 0,-4 1-1 0,2 0 7 15,0 1 0-15,0-2-8 0,1 2 3 0,0 1 0 0,-2-3-1 16,2 3-2-16,-1 0 4 0,1-4-8 0,0 5-1 16,-2-3-3-16,-1 2 2 0,0 2 1 15,-5-2 5-15,1 2 0 0,-1-1-3 0,-2-1-5 16,2 3 3-16,-4-3 0 0,2 4 1 0,-2-3 0 15,2 3 0-15,-4-3 0 0,3 2-4 0,-1-1 2 16,2 0 4-16,-2 1-4 0,0-1 5 0,2-1-9 0,1 2 9 16,-2 0-10-16,1-1 5 0,2-1-7 15,-1 3-1-15,-1-2 10 0,1 0-1 0,-1 0-4 16,1-1-6-16,-1 0 13 0,-1 0-7 0,2 0-1 16,-2-1 3-16,-2 1 5 0,-8 0 3 0,18-1-13 15,-12 1 5-15,3-1 1 0,-9 1 4 0,14-2-3 16,-6 1 1-16,-8 1 3 0,12-1-2 0,-5-1 10 15,-7 2-10-15,11-3-5 0,-11 3 6 0,13-2-6 16,-8 0 0-16,-5 2 0 0,10-2 5 0,-4-1 2 16,-6 3-10-16,0 0 8 0,11 0-4 0,-11 0 5 15,0 0-5-15,0 0 5 0,12 0 6 0,-12 0-18 16,0 0 6-16,0 0-3 0,0 0 5 0,10 0 1 16,-10 0-4-16,0 0-7 0,9-2-8 0,-9 2-3 15,0 0-3-15,0 0-3 0,9 2-2 0,-9-2-7 16,0 0-8-16,0 0-2 0,9 0-12 0,-9 0 4 15,0 0-4-15,0 0-31 0,0 0-92 0,0 0 41 16</inkml:trace>
  <inkml:trace contextRef="#ctx0" brushRef="#br0" timeOffset="129818.99">19690 14472 21 0,'0'0'51'16,"0"0"-5"-16,-10-3-7 0,10 3 3 0,-6-2-3 15,6 2-2-15,0 0-13 0,-6-2 10 0,6 2-4 16,0 0-2-16,0 0 5 0,-9-5-5 0,9 5-8 16,0 0 3-16,0 0 1 0,-8-2 1 0,8 2 3 15,0 0-9-15,0 0 1 0,0 0-5 16,0 0-3-16,-10 0 1 0,10 0 2 0,0 0-14 0,0 0 6 15,0 0 3-15,0 0 3 0,0 0-4 0,0 0 3 16,0 0-17-16,0 0 4 0,0 0 4 0,0 0 0 16,0 0 2-16,0 0 4 0,0 0-2 0,0 0 3 15,0 0-2-15,0 0-8 0,0 0 5 0,0 0 5 16,0 0-1-16,0 0-5 0,0 0-4 0,0 0 8 16,0 0-9-16,0 0 2 0,0 0 5 0,0 0 9 15,0 0-5-15,15 18-2 0,-10-15 4 0,2 2 0 16,-7-5 2-16,12 4-5 0,-4-1 5 15,4 1-5-15,-3 0 6 0,2-1 4 0,1 2-6 0,0-3 0 16,1 4-12-16,1-3 10 0,4 2 1 16,-1 2 4-16,2-3 0 0,-2-2-1 0,3 2-7 15,-3-1 4-15,0 1-1 0,1-1-8 0,-5 0 11 0,0 2-8 16,1-2 7-16,-2 1-10 0,1-2-2 0,-2 2-2 16,-2 0 6-16,2 1-8 0,-2-1 3 0,0 1-1 15,1 2 9-15,-3-3 5 0,0 1-10 0,2 1-1 16,0-2 4-16,-5-1-2 0,1 1 2 15,-5-4-12-15,9 8 24 0,-5-1-15 0,1-3-2 16,-2 2-5-16,0 1 0 0,-3-7 13 0,4 11-5 0,-4-6 5 16,0 5-5-16,-1 0-7 0,-3 0 3 0,-1 5 1 15,-4 0 20-15,0 0-17 0,-4 7-5 0,-1-6-1 16,-1 9 9-16,-4 1-9 0,0-1 3 0,-1 1-2 16,0-2 0-16,0 3-15 0,0-1-12 15,-3 0-27-15,2-1-14 0,-1 0-33 0,-1 3-54 16,-3-3-169-16,-9 9 75 0</inkml:trace>
  <inkml:trace contextRef="#ctx0" brushRef="#br0" timeOffset="134860.53">1078 7692 70 0,'0'0'69'0,"-4"-6"3"0,4 6-5 15,0 0-11-15,0 0 7 0,-2-8-9 0,2 8-7 16,0 0 2-16,0 0-11 0,0 0 4 0,0 0-12 16,-6-5 0-16,6 5 5 0,0 0-2 0,0 0-4 15,0 0 2-15,0 0-3 0,0 0-1 0,0 0 10 16,0 0 1-16,-2-6-11 0,2 6 5 0,0 0-10 16,0 0 1-16,0 0-3 0,0 0 3 15,-6-7-5-15,6 7 9 0,0 0-2 0,-4-5 0 0,4 5-1 16,0 0 6-16,0 0-4 0,-3-8-4 0,3 8-5 15,0 0 9-15,0 0-11 0,0 0-1 0,0 0-1 16,-4-7-2-16,4 7 2 0,0 0-8 0,0 0 0 16,0 0 1-16,0 0-4 0,0 0 5 15,0 0 7-15,0 0-13 0,0 0-2 0,0 0-3 16,0 0 1-16,0 0 7 0,0 0-8 0,0 0 3 16,0 0 4-16,0 0-5 0,13 17-4 0,-8-10 6 0,0-1 6 15,2 2-5-15,-1 0 2 0,3 2-3 16,3 3 3-16,-3 0-4 0,1 0 0 0,4 1-1 0,-1-2 4 15,-1 4-1-15,-1-3 0 0,0 3 0 16,1-1 4-16,-1-1-2 0,1 2 0 0,-4 0-4 16,3-3 4-16,-1 2 3 0,0-1-3 0,1-1-2 15,-1 2-3-15,-1-1 5 0,0-2 4 0,1-1-4 16,-2 2-3-16,1-1-4 0,-3-3 5 0,0 1-3 16,2-3 4-16,-2 3-3 0,-1-3 4 0,1-1-1 15,-3 0 3-15,1 0-4 0,-4-6 3 0,8 7-4 16,-6-3 0-16,-2-4 12 0,8 5-7 0,-8-5-1 15,3 4 6-15,-3-4 12 0,0 0 6 0,0 0 8 16,0 0 8-16,4 3-7 0,-4-3-5 0,0 0 0 16,0 0-6-16,0 0 2 0,-6-25-6 0,4 15-5 15,1 0 3-15,-1-6-12 0,0 0 9 0,-1 0-1 16,2-1-7-16,-3 0 1 0,3-1 2 0,1-1-5 16,-3 2 9-16,1 1-13 0,2-3 0 0,0-7-3 15,0 7 5-15,0 0-2 0,0-5-2 0,-2-2-2 16,2 8 5-16,0 2 3 0,0 3 1 0,0-3-1 15,-1 0-4-15,0 5 13 0,1-3-15 0,-1 3 5 16,-3 1-1-16,4-2 3 0,-2 6-6 0,0-3 2 16,1-1 2-16,1 10-2 0,-2-13-1 0,1 7 0 15,1 6 1-15,-3-12 5 0,1 6-4 0,2 6 1 16,0-13-4-16,-5 7 4 0,5 6-6 0,0-10 5 16,0 10-6-16,-3-7 6 0,3 7-5 0,0 0-1 15,-1-8-1-15,1 8-6 0,0 0-9 0,0 0-8 16,-2-7-13-16,2 7-15 0,0 0-18 0,0 0-18 15,0 0-2-15,0 0-10 0,0 0-10 0,0 0-9 16,0 0-4-16,0 0-84 0,15 19-224 0,-15-19 99 16</inkml:trace>
  <inkml:trace contextRef="#ctx0" brushRef="#br0" timeOffset="144597.28">1878 7865 40 0,'0'0'66'0,"-20"2"2"16,9 2-8-16,0-1-2 0,-3 1-8 15,4 2-1-15,-7 3 0 0,2-2-5 0,0 5-2 0,2 0-1 16,-1 0-13-16,1 1 3 0,1-1-18 0,0 0 16 16,3-1-8-16,2 1 1 0,3 1-9 0,-2-3-2 15,2 0 2-15,3 2-6 0,0-2 3 0,1 0 4 16,0-1-7-16,1 1 8 0,0-4-1 0,4 3 0 16,2-1 4-16,0 0-5 0,0-1 4 15,1 0-5-15,3 0 2 0,-1-3-5 0,3 1 5 0,2-3-6 16,1 3-5-16,5-2-15 0,-3 0-10 0,4-3-20 15,5 0-23-15,-4 0-68 0,-3-2-144 0,-3-1 64 16</inkml:trace>
  <inkml:trace contextRef="#ctx0" brushRef="#br0" timeOffset="145069.63">2127 7799 17 0,'0'0'96'16,"-9"-2"-12"-16,9 2-6 0,0 0-3 0,-13 9-10 15,9-1-2-15,-3 2-9 0,1 1 1 0,-2 5-10 16,1 0-15-16,1-1 14 0,2-1-4 0,-1 2-3 16,3-4-10-16,0-1-1 0,1-1-4 0,2-1-2 15,-1 1-4-15,2-3-1 0,0 0 10 0,1-1-16 16,1-1 6-16,0-1-11 0,-4-4 0 0,11 7 7 15,-5-7-2-15,-6 0-6 0,13 0 5 0,-13 0-3 16,18-7 5-16,-10 3-2 0,-2 1-2 0,1-3 2 16,-1 0-11-16,-6 6 13 0,9-6-14 0,-4 3 7 15,-5 3 2-15,5-7-3 0,-5 7 9 0,3-6 6 16,-3 6-13-16,0 0-2 0,0 0-5 0,0 0 14 16,0 0-13-16,0 0-6 0,0 0-5 0,0 0 11 15,0 0-2-15,0 0-2 0,0 0 4 0,-20 19 5 16,15-10 3-16,-1 1-3 0,0 0-3 0,1-1 0 15,-1 2 1-15,0 4 3 0,1-3 0 0,1-1-5 16,2 1 1-16,-1 0 3 0,-1 1 4 0,7-3-5 16,-6 1 5-16,3-3-3 0,0 0 4 0,3-2 1 15,-1 1 0-15,-2-7 1 0,4 12-7 0,0-8 17 16,1 2-22-16,-5-6 11 0,7 7-1 0,0-7-1 16,-1 3-1-16,7-3-20 0,-3-1-20 0,3-2-16 15,1-2-22-15,4 0-28 0,0-1-52 0,-4-3-165 16,2-1 72-16</inkml:trace>
  <inkml:trace contextRef="#ctx0" brushRef="#br0" timeOffset="145258.26">2586 7616 20 0,'0'0'136'0,"0"0"-11"15,0 0-19-15,3-10-4 0,-3 10-14 0,4-7-9 16,-4 7-12-16,10-4-36 0,-10 4-14 0,18-5-21 16,-7 3-25-16,1 2-28 0,-2-1-57 0,1 4-123 15,-11-3 55-15</inkml:trace>
  <inkml:trace contextRef="#ctx0" brushRef="#br0" timeOffset="145426.04">2609 7819 8 0,'0'0'146'0,"-2"3"4"16,2-3-12-16,0 0-15 0,0 0-13 15,0 0-10-15,0 0-11 0,0 0-13 0,0 0-5 16,20-14-21-16,-7 9-13 0,2-1-23 0,0-4-32 16,5 1-32-16,5-1-33 0,-3 5-78 0,-4-2-173 15,8-3 77-15</inkml:trace>
  <inkml:trace contextRef="#ctx0" brushRef="#br0" timeOffset="146708.15">3324 7143 36 0,'0'0'89'0,"0"0"-7"15,0 0-3-15,0 0-6 0,0 0 10 0,-4-7-24 16,4 7-11-16,0 0-5 0,0 0 2 0,-5-5 1 16,5 5-2-16,0 0 0 0,-3-8 1 0,3 8-8 15,0 0 2-15,0 0 7 0,0 0-2 0,-6-6 2 16,6 6 4-16,0 0-5 0,0 0-3 0,0 0 5 15,-3-6-3-15,3 6 0 0,0 0 2 0,0 0-1 16,0 0 1-16,0 0-2 0,-2-6-4 0,2 6-5 16,0 0-1-16,0 0 0 0,0 0-6 0,0 0-5 15,0 0-5-15,0 0-9 0,0 0 0 0,0 0 2 16,0 0-1-16,0 0-4 0,0 0 3 0,0 0-1 16,0 0-5-16,21 20-3 0,-12-13-4 0,3 8 9 15,-1-2 7-15,0 1-8 0,2 2 2 0,-1-1-5 16,0 1 1-16,0-2-2 0,-1-2 2 0,-1 2 2 15,0 1-3-15,-1-5-2 0,-1 0 7 0,0 0-2 16,0-1 0-16,0-1 2 0,0 0-4 0,0-2 3 16,-4-1-4-16,1-1-3 0,1 0 6 0,-1 0-3 15,0 0 2-15,-5-4-3 0,5 5 1 0,-5-5-1 16,6 4 9-16,-6-4 3 0,0 0 8 0,0 0-3 16,0 0-6-16,0 0 1 0,5-18-1 0,-6 8 4 15,-1-1-4-15,0 1 5 0,0-8-4 0,-1 4 2 16,-1-5 4-16,2-1-3 0,-2 0-9 0,0-5-1 15,0 0 1-15,0-1-3 0,4 0 3 0,-1 0-2 16,-1-2 2-16,2 2-5 0,0 6 2 0,0 1-1 16,-2 2-2-16,2 0 1 0,-1 0-3 0,1 0 7 15,0 6-5-15,0 2 0 0,-1 3-1 0,3-1-1 16,-2 7 2-16,0-9-3 0,0 9-1 0,0 0-10 16,0 0-8-16,-1-11-13 0,1 11-17 0,0 0 4 15,0 0 0-15,0 0-36 0,6 22-3 0,-2-9-14 16,0 5-19-16,0 0-19 0,0 1-79 0,-4 1-235 15,2 0 104-15</inkml:trace>
  <inkml:trace contextRef="#ctx0" brushRef="#br0" timeOffset="146967.01">3789 7069 70 0,'0'0'103'0,"0"0"-9"16,-27 9-4-16,21-4-3 0,-2 0 5 0,-1 3-6 16,1-1-10-16,-1 2 3 0,3 2-3 0,-3 4-5 15,3 0-7-15,0-4 8 0,0 5-8 0,2-4-12 16,2-1 2-16,0-1 3 0,0 1-8 16,2-1-4-16,0-1-5 0,2-1-9 0,1-1 4 0,2 2-6 15,1-2 1-15,1-3-7 0,4 0-19 0,1 0-36 16,1-3-13-16,6-1-39 0,0 0-21 0,-1-4-17 15,2 0-76-15,-3-2-214 0,7-7 95 0</inkml:trace>
  <inkml:trace contextRef="#ctx0" brushRef="#br0" timeOffset="147200.87">4129 6896 71 0,'0'0'114'0,"-17"-1"-1"0,17 1-7 15,-19 10-4-15,9-1 2 0,-3 2-8 0,1 3 4 16,0 3-7-16,-2 4-1 0,2 1-4 16,1 0 0-16,4-3-10 0,3-2-6 0,0 4-1 0,2-6-9 15,2 3 2-15,1-1-9 0,-1-4-8 0,3-1-8 16,1-1 1-16,1-1-4 0,4 0-5 0,0-1 3 16,1-2-5-16,1-2-1 0,6 0-27 15,1-3-16-15,2-2-39 0,8-6-30 0,2 0-35 16,1-5-34-16,-2 0-86 0,2-7-258 0,-2 0 115 0</inkml:trace>
  <inkml:trace contextRef="#ctx0" brushRef="#br0" timeOffset="147390.94">4600 6700 138 0,'-3'-5'133'0,"3"5"-10"0,0 0-2 0,17-12-20 16,-8 7-13-16,7-3-4 0,-1-2-9 0,4 0-10 16,8-5-23-16,-3 2-24 0,7-1-45 15,-4 1-36-15,-2-1-87 0,1-2-162 0,1 1 72 16</inkml:trace>
  <inkml:trace contextRef="#ctx0" brushRef="#br0" timeOffset="148118.94">5039 6176 100 0,'7'-8'111'0,"5"-6"2"0,3 1-21 0,4-4 0 16,-2 4-13-16,5-3-6 0,-6 4-4 0,2-1-16 15,-2 2 2-15,0 1-9 0,-6 3-8 0,4 1-8 16,0-1-19-16,-4 3 4 0,-3 1-27 0,-2 1 0 15,-5 2-12-15,9-3 10 0,-9 3-11 0,0 0 7 16,0 0 7-16,0 0-3 0,0 0 3 0,0 0-1 0,0 0 2 16,-25 11 5-16,17-7 0 0,1-2-3 15,-1 2 6-15,1 0 2 0,7-4 2 0,-9 4-5 16,9-4 4-16,-8 7 10 0,8-7 3 0,-3 8 4 16,3-8 23-16,-3 17-5 0,6-4 1 0,-1-2 2 15,5 8 7-15,2 6 7 0,-2 3 2 0,5-3 5 16,-2 1-2-16,-1 0 1 0,4 1-8 0,-2 1 3 0,2-3-6 15,0 0-4-15,-2-3-5 0,-1-4-3 16,1-1-3-16,-1-1-4 0,-1-1-3 0,-1-2-4 16,-2-2-2-16,-1-1-3 0,-1-2 0 0,0-2-1 15,0-1 0-15,-4-5 2 0,2 9 1 0,-2-9 2 16,0 0-9-16,-6 11 4 0,-2-10-1 0,-2-1-3 16,10 0-9-16,-19-3 6 0,7 2-1 0,1-3 2 15,-1-1-4-15,3 2 6 0,0-3-7 0,-1 2 4 16,4-1 1-16,1 1 6 0,5 4 2 0,-9-5-3 15,9 5-2-15,-8-3-2 0,8 3-1 0,0 0-4 16,-4-5-4-16,4 5 2 0,0 0 0 0,0 0-1 16,0 0 4-16,26-6-6 0,-15 6 1 0,7-3-2 0,2-1-17 15,7 1-13-15,-1-1-18 0,1-2-15 16,4-1-20-16,-1 1-20 0,-2-4-1 0,2 4-4 16,-4-1-6-16,-5-1 0 0,3 0 2 0,-3 1 14 15,-2-1 3-15,-1 1 11 0,-2-2 9 0,0 1 3 16,-1-2 11-16,-6 2 8 0,1-2 13 0,-2 3 16 15,0-3 16-15,-3 1 22 0,-3 1 10 0,-2 8 7 16,2-17 25-16,-2 17 16 0,-3-13 1 0,3 13-4 16,-5-11 5-16,2 6 0 0,3 5 0 0,-6-7-7 15,6 7 0-15,-8-6-9 0,8 6-6 0,-7 0-4 16,7 0 11-16,0 0-6 0,-13 13-2 0,8-5-4 16,1 3-4-16,-3-2-3 0,4 6-3 0,-1-2-2 15,1 4 0-15,1-3-4 0,2 1-2 0,1-2-1 16,1 0-7-16,4-2-4 0,-1 1-2 0,2-2 4 15,1-1-19-15,1-3-17 0,4 2-26 0,-3-3-19 16,8-4-30-16,1-1-37 0,-1-4-18 0,0-4-104 16,2 1-271-16,4-7 120 0</inkml:trace>
  <inkml:trace contextRef="#ctx0" brushRef="#br0" timeOffset="148353.84">5932 5989 14 0,'-3'-10'163'0,"0"3"8"0,0 0 5 0,2 1-5 16,1 6-13-16,-4-11-14 0,1 6-21 0,3 5-16 16,0 0-11-16,0 0-11 0,0 0-4 0,0 0-12 15,0 0-3-15,16 24-4 0,-9-9-8 0,1 2-4 16,1 1-2-16,1-1-6 0,0 9 1 0,1-4-4 16,-2-5-4-16,0 0-11 0,0-1 5 0,-2 1-4 15,3-2-2-15,1 0 2 0,-2 1-7 0,1-1-15 16,-4-2-27-16,-1-4-35 0,0 2-20 0,3-1-24 15,-2 0-13-15,-2-3-20 0,-1 0-19 0,-1-1-91 16,-2-6-266-16,0 6 118 0</inkml:trace>
  <inkml:trace contextRef="#ctx0" brushRef="#br0" timeOffset="148627.34">6042 5845 90 0,'6'-14'109'0,"1"2"-4"15,-1 3 7-15,0 3-23 0,0 1-25 0,0 3 10 16,-6 2-8-16,14 2 4 0,-8 1 1 0,3 5-8 16,-1 3-5-16,0 3 2 0,-3 3 0 0,-3 7-3 15,-2 2 0-15,-3 0-18 0,-4 0 9 16,1-7-3-16,-1-1-6 0,1 1 2 0,-2-4 9 0,2 1 3 16,1-6-1-16,0 2 0 0,1-2-4 0,0-1 3 15,-1-2-9-15,2 0-7 0,2-1-6 0,1-6-2 16,-5 7 0-16,5-7-3 0,-3 9 0 0,3-9-7 15,0 0 2-15,12 7 0 0,-6-7-7 0,7 3-14 16,0-3-33-16,2-5-29 0,6 0-39 0,0 0-27 16,6-4-26-16,0 0-96 0,-9 0-272 0,6-3 121 15</inkml:trace>
  <inkml:trace contextRef="#ctx0" brushRef="#br0" timeOffset="148862.93">6441 5850 150 0,'4'-5'141'0,"-4"5"-24"0,0 0-5 0,5-4-5 16,-5 4 10-16,0 0-3 0,11 16 0 0,-8-5-5 16,2 4 4-16,0 4-9 0,0 6-6 0,0-1-5 15,0 3-6-15,-2-2-8 0,-1-1-6 16,1-6-8-16,1 0 2 0,-2-3-4 0,2-4-7 16,0 2 0-16,2-4-5 0,-1 1-3 0,2-2-1 0,1 1-5 15,0-3-1-15,4-1-2 0,0-3 0 0,8-3-6 16,8-7-1-16,0 1-6 0,7-5-3 0,12-11-16 15,3-2-21-15,-3 0-29 0,4-4-35 0,-1 0-43 16,0-2-45-16,-4 2-175 0,-13 9-368 0,-2-1 163 16</inkml:trace>
  <inkml:trace contextRef="#ctx0" brushRef="#br0" timeOffset="154458.15">1600 6135 11 0,'0'0'83'0,"0"0"0"16,0 0 3-16,0 0-12 0,-6-14 0 0,6 14-8 16,0 0-12-16,0 0-4 0,0 0 1 0,0 0-13 15,-10-3-1-15,10 3 4 0,0 0-10 0,0 0-3 16,-14 0-9-16,14 0 2 0,-11 6-5 0,2 1-1 16,0-3 0-16,0 1 9 0,0 2-12 0,0 2 6 15,0-1-3-15,1 2-4 0,-4 2-7 16,1 1 4-16,2 0 6 0,-1 3-4 0,0-1 11 15,2 1-5-15,-1 2 3 0,3-2-6 0,0 2 3 0,2-2 2 16,1 0 1-16,1 1 4 0,0-2 21 0,4-3 0 16,0 0-6-16,2 1 0 0,1-4 2 0,-3 4-2 15,5-5-1-15,0 1 1 0,2-3 4 0,3 1-7 16,2-2 2-16,-2-3-5 0,9-2-1 0,0 0-1 16,6-1-4-16,-4-2 1 0,6-4-11 0,-2-1-22 15,4 0-18-15,-3-1-32 0,0-2-23 0,-3 1-27 16,0-2-20-16,-5 5-99 0,-1-3-244 0,-4-2 108 15</inkml:trace>
  <inkml:trace contextRef="#ctx0" brushRef="#br0" timeOffset="154869.81">1979 5976 17 0,'0'0'105'0,"-6"-6"-11"0,6 6-10 0,-9 0-5 15,9 0-11-15,-14 7-3 0,7-2 3 0,0 2-4 16,-3 3-10-16,-2 0 0 0,3 3-1 0,0-1-1 16,0-3-2-16,4 2-7 0,1-1-2 0,2 3-3 15,-2-8-2-15,4 5-8 0,0 0 2 0,2-3-6 16,1-1 3-16,2 2 23 0,0-3-24 0,0 0-1 16,5-3 0-16,2 1-8 0,-3-3 14 0,5 0-16 15,-1-3 1-15,1 2 1 0,-1-2-3 0,1 0-3 16,-3 0 1-16,1-1 1 0,-4 4-2 0,-1-3-3 0,-7 3 5 15,11-2-6-15,-11 2-2 0,0 0 2 16,11-1 1-16,-11 1-6 0,0 0 5 0,0 0-2 16,0 0-4-16,0 0 6 0,-16 19-5 0,7-11 3 15,-5 4 8-15,-2 10-1 0,-5-3-2 0,3 1 4 16,-2-1-6-16,11-3 4 0,-4 1 4 0,4-3-1 16,0-2 6-16,3 0-6 0,2-4 1 0,2 1-2 15,0-3 0-15,2 4 3 0,0-10 3 0,4 13-2 16,1-7 4-16,5 0 0 0,0-2-5 0,8-1 2 15,2-3-3-15,0 0-6 0,8-6-28 0,0 1-30 16,2-5-30-16,2 2-29 0,-3-4-31 0,-1 3-110 16,-8 0-269-16,-1-1 120 0</inkml:trace>
  <inkml:trace contextRef="#ctx0" brushRef="#br0" timeOffset="155041.97">2337 5997 28 0,'-1'-8'163'0,"1"8"-13"16,0 0-16-16,0 0-14 0,0 0-10 0,0 0-8 15,-3-6-16-15,3 6-14 0,0 0-5 0,0 0-33 16,0 0-31-16,0 0-28 0,0 0-32 0,0 0-108 16,7 26-178-16,-7-26 78 0</inkml:trace>
  <inkml:trace contextRef="#ctx0" brushRef="#br0" timeOffset="155285.07">1674 6674 129 0,'0'0'198'0,"0"0"-17"0,31-11-19 0,-4-5-17 0,2-2-9 15,3-1-9-15,13-8-9 0,-1-3-10 16,2 2-7-16,0-4-11 0,4 0-4 0,-4 3-11 16,1-1-8-16,-3 1-8 0,6 2-2 0,-6 2-9 15,-12 6-19-15,4 3-25 0,-4-1-27 0,1 2-37 0,-4-1-37 16,1 2-33-16,-4 1-139 0,-7 4-290 16,-4-2 128-16</inkml:trace>
  <inkml:trace contextRef="#ctx0" brushRef="#br0" timeOffset="156585.09">472 6868 41 0,'0'0'154'0,"0"0"-2"16,0 0-2-16,0 0-15 0,0 0-3 0,0 0-12 15,0 0-13-15,0 0-10 0,-17-40-36 0,17 40-6 16,0 0-6-16,38-57-7 0,-18 34-3 0,4-4-7 16,1 5-6-16,2-3-3 0,-2 0-5 0,-2 4-15 15,0 6-19-15,-23 15-17 0,32-20-27 0,-32 20-11 16,23-9-24-16,-23 9 5 0,0 0-89 0,0 0-193 15,0 0 86-15</inkml:trace>
  <inkml:trace contextRef="#ctx0" brushRef="#br0" timeOffset="156818.37">486 6802 49 0,'0'0'83'0,"0"0"-1"15,0 0 5-15,0 0 5 0,0 0 1 0,0 0 1 16,7 63-7-16,-7-63-8 0,16 32 7 16,-16-32 1-16,15 37-2 0,-6-14-13 0,-9-23-2 15,18 44 0-15,-12-27-17 0,-6-17 0 0,15 37-4 16,-15-37-9-16,12 31-2 0,-12-31-1 0,11 32-4 0,-11-32-29 16,8 23-27-16,-8-23-19 0,0 0-20 0,15 32-34 15,-15-32-27-15,0 0-74 0,14 20-212 16,-14-20 94-16</inkml:trace>
  <inkml:trace contextRef="#ctx0" brushRef="#br0" timeOffset="157315">598 6991 28 0,'0'0'89'0,"34"-32"-12"0,-34 32-10 16,34-32 0-16,-21 20-11 0,-13 12-4 15,29-26-8-15,-29 26 1 0,29-21 7 0,-18 14-16 16,1-1-7-16,-3 1-7 0,-1 1-1 0,-3 1 7 0,-5 5-11 16,11-7 21-16,-11 7-2 0,7-6 1 0,-7 6-5 15,0 0 6-15,0 0-12 0,0 0 0 0,0 0 2 16,0 0-4-16,0 0 0 0,0 0-10 0,0 0 5 16,0 0 0-16,0 0 2 0,0 0 9 15,0 0-12-15,0 0 4 0,-27 69-5 0,27-69-2 16,0 0-2-16,-2 34 7 0,2-34-2 0,0 0-2 15,0 0 8-15,11 34-9 0,-6-29 4 0,0 4-6 16,1-5 2-16,-1 1-3 0,-5-5-2 0,16 3 3 16,-6-5-8-16,-10 2 4 0,0 0 2 0,23-5-6 15,-14 1 10-15,0 0-9 0,2-2 4 0,-4-1-3 16,0 0 2-16,-1 1-2 0,-6 6-2 0,10-13-5 16,-8 6 2-16,-2 7 3 0,7-15 0 0,-4 6-11 15,0-2 5-15,-3 11-1 0,2-19 1 0,0 14-3 16,-2 5 3-16,3-12 2 0,-3 12-9 0,2-10 2 15,-2 10 0-15,0 0 0 0,9-8-7 0,-9 8 5 16,0 0 6-16,5-8-3 0,-5 8 3 0,0 0-5 16,12-2 4-16,-12 2 3 0,10-2-2 0,-10 2 6 15,0 0-1-15,11-1 3 0,-11 1-5 0,0 0 0 16,11-5-7-16,-11 5 9 0,0 0 0 0,12-3-18 16,-12 3-11-16,11-5-19 0,-4 1-10 0,1 0-27 15,2-4-17-15,3-2-87 0,1 1-201 0,-1-2 89 16</inkml:trace>
  <inkml:trace contextRef="#ctx0" brushRef="#br0" timeOffset="158271.4">2610 5782 138 0,'0'0'154'0,"0"0"-4"0,-5-5-13 15,5 5-18-15,0 0-16 0,0 0-8 0,0 0-14 16,0 0-8-16,0 0-6 0,0 0-8 15,0 0-9-15,9 32 2 0,-2-17-8 0,-2 3-4 0,0 1-3 16,4 6-1-16,-3-1-7 0,1-6-1 0,-3-3-3 16,-1 1-1-16,2-5-5 0,-1 0 0 0,-1 0 4 15,-1-2-8-15,1-4 5 0,-2 0 4 0,-1-5 12 16,4 10 15-16,-4-10 11 0,1 4-6 0,-1-4-2 16,0 0-4-16,0 0-3 0,0 0-7 15,0 0-5-15,0 0-2 0,-7-19 1 0,4 8-4 16,0 2-6-16,1-4-2 0,-1 0-3 0,1-4-3 0,1 1 0 15,-1-4-6-15,1 1-1 0,0-1 3 0,0-7-4 16,2 0 7-16,-2-1-10 0,2 3 0 0,-1 0 0 16,0-1 1-16,1 8-5 0,0 3 0 15,-1 3 4-15,2 0-5 0,-1 1 0 0,1 3 0 16,0-2-6-16,0 4 3 0,2 2-5 0,-4 4 4 16,12-7-4-16,-5 10-1 0,5 1 4 0,1 0 4 15,2 7-3-15,2 0 6 0,-1-1-5 0,3 9 1 16,-3-6-1-16,4 6 1 0,-6-6 1 0,-1 2 2 0,2-1-2 15,-3 0 3-15,0-1-1 0,-1-1 0 16,-2-2 5-16,1 0-13 0,-2-1-21 0,-2 1-19 16,0 0-16-16,-2 0-22 0,1-1-13 0,-2-3-26 15,-3 4-20-15,0-2-15 0,-4 1-102 0,-2-3-283 16,-3 0 125-16</inkml:trace>
  <inkml:trace contextRef="#ctx0" brushRef="#br0" timeOffset="158828.94">2761 5910 74 0,'-11'-4'78'0,"-1"0"0"0,5 2 12 0,-1-2 1 15,2 1-5-15,6 3-20 0,-8-11 3 0,8 11-16 16,-1-13-4-16,3 3-1 0,2 1-4 0,6-6-9 16,4-1-1-16,3-1-1 0,2-3-5 0,1 2 4 15,1 3-1-15,-4 2-9 0,-2 2 3 0,3 1-4 16,-2 2-6-16,-2 0 6 0,-1 2 2 0,1 2-7 16,-1 3 7-16,1 1-2 0,-2 1 8 15,0-1-17-15,-1 3 9 0,-2 1 2 0,0 1 13 0,2 1-3 16,-6-2 0-16,0 2-4 0,0-2 3 0,2 0-8 15,-2 2 4-15,-5-6-4 0,5 5 4 0,-5-5-1 16,4 5 1-16,-4-5 3 0,0 0-6 0,0 0 3 16,0 0-2-16,0 0-1 0,0 0-1 0,0 0 2 15,0 0 4-15,0 0-4 0,0 0-4 0,0 0-1 16,-24-13 2-16,22 7-1 0,2 6-5 0,-6-14-2 16,3 5-7-16,3-2 5 0,0-1-9 0,0 0-1 15,0-2-1-15,3 2-2 0,1 2-2 0,2-1 0 16,-1 1-11-16,4 1 10 0,-1 3 0 0,1 0-2 15,3 1 0-15,-1 0-1 0,2 5 1 0,-1-1 1 16,-12 1-2-16,25 3 2 0,-14 0 2 0,-2 2 0 16,2-2-6-16,-3 3 5 0,1-3 0 15,3 1 2-15,-12-4 2 0,10 8 1 0,-10-8-4 16,6 4 5-16,-6-4 0 0,8 3 8 0,-8-3-2 16,0 0-4-16,0 0 1 0,0 0 0 0,0 0 0 0,0 0 4 15,0 0 2-15,0 0-3 0,0 0-1 0,-13-22-1 16,11 15-2-16,0-3 3 0,2 10 4 0,-2-19-7 15,2 6-4-15,1-2-4 0,2 2 5 16,-2-3-8-16,5 0 2 0,2 2 0 0,2-1 0 16,-2 5 1-16,1 2-5 0,2 0 1 0,-2 2-1 15,2-1 9-15,2 3-7 0,-1 4 1 0,-12 0-1 16,27 4 0-16,-16-1 1 0,5 1 0 0,-1 3 1 16,-1 3 4-16,2-2-6 0,-3 2-1 0,2 0-5 15,-3 2-17-15,-4-3-28 0,1-1-20 0,0 2-36 16,1 2-31-16,-3-1-111 0,-2-2-276 0,0 1 122 15</inkml:trace>
  <inkml:trace contextRef="#ctx0" brushRef="#br0" timeOffset="159060.31">3450 5318 135 0,'-5'-11'142'16,"1"2"16"-16,2 3-10 0,2 6-3 0,-4-11-23 15,4 11-10-15,-5-5-15 0,5 5-13 0,0 0-9 16,0 0-8-16,0 0 0 0,21 22-4 0,-9-6-6 16,3 4-3-16,3 3-6 0,-3 2 0 0,3 1-5 15,-2-3 1-15,-1 2-3 0,0 1-4 0,-1-2-6 16,-1 1-7-16,-4-9 1 0,1 3-26 0,-1-4-21 16,-2 0-37-16,-1-5-38 0,-1-1-31 0,1 1-24 15,-3-1-83-15,-3-9-254 0,0 12 112 0</inkml:trace>
  <inkml:trace contextRef="#ctx0" brushRef="#br0" timeOffset="159265.57">3561 5329 55 0,'11'-4'101'0,"-11"4"1"0,17 0-6 16,-17 0 1-16,18 6 0 0,-9-1-7 0,3 2-6 0,-2 0-9 15,-1 2-6-15,1-2-6 0,-2 3-7 0,-2-2 0 16,-1 4-6-16,-2 0-2 0,-1 5-18 16,-5-3-12-16,-2 2-42 0,-3 2-41 0,-3-2-118 15,-6 6-199-15,3-9 88 0</inkml:trace>
  <inkml:trace contextRef="#ctx0" brushRef="#br0" timeOffset="159578.41">3522 4950 107 0,'0'0'101'0,"23"6"-4"0,-8 2-6 16,0 1-7-16,2 0-8 0,-3 2-3 0,3 1-1 15,-5 0-6-15,-3-2 3 0,1-3-4 0,-2 1 5 16,0 0-10-16,-2-5 3 0,-1 1 12 0,-1 0 25 15,-4-4 5-15,5 4 16 0,-5-4 9 16,0 0-16-16,0 0-6 0,0 0-7 0,0 0-17 0,0 0-3 16,0 0-8-16,-1-27-8 0,-2 16-7 0,1-5-9 15,1 0-3-15,-1-5-6 0,0 1 0 0,2-4-5 16,4 4-7-16,-2 2-6 0,2 0-1 0,2 3-4 16,0-1-7-16,0 5-17 0,2 3-17 15,1 1-26-15,0 0-28 0,2 4-29 0,1 2-29 16,0 1-44-16,2 2-160 0,3 8-367 0,-2 2 163 15</inkml:trace>
  <inkml:trace contextRef="#ctx0" brushRef="#br0" timeOffset="160419">3616 7613 4 0,'0'0'97'0,"-6"5"-2"16,6-5 4-16,0 0-6 0,0 0-18 0,0 0 4 15,0 0-8-15,0 0-6 0,23-13 4 0,-9 3 0 16,9-7-8-16,5-1 8 0,1-4-17 0,12-6 1 16,1-1 6-16,2 0-9 0,2 0 0 0,-5-1-2 15,5-2-6-15,1 4-3 0,-3 1 1 0,-14 8-8 16,1 2 0-16,-2-1 0 0,-2 1-6 0,-3 3 3 15,-4 2-5-15,-2 5-3 0,-2-2-1 0,-4 2-4 16,-3 3-2-16,-1 1-3 0,0-2-4 0,-3 4 2 16,-5 1-2-16,11-6-3 0,-11 6 1 0,6-2-5 15,-6 2-9-15,0 0-6 0,0 0-10 0,0 0-29 16,0 0-11-16,0 0-22 0,-11 22-7 0,4-13-21 16,-1 1-86-16,-4 1-218 0,-4-3 97 0</inkml:trace>
  <inkml:trace contextRef="#ctx0" brushRef="#br0" timeOffset="160673.03">3763 7570 56 0,'0'0'100'16,"22"-17"0"-16,-5 6-16 0,6-6 7 0,5-2-8 15,4-1-7-15,12-9-11 0,0 3-4 0,-3-2-4 16,2 1-11-16,-11 8-1 0,1 1-9 0,-3 0 4 16,-2 3-18-16,-5 4 4 0,-4 2-6 0,-1 0-14 15,-7 3-21-15,0 2-14 0,-1-2-12 0,-5 6-13 16,-5 0 2-16,0 0-1 0,0 0-4 0,0 0-3 16,-4 16-50-16,-9-6-117 0,-2 3 53 0</inkml:trace>
  <inkml:trace contextRef="#ctx0" brushRef="#br0" timeOffset="160819.57">3950 7491 3 0,'-18'10'29'0,"0"2"1"16,3-6 10-16,3 0 3 0,3 0 9 0,4-4-2 16,1 0-4-16,4-2 0 0,0 0 0 0,0 0-5 15,0 0-2-15,20-25 2 0,1 8-1 0,2-3 3 16,6-1-7-16,11-8 8 0,-9 6-20 0,11-4-5 16,0-1 5-16,-10 10-16 0,-1-3-9 0,-3 4-19 15,-2 4-21-15,-7 2-22 0,-3 4-41 0,-5 3-112 16,-1-3 50-16</inkml:trace>
  <inkml:trace contextRef="#ctx0" brushRef="#br0" timeOffset="161959.1">2258 9837 133 0,'-7'-6'145'16,"7"6"-4"-16,-3-5-12 0,3 5-17 0,0 0-11 15,0 0-13-15,-6-4-11 0,6 4-9 0,0 0-4 16,0 0-12-16,0 0 1 0,0 0-3 0,0 0 4 15,25 20-4-15,-15-12-2 0,0 3-5 0,7 3 0 16,-2-1-5-16,7 6 0 0,1-2 1 0,-4 1-5 16,-2-6-2-16,4 5-3 0,-7-3 2 0,3-3-6 15,-6 2 3-15,6-3 0 0,-4 0-2 0,-3-4-7 16,0 1 1-16,-1 0 3 0,-1-2-4 0,-2-1-5 16,1 0-1-16,-2 1 0 0,0-3-3 0,-5-2 0 15,9 2 5-15,-9-2 2 0,8 2 11 0,-8-2 1 16,0 0 0-16,0 0 3 0,6-9 0 0,-6 9-4 15,2-18 1-15,-4 3-4 0,-1-1 3 0,1-3-6 16,-2 1 1-16,0-7-8 0,2 0 2 0,-3 1-1 16,-2-2-2-16,2 3 0 0,-3-1-19 0,3 4 2 15,1 3 0-15,-1-3-1 0,3 4 3 0,-3-1 0 16,-2 2 3-16,3 4-3 0,3 1-5 16,0 1-2-16,-2 3-8 0,3 6-22 0,-2-8-16 0,2 8-3 15,0 0-10-15,0 0-22 0,0 0 4 0,0 0-22 16,1 25-12-16,3-10-27 0,1 2-112 0,1 0-279 15,-1 1 124-15</inkml:trace>
  <inkml:trace contextRef="#ctx0" brushRef="#br0" timeOffset="162195.09">2805 9950 95 0,'-3'10'132'0,"1"2"-8"0,-2 1-2 16,2-2-7-16,0 5-10 0,1 1-8 0,-1-7-9 15,4 1-4-15,-2 0-10 0,3 2-9 0,1-2 6 16,1 0-23-16,1 0-2 0,0-4 0 0,3-1-5 16,-1 0-21-16,-1-1-19 0,5-1-19 0,-2-2-38 15,2-2-24-15,0-1-24 0,0-3-82 16,-2 0-202-16,3-2 89 0</inkml:trace>
  <inkml:trace contextRef="#ctx0" brushRef="#br0" timeOffset="162580.54">3114 9710 106 0,'-13'10'113'0,"9"-4"-9"0,-3 3-9 16,2 1 7-16,1-1-3 0,-1 2-10 0,1-2-6 15,2 2-8-15,1-2-10 0,0 1 7 16,3-1-20-16,0 0-1 0,0-3-5 0,2 1 1 0,-4-7-8 16,13 9 2-16,0-4-9 0,-3-3-4 15,0 1-1-15,-10-3 0 0,21 0 2 0,-12-2-14 16,-9 2-2-16,20-2-10 0,-12 1-7 0,-8 1 5 0,0 0-3 16,18 0 2-16,-18 0 5 0,0 0-13 0,0 0 20 15,9-2 0-15,-9 2 0 0,0 0-6 0,0 0 3 16,0 0-4-16,0 0 3 0,0 0 1 15,0 0 1-15,0 0-4 0,-30 21 2 0,24-14 1 0,-2 1 2 16,2 3 7-16,-1 0 4 0,2 0 9 16,1-1-6-16,-1-3-4 0,3 2 1 0,-1 2-4 0,1-2-5 15,2 0 6-15,0-9 1 0,1 16-3 0,1-9 1 16,1-1-1-16,-3-6-2 0,6 9 1 16,2-6-4-16,-8-3 0 0,17 3-5 0,-7-1-22 15,5-4-19-15,2-1-22 0,1-2-27 0,8-7-21 16,-1 0-23-16,2 0-14 0,-4-4-81 0,0 2-239 0,0-3 107 15</inkml:trace>
  <inkml:trace contextRef="#ctx0" brushRef="#br0" timeOffset="162752.66">3623 9537 22 0,'0'0'130'0,"3"-5"-7"0,-3 5-24 0,6-4-4 15,-6 4-19-15,7-3-20 0,-7 3-26 16,13-3-22-16,-5 3-17 0,-8 0-16 0,14 1-12 16,-9 2-16-16,4 0-34 0,-4 3-92 0,-1-2 41 15</inkml:trace>
  <inkml:trace contextRef="#ctx0" brushRef="#br0" timeOffset="162877.07">3699 9646 36 0,'0'0'81'0,"-2"8"-6"16,2-8-8-16,-2 6-5 0,2-6 2 0,0 0-2 15,0 0 8-15,0 0-21 0,7 9 4 0,-7-9-14 16,13-2 3-16,-2-3-14 0,6-2-20 0,1-1-32 16,6-6-39-16,-2-2-46 0,-2-4-116 0,3 1 51 0</inkml:trace>
  <inkml:trace contextRef="#ctx0" brushRef="#br0" timeOffset="163199.79">4411 9004 92 0,'0'0'116'0,"-7"5"-12"0,7-5-1 0,-7 5-9 16,7-5-11-16,-6 3-10 0,6-3-4 0,0 0-15 16,-7 4 5-16,7-4-3 0,0 0-2 0,0 0 4 0,0 0 5 15,-3 5-6-15,3-5 5 0,0 0-4 16,0 0-9-16,0 0 4 0,0 0-7 0,0 0-4 16,0 0-6-16,0 0 0 0,28-15-2 0,-16 11-19 15,4-3-27-15,3 0-25 0,-1-1-33 0,1-2-35 16,6-2-119-16,-8 1-243 0,2 1 108 0</inkml:trace>
  <inkml:trace contextRef="#ctx0" brushRef="#br0" timeOffset="164823.54">4513 8954 59 0,'-7'-9'87'0,"0"3"16"16,2 0 0-16,0 0-5 0,1 1 4 0,4 5-4 15,-9-8-5-15,9 8-17 0,-6-6-6 0,6 6-15 16,0 0-2-16,0 0-1 0,0 0-2 0,-10 19-6 15,7-7 1-15,1 5-6 0,-2 8 2 0,-3 4-13 16,4 2 3-16,-3 2-4 0,3 2 4 0,-1-3-3 16,0 0-5-16,0 1-6 0,0-4 2 0,-1-3 2 15,1 1-6-15,1-8 1 0,1-7-2 0,0 4-1 16,-1-4 0-16,2-5-3 0,-1 2 0 0,2-1-4 16,0-8 5-16,-2 7-5 0,2-7 17 0,-1 9 4 15,1-9 10-15,0 0 9 0,0 0-7 0,0 0-5 16,0 0 4-16,0 0-13 0,0 0 2 0,0 0-5 15,0 0 1-15,5-28-4 0,1 19-4 0,5-6 0 16,2-2-1-16,0 3-4 0,9-7-7 0,-3 2-2 16,3 5-1-16,1-8-3 0,0 7 0 0,-1 1 5 15,-6 2-13-15,1 2 0 0,1-2-3 0,-2 2-2 16,2 0-4-16,0 0 2 0,-1 1 0 16,1 1 1-16,-4 0 1 0,1 1-6 0,-3 0-3 0,0 4-1 15,-3-3 5-15,-2 2 2 0,-2 0 3 0,1 3 3 16,-6 1 5-16,8-6 5 0,-8 6 0 0,5-4-2 15,-5 4 4-15,0-10 0 0,0 10 4 0,-7-9-3 16,7 9 3-16,-12-13-1 0,3 8 1 0,-3-2-5 16,-3 0 4-16,-2 0 2 0,1 0-4 0,-3 4 5 15,1-1-1-15,-1 0-2 0,1 0 1 0,0 2-1 16,0-2-1-16,4 3 3 0,2 0-3 0,1-1-3 16,1 2 1-16,2 0-16 0,8 0-25 0,-15 2-27 15,9-1-23-15,6-1-23 0,-6 6-13 0,6-6-87 16,-3 7-233-16,3-7 104 0</inkml:trace>
  <inkml:trace contextRef="#ctx0" brushRef="#br0" timeOffset="165374.96">4913 8686 50 0,'-6'-7'199'0,"6"7"-18"0,-1-8-21 0,1 8-11 16,0 0-21-16,5-16-14 0,0 7-14 0,3 0-10 15,-1-5-6-15,4 1-9 0,4 2-8 0,-2-1-7 16,1 3-8-16,-4 2-12 0,-1 1-7 0,0-1-11 16,-2 3-8-16,-1 0-7 0,-1 0 3 0,-5 4-2 15,9-7-3-15,-9 7 1 0,5-3-2 0,-5 3-1 16,0 0 0-16,0 0 9 0,0 0-8 0,0 0-1 15,0 0-1-15,0 0-4 0,0 0 3 0,0 0 1 16,0 0-4-16,0 0 1 0,0 0-2 0,0 0 7 16,-12 22-5-16,12-13 9 0,5 2 8 0,-2 0 7 15,2 0-5-15,-2 4 1 0,4 1 1 0,0-1-3 16,3 0-1-16,-2 1 2 0,1-3-1 0,-2 1 1 16,3-1 1-16,-2-2-5 0,0 2 0 0,1-3-4 15,-2-1 2-15,1 2-3 0,-1-3 4 0,0 3-6 16,-2-4 4-16,0 2-2 0,0-1-1 0,-1 0 0 15,-2-1 2-15,-2 0-4 0,1 0 1 0,-2 1 1 16,-2 1-1-16,-2-1-3 0,0-1 11 0,0 1-10 16,-4-1 0-16,0-1 0 0,0-1 2 0,-1 0-4 15,1-2 2-15,1-1-1 0,1 0 7 0,7-2-8 16,-12 2 2-16,5-1 0 0,7-1-1 0,-11 0 0 16,11 0 0-16,0 0-1 0,0 0 4 0,-13-2-5 15,13 2 0-15,0 0-1 0,0 0 0 0,0 0-2 16,0 0-2-16,21-24-4 0,-7 13-11 0,2-1-12 15,6-2-23-15,0 0-12 0,1-1-11 0,1 1-17 16,0-1-12-16,-2 1-12 0,2-2-8 0,1 2 0 16,-3-1-2-16,0 1-75 0,-4 3-217 0,-4 0 97 15</inkml:trace>
  <inkml:trace contextRef="#ctx0" brushRef="#br0" timeOffset="165571.57">5474 8586 8 0,'2'-8'62'15,"-1"1"10"-15,-1 7-1 0,0-13 1 0,0 13 13 16,-3-7 3-16,3 7-13 0,-5-8-2 0,2 3-4 0,3 5 7 15,-7-5-11-15,7 5-6 0,0 0 0 16,0 0 6-16,-18 9 0 0,11-1 0 0,2 3 2 16,-2-1 7-16,1 5-4 0,0 2-5 0,3-6-6 15,-2 3-3-15,1 1-3 0,3-3-7 0,1-2-7 0,1 0 1 16,1 0-6-16,2-2-1 0,5 0-2 0,-1-2-8 16,1 1-9-16,3-5-27 0,1-1-25 15,8-2-31-15,7-6-30 0,-1-1-24 0,-2-1-126 0,1-2-269 16,-2-2 119-16</inkml:trace>
  <inkml:trace contextRef="#ctx0" brushRef="#br0" timeOffset="165871.6">5782 8182 16 0,'-5'-5'178'0,"0"-1"-13"16,5 6 1-16,-6-10-5 0,2 9-14 0,4 1-16 16,0 0-14-16,0 0-13 0,0 0-10 0,0 0-5 15,0 0 4-15,9 21-5 0,1-9-2 0,-1 5-10 0,3-1-4 16,0 7-4-16,0 0-9 0,-3-7-3 16,5 6-4-16,-5-7-9 0,2 4-2 0,1-4-4 15,-2 4-3-15,0-4-3 0,-2 1-2 0,2-3-4 16,-3-3-2-16,3 4-3 0,-4-3-12 0,2 0-23 15,-2-2-24-15,-1 0-29 0,-1-2-27 0,0-3-18 0,-1 2-13 16,-3-6-2-16,5 9-4 0,-5-9-6 0,0 0-105 16,-2 7-262-16,2-7 115 0</inkml:trace>
  <inkml:trace contextRef="#ctx0" brushRef="#br0" timeOffset="166134.94">5813 8206 10 0,'0'-19'108'0,"0"2"2"0,3 1-12 0,-1 5 0 15,1 1-4-15,-2 2-11 0,4 2-10 16,-1 0-4-16,0 2-5 0,-4 4 4 0,14-4-5 16,-14 4-3-16,14 5-2 0,-6 0 3 0,-1 2 1 0,0 2-4 15,-2 1 0-15,0 3-4 0,-1 3-4 0,-2 2-1 16,0 0-10-16,-2 1 0 0,-2-2-4 0,2 0-5 16,-2-4 1-16,-2-1 2 0,3-3-1 15,-1-1-2-15,1-3-1 0,1-5-6 0,-1 13-2 0,1-13 2 16,-1 6-3-16,1-6-5 0,0 0 4 0,3 10-6 15,-3-10 4-15,9 3-1 0,-9-3-13 0,14-2-16 16,-2 1-21-16,1-1-21 0,0-3-22 0,4-1-14 16,0-2-27-16,1 0 0 0,0 2-9 15,-3-3-88-15,2 2-230 0,-3 0 101 0</inkml:trace>
  <inkml:trace contextRef="#ctx0" brushRef="#br0" timeOffset="166344.75">6134 8222 357 0,'6'-10'-5'0,"3"-5"10"0,-4 5 22 0,0-3 5 15,1 3 2-15,-1 0 9 0,1-2 2 0,-2 3 11 16,2 1 7-16,-3 3-4 0,1 1-2 0,-4 4-5 15,5-6 7-15,-5 6 9 0,0 0 13 0,13 3 1 16,-13-3 0-16,10 13 2 0,-4-3 3 0,1 5-1 16,1 2-2-16,-1 2-4 0,-2-1-4 0,2 1-7 15,0-1-4-15,1 1-6 0,-3-3-1 16,3-1-7-16,-3-1 0 0,1-4-2 0,0-1-2 0,1-1 3 16,2 0 1-16,1-5-4 0,2-1-2 0,0-3-5 15,10-3-2-15,5-8-5 0,5 0-3 0,2-4-13 16,14-11-33-16,-6-1-28 0,1 0-32 0,1 0-35 15,-6-3-51-15,-10 8-186 0,-4 2-376 0,1-3 166 16</inkml:trace>
  <inkml:trace contextRef="#ctx0" brushRef="#br0" timeOffset="167208">3889 9539 120 0,'0'0'144'0,"0"0"3"0,-8-3-2 16,8 3-6-16,0 0-3 0,0 0-16 0,-5-5-7 15,5 5-12-15,0 0-11 0,0 0-11 0,0 0-7 16,0 0-6-16,0 0-11 0,0 0-3 0,11-18-5 16,-3 11-7-16,7-5 4 0,-1 1-9 0,8-7 1 15,-2 2-4-15,1-1-3 0,3 0-5 0,-1 2 1 16,-1 1-2-16,-5 2 4 0,-1 1-2 0,-2 3-12 16,-1 3 0-16,-4-2 0 0,-4 4-2 0,1-1 0 15,-6 4-1-15,12-3 1 0,-12 3-6 0,6-4 1 16,-6 4-2-16,4-5-1 0,-4 5 6 0,0 0-3 15,0 0-4-15,0 0 5 0,0 0-5 0,0 0-2 16,-15 25 5-16,3-17 1 0,1 4-2 0,-4 2-2 16,-6 3 1-16,4-4-4 0,1 0 2 0,-1 0 1 15,1-2-2-15,1-1 4 0,5-3 1 0,3 0 0 16,-1 0 8-16,3-4 0 0,1 0 2 0,4-3-3 0,-7 4-2 16,7-4 0-16,0 0-4 0,0 0 1 15,0 0-1-15,13-16 1 0,1 5-2 0,7-8 0 16,2-2-1-16,1 0 3 0,3-3-3 0,-1 0 2 15,2 0-1-15,-4 3 3 0,0 4-6 0,-8 4 0 16,0 0-2-16,-3 2-1 0,-3 5 3 0,-2 0-2 0,-3 1-1 16,0 2 0-16,0 0 0 0,-5 3 3 0,6-5-2 15,-6 5 2-15,0 0 0 0,0 0 2 16,0 0-1-16,-17 23-4 0,5-13-1 0,0 2 2 16,2-3-2-16,1-1 5 0,-1 2 4 0,3-3-10 15,-1 1-16-15,3-4-24 0,1 3-25 0,-1-1-7 0,5-6-43 16,0 0-47-16,7 13-135 0,1-11-325 15,0 0 143-15</inkml:trace>
  <inkml:trace contextRef="#ctx0" brushRef="#br0" timeOffset="167898.22">4590 9729 120 0,'0'0'140'0,"0"0"-18"0,0 0-11 0,0 0-8 15,0 0-7-15,0 0-10 0,24-15 0 0,2-3-8 16,3-4-1-16,19-12-10 0,28-23 4 0,4 1-9 16,5-6-1-16,7 0-1 0,7-1-1 0,0-3-2 15,2-2-4-15,0 7-4 0,-6 3-2 16,1 0-5-16,-9 3-1 0,-3 4-3 0,-5 1 0 0,-1 1 2 15,-4 3-3-15,-20 14-3 0,-1 2 10 0,-4 4-14 16,-4-1-6-16,-12 11-1 0,-4-2-3 0,-3 3-2 16,-9 7-6-16,-1 2 2 0,-7 2-2 0,-1 0-4 15,-2 2 1-15,-1-1-1 0,-5 3 1 0,0 0 2 16,0 0-3-16,0 0-4 0,0 0-5 0,-29 26-4 16,3-8-8-16,-4 2-1 0,-14 9-5 0,0 0 1 15,-2 1-2-15,-3 2-3 0,-1-2 5 0,-1 2 12 16,-3 2-11-16,-1-2-1 0,1 1 3 0,-23 13-5 15,26-14 5-15,1-2 0 0,-1 1 3 0,0 1-2 16,6-2 3-16,0-2 2 0,13-7 2 0,3-4 1 0,6-3-1 16,6-5 2-16,7-2-1 0,2-3 1 15,6-1 2-15,2-3 1 0,0 0 4 0,19-14-2 16,8-5 0-16,16-10 1 0,10-3 7 0,27-20 0 16,2 1 0-16,3-2 2 0,1 0 0 0,2-3 1 15,-1-1-5-15,-2 8 5 0,-5-4-2 0,-25 21-1 16,-1 1 2-16,-3 1-6 0,-3 1-1 0,-16 8 6 15,-1 4-5-15,0 2-2 0,-6 3 3 0,-9 5-3 16,-5 0-5-16,2 2-10 0,-7 3-3 0,-1-1-10 16,-5 3 2-16,0 0-9 0,0 0-20 0,0 0-25 0,-13 19-27 15,-2-3-17-15,-12 5-16 0,-2 2-84 16,-13 11-239-16,-3 0 107 0</inkml:trace>
  <inkml:trace contextRef="#ctx0" brushRef="#br0" timeOffset="168050.55">5839 8949 46 0,'101'-66'33'0,"-4"7"-47"0,-16 8-14 0,-8 1 7 15</inkml:trace>
  <inkml:trace contextRef="#ctx0" brushRef="#br0" timeOffset="168327.09">5522 9103 112 0,'94'-68'114'0,"0"1"-5"16,3 2 1-16,-1-2-15 0,-2 2-2 0,-1 3-14 16,-7 11-7-16,-9 1-9 0,-29 21-12 15,-2 4-17-15,-5-2-26 0,-10 13-14 0,-5 2-33 16,-10 4-31-16,-6 5-68 0,-3 3-149 0,-3 0 67 0</inkml:trace>
  <inkml:trace contextRef="#ctx0" brushRef="#br0" timeOffset="168515.7">5579 9158 87 0,'0'0'170'0,"23"-19"-15"16,3 0-21-16,16-15-9 0,9-2-4 0,26-17-18 15,-4-2-13-15,-1 3-8 0,0-1-3 0,1 3-12 16,-22 14-6-16,3 2-15 0,-3 2-15 0,-5 2-45 16,-2 3-6-16,-14 13-26 0,-3 0-32 0,-9 4-26 15,-8 6-78-15,-1 2-197 0,-8 2 88 0</inkml:trace>
  <inkml:trace contextRef="#ctx0" brushRef="#br0" timeOffset="168667.3">6090 8836 22 0,'-3'3'144'0,"3"-3"-12"0,0 0-16 16,23-21-7-16,4 3-2 0,12-11-8 0,10-7-7 16,3-2-12-16,20-17-4 0,-3 4-10 0,3 2-9 15,-20 13 0-15,22-12-7 0,-26 15-20 0,1 8-23 16,-3-1-33-16,-15 8-25 0,-5 3-26 0,-1-1-105 16,-9 8-197-16,-7 1 87 0</inkml:trace>
  <inkml:trace contextRef="#ctx0" brushRef="#br0" timeOffset="174756.81">6625 8368 30 0,'0'0'52'0,"0"0"-3"0,0 0-14 0,0 0 1 0,0 0-3 15,0 0-3-15,0 0 3 0,0 0-6 16,0 0-1-16,0 0-6 0,0 0-6 0,9-1 3 15,-9 1-3-15,0 0 0 0,0 0-3 0,0 0-4 16,10 0-2-16,-10 0 3 0,0 0-2 0,0 0 0 16,0 0-2-16,0 0 1 0,0 0 7 0,10-2-11 15,-10 2 10-15,0 0-1 0,0 0-4 0,0 0-3 16,8-1 1-16,-8 1 1 0,0 0 1 0,0 0 1 0,0 0 0 16,0 0-2-16,0 0-5 0,0 0-7 0,10-1 15 15,-10 1-8-15,0 0 1 0,0 0 6 0,0 0-6 16,0 0 2-16,11 1-3 0,-11-1-1 0,0 0-2 15,0 0 3-15,0 0 4 0,9-1 0 0,-9 1-3 16,0 0-1-16,0 0-3 0,0 0 4 0,0 0 4 16,0 0-7-16,9-3 1 0,-9 3 4 0,0 0-1 15,0 0-2-15,0 0 2 0,0 0-6 0,7-2 4 16,-7 2 2-16,0 0-2 0,0 0 3 0,0 0-1 16,0 0 3-16,0 0-9 0,0 0 4 0,0 0-4 15,0 0 11-15,0 0-7 0,10 0 0 0,-10 0-9 16,0 0 9-16,0 0-4 0,0 0 5 0,0 0 0 15,0 0 6-15,0 0-5 0,0 0 2 0,0 0-8 16,0 0 0-16,9 0 4 0,-9 0-3 0,0 0 10 16,0 0-5-16,0 0-2 0,0 0-1 0,0 0-1 15,0 0 5-15,0 0-6 0,0 0 0 0,0 0 1 16,0 0 1-16,0 0-4 0,0 0 4 0,0 0-1 16,0 0 3-16,0 0-2 0,0 0-8 0,0 0 7 15,0 0 10-15,0 0-9 0,0 0 1 0,0 0 1 16,0 0-1-16,0 0 6 0,0 0-7 0,0 0 10 15,0 0-8-15,0 0 5 0,0 0-4 0,0 0-4 16,0 0-1-16,0 0 5 0,0 0-4 0,0 0-2 16,0 0 4-16,0 0 0 0,0 0 3 0,0 0-9 15,0 0 11-15,0 0-8 0,0 0-2 0,0 0 4 16,0 0 2-16,0 0 4 0,0 0-9 0,0 0 1 0,0 0 5 16,0 0-1-16,0 0-6 0,0 0 9 15,0 0 2-15,0 0-5 0,0 0-5 0,10-2 9 16,-10 2-4-16,0 0-2 0,0 0 2 0,0 0-4 15,0 0 7-15,0 0-2 0,0 0-3 0,0 0-1 16,0 0 2-16,9 2 1 0,-9-2-5 0,0 0 5 16,0 0 3-16,0 0-1 0,0 0-6 0,0 0 3 15,0 0-1-15,0 0-3 0,0 0 1 0,0 0 8 16,0 0-7-16,0 0-4 0,5 3 4 0,-5-3-1 0,0 0 4 16,0 0-2-16,0 0-2 0,0 0 2 0,0 0 6 15,0 0-4-15,0 0 3 0,0 0-12 0,0 0 4 16,0 0 8-16,0 0-5 0,0 0-2 0,3 6 12 15,-3-6-9-15,0 0-4 0,0 0 4 0,0 0-4 16,0 0 0-16,5 4-10 0,-5-4-5 0,0 0 0 16,4 7-17-16,-4-7-1 0,0 0-37 0,0 0-79 15,1 8 35-15</inkml:trace>
  <inkml:trace contextRef="#ctx0" brushRef="#br0" timeOffset="177116.31">4415 9637 28 0,'0'0'48'0,"0"0"-3"0,0 0-2 15,0 0-6-15,0 0-2 0,0 0-1 0,0 0-2 16,0 0-8-16,0 0-1 0,0 0 0 0,0 0-3 16,0 0 4-16,0 0-7 0,0 0-3 0,0 0-4 15,0 0 0-15,0 0 1 0,0 0-2 0,0 0-4 16,0 0 4-16,0 0-1 0,0 0-2 0,0 0-1 16,0 0 1-16,0 0 0 0,0 0 1 0,0 0-1 15,0 0-2-15,0 0 3 0,0 0-7 0,0 0 2 16,0 0 3-16,0 0-4 0,0 0-1 0,0 0-4 15,0 0 12-15,0 0-8 0,0 0 4 0,0 0 1 16,0 0-5-16,0 0 0 0,0 0-3 0,0 0 3 16,0 0-2-16,0 0 2 0,0 0-1 0,0 0 1 15,0 0 2-15,0 0-3 0,0 0 5 0,0 0-4 16,0 0-2-16,0 0 3 0,0 0-8 0,0 0 4 16,0 0 6-16,0 0-1 0,0 0-1 0,0 0-2 15,0 0-1-15,0 0 6 0,0 0-2 0,0 0 5 16,0 0-6-16,0 0-2 0,0 0-1 0,0 0-2 15,0 0 2-15,0 0 3 0,0 0-4 0,0 0 0 16,0 0 3-16,0 0-3 0,0 0 7 0,0 0-2 16,0 0-8-16,0 0 4 0,0 0-4 0,0 0-10 15,0 0 1-15,0 0 4 0,0 0 0 0,0 0 2 16,0 0-2-16,0 0 3 0,0 0-1 0,0 0-1 16,0 0 1-16,9 2 3 0,-9-2 0 0,0 0 0 15,0 0 2-15,0 0-1 0,0 0-2 0,0 0 2 16,0 0 1-16,5 3-5 0,-5-3 4 0,0 0-6 15,0 0 2-15,0 0-2 0,0 0-4 0,0 0-6 16,0 0-2-16,0 0-2 0,0 0 5 0,0 0-23 16,0 0-46-16,0 0 20 0</inkml:trace>
  <inkml:trace contextRef="#ctx0" brushRef="#br0" timeOffset="189878.84">3160 11900 47 0,'0'0'102'16,"-11"-2"2"-16,11 2-3 0,0 0 4 0,-7-4-10 15,7 4 0-15,-4-4-12 0,4 4 4 0,0 0-17 16,0 0-5-16,-6-4-1 0,6 4-2 0,0 0-2 16,0 0-1-16,0 0-11 0,0 0 2 0,-5-4-10 15,5 4 0-15,0 0-10 0,0 0-1 0,0 0-7 16,0 0-2-16,0 0-3 0,0 0-4 0,0 0-2 15,0 0-1-15,19 14 2 0,-11-6-3 0,4 6 3 16,0 0-4-16,1 1 1 0,2 6-2 16,2 2 1-16,1 0 0 0,-1-1 9 0,0 4-9 0,1-3 2 15,-4-1-4-15,3 0 3 0,-3-2-4 0,-2-4-3 16,-1 1 4-16,1-1-7 0,-1-3 2 0,-1 1 0 16,0-2 2-16,-2-2-5 0,-3-1 5 0,0-1 0 15,0-1 1-15,-2-3-4 0,2-1 5 0,-5-3 17 16,4 5 4-16,-4-5 16 0,0 0 2 0,0 0-5 15,0 0-4-15,0 0-5 0,0 0 1 0,-8-25-6 16,5 13-1-16,-2-4-1 0,0-1-5 0,0-7 0 16,0 4-1-16,-4-3-5 0,4 3 3 0,-3-3-5 15,3 3 0-15,0-6 2 0,-1 2-2 0,-1-1-3 16,1 0-3-16,1 1 2 0,1 6 1 0,1-1-3 16,1 0-3-16,-2 1 4 0,3 2-2 0,-2 5-3 15,2 1 4-15,0 3-3 0,-1-1-1 0,2 8-8 16,-1-10-9-16,1 10-14 0,0-8 1 0,0 8-2 15,0 0-14-15,0 0-8 0,0 0-7 0,0 0-11 16,0 0 1-16,13 17-14 0,-10-8-10 0,1 1-19 16,0 1-18-16,1 5-92 0,-1 0-242 0,1-1 108 15</inkml:trace>
  <inkml:trace contextRef="#ctx0" brushRef="#br0" timeOffset="190239.17">3605 12131 87 0,'1'8'107'0,"2"-1"-6"16,-1-2-8-16,2 3-7 0,-1-2-18 0,0 1-1 15,1-2-6-15,0 0-11 0,0-1-1 0,-4-4-8 16,8 5 7-16,-8-5-9 0,10 3 1 15,-4-3-5-15,-6 0 2 0,16-8 12 0,-6 4-6 16,-3-5-5-16,1 1-10 0,1-2 4 0,-1-1 4 0,-1-3-4 16,1-2 2-16,-4 2 2 0,-2 2 0 0,0 0-24 15,-1 0 23-15,-2-2-22 0,-1 4 6 0,-3 0 1 16,0-1-1-16,-1 3-4 0,-2-2-5 0,-2 3 6 16,-2 0 3-16,0 2-9 0,1 1 0 0,0 2-6 15,-2 1 1-15,0 2-6 0,1 4 4 0,1 0-4 16,0 1 2-16,-1 2-6 0,2 1-7 0,1-1-21 15,3 3-16-15,-3 0-14 0,5-1-6 0,3-2-18 16,-2 1-18-16,6 1-89 0,-2-3-209 0,-1-7 93 16</inkml:trace>
  <inkml:trace contextRef="#ctx0" brushRef="#br0" timeOffset="190458.34">3744 11732 96 0,'0'0'138'0,"-4"-8"-9"0,4 8-16 0,0 0-7 15,0 0-12-15,0 0-7 0,0 0-5 0,0 0-8 16,0 0-7-16,14 19-8 0,-9-8-4 0,3 6-4 16,1 0-1-16,-1 2-9 0,1-2-7 0,2 5 3 15,-2 1-10-15,-3-5-27 0,3-1-26 0,0-1-26 16,-2-1-23-16,0 0-17 0,0-1-91 15,-5-2-197-15,1-1 87 0</inkml:trace>
  <inkml:trace contextRef="#ctx0" brushRef="#br0" timeOffset="190679.41">3849 11724 7 0,'0'0'111'0,"0"0"7"0,0 0 4 0,0 0-5 16,0 0-4-16,10 23-8 0,-5-8-10 0,1 4-8 16,0 0-6-16,0 5-4 0,1-5-11 15,-2 0-8-15,2-2-3 0,0 1-3 0,-1 0-9 16,-1-3-14-16,0 1-23 0,-1-4-26 0,1 1-22 0,0-3-11 16,-1 1-32-16,-1-2-10 0,1 1-80 0,-3-4-189 15,-1-6 84-15</inkml:trace>
  <inkml:trace contextRef="#ctx0" brushRef="#br0" timeOffset="191544.02">3864 11921 14 0,'5'-13'76'0,"0"5"-4"16,2-1-12-16,2-1-9 0,1 0 1 0,1-3-4 15,1 1-7-15,2 2-3 0,-4 1-3 0,3 3-4 16,0-4 3-16,-3 4-6 0,1-1-9 0,-3 3-5 0,-1 0 9 15,-2 1 0-15,1 1-1 0,-6 2 2 0,8-4-12 16,-8 4 3-16,0 0 0 0,0 0 12 0,0 0 1 16,0 0 0-16,0 0-3 0,0 16 12 0,-3-6 0 15,1 1 6-15,-3 0 2 0,1 6-4 16,-1-1-1-16,-1-1-1 0,3 0 0 0,0-3-2 16,2 1 0-16,-1-2-4 0,2 1 2 0,0-2-5 0,3-2-7 15,0 2 3-15,0-2-10 0,0-2 2 0,2 0 1 16,0-2-7-16,3-1 6 0,2-1-3 15,-3-1-4-15,4-2-1 0,-1-2 5 0,1 0 2 16,-1-1-11-16,-1-1-7 0,-2-2-9 0,1 0-5 16,-3-2 7-16,1 0-3 0,-3-1 5 0,0 0 6 0,-2 1-1 15,-1-1-4-15,0 0 0 0,-3 3 15 0,-1-3-8 16,-1 1-3-16,-1-1 4 0,1 3 1 16,0 0 4-16,1 2 3 0,-1 0 0 0,5 5 3 15,-8-9 0-15,8 9 3 0,-5-5-12 0,5 5 3 16,0 0-5-16,0 0 3 0,0 0-1 0,-5 14-1 0,5-14-2 15,3 13 5-15,-3-13-1 0,11 13-3 0,-7-8-3 16,1 1 7-16,1-2-6 0,3 0 0 0,-2 0-4 16,0 0 1-16,0-4-8 0,3 0 1 0,-10 0-9 15,17-5 6-15,-7 1-7 0,-4 1 2 0,0-2 6 16,1-3-2-16,-3 4 1 0,-2-2 1 0,2 0 4 16,-4 6 6-16,2-12 3 0,-4 3-5 0,2 9-4 15,-1-14 8-15,0 7 3 0,1 7 7 0,-4-13 0 16,4 13 0-16,-4-9 1 0,4 9-4 0,-3-7 1 15,3 7-4-15,0 0-10 0,0 0 10 16,0 0-1-16,0 0 1 0,0 0 2 0,9 25 0 0,-3-8 5 16,0 2-1-16,4 3-6 0,-4 2 6 0,5 0-11 15,-1 0 9-15,-1 0-2 0,0 0 3 0,0 2-4 16,-3-10 2-16,1 0 3 0,-2 1-6 0,-1-1-1 16,-1-1-1-16,0-1-1 0,-1-2 5 15,0-2-8-15,-1 0-3 0,-2-1-2 0,2-2 1 0,-1-7 2 16,0 10-1-16,0-10 1 0,0 8 2 0,0-8-6 15,0 0 3-15,0 0-9 0,0 0 5 0,0 0-4 16,0 0-3-16,-10-27 9 0,10 16 1 0,1-1-10 16,2-6-4-16,-2 0-1 0,3-9 11 15,-3 2-7-15,3 1-1 0,1-3-6 0,-4 2 10 0,3-2-3 16,-3 2 6-16,2 6 9 0,-2-5-11 0,-1 5 2 16,0 0-1-16,0 2 6 0,-1-1-6 0,-2 2 13 15,2 5 8-15,-2 1-1 0,0 1-4 0,1 1 2 16,0 3 10-16,2 5-14 0,-4-8 8 15,4 8-3-15,0 0-5 0,0 0-2 0,0 0 5 0,0 0 11 16,-15 19-4-16,12-7 0 0,3 6 6 0,-2 0 0 16,2 0-8-16,0 1 5 0,0 1-3 0,2-4-1 15,1 1-2-15,1-2 2 0,1 2-3 0,0-8-16 16,0-1-24-16,4 1-24 0,0-2-22 0,1-1-28 16,0-2-122-16,0-1-247 0,2-3 110 0</inkml:trace>
  <inkml:trace contextRef="#ctx0" brushRef="#br0" timeOffset="191968.99">4474 11584 73 0,'0'0'149'0,"-14"5"-7"15,6 0-13-15,-1 1-7 0,3 3-9 0,-1 1-2 16,1 1-6-16,0 2-14 0,3-1-10 0,1 0-6 15,2-1-11-15,0 2-9 0,1-3-3 16,5 0-7-16,-2 0 0 0,1-3-5 0,3 0-5 0,1-1-4 16,2-2-18-16,-2-2-4 0,1 0-7 0,0-2-8 15,1-2 2-15,-2 0 4 0,-2 0-6 0,2-5-3 16,-4 3-1-16,-1 0-2 0,-4 4 1 16,6-11 7-16,-4 5-2 0,-2 6 4 0,1-14 14 15,-2 9-13-15,1 5 7 0,0-14-1 0,0 14 2 16,-2-9 0-16,2 9 2 0,-2-7-6 0,2 7 3 0,0 0-5 15,0 0 3-15,0 0 5 0,0 0 16 0,0 0-10 16,14 23 8-16,-10-4-2 0,2 0-5 0,1 7 5 16,-1-2-1-16,0 6-4 0,1-4 2 15,-2 1-4-15,-1-1 2 0,-1-1-5 0,-1-7 6 16,1 2-4-16,-3 6-1 0,1-10-1 0,-2 2-1 0,-1 1-6 16,0-2 5-16,-1-1-3 0,1-4 1 0,-1 0-13 15,1-3-3-15,-1 1-7 0,0-3-12 16,2-1-10-16,1-6-13 0,-3 9-16 0,3-9-20 15,0 0-33-15,0 0-125 0,0 0-263 0,0 0 117 16</inkml:trace>
  <inkml:trace contextRef="#ctx0" brushRef="#br0" timeOffset="192448.39">4704 11537 10 0,'-14'12'143'0,"7"-5"-3"15,1 2-3-15,2 3 4 0,-1-3-7 0,-1 3-16 16,3-1-5-16,1 1-9 0,0 0-9 0,2-2-14 16,0 1-4-16,0-2-8 0,3 0-8 15,-2-3-4-15,2-1-7 0,2 0-6 0,-5-5 1 16,9 6-3-16,-9-6-9 0,9 1-8 0,1-2 1 0,-1-3-7 16,-4 0 1-16,0-1-11 0,3-1-3 0,-1 0 2 15,-3 0-2-15,1-1-6 0,-1-2 0 0,-1 2 0 16,-1-1-6-16,0-1 3 0,0-1 1 0,1 1 2 15,-3 2 1-15,0 7-1 0,1-12-3 16,-1 12-1-16,1-8 1 0,-1 8-4 0,0 0 3 16,-1-10-1-16,1 10 1 0,0 0-3 0,0 0 3 0,0 0 5 15,0 0-2-15,0 0-1 0,0 0 3 0,0 0-3 16,18 15 2-16,-18-15-2 0,5 8 2 0,-1-4-4 16,-4-4 5-16,6 4-4 0,2-1 11 15,-8-3-5-15,8 2-3 0,-8-2 3 0,10-2 3 16,-10 2 0-16,10-9 1 0,-10 9-4 0,9-10 0 0,-4 1 2 15,0 3 2-15,-1-5-2 0,2 3 1 16,-2-1-6-16,-1 0 8 0,-1 0-2 0,-2 9 0 0,4-11 1 16,-4 11 4-16,4-9-4 0,-4 9 3 15,5-7-10-15,-5 7 1 0,0 0 2 0,0 0-4 16,8-7 0-16,-8 7 3 0,0 0 2 0,0 0-8 0,0 0 1 16,14 2-6-16,-14-2-26 0,0 0 6 0,10 8-45 15,-10-8-22-15,11 3-16 0,-11-3-23 0,0 0-96 16,12 3-248-16,-12-3 110 0</inkml:trace>
  <inkml:trace contextRef="#ctx0" brushRef="#br0" timeOffset="192597.67">4845 11327 87 0,'0'0'78'16,"0"0"-13"-16,0 0-14 0,0 0-17 0,0 0-17 15,0 0-17-15,0 0-12 0,0 0-42 0,19 1-58 0,-19-1 26 16</inkml:trace>
  <inkml:trace contextRef="#ctx0" brushRef="#br0" timeOffset="192854.2">5110 11433 74 0,'0'0'121'0,"0"0"-7"16,0 0-13-16,0 0-10 0,0 0-15 0,0 0-26 15,21-3-36-15,-14 1-25 0,1-3-36 0,-1 1-51 16,3-1-105-16,-1-2 47 0</inkml:trace>
  <inkml:trace contextRef="#ctx0" brushRef="#br0" timeOffset="200732.49">5878 10626 27 0,'-6'1'131'0,"-2"1"1"0,8-2-6 16,-9 6-6-16,4-5-9 0,5-1 0 15,-6 3-17-15,6-3-2 0,0 0 1 0,-7 2-1 16,7-2-2-16,0 0-4 0,0 0-1 0,0 0-6 15,13-17-11-15,0 6 6 0,1-1 3 0,5-4-8 0,3-1 3 16,1-1 6-16,-1 1-3 0,-6 7-5 0,2 0-5 16,-2-2-6-16,-1 2-6 0,-1 1-3 0,-3 4-4 15,-2-1-6-15,0 0-1 0,-2 3-6 16,0 0-3-16,-2 0 0 0,-5 3-3 0,9-5-4 0,-9 5-1 16,7-4 2-16,-7 4-1 0,5-5-4 0,-5 5-1 15,0 0-2-15,0 0 1 0,0 0-2 0,6-3-2 16,-6 3-7-16,0 0-17 0,0 0-19 15,0 0-27-15,0 0-37 0,0 0-38 0,0 0-13 16,0 0-37-16,0 0-164 0,0 0-373 0,-15 19 166 0</inkml:trace>
  <inkml:trace contextRef="#ctx0" brushRef="#br0" timeOffset="201357.3">6180 10139 38 0,'-1'-8'120'0,"1"8"-13"0,0 0-4 0,0 0-4 15,0 0-12-15,0 0-18 0,0 0-2 0,0 0-6 16,0 0 0-16,0 0 7 0,0 0 0 15,0 0-6-15,-10 24-3 0,7-15-8 0,2 2 7 0,-1 1-8 16,1-2 2-16,0 3-1 0,-1 0 0 0,1-3-10 16,-1 3 2-16,0-2-5 0,2 1 0 0,-1 0-6 15,0-2-1-15,-1 2-4 0,2-2 1 0,0 3-2 16,-1-2 3-16,1 0-4 0,0-1 8 0,0 1-5 16,-1-1-2-16,2 1 0 0,-1-2-1 0,3 0-6 15,-2-3 0-15,-1-6-2 0,0 11 2 0,1-6-4 16,-1-5-1-16,2 9-1 0,-2-9-1 0,1 7-1 15,-1-7 5-15,0 0-5 0,0 0 3 0,2 8 2 16,-2-8 5-16,0 0 3 0,0 0-4 0,0 0 1 16,0 0 2-16,0 0-9 0,0 0-1 0,0 0 0 15,0 0-1-15,22-15-3 0,-15 5-2 0,5 0-1 16,-1 1-3-16,3-1 1 0,1-3-1 0,0 4-3 16,1-4 4-16,-2 4 2 0,4-1-4 0,-3 0 2 15,3 1-4-15,-3-1-1 0,3 0 2 0,-3 0-2 16,1 0-1-16,-2 1 5 0,-3 2-4 0,0-2-1 15,-1 2 1-15,-1 2 3 0,-3 0-2 0,-1 0 2 16,0 0-1-16,-1-1 2 0,-1 0-1 0,-3 6 1 16,2-9 8-16,-2 9 0 0,0 0-3 0,-9-14 4 15,3 8-2-15,-3 0-3 0,-4 1 1 0,0 0-3 16,-4 0 0-16,-1 1-1 0,-4-1 2 0,0 2-1 16,4 0 0-16,-1 0-2 0,1-1 3 0,4 3-3 15,3-2-1-15,-3 2-1 0,2-1 2 0,-1 2 0 16,6 0-6-16,7 0-17 0,-12 0-22 0,12 0-23 15,-13 2-28-15,13-2-33 0,0 0-20 0,0 0-20 16,0 0-126-16,0 0-316 0,0 0 140 0</inkml:trace>
  <inkml:trace contextRef="#ctx0" brushRef="#br0" timeOffset="202415.18">6424 9964 40 0,'0'0'131'0,"5"-10"-22"0,-4 5 0 0,-1 5-9 16,3-9-11-16,-3 9-9 0,4-7-6 15,-4 7-1-15,2-7-14 0,-2 7-5 0,4-7-5 16,-4 7 11-16,5-6-2 0,-5 6 3 0,5-4 3 16,-5 4 3-16,0 0 9 0,3-8-4 0,-3 8 0 15,0 0-1-15,0 0-4 0,4-4-3 0,-4 4-2 16,0 0-5-16,0 0-3 0,0 0-3 0,0 0-3 15,0 0-4-15,0 0-4 0,0 0-4 0,0 0-3 16,0 0-3-16,0 0-7 0,0 0 2 0,0 0-5 16,0 0-4-16,0 0 1 0,0 0-4 0,6-5-1 15,-6 5 0-15,0 0 0 0,11-1-3 0,-11 1 0 16,0 0 3-16,12 0-4 0,-12 0-2 0,0 0-1 16,9-1 4-16,-9 1-1 0,5-3 1 0,-5 3 1 15,7-4-4-15,-2-1 0 0,-1 1-1 0,2-5-1 16,-1 2 0-16,2-4 0 0,-1 3-1 0,1-4-3 15,1 3 2-15,-1-1 0 0,-2 1 2 0,1 0 2 0,-1 1-6 16,-1 1 4-16,1 0-4 0,0-1 2 16,-2 3 1-16,1 0-3 0,-4 5 1 0,6-9 5 15,-6 9-9-15,4-8 6 0,-4 8-5 0,2-4 0 0,-2 4-1 16,0 0 2-16,4-5-1 0,-4 5-7 0,0 0-10 16,0 0-13-16,0 0-9 0,0 0-7 15,0 0 2-15,0 0 3 0,0 0 5 0,0 0 1 16,0 0-8-16,0 0 5 0,0 0-2 0,0 0 4 15,-9 22 0-15,7-17 7 0,2-5-1 0,-4 10 5 0,4-10 3 16,-3 8 0-16,1-3 0 0,2-5 8 0,-5 9-3 16,2-6 6-16,3-3 4 0,-5 6-3 15,5-6 15-15,0 0-15 0,-5 8 1 0,5-8 3 16,0 0 3-16,0 0-4 0,-3 6 8 0,3-6 0 0,0 0 11 16,2 9 7-16,-2-9 2 0,5 8 1 15,-1-2 3-15,1 4 7 0,0-3 0 0,1 3-6 16,1 2 3-16,3 1-2 0,-4-2 4 0,3 4 3 15,3-1-3-15,-2-2 1 0,-1 2-4 0,1-1-3 16,-1 1 2-16,-3-6 0 0,2 3-2 0,-2-1-1 0,0 0-5 16,0 0 1-16,-1-2-3 0,0-2 2 0,0 0-2 15,-1-1-4-15,-1 0-2 0,-3-5 1 0,4 8 0 16,-4-8 3-16,3 6-3 0,-3-6-1 16,0 0 0-16,0 0-2 0,-5 11 2 0,5-11-2 0,-9 3-3 15,9-3 0-15,-9 3 2 0,9-3 6 0,-7 3-10 16,7-3-2-16,-9 0 1 0,9 0 7 0,-8 2-8 15,8-2-1-15,0 0 0 0,-9 1-2 0,9-1 2 16,0 0-2-16,0 0 1 0,0 0 1 0,-9 0-1 16,9 0-2-16,0 0 1 0,0 0 1 0,0 0 0 15,0 0 0-15,0 0 0 0,0 0 1 0,0 0 1 16,0 0-4-16,28 1-3 0,-28-1-8 0,17-4-9 16,-6 2-14-16,0 1-13 0,1-4-14 0,0 1-15 15,2-3-22-15,0 3-11 0,0-4-9 16,0 2-5-16,0 1-7 0,-1-1 5 0,-2 0 13 0,0 1 4 15,0-3 9-15,-1 0 13 0,-1 1 13 0,2-3 0 16,-2 2 20-16,-3-1 10 0,0 2 16 0,1-3 11 16,-2 1 9-16,-3 0 15 0,1-1 17 0,-3 3 4 15,1-1 1-15,-1 8 19 0,0-13 10 0,0 13 13 16,-2-11 3-16,2 11-4 0,-4-9 4 0,1 4-1 16,3 5-1-16,-6-5-3 0,6 5-9 0,-8-2-3 15,8 2-2-15,0 0 6 0,-13 7 0 0,6-1 1 16,-2 2-5-16,2 1 2 0,1 5-3 15,0-3-4-15,-2 0-1 0,2 3-3 0,2 2-2 0,1-4-4 16,2-2-3-16,1 0-5 0,1 1-1 0,0-1-4 16,3-1-1-16,2-1 0 0,1-1-3 0,1 1-6 15,2-4-27-15,0 0-14 0,8-1-24 0,1-3-27 16,1-3-29-16,1-1-23 0,1-3-32 0,6-2-110 16,-2-4-293-16,1-1 129 0</inkml:trace>
  <inkml:trace contextRef="#ctx0" brushRef="#br0" timeOffset="202722.72">7105 9499 11 0,'-7'-9'169'0,"0"2"-4"15,-1-1-9-15,5 4-4 0,-3-2-10 0,6 6-17 16,-7-7-14-16,7 7-4 0,-4-3-19 0,4 3-8 15,0 0-9-15,0 0-4 0,0 0-5 0,0 0 1 16,13 19 1-16,-6-3 10 0,3 0-4 0,-2 1-4 16,0 2-7-16,0-2-5 0,1 7-6 0,0-6-7 15,0 0-1-15,-2 0-1 0,5 5-5 0,-5-6-3 16,0 0-3-16,1 1-1 0,-1-1-4 0,1-1-2 16,1-1-1-16,-3 0-3 0,2 0 3 0,-2-4-4 15,1-1-6-15,-1 1-18 0,0-1-21 0,2 0-13 16,-2 0-23-16,-2-1-21 0,1-1-23 0,-1 0-17 15,0-4-18-15,-1 2-13 0,0-1-111 0,-3-5-290 16,0 0 128-16</inkml:trace>
  <inkml:trace contextRef="#ctx0" brushRef="#br0" timeOffset="203099.41">7094 9463 106 0,'-3'-8'117'16,"1"0"-5"-16,-1 2 0 0,3 6-13 0,-1-12-15 15,1 12-12-15,-2-6-6 0,2 6-5 0,0 0-4 16,10-5 7-16,-10 5 0 0,10 0-2 0,-10 0 2 16,14 8-4-16,-7-5 0 0,4 4-8 0,-4 3-5 15,-2 0-8-15,2 1 3 0,0 5-7 0,-3 0 2 16,0 2-1-16,-3-3-5 0,-1 0-9 0,0 2 4 15,-1-4-3-15,0 2-8 0,-2-4 3 0,2-3 0 0,1-1-2 16,0-7-2-16,-3 10-5 0,1-3 3 16,2-7-4-16,-1 7 3 0,1-7-3 0,0 0 0 15,-2 8 1-15,2-8-1 0,0 0-4 0,0 0 1 16,0 0 1-16,0 0-3 0,10 2 3 0,-10-2 15 16,9 0-14-16,-9 0-2 0,13-3-1 0,-13 3 3 15,21-4-1-15,-11 4-1 0,3-3-3 0,-2 2 0 16,4-1-11-16,2-1-28 0,2 0-29 0,-1-1-22 15,1 1-31-15,0-1-29 0,-6 0-89 0,-1 1-257 16,2 1 114-16</inkml:trace>
  <inkml:trace contextRef="#ctx0" brushRef="#br0" timeOffset="203374.94">7448 9443 165 0,'-2'-7'172'15,"2"7"-14"-15,0 0-14 0,0 0-19 0,-1-8-14 16,1 8-10-16,0 0-10 0,0 0 3 0,0 0 3 16,13 20 1-16,-8-10-4 0,3 6-9 0,-1 0-4 15,1 0-11-15,0-2-2 0,-2 3-5 0,0-2-3 16,0-4-8-16,-1 0-3 0,2 2 3 0,0-3 1 0,-3 0 0 16,2-2-2-16,-1-4-3 0,2 3 0 15,-2-1-6-15,2-3 0 0,2 1-3 0,-2-4-3 16,7-3 5-16,4 0-5 0,1-4-4 0,6-4-8 15,3-3 2-15,-2-1-15 0,2-2-19 0,-1 2-27 0,0-2-33 16,-4 0-40-16,0 3-33 0,-1 0-28 0,-6 6-32 16,-4 3-113-16,-1 0-340 0,-3 4 150 15</inkml:trace>
  <inkml:trace contextRef="#ctx0" brushRef="#br0" timeOffset="203780.51">6603 10893 58 0,'-9'6'147'0,"1"-1"-6"0,4-2-12 0,4-3-11 16,0 0-5-16,0 0-12 0,32-22-3 0,-1-3-8 16,18-12-5-16,34-23-10 0,2-2-8 15,9-4-3-15,2-7-4 0,-2-1-10 0,5-6-1 16,3 1-10-16,-5-1 3 0,-1-4-6 0,-3 9-2 16,-7 3-3-16,-10 11-2 0,-5 5-3 0,-25 24 1 0,-5 2 3 15,-13 6 1-15,-4 5 3 0,-4 2 0 0,-6 5 8 16,-2 0 6-16,-3 3 8 0,-3 4 1 0,-1-1 2 15,-1 2-7-15,-1-1-5 0,1 1-1 0,-4 4-6 16,3-7-3-16,-3 7-3 0,0 0-8 16,0 0-21-16,0 0-13 0,0 0-23 0,0 0-23 0,0 0-25 15,-23 4-18-15,18 1-25 0,-5 2-30 0,1 1-31 16,0-1-95-16,-1 1-299 0,0 0 133 0</inkml:trace>
  <inkml:trace contextRef="#ctx0" brushRef="#br0" timeOffset="205556.5">6938 11103 25 0,'-5'-4'123'0,"5"4"-11"0,-5-5-12 0,5 5-5 0,-6-4-1 0,6 4-4 16,0 0-6-16,-6-8-2 0,6 8 0 0,0 0-3 15,-5-4-7-15,5 4-13 0,0 0-2 16,0 0-8-16,0 0-6 0,0 0-8 0,0 0 1 16,0 0-4-16,-3 21-2 0,5-10-5 0,-1 2 5 0,-1 3-12 15,4 0 5-15,-4 1-3 0,2 1-2 0,-2-1 0 16,2 2-1-16,-2-2-5 0,0 0 2 0,0-5-3 15,0 1 2-15,0-1-5 0,0 0 5 16,-2-1-2-16,1-3-2 0,1 0-4 0,0 1 3 0,0-9-4 16,0 13 0-16,0-13 5 0,-1 6 0 0,1-6-5 15,0 0 6-15,0 11-5 0,0-11 10 0,0 0 3 16,0 0 6-16,0 0-1 0,1 6 3 0,-1-6-2 16,0 0 7-16,0 0-7 0,0 0 1 0,0 0-2 15,0 0-2-15,0 0 0 0,0 0-5 0,0 0-3 16,0 0 0-16,0 0 6 0,14-13-10 0,-9 8 3 15,4 0-3-15,0 0-5 0,1-2 3 0,4-2-2 16,-2 2-3-16,1-3 3 0,2 0 0 0,-5 3-6 16,7-2 2-16,-3 2-2 0,-1 1-4 0,-2 0 0 15,2-1-4-15,-2 1-2 0,0-1-2 0,-2 1-2 16,2 0 7-16,-3 2-2 0,-2-2-1 0,-1 4 7 16,2-2-2-16,-7 4 4 0,6-4 1 0,-6 4-2 15,4-5 5-15,-4 5-3 0,0 0 0 0,0 0 1 16,-9-15 0-16,3 10 5 0,-2 1 5 0,-2 0 0 15,-3 1-1-15,-2-1 0 0,-3 0-1 0,5 2 3 16,-6 1-5-16,1-2 2 0,0 1-1 0,1 2-2 16,3 0 0-16,0 0-2 0,0 1 0 0,1 0 0 15,-1 1-2-15,4-1-1 0,0 1 0 0,0-1-5 16,3 2-14-16,7-3-34 0,-11 4-15 0,11-4-34 16,-5 2-10-16,5-2-17 0,0 0-31 0,0 0-81 15,0 0-260-15,0 0 116 0</inkml:trace>
  <inkml:trace contextRef="#ctx0" brushRef="#br0" timeOffset="206215.12">7174 10950 75 0,'5'-9'122'0,"2"-1"-5"0,3-4-8 16,-2 4-6-16,3-3-20 0,-1 0-1 0,1 0-13 15,-5 4 1-15,0 0-11 0,2 4-9 0,-6-3-1 16,4 4 4-16,-4-1 1 0,-2 5-3 0,4-7 7 16,-4 7 2-16,0 0-8 0,0-11-5 0,0 11 0 15,0 0 1-15,0 0 0 0,0 0-1 0,0 0-6 16,-4-9-2-16,4 9-12 0,0 0-4 0,0 0-2 16,0 0-3-16,0 0 2 0,0 0 6 0,0 0-3 15,8 29 6-15,-3-17-5 0,3 3-1 0,-1 2 1 16,0-1-2-16,-1 1 2 0,6-1-3 0,-3 0-3 15,1-1 5-15,0-1-5 0,-1 1-1 0,-1-1-2 16,-1-1 2-16,1-2-3 0,-2 0-1 0,1 0-2 16,-2 0 6-16,0-3-10 0,0 2 3 0,-2-4-3 15,-2 3 1-15,-1 1-2 0,0-2 3 0,-3 1-7 16,-2 0-3-16,0 0 1 0,-1-2-9 0,-1 0-3 16,1 0 2-16,-3-1-1 0,0-3-2 0,3 2 5 15,-1-3 0-15,0 1-1 0,7-3 6 0,-9 4-1 16,9-4 2-16,-7 2-1 0,7-2-2 0,0 0-1 15,0 0 2-15,0 0-1 0,0 0 0 0,0 0 2 16,0 0-2-16,0 0 1 0,11-19 1 0,-1 12-6 16,0 0-9-16,2-5-18 0,1 1-7 0,2 2-16 15,1-5-9-15,5-3-16 0,-5 6-7 0,0-2-12 16,0-1-6-16,-3 3-2 0,1 0-1 0,-5 2 7 0,0 0 10 16,0 1 17-16,-5 2 16 0,1-3 3 15,-3 0 11-15,1 2 13 0,-2-3 12 0,-1 1 15 16,0 9 9-16,-2-17 8 0,-1 7 19 0,1 1 28 15,-2 2 5-15,1 0-8 0,3 7 6 0,-4-11 14 16,2 5 9-16,2 6 3 0,-4-8-6 0,4 8-7 16,-3-7-13-16,3 7-5 0,0 0-8 0,0 0 10 15,0 0-1-15,0 0 4 0,0 0-7 0,13 18-1 16,-8-9-4-16,2 7-2 0,-1-3-8 0,2 3 0 16,-1-1-3-16,-1 1-5 0,1 0 1 0,3 0-5 15,-3-1-2-15,0-2-6 0,0 2-20 0,2-4-25 16,0 0-9-16,-3 0-47 0,1-3-36 0,-1 1-42 0,0-2-116 15,-3 1-299-15,-1-2 133 0</inkml:trace>
  <inkml:trace contextRef="#ctx0" brushRef="#br0" timeOffset="206573.41">7623 10797 33 0,'0'0'135'0,"5"-6"-19"0,-5 6 0 16,9-5-2-16,-3 2-15 0,-6 3 3 0,13-1-9 0,-13 1-9 16,13 1-8-16,-7 1-1 0,-6-2-7 0,13 5-5 15,-7-1-10-15,1-2-3 0,-3 1-2 16,0 2-5-16,-1 0-10 0,2 0 5 0,-2 0-7 16,-3-5 2-16,1 11-8 0,0-5 1 0,-1-6-10 0,3 10-8 15,-3-10-4-15,1 9-8 0,1-4-12 16,-2-5-1-16,2 9-10 0,1-3 1 0,-3-6-2 0,6 8 1 15,-1-5 4-15,3 1 1 0,-3 0 1 16,1 1 4-16,1-3-3 0,3 4 3 0,-4-5 5 16,1 3 4-16,-1 1-3 0,4 0 6 0,-6 0 0 0,3 0-4 15,-4 2-7-15,0-1 15 0,0-1-1 16,-2 3 0-16,0-1 0 0,-1-7 4 0,-2 14-7 16,0-7 9-16,-2 1 1 0,2-1-7 0,-2-1-10 15,0-2-13-15,4-4-23 0,-7 9-20 0,7-9-19 0,-5 5-81 16,5-5-182-16,0 0 80 0</inkml:trace>
  <inkml:trace contextRef="#ctx0" brushRef="#br0" timeOffset="206810.46">7784 10610 5 0,'-4'-13'228'0,"-2"6"-2"16,3 0-7-16,1 1-21 0,2 6-17 0,-4-9-20 15,4 9-23-15,0 0-13 0,0 0-12 16,0 0-12-16,0 0-4 0,0 0 0 0,14 15-15 0,-8-4-8 16,4 5-8-16,-1 1-4 0,5 5-7 0,-5-4-6 15,4 6-2-15,-4-7-3 0,4 4-5 16,-3-3-7-16,-1 4-2 0,0-5-18 0,-1-2-30 0,0 3-25 16,-1-4-46-16,-1-1-34 0,-1-4-24 15,2 3-25-15,-3-2-144 0,-3 1-340 0,-1-4 151 0</inkml:trace>
  <inkml:trace contextRef="#ctx0" brushRef="#br0" timeOffset="207089.42">7831 10533 71 0,'3'-10'109'0,"-3"10"-8"0,7-4 2 16,-7 4-8-16,11 0 5 0,-11 0-6 15,12 11-10-15,-4-4-8 0,-3 5-6 0,2 3-10 0,-5 0-5 16,1 2-3-16,-2 0-6 0,-1-1-4 0,-1 1-4 16,1-4-3-16,-2-4-2 0,1 1-2 0,0-4 4 15,1-6-4-15,0 10 3 0,0-10-10 0,-1 7 6 16,1-7-7-16,0 0-3 0,-2 8-4 0,2-8 4 16,0 0-5-16,7 6-1 0,-7-6-5 0,0 0-2 15,19-5-9-15,-9 2-18 0,3-1-17 0,0 1-22 16,2-3-19-16,2-1-16 0,-2 1-21 0,0-3-80 15,-3 2-211-15,-2 4 93 0</inkml:trace>
  <inkml:trace contextRef="#ctx0" brushRef="#br0" timeOffset="207283.44">8068 10558 13 0,'0'0'169'0,"-4"-12"-2"16,2 7-14-16,2 5-1 0,-2-11 5 0,2 11 3 15,-3-7-16-15,3 7-14 0,0 0-10 0,-2-9-18 16,2 9-7-16,0 0-13 0,0 0-5 0,0 0-3 15,0 0-3-15,9 26-6 0,-4-15-9 0,-1 0 5 16,0 3-14-16,2 1-3 0,-1-2-4 0,3 3-3 16,-2 0-4-16,1 1-5 0,1-5-5 0,-3 1-22 15,3 1-22-15,-3-3-32 0,0 1-36 0,2-1-40 16,-2-4-32-16,-1 0-147 0,0 3-334 0,-1-5 147 16</inkml:trace>
  <inkml:trace contextRef="#ctx0" brushRef="#br0" timeOffset="207673.62">8089 10468 118 0,'4'-10'162'16,"0"1"-11"-16,2 0-8 0,0 1-11 0,1 3 2 15,2-2-12-15,-5 2-14 0,2 3-6 0,-6 2-10 16,13-4-8-16,-7 3-8 0,-6 1-6 0,12 1-2 15,-12-1-6-15,13 6-6 0,-11-2-2 0,3 0-7 16,-5-4-4-16,3 13-6 0,-3-7-1 0,0 3-5 16,0 1-5-16,-3 0 1 0,1 0-8 0,-2 1-1 15,3-2-1-15,-2 1-5 0,2 0-3 0,-3-1-11 16,4-3-6-16,1 4-6 0,-1-10 1 0,3 13-1 16,-2-5-2-16,4-3-5 0,0 0 5 0,4 0 0 15,-1 0 3-15,3-2 1 0,1 1-4 0,1-3 6 16,-3 3-2-16,3-3 3 0,-1 0 3 0,-1 2-2 15,0-3 2-15,-1 1 10 0,-2-1-10 0,-8 0 1 16,12 3-2-16,-12-3 4 0,9 6 0 0,-6-2 5 16,-3-4-1-16,0 9 0 0,0-9 3 0,-6 12-2 15,1-3 1-15,-1 2 2 0,-2-2-6 0,-1 1-5 16,-2 2-25-16,0 1-13 0,3-6-33 0,-4 5-29 16,3 2-28-16,-1-3-107 0,-4 1-261 0,3 0 117 15</inkml:trace>
  <inkml:trace contextRef="#ctx0" brushRef="#br0" timeOffset="-193635.17">5118 13034 33 0,'-14'3'104'0,"1"0"-6"15,3 0-1-15,1-3 1 0,0 0 7 0,9 0-10 0,-10 1-3 16,10-1 5-16,0 0-15 0,-12-1-12 0,12 1-3 16,0 0-10-16,0-11 1 0,0 11-9 0,8-14-3 15,0 4 4-15,4-2-17 0,1-1-1 16,5-1-6-16,-3 2-5 0,10-4 0 0,-9 5-8 0,2 0-16 15,-1 3-26-15,-2-2-26 0,-3 6-33 0,-1 1-24 16,-1 3-82-16,-10 0-208 0,13 1 93 16</inkml:trace>
  <inkml:trace contextRef="#ctx0" brushRef="#br0" timeOffset="-193472.62">5114 13236 67 0,'0'0'72'0,"28"-13"-9"0,-16 6-6 0,3-2-9 0,2-1-19 15,1 2-22-15,-1-2-38 0,0 0-21 0,-2 0-57 16,2 0 25-16</inkml:trace>
  <inkml:trace contextRef="#ctx0" brushRef="#br0" timeOffset="-193228.72">5458 12964 68 0,'0'0'159'0,"0"0"-3"15,-9 0-10-15,9 0-9 0,0 0-19 0,0 0-15 16,0 0-11-16,0 0-2 0,0 0-13 0,0 0-4 15,14-14-11-15,-1 7-3 0,3 1-23 16,10-5-4-16,1-3-23 0,0 2-20 0,-1 1-13 16,1-3-13-16,1 1-16 0,-5 1-16 0,3 1-11 0,-2-1-10 15,-3 3-7-15,-5 2-63 0,1-3-172 0,-3 3 76 16</inkml:trace>
  <inkml:trace contextRef="#ctx0" brushRef="#br0" timeOffset="-193002.3">5769 12582 46 0,'-6'-9'107'16,"2"2"-3"-16,2 2 7 0,-3-2-6 0,5 7-5 15,-7-9-6-15,5 4-12 0,2 5-12 0,0 0-11 16,0 0-3-16,0 0-2 0,0 0 11 0,0 0 10 0,9 23-4 16,-5-7-9-16,5 8-3 0,-5 1 0 0,2 1-6 15,-1 3-1-15,1 0-6 0,1-2-5 0,-3-1-8 16,2 0 1-16,-2 0-6 0,3-3 7 15,0-5-10-15,1 6-17 0,-3-5-25 0,1-1-28 0,0 0-17 16,1 0-15-16,1-4-23 0,-1-2-18 0,1 2-102 16,-1-4-237-16,-1-2 105 0</inkml:trace>
  <inkml:trace contextRef="#ctx0" brushRef="#br0" timeOffset="-192619.73">5857 12459 3 0,'5'-11'118'0,"1"2"-16"16,3 1-7-16,-1 0-8 0,-1 2-11 0,2 1-3 0,2 1-9 16,-5 3-8-16,3 1-5 0,-9 0-5 0,15 4 2 15,-11 2-9-15,3 0-6 0,-4 2-4 0,1 4 2 16,-3-1-7-16,-2 4-4 0,-3 3 0 0,2-1 5 15,-3 0-7-15,1-1-4 0,-1 1-2 0,1-6-7 16,2-1-9-16,1-2-5 0,1 0-3 0,0-8 2 16,3 14-6-16,-1-8 0 0,1-1 1 0,2 1 2 15,0-4 4-15,2 2 5 0,3-1-7 0,0-1 3 16,-1 1 0-16,4 0 0 0,-2-2 8 16,2 2-9-16,-1-1 6 0,-2-1-4 0,0 2 0 0,-1 0 0 15,-4 0 5-15,0 0 7 0,-5-3 1 0,10 6 5 16,-7-1-6-16,-3-5 14 0,1 8-6 0,-1-8 5 15,-1 9-12-15,1-9 5 0,-8 9-3 0,4-4 3 16,1 2-13-16,-3-3-10 0,1 2-18 0,0-1-22 16,-2-1-15-16,2 1-77 0,-3 0-155 0,1-1 68 15</inkml:trace>
  <inkml:trace contextRef="#ctx0" brushRef="#br0" timeOffset="-192037.05">6312 12311 83 0,'0'0'153'0,"-3"-10"-10"0,3 10-16 15,-3-6-20-15,3 6-7 0,0 0-10 0,0 0 5 16,0 0-13-16,0 0-2 0,0 0-8 0,15 18-9 16,-12-10 0-16,1 1-4 0,2 2-5 15,-2 1-4-15,0 0-3 0,1 4-5 0,1-1-7 0,-3 0-4 16,0-3-3-16,-1 4-2 0,2-4-1 0,-1 0 6 16,-1 0-28-16,1-1-11 0,-2 1-18 0,3 1-13 15,-3-3-18-15,2-1-14 0,-1 1-21 16,1-1-9-16,-3-2-10 0,1 0-1 0,3-1-67 0,-4-6-194 15,3 10 87-15</inkml:trace>
  <inkml:trace contextRef="#ctx0" brushRef="#br0" timeOffset="-191771.64">6384 12201 32 0,'0'0'80'0,"16"6"-9"0,-12-2-4 0,-2 5-6 16,1 3-15-16,-2 3 11 0,-1 4-4 0,-1 1-5 16,-2 5-4-16,1-6-4 0,-5 6 0 15,2-1-13-15,-1-5 1 0,3-3-1 0,-1-4-5 0,2-1 0 16,-1-2-7-16,2-1 7 0,0-2-5 0,1-6 3 16,-2 11-5-16,2-11-5 0,2 8 1 0,-2-8 8 15,6 7-12-15,-1-6 4 0,-5-1-2 16,14 2 5-16,-2-4-15 0,-1-1-13 0,2-2-8 0,-1 1-23 15,7-3-12-15,-4 1-19 0,2-3-44 16,-2-1-130-16,0 0 57 0</inkml:trace>
  <inkml:trace contextRef="#ctx0" brushRef="#br0" timeOffset="-190992.72">6611 12243 50 0,'0'0'90'0,"0"0"-8"15,0 0 4-15,0 0-9 0,-4-8-9 0,4 8-6 16,0 0-6-16,0 0-8 0,0 0-7 0,0 0 2 16,0 0-12-16,0 0 5 0,0 0-12 15,0 0 22-15,0 0-22 0,0 0-2 0,0 0 0 16,0 0-5-16,0 0-8 0,0 0 10 0,0 0-17 16,0 0 11-16,0 0 0 0,0 0-6 0,0 0 6 0,0 0-3 15,0 0-1-15,0 0 1 0,0 0 11 16,0 0-5-16,0 0-15 0,0 0 8 0,0 0-12 15,0 0 7-15,0 0 2 0,0 0 5 0,0 0-1 0,0 0 4 16,0 0 3-16,0 0 4 0,0 0-3 16,0-9 4-16,0 9 3 0,0 0-2 0,0 0 4 0,0 0-1 15,0 0-10-15,0 0 8 0,0 0-2 0,0 0-1 16,0 0-3-16,0 0 4 0,0 0 1 16,0 0 0-16,0 0 5 0,0 0-10 0,0 0-3 15,0 0 11-15,0 0-12 0,0 0 5 0,0 0 4 16,0 0-6-16,0 0-3 0,0 0-1 0,0 0-1 15,-8-3 0-15,8 3-1 0,0 0-3 0,0 0 1 16,0 0-2-16,-5-5-10 0,5 5 15 0,0 0-6 16,0 0-11-16,0 0 4 0,-5-7 10 0,5 7 0 15,0 0-9-15,0 0 12 0,-5-4-7 0,5 4-3 16,0 0 4-16,0 0-6 0,0 0 1 0,0 0 1 0,0 0-1 16,0 0 3-16,0 0 0 0,-8-4 6 15,8 4-1-15,0 0-8 0,0 0 4 0,0 0-11 16,0 0 7-16,0 0-6 0,0 0 8 0,0 0-4 15,0 0-6-15,0 0 9 0,0 0-1 0,0 0 0 16,0 0 3-16,0 0-2 0,-6-5-1 0,6 5 3 0,0 0-4 16,0 0 2-16,0 0 0 0,0 0-1 0,0 0-1 15,0 0 3-15,0 0 2 0,0 0-1 0,0 0-6 16,0 0 5-16,0 0-5 0,0 0 6 0,0 0-4 16,0 0 2-16,0 0 0 0,0 0-4 15,0 0-1-15,0 0-2 0,0 0 7 0,0 0-2 0,0 0-2 16,0 0 2-16,0 0 5 0,0 0-8 0,0 0 4 15,0 0 0-15,0 0-3 0,0 0-2 0,0 0 5 16,0 0-6-16,0 0 0 0,0 0 7 16,0 0 1-16,-3-7-3 0,3 7 2 0,0 0-3 15,0 0-5-15,0 0-3 0,0 0-2 0,0 0 1 16,0 0-4-16,0 0-8 0,0 0 1 0,0 0-8 0,0 0-5 16,0 0 1-16,0 0-1 0,0 0-6 0,0 0-9 15,0 0-2-15,0 0 5 0,0 0 1 16,0 0-2-16,-10 12-3 0,10-12 0 0,-4 5 0 15,4-5-5-15,-5 3 8 0,5-3-7 0,-9 4 4 16,9-4-1-16,-5 5 0 0,5-5-1 0,-8 7-6 0,6-4 1 16,2-3-7-16,-8 9-40 0,3-5-112 0,5-4 50 15</inkml:trace>
  <inkml:trace contextRef="#ctx0" brushRef="#br0" timeOffset="-189028.96">6212 12213 11 0,'-1'-8'92'0,"1"8"-13"16,0 0 0-16,0 0-13 0,0 0 5 0,6-4-4 15,-6 4 1-15,0 0-13 0,14 18 10 0</inkml:trace>
  <inkml:trace contextRef="#ctx0" brushRef="#br0">6406 12603 817 0,'4'5'95'0,"-1"1"-230"0,-1-2 428 0,1 1-516 15,-1-1 219-15,2 0-77 0,-2 1 165 0,1 0-98 16,-2 0 36-16,3-1-103 0,-4-4 158 0,4 8-119 15,-4-8-20-15,4 6-42 0,-4-6 29 0,4 5 38 16,-4-5-99-16,0 0 101 0,2 6-28 0,-2-6-124 16</inkml:trace>
  <inkml:trace contextRef="#ctx0" brushRef="#br0" timeOffset="-187776.44">6346 12391 14 0,'-8'-10'26'0,"1"-5"2"0,-5 1 4 0,3-1-1 16,2 2 8-16,0-2-2 0,2 3 3 0,1-4 0 15,0 0 4-15,3 1-7 0,1-2 6 0,1 2-8 16,2-3 3-16,2 3 2 0,0-1-6 0,5 2 9 15,-2 3-9-15,-1 2 2 0,3 0-6 0,-1 1 4 16,0 2 2-16,1 1-5 0,0 3-11 0,-2 1-5 16,1 2 4-16,1 2 3 0,-1 3-2 0,-3 1 1 15,1 3 3-15,-1 2-2 0,-2-1-2 0,-3 6-3 16,0 2-8-16,-1 0 10 0,-2 7-13 0,-3-3 4 16,0 2 5-16,0-7-8 0,-2-1 5 0,-1 0-8 15,1 0 1-15,-2-3 1 0,2-3 4 0,1 0-9 16,1-4 8-16,-1 2-4 0,1-5-2 0,2 1 2 15,-1 0-1-15,4-5-2 0,-5 5 1 0,5-5 1 16,0 0 1-16,0 0-3 0,-9 0 4 0,9 0-5 16,0 0 3-16,0 0-4 0,0 0 1 0,0 0-2 15,0 0-2-15,9-19 4 0,-9 19-5 0,12-6-3 16,-7 3 23-16,3 1-15 0,0 0 2 0,0 1-3 16,3 0-8-16,0 0 8 0,0 1 1 0,3 0 15 15,-1 0-23-15,1 0 11 0,-1 1-12 0,0 0 7 16,2 0-11-16,3 1-23 0,-5 0-16 0,4 1-16 15,-3-1-17-15,-1 2-69 0,1-3-165 0,-3 1 73 16</inkml:trace>
  <inkml:trace contextRef="#ctx0" brushRef="#br0" timeOffset="-187487.76">6618 12285 56 0,'-4'-9'93'0,"4"9"-10"0,0 0-25 16,0 0 10-16,0 0-2 0,0 0-6 0,0 0-6 16,0 0 4-16,0 0-9 0,4 27-3 0,0-13-11 15,-4 5 6-15,1 0 6 0,2 5-9 0,0-5-12 16,-3 1 8-16,2-1-12 0,-1 0 6 0,3-2-4 16,0-5-8-16,-2-1 1 0,0 0 0 0,2-3 2 15,-2-1-3-15,1 1-3 0,1-2 1 0,1-2-1 16,0 1 13-16,1-1-16 0,-6-4 4 0,12 5-10 15,-6-4 17-15,3-1-11 0,1-1-8 0,2-2 2 16,2-1 4-16,-1 0-5 0,3-3-17 16,0-2-18-16,0 2-18 0,0-2-19 0,1 1-14 15,-2 1-79-15,-4 1-174 0,-3 1 78 0</inkml:trace>
  <inkml:trace contextRef="#ctx0" brushRef="#br0" timeOffset="-187268.29">6579 12791 80 0,'15'-10'83'15,"4"-2"-1"-15,3-4-16 0,7-3-10 0,-2 2-6 16,1-2-3-16,2 0-5 0,-2 0-10 0,-3 4-10 15,0 0-20-15,-7 6-27 0,-3 1-24 0,-4 3-33 16,0 4-88-16,-5-2 40 0</inkml:trace>
  <inkml:trace contextRef="#ctx0" brushRef="#br0" timeOffset="-187031.15">6706 12885 38 0,'4'9'103'0,"0"2"-4"0,1 1-4 0,2 2-18 15,1 4 12-15,-5-1-21 0,4 8-5 0,-4-1-9 0,3 4-4 16,-3-5 1-16,0 2-12 0,1-5 2 0,-3-1-6 16,0 2-7-16,3-3-15 0,-3-1-11 0,2 0-11 15,-2-4-18-15,-1-2-3 0,3-2-16 0,-2 2-14 16,0-3-15-16,-1-1-42 0,0-7-126 15,0 9 56-15</inkml:trace>
  <inkml:trace contextRef="#ctx0" brushRef="#br0" timeOffset="-186748.38">6792 12871 70 0,'4'-7'67'0,"0"5"-5"0,-4 2-4 0,10-3-9 15,-10 3-8-15,0 0 6 0,10 9-7 0,-5-2 0 16,-3 4-5-16,-4 1 0 0,2 4 1 0,-2 1-6 16,-3 9 4-16,1-7-8 0,-1 0 5 0,0 0-6 15,1 0 1-15,0-4 4 0,0-3-8 16,0-1 7-16,3-3 8 0,0-2-18 0,0 1-1 0,1-7 2 16,0 11-4-16,0-11-2 0,1 8 0 0,-1-8 8 15,7 6-9-15,-7-6 1 0,11 3-4 0,-5-2-4 16,4-4 6-16,2 3-5 0,-1-3 1 15,2-1-2-15,1 0-3 0,3-2-25 0,-1 0-1 16,3-2-18-16,-3 0-12 0,4-2-12 0,-3 1-4 16,1-1-6-16,0 1-46 0,-4 0-131 0,-4 2 58 0</inkml:trace>
  <inkml:trace contextRef="#ctx0" brushRef="#br0" timeOffset="-186551.79">7081 12979 58 0,'0'0'18'0,"0"0"7"0,-5-10 3 0,5 10-5 15,-7-7 22-15,7 7 19 0,-7-7-2 0,7 7 4 16,-5-5 9-16,5 5-9 0,-4-5 9 0,4 5-10 15,-5-5 1-15,5 5-7 0,0 0-6 0,0 0-7 16,0 0-8-16,0 0 1 0,0 0-2 0,0 0 3 16,0 0-10-16,0 0-8 0,0 26 4 0,0-13-6 15,4 2-3-15,-3 2 9 0,1-2-12 0,0 5 2 16,0-1-2-16,0 1-3 0,0-1 3 0,1 0-12 16,-2-1-2-16,3-1-12 0,-2 0-17 0,2-2-21 15,-1-4-11-15,-1 2-5 0,2-1-20 0,-1-2-74 0,1-1-172 16,-3-1 76-16</inkml:trace>
  <inkml:trace contextRef="#ctx0" brushRef="#br0" timeOffset="-186168.16">7087 12927 47 0,'2'-6'96'0,"0"-1"-15"0,-2 7-1 0,7-9-16 15,-1 5-4-15,-6 4-1 0,9-4-4 0,-9 4-11 16,11 1 0-16,-11-1-12 0,12 5 7 0,-7-1-2 16,0 0 0-16,-5-4-5 0,8 16-3 0,-6-7-3 15,0 2-2-15,-2 1-4 0,1 0 3 0,-4 4-12 16,2 0 5-16,0-4-5 0,-2 0 14 0,1 4-10 16,-1-6-12-16,1 2 3 0,0-1-8 0,2-2-7 15,0-2-4-15,0-7-6 0,4 11 3 0,-1-7-6 16,2 0-11-16,-5-4 2 0,12 2 0 0,-4-2 5 15,-8 0 0-15,16-2-2 0,-16 2 7 0,21-6 3 16,-9 2 4-16,-3 3-1 0,-9 1 4 0,13-2-2 16,-13 2 2-16,11 0 1 0,-11 0 8 0,0 0 9 15,10 9 6-15,-7-5-7 0,-2 3 12 0,-1-7-5 16,-1 12 3-16,1-12-6 0,-7 15 0 0,3-5 6 16,1 1-6-16,-4-2-4 0,2 2 4 0,-1 0-2 15,1 0-5-15,0-1-15 0,-2 0-4 0,1 1-21 16,-1 0-25-16,1-1-49 0,-3-1-120 0,-1-1 53 15</inkml:trace>
  <inkml:trace contextRef="#ctx0" brushRef="#br0" timeOffset="-185423.75">6242 14033 67 0,'0'0'99'0,"0"0"-4"15,43-16-10-15,-13 1-1 0,6 0-5 0,19-9-5 16,26-13-2-16,-26 9-15 0,28-11-1 0,1-1 3 16,0 3-15-16,0-1-3 0,-3-3-2 0,0 1-4 15,-2 0 1-15,-1-1-5 0,-22 9-1 0,23-18-7 16,-2 3-5-16,-3-2 6 0,-23 14-11 0,-1 0 7 16,0-1-5-16,-1-4 0 0,-5-1-6 0,-3 3 2 15,-2 0 4-15,-6 2-7 0,-1 0 7 0,-14 10-8 16,-1-5-3-16,0 2 3 0,0-2 6 0,-6 0-4 15,1-3 18-15,-3 0-21 0,-3-15 0 0,-1 4-2 16,-5-5-13-16,-2 1 14 0,-5 2-1 16,-3-2-3-16,-3 0 6 0,-5 2 2 0,-6 0-4 0,-1-1-26 15,-6 5 27-15,-4 2-11 0,-4-1 7 0,-7 6-11 16,-4 0 10-16,-3 4-6 0,-26-8 2 0,23 15-2 16,-5 5 7-16,-2 1-9 0,-28-4-5 0,4 6 11 15,20 9-8-15,-25-5 4 0,25 7-4 0,-30-1-4 16,5 0 1-16,0 5 4 0,26 0-3 0,-26 1-1 15,2 2 3-15,25 1-10 0,-30 3 2 0,6 6-2 16,22-3 6-16,-23 11-2 0,3 3 21 0,24-3-17 16,-22 16 2-16,4 3 0 0,25-5 1 0,-25 19-6 15,7 9 13-15,1 1-10 0,-1 4 7 0,8 2-2 16,-1 4-1-16,0 0-4 0,3-2 2 0,4 4 1 16,7 0 2-16,2 0 7 0,6 4-4 0,3 3 0 15,6 2-3-15,7 1-3 0,3 0 4 0,7-1-4 16,1-3 1-16,12-21 7 0,1 23-7 0,5 0 9 15,7 0 0-15,1-25 1 0,7 0 0 0,3 0-2 16,21 18 4-16,-12-29-4 0,10 1-4 0,9-6 7 16,6-7-2-16,26 8 7 0,-17-22 11 0,33-3-18 15,4-9 5-15,3-10-4 0,0-9 6 0,10-5-7 16,7-8 11-16,4-4 18 0,5-7-17 0,1-2-20 16,-3-3-3-16,-2-4-9 0,-8 1-15 0,-4 1-2 15,-3-5-13-15,-4 5-7 0,-2-1-22 0,-12 0-57 16,-7 4-146-16,-30 8 65 0</inkml:trace>
  <inkml:trace contextRef="#ctx0" brushRef="#br0" timeOffset="-185078.09">7660 11926 76 0,'0'0'98'0,"0"0"-11"0,17 17-8 16,-17-17-10-16,8 6-1 0,-4-4-8 0,-4-2 0 16,10 3-14-16,-10-3 2 0,15-3 7 0,-4-2-17 15,1-2 0-15,3-6-2 0,4-6-13 0,3-6-18 16,-1-1-27-16,8-11-12 0,-1-3-19 0,-3-2-20 16,2 2-45-16,-4-3-127 0,0-3 57 0</inkml:trace>
  <inkml:trace contextRef="#ctx0" brushRef="#br0" timeOffset="-137373.72">26456 11036 60 0,'-15'-1'117'0,"1"1"-4"0,1-3-2 0,-1 1 0 16,5-1-4-16,-1 2-4 0,2 0 2 0,8 1-3 0,-13-4 2 16,9 2-6-16,4 2-5 0,0 0-11 0,-12-2 1 15,12 2-8-15,0 0-10 0,0 0-4 16,18-8 1-16,-5 6-7 0,16-5 5 0,5 1-2 16,7 1-5-16,18-1-3 0,33-2-6 0,2-2-9 0,2 5 7 15,-3-2-4-15,7 0-2 0,7 2 0 0,4-3-5 16,0 7-1-16,8-2-6 0,-3 1-1 15,3 2-7-15,0-1-2 0,1 1 0 0,3 3-6 0,2-3 3 16,4 3-4-16,6 1 3 0,2-1-5 0,5-5 4 16,5 6-2-16,5-6-2 0,1 0 2 0,7 4-8 15,-4-5 1-15,1-4 2 0,-1 5 1 0,0-1 0 16,2-3-8-16,-3 3 0 0,-4-2 1 0,-8 2-3 16,-5 1 1-16,-1 0 14 0,-6-4-2 0,-7 5 0 15,-6-1-4-15,-7 2 3 0,-5-1-3 0,-11 1 1 16,-30-2-6-16,0 2-5 0,-2 5-10 0,-7-2 2 15,-5-2-11-15,-15-1-15 0,-3 0-10 0,-6 0-9 16,-9 0-31-16,0-1-10 0,-7-2-8 0,-4 1-34 16,-6-4-143-16,-1 6-310 0,0 0 138 0</inkml:trace>
  <inkml:trace contextRef="#ctx0" brushRef="#br0" timeOffset="-136556.79">26764 9760 47 0,'-2'-10'75'0,"-2"1"-6"16,2-1-3-16,-1 1 0 0,-1-1 4 0,-1 1-11 15,2 2-5-15,-1-1 7 0,0 2 4 0,2-2-16 16,-3 3-1-16,1-2 3 0,4 7-9 0,-7-9 6 16,7 9-9-16,-3-7-4 0,-1 3 0 0,4 4-4 15,0 0-2-15,-5-6-4 0,5 6-6 0,0 0-2 16,-4-5-4-16,4 5 0 0,0 0-5 0,0 0 6 16,0 0-1-16,0 0 8 0,-6 14-19 0,3-8 8 15,-2 3 0-15,3 2 4 0,0 1-7 0,0 5 8 16,0 0-7-16,-3 2 2 0,5 6 4 0,-2 0-10 15,4 3 7-15,-4 0-3 0,2 7 9 0,2-3-1 16,-2 1-16-16,2 13 15 0,0-11-6 0,-1 0 1 16,-1 11 6-16,0 1-12 0,-3 2 4 0,1 2-1 15,0-5 2-15,0 6-1 0,0-4-1 0,-3 4-5 0,1-1 2 16,-1 4 7-16,5 0-3 0,-3 0 5 0,1 26-11 16,2-26-2-16,-2 3 2 0,4 2 6 0,-6 22-1 15,4-24 0-15,0 2-11 0,4 21 6 16,-2 0-1-16,-1-23-6 0,1 25 15 0,0 2-3 0,1-2 4 15,-3 0-3-15,-5-1 18 0,0 4-18 0,-3-6-2 16,1-20 1-16,-7 28-2 0,1-1-4 0,2-6-1 16,1 1 6-16,0-1 1 0,1 1 1 15,-1-24-7-15,-1 24-7 0,5-23 6 0,-4 22 1 0,4-23-1 16,1 1 5-16,3-2-2 0,0 30-1 0,0-29-12 16,2-2-16-16,4 4-19 0,0-4-13 0,-2-1-32 15,1-1-23-15,1-1-97 0,1-5-226 16,-4-14 101-16</inkml:trace>
  <inkml:trace contextRef="#ctx0" brushRef="#br0" timeOffset="-133286.52">26688 10973 9 0,'0'0'18'16,"-3"8"-9"-16,3-8 5 0,0 0 3 0,0 0-6 15,-4 4-1-15,4-4 0 0,0 0 4 0,0 0 0 16,-2 7 0-16,2-7-2 0,0 0-7 0,-7 7 6 15,7-7-6-15,0 0 6 0,-4 2-2 0,4-2-3 16,0 0 0-16,-5 7 4 0,5-7-4 0,0 0 1 16,0 0 1-16,-4 5 0 0,4-5 5 0,0 0-3 15,-2 6-6-15,2-6 3 0,0 0-1 0,0 0 2 16,0 0-8-16,0 0 14 0,0 0-7 0,-5 6 6 16,5-6-1-16,0 0-4 0,0 0 1 0,0 0 3 15,0 0-3-15,0 0 6 0,0 0 5 0,0 0-4 16,0 0 3-16,0 0-4 0,0 0-1 0,0 0 0 15,0 0 1-15,0 0-1 0,0 0 5 0,0 0-5 16,0 0 1-16,0 0-7 0,0 0 3 0,0 0-7 16,0 0 6-16,0 0-3 0,0 0 7 0,0 0 7 15,0 0-1-15,0 0 1 0,0 0-2 0,0 0-4 16,0 0 10-16,0 0-1 0,0 0 5 0,0 0 2 0,0 0-3 16,0 0-6-16,0 0 8 0,0 0 2 15,0 0-8-15,0 0 8 0,0 0-9 0,0 0-3 16,0 0 10-16,0 0 2 0,0 0-8 0,0 0-6 15,0 0 5-15,0 0-7 0,0 0 5 0,0 0-2 0,0 0-7 16,0 0 1-16,0 0-7 0,5-26-2 0,-1 19 6 16,-2-1 0-16,5-1-3 0,-3-1 1 0,1-1 1 15,1 0-6-15,2-3 5 0,0-1-10 0,-3 0 7 16,1 4-3-16,4-5 0 0,-3 1-2 0,1-1 3 16,-1 1-1-16,2-1 3 0,0-2 2 0,-2 1 0 15,-1-2-4-15,4 2 2 0,-4-2-6 0,1 0 6 16,-1 2-4-16,4-7-5 0,-4 6 3 0,1 0 4 15,0 1 2-15,0 0-2 0,-2-1 0 0,3 0-3 16,-1 0-2-16,-1 0 6 0,0 1 3 0,0-1 4 16,1 0-7-16,-1-1-3 0,-1 2 5 0,2-1-2 15,-1 1-11-15,-1 2 12 0,1-2 1 0,1 1 0 16,2-1-3-16,-2-2 0 0,-2 4-6 0,1-3 11 16,4 2-2-16,-4 0 0 0,1-1 0 0,-1-1 2 15,6 4 6-15,-3-2-11 0,1 1 5 0,-3 2-1 16,1 0 0-16,0 2-4 0,-1 0 6 0,1 0-4 15,2-1-1-15,-1 2 8 0,0-2-11 0,3 4-1 16,-1-5 3-16,-3 4-3 0,2 0 3 0,0 2-5 16,1 1 3-16,-3-2 1 0,3 1 2 0,-4-1 2 0,1 2-6 15,0 3 5-15,0-4-7 0,-1 0 4 16,1 4-6-16,-2 0 2 0,3-1 6 0,-3 1-3 16,1 0 0-16,2 0 3 0,-4 1-7 0,-5 2 1 15,13-2 2-15,-7 1-5 0,-6 1 8 0,14-3-2 0,-14 3 3 16,13 2-2-16,-13-2 0 0,10 1-1 0,-10-1-6 15,9 1 1-15,-9-1 4 0,9 3-4 16,-9-3 4-16,4 6-4 0,0-4 5 0,-4-2 0 16,8 9-3-16,-8-9 4 0,6 3-7 0,-4 1 4 0,-2-4-2 15,4 10 1-15,-3-5 1 0,1 1 0 0,-2-6-1 16,4 11 3-16,-4-4 2 0,2-1-2 16,-2-6-1-16,0 14 7 0,0-5-13 0,0-2 7 15,0-7 1-15,4 18 3 0,-2-8-9 0,0-1 14 0,0 0-11 16,2 1 4-16,-1 1 4 0,-1-2-4 0,2 4 0 15,-2-4 5-15,1 1-5 0,-1 2-8 0,3 0 12 16,1-3 0-16,-4 4-3 0,1-3 5 16,1 2-3-16,0 0 4 0,-1 0-2 0,1 0 4 0,1 1-5 15,-3-1 1-15,1-1 1 0,-1 2-4 0,2-1 3 16,-2 1 1-16,1-2 1 0,-1 1 2 0,0 4-1 16,0-3 0-16,3 1-1 0,-2-2 6 0,1 3-5 15,0-3 6-15,1 3-2 0,-3-2 0 0,5 1 10 16,-3 1-6-16,1 1-10 0,0 0 5 0,-1 0-6 15,2-1 1-15,-2 2-1 0,-1-2 3 0,1 3-1 16,1-1-3-16,-3 0 2 0,1 0-1 0,3 1 0 16,-4-1 1-16,3-3-6 0,-1 1 9 0,0 2-4 15,2-1-6-15,-2 0 1 0,1 0 7 0,-1 0-1 16,-2 0-5-16,0-1 2 0,2-2 4 0,-1 2-4 16,-3-2-5-16,2-1 5 0,1 1-2 0,3 3 7 15,-5 0 1-15,3-2-1 0,-2 1 1 0,1 1-4 16,-2 1 5-16,1-1-1 0,-2-1-3 0,0-2 0 15,1 3 0-15,-1 1-2 0,0-1 4 0,0-3-5 16,0 3-1-16,0-3-1 0,2 0 1 0,0 0 0 0,0 2-1 16,1-2 1-16,-1 0 1 0,1-2-4 0,1 1 4 15,0 1-3-15,0-2 0 0,-1 1 0 16,1-1-1-16,0 0 1 0,2-1 2 0,-4 1-3 16,3-1 0-16,-1 0 0 0,0 0-4 0,1-1 3 0,-1 2 3 15,-2-2 0-15,4 2-2 0,-2-4-2 0,-2 5 4 16,2-3-8-16,-1-1 7 0,1 2-3 0,0-1 3 15,0 1-1-15,0 0 1 0,2-1 0 16,-1 3-2-16,-1-2 2 0,0-1-3 0,1-2 1 0,-1 3-3 16,3-2 2-16,-2 3 1 0,1-5 0 0,-1 3 0 15,-3-1 1-15,2 1-1 0,2-3 1 16,-2 1-4-16,0 1 1 0,1-3 7 0,-1-2-9 16,3 4 5-16,0-4-6 0,-3 1 8 0,1-1 0 0,1 2-9 15,0-1 2-15,-1 0 8 0,3-2 0 0,0 0-6 16,-1 0 3-16,0 1-2 0,0 1 4 0,2-2-9 15,-3 1 9-15,-6-3-3 0,18 2 2 16,-9 0-2-16,-1-2-1 0,-8 0 2 0,14 0-1 0,-14 0-2 16,14 0 0-16,-2 0 3 0,-1-2 0 0,-11 2-1 15,14-1-4-15,-8 0 3 0,-6 1 5 0,13-2-4 16,-5-1 2-16,-3 1-1 0,-5 2-1 0,16-3 0 16,-9-2 1-16,2 0 1 0,2 0 0 0,-2-1-5 15,0 2 3-15,0-4 0 0,1 3 1 0,-2-3-5 16,3 2 5-16,0-2-4 0,-2-1 0 0,1-1 2 15,1 3-1-15,0-6 2 0,2 1 4 0,-5 3-5 16,4-3 3-16,0-2-4 0,-5 4 3 0,4-2-4 16,1 0 5-16,-1-3-6 0,1 2 8 0,-4 0-4 15,3 0-1-15,-2-2 1 0,-2 2-3 0,1-3 5 16,-1 1-4-16,-2-2-1 0,4 2 1 0,-4-3-3 16,-1-2 2-16,2 3-1 0,1-6 0 0,3-2 1 15,-4 1-1-15,3 1-2 0,-2-1 2 0,0-1-2 16,-1 1-7-16,1 0 2 0,-3 4 1 0,2-5 1 15,-5 6 0-15,1-2 1 0,5-4 4 0,-5 1-4 16,0 4 2-16,-1-5-1 0,1 5 1 0,0-4-1 0,-2-1 4 16,2 7-1-16,-1 0-4 0,-1-2 6 15,1 0-1-15,-1 1-3 0,-1 1 2 0,2 1 2 16,-1-3 1-16,0 2 2 0,1 0-4 0,2 0 0 16,-2 0-1-16,1 0-8 0,1 0 10 0,2-1-4 0,-1 1 6 15,1 0-2-15,1 1 4 0,0 0-8 0,-1-1 3 16,3 1 1-16,-2 2-2 0,0-2 2 0,2 1-1 15,1-1-3-15,0 2 5 0,-1-2 0 16,-2 1 0-16,2-1-4 0,-1 1 2 0,-1-1-1 0,1 0 3 16,2 0 3-16,-1 1-6 0,-1 0 2 0,0 0-3 15,3 1 2-15,-2-1 1 0,1 2 1 0,-3 0-1 16,2 2-3-16,-2-3 2 0,1 2 2 16,2-4-6-16,-2 6 2 0,2-3 6 0,-2 5-2 0,3-5-2 15,-2 1 5-15,-1 3-5 0,-1 0 1 0,1 3 0 16,-2-2 2-16,1 2-2 0,-1 1 2 0,2 0-5 15,-1-1 4-15,-2 1 0 0,2 1-6 0,0 1 8 16,0-1-2-16,1 1 0 0,0 0-7 0,0 0 4 16,-7 4 3-16,10-4-3 0,-4 4 4 0,-6 0-3 15,10 0-2-15,-10 0 3 0,12 4-3 0,-5-1 1 16,-1 0 3-16,-1 1-1 0,4 5-3 0,-3-2 4 16,1 1-1-16,0 2 4 0,3-1-2 0,-2 5-2 15,-2-2 1-15,1 2 0 0,-2-2-1 0,1 4 1 16,-3 2 2-16,2 0-3 0,0-1-4 0,0 2 5 15,-2 0-1-15,0-1 4 0,-1 0-2 0,2 2 2 16,-3-1-2-16,3-2 3 0,-3 3-4 0,3-1 2 16,-3-1 1-16,2 0-5 0,-1 0 3 0,2 1-2 15,-3-3 1-15,3 3 7 0,-4 0-8 0,4-2 4 16,-3 2-1-16,2-2 1 0,1 2-3 0,-2-3 3 16,2 4 1-16,0-4-1 0,0 2-5 0,1 0 2 15,0 0 1-15,0 2-1 0,-1-4 4 0,4 10-6 16,-2 0 7-16,5-2 4 0,0 1-7 0,1-3-1 15,3 4 0-15,-3-2 4 0,2 0-6 0,1 2 1 16,-2-3 1-16,2 4 2 0,0-1-1 0,-2-1 2 0,1 1 0 16,-2-2-3-16,0 2-1 0,-1 0 0 15,0 0 5-15,-2-1-3 0,2-1 1 0,1 0-2 16,-1-1-4-16,-1-2 3 0,-2-3 1 0,1 5-2 16,-1-5 3-16,1 0-2 0,0-1 1 0,-1 0 2 0,-1-2-18 15,1 0-11-15,-1-1-11 0,2 1-23 0,0-1-5 16,1 0-32-16,2 0-43 0,-3-1-145 0,-2-4-309 15,1 0 137-15</inkml:trace>
  <inkml:trace contextRef="#ctx0" brushRef="#br0" timeOffset="-131443.36">29104 10649 11 0,'0'0'53'0,"0"0"-7"16,0 0-3-16,0 0-5 0,0 0-5 0,-6-4 2 15,6 4-8-15,0 0-2 0,0 0-4 0,0 0 1 16,0 0-8-16,0 0 7 0,0 0-1 0,0 0 7 15,0 0-2-15,-5 10-4 0,5-10 2 0,-3 9-9 16,3-9 1-16,-1 11 3 0,1-11 1 0,0 12 6 16,-3-3-4-16,2 0-5 0,1 3 8 0,0-1 3 15,0 0-8-15,0-1-2 0,0 0-1 0,1 3 1 16,-2 0-7-16,5-1 4 0,-3-2 4 0,2 2-19 16,-2 4 20-16,0-4-2 0,0 3-3 0,1-2-3 15,-1 2 8-15,0-1-3 0,-1-3 2 16,3 5 9-16,-1-1-5 0,0 3-3 0,0-7 1 0,1 5 2 15,2-2-2-15,1 2-4 0,-1-2 1 0,3-2 6 16,-1 3-8-16,1 0-6 0,-1-1 10 0,1-1 0 16,-2-3-13-16,0 2 6 0,2-1-10 0,2 2 11 15,-3-3 0-15,-1 1 4 0,3-1 0 0,-3 0-4 16,1 0 3-16,-2 1-2 0,2 0-7 0,-1-1 3 16,-3 2 0-16,1-3 1 0,-1 2-6 0,-1-1-3 15,1 1 18-15,0 0-13 0,0-3 10 0,2 4-5 16,-1-3 1-16,-1 4-5 0,2-5-9 0,-1 3 15 0,1-1-3 15,1 0-6-15,1-1 4 0,-2 1-7 16,0 0 7-16,0-1-2 0,-1-3-3 0,1 4-7 16,1-3 6-16,1 1 8 0,-3-3-4 0,1 1 8 15,-1 4-12-15,-1-5-3 0,2 4 0 0,0-4-3 0,-2 1 14 16,1-1-7-16,-1 4-3 0,-1-4 6 0,1 2-7 16,-1 0 6-16,1-2-4 0,2 0-5 0,-5-5 4 15,5 9 3-15,-1-5-2 0,0 1 4 16,1 1-9-16,0-1 1 0,-1-1 6 0,1 2-6 0,0-2 9 15,-1 1-12-15,1 0 2 0,-3 0 2 0,-2-5 1 16,8 7-3-16,-4-1 11 0,2-2-6 0,-2 0-5 16,1 0 8-16,-5-4 4 0,7 6-9 15,-3-3 6-15,-4-3-9 0,6 7 0 0,-6-7 8 0,6 4-1 16,-2-1-5-16,-4-3 4 0,6 3-3 0,-6-3 5 16,7 2-5-16,-7-2 4 0,11 2-9 0,-6 0 12 15,3 0-8-15,-8-2 6 0,15 0-5 16,-6 1 2-16,2-2-4 0,-2 1-1 0,2 1-9 0,-2-1 14 15,4 1-1-15,0-2 3 0,-1 2-2 0,2-2-14 16,-1 0 14-16,4-1 2 0,-4 2-2 0,1-2-4 16,-3 0 8-16,1 1-2 0,2 0-2 0,-4 0-7 15,3 0-9-15,-2 0-2 0,0-2-23 0,-3 3 15 16,1-3-24-16,2 0-1 0,-5 0-18 0,3 1-12 16,-1 0-10-16,-2-2-8 0,0 1-78 0,2-1-189 15,-3 0 84-15</inkml:trace>
  <inkml:trace contextRef="#ctx0" brushRef="#br0" timeOffset="-128571.6">26598 12575 42 0,'0'0'64'0,"0"0"-2"16,-2-9-9-16,2 9-3 0,0 0-6 0,0 0-11 15,0 0 11-15,0 0-6 0,0 0 1 0,0 0-1 0,0 0-5 16,0 0-3-16,0 0-9 0,0 0-13 0,0 0 6 15,0 0 1-15,0 0 3 0,0 0-9 16,0 0 6-16,0 0 0 0,0 0 3 0,0 0 8 16,0 0-5-16,0 0-5 0,2 31 5 0,-2-20 0 0,-2 0-1 15,0 5 10-15,-1 1-3 0,1 0-2 16,2 3-3-16,-2 4 6 0,-1 2 0 0,3 0 7 16,-4 1-8-16,4 4-1 0,-2 2 1 0,-2 2-1 15,-1 0 0-15,1 12-7 0,-2 1 1 0,-2-1 1 16,3 3-5-16,-1 1 1 0,2 3 2 0,2 2-8 0,2-1-1 15,0 2 6-15,4 1-8 0,-2 1-11 0,0 26 9 16,-2-28 1-16,0 4-1 0,-2 20 5 0,-5-23-8 16,2 0 3-16,-1 1 8 0,-5-2-6 0,-3 0 1 15,3 1-11-15,-4-2 0 0,-2-6-22 0,-1 3-5 16,3-2-17-16,1-5-9 0,-2 6-20 0,2-9-13 16,8-9-10-16,-1 2-62 0,-1-2-174 0,6-5 77 15</inkml:trace>
  <inkml:trace contextRef="#ctx0" brushRef="#br0" timeOffset="-127960.24">26473 13285 35 0,'0'0'119'0,"-8"-6"-4"0,8 6-5 0,-4-6-16 15,4 6-2-15,0 0-18 0,0 0-7 0,0 0-10 16,0 0 4-16,20-4-8 0,1 4-5 0,11 0-8 15,8 0 5-15,20 0-9 0,30 0-4 16,0-1-1-16,6-1-1 0,10-4 0 0,11-2-5 0,15 5-8 16,6-1 14-16,12-1-12 0,5-4-3 0,8 4-1 15,3-3 6-15,7 4 0 0,-1 1-5 0,5 1-6 16,7-3 3-16,10-1 4 0,6 2-2 0,4 2-5 16,1-3 4-16,11 1 2 0,2 1-8 0,-2 4-3 15,-3-1 6-15,-1 2-10 0,-2-2 1 0,-7 9-2 16,-13-3 3-16,0-1 5 0,-17 1-8 0,-10 3-17 15,-11-3 19-15,-18 0-6 0,-14-5 6 0,-10 4-2 16,-16-1 1-16,-32-1 1 0,-5 1 1 0,-7-4-3 16,-16 3 6-16,-5-3 11 0,-11 2-5 0,-7-2-21 15,-4 0-17-15,-7 0-29 0,0 0-19 0,0 0-19 16,-39-15-20-16,6 8-77 0,-17-7-206 0,-4-1 92 16</inkml:trace>
  <inkml:trace contextRef="#ctx0" brushRef="#br0" timeOffset="-124641.65">26538 13346 42 0,'0'0'43'0,"0"0"-1"16,0 0-1-16,0 0-2 0,0-10-4 0,0 10 5 16,0 0-4-16,0 0-3 0,0 0 7 0,0 0-5 15,0 0-1-15,0 0-5 0,0 0-2 0,0 0-1 16,0 0 5-16,0-10-4 0,0 10 0 0,0 0 2 16,0 0-4-16,0 0 7 0,0 0-7 0,0 0-3 15,0 0-3-15,0 0 6 0,0 0-7 0,0 0 14 16,0 0-8-16,0 0 4 0,0 0-1 0,0 0 10 15,0 0 1-15,0 0 5 0,0 0 4 0,0 0 10 16,0 0 6-16,0 0-6 0,0 0-1 0,0 0-8 16,0 0-5-16,0-12 1 0,0 12-11 0,4-13-4 15,-2 6 3-15,1-1-6 0,1-2-4 0,0 0 3 16,0-6-3-16,2-1-2 0,0 0-4 0,3-1 4 16,0-9-8-16,5-3 2 0,-3-2-2 0,5-1-2 15,6-16-1-15,2 3 2 0,1-5-8 0,3 1 4 0,3-3 0 16,15-23 1-16,-4 2-5 0,-13 23 2 15,13-26 0-15,-15 26-2 0,-2-4-2 0,7-20-2 16,-7 24 5-16,-2 2 2 0,-8-4-6 0,2 5 5 16,-1-2-2-16,-7 2 0 0,1 5-2 0,-2-5 4 15,-1 15-2-15,-5-1 3 0,2 0 3 0,-2 2-3 0,0 0-2 16,-1 4 7-16,-1 1-2 0,5-1 5 16,-1 5-4-16,-4 3-3 0,3 0 1 0,-1 4 3 15,2 1 0-15,-2 2-1 0,3-3-2 0,-1 3 3 16,-2 4-4-16,5 2 0 0,-4 0-1 0,-3 7-1 0,10-11-3 15,-10 11 1-15,7-5-3 0,-7 5 3 0,10-5-2 16,-10 5 7-16,0 0-3 0,15 3-5 0,-15-3-1 16,11 6-1-16,-11-6 2 0,14 5-2 15,-8 2 2-15,3 0-1 0,-2-1 1 0,-2 1 0 16,3 0-1-16,-3 0 0 0,3 1-3 0,-2 0 3 0,-2 1-2 16,1 0 5-16,-1-2-3 0,1 3 1 0,-1-1 2 15,0 2 1-15,1 0-3 0,-2-1 2 0,-1 2 1 16,2 0-2-16,2-1 3 0,-3 0 1 15,3 4 2-15,0-4-4 0,-2 6 2 0,5-2 0 0,-5 2 1 16,2-2 3-16,2 3-1 0,-2 0-3 0,-1 2 4 16,2 4 3-16,1 0-1 0,2 0 1 0,0 2 1 15,0 0 4-15,4 2-5 0,-2 0 3 0,1-1 12 16,1 6-8-16,1 0 1 0,6 10 0 0,-4 2 1 16,0-1-3-16,-3-10-1 0,6 13 3 0,-2 0-5 15,1 0 1-15,0 1-2 0,3-2 0 0,-1 4 3 16,-4-4-3-16,0 2 1 0,0 4-2 0,2-3 1 15,-6 9-5-15,1-2 3 0,-4 1-2 0,-3 3-3 16,1-1 3-16,-6 23-5 0,2-25 3 0,2 2-1 16,1-2 0-16,1-1-1 0,3-3-2 0,-3 2 4 15,2 0-5-15,1 2 0 0,-1-4 3 0,0 1-2 16,3-3 1-16,-2-1 1 0,-1 1 0 0,-3-5 1 16,6 2-2-16,-1 0 0 0,-7-14-2 0,0 13 0 15,6-13 0-15,-1-2-1 0,0 0 2 0,-5 2-3 16,2-7 2-16,2 1 1 0,-4-1 2 0,1-2-2 15,-4-6-2-15,2-2 2 0,-1 0 0 0,-3-2 4 16,2 1-4-16,-2-5-2 0,2 0 2 16,2-2-3-16,-2-3 3 0,-1 2 0 0,-1-8 0 0,1 7-2 15,-1-7 4-15,1 9-1 0,-1-9 3 0,3 9 10 16,-3-9 2-16,0 0 3 0,0 0-6 0,0 0-1 16,0 0-1-16,0 0 1 0,0 0-1 0,0 0 3 15,0 0-2-15,0 0 3 0,0 0-5 0,0 0 2 16,0 0-1-16,0 0-2 0,0 0-3 0,-2-27 1 15,2 27-1-15,2-8-3 0,-2 8 2 0,2-7-1 16,-2 7 1-16,2-8-3 0,-2 8 2 0,4-9 2 16,-4 9-5-16,3-9 0 0,-1 3-1 0,-2 6 0 15,2-9 3-15,1 3-6 0,-3 6 4 0,6-10-2 16,-3 5-3-16,-3 5 6 0,5-8-6 0,-4 4 2 16,-1 4 1-16,4-6-5 0,-4 6-15 0,0 0 0 15,5-7-1-15,-5 7 5 0,0 0 6 0,3-6-1 16,-3 6-7-16,0 0 4 0,0 0 0 0,0 0-2 15,0 0 3-15,9-5 2 0,-9 5 1 0,0 0 5 16,0 0-5-16,0 0 2 0,0 0-3 0,9 9 2 16,-9-9-2-16,4 6 1 0,-4-6 2 0,3 5 2 15,-3-5-2-15,3 6 2 0,-3-6-3 0,5 7 7 16,-5-7-5-16,8 7 6 0,-6-3-4 0,-2-4 4 16,4 7-3-16,1-5 2 0,-5-2-1 0,8 5 1 15,-8-5 1-15,9 5-3 0,-9-5 2 0,7 3 1 16,-7-3-1-16,7 4 2 0,-7-4 1 0,4 1 0 15,-4-1 2-15,0 0-4 0,14-1 2 0,-14 1 2 16,9-9-3-16,-2 2 2 0,1 0-2 0,2-2 0 16,3-3-3-16,-3-3 2 0,2 0 0 0,4-5 0 15,0-2 0-15,-1-2 1 0,2 0-5 0,-2-3 6 16,3-4-5-16,6-12 3 0,-6 11 2 0,8-10-3 16,-2 0-3-16,-6 9 1 0,2-14-1 0,-1 5 5 15,-2-3-4-15,5 3 8 0,-8-4-5 0,-1 2 0 16,-2 10-3-16,2-13 6 0,0 0-5 0,-1 0 0 15,1-2 1-15,-5 0-2 0,4 0 1 0,-2-1 1 16,0-1-2-16,1 1 1 0,-3-1 1 0,0 1-1 16,1-3 0-16,0 5 3 0,0-1 0 0,1 1 4 15,-2-1-7-15,5-1 2 0,0 4-3 0,1 0 0 16,0-2 3-16,2-2-2 0,-2 0-1 0,4 4 6 16,-2 0-3-16,1-1 0 0,2 2 1 0,-6 12-2 15,6-14-1-15,0 3 3 0,2 1-2 0,-9 10 2 16,9-12-1-16,-9 12 2 0,5 0 1 0,-4-1-3 15,1 3-1-15,-2 0 6 0,3 2-5 0,-5-2-2 16,2 4-1-16,-2 1-3 0,-1 1 6 0,0 0-3 16,1 1 1-16,1 2-2 0,-4 5 2 0,2 1 0 15,-2 0 1-15,1-2-1 0,0 4-1 0,-1 3-1 16,-1 1 0-16,0 1 1 0,-1-1 0 0,0 2 2 16,-2 3 0-16,-1 0-1 0,-2 5-3 0,7-7 2 15,-7 7-1-15,2-5 0 0,-2 5-2 0,0 0 2 16,0 0 1-16,5-7-1 0,-5 7-2 0,0 0-1 15,0 0 0-15,0 0 2 0,12 9 2 0,-12-9-4 16,9 10 2-16,-3-3 3 0,2 3 0 0,1 2-1 16,0 2 9-16,0 1-5 0,0-1-10 0,-2 3 7 15,6 5-1-15,-4-4 1 0,4 8-2 0,-3-1 2 16,0 2-4-16,2 1 0 0,-2-1 4 0,0 4 0 16,0 2 1-16,-2-3 0 0,2 5-1 0,3 10-2 15,1-1 3-15,-3 2 1 0,2-1-2 0,0 2 3 16,3-3 0-16,-5 3-1 0,3 0-4 0,-1 2 4 15,-1-1-4-15,1 2 6 0,-1 0-7 0,1 0 5 16,7-2-3-16,-3 1-2 0,-2 2 4 0,0 2-2 16,0-2 1-16,5 1 3 0,2 0-5 0,-3 2 4 0,1 2-1 15,2 1-4-15,13 17 4 0,-10-25-4 16,0-1 2-16,3 0 0 0,1 0-2 0,3-1 4 16,-3-1-4-16,6 7 5 0,-2-4-7 0,3 2 4 15,-2-5-1-15,-3 1 2 0,1 0 0 0,-3-3-2 16,-2 0-1-16,0 2 5 0,-1-6-4 0,-1 1-3 0,-1 1 1 15,-7-10 1-15,1-2 2 0,-3-1-1 16,7 2 0-16,-5-2 1 0,-2-2 1 0,0-1-3 16,-3 0-5-16,-1-2 6 0,3 0 0 0,-5 1 0 15,3-3 0-15,-3-5-1 0,2 6 2 0,-4-6 2 16,1 0-1-16,-2-6-1 0,1 0 0 0,0-1 4 16,0 1-6-16,-2-3 11 0,1 0-11 0,-3-2 2 0,4 1 2 15,-3-3-1-15,-2-1 2 0,-2-3-4 16,5 6 5-16,-5-6-1 0,5 4-1 0,-5-4 1 15,0 0 1-15,8 0 0 0,-8 0 0 0,0 0-2 16,0 0 3-16,17-4 2 0,-12-2-3 0,0 3 0 16,1-3 5-16,1-3-7 0,3-1 1 0,-2-7-2 15,-1 4 0-15,5 0 3 0,-5-4-2 0,2 0-2 16,0 4 3-16,2-2-4 0,-4-3 6 0,2 1-4 16,0 1 3-16,1-7-10 0,1 0 1 0,1-3-5 15,-1 1 3-15,-1-1 1 0,3-3 1 0,-1-3-1 16,6-10 4-16,-5 9-5 0,7-12 0 0,0 2-1 15,1-3 3-15,1 1-6 0,1-1-1 0,2-2-4 0,0-1 2 16,2-4 2-16,2 0-8 0,2 4 6 16,-3-5-4-16,13-18 3 0,-12 22 0 0,5 0 2 15,-1-4-3-15,13-17 2 0,-14 20 0 0,-3 5 2 16,3-4 1-16,-3 0 1 0,1 0 1 0,0 1 1 16,0 3 3-16,-5-2-2 0,5 5 2 0,-4-2 4 15,-1 1-4-15,6 1-6 0,-1 2-3 0,-2-2-3 16,3 0-5-16,-1 1 11 0,-4 4-2 0,4-4-1 15,-12 14-3-15,6-12 6 0,-4 11-2 0,1-2 3 16,-5 2 0-16,4-2 3 0,-4 0 3 0,3 3 1 16,-1 0-1-16,-1 0 5 0,-1 3 3 0,1 2 2 15,-2 3 4-15,-4 4 1 0,-1 0 0 0,-1 0 4 16,0 2-6-16,-2 4 6 0,-3 1 4 0,2 0 2 16,-4 3-1-16,2 0 0 0,0 1-8 0,-4 5 0 15,3-5-3-15,-3 5-1 0,0 0-5 0,0 0 2 16,0 0-1-16,0 0 2 0,11 18 0 0,-11-7 0 15,-2 5-6-15,2 2 6 0,-2 9-2 0,2 0 3 16,-1 7-7-16,-2 11 3 0,-1 3-1 0,3 1 1 16,-7 1-3-16,5 3 4 0,-4-1-4 0,6 4 3 0,-1 3-5 15,1-1 1-15,2 1 2 0,3 24 6 0,3-24-10 16,4 24 5-16,-6-1-2 0,4-1 2 16,3-24-3-16,11 27 2 0,-4-3-2 0,-7-26 0 15,16 25-1-15,5-3 2 0,-8-25-3 0,12 30-1 16,7 0-7-16,-3-3 12 0,5-4-19 0,-2 4-21 0,2-5-49 15,-2 0-36-15,1-2-38 0,-11-21-36 0,6 28-125 16,-10-3-350-16,-5-24 154 0</inkml:trace>
  <inkml:trace contextRef="#ctx0" brushRef="#br0" timeOffset="-123950.06">32083 13077 40 0,'35'5'83'0,"20"0"-9"0,7 0-12 0,33-1-1 15,8-2-9-15,8 1-6 0,2-6-1 0,9 0 3 0,-1-1-12 16,-1 0 2-16,0 1-5 0,-5 1 9 0,-6-4-3 15,-8 7 0-15,-35 1-11 0,-5-4-1 16,-6 2 0-16,-15-4 5 0,-4 8-12 0,-36-4 0 16,57 2-1-16,-57-2 7 0,31 0-14 0,-31 0 7 15,0 0-3-15,0 0-5 0,35 2 7 0,-35-2-7 0,0 0-7 16,0 0 11-16,0 0-19 0,0 0-6 0,0 0-27 16,0 0 0-16,0 0-20 0,0 0-26 0</inkml:trace>
  <inkml:trace contextRef="#ctx0" brushRef="#br0" timeOffset="-112463.8">26488 10084 2 0,'0'0'31'0,"-9"-1"0"15,9 1-2-15,-12 1 1 0,12-1-4 0,-13-2 0 16,7 1-2-16,6 1 1 0,-14 1 0 0,14-1-1 16,-15 0 1-16,10 0 6 0,5 0-3 0,-16 1 4 15,9-1-1-15,7 0 13 0,-14 0-16 0,14 0 3 16,-10 0 2-16,10 0 1 0,-9 0 0 0,9 0-8 16,0 0 4-16,-9 1 5 0,9-1-3 0,0 0-5 15,0 0 1-15,0 0 8 0,0 0-4 0,0 0-13 16,-9-3 1-16,9 3 4 0,0 0-8 0,0 0-5 15,0 0 4-15,0 0-7 0,27-9 8 0,-21 5 1 16,2 1-3-16,2 0-9 0,-1 1 1 0,1-2 3 16,-1 2-3-16,-1 2-2 0,3-3-17 0,-3 1-12 15,-8 2-15-15,13-1-12 0,-7-1-7 0,-6 2-12 16,14 2-3-16,-14-2-47 0,0 0-132 0,11 3 59 16</inkml:trace>
  <inkml:trace contextRef="#ctx0" brushRef="#br0" timeOffset="-112235.2">26381 10009 59 0,'0'0'87'0,"-8"-4"-6"0,8 4-9 16,0 0-5-16,0 0-11 0,0 0-10 0,0 0-1 15,0 0-7-15,0 0 1 0,0 0-7 0,-9 10 4 16,9-10-6-16,-2 11-3 0,2-5-8 0,-2 4 9 0,2 1-13 15,-2 0 2-15,-2-1-6 0,2 1-1 16,-1-2 5-16,0 3 1 0,-1 0-15 0,1-2-12 16,1 1-8-16,-2 0-19 0,2-2-14 0,-2 3-19 15,3-3-39-15,-1 1-118 0,0-3 52 0</inkml:trace>
  <inkml:trace contextRef="#ctx0" brushRef="#br0" timeOffset="-111563.74">26410 10068 70 0,'0'0'76'0,"0"0"-9"0,0 0-13 0,0 0 0 15,0 0-7-15,17 14-6 0,-12-9-3 0,4 2-4 16,-4-1-3-16,3 1 3 0,3-3-4 0,-3 3-6 15,0 0-5-15,1-1 3 0,-4 0 5 0,4-1-10 16,-2-1 3-16,-3 2-16 0,2-2 9 0,-3-1-2 16,-3-3 2-16,9 8 4 0,-6-6-10 15,-3-2 0-15,4 6 5 0,-4-6-6 0,0 0 8 0,2 8-12 16,-2-8 12-16,0 0-6 0,-9 7-4 0,9-7-8 16,-11 6 1-16,4-5-11 0,-2-1 3 0,2 3-5 15,-2-2-2-15,1 1-10 0,8-2 5 0,-17 0-9 16,11-2 0-16,6 2 2 0,-13-5-1 0,8 3 7 15,-2-2-1-15,7 4-3 0,-7-9 1 0,3 5 5 16,4 4-3-16,0-12 8 0,0 12 2 0,0-11-3 16,0 11 4-16,2-12 4 0,0 7 3 0,1-1 7 15,-3 6-10-15,8-11 6 0,-5 5 3 0,2 2-1 16,1 0 3-16,-2-1 2 0,-4 5 7 0,9-7-2 16,-6 3 6-16,2 0-8 0,-5 4 11 0,6-4 5 15,-6 4-6-15,3-7 1 0,-3 7 1 0,6-3 2 16,-6 3 1-16,0 0-3 0,4-7-4 0,-4 7 0 0,0 0 1 15,3-4-3-15,-3 4 1 0,0 0-6 16,0 0 3-16,0 0-5 0,0 0-3 0,0 0 2 16,0 0-5-16,0 0 2 0,11 12 7 0,-11-12-2 15,5 9-5-15,-3-6-4 0,0 3 11 0,2-1-4 0,-1 2 3 16,-3-7-5-16,6 10 6 0,-1-8-3 0,-5-2 0 16,7 8-1-16,-5-4 10 0,-2-4-9 0,9 4 18 15,-9-4-5-15,8 1 1 0,-8-1-3 16,0 0 8-16,12-3-7 0,-12 3-6 0,7-6-1 15,-3 3 2-15,1-2 1 0,2 0 1 0,-3 1 1 0,1-3-1 16,-1-2-3-16,0 2-4 0,-1 1-2 0,1 0 6 16,-2-4-4-16,3 4 4 0,-5 6 0 15,1-12-3-15,1 5-1 0,-2 7-6 0,2-10 6 16,-2 10-22-16,0 0-1 0,0-8-17 0,0 8-1 0,0 0-6 16,0 0-7-16,0 0-12 0,0 0-12 0,-19 21-43 15,11-12-124-15,3 1 55 0</inkml:trace>
  <inkml:trace contextRef="#ctx0" brushRef="#br0" timeOffset="-111002.64">25996 11846 47 0,'0'0'111'0,"0"0"-8"0,0 0-6 0,0 0-11 16,0 0-14-16,0 0-1 0,0 0-19 0,0 0 1 15,0 0-5-15,18-5-5 0,-18 5-13 0,13-4 7 16,-4 3 2-16,1 0-10 0,3-1-9 0,-4 0-13 15,5 1-9-15,-4 0-20 0,0 1 0 0,-1 1-11 16,2-2-13-16,-11 1-11 0,16 0-14 0,-16 0-45 16,9 0-124-16,-9 0 55 0</inkml:trace>
  <inkml:trace contextRef="#ctx0" brushRef="#br0" timeOffset="-110747.59">26081 11695 78 0,'0'0'99'0,"0"0"-4"0,0 0-8 15,0 0-16-15,0 0 0 0,0 0 0 0,0 0-7 16,0 0 5-16,-8 19 7 0,8-9-15 0,0 2-16 16,-2 1 6-16,-1 0-12 0,3 3-1 0,3 1-4 15,-1-1-2-15,-2-4-4 0,0 0-7 0,2-1 7 16,0 2-9-16,0-3-3 0,-2 3-3 0,3-3-2 15,-1-1-17-15,-2 1-12 0,2-1-10 0,-2-1-6 16,0 0-13-16,0-8-2 0,0 13-17 0,0-7-11 0,0-6-11 16,-2 9-46-16,2-9-146 0,-3 7 65 0</inkml:trace>
  <inkml:trace contextRef="#ctx0" brushRef="#br0" timeOffset="-110429.43">26170 11751 27 0,'0'0'96'0,"0"0"-1"15,0 0-8-15,0 0-18 0,0 0-1 0,1-6-11 16,-1 6-4-16,0 0-4 0,0 0-3 0,0 0-2 16,0 0-3-16,0 0-5 0,7 20-5 0,-5-14-7 15,-2-6 1-15,3 14-3 0,1-9 3 0,-2 1-3 16,3 3 9-16,0-1-9 0,-1 2 7 0,3-3-5 15,-1 2-6-15,-2-2 2 0,2 1-3 16,-2-2 3-16,0 1-3 0,1 1-11 0,-3-2 5 0,0-1 6 16,2 1-4-16,-1-1-6 0,-3-5-2 0,7 8 2 15,-3-2 0-15,-4-6 0 0,0 9-4 0,0-9 6 16,0 0-4-16,-9 13-2 0,4-9-4 0,1 0-9 16,-4 0-12-16,-1 0-20 0,-3-2-9 0,1 1-18 15,-3-2 0-15,3 0-7 0,-2-1-71 0,-1-2-157 16,3-2 70-16</inkml:trace>
  <inkml:trace contextRef="#ctx0" brushRef="#br0" timeOffset="-110300.7">26174 11740 18 0,'8'-3'30'0,"-1"1"-14"0,1 0-17 0,-8 2-10 16,15-3-11-16,-6 3 5 0</inkml:trace>
  <inkml:trace contextRef="#ctx0" brushRef="#br0" timeOffset="-109183.61">26228 11807 1 0,'0'0'41'0,"-7"-6"-2"0,7 6-4 0,0 0-10 16,0 0 5-16,0 0-1 0,0 0-1 0,0 0 3 16,-1-10 4-16,1 10 2 0,0 0-4 0,0 0-5 15,0 0 1-15,0 0-6 0,-2-9 0 0,2 9 2 16,0 0-2-16,0 0 2 0,-4-6 1 0,4 6 3 15,0 0 2-15,-2-7-4 0,2 7 5 0,0 0-6 16,-2-9-3-16,2 9 6 0,0 0 6 0,0 0-6 16,0 0 14-16,0 0-10 0,0 0-7 0,-3-7-2 15,3 7-11-15,0 0 12 0,0 0-6 0,0 0-6 16,0 0-6-16,0 0-10 0,0 0 13 0,0 0-3 16,0 0-1-16,0 0-6 0,0 0 8 0,5 32 2 15,-3-23 0-15,0 4-2 0,-2-1 2 0,2 5-4 16,-2 0-1-16,2-2 9 0,-1 3-4 0,-1-3 1 15,0 2-9-15,0-2 7 0,0-2-9 0,2-2 1 16,-2 3 2-16,0-5-2 0,0 1 4 0,0-1 4 16,-2-1-2-16,1 1-10 0,1-9-4 0,0 14 6 15,-2-11-5-15,2-3-5 0,-2 8-3 0,2-8-11 16,-2 9-8-16,2-9 3 0,0 0-13 0,-4 7 2 16,4-7-5-16,0 0-11 0,0 0 6 0,0 0-3 15,0 0-8-15,0 0-55 0,0 0-125 0,0 0 57 16</inkml:trace>
  <inkml:trace contextRef="#ctx0" brushRef="#br0" timeOffset="-108906.04">26223 11886 39 0,'0'0'77'0,"0"0"-3"0,0 0 0 0,0 0-12 16,0 0-14-16,0 0-8 0,3-7 6 0,-3 7-4 15,0 0-2-15,0 0 0 0,0 0-3 0,0 0 8 16,17 15-16-16,-13-12 7 0,3 1-11 15,0-2 1-15,2 4-4 0,0 0 0 0,0-1-2 0,2 1 4 16,-2-2-6-16,-4 2 2 0,4-3-7 0,0 3 0 16,-5-1-1-16,3 0-1 0,0-3 3 0,-4 4-6 15,1-3 0-15,-4-3-2 0,6 9-1 16,-6-4 0-16,0-5 2 0,-2 11-2 0,2-11 6 0,-8 9-12 16,0-2-12-16,-1-1-7 0,-4-1-8 0,3 1-2 15,-3 0-13-15,0-3-8 0,1 0 3 0,2-2 0 16,-2-1-3-16,3 0 2 0,9 0-8 0,-13-2 6 15,9-3-38-15,-2 1-97 0,2-3 42 0</inkml:trace>
  <inkml:trace contextRef="#ctx0" brushRef="#br0" timeOffset="-108523.11">26342 11793 75 0,'0'0'75'0,"2"-5"3"0,-2 5-14 16,0 0 1-16,0 0-5 0,0 0-7 0,0 0-10 16,7-5 1-16,-7 5 0 0,0 0-6 0,0 0-9 15,0 0-6-15,0 0 4 0,0 0-5 0,0 0 1 16,0 0 1-16,0 0-7 0,16 7 3 0,-12-3-2 16,0 0-4-16,2 2 1 0,0 2 1 0,-2-2-1 15,1 2 10-15,2 2-5 0,-3-3-5 0,3 3-3 16,-2-1 5-16,-1-2-7 0,2 2 2 0,-1-3-6 15,-1-1 6-15,1 0 1 0,-2 1 0 0,1-1-7 16,0-1 0-16,-4-4 5 0,5 6 4 0,-5-6 7 16,4 5 10-16,-4-5 7 0,0 0 3 0,5 2-4 15,-5-2-13-15,0 0 1 0,9-11 6 0,-9 11-7 16,5-15-1-16,-1 4 3 0,2-3-7 0,-1 3-3 16,0-1 0-16,-1-1-3 0,1-3-3 0,-1 4 0 15,-2 0 2-15,2-1-7 0,-1 2 6 0,-3 2-12 0,2 1-10 16,0 3-9-16,-2-3-28 0,0 8-14 0,2-11-21 15,-2 11-34-15,0 0-87 0,4-4-219 16,-4 4 98-16</inkml:trace>
  <inkml:trace contextRef="#ctx0" brushRef="#br0" timeOffset="-107823.28">27332 11737 37 0,'0'0'60'16,"0"0"-11"-16,0 0 1 0,0 0-8 0,0 0 0 16,0 0-12-16,0 0-1 0,0 0 0 0,0 0-9 15,0 0 8-15,0 0-5 0,0 0 0 0,0 8-4 0,0-8-4 16,0 0-2-16,-4 6-6 0,4-6 7 15,0 0-6-15,0 0-4 0,0 7-4 0,0-7-8 16,0 0 5-16,0 0 0 0,-3 9-3 0,3-9-4 16,0 0-4-16,-2 8-5 0,2-8-3 0,-6 6-4 0,6-6 2 15,-2 7-9-15,2-7-1 0,-3 6-23 16,3-6 49-16,0 0-19 0,-2 10 6 0,2-10-1 16,-2 6 4-16,2-6-14 0,0 0-34 0,0 0 16 15</inkml:trace>
  <inkml:trace contextRef="#ctx0" brushRef="#br0" timeOffset="-107722.63">27306 11827 55 0,'0'0'-10'0,"0"0"-9"15,-2 8 35-15,2-8-17 0,0 0 2 16,0 0 4-16,0 0-1 0,0 0 4 0,0 0 3 16,0 0-3-16,0 0-10 0,0 0 10 0,0 0-4 0,0 0 0 15,0 0-1-15,0 0-8 0,0 0-10 0,0 0-17 16,0 0 7-16</inkml:trace>
  <inkml:trace contextRef="#ctx0" brushRef="#br0" timeOffset="-104192.43">26088 11968 40 0,'-4'-5'65'0,"4"5"-1"0,0 0-7 16,0 0-3-16,-9-4-5 0,9 4 9 15,-7-3-5-15,7 3 5 0,0 0 9 0,-9-3-20 0,9 3 10 16,0 0-3-16,-5-6 1 0,5 6-8 0,0 0-8 16,-6-4 6-16,6 4 3 0,0 0 1 0,-4-6 0 15,4 6-11-15,0 0-5 0,0 0 2 0,-3-9 0 16,3 9 0-16,0 0 2 0,0 0-7 0,5-9-8 15,-5 9-9-15,11-8 2 0,-1 2-2 0,2 1 6 16,6-3-3-16,2 1 3 0,5-3-8 0,2 0 3 16,0 3-6-16,-7-1 0 0,5-1 0 0,-4 5 3 15,-2-1-3-15,2 2 15 0,-1-2-34 0,-5 3-3 16,4-1-20-16,-4-1-12 0,-1 3-10 0,-1 0-12 16,-1-1-26-16,-6 2-20 0,-6 0-65 0,13 0-193 15,-13 0 86-15</inkml:trace>
  <inkml:trace contextRef="#ctx0" brushRef="#br0" timeOffset="-103924.97">26176 11658 76 0,'0'0'107'0,"0"0"-16"0,0 0 4 0,0 0 7 15,0 0 1-15,2 27-6 0,-2-15-4 0,2 5-7 16,-2 9-5-16,0-2-4 0,0 1-11 0,0 0-6 16,0 1-8-16,0-7-4 0,2 1-7 0,-1-2-2 15,0 0-1-15,2-3-2 0,-3 4-7 0,2-4-2 16,3 1 0-16,-5-2 1 0,3 3-6 0,-1-2-15 0,-2-4-15 16,2 5-19-16,0-3-22 0,-2-2-23 15,0 0-7-15,0 1-7 0,0-2-12 0,0-3-88 16,0 0-200-16,0-7 90 0</inkml:trace>
  <inkml:trace contextRef="#ctx0" brushRef="#br0" timeOffset="-103727.64">26254 11840 98 0,'0'0'90'0,"5"-11"-10"16,2 6-10-16,-1-1-22 0,5 1-12 0,1-1-18 15,5 0-25-15,2 1-66 0,-1 0-77 0,-3 1 34 16</inkml:trace>
  <inkml:trace contextRef="#ctx0" brushRef="#br0" timeOffset="-103077.89">26318 10250 36 0,'-10'-5'37'0,"10"5"6"0,-6-6-1 0,-1 3-6 16,7 3 0-16,-7-5 6 0,0 0-2 0,7 5 2 16,-9-4 3-16,9 4-11 0,-8-6 4 0,5 4 6 15,3 2 5-15,0 0-9 0,-9-4 0 0,9 4 1 16,-5-3 4-16,5 3-14 0,0 0 10 0,-6-6-10 15,6 6-11-15,0 0-7 0,0 0 13 0,16-14-6 16,-5 9 5-16,7 0-7 0,0-5 1 0,11 1 0 16,0-2-2-16,-2 4-2 0,0 0-4 0,0 0-3 15,-7 3 3-15,3 0 0 0,-3 0-10 0,-2-1-18 16,4 4-17-16,-6-1-18 0,0 0-23 0,-5 2-12 16,-1 0-47-16,-2-1-145 0,1 2 64 0</inkml:trace>
  <inkml:trace contextRef="#ctx0" brushRef="#br0" timeOffset="-102847.81">26412 9947 67 0,'0'0'134'0,"-7"-6"-24"16,7 6-11-16,-5-6-8 0,5 6-14 0,0 0-4 15,0 0-9-15,0 0-1 0,-9 22-11 0,9-5 0 16,-4 2-6-16,2 7-4 0,-2 1-3 0,-4 4 5 0,2 1-4 16,1 3-21-16,-1 1 8 0,1-1-32 15,-2 1-22-15,2 9-25 0,1-9-25 0,-2 0-86 16,-1-5-178-16,0 0 79 0</inkml:trace>
  <inkml:trace contextRef="#ctx0" brushRef="#br0" timeOffset="-101564.7">27139 12172 30 0,'0'0'51'16,"0"0"-6"-16,0 0-8 0,0 0-14 0,0 0-5 16,0 0-12-16,0 0-16 0,0 0-9 0,0 0-12 15,0 0-32-15,0 0 14 0</inkml:trace>
  <inkml:trace contextRef="#ctx0" brushRef="#br0" timeOffset="-96358.75">27177 11858 9 0,'0'0'88'0,"0"0"-12"0,0 0-4 0,0 0-2 0,0 0-17 16,0 0-2-16,0 0-3 0,0 0-7 0,0 0-2 15,0 0-6-15,0 0-4 0,0 0-3 16,0 0-5-16,0 0 4 0,0 0-9 0,0 0-2 15,0 0-11-15,0 0-5 0,0 0 0 0,0 0-9 0,0 0-4 16,0 0-5-16,0 0-4 0,0 0-6 0,0 0-3 16,0 0-6-16,0 0 2 0,0 0-12 15,0 0-27-15,0 0-81 0,0 0 35 0</inkml:trace>
  <inkml:trace contextRef="#ctx0" brushRef="#br0" timeOffset="-95155.89">27254 10050 18 0,'0'0'32'15,"0"0"-5"-15,0 0 5 0,0 0-4 0,0 0-1 16,0 0-6-16,0 0 1 0,0 0-4 0,0 0-3 16,0 0-2-16,0 0-4 0,0 0 6 0,0 0-6 15,0 0-4-15,0 0-1 0,0 0-12 0,0 0-4 16,0 0-10-16,0 0-21 0,0 0-45 0,0 0 20 15</inkml:trace>
  <inkml:trace contextRef="#ctx0" brushRef="#br0" timeOffset="-93910.6">27212 10139 10 0,'0'0'56'0,"0"0"-7"0,0 0-8 15,0 0 1-15,0 0-4 0,0 0 2 0,0 0-1 0,-6 3 2 16,6-3-2-16,0 0-6 0,0 0 6 0,0 0 6 16,0 0 2-16,0 0-8 0,0 0 5 15,0 0-7-15,0 0 0 0,0 0-19 0,0 0 11 16,0 0 1-16,0 0-1 0,0 0 0 0,0 0 0 0,0 0-9 16,0 0-2-16,0 0-2 0,0 0-9 0,0 0-1 15,0 0 9-15,0 0-8 0,0 0 9 16,0 0-3-16,0 0-9 0,0 0 4 0,0 0-6 15,0 0 0-15,0 0 4 0,0 0-1 0,0 0 0 0,0 0-8 16,0 0 2-16,0 0 6 0,0 0-1 0,0 0 0 16,0 0-2-16,0 0-2 0,0 0 3 0,0 0-2 15,0 0 3-15,0 0-3 0,0 0 4 0,0 0-10 16,0 0 10-16,0 0-4 0,0 0 1 0,0 0 6 16,0 0-8-16,0 0-2 0,0 0 8 0,0 0-7 15,0 0 11-15,0 0-4 0,0 0-2 0,0 0-9 16,0 0 10-16,0 0-1 0,0 0 1 0,0 0-1 15,0 0 6-15,0 0-9 0,0 0 5 0,0 0-9 16,0 0 4-16,0 0-6 0,0 0 19 0,0 0-12 16,0 0 6-16,0 0-7 0,0 0 2 0,0 0 5 15,0 0 1-15,0 0-4 0,0 0 4 0,0 0-3 16,0 0-1-16,0 0-4 0,0 0 6 0,0 0-5 16,0 0-9-16,0 0 18 0,0 0-6 0,0 0-1 15,0 0 1-15,0 0 2 0,0 0-5 0,0 0 5 0,0 0-4 16,0 0 1-16,0 0-2 0,0 0 1 0,0 0 2 15,0 0-6-15,0 0 5 0,0 0 5 16,0 0-8-16,0 0 7 0,0 0-8 0,0 0 7 16,0 0 0-16,0 0-7 0,0 0 11 0,0 0-7 0,0 0-5 15,0 0 1-15,0 0 2 0,0 0-2 16,0 0 4-16,0 0-4 0,0 0 2 0,0 0-4 0,0 0 3 16,0 0-3-16,0 0 0 0,0 0 2 0,0 0-16 15,0 0-9-15,0 0-6 0,0 0-20 0,0 0-3 16,0 0-15-16,0 0-21 0,0 0-71 0,0 0-172 15,0 0 77-15</inkml:trace>
  <inkml:trace contextRef="#ctx0" brushRef="#br0" timeOffset="-87559.18">26414 14027 53 0,'0'0'69'0,"-2"-6"-6"15,2 6-2-15,-7-4 15 0,7 4-24 0,0 0 2 16,0 0-4-16,0 0 1 0,-3-12-10 0,3 12 7 15,0 0-13-15,-2-4 1 0,2 4-10 16,0 0 1-16,0 0-3 0,0 0 4 0,0 0-17 0,0 0 8 16,4 21 1-16,-3-10 2 0,1 4-8 0,3 1 5 15,2 9 0-15,-1 2 3 0,1 5-2 16,-1-3 4-16,6 17 1 0,-6-11 10 0,1 11-10 16,3 4-2-16,3 3-5 0,-7 6-3 0,4 22 11 0,-1-1-7 15,-5 2-3-15,0 1 3 0,-1-2-10 16,-1 0 4-16,-2 2 1 0,0-1-5 0,2 3-4 0,-2 2 2 15,-2 2-4-15,-7 4 1 0,5-2-2 0,-1-4-1 16,1-6 5-16,-1-20-22 0,0 22 22 0,3 3-1 16,0-4 0-16,4-24 2 0,3 26-3 0,-5-25 18 15,2 26-1-15,3-25-4 0,-1-1-4 16,1 1-4-16,-1 1-35 0,3-3-11 0,-1 0-16 16,2-3 0-16,2 0-18 0,-1-4-7 0,3-3-10 0,-3 0-4 15,2-15-54-15,0-1-158 0,3-1 70 16</inkml:trace>
  <inkml:trace contextRef="#ctx0" brushRef="#br0" timeOffset="-86809.19">26647 15824 39 0,'-11'-3'82'16,"11"3"3"-16,-25-6 7 0,25 6 6 0,-22-7-16 15,22 7-2-15,-18-5-29 0,18 5 24 0,-12-3-10 16,12 3 5-16,0 0-15 0,0 0-3 0,-17-5-7 15,17 5 1-15,0 0-10 0,0 0-6 16,0 0-2-16,0 0 1 0,0 0-11 0,0 0 0 0,-16-5-3 16,16 5-5-16,0 0 1 0,0 0 2 15,0 0 3-15,0 0-4 0,0 0-7 0,0 0 3 16,0 0 0-16,0 0 1 0,0 0 0 0,0 0 2 16,0 0-5-16,0 0 2 0,0 0 1 0,0 0-6 15,0 0-2-15,0 0 0 0,0 0 6 0,0 0 0 16,0 0-3-16,0 0 4 0,29 32-5 0,-29-32-7 0,21 5 12 15,-3-2-4-15,4-2-4 0,9 2 18 16,3-3-13-16,5 0 0 0,14 0 9 0,8 0-11 16,1-2 11-16,35 4-7 0,-5-7 1 0,8 1 8 15,1-3-2-15,6 1 3 0,12 1 0 0,0 0 8 16,6 1-3-16,3-2 3 0,10 0 2 0,9 1 4 16,0 4 0-16,11-2-1 0,3 5-1 0,7-2 13 15,7 0-5-15,6 2-3 0,-1 0 5 0,4 3 3 16,9 0 1-16,2 4-6 0,1-6-1 0,1 10 5 15,-2-6-3-15,4 2-2 0,-10-2-2 0,0 5-8 16,-5 0 3-16,-1-4-6 0,-8 5 0 0,-4-3-3 16,-13 0-6-16,-5-3 0 0,-4 0 2 15,-3-3-11-15,-7 4 5 0,-6-3-5 0,-4-1 1 0,-15 0-3 16,-3-1 2-16,-6-1-1 0,-12 1-36 0,-2-2-18 16,-33-4-16-16,-1 2-34 0,-17-4-28 0,-2 3-22 15,-7-4-161-15,-31 6-336 0,43-15 149 0</inkml:trace>
  <inkml:trace contextRef="#ctx0" brushRef="#br0" timeOffset="-85638.78">26454 15896 33 0,'0'0'44'0,"0"0"-9"0,0 0-3 0,0 0 2 16,0 0-1-16,0 0-5 0,0 0-3 0,0 0-4 0,0 0 3 16,0 0 1-16,0 0-4 0,0 0 1 0,0 0 1 15,0 0 5-15,0 0-5 0,0 0-1 0,0-7 1 16,0 7 1-16,0 0 2 0,0 0 5 0,0 0-3 16,0 0 5-16,0 0-1 0,0 0 10 15,0 0-10-15,0 0 7 0,0 0 1 0,0 0-4 16,0 0-5-16,0 0-5 0,0 0-2 0,0 0-3 15,0 0-3-15,0 0 5 0,0 0-12 0,0 0 5 16,0 0-1-16,0 0-4 0,0 0 15 0,0 0-19 16,0 0-5-16,0 0 5 0,0 0-4 0,0 0-3 15,0 0 1-15,0 0 4 0,0 0-1 0,0 0 0 16,0 0 4-16,0 0-7 0,0 0-3 0,0 0 4 16,0 0-7-16,0 0 4 0,0 0-2 0,0 0 0 15,0 0 5-15,0 0-5 0,0 0 5 0,0 0-6 0,0 0 9 16,0 0 1-16,0 0 1 0,0 0-9 15,9 11-3-15,-9-11 3 0,0 0-1 0,0 0-1 16,0 0 9-16,8 3-6 0,-8-3 1 0,0 0 6 16,0 0-3-16,0 0 5 0,0 0-6 0,0 0-3 15,6 5 3-15,-6-5 2 0,0 0 1 0,0 0-10 16,0 0 4-16,0 0-2 0,0 0-2 0,0 0 8 16,0 0-4-16,0 0 4 0,0 0-1 0,0 0-5 15,0 0 4-15,0 0-3 0,0 0 29 0,0 0-45 16,0 0-10-16,0 0 4 0,0 0-2 0,0 0-15 15,2 4 0-15,-2-4-11 0,0 0-11 0,3 6-10 16,-3-6-60-16,0 0-142 0,0 8 63 0</inkml:trace>
  <inkml:trace contextRef="#ctx0" brushRef="#br0" timeOffset="-53532.69">25857 16431 44 0,'0'0'105'16,"0"0"-5"-16,0 0 2 0,0 0-27 0,0 0 2 15,0 0-5-15,0 0-5 0,0 0-14 0,0 0-2 16,0 0-6-16,0 0-6 0,0 0-7 0,0 0 5 16,0 0-1-16,0 0-8 0,0 0-6 0,-5-15-8 15,5 15-16-15,0 0-5 0,0 0-10 0,0 0-9 16,0 0-10-16,0 0-22 0,0 0-4 0,0 0-71 15,0 0-142-15,0 0 63 0</inkml:trace>
  <inkml:trace contextRef="#ctx0" brushRef="#br0" timeOffset="-43982.14">27650 11050 4 0,'0'0'26'0,"0"0"-3"0,0 0 2 15,0 0-7-15,0 0 1 0,0 0-5 0,0 0 0 0,0 0 3 16,0 0-6-16,11 18 1 0,-8-13-3 16,-3-5-4-16,3 13 1 0,-1-7 2 0,-2 3 3 15,3 0 3-15,0 0-10 0,-3 0 4 0,2 0-3 16,0 3 1-16,-2-3-4 0,4 4 2 15,-4-3 2-15,4 2-9 0,-3-1 9 0,0-1-7 0,2 2 2 16,-3-1-6-16,2-2-5 0,0 1 0 0,0-1 0 16,1 3-1-16,0-4-5 0,-1 1 2 0,0-2-19 15,0 0 25-15,3 0-19 0,-5-7-28 0,4 11 13 16</inkml:trace>
  <inkml:trace contextRef="#ctx0" brushRef="#br0" timeOffset="-20535.16">26467 15845 14 0,'-6'3'23'0,"6"-3"0"0,0 0-2 0,0 0 2 0,0 0-1 16,0 0 4-16,0 0 1 0,0 0 1 0,0 0-3 15,0 0-5-15,0 0 0 0,0 0-5 0,0 0 5 16,0 0 5-16,0 0-3 0,0 0 2 0,0 0 1 15,0 0 3-15,0 0-1 0,0 0-7 0,0 0 8 16,0 0-6-16,0 0 7 0,0 0 0 0,0 0 8 16,0 0-3-16,0 0-1 0,0 0-3 0,0 0 13 15,-5-12-15-15,5 12-5 0,0 0 0 0,0 0-6 16,0 0 7-16,0 0 2 0,0 0-3 0,0 0 12 16,0 0-10-16,0 0 8 0,0 0 0 0,0 0-4 15,0 0 3-15,0 0 4 0,0 0-2 0,0 0 1 16,0 0 1-16,0 0-8 0,0 0 2 0,0 0-9 15,0 0 5-15,0 0-6 0,0 0-4 0,0 0-2 16,0 0 1-16,0 0-3 0,0 0-2 0,0 0-2 16,0 0 1-16,0 0-1 0,0 0 0 0,0 0-5 15,0 0 0-15,0 0 0 0,0 0 10 0,0 0-17 16,0 0 4-16,0 0-1 0,0 0 5 0,0 0-2 16,0 0-5-16,0 0 6 0,0 0-3 0,0 0 2 15,0 0-6-15,0 0 4 0,0 0 4 0,0 0-5 16,0 0 7-16,0 0-9 0,0 0 5 0,0 0-6 15,21 11 5-15,-21-11-3 0,0 0 7 0,0 0-10 16,5 4 4-16,-5-4 2 0,0 0 9 0,0 0-14 16,6 3 0-16,-6-3-1 0,0 0 6 0,4 6 0 15,-4-6 0-15,0 0 4 0,0 0-2 0,0 0-4 16,3 5-5-16,-3-5 8 0,0 0-2 0,0 0 11 16,0 0-16-16,7 6 6 0,-7-6-1 0,0 0-4 15,0 0 2-15,2 5-2 0,-2-5 4 0,0 0-3 16,0 0 2-16,7 3-2 0,-7-3 6 0,0 0 5 15,0 0-4-15,0 0-8 0,4 5 7 0,-4-5-2 16,0 0 1-16,0 0 0 0,0 0 1 0,4 5-2 16,-4-5-1-16,0 0-3 0,0 0 3 0,0 0 0 15,0 0 1-15,5 4 1 0,-5-4-1 0,0 0 1 16,0 0-4-16,6 4 1 0,-6-4 4 0,0 0-6 16,0 0 4-16,8 3 1 0,-8-3 1 0,2 5-4 15,-2-5 3-15,0 0 2 0,6 6-4 0,-6-6-2 16,0 0 2-16,0 0-1 0,5 5-1 0,-5-5 4 15,0 0-1-15,4 5 1 0,-4-5 1 0,0 0-1 16,4 4 3-16,-4-4-1 0,0 0-2 0,6 4-4 16,-6-4 7-16,0 0-5 0,0 0 4 15,0 0-1-15,0 0 1 0,0 0-6 0,6 5 6 0,-6-5 0 16,0 0-2-16,0 0 4 0,0 0-1 0,0 0-6 16,0 0 15-16,0 0-11 0,0 0-1 0,0 0-1 15,0 0 4-15,0 0-5 0,0 0 2 0,0 0 6 16,0 0-4-16,0 0 5 0,0 0-3 0,0 0-1 15,0 0 4-15,0 0-2 0,0 0 0 16,3 4-6-16,-3-4 11 0,0 0-11 0,0 0 7 0,0 0-8 16,0 0 2-16,0 0 4 0,0 0 9 0,0 0-13 15,0 0-1-15,0 0 1 0,0 0 0 0,0 0-2 16,0 0 1-16,0 0-3 0,0 0 7 16,0 0-5-16,0 0 6 0,0 0-5 0,0 0 4 15,0 0-3-15,0 0 0 0,0 0 2 0,6 5-5 16,-6-5 4-16,0 0-2 0,0 0-6 0,2 6 3 0,-2-6 0 15,0 0 0-15,0 0 2 0,5 7 2 0,-5-7-5 16,2 3 1-16,-2-3 5 0,5 7-4 0,-5-7 1 16,4 6 3-16,-4-6-4 0,5 8 4 15,-5-8-5-15,4 7 2 0,-4-7-5 0,4 7 7 16,-3-1-3-16,-1-6 4 0,8 9-4 0,-3-6 0 16,-4 3 1-16,3-2 3 0,0 2 0 0,-4-6-1 0,7 11 1 15,-3-6 3-15,0 1-3 0,-1-2 1 0,4 3-2 16,-5-2 4-16,3 1-4 0,-1 2 1 15,-2-2-6-15,2 0 3 0,-1 0-1 0,1 3 12 16,-2-4-10-16,4 4 4 0,-4-3-5 0,2 3 4 16,0-2-8-16,-1-2 4 0,1 4-1 0,-2-3 2 15,3 3 6-15,-2-2 1 0,1 2-4 0,0-2 8 16,-2 0-10-16,1-1 3 0,1 4 3 0,0-4-1 16,1 2 0-16,-3-1-2 0,5 3-4 0,-4-3 6 15,3 3-3-15,-2-3 6 0,3 1-3 0,-3 1-9 16,2-2 4-16,-2 0 5 0,0 0-3 0,1 2 3 15,3-1-26-15,-2 1 0 0,2-1 7 0,-3 0 1 16,1 3 3-16,1-4-3 0,2 2 10 0,-2 0-8 16,0 1 2-16,1-1 13 0,-2 2-6 0,2-4-3 15,-1 3 0-15,-1-2 3 0,2 2-5 16,0-2 4-16,-3 2-1 0,4-2 7 0,-3 1-5 0,4 0 3 16,-4 1 0-16,3-2 3 0,-2 2-9 0,0-2 2 15,0 1 3-15,1 1 2 0,-3-2-2 0,4 1 0 16,-2-2 4-16,-1 2-7 0,1-2 4 0,-1 3 1 15,4-2-5-15,-6 1 10 0,1-1-7 0,3-1 0 16,-2 2-1-16,0-2 3 0,-1 1 3 0,1-1-8 16,1 2 7-16,2-1 1 0,-4 1-2 0,-1-4-7 15,3 1 7-15,-1-1-7 0,0 3 9 16,-2-2-7-16,5 1 1 0,-3 2 2 0,0-4-4 0,-3 0 4 16,4 1 0-16,-2 1 2 0,-1-2-7 0,2 2 11 15,-3-1-8-15,3 1 2 0,-1 0 3 0,0-1-7 16,-1 1 0-16,0-2 2 0,1 0-3 0,-1 0 1 15,-2 1 3-15,4 1 3 0,0 0-8 0,-1 1 4 16,-1 0-1-16,0-3 4 0,1 1-3 0,-3-1-1 16,5 3-3-16,-5-2 5 0,5 1 0 0,-5-2 4 15,2 2-3-15,-1-2-8 0,3 2 9 0,-1-2-5 16,-5-5 4-16,5 10-6 0,2-5 8 0,-5 0-6 16,4 3 4-16,-2-2-1 0,-1-1 2 0,2 0-2 15,1 1 4-15,-3 0-14 0,1-2 18 0,1 1-7 16,1 4-1-16,-1-4-2 0,0 0 3 15,-1 0-1-15,0 0 2 0,1 0-2 0,1 0-5 16,0 2 9-16,-2-3 0 0,-2 2-3 0,3 1-2 16,1 0 2-16,-2 0 5 0,1-2 25 0,0 1-3 0,-1-2-7 15,1 2 4-15,-1-2-9 0,2 1 7 0,-3 1-7 16,3 0-3-16,0-2-2 0,-2 1 1 0,0 1 0 16,3-1-4-16,-3 0 1 0,4 1-2 15,-4 0-1-15,5 1 2 0,-7-2-9 0,6 0 6 16,-3 1-1-16,4 0 8 0,-4 1-12 0,-1 0 4 15,3-1-1-15,-1 0 1 0,4 1 1 0,-4-1-4 16,-1-2 4-16,1 1-10 0,0 2 8 0,0-2-1 16,1 2 2-16,-1-2 0 0,1 2 5 0,0-2-6 15,0 2 2-15,3-1-3 0,-5 0-2 0,4-2-1 16,-4 0 4-16,4 1-2 0,-3-1-1 0,1 3 3 16,3-4-5-16,-10-3 3 0,11 9-1 0,-5-5-5 15,-6-4 3-15,10 6 3 0,-10-6 1 0,10 7-1 16,-10-7-3-16,9 5 7 0,-4-1-4 0,-5-4-6 15,11 5 7-15,-11-5 3 0,7 6-4 0,-7-6 2 16,9 5-1-16,-9-5-1 0,9 3 1 0,-9-3 0 16,11 1 1-16,-11-1-1 0,0 0 0 0,11 4 3 15,-11-4-5-15,0 0 5 0,0 0-2 0,10 4-1 16,-10-4 1-16,0 0 6 0,0 0-1 0,0 0-1 16,0 0 0-16,0 0-3 0,15-8 6 0,-15 8-2 15,9-6-1-15,-9 6 2 0,10-11-5 0,-6 8 0 16,-4 3 3-16,13-13-2 0,-6 7-1 0,0-1-1 15,1 0-2-15,-3 0 4 0,1-1-1 0,0 1-2 16,0-2 3-16,1 2-1 0,1-1-2 0,-3 0-4 16,4-2 2-16,-2 3 3 0,3-1-1 15,-5 1 0-15,2-3-1 0,-2 3 2 0,-5 7-4 16,15-17-1-16,-10 8 4 0,5 1-3 0,-4 0 3 16,2 0-6-16,-8 8 4 0,15-17-2 0,-9 8 2 0,0-1-1 15,3-4-2-15,-2 5-4 0,2-5 8 0,0 1-1 16,0 2-2-16,-1-3 3 0,-3 3 0 0,4-4-2 15,-2 0-2-15,0 4 5 0,-2-5-7 16,3 0 4-16,-3 0-1 0,0-2-1 0,2 1 4 16,3 1 0-16,-5 1-3 0,2-2 0 0,0 0 3 15,-1 2 0-15,-1-3-1 0,-1 3-6 0,1-1 8 16,-1-1-5-16,2 1 5 0,-2 5-2 0,-2-1-2 16,3-2 3-16,-3 0 1 0,-1-2 1 0,2 4-4 15,-3 12-3-15,1-25 1 0,-1 13 5 0,1-5-3 16,1 4-7-16,-2 13 9 0,0-25-4 0,3 13 2 15,-3-5 1-15,0 4-4 0,2-3 5 0,-2 16-2 16,4-29-1-16,-3 16 2 0,-1-2-3 0,0-3 3 16,2 5-2-16,0-3 0 0,-2 0 0 0,0 16 2 15,0-24-3-15,0 11 4 0,0-2 0 0,0 15-1 16,0-32-3-16,2 22 4 0,-2 10-1 0,0-30-2 16,0 18 1-16,0 12 3 0,3-28-3 0,-3 16-5 15,0 12 4-15,4-24-1 0,-4 8 1 0,2 0 0 16,-2 16 1-16,4-24-1 0,-1 12 0 0,-3 12 0 15,4-22 2-15,-4 10-1 0,0 12-3 16,6-23 3-16,-6 23 0 0,4-23 1 0,-4 11-1 16,0 12 1-16,2-20-1 0,-2 20-8 0,4-21 8 15,-4 21 5-15,2-19-12 0,-2 19 6 0,2-18 3 16,-2 18-1-16,3-19 0 0,-3 19-3 0,1-17 3 16,-1 17-1-16,0 0 1 0,1-23-2 0,-1 23 0 15,2-17 2-15,-2 17-1 0,6-19 2 0,-6 19-6 16,0 0 3-16,1-19 1 0,-1 19-4 15,3-14 4-15,-3 14 1 0,0 0-3 0,2-20 4 0,-2 20-3 16,2-16-1-16,-2 16-2 0,0 0 0 0,5-17 4 16,-5 17 2-16,0 0 0 0,2-17-6 0,-2 17 3 15,0 0 1-15,3-16-2 0,-3 16-1 0,3-15-4 16,-3 15 6-16,0 0 0 0,3-20 2 0,-3 20 0 16,5-17-3-16,-5 17 3 0,4-12-5 0,-4 12 6 15,6-13 0-15,-6 13-8 0,0 0 6 0,7-21 2 16,-7 21-2-16,4-15-1 0,-4 15-2 15,5-15 0-15,-5 15-2 0,4-13 7 0,-4 13-1 0,0 0-2 16,7-20 0-16,-7 20 6 0,3-12-6 16,-3 12 0-16,0 0 1 0,4-18 1 0,-4 18-2 15,0 0 0-15,4-18 3 0,-4 18 0 0,0 0-3 16,2-16 0-16,-2 16 0 0,0 0 0 0,1-16 0 16,-1 16 4-16,0 0-4 0,4-14-4 0,-4 14 8 15,0 0-6-15,0 0 2 0,2-18 2 0,-2 18-3 16,0 0 6-16,0 0-6 0,5-16 2 0,-5 16 2 15,0 0-3-15,0 0 2 0,2-19 0 0,-2 19-2 16,0 0 2-16,0 0-1 0,5-15 0 0,-5 15 0 16,0 0-1-16,0 0-2 0,5-16 0 0,-5 16 2 15,0 0 0-15,0 0 1 0,6-13-2 0,-6 13 1 16,0 0 0-16,0 0 0 0,2-15 4 0,-2 15-2 16,0 0-2-16,0 0 0 0,7-13 2 15,-7 13-3-15,0 0 3 0,0 0 0 0,0 0-2 16,4-13 4-16,-4 13 0 0,0 0-3 0,0 0 1 15,0 0 2-15,0 0-1 0,7-15-8 0,-7 15 9 16,0 0 0-16,0 0 0 0,0 0-2 0,0 0 0 16,4-15-5-16,-4 15 5 0,0 0 0 0,0 0-6 15,0 0 5-15,0 0 3 0,3-16-3 0,-3 16 0 16,0 0-2-16,0 0 5 0,0 0-5 0,6-11 3 16,-6 11 0-16,0 0 1 0,0 0 4 0,0 0 1 15,0 0-5-15,5-14 5 0,-5 14-7 0,0 0 7 16,0 0 1-16,0 0-1 0,0 0-3 0,0 0 1 15,4-17-1-15,-4 17-3 0,0 0 0 0,0 0 2 16,6-15 0-16,-6 15 1 0,0 0-5 16,0 0 6-16,6-10-3 0,-6 10-3 0,0 0 0 0,0 0 5 15,8-15-4-15,-8 15-4 0,0 0 5 0,0 0 0 16,5-13-2-16,-5 13 2 0,0 0-2 0,0 0 5 16,7-10-1-16,-7 10-2 0,0 0-2 0,0 0-1 15,0 0 5-15,0 0-2 0,7-13-3 0,-7 13 2 16,0 0-1-16,0 0 3 0,0 0-1 0,0 0 4 15,0 0-6-15,0 0-5 0,0 0 9 16,7-11-1-16,-7 11-7 0,0 0 8 0,0 0 0 16,0 0-3-16,0 0 5 0,0 0-3 0,0 0-3 15,0 0-4-15,4-15 6 0,-4 15 4 0,0 0-17 16,0 0 13-16,0 0 0 0,0 0 2 0,0 0-1 16,6-13 1-16,-6 13-1 0,0 0 1 0,0 0-2 15,0 0 0-15,0 0 1 0,6-13-3 0,-6 13 2 16,0 0 0-16,0 0-1 0,0 0 3 0,7-15-2 15,-7 15-1-15,0 0 0 0,0 0 2 0,6-14-2 16,-6 14 0-16,0 0-2 0,0 0 3 0,6-15 0 16,-6 15-2-16,0 0 1 0,8-10-1 0,-8 10-3 15,0 0 3-15,0 0 5 0,5-14-5 0,-5 14 1 16,0 0 1-16,0 0-1 0,7-13 4 0,-7 13-2 16,0 0 0-16,0 0 2 0,5-16-5 0,-5 16-7 15,0 0 8-15,0 0 3 0,5-15-4 16,-5 15 5-16,0 0-2 0,0 0-2 0,4-13 0 15,-4 13 0-15,0 0 2 0,5-14-9 0,-5 14 9 16,0 0-1-16,5-12-1 0,-5 12 1 0,0 0 1 16,6-14-10-16,-6 14 11 0,0 0-2 0,7-11-9 15,-7 11 11-15,0 0 0 0,4-17-3 0,-4 17 2 16,0 0 3-16,7-12-2 0,-7 12-1 0,0 0 2 16,3-16-5-16,-3 16-1 0,6-12-8 0,-6 12 14 15,6-13-6-15,-6 13 4 0,0 0 0 0,8-18-1 16,-8 18-5-16,5-9 6 0,-5 9-2 0,0 0 0 15,9-21-8-15,-9 21 8 0,8-15 1 0,-8 15-2 16,6-13-11-16,-6 13 16 0,7-13-4 0,-7 13 0 16,9-16 1-16,-9 16-1 0,5-14 0 0,-5 14 2 15,4-14-1-15,-4 14-4 0,5-15 5 0,-5 15-3 16,7-18 1-16,-7 18 1 0,8-13 0 0,-8 13-2 16,9-14 3-16,-9 14-2 0,5-13 0 0,-5 13 2 15,5-14-2-15,-5 14-1 0,8-14 0 16,-8 14 4-16,9-18-5 0,-9 18 3 0,5-15-1 15,-5 15 0-15,8-17-1 0,-8 17 4 0,6-14-2 16,-6 14 0-16,0 0 0 0,6-11-2 0,-6 11 3 16,0 0-6-16,5-16 4 0,-5 16-1 0,0 0 4 15,6-13-10-15,-6 13 7 0,0 0 0 0,0 0-2 16,6-14-1-16,-6 14 1 0,0 0 2 0,9-8-2 16,-9 8-2-16,0 0 3 0,0 0-1 0,0 0 0 15,0 0 1-15,11-9-1 0,-11 9-1 0,0 0 0 16,0 0 0-16,0 0-1 0,0 0 1 0,0 0-1 15,0 0 1-15,0 0-3 0,0 0 4 0,0 0 3 16,0 0-4-16,0 0 0 0,0 0 1 0,18-1-1 16,-18 1 5-16,0 0-3 0,0 0-2 0,0 0 1 15,0 0 4-15,0 0-1 0,0 0 0 0,0 0 2 16,0 0-1-16,0 0 0 0,0 0-1 0,0 0 0 16,0 0-3-16,14-6 5 0,-14 6-3 0,0 0-2 15,11-8 2-15,-11 8 1 0,0 0 2 0,14-9-2 16,-14 9 4-16,0 0-4 0,14-6-1 0,-14 6 1 15,0 0 4-15,0 0 0 0,0 0-2 16,0 0 0-16,13-7-1 0,-13 7 5 0,0 0-2 16,0 0-3-16,0 0 0 0,0 0-3 0,0 0 2 15,0 0-3-15,0 0 0 0,0 0-2 0,0 0 3 0,0 0-2 16,0 0-1-16,0 0 2 0,0 0-5 16,0 0 6-16,0 0-5 0,0 0 6 0,19 16 1 15,-19-16-2-15,0 0-3 0,0 0 1 0,11 11 4 16,-11-11-5-16,5 10 2 0,-5-10 0 0,0 0 3 15,10 17-1-15,-10-17-1 0,7 14 2 0,-7-14-2 16,6 16 0-16,-2-6 0 0,-4-10-1 0,8 14-1 16,-8-14-1-16,5 19 4 0,-5-19-3 0,4 18 3 15,0-8-3-15,-4-10 3 0,3 20 1 0,-3-20-2 16,4 19 1-16,-4-19-1 0,5 16 4 0,-5-16-6 16,5 17 1-16,-5-17 1 0,6 16-4 0,-1-7 6 15,-5-9-3-15,6 18 4 0,-6-18-2 0,7 20-3 16,-6-9 2-16,-1-11-1 0,4 21-1 0,-4-21 0 15,2 22 3-15,1-11-2 0,-2 0 2 0,-1-11 2 16,2 20-4-16,1-9 3 0,-3-11-5 0,5 19 6 16,-2-9-2-16,1 0-2 0,0 1 3 0,2 0-1 15,-4-1-1-15,2 1 3 0,-4-11-2 0,7 18 0 16,-4-6-1-16,1-2-1 0,0 0 2 16,-4-10-2-16,6 21 1 0,-2-13-2 0,0 3 4 15,-1 1-4-15,-3-12 5 0,4 22-6 0,-2-10 5 16,-1-1-2-16,-1-11 0 0,2 24 2 0,-1-11-2 15,0-1-1-15,-1-12-1 0,3 20 3 0,-1-8-1 16,2-1 0-16,0 0-8 0,-4-11 7 0,4 22-1 0,1-12 2 16,-5-10-3-16,5 23 3 0,-1-13 0 15,0 3 5-15,1-2-5 0,-3 2 3 0,3-2-1 16,-2-1-4-16,1 1-8 0,1 1 10 0,-1 1-1 16,-1-2 4-16,0 1 0 0,2 0-10 0,-2 1 8 15,1-2 0-15,-4-11 0 0,4 23-2 0,-1-11 1 16,0 0 2-16,0 0-3 0,2 2 1 0,0-1-2 15,-3-2 0-15,2 3 4 0,-1-1-3 0,2 1 1 16,-3-2-1-16,2-2 3 0,0 0-1 0,0 2-4 16,0 0 5-16,-3-1 1 0,-1 2 0 0,4-2-2 15,-2 1-2-15,2-2-14 0,-1-1 16 0,2 1 2 16,-1-1-3-16,2 0 3 0,-2 2-1 0,-2-1-3 16,2 0 0-16,0 0 0 0,-1-1 1 0,-1 1 0 15,2-1-8-15,0 2 9 0,0-3 4 0,-2 3-3 16,1-2 2-16,-1 0-5 0,1 1-2 0,-2 0 5 15,-1-10 0-15,3 18-3 0,-1-10 2 0,1 0 2 16,-3-8-7-16,4 17 6 0,-2-9 0 16,-2-8-3-16,8 15 1 0,-4-5 2 0,0-1-2 15,0-2-2-15,-1 2 3 0,1 0 1 0,1 0-5 16,2 2 1-16,-2-1 1 0,0-3 4 0,-5-7-6 16,6 19 5-16,-1-9 1 0,-5-10-2 0,7 19-1 15,-6-10-1-15,3 0 0 0,-2 2 0 0,1-1 2 16,0-1 1-16,-1 4-1 0,1-4 0 0,-1 2-5 0,0 1 4 15,1-2 1-15,1 1-2 0,-1 1 1 16,0-1 0-16,0 0-1 0,0-1 5 0,-1 1-5 16,2-2 3-16,-1 1-1 0,-1-1-2 0,1 1 4 15,2 1-6-15,-3 0 8 0,1 0-4 0,-1 0 1 16,2 2-1-16,-1-3-1 0,-1 2-7 0,0-2 9 16,0 6 6-16,2-5-7 0,0 2-1 0,-3-3 4 15,6 3-2-15,-5-2 0 0,2 2-2 0,-3 0 0 16,2-3-2-16,-1 4 3 0,0-3-2 0,2 0 2 15,-2 2 2-15,1-1-3 0,2 2-9 0,-4-1 11 16,1-1-1-16,0 0 0 0,0-1-1 0,1 1 5 16,-2-1-1-16,1 0-1 0,1 0 1 0,-1 2 0 15,0 0-2-15,1-3 3 0,-1 2-1 0,-2-1 0 16,4 1-4-16,-4 1 4 0,1-3-3 0,1 3 4 16,-2-2-2-16,1 1-9 0,0 0 10 0,0-1 6 15,1 1-7-15,2 0 2 0,-2-1-5 0,2 0 5 16,0-3-4-16,0 3 0 0,1-3 2 0,-3 2 1 15,2 2-3-15,-1-2 0 0,-1-2 2 16,2 1-1-16,-1 3 0 0,-1-4 2 0,1 3-2 16,-1-4 1-16,1-2-1 0,-1 2-3 0,1 2 4 15,0-3 1-15,-3-6-4 0,3 12 2 0,0-8-14 16,-3-4 15-16,5 7-3 0,-1-1-1 0,-1-3 3 0,-1 3 1 16,-2-6-3-16,5 10 4 0,-1-7-4 0,-4-3 1 15,5 5 2-15,-1-1-3 0,-4-4-3 16,5 7 3-16,-5-7 6 0,7 5-4 0,-7-5 2 15,2 8 1-15,2-5-17 0,-4-3 16 0,2 7-1 16,-2-7-2-16,7 6 1 0,-3-3-11 0,-4-3 11 16,3 4 1-16,-3-4 2 0,6 6-3 0,-4 0-11 15,-2-6 11-15,8 4 3 0,-8-4-1 0,4 7 1 16,-2-3-2-16,-2-4 1 0,4 6-4 0,-4-6 1 16,5 8 0-16,-5-8-1 0,5 5-5 0,-5-5 5 15,7 6-11-15,-1-5 15 0,-6-1-3 0,8 5 2 16,-8-5-3-16,7 5 3 0,-7-5-1 0,7 4 1 15,-1-2 2-15,-6-2-4 0,8 2 1 0,-8-2 1 16,5 4-1-16,-5-4-1 0,0 0 5 0,9 2-4 16,-9-2-2-16,0 0 4 0,6 1 1 0,-6-1-5 15,0 0 6-15,8 4-4 0,-8-4 2 0,4 4-3 16,-4-4-1-16,7 2 0 0,-7-2 4 0,8 1 2 16,-8-1-2-16,0 0-6 0,10 3 6 0,-10-3-2 15,0 0 3-15,11 0-4 0,-11 0 2 0,0 0-1 16,0 0 4-16,15-4-6 0,-15 4 7 0,0 0-6 15,9-2-1-15,-9 2 6 0,0 0-2 0,0 0-1 16,10-4 0-16,-10 4-16 0,0 0 22 0,0 0-4 16,0 0 0-16,0 0 2 0,0 0-2 15,8-4-2-15,-8 4 8 0,0 0-5 0,0 0 1 16,0 0-6-16,0 0 8 0,10-8-5 0,-10 8 2 16,5-7-1-16,-5 7-3 0,6-7 3 0,-6 7-6 15,8-10 4-15,-8 10 0 0,13-7-12 0,-8 2 15 0,3 0-4 16,-1 0 2-16,-7 5-1 0,14-10-2 0,-5 3 4 15,-2 0 1-15,3 0-3 0,0-2 0 16,-1 2-3-16,4-1 5 0,-4 1-5 0,1-2 2 16,0 1 2-16,-1-2-6 0,0 1 1 0,1 1 1 15,2-4 5-15,0 1-10 0,-2-4 9 0,0 4-2 16,0-4 1-16,-1 0-4 0,-1-1 4 0,1 2 0 16,-2 1-3-16,2 1 5 0,-4 2-4 0,2-4-1 15,1 0 3-15,-5 2 0 0,4 0-1 0,-1-1-1 16,-2 1 5-16,0-1-4 0,-3 2-2 0,3-5-3 15,0 6 3-15,-1-3 0 0,1 0 0 0,-1 1 0 16,-1 0 0-16,-2 0 0 0,3 0 2 16,-2-1 0-16,1-3-1 0,-2 0 4 0,1-1-7 0,0 5-1 15,-1-4 3-15,0 0-2 0,0 16 3 0,-1-26 1 16,0 8-3-16,1 7 2 0,-3-5 2 0,0-2-7 16,2 6 5-16,1-6 1 0,-4 3-1 0,0 0 1 15,1-1-1-15,0 1-2 0,1-1 1 0,-2 5 2 16,4 11-2-16,-4-25-1 0,1 11 2 0,-1-2-13 15,1-1 13-15,-1 6 3 0,0-3 1 16,4 14-5-16,-8-28 0 0,3 12 5 0,0 0-3 16,1 4 2-16,-1-5-1 0,-1-2 1 0,1 3-3 15,-2 1 0-15,1-2-1 0,3 5 2 0,-4-5-2 16,3 0 2-16,-3 3-2 0,2-2 0 0,1 4 3 16,-2-4-1-16,1 5 0 0,0-1-2 0,0-1-2 15,2-2-1-15,-2 1 3 0,0 1-1 0,0-1 3 16,0-1-18-16,4 3 20 0,1 12-2 0,-7-28-2 15,3 16 1-15,3-4 1 0,1 16-6 0,-4-29 8 16,3 15-3-16,-1-2 0 0,2 16 2 0,-2-31-3 16,2 16-2-16,0 15 7 0,-3-31-6 0,3 14 1 15,0 17 4-15,0-29-4 0,0 17-13 0,0 12 15 16,3-29-1-16,-3 17 4 0,0 12-4 0,2-27-2 16,0 11 3-16,-1 0-3 0,-1 16 5 0,1-27-6 15,-2 13 0-15,1 14 4 0,1-27-3 0,-2 9 4 16,1 18-8-16,1-23 8 0,-1 7-19 15,2 0 18-15,-2 16 3 0,2-28-3 0,-2 11 0 16,0 17-1-16,3-23 5 0,-3 23-6 0,1-23 0 16,0 12 3-16,-1 11-3 0,4-25 1 0,-4 12 1 15,3-2-2-15,-3 15 1 0,6-26 2 0,-5 15-13 16,-1 11 8-16,5-28 5 0,-3 15-4 0,-2 13 5 16,5-25-2-16,-3 10 0 0,1 4 0 0,-3 11-3 15,3-25-1-15,-1 12 11 0,-2 13-8 0,3-22-1 16,-3 22 3-16,6-20-3 0,-3 9 0 0,-3 11 0 15,5-22 3-15,-5 22-3 0,2-19-3 0,-2 19 6 16,4-20-1-16,-4 20-4 0,4-20 1 0,-4 20 2 16,1-18-4-16,-1 18 3 0,4-16 2 0,-4 16-3 15,3-16-2-15,-3 16 2 0,5-16 6 0,-5 16-9 16,0 0 3-16,3-21 1 0,-3 21-14 0,3-13 16 16,-3 13-1-16,4-13-5 0,-4 13 3 0,0 0 2 15,5-19 0-15,-5 19 0 0,5-12 2 16,-5 12-2-16,0 0-1 0,5-17 1 0,-5 17-2 0,0 0 4 15,7-17-4-15,-7 17 3 0,0 0 0 16,2-15-1-16,-2 15 2 0,0 0-4 0,0 0 1 16,3-18 1-16,-3 18 1 0,0 0-2 0,0 0 0 15,1-17-3-15,-1 17 3 0,0 0 1 0,0 0 1 16,5-15-2-16,-5 15 3 0,0 0-1 0,0 0 1 16,4-18-3-16,-4 18-4 0,0 0 3 0,3-16-2 15,-3 16-6-15,0 0 12 0,0 0 0 0,2-16-11 16,-2 16 12-16,0 0-3 0,0 0-3 0,3-16 4 15,-3 16-2-15,0 0-2 0,0 0 4 0,0 0-5 16,0 0 3-16,1-16 3 0,-1 16-5 0,0 0 1 16,0 0 1-16,0 0 3 0,0 0-18 0,0 0 15 15,0 0 5-15,0 0 0 0,0 0-6 0,0 0 4 16,0 0-3-16,0 0-18 0,0 0 17 0,0 0-11 16,6-13-19-16,-6 13-8 0,0 0-11 0,0 0-12 15,0 0-18-15,0 0-21 0,0 0-28 0,0 0-38 16,31 23-41-16,-21-17-37 0,-10-6-166 0,28 11-446 15,-12-6 197-15</inkml:trace>
  <inkml:trace contextRef="#ctx0" brushRef="#br0" timeOffset="-17877.87">28273 16493 87 0,'0'0'86'15,"0"0"-23"-15,0 0 14 0,0 0-39 0,-40 3-20 16,40-3-13-16,-14 1-36 0,14-1-27 0,-19 1-61 16,19-1 27-16</inkml:trace>
  <inkml:trace contextRef="#ctx0" brushRef="#br0" timeOffset="-11883.9">27093 10247 17 0,'0'0'19'0,"0"0"-4"0,0 0-1 16,0 0-11-16,0 0-15 0,0 0-12 0,0 0 6 16</inkml:trace>
  <inkml:trace contextRef="#ctx0" brushRef="#br0" timeOffset="-9169.98">27319 12383 1103 0,'13'0'-118'0,"-1"0"15"0,-1 0-29 16,0 3 7-16,-2 1-136 0,-2 2 60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20T08:53:16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19544 13775 10 0,'-12'-2'17'0,"12"2"-6"0,-23-4-2 15,9 1 7-15,-1 1-1 0,-6 1-1 0,4-1 3 16,-1-1 5-16,-3 1-3 0,2 2 2 0,1 0-1 15,-2-1 0-15,-2 1 3 0,1 0-4 0,-5 0-1 16,3 1 3-16,-4 0-4 0,1 5 0 0,4-5-1 16,-7 1-1-16,1 0 8 0,0 2-15 0,0 0 20 15,1 1 0-15,-1 3 1 0,-1-2 3 0,0 3-1 16,2 0-6-16,-1 4-1 0,-1-3 1 0,2 4-2 16,0 1-3-16,2-1 5 0,-2 1-10 15,3 2 1-15,2-1 1 0,1 3-3 0,-1 0 0 0,0 0 6 16,3 1-3-16,-3 0-5 0,5 2 0 0,-1-2 3 15,3 4 2-15,-4-2-12 0,5 0 4 0,-2 1 8 16,2-1 0-16,4-3-1 0,-3 2-1 0,7-1 0 16,1-1-3-16,-3-1 7 0,3 5 8 0,2-4-10 15,2 2-1-15,1 3 15 0,5 2-23 0,-2-7 3 16,3 7-5-16,2-6 6 0,2 5-5 0,-1 4 3 16,5-6-3-16,-2 0 9 0,0 2-12 0,1 0 6 15,1-2-4-15,3 3-1 0,3-3-2 0,-3-1 5 16,6 0 12-16,-1-1-6 0,2 1-8 0,0 1 0 15,2 2 4-15,-1-5-3 0,3 2 1 0,1-2-6 16,1 2 4-16,2-4 0 0,0 0 2 0,-1-1-8 16,1-3 1-16,0 1 4 0,1-3-1 0,-1 0 0 15,1-1-1-15,-2-4-5 0,2 5 7 0,2-6-8 16,-2 4 3-16,1-4 9 0,7-2-6 0,-4 3 1 16,2-5 0-16,-1 5-5 0,13-1 0 0,-13-3 11 15,14 0-7-15,-14-2-1 0,13-1 5 0,0 0-7 16,-13-1-4-16,1 0 5 0,-2-1 2 0,2-3 13 15,-2 1-18-15,-1-2 6 0,-1 3-13 0,1-4 18 16,-1-2-5-16,-1-1-4 0,0 1-1 0,-1-2 7 16,2-3 1-16,-2 2 3 0,-1-1-7 15,-1 0 0-15,-1-2 4 0,-4 2 0 0,-2 0 10 0,1-4-2 16,-1 0-7-16,-3 1-5 0,-6 2 2 0,5-7 7 16,-5 2-3-16,3-4-3 0,-2 0-2 0,-1-2 11 15,-2 0-2-15,-1-2 2 0,0-5-5 0,2 0-1 16,-5 0 4-16,1-4 0 0,-3 1-5 0,3-11 1 15,-6 9 2-15,-1 2-6 0,-4-12 1 0,-3 2-2 16,-1-4-1-16,-7 2 1 0,-5 1-3 0,-6-3 4 16,-5 2 6-16,-7 3-9 0,-7-1 7 0,-27-17-8 15,-8 7 4-15,-6 8-14 0,-9-3-7 0,-11 9-2 16,-17 5-1-16,-12 8-23 0,-15 10-16 0,-23 7-33 16,-23 13-27-16,-32 12-94 0,-19 6-230 0,-35 9 103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C55DF-D60D-4B31-9F97-8591DE457B06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60B28-42F8-4847-A604-626701C0A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5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1FF887-44FE-4B44-B083-4A245E4164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438138-88A4-4025-9B01-A7CA6938136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85AC19C6-E55D-4770-B60D-9C18086814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D22B9767-3866-436F-80CE-E0BD26C0E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DB8F47C-12DD-4354-846A-1BFDC2452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01AD20-5393-4F7C-BEB0-92F7D349248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BFF01C6B-FEDA-4CAF-A1FF-2FA3FCE72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ECE2FEB2-B4F4-473A-8473-D99495AED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740833B-1CC8-4356-BDEE-913FDBD9E1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BD78FC-F681-4C5C-BD60-0EC304AD5D4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83561076-EA1B-4338-876F-B82AADCEE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C1E530AF-72CE-45DA-880C-F62E0AF9E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48DB5A0-0BFF-4379-90D7-F8D76F9D7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899E8A-F7E8-4D23-BCD9-AAD79165C37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F761A219-FC02-416D-8B5C-FA13587165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30FD6DE7-A01A-4697-B68B-DF1CA2166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32A0-9D14-4BC0-8BCA-25BBC9067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9289C-4A67-46F9-A930-D9E201C43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4C9A-9054-445D-9108-6D6D8152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06F2C-3EFA-4B62-8A5D-5D45F912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8DEC2-174B-407B-9FEA-A873048A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22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4F9C-B6BC-4CE7-989C-1FDAEDA9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4C256-F365-415A-86AD-6551F118B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F5C9-2FA4-4D4D-A865-808B2CB7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0B8B3-460E-471C-879B-D58D44E2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B5AAF-C1F6-42A8-B810-E7AAC862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6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F1BD-1E6A-45D8-B570-AEA9A4FD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4B53E-70B4-4A0E-9EFD-294C24DF0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47762-E342-4CDA-B7B5-C239FA7D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28E77-6EF9-41EE-AC91-E469529A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7F164-7ECD-4F26-8359-109812C7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607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E5F7-0226-4AC6-95E4-B6112AA9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42048-CC06-4736-92F7-723BE889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F2C97-DD5A-4A59-896B-10FB111AC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BB4DA-F8E6-4F20-B95C-57790C87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B3A88-0954-4792-B0B2-8D9D3214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473B7-97ED-4EEB-85E3-5EA9DEBB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2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ED6A-7BE2-470C-BF33-53C9DED2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FAA78-DE14-443B-9143-3D5A4BBCE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08125-403A-45CF-B744-74EE6D9F1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6615D-584B-4EE6-AF45-4ED19A8D1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261A3-91A6-4BE8-BDAB-BD0323D7E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D2D9E-5AA6-4432-BC0A-DD904995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EBEA4-15D8-4FA8-A605-922699EB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F65EE-C61A-413F-A8E6-FAB08CC9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9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5A5B-8F58-45D3-8E5D-C86C6181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5A176-EE41-4DD7-BF48-ADD2BE27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355FD-2C00-4726-BABF-5D242951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74F52-73A5-4A44-ABC5-ABFCF4B1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73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B9BA4-6DFF-46F7-A13C-01CF740A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A8F08-4E1B-4225-BBB0-7305A1C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30E2F-BA7E-417B-BF70-0B978152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12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FED0-0FDA-422C-974C-3C87F84D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7F21E-98B5-4C4C-8C2B-391E9BCA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8F04C-3D8A-4618-84EB-C0480913C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A9960-A615-4EF8-B038-3D2CA190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00F28-755F-4D20-9D5C-0EAD25C5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040A2-E5B4-4091-9972-FFEA8E30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69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DCB4-774C-4AE7-B737-57FF9FB0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71787-025C-47EF-85EA-12E19FE7D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4DB9D-CD04-43A1-9CC5-1433980C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6FE73-66EA-47A5-A90E-F2D9C2E6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BAED2-3ABD-4AF2-A0F4-F2628848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3645C-4932-42FC-890F-402C25FD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50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2FEC-FDEB-40B0-80F7-B34FBF0E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61F9B-1AF1-4B2F-AA2D-E74D31557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91FA5-4475-4389-8891-E271966B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FF85B-CECD-43F0-8D2A-0992AE31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DB3F-EA61-4981-A5B9-F1AD4A90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84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E18F9F-DD21-4AB2-B3EA-FF7C4FE63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B4E34-5BEE-48DE-8D88-F63AD0BEC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DB451-56E3-4455-A7A8-41D72AA4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975E-30AD-4D79-98E3-F8DD9C4D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01CC5-4975-40AA-9D92-821FE577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489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28B4-5C07-4497-BE2A-765C8BD2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3BE65-532C-465D-8F0B-014968D6419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5EC42-D99A-4E26-B01E-3E7FCA283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D1623-5528-42D2-814D-D508603E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9C911-7DBC-4660-A3B4-EA39250F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ECE 442 Power Electronics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B7532-BF0A-4B9E-93DF-C336CC59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C05889D-B966-4207-8CF1-FD0ACF3BDB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8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CE4B3-3C98-4509-9F7A-A935BC18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6B1B1-47CC-4508-9599-2469A4029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6624D-BF39-4CD6-A642-A0B1E830D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DAA0E-0367-44AF-A650-0F3CEC984722}" type="datetimeFigureOut">
              <a:rPr lang="en-IN" smtClean="0"/>
              <a:t>10-02-2022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AE32-0D5C-4DAD-8ADC-91AE4232E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B2D15-5B32-42A3-9F95-781F7934A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7C610-E93A-441B-96A0-DDD023883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99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12.png"/><Relationship Id="rId4" Type="http://schemas.openxmlformats.org/officeDocument/2006/relationships/image" Target="../media/image1080.png"/><Relationship Id="rId9" Type="http://schemas.openxmlformats.org/officeDocument/2006/relationships/customXml" Target="../ink/ink4.xml"/><Relationship Id="rId14" Type="http://schemas.openxmlformats.org/officeDocument/2006/relationships/image" Target="../media/image1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customXml" Target="../ink/ink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customXml" Target="../ink/ink13.xml"/><Relationship Id="rId4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customXml" Target="../ink/ink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3.png"/><Relationship Id="rId7" Type="http://schemas.openxmlformats.org/officeDocument/2006/relationships/customXml" Target="../ink/ink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0.png"/><Relationship Id="rId5" Type="http://schemas.openxmlformats.org/officeDocument/2006/relationships/customXml" Target="../ink/ink1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126.png"/><Relationship Id="rId4" Type="http://schemas.openxmlformats.org/officeDocument/2006/relationships/customXml" Target="../ink/ink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0.png"/><Relationship Id="rId7" Type="http://schemas.openxmlformats.org/officeDocument/2006/relationships/image" Target="../media/image13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image" Target="../media/image1250.png"/><Relationship Id="rId4" Type="http://schemas.openxmlformats.org/officeDocument/2006/relationships/customXml" Target="../ink/ink2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0.png"/><Relationship Id="rId3" Type="http://schemas.openxmlformats.org/officeDocument/2006/relationships/customXml" Target="../ink/ink24.xml"/><Relationship Id="rId12" Type="http://schemas.openxmlformats.org/officeDocument/2006/relationships/image" Target="../media/image13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7.xml"/><Relationship Id="rId5" Type="http://schemas.openxmlformats.org/officeDocument/2006/relationships/customXml" Target="../ink/ink25.xml"/><Relationship Id="rId10" Type="http://schemas.openxmlformats.org/officeDocument/2006/relationships/image" Target="../media/image132.png"/><Relationship Id="rId4" Type="http://schemas.openxmlformats.org/officeDocument/2006/relationships/image" Target="../media/image1260.png"/><Relationship Id="rId9" Type="http://schemas.openxmlformats.org/officeDocument/2006/relationships/customXml" Target="../ink/ink2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7" Type="http://schemas.openxmlformats.org/officeDocument/2006/relationships/customXml" Target="../ink/ink30.xml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0.png"/><Relationship Id="rId5" Type="http://schemas.openxmlformats.org/officeDocument/2006/relationships/customXml" Target="../ink/ink29.xml"/><Relationship Id="rId4" Type="http://schemas.openxmlformats.org/officeDocument/2006/relationships/image" Target="../media/image12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3" Type="http://schemas.openxmlformats.org/officeDocument/2006/relationships/image" Target="../media/image1310.png"/><Relationship Id="rId7" Type="http://schemas.openxmlformats.org/officeDocument/2006/relationships/image" Target="../media/image133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5" Type="http://schemas.openxmlformats.org/officeDocument/2006/relationships/image" Target="../media/image1320.png"/><Relationship Id="rId4" Type="http://schemas.openxmlformats.org/officeDocument/2006/relationships/customXml" Target="../ink/ink32.xml"/><Relationship Id="rId9" Type="http://schemas.openxmlformats.org/officeDocument/2006/relationships/image" Target="../media/image13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8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1350.png"/><Relationship Id="rId4" Type="http://schemas.openxmlformats.org/officeDocument/2006/relationships/customXml" Target="../ink/ink35.xml"/><Relationship Id="rId9" Type="http://schemas.openxmlformats.org/officeDocument/2006/relationships/image" Target="../media/image1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9.xml"/><Relationship Id="rId5" Type="http://schemas.openxmlformats.org/officeDocument/2006/relationships/image" Target="../media/image1380.png"/><Relationship Id="rId4" Type="http://schemas.openxmlformats.org/officeDocument/2006/relationships/customXml" Target="../ink/ink3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3" Type="http://schemas.openxmlformats.org/officeDocument/2006/relationships/image" Target="../media/image10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1.xml"/><Relationship Id="rId5" Type="http://schemas.openxmlformats.org/officeDocument/2006/relationships/image" Target="../media/image1400.png"/><Relationship Id="rId4" Type="http://schemas.openxmlformats.org/officeDocument/2006/relationships/customXml" Target="../ink/ink40.xml"/><Relationship Id="rId9" Type="http://schemas.openxmlformats.org/officeDocument/2006/relationships/image" Target="../media/image1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4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5.png"/><Relationship Id="rId5" Type="http://schemas.openxmlformats.org/officeDocument/2006/relationships/customXml" Target="../ink/ink43.xml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.png"/><Relationship Id="rId4" Type="http://schemas.openxmlformats.org/officeDocument/2006/relationships/customXml" Target="../ink/ink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0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customXml" Target="../ink/ink4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0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0.png"/><Relationship Id="rId4" Type="http://schemas.openxmlformats.org/officeDocument/2006/relationships/customXml" Target="../ink/ink5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5" Type="http://schemas.openxmlformats.org/officeDocument/2006/relationships/image" Target="../media/image1420.png"/><Relationship Id="rId4" Type="http://schemas.openxmlformats.org/officeDocument/2006/relationships/customXml" Target="../ink/ink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16.png"/><Relationship Id="rId7" Type="http://schemas.openxmlformats.org/officeDocument/2006/relationships/image" Target="../media/image15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11" Type="http://schemas.openxmlformats.org/officeDocument/2006/relationships/image" Target="../media/image157.png"/><Relationship Id="rId5" Type="http://schemas.openxmlformats.org/officeDocument/2006/relationships/image" Target="../media/image154.png"/><Relationship Id="rId10" Type="http://schemas.openxmlformats.org/officeDocument/2006/relationships/customXml" Target="../ink/ink57.xml"/><Relationship Id="rId4" Type="http://schemas.openxmlformats.org/officeDocument/2006/relationships/customXml" Target="../ink/ink54.xml"/><Relationship Id="rId9" Type="http://schemas.openxmlformats.org/officeDocument/2006/relationships/image" Target="../media/image1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7" Type="http://schemas.openxmlformats.org/officeDocument/2006/relationships/customXml" Target="../ink/ink61.xml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customXml" Target="../ink/ink60.xml"/><Relationship Id="rId4" Type="http://schemas.openxmlformats.org/officeDocument/2006/relationships/image" Target="../media/image159.png"/><Relationship Id="rId9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1026" name="Picture 2" descr="Current Components in a Transistor in Active Region Operation">
            <a:extLst>
              <a:ext uri="{FF2B5EF4-FFF2-40B4-BE49-F238E27FC236}">
                <a16:creationId xmlns:a16="http://schemas.microsoft.com/office/drawing/2014/main" id="{2A716EEE-32F5-4643-A493-6A462DACE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310684"/>
            <a:ext cx="952500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6101B4-224B-4CE9-8F0A-43E0DF311EFF}"/>
                  </a:ext>
                </a:extLst>
              </p14:cNvPr>
              <p14:cNvContentPartPr/>
              <p14:nvPr/>
            </p14:nvContentPartPr>
            <p14:xfrm>
              <a:off x="0" y="1054800"/>
              <a:ext cx="12074040" cy="5218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6101B4-224B-4CE9-8F0A-43E0DF311E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1045440"/>
                <a:ext cx="12092760" cy="52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7E7E8F-2775-4E2E-A7F0-A9EEBAB7AB99}"/>
                  </a:ext>
                </a:extLst>
              </p14:cNvPr>
              <p14:cNvContentPartPr/>
              <p14:nvPr/>
            </p14:nvContentPartPr>
            <p14:xfrm>
              <a:off x="254160" y="2453400"/>
              <a:ext cx="7848720" cy="273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7E7E8F-2775-4E2E-A7F0-A9EEBAB7AB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4800" y="2444040"/>
                <a:ext cx="7867440" cy="27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77E3A6-218F-4F01-BFC9-F69C70C67682}"/>
                  </a:ext>
                </a:extLst>
              </p14:cNvPr>
              <p14:cNvContentPartPr/>
              <p14:nvPr/>
            </p14:nvContentPartPr>
            <p14:xfrm>
              <a:off x="5949360" y="2538360"/>
              <a:ext cx="1773720" cy="336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77E3A6-218F-4F01-BFC9-F69C70C676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40000" y="2529000"/>
                <a:ext cx="17924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526B63-4907-42CF-84B9-0487B4DA4825}"/>
                  </a:ext>
                </a:extLst>
              </p14:cNvPr>
              <p14:cNvContentPartPr/>
              <p14:nvPr/>
            </p14:nvContentPartPr>
            <p14:xfrm>
              <a:off x="1688760" y="2392560"/>
              <a:ext cx="7498080" cy="2580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526B63-4907-42CF-84B9-0487B4DA48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9400" y="2383200"/>
                <a:ext cx="7516800" cy="25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4F5D9A2-95FD-47FB-98DF-F0F34287B49A}"/>
                  </a:ext>
                </a:extLst>
              </p14:cNvPr>
              <p14:cNvContentPartPr/>
              <p14:nvPr/>
            </p14:nvContentPartPr>
            <p14:xfrm>
              <a:off x="4780440" y="2027160"/>
              <a:ext cx="7038720" cy="1997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4F5D9A2-95FD-47FB-98DF-F0F34287B4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1080" y="2017800"/>
                <a:ext cx="7057440" cy="20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DD12F49-1303-4DFE-9F8C-C4FF3E85D214}"/>
                  </a:ext>
                </a:extLst>
              </p14:cNvPr>
              <p14:cNvContentPartPr/>
              <p14:nvPr/>
            </p14:nvContentPartPr>
            <p14:xfrm>
              <a:off x="1954800" y="1467000"/>
              <a:ext cx="8149680" cy="3853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DD12F49-1303-4DFE-9F8C-C4FF3E85D21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45440" y="1457640"/>
                <a:ext cx="8168400" cy="387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704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5FC2B1-806C-43AC-9C76-43E6CC2FD98F}"/>
                  </a:ext>
                </a:extLst>
              </p14:cNvPr>
              <p14:cNvContentPartPr/>
              <p14:nvPr/>
            </p14:nvContentPartPr>
            <p14:xfrm>
              <a:off x="1764720" y="1115640"/>
              <a:ext cx="9762120" cy="5073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5FC2B1-806C-43AC-9C76-43E6CC2FD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5360" y="1106280"/>
                <a:ext cx="9780840" cy="50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555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D49B54-8B49-48B3-B2AD-159A99EFBDBB}"/>
                  </a:ext>
                </a:extLst>
              </p14:cNvPr>
              <p14:cNvContentPartPr/>
              <p14:nvPr/>
            </p14:nvContentPartPr>
            <p14:xfrm>
              <a:off x="2050560" y="1165680"/>
              <a:ext cx="9384840" cy="5095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D49B54-8B49-48B3-B2AD-159A99EFB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200" y="1156320"/>
                <a:ext cx="9403560" cy="51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C04834-D84B-4E93-BC07-D621C097A49E}"/>
                  </a:ext>
                </a:extLst>
              </p14:cNvPr>
              <p14:cNvContentPartPr/>
              <p14:nvPr/>
            </p14:nvContentPartPr>
            <p14:xfrm>
              <a:off x="1305360" y="2571480"/>
              <a:ext cx="7977600" cy="3387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C04834-D84B-4E93-BC07-D621C097A4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6000" y="2562120"/>
                <a:ext cx="7996320" cy="340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07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26D9C7-005B-460A-A4C8-FA34FD2FEC04}"/>
                  </a:ext>
                </a:extLst>
              </p14:cNvPr>
              <p14:cNvContentPartPr/>
              <p14:nvPr/>
            </p14:nvContentPartPr>
            <p14:xfrm>
              <a:off x="1470960" y="1267560"/>
              <a:ext cx="8378640" cy="490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26D9C7-005B-460A-A4C8-FA34FD2FEC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1600" y="1258200"/>
                <a:ext cx="8397360" cy="49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1257F5D-D978-40A0-8E49-9B8EFB663D37}"/>
                  </a:ext>
                </a:extLst>
              </p14:cNvPr>
              <p14:cNvContentPartPr/>
              <p14:nvPr/>
            </p14:nvContentPartPr>
            <p14:xfrm>
              <a:off x="4959000" y="1472760"/>
              <a:ext cx="6665760" cy="4635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1257F5D-D978-40A0-8E49-9B8EFB663D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49640" y="1463400"/>
                <a:ext cx="6684480" cy="465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36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Bipolar Junction Transistor (BJT)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CF084F-045E-4A1F-B994-F024484EA109}"/>
                  </a:ext>
                </a:extLst>
              </p14:cNvPr>
              <p14:cNvContentPartPr/>
              <p14:nvPr/>
            </p14:nvContentPartPr>
            <p14:xfrm>
              <a:off x="149400" y="1109520"/>
              <a:ext cx="5609880" cy="4174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CF084F-045E-4A1F-B994-F024484EA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040" y="1100160"/>
                <a:ext cx="5628600" cy="41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E5B2B1-121E-418E-8CA8-8D37705AE986}"/>
                  </a:ext>
                </a:extLst>
              </p14:cNvPr>
              <p14:cNvContentPartPr/>
              <p14:nvPr/>
            </p14:nvContentPartPr>
            <p14:xfrm>
              <a:off x="3188520" y="2917440"/>
              <a:ext cx="1797120" cy="2147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E5B2B1-121E-418E-8CA8-8D37705AE9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79160" y="2908080"/>
                <a:ext cx="1815840" cy="21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06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Transistor as an Amplifier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CC3B1F-9AA6-4506-ABDC-5314DDF18E32}"/>
                  </a:ext>
                </a:extLst>
              </p14:cNvPr>
              <p14:cNvContentPartPr/>
              <p14:nvPr/>
            </p14:nvContentPartPr>
            <p14:xfrm>
              <a:off x="524160" y="1306800"/>
              <a:ext cx="10580400" cy="4834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CC3B1F-9AA6-4506-ABDC-5314DDF18E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4800" y="1297440"/>
                <a:ext cx="10599120" cy="48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786632-BB12-438C-A3BC-D4B32919BF2C}"/>
                  </a:ext>
                </a:extLst>
              </p14:cNvPr>
              <p14:cNvContentPartPr/>
              <p14:nvPr/>
            </p14:nvContentPartPr>
            <p14:xfrm>
              <a:off x="3241080" y="1433880"/>
              <a:ext cx="7948080" cy="434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786632-BB12-438C-A3BC-D4B32919BF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1720" y="1424520"/>
                <a:ext cx="7966800" cy="436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244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Different Configurations of BJT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026" name="Picture 2" descr="Basic Electronics - Transistor Configurations - Tutorialspoint">
            <a:extLst>
              <a:ext uri="{FF2B5EF4-FFF2-40B4-BE49-F238E27FC236}">
                <a16:creationId xmlns:a16="http://schemas.microsoft.com/office/drawing/2014/main" id="{CC049E75-42C6-4549-B17E-40DDF191D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09650"/>
            <a:ext cx="558311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sic Electronics - Transistor Configurations - Tutorialspoint">
            <a:extLst>
              <a:ext uri="{FF2B5EF4-FFF2-40B4-BE49-F238E27FC236}">
                <a16:creationId xmlns:a16="http://schemas.microsoft.com/office/drawing/2014/main" id="{1DF42DE9-2A5C-4BC2-A46F-924EBADE0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09650"/>
            <a:ext cx="57150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sic Electronics - Transistor Configurations - Tutorialspoint">
            <a:extLst>
              <a:ext uri="{FF2B5EF4-FFF2-40B4-BE49-F238E27FC236}">
                <a16:creationId xmlns:a16="http://schemas.microsoft.com/office/drawing/2014/main" id="{8FC83434-B5DC-4949-AC8C-1ED0FB8C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66066"/>
            <a:ext cx="5583115" cy="275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5E6C1C-8AB9-4036-ACEC-C0BB68AFD8BF}"/>
                  </a:ext>
                </a:extLst>
              </p14:cNvPr>
              <p14:cNvContentPartPr/>
              <p14:nvPr/>
            </p14:nvContentPartPr>
            <p14:xfrm>
              <a:off x="6362640" y="3467880"/>
              <a:ext cx="4413240" cy="1468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5E6C1C-8AB9-4036-ACEC-C0BB68AFD8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3280" y="3458520"/>
                <a:ext cx="4431960" cy="14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B9965A-440C-46E2-B4D6-D5A96F7E8D2A}"/>
                  </a:ext>
                </a:extLst>
              </p14:cNvPr>
              <p14:cNvContentPartPr/>
              <p14:nvPr/>
            </p14:nvContentPartPr>
            <p14:xfrm>
              <a:off x="1482120" y="1139040"/>
              <a:ext cx="7372440" cy="4172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B9965A-440C-46E2-B4D6-D5A96F7E8D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2760" y="1129680"/>
                <a:ext cx="7391160" cy="419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208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Base (CB)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7C11EF-F79B-4584-97EE-CADF5129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27" y="1614234"/>
            <a:ext cx="5715798" cy="36295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770B93-3E3B-4F77-A10F-77B426FE80FA}"/>
              </a:ext>
            </a:extLst>
          </p:cNvPr>
          <p:cNvSpPr txBox="1"/>
          <p:nvPr/>
        </p:nvSpPr>
        <p:spPr>
          <a:xfrm>
            <a:off x="525372" y="5246060"/>
            <a:ext cx="6112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</a:t>
            </a:r>
            <a:r>
              <a:rPr lang="en-US" sz="1400" dirty="0"/>
              <a:t>Common Base Input Characteristics of a typical p-n-p germanium transistor.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9A0F2-4D1A-45EC-9643-5758510942D6}"/>
              </a:ext>
            </a:extLst>
          </p:cNvPr>
          <p:cNvSpPr txBox="1"/>
          <p:nvPr/>
        </p:nvSpPr>
        <p:spPr>
          <a:xfrm>
            <a:off x="635327" y="1023218"/>
            <a:ext cx="4957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Common Base Input Characteristics 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pic>
        <p:nvPicPr>
          <p:cNvPr id="12" name="Picture 2" descr="Basic Electronics - Transistor Configurations - Tutorialspoint">
            <a:extLst>
              <a:ext uri="{FF2B5EF4-FFF2-40B4-BE49-F238E27FC236}">
                <a16:creationId xmlns:a16="http://schemas.microsoft.com/office/drawing/2014/main" id="{2B5CC8DF-A872-4CD6-8264-0F8EF0E5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125" y="1611940"/>
            <a:ext cx="558311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3E7D95-F31A-4C1A-B676-BC585371C32E}"/>
                  </a:ext>
                </a:extLst>
              </p14:cNvPr>
              <p14:cNvContentPartPr/>
              <p14:nvPr/>
            </p14:nvContentPartPr>
            <p14:xfrm>
              <a:off x="1239840" y="3419640"/>
              <a:ext cx="10047240" cy="273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3E7D95-F31A-4C1A-B676-BC585371C3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0480" y="3410280"/>
                <a:ext cx="10065960" cy="27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66B1B3A-0087-4547-AE90-BE66ED2B7ED4}"/>
                  </a:ext>
                </a:extLst>
              </p14:cNvPr>
              <p14:cNvContentPartPr/>
              <p14:nvPr/>
            </p14:nvContentPartPr>
            <p14:xfrm>
              <a:off x="2690280" y="947160"/>
              <a:ext cx="9466560" cy="5312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66B1B3A-0087-4547-AE90-BE66ED2B7E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0920" y="937800"/>
                <a:ext cx="9485280" cy="533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414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5D11E-32D5-4343-91E3-717126EB19FF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Early Effect or Base Width Modulation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5B9DB-02DE-4B39-B66B-8828A6E03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401" y="1303448"/>
            <a:ext cx="7815799" cy="46648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C54DC6-5FB9-4BF8-9A71-F7E573ABBB7B}"/>
                  </a:ext>
                </a:extLst>
              </p14:cNvPr>
              <p14:cNvContentPartPr/>
              <p14:nvPr/>
            </p14:nvContentPartPr>
            <p14:xfrm>
              <a:off x="2922120" y="675720"/>
              <a:ext cx="9022680" cy="4264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C54DC6-5FB9-4BF8-9A71-F7E573ABBB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2760" y="666360"/>
                <a:ext cx="9041400" cy="428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4187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FFE36-F494-4B53-91F3-CD75B071E33E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Base (CB)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D2254D-0A4A-4923-A5A3-017D2620EAF8}"/>
                  </a:ext>
                </a:extLst>
              </p14:cNvPr>
              <p14:cNvContentPartPr/>
              <p14:nvPr/>
            </p14:nvContentPartPr>
            <p14:xfrm>
              <a:off x="625680" y="1184760"/>
              <a:ext cx="11430360" cy="5203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D2254D-0A4A-4923-A5A3-017D2620EA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320" y="1175400"/>
                <a:ext cx="11449080" cy="52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997920-6A11-45C6-A711-9330DD0BE133}"/>
                  </a:ext>
                </a:extLst>
              </p14:cNvPr>
              <p14:cNvContentPartPr/>
              <p14:nvPr/>
            </p14:nvContentPartPr>
            <p14:xfrm>
              <a:off x="145800" y="2773800"/>
              <a:ext cx="6806520" cy="1643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997920-6A11-45C6-A711-9330DD0BE1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440" y="2764440"/>
                <a:ext cx="6825240" cy="16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5AD0B6-01EB-46CD-BD22-D8F20F1AB02E}"/>
                  </a:ext>
                </a:extLst>
              </p14:cNvPr>
              <p14:cNvContentPartPr/>
              <p14:nvPr/>
            </p14:nvContentPartPr>
            <p14:xfrm>
              <a:off x="5238000" y="1684080"/>
              <a:ext cx="6929280" cy="2187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5AD0B6-01EB-46CD-BD22-D8F20F1AB0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8640" y="1674720"/>
                <a:ext cx="6948000" cy="220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07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FFE36-F494-4B53-91F3-CD75B071E33E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Base (CB)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AA6CF-5EC0-4349-81F6-A7CB0FBD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999" y="1648047"/>
            <a:ext cx="6386062" cy="4301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BE5064-2D94-44F0-87DE-38854E2AF099}"/>
              </a:ext>
            </a:extLst>
          </p:cNvPr>
          <p:cNvSpPr txBox="1"/>
          <p:nvPr/>
        </p:nvSpPr>
        <p:spPr>
          <a:xfrm>
            <a:off x="635327" y="1023218"/>
            <a:ext cx="4957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Common Base Output Characteristics 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6EE1F-FD6E-4F9F-8E60-1D7D4174C455}"/>
              </a:ext>
            </a:extLst>
          </p:cNvPr>
          <p:cNvSpPr txBox="1"/>
          <p:nvPr/>
        </p:nvSpPr>
        <p:spPr>
          <a:xfrm>
            <a:off x="2498545" y="5968063"/>
            <a:ext cx="64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</a:t>
            </a:r>
            <a:r>
              <a:rPr lang="en-US" sz="1400" dirty="0"/>
              <a:t>Common Base Output Characteristics of a typical p-n-p germanium transistor.</a:t>
            </a:r>
            <a:endParaRPr lang="en-IN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7769D92-8ACB-4EE1-8084-9C420C25B014}"/>
                  </a:ext>
                </a:extLst>
              </p14:cNvPr>
              <p14:cNvContentPartPr/>
              <p14:nvPr/>
            </p14:nvContentPartPr>
            <p14:xfrm>
              <a:off x="13680" y="171720"/>
              <a:ext cx="12044520" cy="570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7769D92-8ACB-4EE1-8084-9C420C25B0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0" y="162360"/>
                <a:ext cx="12063240" cy="57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2DF617-ADDF-4015-A792-490F4FA1D25D}"/>
                  </a:ext>
                </a:extLst>
              </p14:cNvPr>
              <p14:cNvContentPartPr/>
              <p14:nvPr/>
            </p14:nvContentPartPr>
            <p14:xfrm>
              <a:off x="4133520" y="5083920"/>
              <a:ext cx="3986640" cy="337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2DF617-ADDF-4015-A792-490F4FA1D2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24160" y="5074560"/>
                <a:ext cx="40053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285664-C65A-424F-A60A-F9C0E41D21A5}"/>
                  </a:ext>
                </a:extLst>
              </p14:cNvPr>
              <p14:cNvContentPartPr/>
              <p14:nvPr/>
            </p14:nvContentPartPr>
            <p14:xfrm>
              <a:off x="4423680" y="2059920"/>
              <a:ext cx="1846080" cy="325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285664-C65A-424F-A60A-F9C0E41D21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14320" y="2050560"/>
                <a:ext cx="1864800" cy="32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E2D6D2-0D89-4B0C-AC37-1C35DE272F69}"/>
                  </a:ext>
                </a:extLst>
              </p14:cNvPr>
              <p14:cNvContentPartPr/>
              <p14:nvPr/>
            </p14:nvContentPartPr>
            <p14:xfrm>
              <a:off x="4183560" y="1196280"/>
              <a:ext cx="6192720" cy="4141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E2D6D2-0D89-4B0C-AC37-1C35DE272F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74200" y="1186920"/>
                <a:ext cx="6211440" cy="416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926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FFE36-F494-4B53-91F3-CD75B071E33E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Base (CB)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BFF77C-E264-4680-B004-D6B89AFB7ACE}"/>
                  </a:ext>
                </a:extLst>
              </p14:cNvPr>
              <p14:cNvContentPartPr/>
              <p14:nvPr/>
            </p14:nvContentPartPr>
            <p14:xfrm>
              <a:off x="591120" y="1128600"/>
              <a:ext cx="10662120" cy="451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BFF77C-E264-4680-B004-D6B89AFB7A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760" y="1119240"/>
                <a:ext cx="10680840" cy="45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3BC9B87-1242-4430-9C66-3AA81DB56DD4}"/>
                  </a:ext>
                </a:extLst>
              </p14:cNvPr>
              <p14:cNvContentPartPr/>
              <p14:nvPr/>
            </p14:nvContentPartPr>
            <p14:xfrm>
              <a:off x="1207440" y="1034640"/>
              <a:ext cx="10893960" cy="441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3BC9B87-1242-4430-9C66-3AA81DB56D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8080" y="1025280"/>
                <a:ext cx="10912680" cy="44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C98E89-AA4D-452F-AC19-AC9F0D953702}"/>
                  </a:ext>
                </a:extLst>
              </p14:cNvPr>
              <p14:cNvContentPartPr/>
              <p14:nvPr/>
            </p14:nvContentPartPr>
            <p14:xfrm>
              <a:off x="2772360" y="3147480"/>
              <a:ext cx="5942520" cy="2215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C98E89-AA4D-452F-AC19-AC9F0D9537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63000" y="3138120"/>
                <a:ext cx="5961240" cy="223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559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9DB901-F3F8-4EB0-AF7C-269C1610F45A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4B9147-EB83-4DA8-89A0-4046D0010988}"/>
                  </a:ext>
                </a:extLst>
              </p14:cNvPr>
              <p14:cNvContentPartPr/>
              <p14:nvPr/>
            </p14:nvContentPartPr>
            <p14:xfrm>
              <a:off x="2307240" y="1164240"/>
              <a:ext cx="9680040" cy="374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4B9147-EB83-4DA8-89A0-4046D00109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7880" y="1154880"/>
                <a:ext cx="9698760" cy="37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3E91260-5A78-4F0E-9AA8-B52EBC8A1587}"/>
                  </a:ext>
                </a:extLst>
              </p14:cNvPr>
              <p14:cNvContentPartPr/>
              <p14:nvPr/>
            </p14:nvContentPartPr>
            <p14:xfrm>
              <a:off x="3946898" y="1540817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3E91260-5A78-4F0E-9AA8-B52EBC8A15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8898" y="152317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32B63E-0352-4613-A5FF-7EE9DA058CDF}"/>
                  </a:ext>
                </a:extLst>
              </p14:cNvPr>
              <p14:cNvContentPartPr/>
              <p14:nvPr/>
            </p14:nvContentPartPr>
            <p14:xfrm>
              <a:off x="2190458" y="3741137"/>
              <a:ext cx="6840" cy="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32B63E-0352-4613-A5FF-7EE9DA058C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72458" y="3723497"/>
                <a:ext cx="424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287214-1E96-4B5A-8828-BF139209C2B9}"/>
                  </a:ext>
                </a:extLst>
              </p14:cNvPr>
              <p14:cNvContentPartPr/>
              <p14:nvPr/>
            </p14:nvContentPartPr>
            <p14:xfrm>
              <a:off x="215280" y="2306160"/>
              <a:ext cx="5581800" cy="3497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287214-1E96-4B5A-8828-BF139209C2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5920" y="2296800"/>
                <a:ext cx="5600520" cy="35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483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5A3E089-FFF4-42EC-8113-4D547287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ECF4-CB24-47B0-B998-D43EBE36AC5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2CD86593-5F65-42CF-BC9B-A5A66E1DE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133474"/>
            <a:ext cx="10515600" cy="557214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Common-Emitter NPN Transistor</a:t>
            </a:r>
          </a:p>
        </p:txBody>
      </p:sp>
      <p:pic>
        <p:nvPicPr>
          <p:cNvPr id="8197" name="Picture 5">
            <a:extLst>
              <a:ext uri="{FF2B5EF4-FFF2-40B4-BE49-F238E27FC236}">
                <a16:creationId xmlns:a16="http://schemas.microsoft.com/office/drawing/2014/main" id="{E9EAB9C5-1023-44D8-9661-69843BB355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5200" y="1752601"/>
            <a:ext cx="4953000" cy="3590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00" name="Text Box 8">
            <a:extLst>
              <a:ext uri="{FF2B5EF4-FFF2-40B4-BE49-F238E27FC236}">
                <a16:creationId xmlns:a16="http://schemas.microsoft.com/office/drawing/2014/main" id="{2DFBE487-F252-4715-B907-857A73753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6670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/>
              <a:t>Forward bias the BEJ</a:t>
            </a:r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C9AE9827-302C-42F2-9DB9-0A287AADE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276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873FE7B4-EB3B-410E-AA99-87C2DB5F4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52400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/>
              <a:t>Reverse bias the CBJ</a:t>
            </a:r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402247EF-8B93-4344-B53C-B5B314382D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2057400"/>
            <a:ext cx="1905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1D7F2D-D371-4794-8033-8D320F6E60A2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0C79C2-2EFB-4ABB-95AA-131D9743EBED}"/>
                  </a:ext>
                </a:extLst>
              </p14:cNvPr>
              <p14:cNvContentPartPr/>
              <p14:nvPr/>
            </p14:nvContentPartPr>
            <p14:xfrm>
              <a:off x="1867680" y="2131560"/>
              <a:ext cx="9893160" cy="348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0C79C2-2EFB-4ABB-95AA-131D9743EB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8320" y="2122200"/>
                <a:ext cx="9911880" cy="35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B40FCB-141C-4F63-9DAE-0B4C254AE6D4}"/>
                  </a:ext>
                </a:extLst>
              </p14:cNvPr>
              <p14:cNvContentPartPr/>
              <p14:nvPr/>
            </p14:nvContentPartPr>
            <p14:xfrm>
              <a:off x="4003920" y="1033200"/>
              <a:ext cx="6915240" cy="4785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B40FCB-141C-4F63-9DAE-0B4C254AE6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94560" y="1023840"/>
                <a:ext cx="6933960" cy="48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5B037D-CD0C-4D16-8B88-F5082156F826}"/>
                  </a:ext>
                </a:extLst>
              </p14:cNvPr>
              <p14:cNvContentPartPr/>
              <p14:nvPr/>
            </p14:nvContentPartPr>
            <p14:xfrm>
              <a:off x="550800" y="3039120"/>
              <a:ext cx="10363680" cy="2676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5B037D-CD0C-4D16-8B88-F5082156F8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1440" y="3029760"/>
                <a:ext cx="10382400" cy="269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B52EA-DF0F-4316-90A9-74BCEF8D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90D8-BD86-444B-9502-84DABAB3CDD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AD1F47E-F4F3-47F5-8747-E2FE4E139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941386"/>
            <a:ext cx="10972800" cy="476251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Input Characteristics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DC17F7A5-1ED5-4747-B029-A51BEE8500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/>
              <a:t>Plot I</a:t>
            </a:r>
            <a:r>
              <a:rPr lang="en-US" altLang="en-US" baseline="-25000"/>
              <a:t>B</a:t>
            </a:r>
            <a:r>
              <a:rPr lang="en-US" altLang="en-US"/>
              <a:t> as f(V</a:t>
            </a:r>
            <a:r>
              <a:rPr lang="en-US" altLang="en-US" baseline="-25000"/>
              <a:t>BE</a:t>
            </a:r>
            <a:r>
              <a:rPr lang="en-US" altLang="en-US"/>
              <a:t>, V</a:t>
            </a:r>
            <a:r>
              <a:rPr lang="en-US" altLang="en-US" baseline="-25000"/>
              <a:t>CE</a:t>
            </a:r>
            <a:r>
              <a:rPr lang="en-US" altLang="en-US"/>
              <a:t>)</a:t>
            </a:r>
          </a:p>
          <a:p>
            <a:r>
              <a:rPr lang="en-US" altLang="en-US"/>
              <a:t>As V</a:t>
            </a:r>
            <a:r>
              <a:rPr lang="en-US" altLang="en-US" baseline="-25000"/>
              <a:t>CE</a:t>
            </a:r>
            <a:r>
              <a:rPr lang="en-US" altLang="en-US"/>
              <a:t> increases, more V</a:t>
            </a:r>
            <a:r>
              <a:rPr lang="en-US" altLang="en-US" baseline="-25000"/>
              <a:t>BE</a:t>
            </a:r>
            <a:r>
              <a:rPr lang="en-US" altLang="en-US"/>
              <a:t> required to turn the BE on so that  I</a:t>
            </a:r>
            <a:r>
              <a:rPr lang="en-US" altLang="en-US" baseline="-25000"/>
              <a:t>B</a:t>
            </a:r>
            <a:r>
              <a:rPr lang="en-US" altLang="en-US"/>
              <a:t>&gt;0.</a:t>
            </a:r>
          </a:p>
          <a:p>
            <a:r>
              <a:rPr lang="en-US" altLang="en-US"/>
              <a:t>Looks like a pn junction volt-ampere characteristic.</a:t>
            </a:r>
          </a:p>
        </p:txBody>
      </p:sp>
      <p:pic>
        <p:nvPicPr>
          <p:cNvPr id="14347" name="Picture 11">
            <a:extLst>
              <a:ext uri="{FF2B5EF4-FFF2-40B4-BE49-F238E27FC236}">
                <a16:creationId xmlns:a16="http://schemas.microsoft.com/office/drawing/2014/main" id="{BEE1C6AA-A071-4445-AF47-1613BB397AF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59"/>
          <a:stretch>
            <a:fillRect/>
          </a:stretch>
        </p:blipFill>
        <p:spPr>
          <a:xfrm>
            <a:off x="6172200" y="2024064"/>
            <a:ext cx="4191000" cy="3298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0DCF268-0F46-4D2B-8250-FE0EDC975950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51B1A5-5F23-4FAA-993D-EE2978633684}"/>
                  </a:ext>
                </a:extLst>
              </p14:cNvPr>
              <p14:cNvContentPartPr/>
              <p14:nvPr/>
            </p14:nvContentPartPr>
            <p14:xfrm>
              <a:off x="907920" y="996480"/>
              <a:ext cx="11187720" cy="4717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51B1A5-5F23-4FAA-993D-EE29786336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8560" y="987120"/>
                <a:ext cx="11206440" cy="47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F305F5-679B-4C4B-9726-24DED07112A3}"/>
                  </a:ext>
                </a:extLst>
              </p14:cNvPr>
              <p14:cNvContentPartPr/>
              <p14:nvPr/>
            </p14:nvContentPartPr>
            <p14:xfrm>
              <a:off x="6655320" y="5249520"/>
              <a:ext cx="3151800" cy="90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F305F5-679B-4C4B-9726-24DED07112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5960" y="5240160"/>
                <a:ext cx="3170520" cy="92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572D1-374F-41A9-83DB-82B1EBEC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1CE9-55DB-48E8-9485-28A58D65F41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2E60047E-7ADA-431A-8F8B-B00F5B9CA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941386"/>
            <a:ext cx="10972800" cy="476251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Output Characteristics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3803C930-A15C-4A60-9E69-C94BDE24C6C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Plot I</a:t>
            </a:r>
            <a:r>
              <a:rPr lang="en-US" altLang="en-US" baseline="-25000"/>
              <a:t>C</a:t>
            </a:r>
            <a:r>
              <a:rPr lang="en-US" altLang="en-US"/>
              <a:t> as f(V</a:t>
            </a:r>
            <a:r>
              <a:rPr lang="en-US" altLang="en-US" baseline="-25000"/>
              <a:t>CE</a:t>
            </a:r>
            <a:r>
              <a:rPr lang="en-US" altLang="en-US"/>
              <a:t>, I</a:t>
            </a:r>
            <a:r>
              <a:rPr lang="en-US" altLang="en-US" baseline="-25000"/>
              <a:t>B</a:t>
            </a:r>
            <a:r>
              <a:rPr lang="en-US" altLang="en-US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/>
              <a:t>Cutoff region (off)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both BE and BC reverse biased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Active region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BE Forward biased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BC Reverse biased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Saturation region (on)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both BE and BC forward biased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  <p:pic>
        <p:nvPicPr>
          <p:cNvPr id="16393" name="Picture 9">
            <a:extLst>
              <a:ext uri="{FF2B5EF4-FFF2-40B4-BE49-F238E27FC236}">
                <a16:creationId xmlns:a16="http://schemas.microsoft.com/office/drawing/2014/main" id="{4BE88255-76EE-40C1-9E7B-9A27CB02D41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1"/>
          <a:stretch>
            <a:fillRect/>
          </a:stretch>
        </p:blipFill>
        <p:spPr>
          <a:xfrm>
            <a:off x="6172200" y="2286001"/>
            <a:ext cx="4495800" cy="29575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4596A6E-E189-4C79-BA90-B8842D94891D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5E64CC-CB69-4ED0-AC2B-A883DF124254}"/>
                  </a:ext>
                </a:extLst>
              </p14:cNvPr>
              <p14:cNvContentPartPr/>
              <p14:nvPr/>
            </p14:nvContentPartPr>
            <p14:xfrm>
              <a:off x="2289240" y="974520"/>
              <a:ext cx="9776520" cy="551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5E64CC-CB69-4ED0-AC2B-A883DF1242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9880" y="965160"/>
                <a:ext cx="9795240" cy="55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A5F9B4-3519-4A66-AE38-5202B50347B8}"/>
                  </a:ext>
                </a:extLst>
              </p14:cNvPr>
              <p14:cNvContentPartPr/>
              <p14:nvPr/>
            </p14:nvContentPartPr>
            <p14:xfrm>
              <a:off x="6051600" y="5668200"/>
              <a:ext cx="1645200" cy="262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A5F9B4-3519-4A66-AE38-5202B50347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42240" y="5658840"/>
                <a:ext cx="166392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26F85F-5614-4A56-86FE-63778E743050}"/>
                  </a:ext>
                </a:extLst>
              </p14:cNvPr>
              <p14:cNvContentPartPr/>
              <p14:nvPr/>
            </p14:nvContentPartPr>
            <p14:xfrm>
              <a:off x="4189680" y="1214640"/>
              <a:ext cx="7726680" cy="468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26F85F-5614-4A56-86FE-63778E7430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80320" y="1205280"/>
                <a:ext cx="7745400" cy="470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4F558-21C2-4578-B835-EB0BDD7E6F5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CD805B-D940-401F-88A8-22DF28486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5795"/>
            <a:ext cx="4010585" cy="4124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EC502-E1DF-4310-842B-6E5E46AB4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498" y="1185796"/>
            <a:ext cx="4969116" cy="4188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9F2FA9-25DB-40F4-ACD3-271FD0E14754}"/>
              </a:ext>
            </a:extLst>
          </p:cNvPr>
          <p:cNvSpPr txBox="1"/>
          <p:nvPr/>
        </p:nvSpPr>
        <p:spPr>
          <a:xfrm>
            <a:off x="2498545" y="5968063"/>
            <a:ext cx="64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</a:t>
            </a:r>
            <a:r>
              <a:rPr lang="en-US" sz="1400" dirty="0"/>
              <a:t>CE Input-Output Characteristics of a typical p-n-p germanium transistor.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40169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0AB0A-5FB6-4323-AEE6-DCE5DCF6F81F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1F290CD-1DDD-4DBA-841F-ACC2148BB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1297" y="1075996"/>
          <a:ext cx="2046769" cy="196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939600" imgH="901440" progId="Equation.3">
                  <p:embed/>
                </p:oleObj>
              </mc:Choice>
              <mc:Fallback>
                <p:oleObj name="Equation" r:id="rId3" imgW="939600" imgH="9014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1F290CD-1DDD-4DBA-841F-ACC2148BB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297" y="1075996"/>
                        <a:ext cx="2046769" cy="196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ACA7F4-22D7-4291-98F6-47B305F394B0}"/>
                  </a:ext>
                </a:extLst>
              </p14:cNvPr>
              <p14:cNvContentPartPr/>
              <p14:nvPr/>
            </p14:nvContentPartPr>
            <p14:xfrm>
              <a:off x="509760" y="839160"/>
              <a:ext cx="11501280" cy="5670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ACA7F4-22D7-4291-98F6-47B305F394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0400" y="829800"/>
                <a:ext cx="11520000" cy="56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7D03CA-149D-4557-B30D-07564895C015}"/>
                  </a:ext>
                </a:extLst>
              </p14:cNvPr>
              <p14:cNvContentPartPr/>
              <p14:nvPr/>
            </p14:nvContentPartPr>
            <p14:xfrm>
              <a:off x="2482560" y="1029600"/>
              <a:ext cx="9156600" cy="509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77D03CA-149D-4557-B30D-07564895C0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3200" y="1020240"/>
                <a:ext cx="9175320" cy="51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617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D6419-35E8-4A4F-8567-A9FE437CC95A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DE555D3-7BC8-4A02-A01E-E0D6EFDE488A}"/>
              </a:ext>
            </a:extLst>
          </p:cNvPr>
          <p:cNvSpPr txBox="1">
            <a:spLocks noChangeArrowheads="1"/>
          </p:cNvSpPr>
          <p:nvPr/>
        </p:nvSpPr>
        <p:spPr>
          <a:xfrm>
            <a:off x="1288952" y="1372910"/>
            <a:ext cx="980080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en-US" dirty="0"/>
              <a:t>Current Gain: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800" u="sng" dirty="0"/>
              <a:t>α</a:t>
            </a:r>
            <a:r>
              <a:rPr lang="en-US" altLang="en-US" sz="2800" dirty="0"/>
              <a:t> is the fraction of </a:t>
            </a:r>
            <a:r>
              <a:rPr lang="en-US" altLang="en-US" sz="2800" u="sng" dirty="0"/>
              <a:t>electrons</a:t>
            </a:r>
            <a:r>
              <a:rPr lang="en-US" altLang="en-US" sz="2800" dirty="0"/>
              <a:t> that </a:t>
            </a:r>
            <a:r>
              <a:rPr lang="en-US" altLang="en-US" sz="2800" u="sng" dirty="0"/>
              <a:t>diffuse across</a:t>
            </a:r>
            <a:r>
              <a:rPr lang="en-US" altLang="en-US" sz="2800" dirty="0"/>
              <a:t> the narrow Base region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800" u="sng" dirty="0"/>
              <a:t>1- α</a:t>
            </a:r>
            <a:r>
              <a:rPr lang="en-US" altLang="en-US" sz="2800" dirty="0"/>
              <a:t> is the fraction of electrons that </a:t>
            </a:r>
            <a:r>
              <a:rPr lang="en-US" altLang="en-US" sz="2800" u="sng" dirty="0"/>
              <a:t>recombine with holes</a:t>
            </a:r>
            <a:r>
              <a:rPr lang="en-US" altLang="en-US" sz="2800" dirty="0"/>
              <a:t> in the Base region to create base current</a:t>
            </a:r>
          </a:p>
          <a:p>
            <a:pPr algn="just">
              <a:lnSpc>
                <a:spcPct val="80000"/>
              </a:lnSpc>
            </a:pPr>
            <a:r>
              <a:rPr lang="en-US" altLang="en-US" dirty="0"/>
              <a:t>The current Gain is expressed in terms of the </a:t>
            </a:r>
            <a:r>
              <a:rPr lang="en-US" altLang="en-US" b="1" u="sng" dirty="0">
                <a:solidFill>
                  <a:srgbClr val="FF0000"/>
                </a:solidFill>
              </a:rPr>
              <a:t>β</a:t>
            </a:r>
            <a:r>
              <a:rPr lang="en-US" altLang="en-US" u="sng" dirty="0"/>
              <a:t> (beta)</a:t>
            </a:r>
            <a:r>
              <a:rPr lang="en-US" altLang="en-US" dirty="0"/>
              <a:t> of the transistor (often called  </a:t>
            </a:r>
            <a:r>
              <a:rPr lang="en-US" altLang="en-US" dirty="0" err="1"/>
              <a:t>h</a:t>
            </a:r>
            <a:r>
              <a:rPr lang="en-US" altLang="en-US" baseline="-25000" dirty="0" err="1"/>
              <a:t>fe</a:t>
            </a:r>
            <a:r>
              <a:rPr lang="en-US" altLang="en-US" dirty="0"/>
              <a:t> by manufacturers).</a:t>
            </a:r>
          </a:p>
          <a:p>
            <a:pPr algn="just">
              <a:lnSpc>
                <a:spcPct val="80000"/>
              </a:lnSpc>
            </a:pPr>
            <a:r>
              <a:rPr lang="en-US" altLang="en-US" u="sng" dirty="0"/>
              <a:t>β (beta)</a:t>
            </a:r>
            <a:r>
              <a:rPr lang="en-US" altLang="en-US" dirty="0"/>
              <a:t> is Temperature and Voltage dependent. </a:t>
            </a:r>
          </a:p>
          <a:p>
            <a:pPr algn="just">
              <a:lnSpc>
                <a:spcPct val="80000"/>
              </a:lnSpc>
            </a:pPr>
            <a:r>
              <a:rPr lang="en-US" altLang="en-US" dirty="0"/>
              <a:t>It can vary a lot among transistors (common values for signal BJT: 20 - 200).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A652A6-9322-4805-8546-39803087EC3B}"/>
                  </a:ext>
                </a:extLst>
              </p14:cNvPr>
              <p14:cNvContentPartPr/>
              <p14:nvPr/>
            </p14:nvContentPartPr>
            <p14:xfrm>
              <a:off x="1620720" y="3948120"/>
              <a:ext cx="4600440" cy="1397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A652A6-9322-4805-8546-39803087EC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1360" y="3938760"/>
                <a:ext cx="4619160" cy="14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301ECE-A762-4518-B9C5-2883905D3798}"/>
                  </a:ext>
                </a:extLst>
              </p14:cNvPr>
              <p14:cNvContentPartPr/>
              <p14:nvPr/>
            </p14:nvContentPartPr>
            <p14:xfrm>
              <a:off x="3847320" y="2302560"/>
              <a:ext cx="4559400" cy="2260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301ECE-A762-4518-B9C5-2883905D37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7960" y="2293200"/>
                <a:ext cx="4578120" cy="22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952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88F89-681C-41C1-B98B-FEEE7A708C0A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A28412-DD25-4B08-BD22-3358191707D5}"/>
                  </a:ext>
                </a:extLst>
              </p14:cNvPr>
              <p14:cNvContentPartPr/>
              <p14:nvPr/>
            </p14:nvContentPartPr>
            <p14:xfrm>
              <a:off x="716760" y="1008720"/>
              <a:ext cx="11445120" cy="5485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A28412-DD25-4B08-BD22-3358191707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400" y="999360"/>
                <a:ext cx="11463840" cy="55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E2323A-3BDB-4743-9B6F-E4A21D58A536}"/>
                  </a:ext>
                </a:extLst>
              </p14:cNvPr>
              <p14:cNvContentPartPr/>
              <p14:nvPr/>
            </p14:nvContentPartPr>
            <p14:xfrm>
              <a:off x="5099040" y="2138400"/>
              <a:ext cx="6485400" cy="3859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E2323A-3BDB-4743-9B6F-E4A21D58A5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9680" y="2129040"/>
                <a:ext cx="6504120" cy="38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6271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21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A34DFF-6150-47D1-80B5-29D6DE022E82}"/>
                  </a:ext>
                </a:extLst>
              </p14:cNvPr>
              <p14:cNvContentPartPr/>
              <p14:nvPr/>
            </p14:nvContentPartPr>
            <p14:xfrm>
              <a:off x="3375360" y="1123560"/>
              <a:ext cx="1537920" cy="35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A34DFF-6150-47D1-80B5-29D6DE022E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6000" y="1114200"/>
                <a:ext cx="1556640" cy="3776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4E83239-FFED-4E23-B08E-0F80A3F0C920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2EB18D-A17F-46B3-839F-E3AB39625A0F}"/>
                  </a:ext>
                </a:extLst>
              </p14:cNvPr>
              <p14:cNvContentPartPr/>
              <p14:nvPr/>
            </p14:nvContentPartPr>
            <p14:xfrm>
              <a:off x="2019960" y="1575000"/>
              <a:ext cx="9730080" cy="3836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2EB18D-A17F-46B3-839F-E3AB39625A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0600" y="1565640"/>
                <a:ext cx="9748800" cy="385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706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9A227-4B22-43B1-A738-CCD3D4485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ECE 442 Power Electronics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E9055-A979-4FDF-8AE6-DD074CF2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AC25F-E698-4737-B9DC-D58C9182902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0E4D8A61-FFCB-4EE7-8DB1-DBAEF0C7C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105786"/>
            <a:ext cx="10515600" cy="584902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Transfer Characteristics</a:t>
            </a:r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8D0A82A3-C49F-4EA3-9DA6-C2DE8EE6C5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480" y="1690688"/>
            <a:ext cx="609600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E1649C-1138-4E57-9DC0-004DA8B6C658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A35A53-80DF-49F6-9204-513E43E7E0D2}"/>
                  </a:ext>
                </a:extLst>
              </p14:cNvPr>
              <p14:cNvContentPartPr/>
              <p14:nvPr/>
            </p14:nvContentPartPr>
            <p14:xfrm>
              <a:off x="942120" y="897840"/>
              <a:ext cx="10700280" cy="568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A35A53-80DF-49F6-9204-513E43E7E0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2760" y="888480"/>
                <a:ext cx="10719000" cy="57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17E54B-C237-4C35-8D50-92491160D827}"/>
                  </a:ext>
                </a:extLst>
              </p14:cNvPr>
              <p14:cNvContentPartPr/>
              <p14:nvPr/>
            </p14:nvContentPartPr>
            <p14:xfrm>
              <a:off x="119160" y="402120"/>
              <a:ext cx="10497240" cy="513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17E54B-C237-4C35-8D50-92491160D8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00" y="392760"/>
                <a:ext cx="10515960" cy="515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554C14-AF7B-4ACC-AA79-4975BF712B09}"/>
                  </a:ext>
                </a:extLst>
              </p14:cNvPr>
              <p14:cNvContentPartPr/>
              <p14:nvPr/>
            </p14:nvContentPartPr>
            <p14:xfrm>
              <a:off x="2746080" y="948600"/>
              <a:ext cx="9098280" cy="370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554C14-AF7B-4ACC-AA79-4975BF712B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6720" y="939240"/>
                <a:ext cx="9117000" cy="37195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EE195BC-2ABD-407B-91E3-8D057CAFAAF0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Emitter (CE)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1519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4D035-32D2-4883-882F-B544D40B46CA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Collector (CC)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Common Collector Configuration">
            <a:extLst>
              <a:ext uri="{FF2B5EF4-FFF2-40B4-BE49-F238E27FC236}">
                <a16:creationId xmlns:a16="http://schemas.microsoft.com/office/drawing/2014/main" id="{9C9E092B-912E-4723-A140-E192B07EA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226" y="1368721"/>
            <a:ext cx="3429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nsistor Characteristics | Electrical4U">
            <a:extLst>
              <a:ext uri="{FF2B5EF4-FFF2-40B4-BE49-F238E27FC236}">
                <a16:creationId xmlns:a16="http://schemas.microsoft.com/office/drawing/2014/main" id="{937151A2-3069-453C-A644-60FB9AF4E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953" y="1085698"/>
            <a:ext cx="37909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9ABE1D-B81E-43A2-AF11-D19170408557}"/>
                  </a:ext>
                </a:extLst>
              </p14:cNvPr>
              <p14:cNvContentPartPr/>
              <p14:nvPr/>
            </p14:nvContentPartPr>
            <p14:xfrm>
              <a:off x="25920" y="1054440"/>
              <a:ext cx="10099440" cy="5294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9ABE1D-B81E-43A2-AF11-D191704085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60" y="1045080"/>
                <a:ext cx="10118160" cy="53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B9B887-0156-4EF3-BF53-D6941ACF3AEF}"/>
                  </a:ext>
                </a:extLst>
              </p14:cNvPr>
              <p14:cNvContentPartPr/>
              <p14:nvPr/>
            </p14:nvContentPartPr>
            <p14:xfrm>
              <a:off x="57600" y="139320"/>
              <a:ext cx="6063480" cy="4484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B9B887-0156-4EF3-BF53-D6941ACF3A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240" y="129960"/>
                <a:ext cx="6082200" cy="450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086A6D-F40E-4833-917E-D04B988E556A}"/>
                  </a:ext>
                </a:extLst>
              </p14:cNvPr>
              <p14:cNvContentPartPr/>
              <p14:nvPr/>
            </p14:nvContentPartPr>
            <p14:xfrm>
              <a:off x="5268600" y="950040"/>
              <a:ext cx="4193640" cy="1991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086A6D-F40E-4833-917E-D04B988E55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59240" y="940680"/>
                <a:ext cx="4212360" cy="20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EBA3E7-D8DD-41E2-81D3-FAF952660496}"/>
                  </a:ext>
                </a:extLst>
              </p14:cNvPr>
              <p14:cNvContentPartPr/>
              <p14:nvPr/>
            </p14:nvContentPartPr>
            <p14:xfrm>
              <a:off x="4867920" y="5343480"/>
              <a:ext cx="835920" cy="169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EBA3E7-D8DD-41E2-81D3-FAF9526604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58560" y="5334120"/>
                <a:ext cx="854640" cy="18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470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238E56-0830-491B-9FFA-CE21EA22F353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Common Collector (CC) Configuration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122" name="Picture 2" descr="Common collector configuration of transistor [detailed explanation] –  pnpntransistor">
            <a:extLst>
              <a:ext uri="{FF2B5EF4-FFF2-40B4-BE49-F238E27FC236}">
                <a16:creationId xmlns:a16="http://schemas.microsoft.com/office/drawing/2014/main" id="{6F10B201-A7CC-4A6C-A610-CA4ABD993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267" y="1268973"/>
            <a:ext cx="5338533" cy="432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0AC775-9FAB-4DAA-9373-701D6967F433}"/>
                  </a:ext>
                </a:extLst>
              </p14:cNvPr>
              <p14:cNvContentPartPr/>
              <p14:nvPr/>
            </p14:nvContentPartPr>
            <p14:xfrm>
              <a:off x="873360" y="1107720"/>
              <a:ext cx="10167120" cy="4730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0AC775-9FAB-4DAA-9373-701D6967F4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000" y="1098360"/>
                <a:ext cx="10185840" cy="47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3533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9BE28-8B50-44BE-A808-C7653B1FBD2D}" type="datetime1">
              <a:rPr lang="en-IN" smtClean="0"/>
              <a:pPr/>
              <a:t>10-02-2022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3DB5B-14CC-4C25-BDA6-B26DD7C1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417EA-98ED-4AC9-B6F6-2251146238E9}"/>
              </a:ext>
            </a:extLst>
          </p:cNvPr>
          <p:cNvSpPr/>
          <p:nvPr/>
        </p:nvSpPr>
        <p:spPr>
          <a:xfrm>
            <a:off x="1288953" y="215388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Comparison of CB, CE and CC Configureations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21BE7D-3D4B-4CEB-8ED5-EAE1F4ADD2D7}"/>
                  </a:ext>
                </a:extLst>
              </p14:cNvPr>
              <p14:cNvContentPartPr/>
              <p14:nvPr/>
            </p14:nvContentPartPr>
            <p14:xfrm>
              <a:off x="5559840" y="4215240"/>
              <a:ext cx="3139560" cy="51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21BE7D-3D4B-4CEB-8ED5-EAE1F4ADD2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50480" y="4205880"/>
                <a:ext cx="315828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C70763-8B9A-45FA-802A-0629C800ADDF}"/>
                  </a:ext>
                </a:extLst>
              </p14:cNvPr>
              <p14:cNvContentPartPr/>
              <p14:nvPr/>
            </p14:nvContentPartPr>
            <p14:xfrm>
              <a:off x="163800" y="1729800"/>
              <a:ext cx="12021120" cy="4522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C70763-8B9A-45FA-802A-0629C800AD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440" y="1720440"/>
                <a:ext cx="12039840" cy="45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AF7A21-4D30-4F98-9B4A-C2AA84D5F85C}"/>
                  </a:ext>
                </a:extLst>
              </p14:cNvPr>
              <p14:cNvContentPartPr/>
              <p14:nvPr/>
            </p14:nvContentPartPr>
            <p14:xfrm>
              <a:off x="6640920" y="4912560"/>
              <a:ext cx="776880" cy="518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AF7A21-4D30-4F98-9B4A-C2AA84D5F8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1560" y="4903200"/>
                <a:ext cx="795600" cy="5374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electronic devices and circuits lab viva questions part3 Bipolar Junction  Transistor ~ ECE School">
            <a:extLst>
              <a:ext uri="{FF2B5EF4-FFF2-40B4-BE49-F238E27FC236}">
                <a16:creationId xmlns:a16="http://schemas.microsoft.com/office/drawing/2014/main" id="{11112E2B-DC63-4E88-BC10-E313F5E29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407" y="1553758"/>
            <a:ext cx="6384407" cy="318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0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C34FDA-8457-493E-A0B4-979CA17F2737}"/>
</file>

<file path=customXml/itemProps2.xml><?xml version="1.0" encoding="utf-8"?>
<ds:datastoreItem xmlns:ds="http://schemas.openxmlformats.org/officeDocument/2006/customXml" ds:itemID="{C09FC9C6-271C-49B0-8D5E-C669A2517EAB}"/>
</file>

<file path=customXml/itemProps3.xml><?xml version="1.0" encoding="utf-8"?>
<ds:datastoreItem xmlns:ds="http://schemas.openxmlformats.org/officeDocument/2006/customXml" ds:itemID="{2D6EDFE8-4E87-4B12-9286-77748F75D11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Widescreen</PresentationFormat>
  <Paragraphs>129</Paragraphs>
  <Slides>26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Common-Emitter NPN Transistor</vt:lpstr>
      <vt:lpstr>Input Characteristics</vt:lpstr>
      <vt:lpstr>Output 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Transfer Characteristics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2022-02-10T04:31:09Z</dcterms:created>
  <dcterms:modified xsi:type="dcterms:W3CDTF">2022-02-10T04:31:49Z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