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4.xml" ContentType="application/inkml+xml"/>
  <Override PartName="/ppt/ink/ink9.xml" ContentType="application/inkml+xml"/>
  <Override PartName="/ppt/ink/ink11.xml" ContentType="application/inkml+xml"/>
  <Override PartName="/ppt/ink/ink8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10.xml" ContentType="application/inkml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ink/ink20.xml" ContentType="application/inkml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708" r:id="rId2"/>
    <p:sldId id="709" r:id="rId3"/>
    <p:sldId id="710" r:id="rId4"/>
    <p:sldId id="741" r:id="rId5"/>
    <p:sldId id="711" r:id="rId6"/>
    <p:sldId id="712" r:id="rId7"/>
    <p:sldId id="713" r:id="rId8"/>
    <p:sldId id="714" r:id="rId9"/>
    <p:sldId id="715" r:id="rId10"/>
    <p:sldId id="716" r:id="rId11"/>
    <p:sldId id="717" r:id="rId12"/>
    <p:sldId id="718" r:id="rId13"/>
    <p:sldId id="742" r:id="rId14"/>
    <p:sldId id="719" r:id="rId15"/>
    <p:sldId id="720" r:id="rId16"/>
    <p:sldId id="721" r:id="rId17"/>
    <p:sldId id="722" r:id="rId18"/>
    <p:sldId id="723" r:id="rId19"/>
    <p:sldId id="724" r:id="rId20"/>
    <p:sldId id="725" r:id="rId21"/>
    <p:sldId id="726" r:id="rId22"/>
    <p:sldId id="72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openxmlformats.org/officeDocument/2006/relationships/customXml" Target="../customXml/item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31T07:21:04.6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7114 9709 23 0,'0'0'30'0,"0"0"-3"0,0 0 7 15,0 0 0-15,0 0-2 0,0 0-4 0,0 0 4 16,0 0-5-16,0 0 1 0,0 0-2 0,0 0 8 0,0 0-10 16,0 0-6-16,0 0-1 0,0 0-1 0,0 0 1 15,0 0-6-15,0 0 6 0,0 0-8 0,0 0 2 16,0 0 1-16,0 0 0 0,0 0-7 0,0 0 1 15,0 0 2-15,0 0-3 0,0 0 1 16,0 0 2-16,0 0 2 0,0 0 5 0,0 0 0 0,0 0 4 16,0 0-2-16,0 0 0 0,0 0 4 0,0 0-4 15,0 0-5-15,0 0 2 0,0 0-2 0,0 0 8 16,0 0-3-16,0 0 5 0,0 0 1 16,0 0-12-16,0 0 6 0,0 0-3 0,0 0 1 15,0 0-1-15,0 0 2 0,0 0-5 0,0 0-2 0,0 0-4 16,0 0 2-16,0 0-8 0,0 0-5 0,0 0-17 15,0 0-16-15,0 0-5 0,0 0-13 0,0 0-2 16,0 0-58-16,5 3-126 0,-5-3 56 16</inkml:trace>
  <inkml:trace contextRef="#ctx0" brushRef="#br0" timeOffset="9210.54">6892 14773 12 0,'0'0'39'0,"0"0"-7"16,0 0-1-16,0 0-4 0,0 0 1 0,0 0-7 16,-3 8-2-16,3-8 2 0,0 0-7 0,0 0-5 15,0 0 5-15,0 0-2 0,0 0 1 16,0 0-2-16,0 0 1 0,0 0 5 0,0 0-3 15,0 0-1-15,0 0-2 0,0 0 4 0,0 0 1 0,0 0-7 16,0 0-1-16,0 0 4 0,0 0 2 16,0 0-3-16,0 0 3 0,0 0-1 0,0 0-3 0,0 0 2 15,0 0 4-15,0 0-10 0,0 0 0 0,0 0-2 16,0 0 3-16,0 0-3 0,0 0 1 0,0 0 0 16,0 0 2-16,0 0-5 0,0 0 3 0,0 0-1 15,0 0-2-15,0 0-4 0,0 0 3 16,0 0 0-16,0 0-3 0,0 0 3 0,0 0-1 15,0 0 4-15,0 0 4 0,0 0-3 0,0 0-4 16,0 0 1-16,0 0-4 0,0 0 4 0,0 0-1 0,0 0 1 16,0 0 0-16,0 0-1 0,0 0-1 0,0 0 11 15,0 0-11-15,0 0 0 0,0 0-3 16,0 0 3-16,0 0-2 0,0 0 10 0,0 0-11 16,0 0 3-16,0 0-2 0,0 0 4 0,0 0-4 15,0 0 0-15,0 0 3 0,0 0 2 0,0 0-3 16,0 0 0-16,0 0 3 0,0 0-6 0,0 0-1 15,0 0 5-15,0 0-3 0,0 0 4 0,0 0-4 16,0 0 7-16,0 0-6 0,0 0 2 0,0 0-1 16,0 0-1-16,0 0 2 0,0 0 2 0,0 0-4 15,0 0-1-15,0 0 2 0,0 0 3 0,0 0-3 16,0 0-2-16,0 0 0 0,0 0 3 0,0 0-3 16,0 0-1-16,0 0-13 0,0 0 1 0,0 0-11 15,0 0-10-15,0 0-6 0,0 0-38 0,0 0-84 16,0 0 37-16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24T07:03:52.4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9758 9705 26 0,'0'0'24'0,"0"0"-2"16,0 0-2-16,0 0-3 0,0 0-2 0,0 0 1 15,0 0 2-15,0 0-6 0,0 0-7 0,0 0 6 16,0 0-6-16,0 0-3 0,0 0-2 0,0 0-2 16,0 0-8-16,0 0-21 0,0 0-32 0,0 0 14 15</inkml:trace>
  <inkml:trace contextRef="#ctx0" brushRef="#br0" timeOffset="5031.7">7375 9642 11 0,'0'0'47'0,"0"0"-6"0,0 0-5 16,0 0-5-16,0 0 0 0,0 0-9 0,0 0-5 15,0 0-1-15,0 0-8 0,0 0-7 0,0 0-3 16,0 0-1-16,0 0-6 0,0 0-4 0,0 0-26 15,0 0-43-15,0 0 19 0</inkml:trace>
  <inkml:trace contextRef="#ctx0" brushRef="#br0" timeOffset="13434.06">20928 9167 36 0,'0'0'33'0,"0"0"-5"16,0 0 2-16,0 0-7 0,0 0 2 0,0 0-9 15,0 0-2-15,0 0-1 0,0 0-4 0,0 0-8 16,0 0-2-16,0 0-15 0,0 0-20 0,0 0-38 16,0 0 18-16</inkml:trace>
  <inkml:trace contextRef="#ctx0" brushRef="#br0" timeOffset="26917.92">22684 11171 68 0,'-3'-9'162'0,"3"9"-1"0,0 0-6 0,0-10-4 0,0 10-9 16,0 0-6-16,0 0-13 0,0 0-5 0,0 0-14 15,-2-7-1-15,2 7-18 0,0 0-10 16,0 0-4-16,0 0-9 0,0 0-5 0,0 0-7 16,0 0-6-16,0 0-5 0,0 0-3 0,18 10 0 0,-7-8-9 15,11-5 4-15,6-4-19 0,8-8-22 0,17-10-37 16,25-24-43-16,2-2-43 0,-4-2-162 15,0-6-319-15,-5-3 140 0</inkml:trace>
  <inkml:trace contextRef="#ctx0" brushRef="#br0" timeOffset="36263.91">7140 14677 32 0,'0'0'27'0,"0"0"-2"0,0 0-9 16,0 0 3-16,0 0-1 0,0 0-2 0,0 0-1 15,0 0-7-15,0 0 1 0,0 0 0 16,0 0 5-16,0 0-6 0,0 0 3 0,0 0-5 0,0 0-6 16,0 0 2-16,0 0 5 0,0 0-5 0,0 0-2 15,0 0 6-15,0 0-6 0,0 0 20 0,0 0-16 16,0 0-2-16,0 0-5 0,0 0-2 0,0 0 8 15,0 0-1-15,0 0 0 0,0 0-3 0,0 0 0 16,0 0 0-16,0 0 0 0,0 0 3 16,0 0-6-16,0 0 4 0,0 0 1 0,0 0-9 0,0 0 11 15,0 0-4-15,0 0 1 0,0 0-4 0,0 0 0 16,0 0 4-16,0 0-3 0,0 0 3 0,0 0 3 16,0 0-3-16,0 0 0 0,0 0-4 0,0 0 4 15,0 0 7-15,0 0-8 0,0 0-1 0,0 0 1 16,0 0 2-16,0 0 2 0,0 0-3 15,0 0-2-15,0 0 5 0,0 0-2 0,0 0-3 0,0 0 3 16,0 0 2-16,0 0-6 0,0 0 3 0,0 0 3 16,0 0-4-16,0 0 4 0,0 0-9 0,0 0 5 15,0 0-1-15,0 0 6 0,0 0-3 16,0 0-1-16,0 0-4 0,0 0 3 0,0 0 3 16,0 0-4-16,0 0 3 0,0 0-2 0,0 0 2 15,0 0-2-15,0 0 0 0,0 0-1 0,0 0 5 0,0 0-3 16,0 0 1-16,0 0-1 0,0 0 2 0,0 0 0 15,0 0-6-15,0 0 5 0,0 0-7 0,0 0 5 16,0 0-1-16,0 0 7 0,0 0-6 0,0 0 1 16,0 0-3-16,0 0 4 0,0 0 0 0,0 0-6 15,0 0 8-15,0 0-1 0,0 0 0 16,0 0-4-16,0 0 3 0,0 0-1 0,0 0-2 16,0 0 4-16,0 0-2 0,0 0 3 0,0 0 0 0,0 0-4 15,0 0 0-15,0 0 3 0,0 0-1 0,0 0-5 16,0 0 3-16,0 0 1 0,0 0-1 15,0 0 0-15,0 0-2 0,0 0 5 0,0 0-4 16,0 0 0-16,0 0 7 0,0 0-7 0,0 0 3 16,0 0 0-16,0 0-4 0,0 0 4 0,0 0-5 15,0 0 7-15,0 0-15 0,0 0 11 0,0 0-3 0,0 0-4 16,0 0 2-16,0 0-5 0,0 0 2 16,0 0-8-16,0 0 5 0,0 0-2 0,0 0 0 0,0 0 3 15,0 0 0-15,0 0-9 0,0 0-22 16,0 0 9-16</inkml:trace>
  <inkml:trace contextRef="#ctx0" brushRef="#br0" timeOffset="43697.95">8856 15365 7 0,'0'0'16'16,"0"0"2"-16,0 0 0 0,0 0-1 0,0 0-5 15,0 0 6-15,0 0-5 0,0 0-8 0,0 0 3 16,0 0 1-16,0 0-1 0,0 0-3 0,0 0-7 16,0 0-6-16,0 0-1 0,0 0-14 0,0 0-24 15,0 0 11-15</inkml:trace>
  <inkml:trace contextRef="#ctx0" brushRef="#br0" timeOffset="44950.47">9873 14650 78 0,'-3'-6'124'0,"3"6"-18"0,0 0 2 16,0 0-15-16,0 0-11 0,-3-7-4 0,3 7-6 15,0 0-7-15,0 0-14 0,0 0 1 0,0 0-10 16,0 0 0-16,0 0-8 0,0 0-6 0,0 0-2 15,0 0-1-15,0 0-3 0,0 0-5 0,5-11 2 16,0 8 6-16,0-3-7 0,3-4-16 0,11-13-47 16,2-3-30-16,14-19-12 0,11-25-80 15,-5-4-182-15,1-9 81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31T07:25:18.9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540 6082 59 0,'0'0'188'0,"0"0"-12"0,-9-41-10 15,9 41-4-15,0 0-43 0,0 0-1 0,-9-32-15 16,9 32-1-16,0 0-2 0,0 0-2 0,0 0 0 15,-11-28 5-15,11 28-15 0,0 0-10 0,0 0-12 16,0 0-6-16,0 0-10 0,0 0 0 0,0 0-4 16,0 0-5-16,0 0-7 0,0 0 0 0,0 0 3 15,0 0-5-15,0 0-1 0,0 0-4 0,-10 96-2 16,10-96 4-16,-4 52-3 0,4-24 0 16,0-28 0-16,-5 58-8 0,5-31 1 0,0-27-2 0,-4 54 3 15,4-54-5-15,-2 46 2 0,2-46-6 16,0 43 4-16,0-43-5 0,2 38 3 0,-2-38-1 15,0 34-3-15,0-34-1 0,0 36-6 0,0-36-26 0,0 0-27 16,0 38-32-16,0-38-26 0,0 0-35 0,0 0-25 16,-6 39-28-16,6-39-105 0,0 0-326 0,0 0 145 15</inkml:trace>
  <inkml:trace contextRef="#ctx0" brushRef="#br0" timeOffset="307.58">438 6043 12 0,'0'0'161'0,"0"0"-13"16,61-12 5-16,-61 12-9 0,43 6-16 0,-43-6-5 16,54 18-13-16,-25-6 0 0,-4 4-12 0,2 1 10 15,-3 2-6-15,-2 3-10 0,-1 1-5 0,0-2-11 16,-4 1-8-16,1 0-4 0,-5 3-3 0,-3-1-6 15,-1 0-9-15,-3 1-1 0,-3-6-4 0,-2 1-4 16,-2-1-3-16,-4 6-1 0,5-25-4 0,-15 42-3 16,3-21 3-16,12-21-12 0,-29 37 4 0,16-24-2 15,-10 4-4-15,23-17 3 0,-40 25 0 0,19-16-8 16,21-9 2-16,-38 13-3 0,38-13-9 0,-40 10-31 16,40-10-28-16,-31 5-30 0,31-5-42 0,0 0-33 15,0 0-151-15,-48-6-340 0,48 6 151 0</inkml:trace>
  <inkml:trace contextRef="#ctx0" brushRef="#br0" timeOffset="1483.73">895 6250 95 0,'12'3'161'0,"1"1"-6"0,1 6-3 0,1-1-5 15,-2 1-6-15,-2 0-6 0,1 5-12 16,-2-2-5-16,-2-5-11 0,2 5-10 0,-3 2-11 16,-1-5-8-16,-3 0-6 0,-1 1-9 0,3 0-3 15,-4 0-6-15,-1-1-1 0,-1 2-2 0,-4-2-10 16,1-1 0-16,-3-2-12 0,1 1 1 0,1-3-1 16,-4 0 0-16,2-2 0 0,0 1-8 0,7-4 1 15,-14 0-5-15,14 0 3 0,-13 0 1 0,7-5-5 16,6 5-1-16,-8-13-7 0,8 6-4 0,0-2-1 15,3-2-6-15,2-3 2 0,4-1-3 0,5-1-9 16,3-7-3-16,3 0 2 0,3 2 0 0,1 2-2 16,-1-2 6-16,2 2-1 0,0 3-2 0,-4 0 6 15,2 0 0-15,-7 5 3 0,-2-1-2 0,0 1 5 16,-4 2-6-16,2-3 5 0,-3 4 4 0,0 3 2 16,-3 1 11-16,-6 4 2 0,9-8 6 0,-9 8-1 15,9-5-4-15,-9 5 6 0,0 0-13 16,0 0 5-16,0 0-9 0,0 0 5 0,0 0-4 15,0 0 4-15,0 0-2 0,-18 40-1 0,11-24-2 0,-1 2-1 16,-1 5 6-16,4-7-3 0,1 1-2 0,0-2 2 16,1-4-2-16,3 2 4 0,0 0 1 0,2 3-4 15,-1-6 1-15,3 1-2 0,0-3 1 16,1 1-2-16,0-3 5 0,5-1-2 0,-3-2 0 16,2 1 1-16,5-4-3 0,-14 0 1 0,23-2 0 15,-12-1-1-15,1 0 3 0,2-3 3 0,-5 1-2 16,2-1 3-16,1-3 5 0,-2 2 6 0,-5-2-2 15,5-1 0-15,-3-1-2 0,-3 1 0 0,0-1-4 16,1 0 1-16,-3-1-1 0,-1 1 0 0,-1-1 1 16,0 12-4-16,0-22-1 0,0 13 0 0,0 9 8 15,0-12-4-15,0 12 2 0,0 0-4 0,-1-13-7 16,1 13 1-16,0 0-3 0,0 0-1 0,0 0-3 16,0 0 1-16,0 0 5 0,0 0-3 0,-7 34-5 15,5-19 1-15,2-4 0 0,0 5-1 0,0-3 2 16,2 0-2-16,0-1 2 0,1-1 0 0,-1 1 0 15,2-3-1-15,1-1 4 0,-5-8-1 0,7 12 1 16,0-5-2-16,-7-7 2 0,14 5 4 16,-4-2-4-16,-10-3 2 0,25-4-1 0,-14 2 1 0,2-3-1 15,3-2 5-15,-1-2-8 0,1 0 5 0,-2-2-3 16,2 0 0-16,-5-3 0 0,0 5 0 0,1-4 1 16,-4 3 1-16,2-3 0 0,-4 3 0 0,-1-1-5 15,2-1 6-15,-5 1 1 0,-2 11 3 0,4-22-2 16,-1 13 4-16,-3 9-9 0,0 0 3 0,0-18-3 15,0 18-4-15,0 0-3 0,2-12 1 16,-2 12 1-16,0 0-1 0,0 0 4 0,0 0-9 16,0 0 5-16,0 0 2 0,0 0-4 0,-2 46 4 15,-1-36-3-15,6 1 0 0,-3 0 2 0,4-2 2 0,-4-9-3 16,3 14 2-16,1-4 1 0,-2-4-1 0,-2-6 0 16,9 11 1-16,-5-7-2 0,-4-4 2 0,12 5 0 15,-4-2-1-15,-8-3 2 0,14-3 0 16,-14 3 0-16,22-5 2 0,-13 0 1 0,3-1 0 15,-3-1-1-15,4 1 1 0,-4-3-1 0,-2 1-4 16,3-1 0-16,-4 3 3 0,3-2-3 0,-3-2 1 16,0 1 1-16,1 0-1 0,-1 1-1 0,0-1 1 15,-3 4 7-15,-3 5-12 0,6-13 3 0,-6 13-3 16,6-5-2-16,-6 5-1 0,0 0-2 0,0 0 5 16,8-5 3-16,-8 5-10 0,0 0 7 0,0 0-7 15,0 0 2-15,9 19 5 0,-9-19-3 0,1 8 3 16,-1-8-1-16,1 10 0 0,-1-10 1 0,1 11 0 15,-1-11 4-15,0 0 1 0,6 6-5 0,-6-6 12 16,0 0-10-16,0 0 2 0,0 0 1 0,6 6 4 16,-6-6-3-16,0 0-5 0,0 0 2 0,0 0 1 15,0 0-1-15,0 0-2 0,24-9 2 0,-24 9 3 16,14-7-5-16,-6 5 1 0,-8 2 1 16,13-2 9-16,-13 2-13 0,16 0-1 0,-16 0 0 0,21 2-1 15,-15 2 1-15,2 3 2 0,1-1-1 0,-2 2-1 16,0 1-2-16,0-2 0 0,0 4-18 0,-2-2-23 15,1 2-20-15,-2 0-37 0,-4-11-40 0,4 20-55 16,-3-10-54-16,-1-10-134 0,-5 21-420 0,0-11 186 16</inkml:trace>
  <inkml:trace contextRef="#ctx0" brushRef="#br0" timeOffset="1683.73">1600 6013 2131 0,'-13'-24'26'0,"-1"2"-1"0,5 5 16 15,1 3-1-15,2 5 2 0,1-3-11 0,1 6-11 16,0-1 0-16,1 0-9 0,3 7-5 0,-5-8-26 16,5 8-17-16,0 0-19 0,0 0-38 0,0 0-53 15,0 0-43-15,27 15-119 0,-15-4-333 0,2 1 147 0</inkml:trace>
  <inkml:trace contextRef="#ctx0" brushRef="#br0" timeOffset="3060.51">2524 6296 45 0,'0'0'214'0,"2"-8"-12"0,-2 8-18 16,7-10 4-16,-2 2-11 0,0 1-8 15,0-5-14-15,0 2-8 0,1 0-14 0,2-6-8 16,-2 5-7-16,1-5 4 0,-1 1-18 0,1-4-9 16,-2 3-8-16,1 1-4 0,-2 0-8 0,1-4-9 15,-4 3-5-15,1-1-7 0,-4 2-3 0,1-4-9 16,-3 2 0-16,-1 0-5 0,-1-1-3 0,-2 3-7 0,0 1-2 16,2 5 1-16,-4 0-3 0,1 0 0 15,-4 1-5-15,3 1-3 0,0 3-4 0,-2 2 1 16,1 0-3-16,-1 2 0 0,3 0-4 0,9 0 0 15,-18 1-2-15,13 0 2 0,5-1 0 0,-13 2-4 16,10 0-1-16,3-2 1 0,0 0 0 0,-4 8 0 16,4-8-3-16,0 0 2 0,24 8 9 0,-11-7-10 15,6 0 1-15,3-1 2 0,7 2-2 0,0-5 3 16,-2 4 28-16,-5-2-13 0,6 1 8 0,-6-1-5 16,0 3-1-16,-2 2-5 0,0 0-1 0,-4 4-4 15,-1-1 1-15,-2 3-3 0,1 2 1 0,-4 2-8 16,-2 1 7-16,1 2-2 0,-5-4 1 0,-2 7-1 15,2-2 2-15,0 0-3 0,-3-6-3 0,4 6 1 16,-1-2 2-16,-1-3 2 0,2-1-1 0,-2-2-4 16,1 0 1-16,2-2 2 0,-3-3 0 0,4 2-2 15,-2-4 2-15,2 1 2 0,4-4-8 0,-1 0-3 16,3 0 2-16,0-4-2 0,4-2-5 0,-1-2-1 16,2-3 0-16,-2 1-2 0,1-3-5 15,-4 1 7-15,-1-2-2 0,-1 1 4 0,-1 0 0 0,-1-1 0 16,-2-1 3-16,0-1-2 0,-1 0 2 0,-1-3 1 15,-1 1-7-15,-4-1 5 0,0 2 1 0,-1 0 2 16,0 6 0-16,-1-2-3 0,-1 4 5 0,-1 0-1 16,1 4 0-16,3 5-1 0,-4-13 1 0,2 10-4 15,2 3 2-15,0 0-1 0,-8-2-2 0,8 2 2 16,-11 12 1-16,4-2 1 0,2 1-1 0,-3 4 1 16,3 0 0-16,-1 2-2 0,5-1-1 0,-1-4 6 15,2 3 1-15,2-3 4 0,0 0 1 0,3-1 2 16,-1-1-2-16,4-1 2 0,-2-3-4 0,4 1 2 15,1 0 4-15,0-4-1 0,3-2-1 0,4-1-5 16,-4-1 3-16,5-5 0 0,2-2-2 0,-2 0-1 16,-1 0 1-16,0-1 1 0,-2 0-7 0,0-2 5 15,-2-2-1-15,-3 1 0 0,1-1-2 0,-3 0-2 16,-2 1 2-16,-2-2 1 0,1 2 2 0,-4-3-2 16,-2 2-1-16,0 2-1 0,1-1 2 0,-1 1 1 15,0 1-1-15,0 10 7 0,-2-11-3 0,2 11-4 16,0-9-7-16,0 9 1 0,0 0 2 0,0 0 0 15,0 0 0-15,0 0-3 0,0 0 4 16,1 36 1-16,-2-20 1 0,2 1 3 0,-1 2-9 0,-1-3 5 16,1-3-2-16,-1-2 7 0,2 5 4 0,-1-5 6 15,1 0-4-15,-1-11 1 0,0 14 1 0,0-14-10 16,1 9 10-16,-1-9 1 0,3 9 1 0,-3-9 1 16,0 0-1-16,0 0 6 0,0 11 3 0,0-11 0 15,0 0-3-15,0 0-10 0,0 0 12 0,0 0-2 16,20-14 0-16,-12 7-3 0,0 0-1 0,-1-2-4 15,1-1 6-15,0 1-10 0,3-4-4 0,-1 0 5 16,-1-1-3-16,0-1-1 0,3 2 4 0,-3-1-7 16,-1-1-10-16,-2 4 13 0,3 1-3 0,-5-1 2 15,1 4-1-15,-3 2 1 0,0-2 1 16,-2 7-2-16,5-7-2 0,-3 3 4 0,-2 4-5 16,0 0 2-16,0 0-7 0,5-6 0 0,-5 6 0 15,0 0 0-15,0 0-1 0,2 17 3 0,-4-6-2 0,4-1 0 16,-2 1 4-16,1 0-4 0,0 0 8 0,0-1-3 15,2-1-1-15,0 1 1 0,0 0-10 0,3-1 17 16,0-1-4-16,-2-2 0 0,3 1 0 0,0-3 3 16,1-2-1-16,3 0 2 0,1-2 1 15,0-2 0-15,2-4-10 0,2 0 4 0,-4 1 1 16,1-4 4-16,2 0 0 0,-5 2 1 0,1-5-6 0,-1 4 3 16,-3-1 1-16,-2 0 1 0,1-2-2 0,-2 3-2 15,-1-3 3-15,0 0-2 0,-1 2 3 16,-1-1 0-16,-1 1-6 0,1 2 4 0,-1 7-1 0,0-10-5 15,0 10 0-15,1-9-2 0,-1 9-1 16,0 0-3-16,0 0-1 0,0 0 4 0,0 0-1 16,0 0 2-16,0 0 1 0,-2 33 2 0,2-20-4 0,-1-1 0 15,-1 4-1-15,1-4 0 0,-1 2 7 16,0 1-6-16,2 1 3 0,-1-3-24 0,1 2-31 0,-1-2-34 16,-2 2-40-16,2-5-45 0,1 2-55 15,0-12-41-15,-3 18-170 0,3-18-478 0,-1 13 211 16</inkml:trace>
  <inkml:trace contextRef="#ctx0" brushRef="#br0" timeOffset="3227.9">3352 5715 74 0,'-6'-6'145'15,"6"6"-36"-15,0 0-30 0,0 0-49 0,0 0-50 16,0 0-50-16,0 0-76 0,0 0 35 0</inkml:trace>
  <inkml:trace contextRef="#ctx0" brushRef="#br0" timeOffset="3476.94">3846 5570 25 0,'4'-10'278'0,"-4"2"14"0,1 2-6 0,-1 6-5 0,0-11-2 16,0 11-36-16,0 0 3 0,0-11-22 0,0 11-33 16,0 0-13-16,0 0-26 0,0 0-12 0,0 0-16 15,7 22 5-15,-5-2-13 0,1 5-17 0,2 3-5 16,-4 3-16-16,0 2 6 0,1-1-3 0,-2 2-14 16,-2-3-3-16,1 0-6 0,1-2-11 15,-2-1 0-15,-1-1-4 0,2-1-9 0,2-9 1 16,-2 2-18-16,1-2-34 0,0 0-42 0,-1-5-44 15,2-1-46-15,-1-11-52 0,-1 20-52 0,-1-13-48 0,2-7-191 16,0 0-532-16,-9 12 235 0</inkml:trace>
  <inkml:trace contextRef="#ctx0" brushRef="#br0" timeOffset="3923.65">3756 5791 132 0,'20'-8'161'0,"4"-2"-11"0,-3 4-4 0,6-2-12 16,-2-1-7-16,-4 4-15 0,-1-1-6 0,-1 1-10 15,0 2-9-15,1-3-9 0,-1 2-4 0,-3 1-3 16,-2 0-10-16,-3 1-7 0,-1-1-7 0,-10 3-3 16,14-2-6-16,-14 2 4 0,0 0-6 0,10-2-3 15,-10 2-5-15,0 0-4 0,0 0 1 0,0 0 4 16,0 0 7-16,-8 28 9 0,1-15 4 0,-2 3 6 15,1 1 0-15,-1 0 3 0,2 0-5 0,2-2-7 16,-2 1-2-16,1-2-7 0,2-3 0 0,2 0-3 16,0 1-7-16,2-1 2 0,0-11-4 0,1 17 3 15,2-9-3-15,2-3-2 0,-5-5 0 0,10 8 2 16,-10-8-3-16,17 1-2 0,-17-1-1 0,23-5-3 16,-13 1 0-16,0-2-1 0,2-1 0 0,2-1 0 15,-6 0-5-15,3 0 3 0,-5-1-6 0,1-2 4 16,-2 1-5-16,-1-1 5 0,-2 0-1 0,2-1-1 15,-3 0-2-15,1 2 7 0,0 1 6 0,-2-1 3 16,0 10 1-16,-2-10 1 0,2 10-7 0,-3-7-3 16,3 7-2-16,0 0-6 0,0 0 2 0,0 0-5 15,0 0 3-15,0 0-1 0,0 0-1 0,1 39 3 16,3-22 0-16,-1-1-20 0,-1 1-50 0,1-2-51 16,-2 2-67-16,3-3-41 0,-1-3-201 0,-1 0-457 15,2 2 203-15</inkml:trace>
  <inkml:trace contextRef="#ctx0" brushRef="#br0" timeOffset="4139.62">4268 5854 69 0,'2'-16'229'0,"1"1"7"16,2 5 0-16,-2-1 2 0,1 4-1 0,-3-1-19 15,2 3-31-15,-3 5-14 0,5-8-20 0,1 4-9 16,-6 4-9-16,11 0-14 0,-11 0-6 0,15 7-10 15,-5-2-12-15,-3 2-10 0,1 3-5 0,2-1-9 16,-2-1-8-16,0 0-6 0,-2 2-10 0,3 1-34 16,-4-2-48-16,0 3-46 0,-1-1-50 0,1-1-65 15,-1-4-60-15,-4-6-139 0,6 16-431 16,-6-16 191-16</inkml:trace>
  <inkml:trace contextRef="#ctx0" brushRef="#br0" timeOffset="4551.07">4642 5624 24 0,'-2'-9'272'0,"-1"4"-5"0,3 5-22 0,-6-8-27 0,6 8-20 16,0 0-21-16,0 0-5 0,-15 13-6 16,4 3-3-16,3 1-17 0,-4 7-6 0,-1 3-13 15,4-4-7-15,0 1-11 0,4-4 10 0,1-1-12 16,4-2-4-16,2 0-12 0,-1-1-6 0,3 2-1 15,1-5-12-15,3-1-6 0,2-3-2 0,-1-1-10 16,4-1-1-16,-1-2-4 0,5-3 9 0,3-1-21 16,1-4-2-16,-2 1-3 0,1-4-3 0,2 2 0 15,-3-5-3-15,0-1-4 0,-4 1 0 0,1-4-3 16,1 2 1-16,-5-1-5 0,0-1-2 0,-2-1-3 16,0 1 2-16,-4 2-3 0,-4-1-11 0,2 0 13 0,1-3-14 15,-4-2-5-15,-1 1 1 0,0 4-9 16,-1-3 13-16,0 3-3 0,-2 3-2 0,3 9-3 15,-6-13 1-15,1 8 0 0,0 3-2 0,5 2 2 16,-18 3 3-16,6 2-1 0,-2 4 1 0,1 4-2 16,-1 1-3-16,2 1 4 0,1 1 3 0,-3 7 1 15,4-6-1-15,4 0 1 0,-1 0-1 0,2-1 2 0,5 0-17 16,-1-3-41-16,2-1-43 0,2 5-27 0,-1-7-68 16,7-1-48-16,0-3-44 0,0-1-152 15,3-1-479-15,0-1 212 0</inkml:trace>
  <inkml:trace contextRef="#ctx0" brushRef="#br0" timeOffset="4735.22">5029 5669 160 0,'1'-8'293'0,"-1"8"-15"15,0 0-27-15,0 0-25 0,0 0-21 0,0 0-22 16,0 0-14-16,0 0-19 0,0 0-14 0,0 0-14 15,0 0-10-15,-12 28-24 0,11-16-53 0,1-12-76 16,-3 18-100-16,3-8-230 0,0-10-403 0,-2 20 179 16</inkml:trace>
  <inkml:trace contextRef="#ctx0" brushRef="#br0" timeOffset="4867.1">5048 5859 157 0,'0'0'108'0,"0"0"-62"0,14-8-99 16,-14 8-55-16,12-14 25 0</inkml:trace>
  <inkml:trace contextRef="#ctx0" brushRef="#br0" timeOffset="5020.78">5305 5681 242 0,'0'0'273'0,"0"0"-30"0,0 0-25 16,5-5-24-16,-5 5-33 0,0 0-45 0,0 0-63 15,0 0-73-15,0 0-81 0,0 0-130 0,-20 13-248 16,20-13 110-16</inkml:trace>
  <inkml:trace contextRef="#ctx0" brushRef="#br0" timeOffset="5458.89">1688 6946 71 0,'-12'-1'203'15,"1"1"-9"-15,11 0-4 0,-9 0-12 0,9 0-23 16,0 0-14-16,0 0-12 0,0 0-8 0,38-18-5 0,2 13-3 16,46-20-6-16,9-2-3 0,14 0-12 15,-1-1-5-15,9 1-10 0,9-5-1 0,2 4-10 16,5 0-3-16,5 2-6 0,-1 1-4 0,0-4-9 15,-4 4 0-15,-1 0-5 0,1 2-2 0,-1-1-4 16,-9-2-5-16,6 4-1 0,-16 1 0 0,-8-4-5 16,4 2-2-16,-6-1-2 0,-9 2 1 0,-6 3-5 15,-25 3-2-15,-3 2 4 0,-2-5-2 0,-1 4-3 16,-9-1-1-16,-12 5 3 0,-7-1-2 0,-3 5 4 16,-6-1-8-16,-2 2 0 0,-6 1 3 0,-2 2-2 15,1-1-2-15,-11 4-15 0,0 0-27 0,0 0-47 16,0 0-44-16,0 0-48 0,0 0-42 0,-42 2-160 15,12 4-407-15,-18 9 180 0</inkml:trace>
  <inkml:trace contextRef="#ctx0" brushRef="#br0" timeOffset="6187.77">221 8586 171 0,'0'0'248'0,"0"0"5"16,0 0-27-16,0 0-4 0,0 0-4 0,0 0-7 15,0 0-9-15,0 0-11 0,0 0-14 0,0 0-16 16,0 0-13-16,0 0-20 0,-30-43-10 0,30 43-16 15,0 0-6-15,21-57-9 0,-8 30-8 0,-1-1-11 16,5 0-3-16,-1 0-9 0,0-1-2 0,-2 0-6 0,3 3-4 16,-5-2-7-16,-1 0-3 0,0 2-4 15,-2-4-1-15,0 2-4 0,-9 28-6 0,9-58 5 16,-5 30-3-16,1-2-9 0,-5 30 4 0,-3-61-5 16,1 35-1-16,2 26 1 0,-6-48-6 0,6 48 6 15,-7-29-5-15,7 29-2 0,-9-25 0 0,9 25-1 16,0 0-3-16,-16-22 2 0,16 22-9 0,0 0 2 15,0 0 10-15,0 0-14 0,-61 14 3 0,61-14 4 16,-35 33-1-16,19-12-1 0,0-1 8 0,5 4-8 16,11-24 2-16,-14 35 0 0,14-35-1 0,0 31 7 15,0-31-5-15,0 0-7 0,19 43 3 0,-19-43 2 16,27 23-3-16,-8-12 5 0,-19-11-2 0,50 16-2 16,-23-10-1-16,-27-6 3 0,59 8-5 0,-32-3-1 15,2-1 4-15,-29-4-1 0,49 7 3 0,-49-7-3 16,40 8 2-16,-40-8 6 0,37 9-11 0,-37-9 6 15,26 15-4-15,-26-15 3 0,25 19 1 16,-25-19-4-16,25 25 4 0,-25-25-2 0,22 27 5 0,-22-27-4 16,16 28 6-16,-16-28-4 0,9 26 2 0,-9-26-1 15,0 0-4-15,11 33 2 0,-11-33 3 0,0 0 0 16,5 36-10-16,-5-36-27 0,0 0-28 0,4 34-25 16,-4-34-36-16,0 0-39 0,8 29-34 0,-8-29-35 15,0 0-20-15,0 0-137 0,10 24-421 0,-10-24 187 16</inkml:trace>
  <inkml:trace contextRef="#ctx0" brushRef="#br0" timeOffset="6663.18">999 8261 149 0,'0'-8'240'0,"-3"-3"3"0,0 5-11 15,-1-1-15-15,-3 0 0 0,0-1-3 0,-2 4-8 16,1 0-16-16,-1 1-22 0,0 1-18 0,-3 2-13 15,1 2-8-15,11-2-18 0,-20 9-11 0,9-2-10 16,-1 5-11-16,12-12-9 0,0 0-6 0,-31 47-4 16,31-47-7-16,-12 29-7 0,12-29-1 0,-4 28-4 15,6-16-1-15,0-1-7 0,1 2-2 0,5 1-4 16,-2-2 0-16,0-3 0 0,1 2-4 0,2-5-6 16,2 0 1-16,-2-2 0 0,2-4-4 0,-1 5 2 15,-10-5-4-15,23-5 1 0,-12 3 1 0,-3-5-5 16,1 0 2-16,2-1-5 0,-4-4 2 0,4-2-2 15,-3 0-2-15,-2-2-1 0,3-2 1 0,-5 3 1 16,0-2-2-16,0-8 3 0,-3 0-3 0,-1 4-2 16,2-5 3-16,0 1-6 0,-6-2-1 15,4 8 0-15,-2-7 6 0,0 6-2 0,-1-1 10 0,1 5-1 16,0 1 9-16,-1 2-3 0,0 4 8 0,3 9 1 16,-3-15-1-16,1 8-11 0,2 7 1 0,-2-7-4 15,2 7-2-15,0 0-4 0,0 0-2 0,0 0 3 16,0 32 0-16,-3-13-1 0,6 8 2 0,-3 0 5 15,0 4-5-15,0-2 3 0,0 2-6 0,0-3 3 16,2-2 11-16,-2 3-10 0,2 1-5 0,0-5 3 16,-1 4 3-16,2 0-5 0,-2-4-1 15,1 1 3-15,-2-1 0 0,2 0-25 0,-2-7-33 0,0 2-49 16,2-5-45-16,-4 1-57 0,2-6-64 16,0 3-257-16,0-13-567 0,2 20 251 0</inkml:trace>
  <inkml:trace contextRef="#ctx0" brushRef="#br0" timeOffset="6871.69">1399 8265 66 0,'8'-6'230'0,"-2"3"-17"0,-1 1-11 16,-5 2-18-16,13-8-22 0,1 3-17 0,-4 0-14 15,3 2-12-15,-2 2-20 0,1-2-32 0,1 2-52 16,-2 1-50-16,-3 0-49 0,-8 0-36 0,14 3-113 16,-10-2-251-16,-4-1 111 0</inkml:trace>
  <inkml:trace contextRef="#ctx0" brushRef="#br0" timeOffset="7021.95">1453 8329 215 0,'-8'6'224'0,"8"-6"1"0,0 0-8 0,0 0-10 15,-5 3-19-15,5-3-17 0,0 0-8 0,0 0 0 16,0 0-13-16,15 4-16 0,-2-4-8 0,-2-4-16 16,9 1-13-16,-2-3-29 0,0 4-51 0,4-2-61 15,4-2-85-15,-7 0-71 0,0 4-151 0,-2-1-380 16,-3 0 170-16</inkml:trace>
  <inkml:trace contextRef="#ctx0" brushRef="#br0" timeOffset="8324.82">2600 7355 14 0,'0'0'189'0,"3"-6"2"0,-3 6-11 16,1-7-9-16,-1 7-18 0,0 0-17 15,0 0-17-15,0 0-17 0,0 0-9 0,0 0-8 16,0 0 2-16,0 0 1 0,-13 18-5 0,7-4-6 16,-2 1-8-16,-1 0-6 0,3 3-7 0,-3-5-1 0,-1 6-2 15,-2-5-3-15,5 3-8 0,-2-3-4 0,-3 1 0 16,2-2-4-16,0 1 0 0,0-1-5 15,-2-2 4-15,2 3-7 0,0-5-1 0,3 0 2 16,-1-3-7-16,3 0 10 0,-5 0-3 0,4-3-2 16,-1 1 5-16,2-1 5 0,5-3 2 0,-9 6 4 0,9-6-4 15,-2 4 1-15,2-4 6 0,0 0-10 0,0 0-6 16,0 0 0-16,0 0 0 0,-7 5-2 16,7-5-7-16,0 0 1 0,0 0-8 0,0 0 1 15,0 0-4-15,0 0 2 0,0 0-8 0,0 0 3 0,0 0 1 16,26-2 0-16,-15 2-1 0,3 0-3 0,-2 0-1 15,6 2-2-15,1-2-2 0,0 2-3 16,2-2-2-16,-2 0 1 0,10 0-1 0,-7 0 2 0,7 0-5 16,-1 0-3-16,0-4 3 0,-8 4-4 0,1-2 2 15,1 1 2-15,-1-2 1 0,0 0 1 0,0-1-2 16,-3 1-2-16,1-1 3 0,0 0 1 16,-4 2 2-16,-1 0-1 0,-2-2 0 0,-2-2 3 0,0 2-1 15,-1-1 3-15,-2 2 1 0,0-3 1 16,0 1-2-16,-4 0 4 0,0-2-5 0,0 1 3 15,-2-2-1-15,-1 8 5 0,-4-20-6 0,1 9 7 0,0 0 1 16,-6-3-3-16,-1 0 3 0,-2 0 10 0,-2-3-2 16,1 5 0-16,-2-3-3 0,-4-2 1 0,-3 1 1 15,4 2 3-15,3 3-6 0,-2 0 3 0,0 2-6 16,4-1-1-16,-2 2-2 0,4 1 3 0,2 2-4 16,3 1-4-16,0 1-11 0,6 3-35 15,-11-4-29-15,11 4-36 0,0 0-38 0,0 0-34 16,-6 9-42-16,6-9-147 0,1 12-402 0,-1-12 178 15</inkml:trace>
  <inkml:trace contextRef="#ctx0" brushRef="#br0" timeOffset="8747.56">3077 7227 58 0,'1'-5'243'0,"-1"5"-7"0,1-8-7 0,-1 8-27 16,0 0-17-16,3-8-20 0,-3 8-23 0,0 0-10 16,0 0-18-16,0 0-6 0,14 16-11 0,-8-3-12 0,1 4-6 15,1 1-8-15,3 5-10 0,-1 2-1 0,1 0-3 16,-1-1-7-16,0-1-6 0,-1 0 1 16,0-8-14-16,1 2 0 0,2 5-2 0,-5-4-1 15,3-6-6-15,-3 0 1 0,1-2-3 0,-3-1 0 16,0-1-4-16,-3-2 1 0,5 2 0 0,-5-3-3 15,1 0 1-15,-3-5 5 0,8 7 12 0,-8-7 23 0,0 0 8 16,5 3 5-16,-5-3-9 0,0 0 3 0,0 0 0 16,10-11-4-16,-8 5-4 0,1-5-6 15,-2 2-1-15,2-4-1 0,-1-3-9 0,0-1-1 16,0-3-7-16,1-3-1 0,1-1-5 0,1-3-8 16,-3 1 3-16,1 1-1 0,-1 5-4 0,2-6 1 0,-1 9-1 15,-1-1 1-15,2 4-5 0,-3 4-2 0,1 0-1 16,-1 5-15-16,-1 5-17 0,0-12-23 15,0 12-33-15,1-7-38 0,-1 7-12 0,0 0-18 16,0 0-19-16,0 0-14 0,0 0-13 0,0 0-12 16,18 22-8-16,-13-12-145 0,-1 1-389 0,4-3 173 15</inkml:trace>
  <inkml:trace contextRef="#ctx0" brushRef="#br0" timeOffset="8978.9">3524 7357 159 0,'0'0'184'0,"0"0"-1"0,0 0 0 0,0 0-12 16,0 0-18-16,0 0-13 0,0 0-13 0,0 0-3 16,0 10 5-16,0-10 8 0,-1 10-3 0,2-2-7 15,-1 2 1-15,-1 0-8 0,1 2-6 0,0-1-9 16,0 2-3-16,1-2-4 0,-1 0-12 0,0 4-6 16,0-4-8-16,3 0-9 0,-3-1-5 0,1 2-6 15,0-3-5-15,1 2-3 0,-1 0-5 0,0-3-5 16,-1 5-24-16,1-4-32 0,1-2-28 0,-1 0-33 15,-1-7-34-15,0 0-43 0,1 17-30 0,-1-17-36 16,-4 8-167-16,4-8-425 0,-7 9 188 0</inkml:trace>
  <inkml:trace contextRef="#ctx0" brushRef="#br0" timeOffset="9244.83">3522 7387 116 0,'2'-7'181'0,"6"0"-4"0,-4 1-13 16,2 2-6-16,1 1-17 0,-7 3-10 0,15-2-10 16,-15 2 20-16,17 9-13 0,-7-6-5 0,-1 4-8 15,0 2-11-15,0-2-10 0,1 4-8 0,-3 0-5 16,0-2-5-16,-2 4 3 0,1-2-3 0,-2 1-6 16,-1-2-5-16,-1 2-8 0,-2 1-2 0,0-3-7 15,0 7-6-15,-5-8 3 0,2 1-9 0,-4 2 0 16,-1-4-4-16,1 3-6 0,-4-2-1 0,-1 0 1 15,-3 4-4-15,0-4-3 0,0 1-21 0,0-1-29 16,3-5-35-16,2 3-41 0,-3-2-48 0,5-1-49 16,-2 1-185-16,0-2-421 0,10-3 187 0</inkml:trace>
  <inkml:trace contextRef="#ctx0" brushRef="#br0" timeOffset="9584.17">3877 7319 104 0,'0'0'216'15,"0"0"-2"-15,0 0-8 0,0 0-11 0,0 0-13 16,0 0-16-16,-18 12-12 0,13-6-15 0,0 3-12 16,2-1-10-16,1-1-9 0,-2 3-13 0,3 0-9 15,-1 0-5-15,2-1-9 0,0-9-10 0,2 20-5 16,0-12-3-16,1 3-6 0,-1-3-5 0,3 2 3 15,1 0-14-15,-1-3 1 0,1 2-7 0,0-1 1 16,1-2-4-16,1 2-2 0,-5-3-4 0,2 1 2 16,-2-2-7-16,-3-4 1 0,5 11-2 0,-2-7 0 15,-3-4 0-15,2 6 2 0,-2-6 3 0,0 0 11 16,-4 10 3-16,2-4-4 0,2-6-1 0,-14 8 3 16,5-3-7-16,-3 3 3 0,2-3-9 0,-3 2 1 15,-3-2-4-15,-1 1-18 0,2 3-35 0,-3-1-39 16,1-2-62-16,1 1-37 0,0-2-72 0,1 1-146 15,4 2-431-15,3-2 191 0</inkml:trace>
  <inkml:trace contextRef="#ctx0" brushRef="#br0" timeOffset="10012.69">2561 8058 56 0,'0'0'200'0,"-3"3"-4"0,3-3-5 15,0 0 4-15,45-3-3 0,-7-3 2 0,25 0-8 16,36-9-11-16,-3-3-9 0,3-3-9 0,9 2-13 16,-4 0-6-16,2-2-11 0,-4 1-6 0,-5 6-12 15,-6-1-9-15,-28 4-4 0,1-1-11 0,-4 3-5 16,1-2-4-16,-1 2-8 0,-5 0-2 0,-6 0-8 16,-11 1 4-16,-5 2-6 0,-4-1 3 0,2 0-6 15,-4 0-1-15,-9 5-5 0,-5 0 5 0,-4-2 0 16,-2 2 5-16,0 2-4 0,-7 0 0 0,0 0-9 15,15-2-3-15,-15 2-4 0,0 0-5 0,0 0-9 16,0 0 1-16,4-3-19 0,-4 3-27 16,0 0-37-16,0 0-42 0,0 0-51 0,-33 9-42 0,22-4-49 15,-3-1-47-15,0 4-197 0,-1 1-526 0,2-5 233 16</inkml:trace>
  <inkml:trace contextRef="#ctx0" brushRef="#br0" timeOffset="11816.02">3129 8273 137 0,'0'0'225'0,"0"0"-13"0,0 0-16 0,3-5-16 0,-3 5-18 16,0 0-16-16,0 0-16 0,0 0-9 0,0 0-13 15,0 0-4-15,-19 16-7 0,11-5-9 0,-6 1-6 16,1 3-10-16,-6 5-4 0,2-3-3 15,-2 4-4-15,3-4-3 0,2 0-3 0,1-2-6 16,-1-3-2-16,4 1-5 0,0-4-6 0,0 1 0 0,3-1-5 16,-1-1-2-16,2-1-3 0,-1-1-3 15,1 1 1-15,-1-2-4 0,4-1-3 0,-1 1-2 16,4-5 5-16,-5 5-6 0,5-5 0 0,-5 7 0 16,5-7-3-16,0 0-3 0,0 0 1 0,0 0-1 0,-4 5-3 15,4-5-1-15,0 0 4 0,0 0-2 0,0 0-4 16,0 0 1-16,0 0-3 0,27-9-1 0,-20 6-1 15,3 2-3-15,1 0-4 0,0 0-1 16,5 0 1-16,-1-2-1 0,4 0-1 0,-1 3-4 0,0 0 1 16,1-1 2-16,1-2-2 0,-3 5-5 0,1-4 4 15,-1 4-6-15,0-4 1 0,0 0 2 16,2 2-2-16,-2 0 4 0,-2 0 0 0,-2-1 3 0,1 1-1 16,-2-2-1-16,-1 2 2 0,-2-4 4 0,-1 2 1 15,-8 2-2-15,15-1 8 0,-9-1 6 0,-6 2 2 16,7-6-1-16,-7 6 3 0,4-9-4 0,-3 2 15 15,-1 7 5-15,-1-12-3 0,-2 0 0 0,0 2 6 16,-3 0 0-16,1-1 0 0,-5 0 0 0,-2-2-2 16,1 0 0-16,-2 0-2 0,-2 3-1 0,-1-1-6 15,2 0-2-15,2 4 1 0,0 1-4 0,-1 2-1 16,2 1-2-16,0-2-6 0,0 3-6 0,2-2-23 16,3 2-28-16,6 2-40 0,-12-3-38 0,12 3-27 15,0 0-22-15,0 0-24 0,0 0-140 0,0 0-376 16,0 0 167-16</inkml:trace>
  <inkml:trace contextRef="#ctx0" brushRef="#br0" timeOffset="12371.81">3376 8231 70 0,'11'-2'181'0,"-4"1"-7"0,3-2-12 0,2 0-13 15,-2 3-13-15,3-4-14 0,-1 0-11 0,4 2-9 16,-3 0-11-16,4-2-12 0,-1 1-4 0,-5 1-10 16,2 0-6-16,-3 0-8 0,2 1-6 0,-6 0-4 15,-6 1-6-15,10-2-3 0,-10 2 1 0,8-1-6 16,-8 1-2-16,0 0 2 0,9-2 4 0,-9 2 0 16,0 0-1-16,0 0-3 0,0 0-5 0,0 0-3 15,0 0 9-15,0 0-6 0,0 0 6 0,0 0 0 16,0 0-2-16,0 0-2 0,0 0 0 0,-18-9-5 15,18 9-4-15,0 0-1 0,0 0 3 0,0 0 5 16,-6 20 17-16,6-8 8 0,-2 4 0 0,1-1-1 16,1 4-3-16,1-1 3 0,1 0 0 0,-2-3 2 15,2 0-3-15,2 3-1 0,0 0-5 0,0-1-2 16,-3-2-2-16,3 2-2 0,1-7-6 0,-3 2 1 16,2-2-4-16,-1 1-1 0,-2-1 0 0,0-4-5 15,-1 0-3-15,2 2-1 0,-2-8 0 0,2 8 3 16,-2-8-6-16,0 9 0 0,0-9 0 0,-4 6 1 15,4-6-5-15,-10 5-1 0,3-2-3 0,0-2-3 16,7-1-2-16,-14 2-1 0,5-2-2 0,-2-2 3 16,11 2-1-16,-17 0-1 0,9 0 3 0,8 0-1 15,-11-2 0-15,11 2 1 0,-7-4-1 0,7 4 1 16,-6-3-3-16,6 3 0 0,0 0 1 0,0 0-3 16,-6-4 2-16,6 4-3 0,0 0 4 15,0 0 5-15,19-3-5 0,-9 1-1 0,3-2 2 0,-2 3-2 16,7-2-6-16,0-2-7 0,1 0-18 0,1-1-22 15,0 0-27-15,2 0-28 0,-3-1-32 0,9-2-16 16,-8 2-15-16,0 0 2 0,-2 0-7 0,-3-2 1 16,-2 5 1-16,-1-2-90 0,-1 1-289 0,-1-2 127 15</inkml:trace>
  <inkml:trace contextRef="#ctx0" brushRef="#br0" timeOffset="12581.89">3855 8378 822 0,'5'-7'-47'16,"2"1"40"-16,-2 1 13 0,-3 0 8 0,-2 5 18 16,3-17 9-16,-2 12 26 0,-1 5 21 0,0-14 13 15,-1 2-2-15,1 5 6 0,0 7 1 0,0-14 15 16,0 6 5-16,0 8 4 0,1-8-1 0,-1 8-6 15,2-7-12-15,-2 7-8 0,0 0-11 0,0 0-10 16,0 0-12-16,0 0 8 0,0 0 14 0,0 0-3 16,0 0 3-16,7 28-4 0,-4-13-7 0,-2 1-6 15,0 0 4-15,-1 4-11 0,2-3-8 0,-1 0-4 0,1 1-9 16,0-3-3-16,3 2-2 0,-4-5-5 16,0-1-4-16,2-1-2 0,-2 2-8 0,2-2-20 15,-2 2-24-15,-1-7-31 0,1 0-40 0,2 2-42 16,-3-7-42-16,0 9-36 0,0-9-36 0,-3 8-202 0,3-8-487 15,-6 4 216-15</inkml:trace>
  <inkml:trace contextRef="#ctx0" brushRef="#br0" timeOffset="12816.21">3887 8281 114 0,'13'-7'246'0,"-3"3"5"0,2-1-17 15,2 4-6-15,-1 0-5 0,2 3-5 0,-2 1 13 16,1 2-21-16,2 4-6 0,-7-3-8 0,7 7-1 16,-5-1-8-16,-2-3-12 0,0 5-17 0,-3 0-16 0,-4-1-6 15,3 5-13-15,-6 0-8 0,1 1-33 0,-4-2 15 16,-3 0-2-16,2 0-21 0,-6-3-2 16,0 0-29-16,0 1-48 0,-4-1-49 0,-7 5-58 15,-1-6-61-15,-1 0-68 0,3-3-79 0,-8-1-204 0,9-4-568 16,1 0 251-16</inkml:trace>
  <inkml:trace contextRef="#ctx0" brushRef="#br0" timeOffset="12946.7">3765 8517 115 0,'3'-10'253'0,"-3"10"-24"0,4-10-25 15,-4 10-34-15,3-4-70 0,-3 4-110 0,0 0-168 16,0 0-191-16,0 0 85 0</inkml:trace>
  <inkml:trace contextRef="#ctx0" brushRef="#br0" timeOffset="17653.7">411 3735 74 0,'0'0'210'0,"0"0"-15"0,0 0-10 15,0 0-24-15,0 0-17 0,0 0-21 16,0 0-7-16,0 0-7 0,0 0-5 0,0 0 5 0,0 0-13 16,0 0-3-16,0 0-6 0,-22 93-4 15,20-68-8-15,2-25-4 0,-9 48-6 0,9-48-3 16,-5 38 0-16,5-38-11 0,-8 38-1 0,8-38-3 0,-5 28-9 15,5-28-3-15,0 0-2 0,-9 34-1 16,9-34-3-16,0 0-6 0,0 0 4 0,0 0 7 16,-3 34 2-16,3-34 5 0,0 0 8 0,0 0 9 15,0 0 3-15,0 0-1 0,0 0-4 0,0 0-7 16,0 0-3-16,0 0-6 0,0 0-3 0,0 0-7 16,0 0-1-16,0 0-4 0,0 0-2 0,0 0-4 15,-2-105-9-15,2 105-2 0,10-57 3 0,-6 28-3 16,1-1 1-16,3 1-3 0,1-2-1 0,-2 2 0 15,2-1-3-15,0-1 0 0,3 6-4 0,-12 25 1 16,15-50-1-16,-8 33 4 0,-7 17-5 0,0 0 2 16,16-29-5-16,-16 29-1 0,0 0 1 15,0 0 0-15,19-17 0 0,-19 17 1 0,0 0 0 16,0 0 2-16,0 0 0 0,0 0 4 0,46 59-2 16,-35-36 1-16,1 4 3 0,-6 4-1 0,1 0-6 0,3 2 17 15,-2-3 1-15,-4 2 3 0,-4-32-3 0,9 54-1 16,-3-25 2-16,-6-29-5 0,8 36 1 0,-8-36 3 15,6 34-12-15,-6-34 9 0,7 28 2 16,-7-28-3-16,0 0-2 0,6 31-8 0,-6-31-20 16,0 0-19-16,0 0-31 0,0 0-29 0,13 27-17 15,-13-27-16-15,0 0-6 0,0 0-19 0,0 0-38 16,0 0-29-16,0 0-155 0,0 0-410 0,0 0 182 16</inkml:trace>
  <inkml:trace contextRef="#ctx0" brushRef="#br0" timeOffset="18040.62">375 3914 39 0,'0'0'154'0,"0"0"-11"15,0 0-19-15,0 0-9 0,0 0-9 16,0 0-10-16,0 0-5 0,0 0-5 0,0 0-10 16,0 0-12-16,61-30-12 0,-61 30-8 0,57-12-26 15,-28 5-13-15,-2 1-25 0,-27 6-25 0,49-9-14 0,-20 2-15 16,-29 7-9-16,54-13 0 0,-27 4 4 15,-7 5-50-15,-2-2 118 0,0 0-47 0,-3-1 15 16,2 0 15-16,-8 1 16 0,3-1 9 0,-4 0 18 16,1 0 18-16,1 2 8 0,-10 5 27 0,15-13-14 15,-7 5 3-15,-5 0 2 0,-3 8-5 0,9-12 13 16,-4 7 12-16,-5 5 11 0,6-11 2 0,-6 11 1 16,4-7 7-16,-4 7-3 0,0 0 4 0,3-10-4 15,-3 10-7-15,0 0-11 0,0 0-6 0,0 0-12 16,0 0-3-16,0 0-5 0,0 0-1 15,0 0 3-15,0 0 0 0,-23 33-3 0,16-19 0 0,3-3-7 16,-1 6 0-16,1-1-3 0,2-1-3 16,0-2-6-16,0-2-2 0,4 2-2 0,0-1-4 0,2 0-2 15,1-2-11-15,4-1-22 0,2-2-27 0,5-1-29 16,2-1-39-16,2-1-56 0,9-4-55 0,-8 2-133 16,7-8-378-16,-5 4 168 0</inkml:trace>
  <inkml:trace contextRef="#ctx0" brushRef="#br0" timeOffset="18419.84">1344 3898 225 0,'0'0'217'15,"0"0"-18"-15,0 0-8 0,0 0-23 0,0 0-15 16,0 0-14-16,0 0-18 0,0 0-4 0,0 0-15 16,0 0 0-16,0 0-10 0,24-33-7 0,-17 24-3 15,-2-2-3-15,2 0-3 0,-3 2-5 16,0-2-5-16,1 1-2 0,-5 10-1 0,7-22 6 16,-2 14-2-16,-5 8-9 0,5-15 3 0,-5 15 0 15,1-13-3-15,-1 13-1 0,0 0-3 0,2-16-3 16,-2 16-2-16,0 0-1 0,0 0-5 0,0-14-2 15,0 14-3-15,0 0-4 0,0 0-4 0,0 0-6 16,0 0-1-16,0 0-2 0,0 0-4 0,0 0-4 16,0 0-6-16,0 0-21 0,0 0-19 0,0 0-24 15,0 0-21-15,0 0-17 0,0 0-20 0,0 0-16 16,0 0-12-16,0 0-15 0,0 0-13 0,-25 24-23 16,25-24-16-16,0 0-114 0,0 16-349 0,0-16 156 15</inkml:trace>
  <inkml:trace contextRef="#ctx0" brushRef="#br0" timeOffset="19167.88">1583 3666 49 0,'0'0'210'0,"0"0"-3"0,-26-7-5 15,26 7-7-15,-20 4-8 0,20-4-13 0,-27 10-4 16,12-1-12-16,-1 2-7 0,2 0-2 0,-1 1-15 15,2 4-9-15,1-3-18 0,1 1-6 0,4 2-10 16,-1 0-5-16,4-5-9 0,0 4-4 0,2-2-5 16,2-13-9-16,-5 20-5 0,6-10-4 0,-1-10-5 15,2 15-7-15,-2-15-3 0,8 13-9 0,-8-13 7 16,12 7-6-16,-12-7-2 0,16 5 2 16,-3-4-6-16,-13-1-14 0,0 0 13 0,32-6-4 0,-32 6 2 15,20-8-1-15,-3-1-7 0,-4-2 1 16,-1-1-1-16,3-2-6 0,-4-2 5 0,-3 1-4 15,1 0 0-15,-3-2-2 0,2-2-1 0,-3 0-3 16,-3-6 3-16,-2 6 1 0,4-7-6 0,-4 0 2 16,-1 6 4-16,0-6-7 0,-2 0 2 0,1 1 1 0,-5 1-4 15,3-4 2-15,3 3 1 0,-3 0-1 16,2 7 3-16,0 0 3 0,0 3 4 0,-1 3 18 0,3 12 2 16,-4-17 0-16,4 17 1 0,-3-10-3 15,3 10-5-15,0 0-7 0,0 0-2 0,0 0-7 16,0 0 4-16,0 0-2 0,0 0-1 0,0 0 0 15,0 0-2-15,1 65 5 0,3-36-2 0,-2 1 2 16,1 2-3-16,-2 0 4 0,-1-2-2 0,1-1 4 16,-1-1-4-16,2 2 1 0,4-5-1 0,-2 1 2 15,0 0 2-15,-2-8-6 0,3-3-10 0,1 0 13 16,-1 1-3-16,0-3-13 0,0-4 17 0,2 1-2 16,0-1 0-16,-7-9 0 0,13 10-3 0,-3-6 2 15,-10-4 2-15,15 6-16 0,-15-6 12 0,19 1 0 16,-19-1-1-16,0 0 0 0,26-7-2 0,-19 3-10 15,-7 4 3-15,16-7-2 0,-7-2-12 16,-1 0 1-16,-1-1-3 0,0-1-1 0,-3 0 8 16,4 1-13-16,-2-5 8 0,-3 4-2 0,1-1 5 0,-2-3 2 15,0 1-2-15,1 0 1 0,-1 2 1 16,-2 12 0-16,3-22 2 0,-1 15-4 0,-2 7 8 0,4-16-2 16,-4 16 3-16,0 0-3 0,8-13-1 15,-5 9 2-15,-3 4-2 0,0 0 4 0,14-9-2 16,-14 9 2-16,13-2-2 0,-13 2 1 0,0 0 1 15,0 0 2-15,23 11 3 0,-23-11 4 0,13 12-4 16,-9-7 3-16,5 3-2 0,-9-8 4 0,8 18-10 16,-7-7 10-16,4-2 0 0,-3 3-10 0,-2-12 14 15,5 22-3-15,-3-12-25 0,-2-10-35 0,4 18-38 16,-4-18-27-16,5 16-30 0,-3-6-54 0,-2-10-46 16,0 0-129-16,9 17-413 0,-9-17 183 0</inkml:trace>
  <inkml:trace contextRef="#ctx0" brushRef="#br0" timeOffset="20087.93">2175 3611 85 0,'0'0'213'0,"-7"-16"-1"16,7 16 3-16,-6-8-15 0,6 8-14 0,0 0-19 16,0 0-17-16,-16-2-9 0,16 2-1 0,0 0-5 15,-21 18-7-15,14-10-5 0,1 4-12 0,-2-1-11 16,5 1-17-16,-4-1 2 0,7-11-8 0,-4 22-8 15,3-13-7-15,1-9-5 0,-1 19-6 0,1-19 1 16,2 13-9-16,-2-13-3 0,7 12-6 0,-7-12-4 16,0 0-1-16,8 8-14 0,-8-8 7 0,0 0 2 15,13 6-5-15,-13-6 1 0,0 0-2 0,0 0-1 16,0 0 0-16,0 0-1 0,25-16-4 0,-25 16 2 16,7-9-1-16,-7 9-3 0,5-10 2 0,-5 10 0 15,4-14-5-15,-4 14 0 0,4-15-10 16,-4 15 13-16,4-16-5 0,-4 16 2 0,1-16-3 15,-1 16 1-15,2-13-4 0,-2 13 2 0,0 0 1 16,0 0-5-16,0-16 1 0,0 16-9 0,0 0 5 16,0 0 0-16,0 0 0 0,0 0 0 0,0 0 4 15,0 0-3-15,0 0 3 0,0 0 0 0,0 0-3 16,0 0 3-16,11 36 2 0,-8-27-3 0,-3-9 4 16,7 16 4-16,-1-9-1 0,-6-7 6 0,13 17-10 15,-13-17 12-15,9 9 2 0,-9-9 3 0,13 5-2 16,-13-5 1-16,0 0-1 0,23 0-3 0,-23 0 0 15,0 0-13-15,40-7 11 0,-30 3 4 0,-1-3-8 16,-9 7 8-16,18-13-15 0,-10 6 13 0,-8 7-3 16,19-14 1-16,-10 7-3 0,-9 7 4 0,10-15-4 15,-4 6-2-15,-6 9-1 0,10-20 0 0,-6 12-6 16,3-1 6-16,-7 9-2 0,6-19 1 0,-5 10-2 16,-1 9-13-16,4-12 14 0,-4 12 0 0,0 0 0 15,7-13-4-15,-7 13 0 0,0 0-3 0,0 0 0 16,0 0-1-16,0 0 2 0,0 0-3 0,0 0 1 15,0 0 2-15,0 0 2 0,0 0-2 16,0 0 2-16,-16 40 0 0,16-40 0 0,-4 19-3 0,4-19 3 16,0 0-4-16,-1 21 4 0,1-21-1 0,0 0 5 15,7 17-3-15,-7-17-1 0,5 9 8 0,-5-9-12 16,0 0 3-16,14 10-1 0,-14-10 3 16,0 0 1-16,18 3-2 0,-18-3 5 0,17-1-5 15,-17 1 0-15,20-5 1 0,-20 5-10 0,15-7 14 16,-7 3-3-16,-8 4-13 0,18-10 16 0,-11 4 0 15,-7 6-4-15,13-9 4 0,-7 2-2 0,-6 7 1 16,13-16-1-16,-8 7-4 0,-5 9-2 0,9-11 4 16,-9 11 0-16,8-10 0 0,-8 10 0 0,6-8-3 15,-6 8 0-15,0 0 2 0,0 0-4 0,0 0 2 16,7-11-7-16,-7 11 8 0,0 0-8 16,0 0 4-16,0 0 0 0,0 0 3 0,0 0-1 15,0 0-11-15,0 0 11 0,0 0 6 0,0 0-17 0,0 0 15 16,0 0-2-16,18 17 0 0,-18-17 3 15,0 0 3-15,0 0-5 0,9 8-2 0,-9-8 1 0,0 0 2 16,0 0-12-16,15 2 9 0,-15-2 2 0,0 0-1 16,14 3 2-16,-14-3-7 0,0 0 9 0,15 2-3 15,-15-2-1-15,0 0-4 0,18 3-9 16,-18-3 9-16,14 4-1 0,-14-4 0 0,10 7-3 0,-10-7 3 16,9 7 1-16,-9-7-9 0,9 9-9 15,-9-9-3-15,7 11-20 0,-7-11-19 0,4 11-21 16,-4-11-20-16,0 0-27 0,0 0-35 0,0 21-53 15,0-21-207-15,0 0-462 0,-16 12 204 0</inkml:trace>
  <inkml:trace contextRef="#ctx0" brushRef="#br0" timeOffset="20278.49">2246 3401 8 0,'0'0'215'0,"0"0"-21"15,-10-5-26-15,10 5-48 0,0 0-65 0,0 0-77 16,0 0-101-16,0 0-134 0,0 0 59 0</inkml:trace>
  <inkml:trace contextRef="#ctx0" brushRef="#br0" timeOffset="21292.49">2857 3666 204 0,'4'-3'229'0,"2"-5"-7"0,0-1-16 15,-1 0-10-15,2-1-12 0,-2-2-4 0,0 2-13 16,3-4-19-16,-4 1-4 0,2 2 0 0,-2-3-17 15,0 3-11-15,0-4-11 0,-2-1-8 0,1 2-9 16,-4-5-9-16,2 3-7 0,-2-1-11 0,-3 0-3 16,0 0-5-16,0 2-5 0,-1 1-8 0,-3 2-1 15,3 2-8-15,1-1 0 0,-1 6 1 0,0-3-5 16,1 2-2-16,-1 1-5 0,5 5-3 0,-5-6-5 16,5 6-1-16,-7-2 0 0,7 2-5 0,0 0 2 15,-13 8-1-15,13-8-2 0,-5 12-3 0,6-5 0 16,-1-7 0-16,5 17-1 0,0-8-3 0,3 0 1 15,2-1-4-15,5 1 5 0,1-2-5 0,2 0 1 16,1-3-1-16,-1-1-4 0,2 0 7 0,-2-2-10 16,1-1 5-16,0 3 0 0,-6-2 2 0,-3 1-1 15,3 1-3-15,-3-1 3 0,-1 1-4 16,1 2 4-16,-2 0 0 0,-1 1-2 0,-1 2 2 16,2 1 0-16,-5 1 1 0,0 0 8 0,1 2-8 15,-2 0 6-15,1 1-5 0,-2-2 2 0,3 0-2 16,4-1 4-16,-8-10 0 0,7 20 2 0,-1-9-1 15,-3-3 2-15,-3-8-1 0,9 11-2 0,0-4 3 16,-1-1 0-16,-8-6 2 0,22 7 1 0,-11-7-3 16,-11 0 3-16,28 0-2 0,-15-2 3 0,5-2-2 15,-1 0 1-15,-3 1 2 0,-2-3-2 0,5-1-3 16,-5 1 4-16,-1-1-2 0,-2 1 0 0,-1-2-1 16,-2 1 5-16,2-1-7 0,-5-1 5 0,1-2-8 15,-2 1 8-15,-1-2-8 0,-1 12-2 0,0-20 1 16,-3 10-2-16,1-1-3 0,2 11 7 0,-8-16-5 15,4 11 0-15,4 5-1 0,-6-10 3 0,6 10 1 16,-9-8-2-16,9 8-5 0,-12-3 3 0,12 3-1 16,0 0 0-16,-20 9 2 0,12 0 1 15,2-1-1-15,1 5 0 0,-2-1 0 0,4-2 3 0,-1 2 0 16,1-2 0-16,3 3 4 0,0-13 1 0,4 22-3 16,-1-12-2-16,2-2 4 0,1-1 3 0,3 0-6 15,0-3 3-15,1 0 3 0,3 0-4 0,-2-2 0 16,7-4 1-16,-5-1-1 0,5 1 0 0,-3-1-7 15,-2-2-2-15,0 0-1 0,-3-1-2 16,3 0 0-16,-3-1 3 0,-1-2-5 0,0 2 6 0,-1-2-2 16,-2-1 2-16,1 0 0 0,-4 1 4 15,0-1-5-15,-3-3 2 0,4 2 0 0,-4 0 3 16,0 11-4-16,0-20 1 0,0 13 0 0,0 7 4 16,0-13 4-16,0 13-8 0,0 0-2 0,0-13-1 0,0 13-1 15,0 0 1-15,0 0 5 0,0 0-3 0,0 0-1 16,0 0 4-16,0 0 1 0,-5 40 2 15,2-24 3-15,2 0-1 0,-3 0 3 0,3-2-1 16,-3 1 0-16,3-2 12 0,-2-1-7 0,2 1 6 16,-1-1-5-16,0 1 1 0,2-2-1 0,-1 1-2 15,1-1-2-15,-2 0-3 0,2-11-16 0,0 0-32 16,0 21-30-16,0-21-40 0,0 13-39 0,0-13-44 16,0 0-207-16,0 0-438 0,0 16 194 0</inkml:trace>
  <inkml:trace contextRef="#ctx0" brushRef="#br0" timeOffset="21729.97">3758 3253 50 0,'-1'-12'265'0,"1"12"-20"0,0 0-23 15,-1-12-20-15,1 12-25 0,0 0-18 16,0 0-15-16,0 0-16 0,0 0-11 0,0 0-13 15,0 0-11-15,0 0-9 0,0 0-3 0,6 33-15 16,-3-23-4-16,-3 2-6 0,2-2-7 0,-1 1-9 16,-1-11-11-16,3 14-10 0,-2-6-9 0,-1-8 1 15,4 12-9-15,-4-12-7 0,0 10-1 0,0-10-5 16,0 0 2-16,1 12 0 0,-1-12 4 0,0 0 0 16,0 0-1-16,1 9 8 0,-1-9 5 0,0 0 4 15,0 0 3-15,0 0 11 0,0 0 0 0,0 0-1 16,0 0-1-16,0 0-2 0,0 0 8 0,0 0 5 15,0 0 2-15,0 0-1 0,0 0 4 0,0 0-1 16,0 0 4-16,0 0-2 0,0 0-2 0,0 0 0 16,0 0-8-16,0 0-2 0,0 0-5 0,0 0-7 15,0 0 0-15,0 0 2 0,0 0-3 0,0 0-1 16,-7 15 6-16,7-3-6 0,0 4 2 0,-1-4 0 16,-2 5 8-16,2 1 6 0,-3 0 5 15,0-1-4-15,2-1-2 0,-2 1-1 0,1 0-5 0,-1 0 2 16,3-4-3-16,-3 1-6 0,3 0-21 0,-2-3-24 15,3 0-35-15,0-11-40 0,-6 21-57 0,2-12-74 16,4-9-228-16,-9 15-499 0,9-15 221 0</inkml:trace>
  <inkml:trace contextRef="#ctx0" brushRef="#br0" timeOffset="21912.75">3651 3119 106 0,'0'0'110'0,"0"0"-18"16,0 0-18-16,0 0-49 0,0 0-38 0,-7 21-53 16,7-21-71-16,3 24 31 0</inkml:trace>
  <inkml:trace contextRef="#ctx0" brushRef="#br0" timeOffset="22208.84">3923 3262 121 0,'0'0'194'0,"0"0"-8"0,0 0-20 16,0 0-10-16,0 0-21 0,0 0-10 0,0 0-12 15,0 0-14-15,0 0-4 0,0 0-13 0,-18 26-6 16,14-18-10-16,2 3-1 0,-2-1-16 0,4 3-1 15,0-1-6-15,0-2-2 0,2 1-9 0,1 0 0 16,-1 0-6-16,1 0-2 0,2-1-7 0,0 0-3 0,1-1 3 16,-1 1-2-16,1 0 0 0,-1-2-3 15,-1-1 0-15,-4-7-2 0,5 13-3 0,-2-7 2 16,-3-6-1-16,3 13-1 0,-3-13-7 0,3 13 2 16,-3-13 3-16,0 12 0 0,0-12-5 0,-5 14-10 15,-2-7-4-15,1 2-9 0,-3-3-29 0,-1 3-20 16,1-4-31-16,0 1-43 0,-1-1-134 0,10-5-302 15,-16 6 134-15</inkml:trace>
  <inkml:trace contextRef="#ctx0" brushRef="#br0" timeOffset="22465.58">4044 3060 106 0,'0'0'254'0,"-3"-14"-26"0,3 14-19 0,0 0-28 16,-4-8-18-16,4 8-15 0,0 0 15 0,0 0 6 16,4 39 7-16,-2-12-10 0,-1 3-12 15,1 2-10-15,-2 0-9 0,-3 1-9 0,2-2-11 16,2-2-9-16,-2 1-9 0,-3-2-13 0,1 1-5 16,0-4-8-16,3-7-5 0,-3 1-9 0,0-3-17 0,3-3-18 15,2-1-38-15,-1 0-34 0,-1-3-31 0,0-9-28 16,-3 15-39-16,3-15-25 0,2 13-35 15,-2-13-39-15,0 0-125 0,0 0-402 0,0 0 179 16</inkml:trace>
  <inkml:trace contextRef="#ctx0" brushRef="#br0" timeOffset="22903.94">4020 3283 19 0,'12'-4'130'0,"-1"0"-9"0,2 0-9 0,-2 2-12 16,0-2-9-16,1 1-3 0,-3 0-10 0,2 0-7 15,-11 3-7-15,16-3-6 0,-16 3-10 0,13-3-6 16,-13 3-4-16,9-2-3 0,-9 2 7 0,0 0-13 16,0 0 4-16,0 0-5 0,6 12 12 0,-6-12 6 15,-4 14 6-15,4-14 4 0,-10 24-6 16,6-12 5-16,1 5 4 0,-3-6 5 0,3 4 0 15,-1 2-4-15,1-2-8 0,2-3-2 0,-5 0-6 16,6-2-3-16,0-10-4 0,2 16-2 0,-2-16-2 16,1 14-1-16,-1-14-5 0,8 10-1 0,-4-7-2 0,-4-3 0 15,9 4-5-15,-9-4 1 0,14-3-11 16,-14 3 8-16,0 0-2 0,18-8-4 0,-13 2 3 16,2 2-3-16,-3-1 6 0,2-1-6 0,-3 2-5 15,0-3 2-15,0 0-4 0,-1 0 4 0,1 1-2 16,0-1 0-16,0-2 0 0,-1 4 4 0,1-2-5 15,0 1-2-15,-3 6 0 0,2-8 1 0,-2 8 1 16,1-6-2-16,-1 6-4 0,0 0 1 0,0 0-2 16,0 0 1-16,0 0 7 0,0 0-9 0,0 0 5 15,3 27-19-15,-2-17-33 0,1 0-34 0,-2 1-54 16,0-11-48-16,-3 20-139 0,0-8-350 0,0-1 155 16</inkml:trace>
  <inkml:trace contextRef="#ctx0" brushRef="#br0" timeOffset="23127.15">4331 3349 25 0,'3'-6'236'0,"1"1"-10"16,-1 0-15-16,-3 5-14 0,4-6-26 15,-4 6-5-15,6-4-10 0,-6 4-9 0,0 0-10 0,0 0-9 16,18 7-7-16,-13-3-18 0,-1 5-11 0,1-1-4 15,-2 1-12-15,3 0-5 0,-4 0-9 0,2 0-27 16,0 2-30-16,-1-3-47 0,-1 1-45 0,-2-9-45 16,7 13-70-16,-6-7-130 0,-1-6-360 15,9 6 160-15</inkml:trace>
  <inkml:trace contextRef="#ctx0" brushRef="#br0" timeOffset="23520.77">4602 3165 51 0,'0'0'247'0,"-12"11"-2"0,2 1 0 16,-2 1-14-16,-2 9-7 0,-3 0-13 0,4-1-19 16,5-3-8-16,-3 0-7 0,4-1-16 0,1-2-17 15,2 0-12-15,1-1-12 0,3-2-12 0,0-2-8 16,3 2-9-16,2-3-9 0,3 0-9 0,1-3-4 15,2-2-5-15,2 1-8 0,6-5-8 0,3 0 1 16,-2-5-8-16,7 0-5 0,-5-2-3 0,-3-2-1 16,1 1-8-16,-2-1 0 0,-2 1-9 15,-1-5-6-15,-4 3 8 0,1 0-7 0,-2 0-2 0,0-2-5 16,-4 1-2-16,0 0-2 0,0-3-4 0,-3 3 4 16,-2 1-4-16,-1-2-2 0,1 0 8 0,-1 12-17 15,-4-23-2-15,-2 13 1 0,2 2 1 16,4 8 1-16,-7-10 4 0,7 10-1 0,-9-4 1 15,9 4-3-15,-17 4 6 0,7 2-1 0,-2 6 3 16,-2 1 1-16,3 1 0 0,-3 2 1 0,4 0-3 16,2 0-7-16,-2 1-19 0,5 0-32 0,1-2-46 15,1 3-35-15,1-2-35 0,0-5-43 0,0-1-209 16,0 3-467-16,2-1 207 0</inkml:trace>
  <inkml:trace contextRef="#ctx0" brushRef="#br0" timeOffset="24053.22">913 4398 157 0,'-7'-3'192'0,"7"3"-6"0,-11-2-11 0,11 2-22 15,-7-4-14-15,7 4-16 0,0 0-11 0,0 0-4 16,34-11-2-16,1 4-3 0,20-3-3 0,9-4-5 16,31-3 4-16,1-3-8 0,5 1-6 0,9-4 4 15,8 2-9-15,10-1-4 0,-2-3-8 0,8 6-4 16,8-9-7-16,1 0 3 0,0 7-11 0,8-7-4 16,6 5-6-16,-3-3-5 0,-2 3 0 0,0-2 8 15,-3 1-2-15,6-1 2 0,-8 2 6 0,-4 1 2 16,-6-1-1-16,-5-1 2 0,-1 3-1 0,-9-1 1 15,-6 1-9-15,-15 4 3 0,-2 0 3 0,-36 4-5 16,-3 3-7-16,1-2 3 0,-5 2-2 0,-5 0-7 16,-18 7 0-16,-2-4-3 0,-3 1-7 0,-11 3 2 15,-5 2-1-15,-12 1 0 0,19-2-6 16,-19 2-1-16,0 0-17 0,0 0-42 0,0 0-45 16,0 0-35-16,-55 5-35 0,16 0-37 0,-16 4-42 15,-8 4-224-15,-29-2-500 0,28 3 221 0</inkml:trace>
  <inkml:trace contextRef="#ctx0" brushRef="#br0" timeOffset="24864.21">438 5009 52 0,'0'0'161'0,"0"0"-20"0,0 0-10 0,0 0 2 16,0 0 12-16,0 0-10 0,0 0-14 0,0 0-9 15,0 0-4-15,0 0-11 0,0 0-14 0,0 0 0 16,0 0-9-16,44 52-6 0,-44-52-13 0,0 0 0 15,24 24-15-15,-24-24-17 0,16 16-33 0,-16-16-37 16,0 0-38-16,22 24-75 0,-22-24-93 0,0 0-274 16,0 0 122-16</inkml:trace>
  <inkml:trace contextRef="#ctx0" brushRef="#br0" timeOffset="25049.82">562 4995 140 0,'0'0'214'0,"0"0"-17"16,0 0-11-16,0 0-12 0,0 0-14 0,0 0-8 15,0 0-21-15,0 0-10 0,0 0-16 0,0 0-7 16,0 0-9-16,-63 56-18 0,63-56-38 0,-15 30-47 16,15-30-44-16,-16 29-67 0,5-7-154 0,11-22-303 15,-14 24 134-15</inkml:trace>
  <inkml:trace contextRef="#ctx0" brushRef="#br0" timeOffset="25204.5">564 5059 25 0,'0'0'160'0,"0"0"-19"0,0 0-17 0,0 0-48 16,0 0-45-16,0 0-68 0,0 0-50 0,0 0-94 15,0 0 42-15</inkml:trace>
  <inkml:trace contextRef="#ctx0" brushRef="#br0" timeOffset="35814.75">4558 7024 138 0,'-1'-9'192'16,"1"9"-4"-16,0 0-6 0,-1-6-9 0,1 6-19 15,0 0-9-15,0 0-17 0,0 0-16 0,0 0-4 16,0 0-16-16,0 0-12 0,0 0-4 0,0 0-4 15,1 35 1-15,0-9-4 0,0 3-3 0,-1 6-14 16,3 14-4-16,-2 3 4 0,1-5 1 0,-1 6-2 16,4 1-2-16,1 2 1 0,-1 3-4 15,3 0 5-15,2 22 9 0,-2-24-8 0,-3 1-4 16,4 28-5-16,-1-32-1 0,-6 1-6 0,6 1-3 0,-4-3-2 16,3-3-1-16,0-3-3 0,-3 2-4 0,2-1-2 15,-2-1 4-15,0 7 2 0,1-5 2 0,-5 4-5 16,1-3 1-16,0 5-1 0,-2-1-1 0,0 0 0 15,1-4-2-15,-3 1-4 0,1-3 1 0,0 2-2 16,1-16 1-16,0 12 0 0,1-10-1 0,-1-1-2 16,1 0-1-16,0-2-2 0,0 0 1 0,2-4-5 15,-1-3 2-15,2-1-2 0,-2-7 1 0,3-1-1 16,-3 0-13-16,1-5-8 0,-1 0-19 0,-1-5-20 16,1 0-24-16,1-1-30 0,-2-6-33 0,0 0-24 15,3 15-25-15,-3-15-33 0,2 2-171 0,-2-2-424 16,0 0 189-16</inkml:trace>
  <inkml:trace contextRef="#ctx0" brushRef="#br0" timeOffset="36282.51">4858 8306 190 0,'-2'-11'196'0,"-1"2"10"0,0 1 5 15,1 2-9-15,0-2-8 0,2 8-16 0,-3-9-15 16,3 9-16-16,-2-6-18 0,2 6-14 0,0 0-15 16,0 0-7-16,0 0-2 0,0 0 2 0,0 33-6 15,0-16-3-15,1 0-12 0,0 11-2 0,4 1-14 16,-1-1 2-16,-4 0-10 0,5-2-4 0,-2-7-3 15,2 2-4-15,-3-2-3 0,1 0-4 0,2-2-4 16,-1 1 2-16,1 0-6 0,-1-7-2 0,1 0-3 16,1 0 2-16,0-3 5 0,-3 0-13 0,0-2-2 15,1-1 4-15,-4-5-4 0,6 6 2 0,-3-2-5 16,-3-4 3-16,0 0-1 0,0 0 0 0,20-11-1 16,-15 1-3-16,0-2 0 0,2-3-1 0,0-3 2 15,2-5-2-15,-1-5 0 0,-2 1-3 0,2-4 2 16,3 1 0-16,-3-2 2 0,-1 1-4 0,-1 1 2 15,0 0 1-15,2 3-2 0,-5 0 0 0,-1 3-5 16,2 6 1-16,-1 1-7 0,-1 7-5 0,-2 0-9 16,1 2-13-16,-1 2-17 0,0 6-22 0,0 0-23 15,0-10-16-15,0 10-10 0,0 0-10 0,0 0-35 16,0 0-30-16,0 0-165 0,-1 35-394 0,0-24 174 16</inkml:trace>
  <inkml:trace contextRef="#ctx0" brushRef="#br0" timeOffset="36749.37">5302 8270 45 0,'1'-7'217'0,"-1"7"-1"0,0 0 2 0,0-12-9 16,0 12-14-16,0 0-12 0,-7-4-8 0,7 4-17 15,0 0-10-15,-13 1-13 0,13-1-12 0,-14 7-4 16,6 1-10-16,0 1-3 0,-3 5-3 0,2 3-11 15,0-3-3-15,0 4-9 0,0 5-10 0,3 1-1 16,2-5-3-16,0 1-5 0,0-3-9 0,3 0-3 16,1 1-8-16,1-5-1 0,3 0-1 0,-3-2-8 15,3-2-6-15,0 0 1 0,0-2-4 0,-2 0 0 16,4-2-2-16,-1-1-3 0,1 0-3 0,-6-4 3 16,9 5-3-16,-9-5 9 0,9 1-10 0,-9-1-2 15,11-5-2-15,-6 2-2 0,-5 3-2 0,9-10 6 16,-3 3-6-16,-3 2 4 0,0-2-3 0,2 1-1 15,-1-3-2-15,0-3 1 0,-2 3-4 0,2-4 1 16,0 2 5-16,0-4-6 0,-2 4 0 0,5 2 0 0,-5-3-3 16,2 5 1-16,0 0 0 0,0 0-4 15,-2 1 11-15,2 2-14 0,-4 4 9 0,7-6-5 16,-7 6 2-16,7-3-7 0,-7 3 6 0,0 0-1 16,10 1 1-16,-10-1 2 0,8 7 1 0,-3-2-1 15,2 2 4-15,-2 3-1 0,-1 0 1 0,-1 1 2 0,1-1-2 16,-2 1-2-16,0-2 0 0,2 1 0 15,-3-1-1-15,2 2 0 0,-3-2-16 0,1 1-23 16,0 0-19-16,0-2-29 0,-1-1-34 0,0-7-40 16,-1 13-40-16,1-13-52 0,-1 11-171 0,1-11-459 15,-4 8 204-15</inkml:trace>
  <inkml:trace contextRef="#ctx0" brushRef="#br0" timeOffset="37097.65">5607 8199 24 0,'0'0'218'0,"-3"-9"-4"15,3 9-7-15,-4-7-12 0,4 7-14 16,0 0-1-16,0 0-17 0,0 0-8 0,-19 16-10 16,12-8-6-16,2 3-15 0,-1 0-10 0,3-1-14 15,-1 4-10-15,2-3-7 0,1 2-8 0,1 0-7 0,0-3-7 16,2 1-3-16,3 0-9 0,0-4-5 15,0 5-1-15,0-2-6 0,1-2-4 0,1 1-4 16,2 1 1-16,0-2-9 0,0-1 0 0,-1 1-1 16,-1 0-2-16,1-1 0 0,-1 0-3 0,0-2-6 0,-2 2 1 15,-1-1-1-15,1-1 0 0,-1 0 2 0,-4-5 0 16,4 9-4-16,-3-5 4 0,-1-4-2 16,-1 10 1-16,1-10-3 0,-7 10 5 0,4-4-5 15,-4 1-1-15,-3-1-4 0,2 1 3 0,1 0-10 16,-2-5-9-16,0 4-14 0,0-4-22 0,0 3-32 0,1-1-31 15,2-3-50-15,6-1-48 0,-12 2-197 0,12-2-440 16,0 0 196-16</inkml:trace>
  <inkml:trace contextRef="#ctx0" brushRef="#br0" timeOffset="37302.17">5762 8248 164 0,'4'-4'261'0,"-4"4"-12"0,5-5-18 0,-5 5-21 16,9-4-15-16,-3 2-16 0,-6 2-13 0,17-5-15 0,-6 2-19 15,1 0-14-15,1 1-12 0,-3 1-30 0,0 0-34 16,2 2-34-16,-5-1-52 0,-7 0-23 16,12 3-31-16,-7-1-36 0,-5-2-29 0,8 5-134 15,-8-5-322-15,1 7 142 0</inkml:trace>
  <inkml:trace contextRef="#ctx0" brushRef="#br0" timeOffset="37461.97">5771 8338 135 0,'0'0'186'0,"-10"4"-2"15,10-4 1-15,0 0-6 0,-7 3-12 16,7-3-16-16,0 0-15 0,0 0-9 0,0 0-11 0,0 0-6 16,0 0-9-16,0 0-7 0,0 0-17 0,28 1-12 15,-17-2-34-15,3-2-48 0,2 2-45 16,3-4-41-16,0 0-42 0,0 1-142 0,-3-1-310 0,5-1 138 15</inkml:trace>
  <inkml:trace contextRef="#ctx0" brushRef="#br0" timeOffset="38563.61">6217 8042 27 0,'-5'-11'252'16,"4"5"-5"-16,1 6-10 0,-9-3-4 0,9 3-7 0,-9-3-12 15,9 3-22-15,0 0-9 0,-12 4-12 0,7 1 1 16,-2 5-5-16,-3 3-8 0,1 3-15 0,-1-1-12 16,4 2-11-16,0 0-3 0,-1 0-13 15,3-1-10-15,2-1-13 0,-2 2-6 0,4-5-6 16,0 1-8-16,1-1-5 0,2-1-5 0,-1-1-6 0,1 0-6 16,1 0-3-16,2-2-15 0,1-1-14 0,1 1-15 15,1-3-18-15,2 0-27 0,-2-1-24 16,-1-3-22-16,3 1-18 0,0-1-11 0,1-2-9 15,-2-2-15-15,4 0 6 0,-3 0-9 0,1-1 8 0,1-4-3 16,2 2 3-16,-1-3 17 0,0 0 5 0,-2 1 10 16,-3-2 13-16,2 0 3 0,-3-1 21 0,1 1 4 15,-3 0 14-15,2-4 20 0,-3 3 18 0,0 1 16 16,-1 1 25-16,-2 1 16 0,1 3 7 16,-3 5 17-16,1-10 6 0,-1 10 5 0,3-9 1 0,-3 9 3 15,1-5-4-15,-1 5 6 0,0 0 11 0,0 0 8 16,0 0-4-16,0 0 2 0,-10 21-1 0,5-14-4 15,0 3-5-15,2-2-7 0,2 2-4 0,0-2-2 16,-1 1-6-16,1-1-6 0,1 0-8 0,0-8-4 16,3 12 4-16,0-5-11 0,-1 0-5 0,5 0-4 15,-3-1-2-15,0-2-2 0,1 0 5 0,0 0-12 16,2-2-2-16,-7-2 5 0,12 1-14 0,-12-1 11 16,13 0-14-16,-13 0-9 0,13-1-6 15,-8-1-7-15,-5 2 2 0,9-6-3 0,-6 2-3 16,-3 4-3-16,5-9 1 0,-4 3-1 0,-1 6-5 0,1-12 4 15,-1 5 0-15,0 7-3 0,-2-17 6 0,2 11 1 16,0 6-1-16,-1-17 3 0,-2 7 4 0,2 1 2 16,-2 0-1-16,0 3-1 0,2-2 2 0,1 8 2 15,-1-12-2-15,1 12 3 0,0-11 7 0,0 11-2 16,5-8 5-16,-1 6 1 0,-4 2 7 0,11-4 13 16,-11 4 3-16,13 2-7 0,-3 0 2 0,3 3 10 15,-6 0 10-15,0 1-3 0,1 1 1 0,1 1 0 16,0 1 0-16,-3-2 4 0,-1 0-3 0,4 1-1 15,-5-4 2-15,1 5-4 0,-1-3-8 0,0 0-5 16,-2-1 5-16,-2-5 1 0,7 9-1 0,-7-9-1 16,1 7 1-16,-1-7-2 0,3 4-1 0,-3-4 1 15,0 0 4-15,0 0-2 0,0 0-7 0,0 0 2 16,0 0-2-16,0 0-1 0,0 0-8 0,0 0 1 16,0 0-4-16,0 0 2 0,0 0 1 0,0 0-9 15,-7-25 5-15,11 19-3 0,-4 6-3 0,3-16-2 16,0 5 0-16,4 1 0 0,-1 2 1 0,-3-3-6 15,6 2 0-15,-2-1-2 0,-1 2 0 0,-4 2-3 16,3 0 2-16,0 2 0 0,-5 4 2 0,10-6-5 16,-4 3 3-16,-6 3 4 0,12 2-4 0,-12-2 4 15,13 6 1-15,-8-1 3 0,0 0-1 0,3 2-2 16,1-1 3-16,-5 0-5 0,1 0 5 0,4 0 1 16,-4-1 3-16,-1 1-2 0,3-2 1 15,-1-1 1-15,-1 0 1 0,0 1-4 0,3-1 4 0,-1-2-4 16,-7-1 4-16,13 0-3 0,-13 0 6 0,10-1-2 15,-2-2 0-15,-8 3-6 0,10-7 4 0,-2 0 1 16,-3 2-3-16,1 0 1 0,-2 0-1 0,1-5 6 16,-2 3 0-16,-1-2-6 0,1 1-2 15,0-3 4-15,-2 3 2 0,-1 0-5 0,0-2 1 0,0 10-4 16,1-14-1-16,-1 8 4 0,0 6-1 0,0 0-1 16,-1-11 2-16,1 11-8 0,0 0 0 0,0 0-2 15,-3-5 0-15,3 5 2 0,0 0 3 0,0 0 1 16,0 0 1-16,-6 21 2 0,3-11-5 0,2-3 1 15,0 3 3-15,1-1-4 0,1 2 2 0,-2 0 6 16,2-1-2-16,0-1-5 0,2 1-2 0,1-1 8 16,-3 1-5-16,0-1-1 0,1 1 5 0,-2-4-1 15,1 0 0-15,-1-6-1 0,2 14 3 0,0-7-1 16,-2-1-6-16,0-6-11 0,-2 14-11 0,0-9-27 16,-2 0-34-16,0 2-29 0,0 0-43 0,0-3-40 15,-1 1-43-15,1-1-51 0,4-4-152 0,-10 6-483 16,10-6 214-16</inkml:trace>
  <inkml:trace contextRef="#ctx0" brushRef="#br0" timeOffset="38817.9">7048 7879 56 0,'4'-15'249'0,"1"3"7"15,0 2-1-15,0 1-3 0,-1 3-17 0,-2 2-21 16,-2 4-22-16,5-5-18 0,-5 5-1 0,0 0 1 15,0 0-11-15,11 15 12 0,-7-3 2 0,-2 3-13 16,3 3-1-16,-2 0-9 0,-5 0-13 0,5 0-23 16,-2 0-2-16,0 2-16 0,-1-3-9 0,0 2-9 15,-1-6-3-15,0 3-4 0,1-1-9 0,0 0-15 16,0-3-1-16,0-2-20 0,0 2-24 0,0-2-29 16,0-1-32-16,-1-2-37 0,1-7-31 0,0 13-36 15,-2-8-46-15,2-5-50 0,0 11-68 0,0-11-177 16,-5 4-540-16,5-4 239 0</inkml:trace>
  <inkml:trace contextRef="#ctx0" brushRef="#br0" timeOffset="39363.25">6933 7986 166 0,'9'-5'192'0,"2"2"-1"0,2-1-13 15,3 0-16-15,1 1-4 0,2-1-12 16,2 1-5-16,-3 0-17 0,1 0-14 0,-4 0-8 16,0 1-13-16,-2 1-1 0,5 0-16 15,-5 0-2-15,-2 2-4 0,0-2-11 0,-11 1-7 0,13-1-5 16,-6 1-6-16,-7 0-2 0,0 0-5 0,10 2-5 0,-10-2-2 16,0 0 5-16,0 0-6 0,8 0 4 15,-8 0-7-15,0 0 1 0,0 0 0 0,0 0-3 16,1 7 2-16,-1-7 3 0,0 0-1 0,-10 13-1 15,7-9 2-15,-2 3 1 0,-2 1-1 0,2-1-7 16,-2 0 2-16,3 2 0 0,-1 0-4 0,-1-2 4 16,2 3-3-16,-1-1 3 0,2-1-6 0,0 0 3 15,3-8-2-15,-3 11 1 0,2-6-4 0,1-5 0 16,-3 9 4-16,3-9-4 0,0 0-2 0,3 11 1 16,-3-11 2-16,4 5-1 0,-4-5 5 0,5 4-1 15,-5-4-6-15,7 1 2 0,-7-1 1 0,0 0 1 0,16-2-4 16,-16 2 1-16,11-4 2 0,-6 1 1 15,0-1-4-15,-5 4 12 0,9-7-12 0,-5 3 6 16,-4 4 1-16,8-9 3 0,-4 3-6 0,-2 2 3 16,-2 4-1-16,4-13 1 0,-3 5-3 0,-1 8 0 0,3-13 0 15,-3 13 8-15,0-11-2 0,1 6-6 16,-1 5 6-16,0 0-3 0,-1-13-5 0,1 13 1 16,0 0-3-16,1-7-6 0,-1 7 3 0,0 0-4 15,0 0-1-15,0 0 7 0,0 0-5 0,0 0 3 16,7 22-2-16,-7-14 3 0,1 1-5 0,1 1-14 15,0-2-26-15,-1 3-29 0,0-1-36 0,1 0-44 16,-1-2-26-16,0-1-30 0,2 3-31 0,-2-2-145 0,0-3-411 16,2 2 182-16</inkml:trace>
  <inkml:trace contextRef="#ctx0" brushRef="#br0" timeOffset="39585.53">7321 8110 147 0,'3'-7'184'0,"-1"-3"5"0,2 2-8 0,-3-3-5 15,3 0-14-15,1 0-1 0,2 1-7 0,-1-1 5 16,1 0-2-16,-1 0-10 0,-2 2-2 0,0 1-6 16,1 3-8-16,-2 0-17 0,1 1-8 0,-4 4-5 0,8-4-8 15,-8 4 0-15,0 0 2 0,15 6-5 16,-10 0 4-16,1-1-15 0,-1 3-6 0,-3-1-12 16,1-2-7-16,-1 6-3 0,1-2-6 0,2 1-3 15,-5-3-17-15,1 1-19 0,2 1-23 0,-3 0-39 0,0 0-44 16,0-9-44-16,1 13-62 0,-1-6-49 0,0-7-191 15,0 0-484-15,0 13 215 0</inkml:trace>
  <inkml:trace contextRef="#ctx0" brushRef="#br0" timeOffset="39827.89">7597 7808 22 0,'3'-9'270'0,"-3"2"10"0,0 7-2 15,4-11-17-15,-4 11-24 0,1-8-18 16,-1 8-15-16,0 0-2 0,0 0 17 0,0 0-7 0,0 0-11 16,1 29-4-16,-2-17-15 0,2 5-16 0,0-1-7 15,-1 4 3-15,0-1-21 0,-2 0-9 0,1 5-12 16,1-4-21-16,-2-1-2 0,2 6-17 0,-4-5-5 16,3-5-8-16,1 2-17 0,-1-1-21 0,-2-4-36 15,1-2-34-15,2 2-48 0,0-3-57 0,-1-2-69 16,1-7-66-16,-3 15-316 0,3-15-647 0,-6 10 286 15</inkml:trace>
  <inkml:trace contextRef="#ctx0" brushRef="#br0" timeOffset="39985.35">7558 7956 134 0,'0'0'177'0,"8"-8"-11"15,-4 5-21-15,3-3-23 0,1 2-27 0,3-2-66 16,0 1-58-16,0-1-112 0,-1 0-151 0,0 0 68 16</inkml:trace>
  <inkml:trace contextRef="#ctx0" brushRef="#br0" timeOffset="40132.57">7789 7854 104 0,'0'0'261'0,"0"0"-13"0,5-4-22 16,-5 4-24-16,0 0-24 0,0 0-24 0,0 0-48 16,0 0-51-16,5-4-62 0,-5 4-73 15,0 0-162-15,0 0-261 0,0 0 116 0</inkml:trace>
  <inkml:trace contextRef="#ctx0" brushRef="#br0" timeOffset="138641.13">353 8863 28 0,'0'0'37'0,"0"0"3"0,0 0-8 16,0 0 1-16,0 0 1 0,0 0-1 0,0 0-9 15,0 0-1-15,-49-10-1 0,49 10-1 0,0 0 0 16,0 0 2-16,0 0-6 0,0 0-3 0,0 0 1 16,0 0-3-16,0 0 2 0,0 0 4 0,0 0-6 15,0 0-3-15,-40-2-7 0,40 2 1 0,0 0 6 16,0 0-1-16,0 0 3 0,0 0 8 0,0 0 6 16,0 0 4-16,0 0 5 0,0 0-4 15,0 0 10-15,0 0 0 0,118-22 9 0,-81 13-2 0,14-5-4 16,1-5 0-16,6 3 5 0,1-3-5 15,2 2-7-15,-1-1-2 0,-1 0 5 0,-2 1-4 0,1 0-2 16,-3 4-1-16,-7 0 1 0,-11 3-5 0,-3 1-11 16,0-1 6-16,-3 3-4 0,-2-1 4 0,-1 3-6 15,-6 1-6-15,-5 0 4 0,-3 1 0 16,-3 1-6-16,0-1 4 0,-3 0-9 0,-8 3 3 0,13-1-6 16,-13 1 7-16,9-3-1 0,-9 3 2 15,0 0-1-15,0 0 2 0,0 0 8 0,15-2 3 16,-15 2 0-16,0 0 8 0,0 0 0 0,0 0-10 15,0 0-3-15,0 0 6 0,0 0-5 0,0 0-6 0,0 0 9 16,0 0-9-16,0 0-2 0,0 0-7 16,0 0-29-16,0 0-7 0,0 0-31 0,0 0-24 15,0 0-18-15,0 0-19 0,0 0-89 0,0 0-233 16,0 0 104-16</inkml:trace>
  <inkml:trace contextRef="#ctx0" brushRef="#br0" timeOffset="139633.16">3470 7400 15 0,'0'0'43'0,"0"0"-5"0,0 0 1 0,0 0-6 0,0 0-3 15,0 0-4-15,0 0-7 0,0 0 2 0,0 0 1 16,0 0-2-16,0 0-6 0,0 0-5 16,0 0-8-16,0 0-4 0,0 0-12 0,0 0-15 15,0 0-17-15,0 0-52 0,0 0 24 0</inkml:trace>
  <inkml:trace contextRef="#ctx0" brushRef="#br0" timeOffset="140040.57">3854 7461 35 0,'0'0'68'0,"0"0"-2"0,0 0-11 15,0 0-1-15,0 0-6 0,0 0-4 16,0 0 5-16,0 0-12 0,0 0-1 0,0 0-3 0,0 0 0 16,0 0-5-16,0 0-2 0,0 0-2 0,0 0-2 15,0 0-6-15,0 0 2 0,0 0-4 16,0 0 5-16,0 0-2 0,0 0-5 0,-13-16 2 0,13 16 1 15,0 0 1-15,0 0-8 0,0 0 9 16,0 0 0-16,0 0-8 0,0 0 0 0,0 0 6 0,0 0 4 16,0 0-14-16,-1-10 7 0,1 10-5 0,0 0-1 15,0 0 3-15,0 0-4 0,0 0-10 0,0 0-14 16,0 0-15-16,0 0-12 0,0 0-19 0,0 0-63 16,0 0-139-16,0 0 61 0</inkml:trace>
  <inkml:trace contextRef="#ctx0" brushRef="#br0" timeOffset="140736.4">3090 8582 14 0,'0'0'4'0,"0"0"-7"0,0 0-4 16,0 0 2-16</inkml:trace>
  <inkml:trace contextRef="#ctx0" brushRef="#br0" timeOffset="141632.78">3807 8656 21 0,'0'0'37'0,"0"0"0"0,0 0 0 15,0 0-4-15,0 0-2 0,0 0-2 16,0 0 0-16,0 0 1 0,0 0-7 0,0 0 2 15,0 0-6-15,0 0 4 0,0 0-3 0,0 0 2 0,0 0 1 16,0 0-1-16,0 0 1 0,0 0-13 0,0 0 4 16,0 0-3-16,0 0 2 0,0 0 3 0,0 0-7 15,0 0 3-15,0 0-2 0,0 0-3 16,0 0-1-16,0 0 1 0,0 0-3 0,0 0 2 16,0 0 1-16,0 0 1 0,0 0-7 0,0 0 2 0,0 0 2 15,0 0-3-15,0 0 2 0,0 0-2 16,0 0 1-16,0 0-3 0,0 0 3 0,0 0-3 0,0 0 5 15,0 0-4-15,0 0 4 0,0 0-6 16,0 0 23-16,0 0-18 0,0 0-5 0,0 0 0 16,0 0 2-16,0 0-3 0,0 0 1 0,0 0 0 0,0 0 4 15,0 0-3-15,0 0-3 0,0 0 7 0,0 0-5 16,0 0 3-16,0 0-2 0,0 0 1 0,0 0 2 16,0 0-5-16,0 0 7 0,0 0 4 0,0 0-9 15,0 0 2-15,0 0-1 0,0 0-2 16,0 0-1-16,0 0 9 0,0 0-5 0,0 0-2 0,0 0 3 15,0 0-2-15,0 0 1 0,0 0-4 0,0 0 2 16,0 0-2-16,0 0 10 0,0 0-6 16,0 0-1-16,0 0 2 0,0 0 5 0,0 0-11 0,0 0 5 15,0 0-6-15,0 0 3 0,0 0 5 16,0 0 0-16,0 0 2 0,0 0-2 0,0 0-5 16,0 0 2-16,0 0 1 0,0 0-2 0,0 0 3 0,0 0-5 15,0 0 1-15,0 0-2 0,0 0 6 16,0 0 5-16,0 0-5 0,0 0-3 0,0 0 5 15,0 0-10-15,0 0 5 0,0 0-3 0,0 0 6 16,0 0-1-16,0 0 1 0,0 0-5 0,0 0 2 0,0 0 0 16,0 0-2-16,0 0 1 0,0 0 4 0,0 0-6 15,0 0-1-15,0 0 5 0,0 0-1 0,0 0 5 16,0 0-1-16,0 0-8 0,0 0 10 0,0 0-6 16,0 0 1-16,0 0-4 0,0 0 3 0,0 0 0 15,0 0 1-15,0 0-4 0,0 0 1 0,0 0 0 16,0 0 1-16,0 0 4 0,0 0 1 15,0 0-10-15,0 0 3 0,0 0 5 0,0 0 0 16,0 0-6-16,0 0 2 0,0 0-9 0,0 0-3 16,0 0-10-16,0 0-13 0,0 8-17 0,0-8-48 0,0 0-111 15,0 0 49-15</inkml:trace>
  <inkml:trace contextRef="#ctx0" brushRef="#br0" timeOffset="156686.07">6994 8379 51 0,'0'0'81'0,"0"0"-1"0,6-1-11 0,-6 1-4 15,0 0-5-15,0 0-8 0,0 0-11 0,0 0-3 16,0 0-1-16,0 0-3 0,0 0-2 0,0 0-4 16,0 0-11-16,0 0-21 0,13 2-8 0,-13-2-21 15,4 6-18-15,-4-6-47 0,3 4-106 0,-3-4 47 16</inkml:trace>
  <inkml:trace contextRef="#ctx0" brushRef="#br0" timeOffset="164513.31">403 9710 12 0,'0'0'163'0,"0"0"1"0,0 0-11 0,0 0 1 16,0 0-8-16,0 0-9 0,-23-32-8 0,23 32-8 16,0 0-14-16,0 0-11 0,0 0-9 15,0 0-10-15,0 0-13 0,0 0-5 0,0 0-8 16,0 0-3-16,0 0-1 0,0 0-2 0,0 0-3 16,0 0 2-16,0 0-3 0,-2 96-2 0,2-96-4 15,4 45-2-15,-4-45-2 0,0 42 1 0,0-42 0 0,5 36-1 16,-5-36-2-16,3 38-9 0,-3-38 2 15,2 36-2-15,-2-36 3 0,2 33-6 0,-2-33 0 16,0 0-1-16,6 35-5 0,-6-35-15 0,0 0-19 16,5 32-25-16,-5-32-23 0,0 0-33 0,0 0-32 15,6 28-24-15,-6-28-149 0,0 0-333 0,0 0 147 16</inkml:trace>
  <inkml:trace contextRef="#ctx0" brushRef="#br0" timeOffset="164846.01">526 9933 16 0,'0'0'114'15,"0"0"6"-15,0 0 4 0,0 0 7 0,0 0-4 16,0 0-10-16,0 0-11 0,0 0-9 0,0 0-9 16,0 0-11-16,0 0 5 0,0 0-5 0,0 0-4 15,36 50 3-15,-36-50 6 0,0 0 2 0,0 0 1 16,33 14-2-16,-33-14 3 0,0 0-3 15,42-1-1-15,-42 1-3 0,0 0 2 0,44-14-5 16,-44 14-9-16,27-17-3 0,-27 17-3 0,0 0-4 16,27-22-1-16,-27 22-2 0,11-17-4 0,-11 17-3 15,0 0-7-15,0 0-3 0,12-30-4 0,-12 30-1 0,0 0-7 16,0 0-1-16,0 0-3 0,-25-42-4 0,25 42-1 16,0 0-5-16,-29-17-4 0,29 17 0 15,0 0 3-15,-31-5-8 0,31 5-12 0,0 0-19 16,0 0-17-16,0 0-23 0,-59 27-27 0,59-27-40 15,-25 27-34-15,25-27-41 0,-17 31-159 0,17-31-401 16,-14 25 179-16</inkml:trace>
  <inkml:trace contextRef="#ctx0" brushRef="#br0" timeOffset="165098.06">769 9755 228 0,'0'0'233'0,"0"0"7"0,0 0-3 16,4-50-10-16,-4 50-15 0,0 0-17 0,0 0-27 16,0 0-21-16,0 0-16 0,0 0-16 0,0 0-13 15,0 0-12-15,14-15-7 0,-11 25-7 0,-3-10-4 16,15 29-7-16,-11-12-5 0,2 2-7 0,0 0-5 16,2 4-6-16,-3 1 0 0,-1 1-5 15,-1-6-4-15,-1-2 0 0,-1 2-20 0,3 2-17 16,-4-2-22-16,2-1-29 0,-4 1-25 0,2 0-41 0,0-7-35 15,0 4-36-15,-3-5-42 0,2 1-119 0,1-12-381 16,0 0 168-16</inkml:trace>
  <inkml:trace contextRef="#ctx0" brushRef="#br0" timeOffset="165334.57">1007 9732 23 0,'2'-10'207'0,"-2"10"-10"0,0 0-21 0,1-10-8 16,-1 10-23-16,0 0-13 0,0 0-14 0,0 0-10 16,0 0-5-16,0 0 8 0,0 0-2 0,-12 27-3 15,7-12-6-15,-2 3-12 0,1-3-3 0,2 2-9 16,0 1-6-16,-2-1-10 0,2-5-2 0,3 4-4 16,-2-5-11-16,4-1 3 0,-2 1-14 0,4 0 3 15,-2-3-11-15,3 2-21 0,2-2-27 0,-6-8-33 16,12 15-33-16,-12-15-40 0,15 7-39 0,-2-5-166 15,-13-2-362-15,15 4 160 0</inkml:trace>
  <inkml:trace contextRef="#ctx0" brushRef="#br0" timeOffset="165722.14">1221 9926 201 0,'0'0'207'0,"8"-4"-8"0,-8 4-1 0,9-6-12 16,-3 3-6-16,-6 3-9 0,12-6-12 15,-7 0-7-15,-5 6-11 0,11-7-8 0,-4 3-6 16,-7 4-8-16,9-9-12 0,-9 9-5 0,9-8-11 16,-9 8-5-16,6-9-6 0,-6 9-14 0,5-10-1 15,-5 10-7-15,3-12-3 0,-3 12-10 0,0-14-5 16,0 14-3-16,-4-13-3 0,4 13-2 0,-6-16-1 16,3 4-8-16,0 3 1 0,0-2-6 0,1 0 0 15,0 0-2-15,2-2-7 0,0 13-2 0,4-22 0 16,2 13 1-16,-1-2-5 0,3 0 0 0,-2 4 0 15,3-1-2-15,1 2-1 0,2 1-3 0,-1 3-1 16,2 1 1-16,-1 1-4 0,2 2 3 0,-14-2 2 16,20 6-4-16,-10 0 3 0,0 1-1 0,1-1-1 15,-2 3-1-15,-2 0 2 0,0 1 0 0,-2 0 4 16,-1-1-6-16,0 2 2 0,1 0 1 0,-5-11 5 16,1 19-4-16,-1-19 2 0,6 17-2 0,-6-17 1 15,2 15 0-15,-2-15 3 0,3 14 4 0,0-5-20 16,-3-9-28-16,7 13-30 0,-1-4-42 0,-6-9-35 15,14 10-53-15,-4-6-35 0,0-1-155 0,-10-3-423 16,25 4 187-16</inkml:trace>
  <inkml:trace contextRef="#ctx0" brushRef="#br0" timeOffset="166002.97">1997 9458 111 0,'0'0'236'0,"0"-9"-18"0,0 9-15 0,0 0-26 16,1-10-23-16,-1 10-15 0,0 0-11 0,0 0-2 15,0 0-2-15,0 0 0 0,2 48-6 0,0-28-7 16,-2 5-5-16,0 1-7 0,0 1-7 0,0-1-7 16,0-1-2-16,0-7-3 0,0 2-13 0,0-1-3 15,0 0-8-15,0-2-6 0,-1 0-2 0,2 1-6 16,-2-3-2-16,0-3-4 0,1-12-1 0,0 23-9 15,0-23-18-15,1 19-21 0,-1-19-23 0,-1 13-25 16,1-13-28-16,0 0-17 0,-4 17-32 0,4-17-25 16,-7 8-21-16,7-8-16 0,-12 7-133 0,12-7-361 15,0 0 160-15</inkml:trace>
  <inkml:trace contextRef="#ctx0" brushRef="#br0" timeOffset="166329.17">1906 9735 56 0,'6'-15'96'0,"0"5"2"0,2-3 6 0,0 4-10 15,0 2 4-15,0 0-2 0,-8 7-8 0,14-10 5 16,-14 10-1-16,16-5-10 0,-5 4-2 0,-11 1-4 16,20 2 8-16,-20-2-17 0,21 8 12 15,-14-5 1-15,3 3-5 0,-10-6 0 0,18 11-1 0,-10-4-9 16,1-1 1-16,0 0-4 0,0-1-5 16,-9-5-7-16,17 10 0 0,-7-6-5 0,0-1 1 15,-10-3-3-15,14 6-3 0,-14-6 0 0,13 4 2 16,-13-4 4-16,14 2 5 0,-14-2-1 0,0 0-4 15,17-6-1-15,-17 6 3 0,12-7-2 0,-12 7 5 16,7-11-7-16,-7 11-2 0,6-12-4 0,-6 12 1 16,0-14-4-16,0 14 5 0,-1-17-12 0,1 17 6 15,-7-20-9-15,2 11-3 0,-1-1-4 0,-2 1-6 16,0 0 1-16,1 2-3 0,-3 0-4 0,1 1-2 16,0 2-13-16,-2-1-10 0,11 5-13 0,-17-2-14 15,6 3-19-15,11-1-18 0,-16 7-27 0,16-7-32 16,-13 11-39-16,4-2-51 0,4 0-130 0,5-9-391 15,-5 14 174-15</inkml:trace>
  <inkml:trace contextRef="#ctx0" brushRef="#br0" timeOffset="166571.56">2543 9458 213 0,'2'-19'251'0,"-2"19"8"0,1-13-5 15,-1 13-12-15,0 0-11 0,-1-19-17 0,1 19-23 16,0 0-16-16,0 0-24 0,0 0-24 0,0 0-11 16,0 0-15-16,0 0-7 0,0 0-11 0,0 0-10 15,9 41-1-15,-6-15-1 0,-1 1-14 0,1-2-6 16,-2 3-7-16,-1-2 1 0,2-1-6 0,0 1-3 0,-2-7-5 16,1 5-3-16,1-3-26 0,-2-2-32 15,1 0-46-15,3 1-51 0,-3-5-67 0,1 2-72 16,-2-17-161-16,-1 24-462 0,1-24 205 0</inkml:trace>
  <inkml:trace contextRef="#ctx0" brushRef="#br0" timeOffset="166800.97">2943 9456 216 0,'0'0'263'0,"0"0"-23"0,3-9-30 0,-3 9-22 15,0 0-7-15,0 0-16 0,0 0-7 0,0 0-6 16,0 0-10-16,11 36-12 0,-10-20-13 0,0 0-8 16,1 1-12-16,-1-2-11 0,-1 3-6 0,1-2-9 15,-1 0-4-15,0 1-5 0,0-2-5 0,-1 1-19 16,0-1-29-16,-2 1-35 0,1-1-43 0,2-15-46 16,-7 23-48-16,2-13-53 0,-3-1-160 15,8-9-405-15,-10 15 180 0</inkml:trace>
  <inkml:trace contextRef="#ctx0" brushRef="#br0" timeOffset="167187.29">2927 9544 122 0,'4'-13'202'0,"-4"13"-18"16,0 0-14-16,0 0-4 0,7-11-8 0,-7 11-6 15,0 0-3-15,0 0-9 0,0 0-11 0,24 16-4 16,-15-8-13-16,-2-1-11 0,1 0-10 0,0 0-4 15,2 1-12-15,-10-8-1 0,17 12-11 0,-10-7 2 16,-7-5-8-16,16 7-5 0,-16-7-4 0,15 2-2 16,-15-2 0-16,15 0 0 0,-15 0 3 15,0 0-6-15,23-9 0 0,-16 2-3 0,-2-1-4 0,-5 8 0 16,10-17-1-16,-6 8-1 0,2-1-2 0,-1 0 4 16,-5 10-2-16,8-20-2 0,-8 20-1 0,5-22-1 15,-2 12-2-15,-3 10 0 0,5-17 2 0,-5 17-3 16,7-10 0-16,-7 10-2 0,0 0-7 0,0 0-5 15,7-14 1-15,-7 14-2 0,0 0-7 16,0 0-1-16,0 0 1 0,0 0 3 0,22 31 9 16,-19-19 3-16,4 2-1 0,-2 2 6 0,0 0-4 0,0 0 1 15,0 1-2-15,-1 0-1 0,0-2 4 16,-1 2-4-16,0 0-3 0,3 1-23 0,-5-6-22 16,4 3-24-16,-5-15-33 0,6 24-39 0,-2-12-44 0,-4-12-52 15,8 18-52-15,-3-9-173 0,-5-9-483 0,13 11 214 16</inkml:trace>
  <inkml:trace contextRef="#ctx0" brushRef="#br0" timeOffset="167627.17">3454 9635 198 0,'0'0'214'0,"0"0"-11"0,0 0-6 0,0 0-7 15,0 0-10-15,0 0-14 0,0 0-5 0,16 1-13 16,-16-1-5-16,0 0-15 0,0 0-4 0,12 10-12 15,-12-10-5-15,10 5-8 0,-10-5-6 0,13 4-3 16,-13-4-7-16,14 4-2 0,-14-4-9 0,22 0-5 16,-22 0-6-16,21-1-3 0,-21 1-4 0,21-4-4 15,-11 2-9-15,-10 2 0 0,20-5-1 16,-20 5-6-16,12-8-3 0,-12 8-1 0,9-8 4 0,-9 8-6 16,7-13-4-16,-7 13-2 0,2-15 1 0,-2 15-3 15,-1-18-1-15,1 18-5 0,-5-21 0 0,1 11 0 16,0-2-3-16,-2-4-3 0,-1 0 1 15,5 5-4-15,-5-5-1 0,5 0-1 0,-1 3 8 16,3 13 5-16,0-23 4 0,0 23-5 0,4-24-1 0,1 12 2 16,5-1-4-16,-1 3 2 0,-9 10-3 0,21-13-2 15,-8 8-4-15,-13 5 0 0,22-5-7 0,-22 5 2 16,27 2-2-16,-14 2 0 0,-1 2 0 0,-1 4-4 16,2 0 4-16,-4-1 3 0,5 4-5 15,-5 1 5-15,-3 0-2 0,2 2 1 0,-2 0 3 16,-3-5-1-16,-1 1 9 0,1 1-13 0,0-3 8 15,-3-10-12-15,5 20 9 0,-3-10 0 0,-2-10-1 16,5 16-9-16,-5-16-23 0,9 14-30 0,-9-14-38 16,8 9-60-16,-8-9-80 0,16 4-280 0,-16-4-562 15,22-4 249-15</inkml:trace>
  <inkml:trace contextRef="#ctx0" brushRef="#br0" timeOffset="167784.98">4175 9410 2843 0,'6'-5'133'0,"-6"5"-74"0,9-10-37 15,-5 5 6-15,-4 5 25 0,0 0 24 0,6-11 22 16,-6 11-1-16,5-7-1 0,-5 7-6 0,0 0-10 16,0 0-16-16,0 0-2 0,4-11-22 0,-4 11-27 15,0 0-25-15,0 0-52 0,0 0-46 0,0 0-43 16,0 0-56-16,0 0-74 0,0 0-225 0,0 0-548 16,-38 17 242-16</inkml:trace>
  <inkml:trace contextRef="#ctx0" brushRef="#br0" timeOffset="168544.34">158 10662 18 0,'0'0'156'0,"0"0"-1"0,0 0 5 16,-40-16-2-16,40 16 0 0,0 0-6 15,0 0-9-15,0 0-5 0,0 0-8 0,0 0-15 16,-25-15-10-16,25 15-9 0,0 0-12 0,0 0-11 16,0 0-8-16,0 0-5 0,0 0-7 0,0 0 6 15,0 0-3-15,0 0-3 0,83-21-1 0,-45 15-5 16,16-2-5-16,-1 2 2 0,4-3-4 0,3 2-4 16,5-2-1-16,32-3-4 0,-5 1-2 0,10-1 3 15,3 0-3-15,1-2-3 0,6-2 0 0,0 3-4 16,5-4 3-16,-5-1-2 0,7 0 1 0,7-3-2 15,-3 2-1-15,1-3-2 0,-1 3 2 0,-3 1 4 16,-7-4 0-16,2 0-4 0,4 1 1 0,1-1-2 16,-3 4 3-16,0 1-2 0,-3-1 9 0,0 2-9 15,2-2 8-15,-4 2 4 0,0 1 4 0,4-2-3 16,-9 2 4-16,1 2-2 0,-4 2-4 0,-5-1-4 16,-5 3 6-16,1-1-8 0,-6-1 4 0,-23 1-4 15,-2 5 1-15,28-7-3 0,-34 4-5 0,0 0 3 16,-2-1-2-16,-3 1-3 0,-14 3-3 0,11-3 4 15,-13 1-2-15,1 2 0 0,-5 1-7 0,-2-1 8 16,-4 2-5-16,-8 1 1 0,-5-1-1 0,-14 3 2 16,23-2-3-16,-23 2 1 0,13-2-4 0,-13 2 0 15,0 0-8-15,0 0-30 0,0 0-33 0,0 0-30 16,0 0-38-16,0 0-30 0,0 0-47 0,0 0-48 16,-74-11-210-16,37 11-503 0,-21-2 223 0</inkml:trace>
  <inkml:trace contextRef="#ctx0" brushRef="#br0" timeOffset="170045.34">166 10656 3 0,'0'0'25'0,"0"0"5"15,0 0 14-15,0 0 2 0,0 0 7 0,0 0 5 16,0 0 7-16,0 0 10 0,0 0 1 0,0 0-7 16,0 0 0-16,0 0 10 0,0 0 8 0,0 0 1 15,0 0 2-15,0 0-3 0,0 0-1 0,0 0-6 16,0 0-1-16,0 0-17 0,-46-17 4 0,46 17-9 15,0 0-4-15,0 0-1 0,0 0 11 0,-14-34 2 16,14 34-8-16,0 0-4 0,-9-34-6 0,9 34-2 16,-4-29-6-16,4 29 0 0,-5-35-5 0,5 35-3 15,-2-48-1-15,2 48-3 0,-2-54 1 0,2 26 0 16,0 28-5-16,2-55 1 0,-4 27-4 0,2 28-2 16,0-62 4-16,0 30-6 0,0 32 2 0,-4-63-5 15,4 32 2-15,0 31-1 0,-2-60-4 16,2 32 0-16,0 28-2 0,-4-54-1 0,4 27-3 0,0 27 3 15,-2-49-2-15,2 49 0 0,0-44 4 0,0 44-4 16,-2-40-2-16,2 40 2 0,0-39-4 0,0 39 7 16,0-37 0-16,0 37 0 0,-2-37-1 0,2 37-4 15,0 0-1-15,0-50-1 0,0 50-2 0,2-27 6 16,-2 27-4-16,0 0 4 0,0 0-1 0,4-41-2 16,-4 41 0-16,0 0-2 0,2-31 3 0,-2 31 0 15,0 0 0-15,0 0-3 0,0 0-2 16,10-35 0-16,-10 35 1 0,0 0-2 0,15-22 6 15,-15 22-10-15,0 0 8 0,25-27-4 0,-25 27 1 0,29-19-3 16,-8 9 6-16,4-2 1 0,1-2-4 16,5 4-3-16,1-5 10 0,3 2-7 0,0 0 0 15,14-3 1-15,-10 4-2 0,12-2 5 0,3-2-3 16,2 5 3-16,1-1 0 0,-2-3-1 0,3 4-2 16,1 1 3-16,0-3-1 0,6 2 3 0,-1 1-1 15,0-2 0-15,23-5-2 0,-26 10 3 0,4-5 0 16,25-2 1-16,-25 3-3 0,31-8 3 0,-7 7-2 15,-24 3 3-15,30-5-3 0,-7 5 1 0,-22 1-2 16,23-2 2-16,-24 3 0 0,-1 2-8 0,28-4 7 16,-29 5 1-16,4 0 0 0,24-5 4 0,-27 4-3 15,1 2-4-15,-3-1 1 0,2 0 3 0,-1-1-2 16,0 4 0-16,-3-4 1 0,0 1 0 0,0-1 5 16,-1 0-6-16,-2-2-2 0,2 6 2 0,-2-1-2 15,-2-2-4-15,0 1 4 0,-2-1-4 0,-3 1 5 16,-11 1 3-16,0 1-4 0,-1-1 3 0,0 4-3 15,0-1 2-15,-2 1-1 0,0 3 0 0,-3-2-3 16,-2 3 4-16,-4 0-5 0,0 1 2 0,1 0-2 16,-10 1 1-16,2 0 0 0,2-1 3 0,-4 2-4 15,1-1 2-15,1 0 3 0,0-1-3 0,5 1 2 16,-5 1-1-16,0-4 4 0,5 3-6 0,-4 0 6 16,-5-3-2-16,5 0-4 0,-1-3 5 0,-3 2-5 15,1-1 3-15,0 0-1 0,-2 3 5 0,-3-2-7 16,5-4 0-16,-18 0 1 0,27 6 0 15,-14-5-3-15,1 3 2 0,-14-4 2 0,28 8-2 16,-17-4-3-16,-11-4 3 0,23 7 2 0,-13-1 3 16,3 5-9-16,-3-3 5 0,-1 2-3 0,-1 0 4 15,-8-10 0-15,17 23-1 0,-10-13-4 0,1 8 2 0,2-3 3 16,-1 2 0-16,0 0-2 0,1-2 4 0,-1 1-6 16,-1 1 4-16,1-1-2 0,0 1 3 15,-1 1 1-15,-1 0-3 0,1 6 0 0,-2-6 1 16,2 8 5-16,-4-7 2 0,0 0 1 0,1 5 1 15,-3-5-1-15,2 0-4 0,0-1 1 0,-3 0 3 16,3 0-2-16,-1 1 2 0,-1 0-2 0,-1 0 1 16,1 1 3-16,-1-1-2 0,-1-1-3 0,0 1 3 15,1-1-5-15,-1 1 4 0,0 1-2 0,-1-1-3 16,0-1 2-16,-1-1 1 0,0 0-3 0,1 2 4 16,-1-2-1-16,1-2 3 0,1-15-6 0,-3 25 7 15,3-25 3-15,0 24-2 0,0-24 1 0,-1 18 1 16,1-18-4-16,-1 16 3 0,1-16-3 0,0 0 1 15,-1 17-2-15,1-17-2 0,0 0-1 0,0 0 2 16,-3 17 1-16,3-17 4 0,0 0-4 0,-11 10 1 16,11-10-2-16,-23 8-1 0,3-3-1 0,0 0 0 15,-12 3-10-15,-2-3-20 0,-2 4-17 0,-3-2-27 16,-13 0-20-16,-3 2-34 0,-2-1-33 0,-2 0-35 16,-6 1-37-16,-25 8-116 0,26-7-372 0,-1-3 165 15</inkml:trace>
  <inkml:trace contextRef="#ctx0" brushRef="#br0" timeOffset="171586.3">3451 9511 30 0,'-2'-5'129'0,"2"5"-9"16,0 0-10-16,0 0 2 0,0 0-16 0,0 0-1 16,0 0-6-16,-4-6-14 0,4 6-5 0,0 0-1 15,0 0-6-15,0 0-12 0,0 0-6 0,0 0 4 16,0 0-11-16,0 0-1 0,0 0-5 15,0 0-2-15,0 0-5 0,0 0 3 0,0 0-5 0,0 0 2 16,0 0 9-16,0 0-11 0,0 0 5 0,9 18-5 16,-9-18 5-16,4 4-2 0,-4-4 1 15,4 9-3-15,-2-4-1 0,-2-5 2 0,8 9-4 0,-6-4 0 16,2-1-3-16,-4-4-1 0,4 10-2 0,-1-5-5 16,-3-5 5-16,5 11-1 0,-4-6 2 0,-1-5 1 15,5 9-5-15,-2-4 1 0,-3-5 0 0,2 10-3 16,-2-10 3-16,3 7 2 0,-1-2-1 0,-2-5 4 15,5 7 4-15,-2-3 2 0,-3-4-4 0,4 5 1 16,-4-5 3-16,5 5-2 0,-5-5 1 16,5 4 3-16,-5-4 6 0,6 4 0 0,-6-4 3 0,8 0-3 15,-8 0-2-15,9 0 2 0,-9 0-8 0,11 0 2 16,-11 0-3-16,10-3-1 0,-10 3 0 0,7-2 1 16,-7 2-1-16,10-2 6 0,-10 2-6 0,8-2 1 15,-8 2-6-15,10-4 2 0,-6 2-4 0,-4 2 1 16,10-6 0-16,-6 3 5 0,-4 3-9 0,10-8-3 15,-6 5 1-15,1-2 0 0,-5 5-2 0,9-7 1 16,-4 3-1-16,-5 4-3 0,6-9 1 0,-5 5 3 16,-1 4-4-16,5-6 4 0,-5 6-1 0,4-6-3 15,-4 6 1-15,1-9 0 0,-1 9-2 16,3-7 3-16,-3 7-3 0,0 0 0 0,-2-12 0 0,2 12 1 16,0-7-4-16,0 7 0 0,0 0 2 0,-2-14 0 15,2 14 6-15,-1-7-7 0,1 7 0 0,-4-10-1 16,4 10-1-16,-3-8 1 0,1 1 1 0,2 7-4 15,-3-11 3-15,2 4 0 0,1 7-1 0,-3-10 11 16,0 3-12-16,3 7 5 0,-2-10-2 0,2 10 2 16,-4-11-3-16,4 11 3 0,-1-11-1 0,1 11 4 15,0-11-3-15,0 11 5 0,0-8-5 0,0 8 1 16,4-14-4-16,-2 11 2 0,-2 3-2 16,4-9-4-16,-4 9 7 0,4-10-6 0,-1 7 1 15,-3 3 1-15,6-8 3 0,-2 5 1 0,-4 3-3 0,10-5 1 16,-5 2 0-16,-5 3-1 0,9-4-2 0,-9 4 2 15,8-4-1-15,-2 2 4 0,-6 2 0 0,8-3-3 16,-8 3-1-16,9-1 2 0,-9 1 1 0,9 0 0 16,-9 0 1-16,0 0-1 0,15 0 0 0,-15 0 4 15,9 4-2-15,-4-3 0 0,-5-1 2 0,11 3-2 16,-5 1-2-16,-1-1-2 0,-5-3 1 0,10 5 4 16,-4-2-4-16,-6-3-1 0,8 5 0 0,-4-1 0 15,0 0 1-15,-4-4-2 0,9 6 1 0,-4-1 0 16,-3 0 2-16,2-2-5 0,-4-3 5 0,4 10 3 15,-3-3 0-15,2-2-2 0,-1 1-2 0,-2-6 3 16,3 11-1-16,-3-3 1 0,3 1-2 0,-2-1-1 16,-1 2 1-16,0-3 2 0,0-7-4 0,-1 14-2 15,1-7 2-15,-2 4 0 0,1-3 1 0,1-8-2 16,0 14 2-16,-1-7-2 0,2 0 1 0,-1-7-1 16,1 12 3-16,-1-5 5 0,0-7-8 0,2 11 3 15,-2-11-2-15,-2 9 5 0,2-9-2 0,3 9-1 16,-2-3 5-16,-1-6 9 0,5 8 3 0,-1-2 2 15,1-2 3-15,0 0 9 0,-5-4-3 0,8 6 9 16,-2-4-4-16,1 1 12 0,-1-1-9 0,2-1 2 16,0 1-3-16,-8-2 2 0,19 0-4 0,-9-2 4 15,1 1-9-15,0-1-2 0,0 0 0 0,0 0-3 16,0-1-1-16,-3 1-2 0,-1-1 0 0,5-1-9 16,-3 1 0-16,-3 0-2 0,0 0-16 0,-1-1-16 15,-5 4-27-15,8-4-19 0,-8 4-26 0,4-6-32 16,-4 6-37-16,0 0-34 0,0 0-29 0,4-10-37 15,-4 10-181-15,0 0-477 0,0 0 211 0</inkml:trace>
  <inkml:trace contextRef="#ctx0" brushRef="#br0" timeOffset="171772.58">4226 9472 85 0,'0'0'227'16,"0"0"-13"-16,0 0-14 0,0 0-20 0,0 0-19 16,0 0-15-16,0 0-19 0,0 0-20 0,0 0-37 15,0 0-37-15,0 0-58 0,0 0-54 0,0 0-162 16,0 0-262-16,0 0 116 0</inkml:trace>
  <inkml:trace contextRef="#ctx0" brushRef="#br0" timeOffset="180261.6">637 2566 62 0,'0'0'124'0,"0"0"0"0,0 0-1 16,-12-45 1-16,12 45 0 0,0 0-11 0,0 0-6 15,0 0-12-15,0 0-15 0,-11-24-9 0,11 24-10 16,0 0-8-16,0 0-2 0,0 0-12 0,0 0-3 16,0 0 2-16,0 0-3 0,0 0-5 0,0 0-3 15,0 0-4-15,0 0-4 0,8 114 5 0,-8-114-5 16,3 41-3-16,-3-41-4 0,7 33 6 0,-7-33-2 15,4 35 1-15,-4-35-3 0,3 27 0 0,-3-27-2 16,0 0 1-16,8 37-2 0,-8-37-13 0,0 0-33 16,3 32-17-16,-3-32-29 0,0 0-19 0,0 0-36 15,0 0-88-15,-7 39-242 0,7-39 108 0</inkml:trace>
  <inkml:trace contextRef="#ctx0" brushRef="#br0" timeOffset="180663.56">517 2408 3 0,'0'0'95'0,"0"0"-8"16,0 0 3-16,0 0-2 0,0 0-7 0,-47 41 1 15,47-41 5-15,-20 50-12 0,8-21-8 0,4 0-8 16,-1-3 3-16,9-26-6 0,-10 58-3 0,10-30-5 15,0-28-1-15,3 50-8 0,-3-50 4 16,9 43-4-16,-9-43-3 0,18 35 7 0,-7-18-3 16,-11-17 3-16,36 29-3 0,-21-19 4 0,-15-10-3 15,48 13-3-15,-19-10-1 0,-29-3-3 0,67-4 0 16,-33-2-5-16,2-4-2 0,-2 0-2 0,-3-4 0 16,-2-2-7-16,-2 1 2 0,-2-5 2 0,-4-1 6 15,-2-3 0-15,1 1-3 0,-8-5-3 0,2-1 1 16,-5 0 3-16,-5 0-11 0,-2-6-4 0,-4 2 1 15,-1-2 2-15,-7-10-3 0,1 13-5 0,-3-1-1 16,-3 3 0-16,-3 1-2 0,-5 4 0 0,-1 1-5 16,-3 5-4-16,-2 3 1 0,-5 7-2 0,-5 3-8 15,39 6 2-15,-90 19-8 0,41 4-16 0,-5 13-5 16,-15 21-31-16,4 5-31 0,6 6-23 0,9 6-137 16,6 4-286-16,13-2 127 0</inkml:trace>
  <inkml:trace contextRef="#ctx0" brushRef="#br0" timeOffset="181549.28">482 11367 1463 0,'-28'-37'27'0,"28"37"-25"16,-16-34-41-16,16 34 16 0,-9-31 6 0,9 31 11 15,0 0-3-15,1-34 8 0,-1 34 19 0,0 0 0 0,22-27 13 16,-22 27 0-16,0 0-3 0,29-18-2 16,-29 18-4-16,0 0 3 0,0 0-13 0,39-1 3 0,-39 1-1 15,0 0 2-15,0 0 0 0,38 34-6 16,-38-34-2-16,8 27 9 0,-8-27-5 0,0 38-3 16,0-38 0-16,-11 48-1 0,11-48-1 0,-22 48-4 15,11-25 3-15,11-23 0 0,-21 33-2 0,21-33 4 16,-20 24-1-16,20-24 4 0,-20 15 1 0,20-15 17 15,0 0 16-15,0 0 8 0,-20 20 6 0,20-20-7 0,0 0 7 16,0 0-7-16,0 0-2 0,0 0-7 16,0 0-8-16,0 0-4 0,0 0 0 0,0 0-4 15,0 0-3-15,0 0-6 0,0 0-1 0,0 0-16 16,0 0-19-16,0 0-25 0,79-40-32 0,-79 40-35 16,56-22-27-16,-29 15-46 0,-1-3-128 0,-26 10-338 15,44-22 150-15</inkml:trace>
  <inkml:trace contextRef="#ctx0" brushRef="#br0" timeOffset="181950.99">587 10951 54 0,'-47'14'134'0,"22"3"-7"0,2 2-9 16,-2 6 1-16,-8 12 7 0,8 3-10 0,-4 3-9 15,5 1-9-15,1 3-8 0,3-2-10 16,2-2 0-16,8-10-4 0,0 12-8 0,5-11-8 16,3-2-1-16,2-32-6 0,9 58-5 0,0-32-8 15,5-1 6-15,-1-5 0 0,7 0-7 0,5-3-1 0,-1-6-1 16,5-2-1-16,-29-9-6 0,63 10 0 0,-26-10-1 16,-1-3 3-16,15-8-10 0,-4-4 9 15,-11 1-10-15,0-3-1 0,7-9-5 0,-10 3 2 16,-5 3-3-16,1-4 0 0,-5-1 1 0,-4-3-4 15,-1-1 0-15,-6 0 3 0,1 0-5 0,-5-4 4 16,-1-15-2-16,-7 17-5 0,-4-5 1 0,-3-9 4 16,-8 1-3-16,5 10 0 0,-6 2-10 0,-8-11 3 15,0 14 1-15,-4 1 1 0,-6-4 2 0,5 10-1 16,-1 3-2-16,0 4 1 0,2 5 0 0,27 10-1 0,-47-11-12 16,47 11 3-16,-54 11 3 0,25 1-9 15,0 6-14-15,2 7-29 0,-9 13-27 0,7 2-33 16,-3 2-48-16,10 4-143 0,-3-2-331 0,14-11 147 15</inkml:trace>
  <inkml:trace contextRef="#ctx0" brushRef="#br0" timeOffset="182627.19">111 12078 86 0,'0'0'193'0,"0"0"-19"0,0 0-15 0,0 0-14 16,0 0-22-16,0 0-10 0,0 0-12 0,0 0-7 15,0 0-8-15,0 0-7 0,0 0-3 0,51-41-9 16,-20 34-4-16,1-4-5 0,2 1-7 0,2-1-6 15,-4 1-1-15,1 0-5 0,3 1-7 16,-7-2-14-16,1 3-16 0,1-2-34 0,-31 10-25 0,54-17-35 16,-34 13-25-16,-20 4-36 0,31-8-81 0,-31 8-252 15,0 0 113-15</inkml:trace>
  <inkml:trace contextRef="#ctx0" brushRef="#br0" timeOffset="182861.87">365 11941 90 0,'0'0'129'0,"0"0"-12"0,0 0 18 16,-5 54-6-16,5-54-1 0,0 45-3 0,0-45-6 16,4 53-13-16,-4-27-2 0,0-26-7 0,3 58-14 15,-1-32-2-15,-2-26-10 0,7 54-3 0,-1-28-12 16,-6-26 1-16,8 50-5 0,-8-50-9 0,8 36-1 15,-8-36-14-15,7 38-28 0,-7-38-30 0,4 32-29 16,-4-32-46-16,0 0-40 0,6 33-109 0,-6-33-275 16,0 0 122-16</inkml:trace>
  <inkml:trace contextRef="#ctx0" brushRef="#br0" timeOffset="183529.29">528 12165 28 0,'0'0'164'16,"0"0"-7"-16,0 0-13 0,0 0-6 0,0 0-11 15,0 0-7-15,0 0-13 0,65 27-6 0,-65-27-13 16,16 17-6-16,-16-17-12 0,0 0 1 0,18 35-10 16,-18-35 0-16,9 20-9 0,-9-20-2 0,0 0-8 15,0 0 1-15,0 39-7 0,0-39-1 16,0 0-3-16,0 0-3 0,0 0 0 0,0 0-7 15,-15 36 5-15,15-36-8 0,0 0 2 0,0 0-1 16,0 0-2-16,0 0 1 0,0 0-3 0,0 0-4 16,0 0-4-16,0 0-5 0,0 0-8 0,0 0-7 0,0 0-10 15,0 0 8-15,0 0-8 0,0 0 3 16,0 0-2-16,0 0 4 0,0 0-3 0,76-63 0 16,-58 51-3-16,0 1-1 0,-1-2 4 0,-1 1-4 15,0 1-6-15,0-2 13 0,-3 0-8 0,3 3 3 16,-5-3 4-16,1 3-3 0,-3 1 7 0,-1 1 4 15,-1-1 0-15,0 3-2 0,-4-1 4 0,-3 7 6 16,8-9 9-16,-8 9 4 0,5-7 5 0,-5 7-9 16,0 0 6-16,0 0-3 0,0 0-8 0,0 0 3 15,0 0 4-15,0 0-6 0,0 0 10 0,-25 19-3 16,18-9 9-16,0 4-1 0,7-14 2 0,0 0 3 16,-27 41-2-16,27-41-5 0,-10 28-2 0,10-28-3 15,0 0 12-15,-2 35-8 0,2-26 4 0,0 1-4 16,2-1-3-16,-2-9 2 0,4 14-1 0,-4-14-2 15,7 8 2-15,-7-8 3 0,10 5-1 0,-10-5-1 16,12 0-2-16,-12 0 2 0,0 0 0 16,22-11-4-16,-14 3 2 0,1 0 2 0,-3-1 7 0,2-1 1 15,-4 2-1-15,2-3 4 0,-2 3-8 16,-1-4 5-16,-1 1-4 0,0 0 0 0,0-1-3 16,-2 1-1-16,0 1 3 0,0 10 6 0,0-15 2 0,0 15 0 15,3-9-3-15,-3 9-5 0,0-9-12 16,0 9 3-16,0 0-7 0,0 0 5 0,0 0-6 15,0 0 6-15,0 0-4 0,13 22 1 0,-10-11-2 16,3 1 1-16,0-2 5 0,-3 3-3 0,5 2-2 16,-2 0 4-16,1-1-2 0,-3 0-1 0,3-3-25 15,0 1-29-15,2 1-33 0,-5-2-33 0,3-2-48 16,-3-1-30-16,0-2-114 0,-4-6-335 0,10 9 148 16</inkml:trace>
  <inkml:trace contextRef="#ctx0" brushRef="#br0" timeOffset="184138.18">1081 12175 87 0,'0'0'126'0,"0"0"2"16,0 0-5-16,0 0 9 0,0 0-8 0,0 0-5 16,0 0-4-16,19 30-1 0,-15-18-10 0,0-1-3 15,-2 0-1-15,2 1-6 0,-1-1-10 0,-1-1-5 16,0-2-7-16,-2-8-9 0,6 15-5 0,-4-9-8 15,-2-6 3-15,1 10-8 0,-1-10 0 0,1 8 2 16,-1-8 14-16,0 0 8 0,2 7 0 0,-2-7-5 16,0 0-8-16,0 0-6 0,0 0-4 0,0 0-4 15,0 0-3-15,0 0-9 0,0 0-1 0,4-35-4 16,-2 24 1-16,1 0-5 0,1-2-3 0,1-2-2 16,1-3-9-16,-1-1-7 0,2 1 0 15,-1 0-7-15,1 0 3 0,5 3-5 0,-4 1 3 16,-1 3-1-16,1 2-2 0,-2 2-1 0,0 2 1 15,-6 5-3-15,11-3 4 0,-11 3-3 0,16 1 1 16,-7 5 6-16,-2 1-3 0,4 0 2 0,-4-1 0 16,1 3 0-16,1-1 0 0,-1 3 1 0,1-3 5 0,0 1-3 15,-3-4 6-15,4 4 4 0,0-6-2 16,-3 4 1-16,4-4 3 0,-11-3 1 0,14 4 9 16,-14-4-4-16,18 0 3 0,-9-5-2 0,0 2 0 15,1-3 4-15,-10 6-2 0,12-12 0 0,-7 7-3 16,-1-4-6-16,2 3 4 0,-2-2-6 0,-2-1 3 15,-2 9-1-15,6-19-3 0,-5 10-2 16,-1 9 1-16,1-13 0 0,-1 13-3 0,-1-13 3 0,1 13-2 16,0 0-1-16,0-14-6 0,0 14-2 0,0 0-2 15,0 0 4-15,0 0-3 0,0 0-3 0,0 0 6 16,0 0-2-16,0 0-1 0,0 0 0 0,2 40 2 16,0-27 0-16,-2-13 3 0,0 24-4 0,2-13 4 15,-2-11 4-15,2 21 1 0,1-10-2 0,-3-11 7 16,2 13 0-16,-2-13 2 0,5 13-2 0,-5-13-1 15,0 0 6-15,0 16-6 0,0-16-2 0,4 10-3 16,-4-10-8-16,0 0-17 0,0 0-13 16,2 14-12-16,-2-14-24 0,0 0-32 0,0 0-35 0,-2 15-44 15,2-15-204-15,0 0-417 0,0 0 185 16</inkml:trace>
  <inkml:trace contextRef="#ctx0" brushRef="#br0" timeOffset="184843.27">1830 11939 51 0,'-5'-3'196'0,"5"3"-18"0,-11 0-10 15,11 0-15-15,-15 8-8 0,5-2-7 0,-2 6-2 16,0-1-12-16,1 3-12 0,-4 8-4 0,6-5-4 0,0 0-8 16,2 0-3-16,1 1-9 0,1-2-8 0,4 1-5 15,1-2-6-15,0-2-8 0,1 2-4 16,4-4-6-16,0-1 1 0,-1 5-10 0,4-5 0 16,-1-1-3-16,2 2-5 0,0-1-9 0,2-4-20 15,-2 1-18-15,3-3-19 0,-1-1-26 0,0 0-22 0,-11-3-17 16,24-4-25-16,-10 1-8 0,1 0 2 0,0-5-12 15,0 0-3-15,-1-1-101 0,0-1-268 0,1-2 119 16</inkml:trace>
  <inkml:trace contextRef="#ctx0" brushRef="#br0" timeOffset="185409.13">2001 12098 123 0,'5'-13'26'0,"-1"0"12"0,-2 3 8 0,1-2 13 0,1 5 12 16,-4-3 11-16,0 10 6 0,0-12 14 16,0 12-11-16,-4-8 4 0,4 8-3 0,-1-8-9 15,1 8-4-15,0 0-13 0,0 0 9 0,0 0 15 0,0 0 2 16,0 0-6-16,-14 23-7 0,11-12-9 0,0 0 0 15,2-1-2-15,-1 2-7 0,2-1 4 0,0 0-8 16,0 0-5-16,3-2-5 0,-1 3-5 16,3-3 2-16,0 0-4 0,0-2-3 0,-1 1-3 15,6-4 2-15,-1 1-8 0,-1-1 2 0,4 1-5 16,-3-4 0-16,1 2 2 0,1-3-4 0,-1 0-2 16,0-4 0-16,-2 2-3 0,2-2 0 0,-1-2-4 0,1 0 0 15,-3 2-3-15,0-3 1 0,0 2-1 0,-3-3-5 16,-2-1-4-16,5 0-10 0,-6-1 5 15,0-1-9-15,-1 1 1 0,-1-1 2 0,0-2-1 16,-4 1-2-16,3-1 1 0,-1 2 0 0,-1-1 1 16,1-1-2-16,0 3 1 0,1 0 1 0,2 1-5 15,0 1 6-15,1 0-4 0,3 2 6 0,-4 6-7 16,8-9 3-16,-1 7 6 0,4 2 6 0,-1 0 3 16,3 2-1-16,-2 3-6 0,6 2 3 0,-3-1 3 15,-1 3 0-15,3 1 4 0,-3 0-3 0,2 1 1 16,-2 1 2-16,-3-5 3 0,1 1-5 0,-4-1-3 15,0 3 5-15,1-3 1 0,-2-3-2 0,-6-4 1 16,7 8 1-16,-7-8 3 0,4 7 11 0,-4-7 14 16,0 0 8-16,7 7 6 0,-7-7-6 0,0 0-4 15,0 0 0-15,0 0 2 0,0 0-4 0,0 0-5 16,0 0-3-16,0 0-2 0,0 0 1 0,-4-30-7 16,5 19-2-16,2 2 1 0,2-3 3 0,-2-1-13 15,4-2 0-15,2 2-4 0,1-3-1 0,-4 6 1 16,3 2-7-16,-1-3 0 0,0 5-3 0,1 2-2 15,-9 4 9-15,13-5-10 0,-5 3 2 0,1 4-2 16,-1 0 2-16,0 3-2 0,2 1 4 0,-2 0-3 16,-1 1 3-16,0 0-1 0,0 4 3 0,0-3-6 15,-5 2-17-15,5 1-30 0,-3 1-33 0,1 3-36 16,-2-5-53-16,2 0-59 0,-2 2-158 0,1-4-425 16,-4-8 189-16</inkml:trace>
  <inkml:trace contextRef="#ctx0" brushRef="#br0" timeOffset="186405.37">2820 11785 100 0,'-9'-2'224'0,"0"0"-14"0,-2 2-14 16,11 0-20-16,-21 4-18 0,10-2-12 16,1 5-17-16,1 0-12 0,-3 6-8 0,3 2-7 15,1-1-11-15,3 3 1 0,-2 1-4 16,2-2-4-16,1 1-8 0,3 0-6 0,-2-1-8 0,4-4-2 0,3 4-8 16,4-2-1-16,-5-5-6 0,4 1 0 0,1-1-3 15,-1-2-2-15,3-1-4 0,-1-1-4 16,0-2-1-16,1-1-2 0,-2 1-3 0,3-3 0 15,-3 0-3-15,-8 0 7 0,14-5-12 0,-6 0 1 16,1-3 1-16,-3-1-3 0,1-1-4 0,-3-1-1 16,0-1 2-16,-2 1 3 0,-1-5-3 0,1-1-2 0,-2-2 1 15,-2-1 0-15,0 0-2 0,-1-6 0 16,-1 1-2-16,-2 0 1 0,0 1-2 0,-2-2 1 16,2 2-6-16,-2-4 3 0,1 2-4 0,1 2 1 15,-1 0 0-15,0 6 1 0,2 2 6 0,1 4 5 16,1 2 9-16,1 3-5 0,-1 3 0 0,3 4-6 15,-5-10-8-15,5 10 1 0,0 0-3 0,0 0 1 0,0 0-1 16,0 0-3-16,7 34 1 0,-4-9-1 16,3 5 2-16,0 1-3 0,1 1 1 0,1 3 2 15,-1-1-3-15,2-3 3 0,-2-1-3 0,4-4 4 16,-4 0-3-16,2-8 0 0,0-1-1 0,1-4 6 16,1 0-5-16,-1 0 2 0,3-3 5 0,-4-1-2 15,2-6 2-15,1 1-1 0,0-4 4 0,2 0-4 16,1-4 0-16,1 1 6 0,0-6-7 0,0 1 3 15,-6 0 1-15,3-5-1 0,-1 1-2 0,-3-2-3 16,-3-1 4-16,1 0-3 0,-1-1 1 0,-3-3 2 16,0 4-2-16,-3-3 1 0,0 1-6 0,1 3 2 15,-3-3-1-15,2 6-1 0,-2 0 6 0,1 1 2 16,1 10-6-16,-1-11-4 0,1 11-4 0,0 0 0 16,1-6-1-16,-1 6 3 0,0 0-1 0,0 0 8 15,1 30-7-15,2-14-1 0,-3 0 2 0,0 0-5 16,3 1 5-16,1-2 0 0,-2 2 0 0,3-6 0 15,-1 0 2-15,2 1 0 0,2-4 0 0,-2 1-1 16,2-2 2-16,0 1 7 0,-2-6-1 0,1 2-4 16,-1-1 3-16,5-2-1 0,-2-1 3 0,-9 0-4 15,19-5 2-15,-8 0-3 0,-2-3-1 0,0 1 10 16,-2-1-9-16,-2-1-1 0,2-1 4 0,-2-1-1 16,0 0-4-16,-3-2 1 0,2 2 0 0,-2 0-2 15,0-2-5-15,0 1-3 0,0 0 3 0,-1 3 1 16,1 0 3-16,-2 9-3 0,1-10-6 0,-1 10-3 15,1-9 0-15,-1 9 2 0,0 0-3 0,0 0 3 16,0 0-5-16,0 0 7 0,0 0 1 0,12 23 1 16,-9-13 1-16,0 2 3 0,2-2 0 0,-2 3-16 15,2-2-35-15,-1 1-42 0,0 0-45 0,2-3-49 16,2 1-33-16,-1-1-185 0,1-1-441 0,2-2 196 16</inkml:trace>
  <inkml:trace contextRef="#ctx0" brushRef="#br0" timeOffset="186652.55">3574 11659 31 0,'0'0'247'0,"-6"-3"-16"0,6 3-11 16,0 0-17-16,-12 2-14 0,12-2-14 0,-7 7-7 15,0 3-8-15,-1-2-8 0,3 3-8 0,-2 0-16 16,3 1-8-16,-3 4-14 0,4-4-10 0,-1 3-6 15,2-2-10-15,1 2-8 0,2-2-5 0,2-1-10 16,3 2 0-16,0-2-8 0,4-2-10 0,-1-3-19 16,1 0-24-16,4-3-27 0,1 0-36 15,6-2-29-15,-3-2-42 0,1-1-40 0,0-6-8 0,-1 2-19 16,1-2-128-16,-3 0-361 0,-3-2 160 0</inkml:trace>
  <inkml:trace contextRef="#ctx0" brushRef="#br0" timeOffset="186895.16">3768 11457 104 0,'-3'-17'220'0,"0"5"15"0,0 1 5 0,0 3 4 15,1 0-12-15,2 8-15 0,-1-11-26 0,1 11-22 16,-1-7-20-16,1 7-1 0,0 0-11 0,0 0-2 16,0 0-6-16,-3 40 2 0,4-13-3 0,1 1-5 15,-2 1-9-15,0 0-2 0,0 3-15 16,1-2-7-16,0-2-9 0,2 1-8 0,-2-1-10 15,2 0-5-15,-1-2-4 0,1-1-6 0,-1-5 0 0,1 1-7 16,2-3-30-16,-1-2-29 0,-2 1-29 0,2-2-22 16,0-2-37-16,-1-3-42 0,1-1-31 0,-2 1-47 15,3-1-28-15,-4-2-22 0,-1-7-141 16,0 0-451-16,0 0 199 0</inkml:trace>
  <inkml:trace contextRef="#ctx0" brushRef="#br0" timeOffset="187384.8">3701 11671 1 0,'17'-10'159'16,"0"0"-7"-16,2 2-14 0,2-2-6 0,-3 0-5 16,7 1-14-16,-7-1-7 0,0 3-7 0,-2-1-6 15,1 1-13-15,-3 3-8 0,-4-2-4 0,2 2 0 16,-3 1-5-16,-9 3-3 0,14-6-12 0,-14 6-6 15,9-3 6-15,-9 3 4 0,0 0 7 0,14 2 2 16,-14-2-1-16,0 0 0 0,6 7-1 0,-6-7-3 16,0 13 1-16,-1-4-5 0,0 2-2 0,0 1 4 15,1-1-5-15,0 1-3 0,-2 0-2 0,2-1-5 16,2 1-4-16,-4-2-3 0,5 2-1 0,-2-3-4 16,3 1 0-16,1-2 0 0,1-3-1 0,-6-5-4 15,14 11 0-15,-3-9 0 0,-1 0-4 0,-10-2-4 16,22 0 3-16,-10-1-3 0,-1-2 3 0,0 0-1 15,2-3-5-15,-1-1-1 0,-2 1 2 0,0-1-3 16,-1-2 0-16,1 2 0 0,-4-1 3 0,1 1-4 16,-2-3 2-16,-2 1-1 0,-1 0 0 0,1 0-3 15,-3 9-2-15,2-19-1 0,-2 6 1 0,0 3 0 16,0 10 0-16,-1-19-1 0,1 19 11 0,-3-10-3 16,3 10 1-16,0 0-2 0,-1-15-7 0,1 15-2 15,0 0-1-15,0 0 0 0,0 0 5 0,0 0-4 16,0 0 2-16,0 0 2 0,9 32-3 0,-8-22-1 15,2 2 5-15,-3-1 5 0,4 2-7 0,-2 2-3 16,1-2-10-16,1-1-23 0,1 2-31 0,-1-4-27 16,1 2-37-16,-3-2-35 0,1-1-32 0,1-2-31 15,-4-7-135-15,1 11-390 0,-1-11 173 0</inkml:trace>
  <inkml:trace contextRef="#ctx0" brushRef="#br0" timeOffset="187998.5">4340 11488 212 0,'1'-7'244'0,"-1"7"-23"16,0 0-13-16,0 0-15 0,0 0-2 16,0 0-12-16,15 16-8 0,-7-5-13 0,-4-1-7 0,2 4-13 15,-1-1-15-15,0-2-7 0,3 4-13 0,-4-4-8 16,0 1-5-16,0-1-14 0,-2-1-7 0,1 0 4 16,-2 0-12-16,0-5-6 0,1 1-4 15,-2-6-3-15,1 9 9 0,-1-9 9 0,0 7 5 16,0-7-3-16,0 0-8 0,0 0-3 0,0 0-13 0,0 0 1 15,0 0-4-15,0 0-3 0,-8-20-6 0,8 20-2 16,0-12-2-16,0 1 0 0,1-1-4 0,2-1-6 16,1-3-1-16,0 0-4 0,4-3 1 0,1 2-2 15,-1-2 1-15,2 6 0 0,-3 2-5 16,-1 0 1-16,2 3-3 0,-3 3-5 0,4-2 4 16,-5 5-6-16,2-3 0 0,1 3-1 0,-7 2-1 0,15 0 0 15,-15 0 3-15,11 7 0 0,-4 0 1 0,0 3-3 16,0-2 1-16,-2 3-2 0,0-2 0 15,-1 1 5-15,0 0 2 0,2 1-7 0,-2-1-10 0,0 0-27 16,-3-1-25-16,2-2-29 0,-2 0-42 0,0-1-50 16,-1-6-74-16,1 12-247 0,-1-12-547 0,2 7 242 15</inkml:trace>
  <inkml:trace contextRef="#ctx0" brushRef="#br0" timeOffset="188412.39">4699 11356 217 0,'0'0'227'0,"0"0"-6"15,0 0-2-15,-16 19-14 0,11-9-4 0,0 5-12 16,-1 1-11-16,-1 1-8 0,4 1-10 0,-1 0-10 16,1 0-17-16,2-2-7 0,0-4-11 0,1 0-8 15,2 0-5-15,2-2-13 0,1 0-1 0,4-4-6 16,-1 2-1-16,3-4-5 0,4-2-3 0,2-2 3 15,4-2-18-15,-2-4 0 0,10-1-10 0,-2-1 4 16,-3-2-13-16,-1-4 4 0,-7 3-11 16,0 0 4-16,-3-2-2 0,1 2-8 0,-5 1-3 0,1-4-1 15,-3 6-3-15,-4-3-2 0,1 0 0 16,0-2-3-16,-1 3-5 0,-3-4 1 0,0 4-5 0,-2 0-3 16,1-3 0-16,-3 5 4 0,-1-2-6 0,-2 3 0 15,2 2 3-15,-1 0-3 0,6 5 0 0,-15-2 11 16,6 3-19-16,0 3 13 0,0 2-6 0,-2 2 9 15,3 2 10-15,-4 3 2 0,2 2 0 0,1-2-1 16,2 2 2-16,0-1-7 0,1 2 5 16,5-1-4-16,-1 2 0 0,4-4-2 0,-1-4 0 0,5 7-15 15,1-8-22-15,2-2-34 0,-2 1-36 0,3-3-40 16,1 0-44-16,-2-2-56 0,5-2-50 0,-1 2-225 16,-1-4-552-16,1 1 244 0</inkml:trace>
  <inkml:trace contextRef="#ctx0" brushRef="#br0" timeOffset="188599.34">5127 11356 2272 0,'5'-6'200'0,"-1"1"-29"16,-4 5-51-16,5-6-19 0,-5 6-3 16,2-6-5-16,-2 6-2 0,0 0-8 0,0 0-15 0,4-6-8 15,-4 6-7-15,0 0-11 0,0 0-5 0,0 0-9 16,0 0-31-16,0 0-34 0,0 0-43 0,0 0-52 15,0 0-52-15,9 16-52 0,-9-10-41 0,0-6-151 16,-1 12-464-16,1-4 205 0</inkml:trace>
  <inkml:trace contextRef="#ctx0" brushRef="#br0" timeOffset="188717.8">5158 11560 113 0,'0'0'189'15,"0"0"5"-15,0 0-5 0,6 5-13 0,-6-5-18 16,0 0-20-16,0 0-39 0,0 0-52 0,14-3-61 15,-14 3-64-15,13-11-125 0,-7 5-217 0,1-3 96 16</inkml:trace>
  <inkml:trace contextRef="#ctx0" brushRef="#br0" timeOffset="188866.64">5390 11354 61 0,'5'-3'267'16,"-5"3"-17"-16,0 0-20 0,0 0-29 0,8-4-17 15,-8 4-21-15,0 0-42 0,0 0-46 0,0 0-35 16,0 0-50-16,0 0-69 0,0 0-65 0,0 0-83 16,0 0-245-16,-22 16 109 0</inkml:trace>
  <inkml:trace contextRef="#ctx0" brushRef="#br0" timeOffset="189604.96">484 13046 74 0,'0'0'178'0,"0"0"8"0,0 0 3 16,0 0 0-16,-63-3-17 0,63 3-10 0,0 0-17 16,0 0-17-16,0 0-8 0,0 0 1 0,0 0-14 15,0 0-4-15,0 0-17 0,0 0-2 16,0 0-11-16,101-39-2 0,-49 28-3 0,6-6 0 15,2 5-2-15,6 0-3 0,28-9-5 0,-2 1-5 16,-5 4-3-16,5-1-1 0,2 3-3 0,1-4 0 0,0 0-8 16,6 4 1-16,-2-2-2 0,7 0-2 0,1-3-2 15,2 2-6-15,1-2 3 0,3 0-6 16,5-4 3-16,4 0 2 0,7-2-8 0,5 1 4 16,0-2-1-16,1-4-5 0,6 1 2 0,3 2 4 15,4-6 4-15,0 2-6 0,-9 1 3 0,2-2-3 16,-5 4 3-16,0-5 0 0,0 4 0 0,-10 0 8 15,-6 1-12-15,-6 3 2 0,-4-1-1 0,-5-1-1 16,-3-1-5-16,-7 2 3 0,-3-1 4 0,-6 3-8 16,-27 7 3-16,-3 0 1 0,2 1 3 0,-7 1 5 15,-1 0 9-15,-17 6-10 0,-3 0 13 0,-9 2-11 16,-3 2-1-16,-5 0-6 0,-13 5 4 0,17-5 1 16,-17 5 1-16,16-6-2 0,-16 6-3 0,0 0-7 15,0 0 3-15,14-4-3 0,-14 4 1 0,0 0-3 16,0 0 0-16,0 0-9 0,0 0-25 0,0 0-32 15,0 0-39-15,0 0-52 0,0 0-55 0,0 0-72 16,0 0-284-16,-50 12-599 0,21-6 265 0</inkml:trace>
  <inkml:trace contextRef="#ctx0" brushRef="#br0" timeOffset="195527.16">1085 13190 102 0,'-6'-8'149'16,"1"5"3"-16,-1-1-4 0,-2 0-1 0,-1-1-15 16,1 1-14-16,-4-1-8 0,4 3-11 0,-2-2-8 15,0 2-3-15,0-1-11 0,10 3-5 0,-17 1-9 16,7 1-7-16,5-1-8 0,-5 5 0 16,1-1-11-16,2 3-3 0,-2 1-4 0,5 2-2 0,-1-2-4 15,-1 4-2-15,3-2-2 0,2 4 0 16,1-3-10-16,1-1 3 0,2 1 5 0,-1-2-8 15,2-1 6-15,2 1-8 0,1-3 1 0,-2-1 2 0,6 1 4 16,0-4-5-16,-2-1 2 0,1-1 0 0,3-2-5 16,-3 0 3-16,1-2-3 0,-1-4 3 15,-1 0-2-15,3 0 5 0,-4-3-4 0,-3 1-1 16,1-2 1-16,0 2 2 0,-4 0 0 0,2-1 6 16,-4 0-6-16,2 0 0 0,-4 1-2 0,2-1 5 15,-2 0-1-15,0 3 2 0,2 7 9 0,-2-12 1 16,0 8-1-16,2 4-4 0,-4-8-6 0,4 8-1 15,0 0-4-15,0 0-5 0,0 0-1 0,0 0-1 0,10 34 4 16,-6-15 0-16,-1 10 2 0,1 2-4 0,0 2 3 16,-1 1-1-16,6 12-2 0,-5-12-2 15,-1 0-1-15,-1 0-4 0,0 2 2 0,0-6 0 16,2 1 1-16,-3-2 0 0,-1-2 0 0,2 0 0 16,-2 0-2-16,0-8 2 0,-2-2 7 0,2 2-6 15,0-3 2-15,-2-5 2 0,-1 0 1 0,1-2-2 16,-4 0 1-16,1-1 2 0,-5-3-1 0,1 0 3 15,-1-2 2-15,-2-2 5 0,12-1 10 0,-25-1 4 16,12-2 3-16,0-5-5 0,-3 2 0 0,3-5-4 16,-2-1-3-16,3-5 0 0,3 0-3 0,-3 0 0 15,4-7-4-15,-1 0 0 0,1 6-1 0,6-7-1 16,2 6-4-16,0-1 1 0,2 2-6 0,2 0 2 16,2 0-2-16,1 3 1 0,-3 3 0 0,6-2-5 15,0 0 2-15,1 3-11 0,0-2-9 0,-1 5-8 16,3 2-13-16,-2 0-18 0,3 0-16 0,-1 3-11 15,1-1-9-15,-1 1-12 0,1 3 5 16,-1-1-26-16,1 1-9 0,-1 0 6 0,6 1-6 16,-9 0 4-16,3 1 11 0,-1-1-1 0,-1 2 10 15,-11-3 8-15,14 3 11 0,-14-3 12 0,11 4 10 16,-11-4 4-16,0 0 1 0,11 2 19 0,-11-2 11 16,0 0 15-16,11 3 16 0,-11-3 5 0,0 0 8 0,0 0 6 15,0 0 14-15,9 3-8 0,-9-3 0 16,0 0-6-16,0 0-3 0,0 0 11 0,0 0-2 15,7 4 6-15,-7-4 5 0,6 7 5 0,-6-7 0 16,6 10 5-16,-6-10 4 0,4 12 2 0,-4-5-7 16,0-7-3-16,8 12 2 0,-8-12 1 0,1 13 4 15,-1-13 4-15,4 9 7 0,-4-9 3 0,2 9 8 16,-2-9 14-16,0 0 8 0,2 9 7 0,-2-9 1 16,0 0-9-16,0 0 2 0,0 0-9 0,0 0-1 15,0 0-11-15,0 0-5 0,0 0-3 0,0 0-4 16,0 0-9-16,-25-19-3 0,25 19-2 0,0-17-7 15,0 8-2-15,0 9-8 0,4-20 1 0,0 6-4 16,0 3-5-16,1 0 0 0,1-1-4 0,1-2 0 16,-2 5-1-16,4 2-5 0,0 1-1 0,-3 2-2 15,4 1-2-15,1 0 3 0,-11 3-5 0,18 0 2 16,-8 3-2-16,0 0 2 0,1 1-2 0,-2 4-1 16,2-1 1-16,0-1 2 0,-3 1 0 15,-2 3-1-15,3-3-1 0,-5-2 1 0,2 1-1 16,-6-6 2-16,8 8 0 0,-8-8 4 0,6 7 2 15,-6-7-2-15,0 0 2 0,0 0-1 0,0 0 0 16,0 0 2-16,0 0-3 0,0 0 1 0,0 0 0 16,0 0 0-16,0 0-4 0,-13-27-1 0,13 27 1 15,-2-22-1-15,0 12-3 0,2-2 0 0,2-1-3 16,-1 2 2-16,2-5-8 0,-1 5 2 0,1 0-2 16,2 1 3-16,-1 1-3 0,0 2 0 0,-4 7 1 15,10-12-1-15,-10 12 5 0,10-7-7 0,-10 7 4 16,0 0-3-16,19 0-2 0,-19 0 3 0,0 0 0 15,21 10 5-15,-12-5-2 0,-1 3 3 0,0-2-4 16,-1 3 6-16,3-1-4 0,-4 2 2 16,1-2 1-16,-1 1 3 0,2-1-1 0,-2 2-3 0,-6-10-28 15,7 14-28-15,-2-4-27 0,-5-10-54 0,5 12-39 16,-5-12-185-16,5 12-394 0,-5-12 175 0</inkml:trace>
  <inkml:trace contextRef="#ctx0" brushRef="#br0" timeOffset="195691.07">1973 13178 11 0,'0'0'10'0,"16"1"-14"0,-16-1-4 16,0 0 2-16</inkml:trace>
  <inkml:trace contextRef="#ctx0" brushRef="#br0" timeOffset="195825.34">1919 13301 124 0,'0'0'151'0,"0"0"-2"16,0 0-7-16,0 0-13 0,0 0-16 0,0 0-6 16,-1 11-3-16,1-11-6 0,0 0-2 0,0 0-8 15,0 0-13-15,29-3-31 0,-29 3-54 0,32-8-66 16,-11 5-147-16,5-6-241 0,-10 3 107 0</inkml:trace>
  <inkml:trace contextRef="#ctx0" brushRef="#br0" timeOffset="196993.44">1862 13208 67 0,'0'0'113'0,"0"0"-1"0,0 0-3 15,0 0-4-15,0 0-4 0,0 0-14 0,0 0-4 16,0 0-7-16,0 0-1 0,0 0-10 0,0 0-4 16,0 0-5-16,0 0 1 0,0 0-1 0,0 0 1 0,0 0 0 15,2-9 5-15,-2 9 0 0,8-1-7 0,-8 1-3 16,18-3-4-16,-7 0-3 0,5-2-1 0,1-2-7 15,-1 0-8-15,5 0 2 0,-1-2-17 16,0 2-31-16,1 0-34 0,-2-2-43 0,-1 3-59 16,-2 1-98-16,-7 0-271 0,1 2 121 0</inkml:trace>
  <inkml:trace contextRef="#ctx0" brushRef="#br0" timeOffset="197189.94">1959 13303 42 0,'0'0'219'0,"0"0"-16"0,0 0-17 0,0 0-23 16,5 2-14-16,-5-2-17 0,0 0-15 0,16-7-14 16,-5 3-29-16,-2 0-21 0,1 2-38 0,0 0-40 15,2-1-47-15,-2 1-46 0,2 0-90 0,0-2-223 16,-2 0 99-16</inkml:trace>
  <inkml:trace contextRef="#ctx0" brushRef="#br0" timeOffset="200383.24">2948 12846 21 0,'-3'-9'108'0,"3"9"-5"0,0 0 3 0,0 0-11 16,0 0-1-16,-1-9 1 0,1 9-13 15,0 0-1-15,0 0-15 0,0 0-5 0,0 0-14 16,0 0-7-16,0 0 3 0,0 0-4 0,0 0-7 16,0 0-2-16,0 0-5 0,0 0-8 0,0 0 17 0,0 0 2 15,-9 21-10-15,9-21-4 0,-4 17 4 0,2-8-5 16,-1 2-5-16,-1 1 3 0,0-1 7 15,1 4 0-15,-4 1 4 0,2-2-11 0,0 0 4 16,1-3-6-16,0 3 8 0,-2-2-8 0,0 4 3 16,-2-3-5-16,3 2-1 0,0-4-1 0,-2 0 1 0,1 0 1 15,1-1-3-15,1-1-3 0,-1-1 5 16,1-2-2-16,0 1-4 0,2-1 1 0,2-6 1 0,-8 8 7 16,8-8-10-16,-4 8 3 0,4-8 4 0,-2 5 0 15,2-5 4-15,0 0 1 0,-6 5 4 16,6-5-4-16,0 0 1 0,0 0 3 0,0 0-4 15,0 0 1-15,0 0-3 0,0 0 0 0,0 0-8 0,0 0 5 16,0 0-3-16,0 0-3 0,0 0-3 0,0 0 4 16,20-13 0-16,-13 11 0 0,1-4 2 15,2 1-11-15,2-1 6 0,-1 1-3 0,7-3 2 16,-1 2-4-16,1 1 3 0,-2-3-1 0,-2 3-2 16,7 1-5-16,-3-4 2 0,-1 3-3 0,1-1-5 0,-4 3 2 15,3-2-1-15,1-1 4 0,-1 1-5 0,-3 2-3 16,-2-1 0-16,2 0 3 0,2 1 3 15,-5 0-4-15,1 1-1 0,-1-1 6 0,-11 3-3 0,14-4 1 16,-14 4 3-16,13-4 0 0,-13 4 4 16,10-5-4-16,-10 5 1 0,5-7 2 0,-5 7 1 15,2-10-1-15,-2 10 3 0,0 0 9 0,0 0 3 0,-12-19-1 16,8 15-7-16,-5-2 3 0,2-3 3 0,-5 3 5 16,1 0-2-16,-3-2 0 0,-3 2 1 0,2-2-3 15,-2 1 4-15,1 3-3 0,4-1 1 16,-7-1 0-16,2 3-3 0,-1-4 0 0,3 2-1 15,1 3 1-15,1 0-2 0,2-1-1 0,-2 0-3 16,1 0-1-16,6 2-5 0,6 1-18 0,-14-4-19 0,14 4-26 16,-9-1-30-16,9 1-31 0,0 0-23 15,0 0-136-15,0 0-307 0,0 0 137 0</inkml:trace>
  <inkml:trace contextRef="#ctx0" brushRef="#br0" timeOffset="201190.31">3273 12798 34 0,'0'0'161'16,"2"-9"-13"-16,-2 9-11 0,0 0-12 0,9-5-12 15,-4 2-14-15,-5 3-10 0,16-8-6 0,-5 6-9 16,0-3-8-16,1 1-17 0,1 0-15 0,0-1-21 15,-1 2-14-15,0-1-7 0,-2 1-16 0,0 0-18 16,-1 0-8-16,-2 0 3 0,-7 3-6 0,11-1 0 16,-11 1 2-16,6-3 13 0,-6 3 3 0,0 0 0 15,0 0 9-15,0 0 7 0,0 0 0 0,0 0 7 16,0 0 7-16,0 0 10 0,-29-7 9 0,29 7 8 16,0 0 4-16,-16 0 11 0,16 0-6 0,0 0 8 15,0 0-3-15,-15 0-2 0,15 0 0 0,-4 3-9 16,4-3 12-16,-3 6 3 0,3-6 15 0,-4 14-1 15,6-5 6-15,-2 2 9 0,2 2-6 0,-2-2-7 16,0 2-2-16,3 2-4 0,0 1 1 0,-2-3 3 16,1 3-2-16,0-4-7 0,-1 4-3 15,2-2-5-15,0-2-1 0,-2 1-3 0,2-2-3 0,-1 0-4 16,-1 0-7-16,-1-2 4 0,0-9-3 0,4 16-1 16,-4-16-1-16,1 12 1 0,-1-12-5 0,-1 11-2 15,1-11-3-15,0 0 4 0,-4 13 1 0,4-13-3 16,0 0 3-16,-7 8-3 0,7-8-2 0,0 0-1 15,-11 1 4-15,11-1-4 0,0 0 0 16,0 0 0-16,0 0 0 0,-19-10-1 0,19 10-5 0,-5-6 4 16,5 6-3-16,0 0 0 0,-4-12-2 0,4 12-2 15,0 0 1-15,4-10 3 0,-4 10-2 0,10-7-5 16,0 4 4-16,-1-3-2 0,3 3 2 0,1 0-2 16,0-1-6-16,6-1-19 0,-1 0-11 0,2 1-14 15,0-1-22-15,7 0-8 0,-6 0-28 0,-1 0 0 16,1 0-15-16,-2 2-5 0,-1-2 12 0,-2 2-5 15,-3-2 3-15,-1 2 10 0,-2 0 8 0,-3-1 14 16,0 1 10-16,-2 0 14 0,-5 3 13 0,8-7 14 16,-4 3 13-16,-4 4 13 0,5-9 10 0,-5 9 5 15,1-12 15-15,-1 12 6 0,0-11 17 16,0 11 18-16,-4-11 1 0,4 11 6 0,-2-11 4 0,2 11 5 16,-2-10 4-16,2 10 9 0,-2-5-6 15,2 5-8-15,0 0-2 0,0 0-11 0,-4-7-5 0,4 7-7 16,0 0-5-16,0 0 0 0,0 0 15 0,0 0-1 15,0 0-1-15,10 23-5 0,-7-14-2 16,-1 1 4-16,-1 1-5 0,2 1 0 0,1-1-2 0,0 1 0 16,-2 0-1-16,1 0-7 0,1 4-2 0,1-5-5 15,-1-2 1-15,-1 1-3 0,0 2-6 0,-3-3-5 16,3 1-8-16,-1-5-19 0,-2-5-23 0,4 13-26 16,-4-13-26-16,1 11-27 0,-1-11-22 0,3 10-26 15,-3-10-22-15,0 0-106 0,-7 9-309 16,7-9 136-16</inkml:trace>
  <inkml:trace contextRef="#ctx0" brushRef="#br0" timeOffset="201450.91">3715 12813 56 0,'9'-5'197'0,"1"-2"-11"0,1 6-1 16,0 1-13-16,-1-2-3 0,1 4-17 0,1-1-7 15,-2 2-12-15,1 2-3 0,1 1-9 0,-3 0-15 16,2 0-8-16,-2 3-7 0,-1-2-8 0,0 1-5 16,-1 2-7-16,0 0 3 0,-3-2-17 0,1 3 2 15,-4-1-6-15,0 1-4 0,-1 1-6 0,0 0 0 16,-1-1-7-16,-3 0-2 0,0 1-2 0,-2-2-1 16,1 1-4-16,-3 0-2 0,-1-1-33 0,0-2-21 15,0 0-30-15,-2 1-35 0,-2-1-38 0,2-2-41 16,-1 1-44-16,-3 1-121 0,1-4-365 0,-2 3 161 15</inkml:trace>
  <inkml:trace contextRef="#ctx0" brushRef="#br0" timeOffset="201827.47">2989 13365 133 0,'-7'1'165'0,"7"-1"-2"15,-7 3-7-15,7-3-2 0,0 0-2 0,0 0-5 16,35-4-7-16,-4-2-16 0,19-5-6 0,9-7-2 16,2 1-9-16,33-8-9 0,-8 0-7 0,-23 3-4 15,30-5-9-15,-30 8 4 0,24-10-13 0,-31 10-5 16,1 2-5-16,2 1-4 0,-4 0-4 0,-2-1-5 15,-4 1-3-15,-13 2-2 0,1 6-4 0,-1-3-3 16,-5 2-4-16,-2 3-4 0,-1-3-3 16,-9 6-2-16,-2 2 0 0,1-3-4 0,-8 2-3 0,-2 0-2 15,-8 2-2-15,15-3 2 0,-15 3-3 0,12-3 1 16,-12 3-4-16,0 0 0 0,0 0 0 0,11 0 4 16,-11 0-5-16,0 0-3 0,0 0-19 0,0 0-15 15,0 0-24-15,0 0-33 0,0 0-38 0,0 0-43 16,-28 28-54-16,17-21-133 0,0-1-385 0,-4 6 172 15</inkml:trace>
  <inkml:trace contextRef="#ctx0" brushRef="#br0" timeOffset="205739.26">3248 13495 5 0,'0'0'151'16,"0"0"-12"-16,0 0-19 0,0 0-3 0,0 0-10 16,0 0-8-16,0 0-8 0,0 0-5 0,-22 21 4 0,16-13-19 15,-3 3 1-15,0 3 2 0,0-3-9 16,-2 2 1-16,6 0-10 0,-6-1-4 0,4 2-1 16,-3 0 3-16,3-3-2 0,1-1-11 0,-2 0-7 15,2-1 3-15,-1 0 5 0,1 0-9 0,-1-1 1 16,1 1-4-16,0-1 0 0,1 1-5 0,-1-4-5 15,3 0 1-15,-1 1-1 0,0-1-3 0,-1 0-2 16,5-5-1-16,-4 5-1 0,4-5 0 0,-5 6-7 16,5-6 2-16,0 0-4 0,-4 6 0 0,4-6-8 15,0 0 0-15,0 0-3 0,0 0-2 0,0 0-2 16,15 2 9-16,-15-2-8 0,0 0-1 0,18-8 9 16,-10 7-3-16,3-3-3 0,-2-1 3 0,0 1-6 0,3 0 3 15,-3 1-1-15,2-1 1 0,2-1-1 16,0 1 2-16,3-2-4 0,-4 0-2 0,6 0 0 15,-1 1 4-15,-1-2 0 0,0 0-1 0,0 2 0 16,0-2 2-16,-3 1 3 0,-1 2 2 0,-2-3-6 16,-1 2 10-16,-2 1-6 0,0-2 7 0,-2 0-2 0,2 2 1 15,-4 0 6-15,-3 4-4 0,4-11 3 16,-1 7 5-16,-3 4 4 0,0 0 0 0,-7-17 2 16,2 12 2-16,0-1-3 0,-1-1 0 0,-2 0-2 15,-1 1 1-15,-1-2-4 0,0 3 5 0,2-1 1 16,-2 1-5-16,1 0-1 0,3 2 0 0,-1 0-8 15,-2 1-1-15,3-2-10 0,6 4-31 0,-9-4-31 0,9 4-34 16,-8-1-29-16,8 1-18 0,0 0-113 16,0 0-285-16,0 0 126 0</inkml:trace>
  <inkml:trace contextRef="#ctx0" brushRef="#br0" timeOffset="206133.31">3487 13411 109 0,'0'0'184'0,"2"-8"-2"0,-2 8-10 16,0 0-20-16,0 0-14 0,0 0-17 0,0 0-14 15,0 0-6-15,0 0-13 0,0 0-11 0,0 0-5 16,13 15-10-16,-7-3-5 0,-3 3 0 0,4-1-10 16,-1 2-3-16,-1-4-4 0,2 2-4 0,-1 1-6 15,1-4 2-15,0 3-5 0,-1-3-5 0,1-1 0 16,-2 0 0-16,0-1-5 0,0-2 0 0,2-1-1 15,-1 0-1-15,-1-1-3 0,-1-2 0 0,-4-3 2 16,8 6 2-16,-8-6 11 0,9 1-9 0,-9-1 4 16,0 0 0-16,11-7 0 0,-6 1-2 0,-1 0 3 15,1-2-3-15,0-1-4 0,0-4-1 0,2-1 2 16,-3 2-3-16,3-6-2 0,0-2 2 0,-1 1-4 16,-1-5 2-16,-1 5-1 0,-1-7-2 0,1 6 0 15,-2 2-3-15,-1-1 2 0,6 1-1 0,-6 1-1 16,0 4 2-16,0 0-4 0,1 5 0 0,-1 1 2 15,0 1-8-15,-1 6-3 0,0-12-18 0,0 12-16 16,0 0-10-16,0 0-20 0,0 0-24 0,0 0-17 16,0 0-24-16,0 0-20 0,0 0-18 0,-4 35-100 15,4-24-295-15,0-11 130 0</inkml:trace>
  <inkml:trace contextRef="#ctx0" brushRef="#br0" timeOffset="206521.26">3839 13386 116 0,'0'0'155'16,"0"0"-10"-16,0 0-6 0,0 0 5 0,0 0-7 15,-12 19 1-15,11-10-7 0,-2 0-10 0,1 2-13 16,-1 2-12-16,-1-2-4 0,2 0-4 0,0 1-12 16,2-1-5-16,0-1-10 0,-1 2-4 15,1-3-1-15,0-2-11 0,1 4 1 0,1-5-7 16,0-1-3-16,-2-5-2 0,4 8-4 0,-1-4-2 15,-3-4 2-15,5 5-4 0,-5-5-1 0,6 4-3 0,-6-4 0 16,0 0-2-16,12-2-2 0,-12 2 0 0,6-5-4 16,-6 5 1-16,7-9-4 0,-4 4 3 15,1-3-2-15,1 1-4 0,-1 0-3 0,1-4 1 16,0 4 5-16,-2-1-7 0,0 1 3 0,0 1-5 16,0 0 3-16,-3 6 0 0,6-10-2 0,-3 6-1 15,-3 4-6-15,0 0 0 0,5-7 1 0,-5 7-2 0,0 0 2 16,0 0-2-16,0 0 4 0,10 11 0 15,-10-11 2-15,3 11 1 0,-2-5-3 0,-1 1 3 16,1 1-2-16,1-1-2 0,0 1 4 0,-1 1-7 16,-1 1-18-16,0-10-34 0,0 19-18 0,0-10-19 15,2 1-35-15,-2-10-24 0,-2 12-34 0,2-12-105 16,-3 11-316-16,3-11 140 0</inkml:trace>
  <inkml:trace contextRef="#ctx0" brushRef="#br0" timeOffset="206847.46">4067 13369 21 0,'-9'-4'133'16,"9"4"-2"-16,0 0-8 0,0 0-5 0,0 0-3 16,-16 16-2-16,16-16-18 0,-5 13-6 0,5-13-1 15,-5 13-11-15,5-13-13 0,-3 15 0 0,2-7-5 16,1-8-9-16,1 14 4 0,-1-14-13 0,4 14 3 15,-3-6 0-15,-1-8-8 0,7 11 0 0,-2-5 3 16,-5-6-9-16,10 10 2 0,-5-5-7 16,-5-5 5-16,12 9 1 0,-5-5-4 0,1-1-3 0,-8-3-2 15,11 7 2-15,-5-4-1 0,-6-3 6 16,11 9 2-16,-7-5 1 0,-4-4-2 0,6 8 1 0,-6-8-3 16,3 8 1-16,-3-8-1 0,0 0-2 0,-3 13 1 15,3-13-7-15,0 0-2 0,-10 13 0 0,4-9-6 16,-1 3-16-16,7-7-21 0,-15 10-18 0,6-5-34 15,3-2-35-15,6-3-41 0,-17 7-156 0,5-3-333 16,5-1 149-16</inkml:trace>
  <inkml:trace contextRef="#ctx0" brushRef="#br0" timeOffset="207245.34">4368 12604 140 0,'-2'-6'234'0,"0"0"-13"0,2 6-20 0,-3-9-21 16,3 9-22-16,0 0-15 0,0 0-10 0,0 0-9 16,5 22 0-16,-1-4-7 0,1 11-3 0,3 5-8 15,0 1-3-15,2 11-9 0,-2 5-8 0,1 2-5 16,-2-2-5-16,1 4 4 0,0-3-2 0,-1 0-5 16,1-3-3-16,-6-1-10 0,2-12-1 15,1-1-8-15,1 1-4 0,-3-2-6 0,4 1-7 0,-2-5 1 16,-1 1-4-16,1-3-6 0,-1-3 2 0,0-6-5 15,-1-1-21-15,0 0-22 0,1-1-25 0,-2-5-28 16,1 0-29-16,-1 0-29 0,1-2-28 0,-2-2-52 16,2-1-192-16,-3-7-437 0,0 7 194 0</inkml:trace>
  <inkml:trace contextRef="#ctx0" brushRef="#br0" timeOffset="208519.11">4673 13104 33 0,'0'0'127'0,"-4"-6"-8"0,4 6-4 0,0 0 1 16,-5-8-7-16,5 8 1 0,0 0-9 0,0 0-4 16,0 0-4-16,0 0-8 0,-5-5-1 15,5 5-6-15,0 0-5 0,0 0 0 0,0 0-5 0,0 0-1 16,0 0 3-16,0 0-2 0,0 0-3 0,0 0-4 16,0 0-4-16,-2-6-4 0,2 6-2 0,0 0 6 15,0 0-3-15,0 0 4 0,0 0-1 0,0 0-1 16,-4-6-4-16,4 6 0 0,0 0 2 15,0 0-6-15,0 0-4 0,0 0-7 0,0 0-7 0,0 0-1 16,0 0-6-16,0 0-1 0,0 0-5 0,0 0-3 16,0 0 0-16,0 0 3 0,0 0-8 15,18 18 1-15,-12-11-3 0,0 0 1 0,1 5-3 0,2-2 1 16,-3 0-2-16,4 3 1 0,-3-1-1 0,0 1 1 16,0-3 0-16,2 2-2 0,-4-2 0 0,0-1-4 15,3 1 5-15,-3-1 2 0,0-1-4 0,-1-2 1 16,0 0-2-16,-1-1 1 0,4 1 1 0,-4-3 2 15,-3-3-2-15,6 10-1 0,-6-10-1 0,4 6 0 16,-4-6 3-16,3 3 4 0,-3-3 5 0,0 0 12 16,4 6 8-16,-4-6 2 0,0 0 0 0,0 0-5 15,0 0-3-15,8-12-3 0,-8 12-5 0,5-16 0 16,-3 5-3-16,2-3 3 0,0 3-7 0,0-7 4 16,3 1-4-16,0 0-1 0,-2-8-4 0,2-1 10 15,-1 0-2-15,-2 7-5 0,2 0-5 0,-1 2 0 16,-2 0-2-16,-1 0 2 0,0 5-4 0,0-1 0 15,-2 3-3-15,3 2 1 0,-3 2-17 0,0 6-14 16,2-9-23-16,-2 9-18 0,0 0-8 0,0 0-10 16,0 0-21-16,0 0-17 0,0 0-18 0,0 0-27 15,0 0-15-15,-5 27-20 0,5-17-113 0,-4 3-348 16,3-3 155-16</inkml:trace>
  <inkml:trace contextRef="#ctx0" brushRef="#br0" timeOffset="208745.48">4949 13098 137 0,'0'0'163'0,"0"0"-16"0,0 0-14 0,0 0-6 15,0 0 5-15,0 0-5 0,0 0 1 0,3 13-6 16,-3-6-2-16,2 1-8 0,-3 3-8 0,1 1-10 16,0 0-7-16,0 0-4 0,1 4-10 0,-1-5-5 15,0 0-7-15,-2 1-1 0,2 1-6 0,1-2-12 16,-1 0-1-16,3 0 2 0,-3-1-7 15,1-1-17-15,0 1-28 0,-1-3-25 0,0 0-21 0,0-7-21 16,1 14-9-16,-1-9-39 0,0-5-19 0,-1 10-17 16,1-10-112-16,-1 7-294 0,1-7 131 0</inkml:trace>
  <inkml:trace contextRef="#ctx0" brushRef="#br0" timeOffset="209003.3">4937 13111 49 0,'10'-6'160'0,"-1"1"2"0,0 3-2 16,2 0-1-16,-1 2-18 0,1 4-1 0,0-1-4 15,-1 3-8-15,1-1-3 0,0 3-4 0,-1 0-11 16,-2 2-4-16,2-1-8 0,-2 1-9 0,-2 4-1 16,-3-2-4-16,2-2-3 0,-1 6-8 15,-2-4-6-15,-2 0-5 0,-2 5-5 0,-2-3-4 16,0-1-3-16,0-2-4 0,-1 4-4 0,-4-1-5 0,0-3-2 15,1 0-4-15,1-2-6 0,-3-1-15 0,-1 3-27 16,1-3-19-16,-1-1-27 0,2 0-30 0,-2-2-32 16,5-3-35-16,-3 1-43 0,3-3-135 0,6 0-367 15,-12 0 163-15</inkml:trace>
  <inkml:trace contextRef="#ctx0" brushRef="#br0" timeOffset="209347.52">5247 13043 123 0,'0'0'186'0,"0"0"-4"15,0 0-10-15,0 0-10 0,0 0-13 0,0 0-13 16,-24 19-8-16,16-13-6 0,0 3-13 0,2 0-7 16,-1 0-9-16,4 0-10 0,-4 1-5 0,5-3-13 15,-2 0-10-15,1 2 1 0,3-1-7 0,0-8-5 16,3 13-4-16,0-8-4 0,0 4-6 15,4-3 0-15,-2-2 1 0,1 1-8 0,2 0 1 0,3-2-1 16,-3 1-2-16,1 0-4 0,-1 1-4 0,-1-2 0 16,0 0-3-16,-1-1-2 0,1 0-3 0,-7-2 3 15,10 4-2-15,-8 0 2 0,-2-4-2 0,5 4-3 16,-5-4 4-16,0 0 5 0,0 10-6 16,0-10 0-16,-7 9 5 0,0-5-8 0,0 2 1 0,-4 1 1 15,1-4-5-15,1 4-6 0,-1-4-7 0,-1 4-11 16,-1-3-19-16,3 1-21 0,-2-2-24 0,-1 2-31 15,2-3-40-15,1 0-35 0,1 0-106 0,1 0-323 16,7-2 144-16</inkml:trace>
  <inkml:trace contextRef="#ctx0" brushRef="#br0" timeOffset="209658.95">5327 13013 5 0,'8'-6'157'0,"-1"2"-16"16,-1-1-15-16,-1 2-13 0,1 1-14 0,-6 2-22 0,9-5-20 15,-9 5-21-15,11-1-24 0,-11 1-6 0,7 0-21 16,-7 0-11-16,0 0-4 0,7 8-2 0,-7-8-13 16,0 10 7-16,0-10 1 0,-2 9 3 0,2-9 3 15,-2 11 14-15,-1-4 12 0,3-7 14 16,-4 12 2-16,2-7 10 0,2-5 28 0,-4 9-2 15,4-9 6-15,-5 5 6 0,5-5 5 0,-4 8-1 0,4-8 1 16,-1 8-4-16,1-8 13 0,0 0-11 0,0 0 9 16,-3 6-6-16,3-6-1 0,0 0-15 15,0 0 2-15,0 0-1 0,13 1-18 0,-13-1-31 16,0 0-48-16,0 0-41 0,17-5-42 0,-13 1-82 16,-4 4-230-16,10-8 101 0</inkml:trace>
  <inkml:trace contextRef="#ctx0" brushRef="#br0" timeOffset="209920.84">5569 12803 61 0,'0'0'176'16,"-9"-5"6"-16,9 5-7 0,0 0 2 0,-10 13-4 15,5-6-8-15,1 1-6 0,-1 3-8 16,0 1-5-16,1-2-8 0,1 2-9 0,1-2-13 15,-2 3-12-15,3-3-6 0,-1 0-10 0,2 0-8 16,-1 1-5-16,2-1-5 0,1-2-14 0,-1 2-1 0,-1-10-5 16,6 12-5-16,-3-6-6 0,2 0-15 15,0-2-20-15,-1 1-28 0,1-3-33 0,0 3-22 16,0-3-32-16,-5-2-25 0,16 3-22 0,-10-4-13 16,-6 1-3-16,13-2-9 0,-7 0-92 0,-1-3-295 15,2 2 130-15</inkml:trace>
  <inkml:trace contextRef="#ctx0" brushRef="#br0" timeOffset="210699.31">5703 12830 52 0,'0'0'131'0,"0"0"-3"0,0 0-14 0,0 0 3 16,0 0 6-16,0 0 8 0,0 0-1 0,0 0-3 0,0 0-2 16,-15 16-3-16,11-8-4 0,-1 0-12 0,1 2-5 15,2-3-8-15,-1 4-9 0,0-3-5 16,3-1-4-16,-1 0-4 0,0 3-4 0,1-2-7 15,0-8-8-15,1 10-5 0,2-4-1 0,-3-6-6 16,4 7-2-16,-2-2-6 0,-2-5 0 0,10 5-3 16,-6-2-2-16,-4-3-2 0,0 0 0 0,10 0-2 15,-10 0-6-15,13-3-1 0,-13 3-4 0,12-3 1 16,-7-2-9-16,0 2-9 0,-5 3-1 0,6-9-2 16,-1 5-3-16,-2-2-1 0,-3 6-5 0,5-16 3 15,-5 10-1-15,1-2-1 0,-1-1 3 0,2-2 3 0,-1 3-3 16,-1-3 3-16,-1 2 3 0,-1-1-3 15,1-1 3-15,2 0 5 0,1 2-6 0,-2 9 6 16,0-14 4-16,2 6 3 0,-1 2 1 0,-1 6 4 16,6-7 1-16,-1 4-5 0,-5 3-1 0,10-3 4 15,-10 3 1-15,14 3-3 0,-8 0 4 0,2 0 5 0,0 1 6 16,-3 2-6-16,3 2 4 0,-2-1-1 0,0-3 2 16,1 3 0-16,-4-2 2 0,1 2-1 15,-1-1-1-15,1-2-4 0,-4-4 5 0,7 10 11 16,-4-6-10-16,-3-4-1 0,6 5-1 0,-6-5 3 15,0 0 5-15,3 7 2 0,-3-7 3 0,0 0 2 0,0 0 3 16,0 0 2-16,2 6-4 0,-2-6-8 0,0 0 4 16,0 0-4-16,0 0-5 0,0 0 1 15,0 0-1-15,0 0-9 0,0 0 13 0,0 0-9 16,0 0-8-16,-5-31-9 0,7 24-1 0,-1-1 2 16,0-1-10-16,2-3-8 0,-1 3 3 0,2-2-4 0,0 2 1 15,1-1 10-15,-1 0-9 0,-2 3-3 16,2 1 4-16,1 3-1 0,1-1 0 0,-6 4-1 0,11-5 2 15,-11 5 1-15,10 1 2 0,-10-1-1 16,11 1 2-16,-11-1 6 0,12 6-6 0,-8-2 3 16,1-3 2-16,-5-1-3 0,9 6 5 0,-4-3-1 0,-5-3 2 15,9 3 0-15,-9-3 2 0,9 3 1 0,-9-3-1 16,8 0 5-16,-8 0 7 0,0 0-10 0,11-5 0 16,-11 5-3-16,5-6 2 0,-5 6 1 0,4-7 0 15,-4 7-2-15,3-9 1 0,-3 9 5 16,1-9-7-16,-1 9 1 0,1-10 1 0,-1 10-1 0,-1-9 3 15,1 9-8-15,0-9 3 0,0 9-1 0,0 0-1 16,1-9 1-16,-1 9-5 0,0 0 0 0,0 0-1 16,0 0 2-16,0 0 0 0,0 0 0 15,0 0 1-15,0 0-1 0,0 0 0 0,0 0 1 16,8 23 7-16,-7-17-4 0,2 1-1 0,1 0 3 16,-3-2-6-16,1 2 1 0,-2-7-24 0,3 12-16 0,-2-6-28 15,-1-6-31-15,2 8-34 0,0-3-42 16,-2-5-45-16,0 0-160 0,-1 10-416 0,1-10 185 15</inkml:trace>
  <inkml:trace contextRef="#ctx0" brushRef="#br0" timeOffset="210933.27">6154 12462 169 0,'0'-12'216'0,"-1"5"1"0,1 7-18 15,-1-12-21-15,1 12-17 0,0 0-9 0,0 0-2 0,0 0 2 16,0 0 1-16,5 25-4 0,-3-8-7 0,0 1-10 16,0 6-10-16,0-4-4 0,-1 0-11 15,0 0-7-15,1-1-4 0,-1 1-14 0,0-1-10 16,-1-2-6-16,3-1-7 0,-1 0-31 0,-1-4-26 16,-1 1-28-16,2-2-46 0,-2-2-46 0,0 1-59 0,0-1-53 15,-3-2-171-15,3-7-432 0,-9 12 192 16</inkml:trace>
  <inkml:trace contextRef="#ctx0" brushRef="#br0" timeOffset="211088.2">6074 12631 156 0,'0'0'193'0,"4"-9"-22"15,1 4-14-15,-5 5-18 0,10-6-21 16,0 2-33-16,2-3-48 0,3 1-49 0,2-1-42 15,-2 1-111-15,2 1-179 0,-5 1 79 0</inkml:trace>
  <inkml:trace contextRef="#ctx0" brushRef="#br0" timeOffset="211219.81">6363 12537 5 0,'7'-2'252'0,"-7"2"-3"0,0 0 0 0,9-2-8 16,-9 2-6-16,0 0-16 0,7-3-13 0,-7 3-20 15,0 0-20-15,0 0-16 0,0 0-14 0,9-2-18 16,-9 2-31-16,0 0-34 0,0 0-46 0,0 0-52 0,0 0-72 15,0 0-63-15,0 0-190 0,0 0-401 16,0 0 179-16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24T07:04:49.9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1529 8342 14 0,'0'0'39'0,"0"0"-5"0,0 0-1 16,0 0-1-16,-8-4-1 0,8 4-3 0,0 0 1 15,0 0 1-15,0 0 9 0,0 0-16 0,0 0 1 16,0 0 2-16,0 0-3 0,0 0-2 0,0 0 3 15,0 0-4-15,0 0-3 0,0 0 3 0,-3-5 2 16,3 5-11-16,0 0 0 0,0 0 1 0,0 0-6 16,0 0 9-16,0 0-11 0,0 0 3 0,0 0-3 15,0 0 15-15,0 0-18 0,0 0 7 0,0 0-5 16,0 0 6-16,0 0-3 0,0 0-6 0,0 0 4 16,0 0-3-16,-4-6 0 0,4 6 6 0,0 0-6 15,0 0 1-15,0 0 0 0,0 0-6 0,0 0 9 16,0 0-5-16,0 0 7 0,0 0 1 0,0 0-5 15,0 0 3-15,0 0-3 0,0 0 6 0,0 0-3 16,0 0-12-16,0 0 6 0,0 0 12 0,0 0-9 16,0 0 9-16,0 0 1 0,0 0-2 0,0 0-4 15,0 0 12-15,0 0-8 0,0 0 7 0,0 0 2 16,0 0-7-16,0 0-13 0,0 0 7 0,0 0 2 16,0 0 7-16,0 0-4 0,0 0 5 0,0 0 0 15,0 0 4-15,0 0 0 0,0 0-6 0,0 0 6 16,0 0 0-16,0 0-1 0,0 0 8 0,0 0-8 15,0 0 0-15,0 0-1 0,0 0-5 0,0 0 7 16,0 0-8-16,0 0 1 0,0 0 2 0,0 0-4 16,-13 1-3-16,13-1-5 0,0 0 9 0,0 0-4 15,0 0-7-15,0 0 2 0,0 0 10 0,-9-3-12 16,9 3 9-16,0 0-8 0,0 0 3 0,-5-3-7 16,5 3 7-16,0 0 2 0,0 0-2 0,0 0 2 15,-4-7 4-15,4 7-7 0,0 0-3 0,0 0 1 16,0 0 3-16,-6-6-12 0,6 6 4 0,0 0 5 15,-5-3-6-15,5 3 6 0,0 0-3 0,0 0-8 16,0 0 3-16,0 0-5 0,-5-5-7 16,5 5 4-16,0 0-11 0,0 0-3 0,0 0-5 0,0 0-12 15,0 0 4-15,0 0-4 0,0 0-5 16,0 0-3-16,0 0-8 0,0 0-9 0,0 0-6 16,0 0-54-16,0 0-139 0,0 0 61 0</inkml:trace>
  <inkml:trace contextRef="#ctx0" brushRef="#br0" timeOffset="166.55">1472 8258 11 0,'0'0'2'0,"0"0"-5"0,0 0-2 0,0 0 2 15</inkml:trace>
  <inkml:trace contextRef="#ctx0" brushRef="#br0" timeOffset="38162.67">5271 8586 38 0,'0'0'57'0,"0"0"-13"0,0 0-18 0,0 0-20 0,0 0-17 16,0 0-16-16,0 0-29 0,0 0 13 0</inkml:trace>
  <inkml:trace contextRef="#ctx0" brushRef="#br0" timeOffset="38966.36">6948 8263 59 0,'0'0'79'15,"0"0"-11"-15,0 0 1 0,0 0-5 0,0 0-9 0,0 0-10 16,0 0-6-16,0 0-4 0,0 0-2 0,0 0-3 15,0 0-5-15,5-5-3 0,-5 5-6 0,0 0-7 16,0 0-4-16,8-2-4 0,-8 2-13 16,0 0-13-16,0 0-1 0,0 0-19 0,0 0-46 15,0 0-100-15,0 0 45 0</inkml:trace>
  <inkml:trace contextRef="#ctx0" brushRef="#br0" timeOffset="42253.68">4033 9693 55 0,'0'0'65'16,"0"0"-1"-16,0 0-9 0,0 0-6 0,0 0-4 16,0 0-7-16,6-7-5 0,-6 7 0 0,0 0-7 0,0 0-5 15,0 0 1-15,0 0-11 0,0 0-11 0,0 0-6 16,0 0-13-16,0 0-8 0,0 0-17 0,0 0-27 16,0 0-76-16,0 0 34 0</inkml:trace>
  <inkml:trace contextRef="#ctx0" brushRef="#br0" timeOffset="59516.17">18814 10196 42 0,'0'0'79'0,"8"-4"-1"0,-8 4-18 0,9-1-18 16,-9 1-22-16,12-1-8 0,-5-1-36 0,-7 2-28 15,14-1-56-15,-8 1 25 0</inkml:trace>
  <inkml:trace contextRef="#ctx0" brushRef="#br0" timeOffset="59770.4">19449 9990 6 0,'0'0'106'0,"0"0"-2"0,0 0-18 16,0 0-10-16,6-3-9 0,-6 3-22 0,0 0-18 16,0 0-8-16,0 0-21 0,0 0-24 0,0 0-59 0,0 0-92 15,0 0 41-15</inkml:trace>
  <inkml:trace contextRef="#ctx0" brushRef="#br0" timeOffset="61119.08">14492 12585 6 0,'0'0'47'0,"0"0"-5"0,0 0-18 16,0 0-20-16,0 0-25 0,0 0-22 0,0 0 9 16</inkml:trace>
  <inkml:trace contextRef="#ctx0" brushRef="#br0" timeOffset="62500.14">15991 12569 62 0,'0'0'85'0,"0"0"-21"0,0 0-10 0,0 0-17 16,0 0-20-16,0 0-13 0,0 0-26 0,0 0-29 16,0 0-54-16,0 0 25 0</inkml:trace>
  <inkml:trace contextRef="#ctx0" brushRef="#br0" timeOffset="63284.85">16730 12322 164 0,'0'0'176'0,"1"-8"-15"0,-1 8-13 16,0 0-20-16,0 0-12 0,0 0-11 0,-1-9-8 16,1 9-24-16,0 0-19 0,0 0-37 0,0 0-15 15,0 0-22-15,0 0-15 0,0 0-35 0,7-2-29 16,-7 2-71-16,0 0-184 0,0 0 82 0</inkml:trace>
  <inkml:trace contextRef="#ctx0" brushRef="#br0" timeOffset="63532.1">17182 12035 61 0,'0'0'51'0,"0"0"-9"0,3 8-27 0,-3-8-20 0,3 6-23 16,-3-6-29-16,3 8 12 0</inkml:trace>
  <inkml:trace contextRef="#ctx0" brushRef="#br0" timeOffset="64025.25">17519 12453 45 0,'0'0'81'0,"0"0"-8"0,0 0-2 15,0 0-4-15,0 0-11 0,0 0 0 0,0 0-7 16,0 0-3-16,0 0 8 0,0 0-12 0,0 0 1 16,0 0 0-16,0 0 6 0,0 0-2 0,0 0-2 15,0 0 0-15,0 0-4 0,0 0 8 0,0 0-7 0,0 0-7 16,0 0 2-16,0 0-11 0,0 0-5 0,0 0-6 15,0 0 1-15,11-2-11 0,-11 2 9 16,0 0-5-16,0 0 2 0,0 0-1 0,0 0 0 16,0 0-5-16,0 0 6 0,0 0-4 0,0 0-4 0,0 0-12 15,0 0 0-15,0 0-8 0,0 0-8 0,0 0-1 16,0 0-7-16,0 0-6 0,0 0-14 16,0 0 1-16,0 0 3 0,0 0-3 0,0 0-4 0,0 0-4 15,0 0-10-15,0 0-52 0,0 0-132 0,0 0 59 16</inkml:trace>
  <inkml:trace contextRef="#ctx0" brushRef="#br0" timeOffset="67346.62">26454 15287 42 0,'0'0'110'0,"0"0"2"0,0 0 1 0,0 0-5 15,0 0 5-15,0 0-9 0,-8-8-8 0,8 8-11 16,0 0-8-16,0 0-13 0,-3-7-12 0,3 7-12 15,0 0-20-15,0 0-15 0,0 0-3 0,0 0-14 16,0 0-5-16,0 0-7 0,0 0-11 16,0 0-21-16,5-16-6 0,-3 10 3 0,0-4-23 0,2-2-51 15,-1 1-144-15,1-3 64 0</inkml:trace>
  <inkml:trace contextRef="#ctx0" brushRef="#br0" timeOffset="67989.06">26515 14973 29 0,'0'0'96'0,"0"0"-16"0,0 0-7 16,0 0-11-16,0 0-20 0,0 0 1 0,6 7-9 15,-6-7-24-15,0 0-17 0,0 0-14 0,0 0-15 16,0 0-32-16,0 0-73 0,0 0 33 0</inkml:trace>
  <inkml:trace contextRef="#ctx0" brushRef="#br0" timeOffset="70434.92">6300 12900 42 0,'0'0'39'0,"0"0"1"15,0 0-9-15,0 0 2 0,0 0-8 0,0 0 0 0,0 0-4 16,0 0 2-16,0 0 1 0,0 0-9 15,0 0-4-15,0 0 3 0,0 0-3 0,0 0 2 16,0 0-1-16,0 0 5 0,0 0-9 0,0 0-1 16,0 0 2-16,0 0-3 0,0 0-2 0,0 0 3 15,0 0-4-15,0 0 4 0,0 0 4 0,0 0-11 16,0 0 8-16,0 0-3 0,0 0 5 0,0 0-2 16,0 0-1-16,0 0 8 0,0 0-5 0,0 0-1 15,0 0 4-15,0 0 5 0,0 0-12 0,0 0-2 16,1-10 20-16,-1 10-16 0,0 0-3 0,0 0-2 15,0 0 0-15,0 0 0 0,0 0 10 0,0 0 1 16,0 0-14-16,0 0 3 0,0 0-1 0,0 0 0 16,0 0-7-16,0 0 5 0,0 0-2 0,0 0 5 15,0 0-4-15,0 0 2 0,0 0-1 0,0 0 4 16,0 0-3-16,0 0-5 0,0 0 12 0,0 0-3 16,0 0-12-16,0 0 4 0,0 0-5 0,0 0-4 15,0 0 2-15,0 0-6 0,0 0-9 0,0 0-8 16,0 0 3-16,0 0-5 0,0 0 0 0,0 0-4 15,0 0-29-15,0 0-74 0,0 0 32 0</inkml:trace>
  <inkml:trace contextRef="#ctx0" brushRef="#br0" timeOffset="71217.23">3565 14125 39 0,'-6'-4'56'0,"6"4"0"0,0 0-7 0,-9-4 1 16,9 4-3-16,-7-3-2 0,7 3-3 0,-6-3 1 15,6 3-1-15,-5-4 15 0,5 4-14 0,0 0 4 16,-9-3-7-16,9 3 0 0,0 0-2 15,-6-4 5-15,6 4 5 0,0 0-6 0,0 0 0 16,-9-1 0-16,9 1-5 0,0 0 0 0,0 0-5 16,0 0 6-16,0 0-3 0,0 0 3 0,0 0 1 15,0 0 4-15,-9-1-12 0,9 1 0 0,0 0-2 16,0 0 1-16,0 0-5 0,0 0 3 0,0 0-4 16,0 0-3-16,0 0-9 0,0 0 5 0,0 0-6 15,0 0 0-15,0 0 2 0,0 0-4 0,0 0-4 16,0 0 6-16,0 0-3 0,0 0-3 0,0 0 9 15,0 0-13-15,0 0-4 0,0 0-2 0,0 0-2 16,0 0 0-16,0 0 2 0,16-9 8 0,-3 5 6 16,2-4-33-16,11-3-86 0,2-2-130 0,4-4-259 15,14-6 114-15</inkml:trace>
  <inkml:trace contextRef="#ctx0" brushRef="#br0" timeOffset="73938.78">3620 14192 57 0,'0'0'123'0,"0"0"-8"0,0 0-4 0,0 0-3 0,0 0 0 16,0 0-1-16,0 0-6 0,0 0-1 0,0 0-7 16,0 0 0-16,-5 6-9 0,5-6-4 0,0 0-3 15,0 0-4-15,0 0 3 0,0 0-5 16,0 0 8-16,0 0-4 0,0 0 1 0,0 0 4 0,0 0-2 16,0 0-5-16,0 0-2 0,0 0-6 0,0 0-4 15,0 0-4-15,0 0-10 0,0 0-4 0,0 0-4 16,0 0-3-16,0 0-2 0,-10 0-4 15,10 0-3-15,0 0-2 0,0 0-8 0,0 0 3 16,0 0-5-16,-12 0-1 0,12 0-1 0,0 0-7 16,0 0-5-16,0 0-11 0,0 0-6 0,-12-4-4 0,12 4-6 15,0 0-6-15,-9-2-6 0,9 2 4 0,0 0-11 16,-7-3-2-16,7 3-2 0,0 0-3 0,0 0-3 16,0 0 16-16,-9-3-3 0,9 3 7 0,0 0-5 15,0 0 16-15,0 0-5 0,0 0 3 0,0 0 2 16,0 0-1-16,0 0 5 0,0 0 0 0,0 0 3 15,0 0 3-15,0 0 0 0,0 0 7 0,0 0-10 16,0 0 9-16,0 0 0 0,0 0 1 0,0 0 8 16,0 0 4-16,0 0-3 0,0 0 1 0,0 0-1 15,-7-1-1-15,7 1 7 0,0 0 1 16,0 0-1-16,0 0 1 0,0 0 4 0,0 0 1 16,0 0-1-16,0 0-2 0,0 0 2 0,0 0 1 0,0 0 3 15,0 0-1-15,0 0 4 0,0 0-2 0,0 0 1 16,0 0 1-16,0 0 0 0,0 0 0 15,0 0-9-15,0 0 4 0,0 0-2 0,0 0-6 16,0 0 3-16,0 0-5 0,0 0-5 0,0 0 0 16,0 0-7-16,0 0-1 0,0 0 4 0,19-9-7 0,-19 9 2 15,15-6 6-15,-4 2-2 0,6-2 2 0,0-2-3 16,7-4 3-16,3 0 3 0,0 0 0 16,-3 0 0-16,4 0 1 0,-1-3-7 0,-2 2 7 15,5 0 0-15,-2-1-1 0,4 1 1 0,-3-2-2 0,2 2 1 16,-5-1 1-16,1-2 1 0,-1 0 0 15,0 5-4-15,-2-2 5 0,-8 5-11 0,-1-1 10 0,-6 4-2 16,0-1 3-16,-2 2-2 0,-7 4 2 0,13-6 5 16,-8 4 7-16,0-1 9 0,-5 3 13 15,0 0 9-15,0 0 3 0,9-2 8 0,-9 2-1 16,0 0-5-16,0 0 2 0,0 0-6 0,0 0-3 16,0 0-4-16,0 0-4 0,0 0-1 0,0 0-7 0,0 0-2 15,0 0 0-15,0 0-11 0,0 0-20 0,0 0-27 16,0 0-22-16,0 0-37 0,0 0-41 0,0 0-24 15,0 0-19-15,0 0 4 0,0 0-9 16,0 0-120-16,0 0-325 0,0 0 144 0</inkml:trace>
  <inkml:trace contextRef="#ctx0" brushRef="#br0" timeOffset="75306.47">3550 8803 5 0,'0'0'122'0,"0"0"-2"0,0 0-7 16,-12 9-9-16,12-9-1 0,0 0-8 0,0 0-11 15,0 0 0-15,0 0-5 0,0 0-1 0,0 0-7 16,0 0-3-16,0 0 2 0,0 0-8 0,0 0 1 15,0 0 1-15,0 0-5 0,0 0 0 0,0 0-10 16,0 0-3-16,0 0-2 0,-7 1-3 0,7-1-4 16,0 0-5-16,0 0-3 0,0 0-4 0,0 0 2 15,0 0-5-15,0 0-6 0,0 0-2 0,0 0-12 16,0 0 3-16,0 0-1 0,0 0-5 0,24-6 4 16,-13 4-1-16,1 0 5 0,8-5-5 0,2 1 5 15,4-2-4-15,3-1 2 0,-3-1-6 0,-1-2 1 16,1 2 1-16,0 0 3 0,1-3-8 0,-1 2 5 15,-6 4-9-15,-2-1 13 0,0 1-2 0,0 1-2 16,-2-2 4-16,-5 4-8 0,-1 0 9 0,-2 2-8 16,-3-1-1-16,2-1 6 0,-1 1 2 0,-6 3-1 15,0 0-4-15,11-2 5 0,-11 2 2 0,5-3 3 16,-5 3 8-16,0 0 0 0,0 0 4 0,0 0 2 16,0 0-6-16,0 0-1 0,0 0 0 0,0 0-2 15,0 0-7-15,0 0-6 0,0 0-14 0,0 0-15 16,0 0-24-16,0 0-50 0,0 0-31 0,10 6-25 15,-10-6-6-15,0 11-84 0,0-11-267 0,-2 11 118 16</inkml:trace>
  <inkml:trace contextRef="#ctx0" brushRef="#br0" timeOffset="171817.42">3795 14569 149 0,'0'0'211'0,"-6"-9"-15"0,2 5-5 16,4 4-23-16,-7-8 9 0,5 3 0 0,2 5-8 15,-8-4-11-15,8 4-20 0,0 0-11 0,-5-7-15 16,5 7-13-16,0 0-13 0,0 0-8 0,-4-5-10 15,4 5 1-15,0 0-18 0,0 0 0 0,0 0-10 16,0 0-1-16,0 0-6 0,0 0-2 0,0 0-1 16,18 18-5-16,-11-10-5 0,-1 0 2 0,1 2-2 15,-2-1-6-15,1-3 3 0,-1 4-4 0,0-4-1 16,-2-3 1-16,1 4-3 0,-1-2 1 0,1-1 0 16,-4-4-2-16,5 6-4 0,-5-6 5 0,0 0 0 15,13-3-1-15,-6-6-4 0,8-15-6 0,-1-4-17 16,10-18-31-16,15-30-33 0,4-8-27 0,2-3-17 15,1-7-33-15,2-2-37 0,-2 2-168 0,-6-2-392 16,1 5 173-16</inkml:trace>
  <inkml:trace contextRef="#ctx0" brushRef="#br0" timeOffset="173467.31">4363 7404 8 0,'0'0'208'0,"0"0"-10"0,0 0-4 16,0 0-3-16,0-11 1 0,0 11-14 0,0 0-6 16,0 0-9-16,-2-12-9 0,2 12-9 0,0 0-11 15,0 0-10-15,-2-7-12 0,2 7-11 0,0 0-13 16,0 0-7-16,0 0-10 0,0 0-7 15,0 0-10-15,0 0-5 0,0 0-9 0,0 0-2 0,0 0-5 16,0 0-4-16,0 0-3 0,0 0 2 0,0 0-4 16,0 0-4-16,13 17 2 0,-11-13-4 15,1 3-4-15,1-3 2 0,-4-4-3 0,5 9-2 16,-3-5-1-16,-2-4-1 0,0 0 1 0,5 6 0 16,-5-6-2-16,0 0-3 0,4 6-1 0,-4-6 0 0,0 0 1 15,0 0 1-15,4 4-2 0,-4-4 0 16,0 0 3-16,0 0-1 0,0 0-1 0,0 0 0 0,0 0-1 15,17-10 2-15,-3-1 2 0,6-10-16 0,4-5-34 16,13-18-30-16,26-25-34 0,2-11-56 16,3-5-59-16,0 1-200 0,3-7-455 0,-1-4 202 0</inkml:trace>
  <inkml:trace contextRef="#ctx0" brushRef="#br0" timeOffset="176218.34">764 16788 73 0,'0'0'193'16,"0"0"-21"-16,0 0 7 0,0 0 2 0,0 0-2 16,0 0-12-16,0 0-5 0,0 0-18 0,-51-8-13 15,51 8-12-15,0 0-18 0,0 0-8 0,0 0-8 16,0 0-10-16,0 0-5 0,0 0-12 15,0 0-10-15,40-39-18 0,-24 29-29 0,2 0-29 16,-2-3-25-16,2 5-40 0,-1-3-26 0,3 2-37 16,-4 2-146-16,-2 4-328 0,-3-2 146 0</inkml:trace>
  <inkml:trace contextRef="#ctx0" brushRef="#br0" timeOffset="176571.27">852 16831 89 0,'4'8'159'0,"-1"2"-13"0,3 7-14 15,1 0-5-15,0-1-13 0,2 3-7 16,-3 0-13-16,6 5-11 0,-1-1-6 0,2 0-4 16,-6-6-10-16,4 0 3 0,-1 0 14 0,-2 2-4 15,1-1-8-15,-2-2-6 0,0-2-10 0,-3-2-9 16,-1-1 3-16,1-2-7 0,-1 1-5 0,-3-10-5 15,2 13 4-15,0-6-8 0,-2-7-4 0,0 0 1 16,-2 16 2-16,2-16-16 0,0 0 4 0,-6 6 2 16,6-6 0-16,0 0 0 0,-6 6-3 0,6-6 6 15,0 0-5-15,0 0-8 0,0 0 12 0,0 0-2 16,0 0-2-16,0 0-7 0,0 0 0 0,0 0 2 16,0 0-2-16,0 0-6 0,0 0 2 0,0 0-2 15,0 0-19-15,0 0-17 0,0 0-9 0,29-22-17 16,-13 18-14-16,0-5-21 0,0-1-16 0,-1 2-15 15,4-2-19-15,-4 2-90 0,3-2-256 0,-5 1 114 16</inkml:trace>
  <inkml:trace contextRef="#ctx0" brushRef="#br0" timeOffset="176783.28">1178 16948 137 0,'0'0'137'16,"0"0"-3"-16,0 0-16 0,0 0-7 0,0 0 0 15,0 0 11-15,0 0 3 0,0 0 9 0,0 0 0 16,0 0-12-16,16 39-6 0,-8-23-14 0,1 7-11 16,3 2-12-16,-1-2-4 0,1 1-3 0,-2 2-10 15,-5-9-11-15,4 0-15 0,0 0-13 0,-2-2-16 16,-1-3-19-16,0-2-19 0,-1 0-11 0,-1-2-15 16,-4-8-35-16,8 14 2 0,-8-14-7 0,7 10-11 15,-7-10-7-15,4 5-2 0,-4-5-106 0,0 0-243 16,0 0 108-16</inkml:trace>
  <inkml:trace contextRef="#ctx0" brushRef="#br0" timeOffset="176932.05">1231 16954 30 0,'15'-15'127'0,"-9"7"-28"15,3 3-30-15,-9 5 19 0,18-11-14 0,-18 11-8 16,13-6-3-16,-13 6-4 0,20 0-29 0,-20 0-26 15,16 11-44-15,-8-1-72 0,-8-10-121 16,13 27 54-16</inkml:trace>
  <inkml:trace contextRef="#ctx0" brushRef="#br0" timeOffset="177850.17">20026 4597 116 0,'0'0'222'15,"0"0"-13"-15,0 0-13 0,1-12-15 0,-1 12-10 16,0 0-15-16,0 0-10 0,0 0-15 0,0 0-8 16,0 0-9-16,0 0-14 0,-4-6-12 0,4 6-9 15,0 0-8-15,0 0-9 0,0 0-6 16,0 0-4-16,0 0-5 0,0 0-4 0,0 0 2 0,0 0-1 15,0 0 7-15,0 0-2 0,9-6 2 0,-3-1-4 16,7 2 0-16,13-12-6 0,17-10-9 0,10-9-30 16,28-16-48-16,1-7-69 0,8-2-57 0,8-6-69 15,-8-5-126-15,3-3-397 0,-5-3 176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31T07:30:26.2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12257 8514 8 0,'0'0'14'0,"11"-2"-6"15,-11 2 0-15,0 0-6 0,0 0 1 16,0 0-4-16,4 6-6 0,-4-6-9 0,0 0 4 15</inkml:trace>
  <inkml:trace contextRef="#ctx0" brushRef="#br0" timeOffset="2025.46">14836 8256 21 0,'0'0'23'0,"0"0"1"0,0 0-8 16,0 0-2-16,0 0-3 0,0 0 0 0,0 0-2 15,-3 7-5-15,3-7 6 0,0 0-2 0,0 0 0 16,0 0-4-16,0 0 3 0,0 0-9 0,0 0 5 16,0 0 5-16,0 0-2 0,0 8-1 0,0-8 1 15,0 0-3-15,0 0 0 0,0 0 2 0,0 0-1 16,0 0-5-16,0 0-1 0,0 0 2 0,0 0 0 0,1 7-5 15,-1-7-13-15,0 0 2 0,0 0 0 16,0 9-10-16,0-9-28 0,0 0 13 0</inkml:trace>
  <inkml:trace contextRef="#ctx0" brushRef="#br0" timeOffset="29792.71">16898 14553 107 0,'-5'6'103'0,"5"-6"0"0,0 0-15 0,-6 7 1 16,6-7-7-16,0 0-3 0,-3 3-6 0,3-3-3 15,0 0-3-15,0 0-2 0,-2 7 4 0,2-7 1 16,0 0-5-16,0 0-2 0,0 0-1 0,0 0 3 15,0 0-6-15,0 0 6 0,0 0-5 0,0 0 0 16,0 0 2-16,0 0 1 0,0 0-1 0,0 0 2 16,0 0-2-16,0 0 2 0,19-14-10 0,-14 10 4 15,1-1-8-15,2-3-5 0,1 0-15 0,-1-1 0 16,4-4-7-16,0 0 1 0,-2-1-1 0,2 1-3 16,-1-2 2-16,1 2 1 0,0-4-3 0,-4 1-4 15,2 0 3-15,-2 0-4 0,1-2-4 0,-3 1 2 16,2-2-4-16,-4 2 0 0,3-2-1 0,-3 2-3 15,1-1 3-15,1 0-6 0,-4 1 7 0,1-3-6 16,-2 4 2-16,2-1 0 0,-1 1 1 0,-1 4-1 16,-1 1 0-16,2-1-5 0,-2 2 3 0,0 2-3 15,0 8 1-15,0-13 2 0,0 7-1 0,0 6-1 16,0-9-2-16,0 9 2 0,0 0 2 0,-2-10-1 16,2 10-2-16,0 0-3 0,0 0 0 0,0 0-2 15,0 0-1-15,0 0 6 0,0 0-3 0,0 0-2 16,0 0 4-16,0 0-1 0,0 37-4 0,-2-21 4 15,1 3-1-15,-2 1 8 0,2 5-8 0,-2 0 3 16,-1 1-3-16,2-1 3 0,0-7-2 0,0 1 1 16,3 2-1-16,-1-3 5 0,0 0-3 0,3-1 1 15,-2-6 0-15,3 5-1 0,-2-4 2 16,4 4-1-16,-1-7 2 0,3 2-1 0,1-2 1 0,1-2 3 16,1-1 4-16,0-3 2 0,5 0 3 0,-3-1-1 15,6-2 6-15,-1-2-10 0,2 0 2 0,-2-2-3 16,2-2 0-16,1-1 1 0,-3 2 2 0,0-4-5 15,-2 0 8-15,1-3-5 0,-4 1 0 0,1-2-1 16,-4 1-1-16,1-3-3 0,-2 2 4 0,0-2-2 16,-3-1-1-16,1-1-2 0,-2 2 1 0,-1-4-2 15,-1 3 3-15,-2-1-3 0,0 0 0 0,-1 0 2 16,-1 1-1-16,-2 0 1 0,2 5-3 0,0 1 1 16,-1 1-5-16,1 2 4 0,1 7 1 0,-1-12-5 15,1 12 1-15,-1-9-2 0,1 9 1 0,0 0-4 16,-3-7-3-16,3 7 4 0,0 0 2 0,0 0-1 15,0 0 2-15,-1 25-3 0,-2-14 0 0,3 5 3 16,-1 0 3-16,0 1-1 0,0 1 2 0,-2 1-2 16,0 1 3-16,2-1 3 0,0 5 3 0,-1-6-3 15,1 0 3-15,1-1-2 0,1-1 3 0,-2-2-4 16,1 4 1-16,1-7 4 0,2 2 2 0,-2-1-1 16,2-2 0-16,0 1-1 0,0-1-3 0,4-1 1 15,-1 1 6-15,0-3-7 0,2-1-3 0,0 2 4 16,1-2-1-16,1-2 0 0,0 1-5 0,2-3-12 15,-2 0-20-15,3 0-24 0,-1 0-32 16,0-2-24-16,-12 0-29 0,26-4-22 0,-14 0-26 0,1 2-29 16,-4-1-108-16,-9 3-351 0,18-6 156 0</inkml:trace>
  <inkml:trace contextRef="#ctx0" brushRef="#br0" timeOffset="30149.7">17994 14292 124 0,'0'0'185'0,"0"0"-6"15,0 0-9-15,-20-6-6 0,20 6-4 0,-10 0-7 16,10 0-9-16,0 0-7 0,-10 0-7 15,10 0-12-15,0 0-2 0,0 0-4 0,-9 0-9 16,9 0-12-16,0 0-6 0,0 0-8 0,0 0-9 0,0 0-5 16,0 0-8-16,0 0-6 0,0 0-3 15,0 0-7-15,0 0 0 0,0 0-3 0,0 0-2 16,0 0 0-16,0 0 3 0,0 0-6 0,0 0 0 16,0 0 3-16,0 0-6 0,27-7-6 0,-14 4 1 15,-2 0-2-15,8-2-5 0,2 3-3 0,-1-3-7 16,-1 3-30-16,-2-3-19 0,2-1-28 0,-5 3-33 15,0 3-26-15,-1-4-30 0,1 2-27 0,-2 0-23 16,-6 2-131-16,-6 0-370 0,0 0 165 0</inkml:trace>
  <inkml:trace contextRef="#ctx0" brushRef="#br0" timeOffset="30365.68">18026 14379 78 0,'-8'3'204'0,"8"-3"-2"0,-5 2-14 0,5-2-13 16,0 0-16-16,0 0-13 0,-7 4-11 0,7-4-5 15,0 0-7-15,0 0 1 0,0 0-17 0,27-3-11 16,-14 0-6-16,5-3-12 0,0 2-7 16,3 1-12-16,6-3-25 0,-6 2-31 0,-1-1-28 0,1 1-36 15,-2-1-45-15,0 0-19 0,0 1-35 0,-1 2-128 16,-8-2-311-16,4 0 137 0</inkml:trace>
  <inkml:trace contextRef="#ctx0" brushRef="#br0" timeOffset="32015.34">19467 14022 90 0,'0'0'156'0,"0"0"-23"16,0-7-7-16,0 7-7 0,0 0-6 0,0 0-6 16,0 0-3-16,-20 19 0 0,12-9-8 0,-2 1-8 15,-3 3-7-15,1 0-19 0,1 2-5 16,-2-1 3-16,2-2-6 0,0 3-2 0,-1-4-4 0,1 2-6 16,4-4-6-16,-1 1-2 0,-1-3-2 0,3 2 3 15,-1 1-3-15,0-3-4 0,-2 2 5 0,2-2-4 16,1 0 0-16,-3-1-5 0,4 1 2 0,1-3-2 15,0 1-8-15,0 1-1 0,0-4 1 16,1 2 0-16,3-5-4 0,-8 4-4 0,8-4 9 16,-4 5-6-16,4-5 0 0,0 0-1 0,-5 5 0 0,5-5 0 15,0 0-3-15,0 0-1 0,-5 5 0 0,5-5 1 16,0 0-1-16,0 0 3 0,0 0-3 0,0 0-7 16,0 0 8-16,0 0-5 0,0 0 3 15,0 0-4-15,0 0 0 0,0 0 0 0,0 0 1 16,0 0 0-16,0 0 0 0,24-8-1 0,-16 7 3 0,5-2-5 15,1 1 6-15,-1 1-6 0,4-2 3 0,1 2-3 16,4-2 2-16,-2 0 0 0,1 1-1 16,2-2 3-16,-1 2-3 0,-1 1 0 0,0 1-2 0,1-2-2 15,-1 2 0-15,7-2 3 0,-8 2 0 0,0-5 1 16,-2 5 0-16,0-1-6 0,1-1 9 16,-6 1-8-16,0-1 1 0,1 0 2 0,-1-2-1 0,-1 3 4 15,-2-2-4-15,-1-1 2 0,-1 2 2 0,0-1-1 16,-2-1-1-16,-1 0 0 0,-1-1 3 0,2-1 5 15,-3 1-10-15,-3 5 4 0,4-14 4 16,-4 8-1-16,0-5 7 0,-4 0 0 0,-2 1 4 16,-1-1 0-16,-2-2-3 0,-2-1 5 0,-3 1 8 0,1 2-9 15,-4-4 8-15,1 3-1 0,-2 1-3 0,-1 0 3 16,-3 0-7-16,3 1-2 0,0 3 0 0,2-1-1 16,-2 1-3-16,7 3-2 0,-2 2-1 0,4 0 0 15,0 0-2-15,2 1-13 0,8 1-13 16,-14 1-18-16,14-1-25 0,-10 6-31 0,10-6-27 0,-4 9-38 15,4-9-27-15,5 14-127 0,-5-14-340 0,13 12 150 16</inkml:trace>
  <inkml:trace contextRef="#ctx0" brushRef="#br0" timeOffset="32407.08">19898 13921 105 0,'0'0'170'0,"5"-4"-18"0,-5 4-14 16,0 0 1-16,0 0-10 0,13 8-10 0,-8-1 6 15,1 5-9-15,-1 2-3 0,3 4-7 0,-2 0-10 16,-1-1-8-16,3 8-10 0,-4-5-4 0,4-1-9 16,-2-1-4-16,-1 0-7 0,1-3-1 0,1 2-7 15,-2-2-2-15,1-6-3 0,-1 1-4 0,-1-1-1 16,-1-2 3-16,2-2-2 0,-1 1 4 0,-2-2 13 15,-2-4-1-15,7 7 7 0,-7-7 2 0,0 0-10 16,11-4-5-16,-11 4-3 0,12-13 0 0,-5 4-6 0,2-5-3 16,-1 1-2-16,1-2-2 0,-1-2-2 0,-1 1 1 15,-2-4-6-15,3 2 6 0,1-8-12 0,-4 1 2 16,0-2-3-16,-1 2 1 0,3 1-5 16,-2-1 2-16,1 6-5 0,-1 0 11 0,-1 2-14 15,0 2 4-15,-3 5-7 0,3-1 2 0,-1 0-3 16,-2 5-18-16,1 1-24 0,-2 5-27 0,0 0-34 0,0 0-32 15,4-13-13-15,-4 13-14 0,0 0-16 0,0 0-8 16,0 0-25-16,6 21-111 0,-6-21-344 0,4 24 152 16</inkml:trace>
  <inkml:trace contextRef="#ctx0" brushRef="#br0" timeOffset="32639.27">20303 14026 8 0,'4'5'171'0,"-4"-5"1"0,1 6-17 16,-1-6 2-16,1 13 2 0,-2-5-2 0,0 2-10 16,0 2-6-16,-2-1-4 0,2 5-11 0,1-5-12 15,0 5-10-15,-2 0-10 0,2 0-2 0,-2-1-13 16,3 0-5-16,-1 1-7 0,0-3-7 0,0-1-5 16,0 0-6-16,1-2-4 0,1 0-4 0,-2 1-2 15,-2 0-13-15,4-1-18 0,-4-2-21 0,2-8-26 16,2 16-20-16,-2-10-21 0,0-6-30 0,-2 12-36 15,2-12-32-15,2 10-131 0,-2-10-335 0,0 0 148 16</inkml:trace>
  <inkml:trace contextRef="#ctx0" brushRef="#br0" timeOffset="32921.24">20401 14047 7 0,'7'-3'187'0,"-7"3"-9"0,11-3-7 16,-11 3-11-16,12 3-11 0,-12-3-4 0,12 7-7 16,-5-2-9-16,-2 0-16 0,1 3 2 0,1 0-16 15,-4 2-3-15,3 1-8 0,-2-2-4 0,-1 2-13 16,0-1 0-16,-3 1-9 0,0 0-4 0,0-2-6 16,-3 1-4-16,2 0-3 0,-3 0-2 0,0 2-7 15,-2-2 0-15,-4-2-6 0,1 2-3 0,1 0-2 16,-2-2 0-16,1 2-4 0,-4-1-1 0,2-3-4 15,-1 1 0-15,2 0-10 0,1-2-14 0,0 0-26 16,0 2-26-16,0-2-29 0,2 2-33 0,0-5-41 16,3 1-32-16,-2-1-121 0,6-2-343 0,0 0 152 15</inkml:trace>
  <inkml:trace contextRef="#ctx0" brushRef="#br0" timeOffset="33252.58">20829 14013 17 0,'0'0'200'0,"0"0"-6"0,0 0-8 0,0 0-13 0,0 0-9 16,-19 9-14-16,10-1-12 0,3-1-18 0,-2 3-7 16,3-1-12-16,-1 1-12 0,-1 1-9 0,4 1-8 15,0 3-4-15,0-3-10 0,3 2-2 0,2-3-6 16,-2 1-7-16,2 1-2 0,2-2-9 15,0 1 2-15,2 0-4 0,-2-1-6 0,1 0 2 0,2 0 0 16,-3 0-11-16,3 1 7 0,-3-3-2 0,0-3-2 16,0 2-4-16,-2-2-1 0,2 0 1 0,-3 0-5 15,2 0 4-15,-3-6 2 0,1 11-4 0,-1-11 0 16,-2 11 2-16,2-11-5 0,-6 8 0 0,1-3-3 16,0-3 7-16,-2 2-4 0,0 0-19 0,-3 1-14 15,1-3-18-15,-2 3-20 0,-1-3-38 0,-2 1-33 16,-3 3-41-16,0-2-152 0,0 0-355 0,-2-2 157 15</inkml:trace>
  <inkml:trace contextRef="#ctx0" brushRef="#br0" timeOffset="33554.94">19936 14587 28 0,'-6'2'188'0,"6"-2"-7"16,-9 1 7-16,9-1 1 0,0 0-8 0,0 0-13 15,19 10-9-15,3-8-14 0,8-2-6 0,7 0-5 16,16 0-10-16,3 0-11 0,0-6-9 0,4 4-7 16,-1-3-5-16,-4 1-10 0,1 1-5 0,-5 1-11 15,-14-1 3-15,1 2-17 0,-3-3-2 0,-3 1-11 16,0 2 1-16,-4 2-4 0,-6-3-4 15,6 0-4-15,-6-1 0 0,-2 2-7 0,2 1 2 0,-4-1-10 16,1 1-11-16,-1 0-16 0,-1 0-26 0,-5 2-28 16,0-2-43-16,1 0-48 0,-7 1-34 0,0 2-192 15,-6-3-415-15,0 0 184 0</inkml:trace>
  <inkml:trace contextRef="#ctx0" brushRef="#br0" timeOffset="34148.15">19700 14984 6 0,'0'0'186'16,"0"0"1"-16,-13 4-8 0,13-4-4 0,-19 15-11 16,3-5-14-16,1 6-4 0,-7 0-5 0,-2 3-11 0,0 1-9 15,2 0-9-15,-4-2-13 0,5 1-3 0,0-1-5 16,2 0-2-16,-3-1-12 0,8-3 4 16,-6 4-16-16,7-7-4 0,-1-1-1 0,5-1-4 15,-2 0-4-15,4-2-3 0,0 0-2 0,0-1-5 16,3-2 4-16,0 0-8 0,4-4-6 0,-7 6-3 0,7-6 1 15,-7 5-3-15,7-5-2 0,0 0-2 0,-5 5-2 16,5-5-1-16,0 0-4 0,0 0-3 16,0 0 3-16,0 0 0 0,0 0-4 0,0 0 1 15,34-4-3-15,-22 3-2 0,9-1-1 0,-1 2 3 16,10-2 3-16,-4 0-8 0,-5 0-2 0,8 1-2 16,-2-3-5-16,0 3 0 0,-5 1-3 0,-2-1-3 15,1-1-1-15,-1 0-2 0,-3 0 1 0,2-1-1 16,-4-1-2-16,-2 4 1 0,0-3 0 0,-3-1 2 15,0 1 3-15,0-1 0 0,-3-1 2 0,0 1-2 16,0-4 1-16,-3 4-1 0,-1-4-4 0,1 1 7 16,-4-2-1-16,-1-1-2 0,0 1 4 0,1-3 9 15,-5 2-2-15,-2-1-6 0,-2 0-1 0,0-2 26 16,-2-1-3-16,-3 2 1 0,0 1 4 0,-3 0 8 16,3 3-4-16,-1-2 0 0,1 1-6 0,6 5-1 15,-1-2 1-15,1 3-2 0,2 0-6 0,6 3-1 16,-10-6-29-16,3 5-24 0,7 1-25 0,0 0-19 15,0 0-39-15,0 0-53 0,-10 8-56 0,10-8-168 16,0 0-433-16,0 0 191 0</inkml:trace>
  <inkml:trace contextRef="#ctx0" brushRef="#br0" timeOffset="34544.65">19896 15040 77 0,'4'-6'252'0,"1"1"-13"0,-1-1-4 0,-4 6-5 0,8-7-26 16,-4 4-28-16,-4 3-15 0,0 0-18 0,10 0-14 15,-10 0-10-15,11 8-4 0,-4-2-13 0,-1 3-4 16,1 2-8-16,0 4-1 0,0-4-7 0,-2 5-4 16,1 0-2-16,-1 0-6 0,2 0-9 0,-1-1-1 15,0-5-7-15,-2 3-7 0,1-2-2 0,1 1-4 16,-1-1-4-16,1-1-2 0,0-2-6 15,1 0 2-15,-2 2-7 0,0-3 1 0,-2-3-2 16,2 1 3-16,-2-1-3 0,-3-4 4 0,9 5 0 0,-9-5 11 16,10-1-4-16,-10 1-4 0,11-7-5 0,-3 2 2 15,-2-2 4-15,0 0-7 0,2-2 0 16,-2-3-5-16,1 2-2 0,1-4 0 0,0-1 1 0,-1-2-6 16,1-2-2-16,-1 2 1 0,3-2 2 0,-1 1-6 15,0-6 1-15,-1 6-2 0,5-3 0 16,-7 4-1-16,-1 1-5 0,3 2-8 0,-3 1-13 0,-1 4-14 15,-2 3-18-15,-2 6-27 0,3-12-33 0,-3 12-24 16,4-7-42-16,-4 7-10 0,0 0-9 0,0 0-35 16,0 0-178-16,0 0-445 0,23 8 196 15</inkml:trace>
  <inkml:trace contextRef="#ctx0" brushRef="#br0" timeOffset="35010.68">20468 15056 20 0,'0'0'222'0,"0"0"-14"16,0 0-5-16,0 0-4 0,0 0-6 0,-39 3-14 15,30 1-10-15,3 0-8 0,-3 4-4 0,-2 0-11 16,3 0-5-16,-7 5-10 0,6-5-8 0,-2 6-12 16,4-3-2-16,-2-1-10 0,4 1-4 0,-2 0-11 15,2 0-7-15,-1-3-10 0,1 4-5 0,2-1-5 16,2-3 0-16,1-8-5 0,0 12-1 0,0-12-2 15,1 12-8-15,-1-12-3 0,8 9 4 0,-8-9-13 16,9 6 0-16,-9-6 2 0,11 3-2 0,-11-3-8 16,17-2 4-16,-17 2-3 0,0 0-4 0,18-3-1 15,-12 1 0-15,2 0 0 0,-2 0-3 0,2-3-4 16,1 1-2-16,-3-3 3 0,2 0-1 0,-3 2-5 16,3 0 3-16,-1-3-2 0,0 1-2 0,-1 2-1 15,1-2 7-15,-4 1-3 0,2 1-4 0,0 1 2 16,-5 4 7-16,8-6-15 0,-8 6 6 0,5-7-6 15,-5 7 1-15,6-3-2 0,-6 3 1 0,0 0-11 16,10-1 11-16,-10 1 1 0,7 7 2 0,-2-3-1 16,-5-4 2-16,7 10 1 0,-6-4 4 0,3-1 3 15,-3 4 4-15,-1-9-1 0,4 13 1 0,-3-3-1 16,1-2-6-16,-2 2-9 0,1-3 15 0,-1-7-4 16,-1 16 2-16,1-16-3 0,-2 16-1 0,0-8-2 15,2 3-17-15,-3-5-29 0,3-6-29 0,-1 11-35 16,1-11-36-16,-4 10-35 0,4-10-47 0,-2 9-48 15,2-9-188-15,0 0-496 0,0 0 220 0</inkml:trace>
  <inkml:trace contextRef="#ctx0" brushRef="#br0" timeOffset="35419.89">20934 15022 209 0,'0'0'241'0,"0"0"-13"0,7-7-12 0,-7 7-21 16,0 0-12-16,0 0-12 0,0 0-11 0,0 0-10 15,0 0-10-15,0 0-14 0,-29 17-16 0,22-11-8 0,0 3-8 16,-1 0-2-16,1-2-12 0,1 3-3 0,-2 0-10 16,3-3-6-16,1 4-6 0,0-5-2 0,0 3-6 15,3-2-5-15,1 2-5 0,-1 0-1 0,3 2-4 16,1-4-5-16,0-1-1 0,3 2-2 15,1 0-6-15,1 0 6 0,0 0-7 0,0-1 2 16,0 0-5-16,0-1-3 0,-1-1-4 0,3 1 6 0,-4 0-5 16,-2-3-1-16,1 1 1 0,-1 0 0 0,-4-4-5 15,8 7 4-15,-3-5-6 0,-5-2 5 0,5 5-5 16,-5-5-7-16,0 0 11 0,5 4 8 16,-5-4-4-16,0 0 3 0,0 0-8 0,0 0 11 15,-14 7 8-15,14-7-4 0,-12 1-4 0,6 0 7 16,6-1-4-16,-20 1-4 0,9-2-1 0,-3 1 4 15,3 0-6-15,-1 3 6 0,-2-3-23 0,3 1-23 0,-3-2-31 16,1 1-32-16,13 0-40 0,-26-2-70 0,15 4-60 16,-3-4-187-16,1 2-486 0,-1-1 215 15</inkml:trace>
  <inkml:trace contextRef="#ctx0" brushRef="#br0" timeOffset="35612.61">20918 15213 157 0,'0'0'234'0,"0"0"-26"0,7-4-17 16,-7 4-21-16,0 0-17 0,8-4-21 0,-8 4-22 16,0 0-31-16,0 0-34 0,0 0-41 0,0 0-52 15,0 0-44-15,0 0-28 0,0 0-85 0,0 0-220 16,0 0 98-16</inkml:trace>
  <inkml:trace contextRef="#ctx0" brushRef="#br0" timeOffset="37127.18">21868 13894 176 0,'2'-18'186'15,"-2"0"3"-15,2 0-11 0,-2 6-17 0,2 0-4 16,-1 3-6-16,0-1-11 0,-1 10-13 0,-1-13-17 16,1 13-15-16,0 0-6 0,0 0 4 0,0 0-3 15,12 24-1-15,-4 2-5 0,-1 6-5 0,-3 16 6 16,-3 7 0-16,-5 4-8 0,1 24-4 0,-6-1-4 16,-5 1-5-16,3-3-6 0,-7 0-4 0,6 5-6 15,1-4 4-15,-3 2-10 0,1 0 3 0,0-1-1 16,7-24-2-16,-2 0-5 0,2-2 7 0,-2-2-5 0,2-1-2 15,-1-1 0-15,4-2-2 0,-3-2-2 16,1-12 11-16,-3 11-3 0,4-14 37 0,-3 1-10 16,3-1-7-16,-2-2 2 0,0-4-8 0,2-7-9 15,3-1-3-15,-3-2-4 0,1-4-1 0,2-1-3 16,0-1-7-16,-2-3-8 0,3 2-1 0,0-10-27 16,0 9 5-16,0-9-12 0,-3 8-13 0,3-8-26 15,0 0-29-15,-2 4-37 0,2-4-40 0,0 0-51 16,0 0-53-16,-22-15-32 0,16 9-159 0,-1-6-494 15,2 1 219-15</inkml:trace>
  <inkml:trace contextRef="#ctx0" brushRef="#br0" timeOffset="37414.18">22165 14876 81 0,'0'0'209'0,"0"0"-2"0,0 0-9 0,0 0-10 16,5-7-17-16,-5 7-17 0,0 0-17 0,8-5-10 16,-2 4-16-16,5-1-10 0,1-1-12 0,10-2-4 15,-3 0-15-15,1 2-1 0,9-1-12 0,-3 2-6 16,2-3-4-16,-8 4-5 0,3-1-4 0,-4 1-21 15,0 0-18-15,-5-1-30 0,-1 1-32 0,-2 0-27 16,-3 1-32-16,-8 0-23 0,10-1-19 0,-10 1-109 16,0 0-294-16,0 0 130 0</inkml:trace>
  <inkml:trace contextRef="#ctx0" brushRef="#br0" timeOffset="37777.28">22328 14829 107 0,'0'0'139'16,"0"0"23"-16,-3 10 2 0,1 1 7 0,0 5-10 16,0 4-6-16,-1 6-12 0,-4 0-1 15,5 0-7-15,-2 2-10 0,0-1-12 0,0 1-6 0,0-2-10 16,3-1-13-16,-3 2-6 0,3-4-4 0,0-5-9 16,-2 0-6-16,3 0-4 0,-1-5-7 0,0 2-3 15,-1-4-3-15,1 0-5 0,0-4-5 0,0 3 1 16,-2-3-8-16,3-7 4 0,-8 10-6 15,8-10-4-15,-14 12-12 0,8-10-6 0,-2 2-5 16,8-4 3-16,-16 5-1 0,8-2 1 0,8-3-3 0,0 0 2 16,-18-7-2-16,18 7-2 0,-13-6 1 0,13 6 5 15,-7-8-2-15,7 8 2 0,-7-7 2 0,7 7-1 16,-4-8-1-16,4 8 2 0,0 0-1 0,-6-7-2 16,6 7 1-16,0 0-4 0,0 0 4 0,0 0 1 15,0 0 0-15,17-6 4 0,-8 2-4 16,1 4 2-16,1 0-6 0,1 0-7 0,2 2-22 0,-1-2-20 15,7 1-40-15,-3-1-27 0,3-1-33 0,0-2-28 16,0 1-157-16,-1 0-364 0,-1 0 162 0</inkml:trace>
  <inkml:trace contextRef="#ctx0" brushRef="#br0" timeOffset="38013.87">22602 15076 183 0,'4'-6'211'0,"-4"6"3"15,5-8-13-15,-5 8-9 0,4-8-28 0,-4 8-14 16,0 0-15-16,0 0 5 0,0 0 1 0,7 19 1 16,-4-8-11-16,-3 4-6 0,0 5-2 15,-1 4-9-15,-3-5-13 0,3 7-9 0,-2-1-8 16,-1-5-4-16,0 6-10 0,1 2-10 0,-3-2-1 16,1-10-6-16,-1 2-3 0,3-6-10 0,2-1-33 0,-1 0-24 15,-2-1-19-15,4 0-25 0,-3-2-19 16,-1-2-24-16,4-6-29 0,-6 9-23 0,6-9-30 15,-9 5-18-15,4-4-144 0,5-1-376 0,0 0 166 16</inkml:trace>
  <inkml:trace contextRef="#ctx0" brushRef="#br0" timeOffset="38269.37">22562 15147 148 0,'7'-10'162'0,"0"1"-2"0,0 0-9 16,2 3-3-16,-3 2 2 0,4 3-8 0,2 1 1 15,-2 0-14-15,2 4-4 0,0 0-4 0,-1 5-5 16,-2 0-3-16,3 4 0 0,-3 2-2 0,3 0-4 16,-5 2-4-16,-2-2-8 0,-2 2-7 0,2 1 1 15,-3 0-3-15,-2 0 1 0,0 1-14 0,-2-2-9 16,-2-3 2-16,-1 3-11 0,-1-6-2 0,1 1-2 16,0-1-6-16,-2-1-4 0,0-3-4 0,-4 0 0 15,0 3-7-15,-1-3-13 0,-4-1-16 0,0 1-26 16,-3-3-24-16,1 0-24 0,4-3-32 0,3 0-34 15,-1-1-59-15,1-1-55 0,11 1-150 0,-22-4-436 16,12 1 193-16</inkml:trace>
  <inkml:trace contextRef="#ctx0" brushRef="#br0" timeOffset="38466.28">22993 15186 66 0,'18'-2'147'0,"0"1"-17"0,-5 0-11 0,1-1-7 15,-3 1-24-15,0 1-35 0,-3-2-28 0,0 1-39 16,-8 1-20-16,10 0-18 0,-10 0-10 16,0 0-35-16,0 0-104 0,0 0 47 0</inkml:trace>
  <inkml:trace contextRef="#ctx0" brushRef="#br0" timeOffset="38615">22988 15276 109 0,'0'0'155'0,"0"0"-3"0,0 0 2 15,-4 5-6-15,4-5-8 0,0 0-14 0,0 0-9 16,0 0-11-16,0 0-11 0,18 3-9 16,-18-3-7-16,13 0-18 0,-2-1-30 0,0-1-34 0,1-2-39 15,6 3-27-15,0-3-52 0,1-1-100 0,2 0-240 16,7 0 107-16</inkml:trace>
  <inkml:trace contextRef="#ctx0" brushRef="#br0" timeOffset="39821.36">23618 15007 187 0,'0'0'189'0,"0"0"-11"16,-9-9-6-16,9 9 6 0,0 0-1 15,-22 14-6-15,11-3-2 0,-3 3-2 0,-4 5-4 16,1 2-11-16,-1 1-10 0,3 0-3 0,1-2-4 0,5-1-13 16,0 0-8-16,1-3-11 0,0 1-9 0,2-1-5 15,3 1-13-15,-1-5-3 0,4 1-4 0,-2-3-11 16,2 1-4-16,3 0-3 0,2-1-4 16,-1-1-5-16,2 0-3 0,2-2-2 0,-2-3-12 15,5 3-15-15,1-5-17 0,-1 1-16 0,1 0-20 0,1-5-11 16,0 2 1-16,0 0-6 0,-1-1-6 0,1 0-14 15,0-4-7-15,0-2-8 0,2-2 10 16,-5 3 0-16,7-4-2 0,-3 0 11 0,-4 3 5 16,3-7 5-16,-1 0 4 0,-2-2 6 0,0 3 8 15,-4-2 7-15,0 4 7 0,-1-1 13 0,0 3 16 16,0-1 17-16,-4 3 9 0,2 1 2 0,-3 6 5 0,4-8-3 16,-4 8-2-16,0 0-1 0,1-5 23 0,-1 5 16 15,0 0 11-15,0 0-2 0,-11 19 5 16,4-8 8-16,1-1-6 0,-1 0-2 0,2 1-5 15,0 1-9-15,1-2 2 0,-1 3-14 0,1-4 3 16,2 3-7-16,0-3-4 0,1 2 3 0,1-6-5 0,0-5-7 16,3 18-1-16,-1-11-1 0,2-2-2 0,1 0-3 15,-1 0-1-15,1-1 6 0,0 1-9 0,2-4-2 16,1 1 2-16,0 0-7 0,-8-2 2 16,14 0-6-16,-14 0-11 0,18-2-5 0,-12 0-8 15,0-1-3-15,1-4 2 0,0 1-5 0,-4 1-6 16,1-2-4-16,-1 0 1 0,1-1-6 0,-2-3-2 0,0 1 2 15,-1 0 1-15,-4 0 1 0,3-2 3 0,-1 2 4 16,0 0 3-16,1 1-1 0,0-1 8 0,0 10-1 16,-2-13 3-16,1 6 0 0,1 7 2 15,1-10 6-15,-1 10 5 0,0-9 1 0,0 9 3 16,6-6-1-16,-6 6 2 0,12-4-1 0,-4 4-2 0,-8 0 1 16,22 5 0-16,-12 1-1 0,-1 0 0 0,2 2-4 15,-2 1 5-15,-2 2-2 0,-1-1 4 16,2 0-3-16,-3 2 2 0,-1-2-1 0,0 0 4 15,-1 2-2-15,0-3 3 0,0 1-3 0,-2-4-2 16,0 2 6-16,-1-8-1 0,0 10 0 0,1-3 2 0,-1-7 0 16,0 0 3-16,2 9 3 0,-2-9 3 15,0 0 0-15,0 0 2 0,1 9 8 0,-1-9 1 0,0 0 2 16,0 0-3-16,0 0-3 0,0 0-1 16,0 0-1-16,0 0-1 0,0 0 0 0,0 0-5 15,0 0 1-15,0-28-3 0,5 18 0 0,-1 3-6 16,0-5-1-16,2 2-4 0,2-4-5 0,-1 2-4 15,2 3 4-15,0-2-5 0,0 3-3 0,1-2 3 16,-2 1-1-16,1 4 0 0,0-2-5 0,-1 5-1 16,-1 1 8-16,1-1 0 0,-8 2-5 0,15 5 1 15,-7 1-2-15,0 0 4 0,-2 3-2 0,0 0 1 16,0 0-4-16,-3 1 4 0,0-3 2 0,1 3 1 16,0 2 0-16,-2-6 0 0,3 2 1 0,0 2 6 15,-1-7 8-15,0 3 8 0,1 0 4 0,4 1 8 0,-4-4 4 16,-5-3-4-16,16 2 0 0,-9-2 0 15,2 0-7-15,0-4 4 0,1 3-7 0,2-5 0 16,-3 1 4-16,0-1-10 0,1-2 3 0,-1-2-3 16,-1 1 2-16,3-5-4 0,-5 4-3 0,2-3-7 15,0-3 8-15,-3 3-6 0,3-1 2 0,-5-1 2 0,3 0-8 16,-1 1 2-16,-3 1 2 0,1 4-8 16,1-1 1-16,-3 3-1 0,3 0-1 0,-4 7-1 15,3-11-2-15,-3 11 3 0,2-6 0 0,-2 6-6 16,0 0-1-16,0 0-2 0,0 0 7 0,0 0-1 15,0 0 1-15,0 0-2 0,-19 23-3 0,15-15 9 16,-3 3 5-16,2-3-12 0,-1 5 1 0,2-4 2 16,2 0-3-16,-2 2 2 0,1-2 4 0,3 3-6 15,-1-1 2-15,1 0 0 0,0-2 4 0,1 3-1 16,0-2-1-16,3-1 3 0,-1 2-4 0,-1-1 4 16,1 0 1-16,2-2-2 0,-2 3 1 0,0-2 2 15,-3-1-2-15,2-1 2 0,0-1-7 0,-2-6 16 16,3 11-11-16,-2-4-5 0,-1-7-6 0,0 10-1 15,0-10 0-15,0 0 8 0,-2 10-13 0,2-10-10 16,-6 6-5-16,1-3-7 0,5-3-8 0,-12 4-18 16,4-2-21-16,8-2-16 0,-13 2-26 0,3-3-25 15,10 1-31-15,-19-2-34 0,11 0-30 0,-2-2-149 16,1 0-432-16,9 4 193 0</inkml:trace>
  <inkml:trace contextRef="#ctx0" brushRef="#br0" timeOffset="40143.4">24718 14835 142 0,'0'0'195'0,"0"0"2"0,0 0-4 16,0 0-5-16,5 13-5 0,-6 1-2 0,0 3-5 15,-2 0-17-15,-2 3-5 0,0 4 3 0,-3 5-3 16,2-4-12-16,-3 2-7 0,0-1-11 0,4 0-6 16,-1 0-8-16,3-2-4 0,-5-6-13 0,2 7-8 15,0-8-11-15,1 2-3 0,1-3-8 0,-1 0-2 16,2 0-7-16,-1-4-10 0,0 1-1 0,2-5-7 16,1 3 0-16,-2-3-5 0,2-1 1 15,-1 2-16-15,2-9-19 0,0 10-22 0,0-10-24 0,0 9-20 16,0-9-17-16,-2 8-13 0,2-8-18 0,0 0-29 15,0 0-53-15,0 0-37 0,0 0-185 0,0 0-456 16,0 0 202-16</inkml:trace>
  <inkml:trace contextRef="#ctx0" brushRef="#br0" timeOffset="40716.61">24573 15108 177 0,'0'0'193'0,"0"0"-6"0,0 0-7 0,0 0-11 0,24-3-17 16,-19 3-11-16,7 0-14 0,-2 0-7 0,1-1-11 16,2 1-13-16,5 0-6 0,-1 0-11 0,3-1-7 15,-1 0-9-15,-1 1-4 0,1-1-8 16,-1-1-5-16,0 2-4 0,-3-2-5 0,1 2-2 16,0-2-3-16,-5 1-6 0,-1 1-1 0,1-1-2 0,-2 1-3 15,-1-2-2-15,-8 2-2 0,16-1-2 0,-10 0 5 16,-6 1-4-16,0 0 2 0,10-1-1 0,-10 1 30 15,0 0-6-15,0 0-5 0,11-2-3 16,-11 2-2-16,0 0 2 0,0 0-5 0,0 0 5 16,0 0 10-16,0 0 2 0,-19 15 5 0,11-11-6 15,-3 3-5-15,2 2 2 0,-4 1 6 0,1 2 4 0,-1 3 5 16,0-2-6-16,5 0-4 0,-3 2 2 0,2 1 6 16,2-6-3-16,-2 5 0 0,2-5 2 0,3 1-8 15,0-1-1-15,0 0-2 0,2-2-10 16,-1 1 1-16,2-3-3 0,1-6-2 0,-1 9-1 15,1-9-3-15,0 8-1 0,0-8-3 0,0 0 5 16,0 0-2-16,5 6-5 0,-5-6-5 0,0 0 2 0,0 0 0 16,19-7-2-16,-14 2-4 0,3-3 3 0,-1 3-1 15,1-1-7-15,2-3-2 0,-3 2 4 0,2-1 6 16,-2-2-8-16,1 1-2 0,3-3-10 16,-3 2 2-16,-1 1 3 0,1-1-1 0,-2 0 2 15,0 2-3-15,2-2 0 0,-6 5 0 0,1-1-4 16,1 2 1-16,-4 4 1 0,5-8-4 0,-5 8 4 0,7-2-3 15,-7 2-6-15,0 0 12 0,0 0-3 16,7 12 1-16,-7-4 8 0,0-8-7 0,1 16 11 16,-2-6-9-16,-2 0-1 0,3 2-5 0,-1 1-22 15,0-3-18-15,-1 1-23 0,-3 0-23 0,3 0-25 16,-1 0-17-16,-1-3-17 0,0 2-41 0,2-4-33 16,2-6-25-16,-5 12-162 0,3-2-451 0,-1-3 200 0</inkml:trace>
  <inkml:trace contextRef="#ctx0" brushRef="#br0" timeOffset="40964.68">24985 15300 2 0,'8'-10'139'0,"-2"-1"-7"0,0-2 2 0,3-3-12 16,-2 1-8-16,5 1 0 0,-3-2 0 0,0 2 1 16,2 3 3-16,-2-3-3 0,3 1-13 0,2 1 1 0,-4 5 0 15,1 1-5-15,0 0-2 0,-5 2-12 16,3 1 0-16,1 0-14 0,-10 3-6 0,13-1-4 15,-4 3-6-15,-3 1-4 0,2 3 0 0,-2 1 2 16,1 1-4-16,-1 2-4 0,-1 1 1 0,0-2-9 16,-2 5 0-16,-1-4-6 0,0 1 1 0,-4 2-8 15,1-2 1-15,-1 0-5 0,-2 2-17 0,0-2-22 16,-2-1-26-16,-1-2-36 0,2 2-52 0,2-4-50 16,-2-2-177-16,5-4-389 0,-8 6 172 0</inkml:trace>
  <inkml:trace contextRef="#ctx0" brushRef="#br0" timeOffset="41251.21">25567 14761 167 0,'0'0'230'16,"0"0"6"-16,8 12-5 0,-4 0-9 0,-2 4-8 15,0 1-7-15,-2 4-8 0,0 4-2 16,-2 2-7-16,0 0-8 0,-5 2-17 0,4-3-14 0,-5 2-14 16,5-3-7-16,-3 2-10 0,-2-8-17 0,4-1-6 15,-2 1-12-15,1 6-8 0,1-7-20 0,-3 0 8 16,2-3-6-16,0 2-4 0,1-1-4 0,0-4-7 16,-1-1-28-16,1-2-25 0,2-1-26 0,2 4-32 15,-3-6-30-15,3-6-31 0,-11 13-39 16,11-13-55-16,-9 5-60 0,9-5-165 0,0 0-484 15,0 0 214-15</inkml:trace>
  <inkml:trace contextRef="#ctx0" brushRef="#br0" timeOffset="41416.65">25500 15090 28 0,'0'0'205'0,"10"-5"-21"0,-2 2-6 0,-3 0-30 15,3 0-9-15,-1 0-13 0,-1 0-21 0,6-1-25 16,-6-2-46-16,3 0-55 0,1 0-67 16,-4 1-99-16,1-4-202 0,-5 4 90 0</inkml:trace>
  <inkml:trace contextRef="#ctx0" brushRef="#br0" timeOffset="65765.48">16524 13773 12 0,'0'0'53'0,"6"20"-4"0,-5-12-3 15,1 5 2-15,0-1-3 0,0 5 1 0,-1 0-2 16,0 9-3-16,-1-1-3 0,0 3 4 0,0-1-14 16,0 1-2-16,0 3 11 0,-1 0-4 0,1 2-5 15,0 1 0-15,-1 1 0 0,1 0 1 16,0-2 1-16,1 3 6 0,1 0-10 0,1 0-14 0,1 9 9 16,0-9-2-16,3 12-3 0,0 0 12 0,0 0-6 15,-1 0-1-15,-1 1-10 0,1 0 0 0,-1 1 8 16,-2 0 5-16,-1-1-8 0,-1-1 4 0,1 3 3 15,-1-3 5-15,2-2-4 0,-1 0-4 0,2-1 6 16,0-8-11-16,0 12 0 0,-1-3 9 16,3 0-3-16,-4-12-9 0,1 14 4 0,-2-12 2 0,-1 10-6 15,-1-10 24-15,2 9-1 0,-4-10-2 0,6-2-5 16,-3-1 1-16,0-1 1 0,-1-1-5 16,1-1-7-16,1-1-2 0,-2-4 6 0,1 2-7 15,1-1 0-15,-1-4-5 0,0-2-10 0,0-2-13 0,0 3-14 16,-1-4-17-16,-1 0-13 0,2-3-22 15,0 4-11-15,-3-2-19 0,0-1-88 0,-2-1-214 16,0-4 96-16</inkml:trace>
  <inkml:trace contextRef="#ctx0" brushRef="#br0" timeOffset="67760.36">16782 13727 14 0,'0'0'47'15,"0"0"-1"-15,22-16 1 0,-6 12-7 0,14-2 2 16,2 0-3-16,2-2-4 0,17 0 9 0,2 0-6 16,0 2-3-16,4-1 1 0,4-2-4 0,2 3 4 15,-1-3-7-15,3 6-1 0,2-3-3 0,20-4 1 16,2 2 5-16,3-1 0 0,-2 4 2 0,3-3-4 16,4-2-6-16,3 4 12 0,2 3-11 0,0-5 2 15,-3 3-1-15,5-3 6 0,4-1-4 0,6 1 4 16,3-1-6-16,3 2 1 0,-5 0 0 0,3 0-4 15,1 0 6-15,1-4-6 0,1 6 1 0,2-1-4 16,0-1-1-16,-3 0-2 0,0 2 0 0,0-1 5 16,-2 1-4-16,3 0-2 0,-3 1-6 0,-7 1 1 15,-8 3-4-15,-8-1 2 0,-34 1 4 0,2 0 3 16,-4-3-9-16,3 1 3 0,-6-1 8 0,-2 0-8 16,-4-1-1-16,2 2 2 0,-13-3-4 0,14-1 0 15,-14 2 3-15,13-4-1 0,-2 1 6 0,0-3 0 16,1 3-7-16,1-4 3 0,2 3-3 0,2-2-3 15,3 3 8-15,5-2 10 0,1 0-11 0,27-1-1 16,-28 2 2-16,4 4-3 0,25-3 0 0,-29 1-2 16,2 2-2-16,0 4 7 0,0-3 3 0,23-1-6 15,-28 2-1-15,1 1 1 0,-3 2-3 0,0-2 6 16,-1 0-5-16,1 1 1 0,-4 1-7 0,2 0 5 0,-4-1 0 16,-13 3 4-16,11 0-4 0,-13 0-2 0,-1 0-4 15,0 1 4-15,-1-3-1 0,-3 1-3 16,1 1 0-16,-2 0-6 0,3 0 6 0,-3 2 3 0,0-2-2 15,0 1 2-15,-1 0 1 0,1-1 0 16,-1-1-6-16,-2 2 1 0,0 0 4 0,-2 0 2 0,0-1-3 16,-5 0-1-16,-2 0-1 0,3-1-3 0,4 0 0 15,1 3 3-15,0-1 4 0,4-1-6 0,4 0 3 16,4 1-2-16,11 2-1 0,0 0 3 16,-13 0-2-16,17 2 5 0,-17-5-8 0,0 4 2 0,16-1 5 15,-5-2-5-15,2 4 4 0,-10-4-2 0,11 3-1 16,2 1-2-16,-3-2-1 0,3-2 7 15,1 1-2-15,-4-1 4 0,1 2-7 0,-12-2 1 16,11-1 0-16,-11 1 1 0,-1 0-6 0,14 3 2 0,-18-3 2 16,1-1 5-16,0 0-6 0,-4 0 1 0,1-2 1 15,-1 2 3-15,-4-1-2 0,-5-1-1 0,-5 1-2 16,2 0 3-16,-3-1 1 0,2 1 1 0,-2 0-5 16,0 0 0-16,3 1 4 0,-3-1-1 0,-4 0-7 15,-1 1 8-15,4 0-5 0,-3-1-1 0,-1 1 2 16,1-1 3-16,2 2-1 0,-3-1 3 0,2 1-2 15,0 0-4-15,3 2 5 0,-1-1 3 0,3 0-6 16,-8 0 0-16,7 1 2 0,-1-3-1 0,0 3-2 16,2 0 6-16,-2-1-2 0,2-1 3 0,-1 1-9 15,1 0-1-15,0 0 6 0,0 1 3 0,-2-2-8 16,-1 2 7-16,3-2-9 0,-4 2 6 0,1 0-3 16,-3 0 5-16,0 2-4 0,3 3 0 0,-5-4 1 15,3 1-3-15,-5-1 6 0,4 4 0 0,1 1-1 16,-3 1-3-16,-2 1-1 0,3-1 2 0,-4 1 2 15,-1 2 7-15,3 0-9 0,-2 2 2 0,-2-2-2 16,1 2 0-16,-1 2 3 0,2 3 0 0,-3-3-8 16,-3-2 9-16,6 6-5 0,-5-5-1 0,4 7 2 15,-3-1 1-15,1 1-1 0,-3-6 4 0,2 5-8 16,-1-1 5-16,1 1-3 0,1-1 5 0,-3 1-3 16,0 0 4-16,1 1-3 0,-1-8-1 0,-2 6 1 15,2-4 2-15,0 4-2 0,-2-5 3 0,0 2-3 16,0 4 1-16,-4 1-1 0,0 0-1 0,1-7 5 15,1 7-4-15,-1-1-4 0,1 2 3 0,-2 1 2 16,3 2 2-16,-3-4-5 0,-4 3 6 0,3-2-6 16,-2 1-5-16,2 1-2 0,-1-2 9 0,3 1-10 15,-1 0 6-15,0-1 4 0,2-1-3 0,2 0 7 0,0 1-10 16,0-3 0-16,0 1 10 0,0-6-4 16,0 2 1-16,2-1-7 0,-2 4 2 0,2 2-2 15,-4-7 7-15,2 6-8 0,0-4 6 0,-2 2-1 16,-1 2 4-16,1-1 1 0,-1 4-4 0,1-3-1 15,-4-2 3-15,3-3-7 0,-6 5 5 0,7 2 6 0,-4-3-4 16,-1 2 7-16,2-2-13 0,-2 2 2 16,-1-2 11-16,2-5-7 0,-2 5-1 0,1-4 25 15,-1 2 0-15,3-3-3 0,-7 4-4 0,4-5-3 16,3-1 2-16,-9 3 0 0,3-3-3 0,-3 5-5 16,3-6 0-16,-6 4 4 0,3-5-4 0,1 0 2 15,1 2-3-15,-5 1-4 0,3-5 2 0,1 1-2 0,-1-1 4 16,3 3 6-16,-5 1-14 0,0 3 5 15,-2-1-1-15,-1 1 1 0,-4-1-2 0,2 1 0 16,-3-4 5-16,-3 1-11 0,4 0 7 0,-2 2-1 16,0-2-1-16,1 2 3 0,-3-3-1 0,0 1-2 15,-2-1 2-15,-6 1-2 0,5 0 1 0,-6-4-6 16,-1 0 8-16,-11 2-5 0,-4 0 7 0,-4-3-6 16,-1-1-21-16,-2-3 6 0,0 0 1 0,-4-2-5 15,-3 1 4-15,-26-3-3 0,27-1 10 0,-27-1-5 16,-3-1 7-16,1 0-1 0,-4-5-6 0,4 4 10 15,-2-1-6-15,1-1 2 0,29 2 4 0,-29-2-3 16,6 3 11-16,-2-2-7 0,-3 1-1 0,0 4 6 16,-3-3-7-16,-5-1 3 0,1 3 1 0,1-3 3 15,-2 2-5-15,-4 0 1 0,1 2 6 0,-6-2-5 16,-1 1 5-16,-1-3-5 0,-5 3 5 0,2 1-14 16,6 1 12-16,-1-3-2 0,6 0-11 0,4 3 18 15,3-2-6-15,3 4 5 0,2-3-1 0,29 2-1 16,-2-2 0-16,-28 7 1 0,32-6 3 0,-33 5-4 15,7-1 4-15,22 2-6 0,-30 1 1 0,3 1-3 16,-3-2 4-16,0 0 1 0,1-1-1 0,2 2 1 16,-2-2-8-16,-4 3 2 0,-1 0 8 0,-4-2-11 15,0 1 0-15,-1-2 5 0,3 2-4 0,2-2-1 16,5 0-2-16,29-2 5 0,-30 2-3 16,31-3 2-16,0 2-8 0,-2-1 6 0,-22-1 1 15,27-1 0-15,0 1-3 0,3-3-2 0,-1 1 1 16,3-3 4-16,-1-1-5 0,3 1 3 0,-4-2 0 0,6 0 3 15,-5 0-5-15,1-3-2 0,0 1-1 0,-5-1 0 16,-1 2 1-16,-31 0-4 0,31-1 3 16,-4-3-7-16,-28 1 5 0,5 1 4 0,26 0-7 15,-2-1 5-15,-26 0-1 0,25 2-11 0,-24 0 20 16,30 0-7-16,-4-1 0 0,0 2-7 0,-2 1 5 16,2 0 3-16,4 0-1 0,-4 1-3 0,6 2 3 15,-4-2-12-15,5 0 1 0,5 4-19 0,2-2-11 16,14 0-17-16,0 1 1 0,0-1-14 0,1 1-20 15,4 0-65-15,-1 1-177 0,2 0 79 0</inkml:trace>
  <inkml:trace contextRef="#ctx0" brushRef="#br0" timeOffset="68639.1">16558 15612 70 0,'0'0'76'0,"0"0"-16"0,0 0-8 0,-2-7-3 0,2 7-9 16,0 0-2-16,0 0-3 0,0 0-5 0,0 0-2 15,0 0 9-15,-2 26-7 0,-1-16 7 16,1 7-5-16,1 1 3 0,-1 1 3 0,-2 7-2 15,0 0 1-15,1 2-6 0,-1-1-3 0,2 2-3 16,-2 1 6-16,0 0-4 0,1 4-1 0,0-3 2 16,0 2-9-16,2 0 4 0,-2 2 0 0,1 1 3 15,1-3-11-15,-3 0 10 0,2 1-7 0,1-2 8 0,0 1-28 16,2-1 7-16,-3-2-2 0,2 1 3 16,0-2-7-16,-2 2 10 0,1-4 0 0,4 2-4 15,-5-1 5-15,-1-3-1 0,3 2 0 0,0-3 3 16,-2 0 6-16,1-4-5 0,0-1-2 0,0 5 3 15,1-5 0-15,-2 1 3 0,1-1-3 0,0 5-2 16,-1-6-1-16,1 1 9 0,1-2-7 0,0-2-1 16,0 3-4-16,0-1 8 0,0-5-7 0,1 2 3 15,-1-1-8-15,0-2 7 0,0 3 2 0,0-2 2 16,0-2-13-16,3 3 8 0,-3-2-6 0,1-1-1 16,-1-1 3-16,2 2 9 0,-2-1 24 0,1 1-3 15,0-3-3-15,0-2-4 0,1 1 0 0,1 2-5 16,0-3-1-16,-1 1 3 0,2 0-3 0,-2 0 10 15,3 2-9-15,0-1 0 0,1-1-4 0,3 0 4 16,0-1-4-16,1 2 5 0,8 0 2 0,4-2 2 16,6 0-5-16,4 0 3 0,2-2-1 15,19 0 1-15,2-2-8 0,5-4 2 0,4 0-1 0,31-8 2 16,-2 1-5-16,0-4-6 0,-3 0 1 0,0-2-2 16,-2-3-4-16,8 5-4 0,-8-5-12 0,6 3-14 15,-1 5-17-15,0-6-1 0,1 0-19 0,-5 0-16 16,-28 4-24-16,30-5-16 0,-28 1-21 15,25-3-10-15,-25 6-99 0,-3-2-265 0,-3-2 118 16</inkml:trace>
  <inkml:trace contextRef="#ctx0" brushRef="#br0" timeOffset="69613.73">19954 15643 58 0,'0'0'128'0,"0"0"-6"0,0 0-19 0,0 0-5 16,0 0-16-16,0 0-9 0,0 0-31 0,0 0-25 15,0 0-25-15,0 0-35 0,0 0-69 0,-8 5-122 16,-3 3 54-16</inkml:trace>
  <inkml:trace contextRef="#ctx0" brushRef="#br0" timeOffset="85062.02">8225 11771 33 0,'-2'-11'41'0,"2"11"-3"0,2-8-9 0,-2 8 1 15,2-9 1-15,-2 9-4 0,4-8-5 0,-4 8 3 16,4-5 1-16,-4 5-6 0,4-9 1 0,0 5-4 0,-4 4 4 16,5-4-8-16,0 0 4 0,0-1 0 15,1 1-6-15,4-2 0 0,0 2 0 0,-1-3 7 16,8 2-3-16,0-2-11 0,2 0 10 0,7-1 1 16,0 1 1-16,5-2 0 0,-1 1-9 0,0 1 0 15,2 0 1-15,-1-1 4 0,2 1-3 0,0 0-3 0,3 0 1 16,0 0-3-16,2 0 2 0,13-3 5 15,-13 4-5-15,13-3-1 0,-2 0-5 0,0 0 5 16,2 3-1-16,-2-3-5 0,2 0 7 0,1 1-6 16,1-1 0-16,2 4 3 0,-2-2 0 0,2 4 2 15,1-5-5-15,-1 2 5 0,2 2-1 0,-1-1 2 0,-1 2-1 16,1-2 4-16,0 0-1 0,2 1-7 16,1 1 1-16,2 0 4 0,-1-4 2 0,1 2-5 15,1 1-1-15,-1 3 3 0,2-3-4 0,-2 2 2 16,0-2-3-16,-1 0 3 0,0 5-9 0,2-4 7 0,-5 3 1 15,2-2-9-15,-3 1 9 0,6 1 0 0,-6 0-7 16,4-2 13-16,0 2-8 0,2 2 6 16,-4-2-3-16,4 1-1 0,0 1-3 0,-2 2-3 15,3 0 4-15,-3-2-1 0,-3 2 8 0,2 1-5 16,-1-4-8-16,1-1 4 0,0 1 3 0,3-1-2 0,-1 0 6 16,-2 0-4-16,2 0-2 0,1-1 1 0,-1 1-1 15,-3 0-2-15,2 0-1 0,-2-1 11 16,-3 1-7-16,3-2 4 0,-5 4-5 0,5-2 5 15,-3 1-4-15,1-2 1 0,-3-1 0 0,0 2-4 0,-1 0 10 16,-3 3 0-16,3-2-3 0,-1 3-10 0,-12-3 1 16,-1 2 1-16,15-1 4 0,-16 2 2 0,1-1-2 15,0 3 4-15,-2-1-1 0,3 0 1 0,-1 2 2 16,-5 0-5-16,3-3 5 0,0 5-11 0,14 2 9 16,-15-2-8-16,1 1 13 0,0 0-4 0,1 1-14 15,-1 1 9-15,-1 1-5 0,1-2 8 0,-3 5 2 16,1-3 9-16,-2 0-5 0,-3 1-7 0,2 1-1 15,-1 0-5-15,-3-1 3 0,0 1 2 0,0 0-3 16,0 3 10-16,-3-4-4 0,-1 2 0 0,-1 1-3 16,-4 2 3-16,5-2-8 0,-3 1 9 0,-3 1-8 15,2 2 3-15,-1 0-2 0,-3 0 0 0,2 0 9 16,-3 1-7-16,0-2 5 0,0 2-4 0,4 2-1 16,-2-1-1-16,-2 2 5 0,1 1 1 0,1 2-10 15,-1-3 15-15,-4 3-6 0,-1 1 1 0,3-3-9 16,-1 2 1-16,0 1 2 0,-3-1 0 0,3 2-1 15,-1-1 3-15,2-2-2 0,-3 1-1 0,1 1 3 16,0 1 6-16,0-2-5 0,-2 1 3 0,2 2-4 16,0-3-3-16,-2-1 4 0,-4 0-2 0,6-1 6 15,-4 3 2-15,2-3-13 0,1 0 6 0,0 3-4 16,-1-3-7-16,0 2 17 0,3-3 1 0,-2 6-6 16,1-4-7-16,1 3 11 0,-3-3 1 0,3 5-9 15,-4 0 3-15,1-2 3 0,0 3-4 16,0-1 0-16,-4-2 3 0,4 2 1 0,-5 0 4 0,5 1-5 15,-4-3-18-15,1 0 12 0,-1 0 3 0,-1 0 3 16,0-4-2-16,-1 3-2 0,-1 0 7 0,1-1-8 16,1-3 5-16,-2 2 1 0,-1-1-5 0,1 1 3 15,-2 1-2-15,0-3-1 0,0 5 4 0,0-5 4 16,0 5 2-16,-2-2-8 0,0 1 7 0,1-2-7 16,-3 2 11-16,4-3-10 0,-5 3 9 0,5 0-14 15,-2-1 7-15,-1 0-2 0,-1 0 4 0,0 0 3 16,-3 0-3-16,1-1-7 0,-2 1 3 0,2-1-3 15,-3-1 9-15,4 2-2 0,-4 0 2 0,0-3-3 16,3 1 5-16,-3 0-9 0,-5-1 5 0,3 0-6 16,-1-2 1-16,-1 0 1 0,0 3-2 0,-1-1 1 15,-1-2 9-15,-3 0-10 0,-1 0 8 0,-1-1-1 16,0 3-2-16,1-2-4 0,0 1 5 0,-3-2 3 16,-1 0 2-16,1-1-1 0,-1 1 4 0,0-4-7 15,-3 3-1-15,-2-1-4 0,2-2 7 0,-3 1-6 16,2 0 6-16,-2-2-8 0,0 1-2 0,1-1 0 15,-3-3 10-15,1 1 0 0,-1 1 7 0,-2-5-6 16,1 1 7-16,-2 1-7 0,1-4 5 0,-6 4-2 16,5-3 0-16,-1 0 0 0,-5 2 2 0,-8-1-4 15,-1 1 2-15,11-3-2 0,-10 2 1 0,-3 1 2 16,4-3-8-16,-3 1 7 0,-2 0-3 0,1 0-2 16,-5 1-5-16,2-1 0 0,-1-2-7 0,-2 1 9 15,1-2 11-15,-1 1-18 0,1 3 2 0,2-3-1 16,-1 1-6-16,0 3 13 0,1-5 6 0,0 5-3 15,5-5-8-15,-1 2 7 0,-2-1 1 0,0-2 0 16,0 1 2-16,0 1-8 0,1 2 3 0,-4-1-9 16,1 0 6-16,0 0-6 0,3-1 8 0,-5-6-2 15,-3 9 0-15,2-4-1 0,-1 0-1 0,-3 2 1 16,-2 0-1-16,5 0-1 0,-4-4 0 0,-3 1-6 16,0-1 6-16,-27 9 4 0,30-6-9 0,1-3 3 15,-4 3-1-15,1 0 1 0,1-4 0 0,0 0 0 16,-2-1 2-16,3 3 9 0,4-2-14 0,-2-1-1 15,3 2 6-15,1-1-3 0,-1-2 9 0,1 2-9 16,2-2 3-16,3 0-3 0,-1-2 4 0,2 1-5 16,10-2 0-16,-15 0 4 0,3 1 4 0,1-1-4 15,1-3 1-15,12 1-2 0,-3 0 6 0,-13 0-12 16,4 2 6-16,-2-1 0 0,12 4-1 0,-13-4-6 16,0 4 19-16,-2-2-22 0,0-3 2 0,0 6 1 15,1-3-1-15,-3 1 4 0,5 3 2 0,-1-4-2 16,15 0 5-16,-3-3 8 0,4 2-1 0,-3-4-7 15,2 2-1-15,1 0-2 0,-2-3 4 0,1 0 0 16,4 2-3-16,-2-5 2 0,-1 4 8 0,-1-4-10 16,1 2 4-16,1-1-5 0,1-3-2 0,2 4 2 15,-1-2 9-15,0-2-13 0,1-3 3 0,4 4 2 16,-1-6-7-16,0 2 1 0,-1-1-3 0,0 0-5 16,2-1 3-16,2-1 7 0,-2 2-5 0,-1-4 5 15,1 4 1-15,2-4-4 0,0-1-8 0,-1-1 0 16,1 0 12-16,3-1-9 0,1 0 11 0,-3-2-7 15,2-1-1-15,5-1 3 0,-4 1 3 0,1-2-2 16,2 1-2-16,-2-3-1 0,3 2-1 0,1 3-1 16,-1-2-2-16,0 3 1 0,2-4 5 0,-1 0-5 15,3 0 4-15,0-1-2 0,-1 2-4 0,4-2 1 16,2 1 5-16,0-1-14 0,0 0 4 0,2-4 2 16,5 4 4-16,-4-3-8 0,2 0 3 0,0 0 7 15,4-2 0-15,-2-3 1 0,3-9 0 0,-1 10 1 16,2 0-3-16,0-11 1 0,1 11 0 0,3-11 6 15,-3 12-3-15,1-2-3 0,-2 2 13 0,2-15-6 16,1 13-2-16,-3 0 6 0,3-9 0 0,-2 10-6 16,1 1 7-16,-1-2-5 0,0 0 1 0,4 0 2 15,-4-10-3-15,2 13 1 0,0-2 9 0,3-10-4 16,-5 11 10-16,3 1 5 0,2-2-13 0,-1 3-1 16,0-2-1-16,2 0 6 0,1 1-5 0,-1-1 0 15,2 2 2-15,-1 0-1 0,2 3-4 0,0-3 4 16,1 0-4-16,0 0 9 0,-1 3 5 0,2 0-20 15,-1 0 6-15,-1-2 6 0,2 4 1 0,-1-1-5 16,1 1-1-16,-1-2 0 0,0 4 0 0,0-1 1 16,-1 1 7-16,1 1-10 0,-1-2 6 0,0 1 0 15,2 1-3-15,-2 1-2 0,3-1 2 0,-2 2-4 16,-1 6 7-16,0-2-2 0,0 2-4 0,3-5 13 16,2 0-6-16,-5 6-3 0,8-5 2 0,-2-1-2 15,-1-1 4-15,2 4-3 0,2-2-9 0,0 3 6 16,2-1 8-16,-3-1 1 0,5 3-3 0,-1 1-6 15,1 1 9-15,-1-1-9 0,4 1 0 0,0 0 1 16,1 1-2-16,2 0 8 0,0 0-2 0,2 0-2 16,3 0 2-16,-2-1-10 0,0 3 4 0,2-2-2 15,-2 1 5-15,3 1 5 0,-2-1-6 0,1 2 7 16,-1-1-9-16,1 2-1 0,-1-3 2 0,1 2 6 16,-1 1-4-16,3-2 3 0,-2 3-3 0,2-3 3 15,-1 1-5-15,1-1 7 0,0 1-10 0,-2 0-10 16,1 1 11-16,1-1 8 0,2 2-5 0,-1-1 0 15,-4-2-4-15,5 1 7 0,-3 1 9 0,1-3-17 16,1 3 4-16,-1-2 4 0,0 0 1 0,0 3-8 16,-1-2 7-16,2 1-5 0,-2 2 0 0,3-3 0 15,-2 1 3-15,12-2 2 0,-12 3 0 0,-2 0-10 16,1 3 11-16,0-2-1 0,-2 0-2 0,-1 1 1 16,4 1-2-16,-1 0 4 0,0-1-4 0,-3 2-6 15,2 0 5-15,-1 0-5 0,-1 2 5 0,1-1 2 16,-1 0-2-16,1-2 1 0,0 2 1 0,-4 1 1 15,1-1-1-15,0 0-2 0,-2 0 1 0,-1 2 5 16,0-4-8-16,-9 5 2 0,2 0-12 0,-1-2-27 16,1 4 14-16,-1-2-10 0,1 0-14 0,-3 5-28 15,-1-1-17-15,-1 1-51 0,3 0-155 0,-7-1 68 16</inkml:trace>
  <inkml:trace contextRef="#ctx0" brushRef="#br0" timeOffset="90071.61">12111 16247 11 0,'-9'-4'53'0,"9"4"-11"0,-9-3-1 16,9 3-3-16,-9-3 2 0,9 3 5 0,-11-3-11 0,11 3 0 16,-11-2-5-16,-1 1-1 0,3 0 7 15,9 1-7-15,-18-1 6 0,5 1-4 0,4 1-4 16,-2-2 1-16,-1 2 1 0,-3 0 1 0,2-1-12 0,-6 1 10 16,0 1-7-16,-2 1-1 0,0-1 8 0,0 2-7 15,0-2 6-15,-1 1-6 0,4 0 11 16,-1 0-13-16,6-3 11 0,-1 0-6 0,2 3-3 15,2-2-4-15,1-1 7 0,9 0-9 0,-11 0 0 16,11 0 2-16,-9-1 2 0,9 1-9 0,0 0 2 16,-7 4-5-16,7-4 10 0,0 0-1 0,0 0 4 15,27 2 6-15,-8-1 5 0,12 1 1 0,0-2-8 16,7 0-1-16,12-2 2 0,1 0-4 0,5 1 5 0,0-3-7 16,4 4 4-16,2-3 0 0,-3-2-5 15,1 0 8-15,5-1-8 0,27 2 6 0,-31-4 0 16,31 1 1-16,-2-3-1 0,0 0-3 0,-27 1-1 15,33 2-3-15,-6-1 2 0,-27-4 2 0,0 6-3 16,-2-3-2-16,2 0-4 0,-1 4 5 0,-1-4-5 16,0 3 1-16,-3-4-4 0,-4 3 7 15,-3-3-9-15,-13 4 5 0,12 0-1 0,-16-2-5 0,-1 3 0 16,-4 4 3-16,-8-3-4 0,0 0 2 0,-9 2-5 16,-1-1 4-16,-1 3 2 0,-3-2 0 0,-7 2 0 15,9 0-2-15,-9 0 2 0,0 0-8 0,0 0 0 16,0 0-4-16,0 0-1 0,0 0-6 0,-30-1-5 15,13 3-14-15,-12 5-5 0,-5-3-10 0,3 3-10 16,-6 2-1-16,3 1 5 0,-6-3-16 0,2 2 0 16,0 1-6-16,-14 0 5 0,14-2-10 0,-14 2 0 15,2-1 4-15,-1-1-7 0,2 2-7 0,11-3-47 16,-17 4-145-16,-1-3 65 0</inkml:trace>
  <inkml:trace contextRef="#ctx0" brushRef="#br0" timeOffset="90772.46">11059 14890 25 0,'0'0'66'0,"0"0"5"0,0 0 8 0,30 0 2 16,0 0-14-16,10-4 14 0,20-3-8 0,31-6-6 16,5 0-2-16,3-4-3 0,5 5-3 0,10-5-3 0,4 2 2 15,5-2-5-15,4 1-6 0,-1 4-2 0,-7 2-9 16,7 1 8-16,-12 2-28 0,3 1-15 15,-2 2-27-15,-3-2-41 0,-6 3-16 0,-6-1-80 16,-8-2-176-16,5 1 77 0</inkml:trace>
  <inkml:trace contextRef="#ctx0" brushRef="#br0" timeOffset="93683.01">18349 14595 3 0,'0'0'53'0,"0"0"-14"0,4-6-3 0,-4 6-16 16,0 0-6-16,0 0-3 0,0 0-10 0,0 0-14 15,9 11-15-15,-9-11-29 0,0 8 12 0</inkml:trace>
  <inkml:trace contextRef="#ctx0" brushRef="#br0" timeOffset="95727.25">20914 14250 45 0,'0'0'57'0,"0"0"-9"16,0 0-10-16,0 0 1 0,0 0-14 0,0 0-15 16,0 0-3-16,0 0-18 0,0 0-3 0,0 0-27 15,0 0-45-15,-11 18 21 0</inkml:trace>
  <inkml:trace contextRef="#ctx0" brushRef="#br0" timeOffset="96379.63">20452 15924 53 0,'4'-6'128'0,"-4"6"-17"0,0 0-11 0,0 0-26 16,0 0-9-16,4-6-14 0,-4 6-3 0,0 0-11 15,0 0-11-15,0 0-8 0,0 0-23 0,0 0-11 16,0 0-35-16,0 0-56 0,-18 13-115 0,5-11 51 15</inkml:trace>
  <inkml:trace contextRef="#ctx0" brushRef="#br0" timeOffset="116709.53">19646 16930 64 0,'-4'7'102'0,"4"-7"-10"0,0 0-7 0,-3 7 1 16,3-7 9-16,0 0-7 0,0 0 0 0,21-6 3 15,-10-1-12-15,4-1 3 0,8-6-6 16,-2-2 2-16,4 3 1 0,-1-5-10 0,1 3-3 16,-2-6-2-16,2 1-1 0,-6 0-3 15,0 0-5-15,0 3 6 0,-1-3 17 0,-6 4-4 0,3-5-9 16,-5 4-8-16,0-1-3 0,-2 1-6 0,-3-1-6 16,0 2-2-16,-1-3-7 0,0 3-2 0,-3-1 0 15,3 2-3-15,-4 3-5 0,0 0 0 0,-1 0-4 16,-2 3 2-16,2-1 2 0,0 3-5 0,1 7 1 15,-4-12-3-15,1 7-6 0,3 5-6 0,0 0 3 16,-5-5-2-16,5 5 2 0,0 0-5 0,-10 12-4 16,4-2 7-16,1 2 0 0,-1 4-3 0,1 3 2 15,1 0-1-15,-1 4 2 0,3-3-3 0,2-2 2 16,1 3-6-16,0-2 5 0,0-1-1 0,6 0 2 16,-2-3 1-16,3 1 0 0,2-3 2 0,-1-3 2 15,0-3-7-15,1 3 3 0,3-6 2 0,-2 1 0 16,2-2 1-16,1-1 1 0,0 0 6 15,-1-3-5-15,0 1-1 0,-2-3 2 0,0 1-5 16,-1-4 2-16,0 0-1 0,-1-2 3 0,0 2-6 0,1-4 3 16,-2 2-2-16,0-2-1 0,-1 0 3 0,-1-4 0 15,0 2-3-15,-4 0 0 0,2 0-6 0,-1 0 3 16,-1-1-5-16,-1 0 7 0,1 5 3 0,0-3-2 16,-2 2-1-16,0 9-5 0,4-11 0 15,-4 11-1-15,0-7-1 0,0 7-3 0,0 0 2 16,0 0 3-16,0 0 2 0,0 0-5 0,0 0 8 15,5 23 0-15,-5-12-2 0,0 1 1 0,-1 4-2 16,1 0 6-16,0 1 0 0,-1-2-1 0,2 2-1 16,-1-4 2-16,-1 3 1 0,1 1-3 0,2 0-1 15,1-1-5-15,-2 1-20 0,4-2-10 0,0 2-23 16,-1-3-43-16,-1-1-35 0,5-4-40 0,-1 7-183 16,-1-6-386-16,0-3 172 0</inkml:trace>
  <inkml:trace contextRef="#ctx0" brushRef="#br0" timeOffset="117031.86">20519 16661 5 0,'11'-5'119'0,"0"1"-11"0,-1 1 3 0,2 1-20 16,0 2-23-16,2 0-21 0,-1 0-16 0,0 1-20 15,-2 0-4-15,1 2-13 0,-5-1-8 0,5 1-7 16,-3 1-1-16,-3 0-3 0,-1 0 6 0,3 0-1 16,-4-1-5-16,-4-3 10 0,4 8 3 0,-4-8 17 15,-2 10 7-15,2-10 8 0,-10 9 11 0,0-3 7 16,1 1 12-16,-1-1 8 0,-2-1 5 0,1 1-2 16,3-1 15-16,-3-2 2 0,4 1-7 0,7-4 8 15,-11 7-4-15,6-6-7 0,5-1-3 0,-7 4-3 16,7-4-8-16,0 0-5 0,0 0-4 0,0 0-6 15,28 1-12-15,-9-4-24 0,8 0-27 0,5-2-48 16,3-1-60-16,-1-1-88 0,3-1-239 0,2-1 106 16</inkml:trace>
  <inkml:trace contextRef="#ctx0" brushRef="#br0" timeOffset="117557.19">21642 16209 143 0,'0'0'198'0,"0"0"-8"0,0 0-18 16,0 0-3-16,-28 17-14 0,14-5-14 0,-4 8-9 16,-1 2-8-16,-3 0-12 0,2 4-7 0,-1-1-12 15,0-1-9-15,0 2-5 0,2 2-9 0,1-4-7 16,-4 4-1-16,6-3-10 0,-3-3-6 0,2-1-6 15,7-6-1-15,-3-1-7 0,3 0 1 0,-1 0-8 16,1-3 3-16,4-3-5 0,-3 0-1 0,4-2-2 16,1 0-2-16,-1-2-1 0,-1 1-1 0,3 0 1 15,3-5 2-15,0 0-4 0,-5 3-1 16,5-3-3-16,0 0 2 0,0 0-6 0,0 0 2 0,0 0-8 16,21-12 5-16,-11 8 0 0,1 1-3 0,8-2 5 15,0 2-1-15,2-4-3 0,7 2 2 0,1-1 0 16,2-1-4-16,1 1 1 0,-1-1-3 0,-1 1 0 15,2 0-2-15,0 0-3 0,-1 1 0 0,1-1 3 16,0-2 0-16,-1 2-7 0,-3 1 4 16,0-3-7-16,-7 3 7 0,7-3-4 0,-11 2 2 15,0-2 1-15,1 0-3 0,-7 3 3 0,-1-2 0 16,-3-1-1-16,-1-1 3 0,-1 0-1 0,-4-2 2 16,-2-1 0-16,-1 0-3 0,-6-4 6 0,-3-1-6 15,0 1 4-15,-8-3 1 0,-4 2-4 0,0 1 3 16,-5 1-2-16,1 2 0 0,2 2 2 0,-2 3 0 15,8 2 2-15,-1 1-7 0,0 2 6 0,2 0-7 16,4 3 4-16,0-2 3 0,1 4-13 0,4 1-19 16,9-3-21-16,-15 10-27 0,11-4-36 0,4-6-56 15,4 15-165-15,-4-15-364 0,14 16 162 0</inkml:trace>
  <inkml:trace contextRef="#ctx0" brushRef="#br0" timeOffset="117956.75">21918 16202 174 0,'0'0'199'0,"1"-12"-26"0,-1 12-20 0,0 0-10 16,0 0-4-16,0 0-14 0,16 5 2 0,-16-5-14 15,14 14-7-15,-8-4-10 0,6 6-7 0,-2 0-6 16,-1-3-10-16,3 4-8 0,1-3 0 0,-3 2-9 15,2 1-3-15,0-4-3 0,1 2-7 0,-1-1-2 16,0-1-8-16,-3-2 2 0,0-3-6 0,-2-1-1 16,0 1-3-16,-1-3-2 0,-1-1-3 0,-1 1 0 15,-4-5 7-15,8 4 4 0,-8-4 1 0,0 0-7 16,11-9-5-16,-11 9 4 0,8-10-2 0,-3-3-1 16,-4 4-1-16,3-5-2 0,1-1-11 0,-3 0 8 15,0-4-5-15,2 4 0 0,0-4 2 0,-3-1-5 16,3 1 4-16,-2 0-2 0,2 0-4 0,-6 0 1 15,4-1 1-15,1 1-2 0,1 0 0 16,-2 2 1-16,1 7-1 0,-3-1 0 0,0 11-1 16,2-16-14-16,-2 16-16 0,0 0-19 0,3-14-21 0,-3 14-1 15,0 0-12-15,0 0-9 0,0 0-31 0,0 0-16 16,0 0-27-16,0 0-23 0,31 23-110 0,-27-14-319 16,2 0 142-16</inkml:trace>
  <inkml:trace contextRef="#ctx0" brushRef="#br0" timeOffset="118207.02">22510 16155 154 0,'0'0'204'0,"0"0"-18"16,0 0-18-16,0 0-20 0,0 0-15 0,3-11-9 15,-3 11-6-15,0 0 9 0,0 0-11 0,0 0-3 16,-2 39-12-16,-2-24-6 0,2 2-7 0,-1-5-11 15,2 5-5-15,0-2-9 0,-3 3-5 16,4-2-10-16,-1 0 3 0,1 1-9 0,-3-2-4 0,3 2-3 16,0-4-1-16,-1-1 0 0,1 2-9 0,0-3-25 15,0 2-16-15,-1-4-21 0,1-9-34 16,1 21-19-16,-1-14-45 0,0-2-40 0,0-5-147 0,0 13-348 16,0-13 155-16</inkml:trace>
  <inkml:trace contextRef="#ctx0" brushRef="#br0" timeOffset="118466.07">22585 16183 5 0,'13'-4'180'0,"-3"1"-16"16,-10 3 3-16,26-3-12 0,-26 3-7 0,19 4-14 15,-7-1-8-15,-3 3-12 0,-2 1-2 0,3-2-12 16,-2 6-2-16,-4 0-6 0,0 4 1 0,-3-2-6 15,-1 0-14-15,-1 3-1 0,-3 0-8 0,-1-1-7 16,-3 2-3-16,-2-3-4 0,-2 3-6 0,0-2-4 16,-8 3-5-16,6-4-2 0,-3-1-1 0,0-2-2 15,2 2-16-15,-2-4-19 0,5 0-24 0,2-2-24 16,-1-2-15-16,3 1-50 0,3-3-45 0,1 1-26 16,4-4-103-16,0 0-315 0,0 0 139 0</inkml:trace>
  <inkml:trace contextRef="#ctx0" brushRef="#br0" timeOffset="118776.95">22915 16165 42 0,'5'-12'214'0,"-5"12"-11"0,0 0-18 0,0 0-15 16,0 0-17-16,-11-15-11 0,11 15-14 0,0 0-10 15,0 0-6-15,-35 15-11 0,25-9-14 0,1 2-4 16,-1 1-14-16,0 4-2 0,3-4-9 0,2 5-6 15,3-1-6-15,-1-3-3 0,2 3-4 0,2-2-3 16,2 1-5-16,2 1 2 0,0-2-7 0,6 2-2 16,-1 0-2-16,6-1-6 0,-10-4 4 0,7 5-3 15,-5-4-3-15,1 1-5 0,-2-3 6 0,1 1-7 16,-4-2-1-16,1 2 1 0,-5-8-1 0,9 13-2 16,-8-7 1-16,-1-6 1 0,0 12-1 0,0-12 2 15,-13 16-4-15,4-7-1 0,0-1 2 16,-3-1 0-16,0-1-2 0,-6 1-3 0,4 2-17 15,-2-2-16-15,3-1-22 0,0-1-19 0,0 0-35 0,2-1-52 16,-2 1-174-16,0-1-363 0,4 0 161 0</inkml:trace>
  <inkml:trace contextRef="#ctx0" brushRef="#br0" timeOffset="119123.51">21810 16769 89 0,'42'3'198'0,"-9"-8"-15"0,28-7-10 16,30-2-14-16,4-5-10 0,4 4 2 0,8-2-9 15,-2-2-5-15,-6 2-4 0,-1 1-13 0,2 1-4 16,-2-2-2-16,-4 6-7 0,-6-3-8 0,-22 4-4 15,-1 1 1-15,-2 0-11 0,-2 3-7 0,-4-2-3 16,-19 4-14-16,-2 3 0 0,-3-2-6 0,-5-2-10 16,-9 3-1-16,-6 0-6 0,-1 2-5 0,-1-1 1 15,-4 0-4-15,-7 1-5 0,11 0 3 0,-11 0-15 16,11-1 7-16,-11 1-1 0,0 0-6 0,0 0 7 16,0 0-16-16,0 0-15 0,0 0-22 15,0 0-24-15,0 0-31 0,0 0-36 0,0 0-40 16,0 0-58-16,-30 15-169 0,20-11-423 0,-2-1 187 15</inkml:trace>
  <inkml:trace contextRef="#ctx0" brushRef="#br0" timeOffset="120972.97">21890 16899 14 0,'0'0'158'15,"0"0"-14"-15,0 0-18 0,-1-12-14 0,1 12-11 16,0 0-6-16,0 0-11 0,0 0 2 0,0 0-3 16,0 0-5-16,-18 25-2 0,13-15-9 0,0 2-10 15,-3 1 9-15,1 3-8 0,0-4 3 16,2 2-5-16,-4 2-13 0,-1 0-1 0,0-3-1 15,0 0-3-15,2-2-3 0,1 0-3 0,0-3-2 0,0 2-9 16,-2-1 0-16,4 1 0 0,-3-1-1 16,3 1-3-16,-1-3 1 0,2-2-5 0,-1-1 4 15,1 2-4-15,4-6 1 0,-5 7-4 0,5-7 1 16,-5 7 0-16,5-7-4 0,0 0 3 0,-4 6-2 16,4-6-5-16,0 0 6 0,0 0-2 0,0 0-7 15,0 0 7-15,0 0-1 0,0 0-1 0,0 0 1 16,14 1-1-16,-14-1 0 0,18-3-4 0,-6 3 5 15,3-2-5-15,2-1 3 0,-2 1-1 0,3 0-3 16,3-2 3-16,1 0-3 0,-1 1 0 0,4-1 5 16,-3 1-4-16,6-2 1 0,-6 3-2 0,-3 0 3 15,1 0-5-15,1 1 5 0,-3 0-4 0,-4-2 0 16,0 1-2-16,-4 1-1 0,3-2-2 0,-13 3 1 16,15-4 1-16,-15 4-2 0,13-4 5 0,-13 4 0 15,8-5-3-15,-8 5 3 0,3-7 1 0,-3 7 0 16,0 0-3-16,0 0 3 0,-14-22-1 0,6 18 6 15,-5-6-2-15,-5 2 1 0,0 0-1 0,0 2 3 16,-1-2 2-16,-2 0 3 0,-5-1-2 16,6 3-3-16,2 1 1 0,-2-2-1 0,0 2-1 15,4 1 4-15,0-1-6 0,4 3 6 0,2-2-9 16,1 2 2-16,9 2-25 0,-12-4-17 0,12 4-4 0,0 0-26 16,0 0-29-16,0 0-50 0,0 0-139 0,0 0-312 15,0 0 138-15</inkml:trace>
  <inkml:trace contextRef="#ctx0" brushRef="#br0" timeOffset="121718.23">22256 16862 67 0,'16'-11'152'0,"-4"5"-18"16,1 0-9-16,2 1-6 0,-1 0-16 0,4 2-8 15,-2 1-12-15,2 0-19 0,-1 0 2 0,-17 2-20 16,27 1-13-16,-16-2-26 0,-11 1-20 0,19 4-3 16,-11-1-25-16,-8-3 1 0,14 4-9 0,-14-4-9 15,0 0 6-15,14 6-5 0,-14-6 9 0,0 0 0 16,0 0 10-16,0 0 3 0,0 0 7 16,0 0 8-16,0 0 9 0,0 0 8 0,0 0 9 15,0 0 15-15,0 0 9 0,0 0 17 0,0 0 21 16,0 0-8-16,-36 6 1 0,36-6-11 0,0 0-5 15,0 0-8-15,0 0 24 0,-6 8 12 0,6-8 3 16,0 16-7-16,-1-7 11 0,1 5-5 0,0-2-1 16,0 4-1-16,0-1-4 0,0 3-6 0,0-2-8 15,0 0-1-15,0 1-3 0,0-1-3 0,0-2-3 16,0-1-5-16,0 1-2 0,0-4-3 0,0 2-8 16,-2-1 2-16,1-3-2 0,0 3-3 0,-2-1-6 15,2-2 4-15,-3-2-4 0,1 2-1 0,0-2-2 16,-2-2-2-16,-2-1 0 0,2 1-6 0,5-4 2 15,-12 3 3-15,12-3-1 0,-13-1-6 0,13 1 3 16,-14-6-6-16,9 3 2 0,-1 0-1 0,0-1 0 16,6 4-1-16,-8-7-4 0,8 7 3 0,-6-7-2 15,6 7 3-15,0 0-6 0,0 0 0 0,0 0 5 16,11-10-4-16,-11 10 1 0,15-1 4 0,-3 1-4 16,1 1-6-16,5 0-8 0,-1 0-10 0,2-2-12 15,1 1-9-15,2 0-12 0,-2-1-10 16,2 3-15-16,-3-2-9 0,0 3-17 0,2-3-5 15,-7 0 7-15,6 0-7 0,-7 0 0 0,1 0 7 0,-1-1 7 16,-1-1 15-16,-12 2 0 0,19-2 14 0,-13-2 9 16,-6 4 6-16,12-5 18 0,-7-1 22 0,-5 6 14 15,6-11-2-15,-6 11 25 0,1-17 11 0,-1 17 14 16,0-23 3-16,0 12 2 0,0 11 18 0,0-22-5 16,0 22 22-16,-1-19 15 0,0 11 4 15,1 8 7-15,-3-11-8 0,3 11-2 0,-2-10-11 16,2 10-11-16,0 0-7 0,0 0-9 0,0 0 1 15,0 0 3-15,0 0 4 0,0 0-14 0,5 34 7 16,-4-22-9-16,-1 7-3 0,0 1-6 0,1-2-6 16,-1 5-2-16,0-3-6 0,2 0-1 0,-1-1-3 15,0-2-2-15,1 1-18 0,-2-5-27 0,2 2-18 16,1-2-34-16,-1-3-30 0,0 0-21 0,-2-10-34 16,3 13-36-16,1-6-124 0,-4-7-341 0,0 0 150 15</inkml:trace>
  <inkml:trace contextRef="#ctx0" brushRef="#br0" timeOffset="121980.6">22851 16976 152 0,'19'0'169'0,"-6"3"-2"15,4 1-10-15,-1-1-16 0,2 1-4 0,-1 4-14 16,-1 0-1-16,-1 2-12 0,-3-4-8 0,1 5-1 0,0-1-14 15,-4 0-8-15,-3 2 2 0,-3 0-15 0,-2 4 0 16,-2-3-3-16,-4 1-7 0,-3 4-3 0,-3-2-8 16,-7 3-2-16,-2 0-4 0,-4-2-2 15,0 1-2-15,-2-3-8 0,-1-3-2 0,4 0-2 16,-2-1-7-16,7-2-14 0,-1-1-20 0,1 0-22 16,8-4-25-16,-1 1-35 0,5-3-30 0,0 0-65 15,6-2-101-15,0 0-321 0,0 0 141 0</inkml:trace>
  <inkml:trace contextRef="#ctx0" brushRef="#br0" timeOffset="122435.45">23857 16287 183 0,'-3'-7'234'15,"3"7"-11"-15,-3-10-26 0,3 10-20 0,-3-8-20 16,3 8-11-16,0 0-16 0,0 0 5 0,0 0-13 16,18 17-1-16,-8-4-6 0,2 0-11 0,-1 3-1 15,1-2-9-15,0 2-6 0,5 4-7 0,0 1-7 16,-1-1-5-16,-2-6-10 0,-1 1-3 0,2 1-5 15,-2-1-8-15,6 3 2 0,-4-3-7 16,-2-1-3-16,2-2 1 0,0 2-6 0,-2-2-26 16,-6-1-35-16,4 2-31 0,-5-1-35 0,-1 1-45 15,0-4-63-15,-3 1-198 0,-2-10-435 0,-3 18 193 16</inkml:trace>
  <inkml:trace contextRef="#ctx0" brushRef="#br0" timeOffset="122657.25">24033 16297 190 0,'0'0'207'0,"0"0"-6"0,-6-5-2 0,6 5-13 16,0 0-7-16,-24 27-15 0,11-12-16 0,-6 7-14 15,-1 1-9-15,-1 0-19 0,2 1-8 0,2 2-18 16,-1-1 3-16,3 1-8 0,-3-2-15 0,1 3-24 15,5-2-27-15,-3-1-30 0,3 0-39 0,3 1-33 16,0-7-57-16,-1 6-176 0,2-5-354 16,3-1 157-16</inkml:trace>
  <inkml:trace contextRef="#ctx0" brushRef="#br0" timeOffset="124021.09">24872 15989 120 0,'-2'-10'146'0,"2"10"-19"15,0 0-8-15,0 0-5 0,0 0 3 0,0 0 4 16,0 0-6-16,0 0-2 0,-15 24-8 0,6-12-7 16,-1 7-8-16,0-2-6 0,-6 4-5 0,0 1-3 15,5-5-7-15,-1-1-2 0,-5 4-9 0,3-6-6 16,3 1 0-16,3-1-6 0,-6-3-5 0,7 0-6 16,-2-3 1-16,1 1-2 0,1-1-4 0,4-1-4 15,-7-2-1-15,7 0-2 0,-3-1-3 0,3 2-2 16,3-6 0-16,-5 6-3 0,5-6 3 0,-4 5-1 15,4-5-4-15,0 0-2 0,-7 5 0 16,7-5-2-16,0 0-7 0,0 0 11 0,0 0-4 16,0 0-3-16,0 0 0 0,0 0 3 0,16 4-3 15,-4-4-25-15,3-3-1 0,5-1 3 0,2 0 3 0,6 2 4 16,-8-1-1-16,8-1 3 0,2-1-1 0,-3 4 1 16,2-1 1-16,-2 0 1 0,1 4 4 0,-7-2-4 15,7 1-4-15,-8-2-2 0,0-1 0 0,0 2 4 16,-1 0-4-16,-1 0 3 0,-4-1 1 0,0-1-4 15,-3 2 8-15,-2-2-2 0,0 1 4 16,-9 1-1-16,10-3-3 0,-4 1 4 0,-6 2 1 16,3-9-6-16,-3 9 6 0,-1-12 2 0,-3 2-6 15,4 10 2-15,-20-17 4 0,6 8 3 0,-4-2-1 16,-3-1-9-16,-3 2 10 0,-3-2-2 0,-1 2 1 0,1-2 1 16,0 4 2-16,6 2-2 0,3-3 2 0,-1 6-2 15,3-4 1-15,2 7-3 0,5-3 2 16,9 3-14-16,-18-4-35 0,18 4-22 0,-7-2-14 15,7 2-7-15,0 0-33 0,0 0-24 0,0 0-131 16,0 0-297-16,32 12 133 0</inkml:trace>
  <inkml:trace contextRef="#ctx0" brushRef="#br0" timeOffset="124484.21">25324 15950 30 0,'14'-5'104'0,"2"0"-16"16,2 0-2-16,-1 4-15 0,-3-4 0 0,3 3-2 15,-4 0-11-15,-13 2-7 0,22-5-9 0,-11 3 3 16,-5 0 3-16,-6 2 5 0,12-4 2 0,-12 4 9 16,10-4 3-16,-10 4-5 0,0 0 5 15,10-3 1-15,-10 3 8 0,0 0 2 0,0 0-6 0,0 0-4 16,9-5-8-16,-9 5-7 0,0 0-8 0,0 0-5 15,0 0-8-15,0 0 4 0,5 15-2 16,-5-15 0-16,-2 19 0 0,2-8-5 0,0 5 4 0,0-1-2 16,-3 4-4-16,3 1-2 0,-3 4-1 0,0-6-2 15,0 1 0-15,3 0-4 0,-2-3-4 0,0 2 5 16,-3-6-6-16,1 4 4 0,2-4-3 0,-4-1-6 16,2 3 4-16,0-5-3 0,-2 0 0 15,-1 0 0-15,1-1-5 0,-6-3 2 0,12-5-5 16,-11 6-1-16,4-5-6 0,7-1 7 0,-14 2-3 15,8-1 1-15,6-1-1 0,0 0-2 0,-13-10 1 16,13 10 0-16,-6-7-3 0,6 7 4 0,0 0-7 16,0 0 5-16,20-18-2 0,-9 14 5 0,2 0-4 0,6-1 5 15,1-1 2-15,7 2-4 0,3-3-2 16,1 4-10-16,-2-3-19 0,7 1-16 0,-2 0-24 16,0 3-19-16,1-1-26 0,-4 0-9 0,1-2-12 15,-3-1 2-15,-1 4-95 0,-8-1-250 0,-3 0 110 16</inkml:trace>
  <inkml:trace contextRef="#ctx0" brushRef="#br0" timeOffset="124681.29">25954 16102 518 0,'0'0'-43'0,"6"-14"11"16,-6 14 11-16,2-16 5 0,-4 7 19 0,2 9 21 16,-2-22-9-16,-2 11 18 0,4 2 14 0,0 9 9 15,-4-16 1-15,3 8 9 0,1 8 6 0,0-11 19 16,0 11-14-16,0 0-3 0,-5-14-8 0,5 14-2 16,0 0 16-16,0 0 6 0,0 0 7 0,0 0-5 15,0 0 8-15,-9 46-9 0,7-27 3 0,-4 6-9 16,1-1-8-16,1 1-2 0,1 2-9 0,0-4-6 15,-1 2-5-15,2 0-6 0,0-6-3 16,2 0-2-16,0 0-14 0,0-3-14 0,4 1-39 16,-2-5-33-16,-1 3-26 0,3-4-38 0,-1-2-44 15,-1 2-144-15,-2-11-336 0,0 10 150 0</inkml:trace>
  <inkml:trace contextRef="#ctx0" brushRef="#br0" timeOffset="124940.43">26048 15979 132 0,'23'1'195'16,"-12"2"-14"-16,2 1-11 0,-2 3-5 0,0 1-14 16,4 2-8-16,-3 4-10 0,-3-1-15 0,3 1-2 15,-8 3-16-15,1-1-4 0,-5 1-3 0,0 2-12 16,-3-1-5-16,-3 1-7 0,-4 3-6 0,-7 0-5 15,1-1-5-15,-4-1-7 0,-3 0-2 0,-2-4-5 16,-2 1-5-16,0-5-3 0,0 4-17 0,3-4-16 16,-3-2-21-16,2 2-26 0,7-6-23 0,1 2-41 15,3-4-24-15,5 2-33 0,0-3-137 0,-3 0-330 16,12-3 146-16</inkml:trace>
  <inkml:trace contextRef="#ctx0" brushRef="#br0" timeOffset="125251.13">25203 16515 111 0,'0'0'152'0,"0"0"-17"0,30 5-7 16,1-4-5-16,25-4-11 0,9 0-3 0,29-9-12 15,0 3-1-15,4-4-7 0,-1 2 9 0,1-4-3 16,-8 0 0-16,-25 5-4 0,29-4-3 0,-31 1-5 16,-4 3-2-16,-3-3-4 0,0 4-6 0,-20 3-4 15,0 2-8-15,-7-1-6 0,-8 0-6 0,-8 5-3 16,0-3-4-16,-2 2-5 0,-11 1-1 0,16-2-2 16,-16 2-9-16,9-2-2 0,-9 2-8 0,0 0-17 15,0 0-22-15,0 0-30 0,0 0-28 16,-27 15-49-16,13-10-43 0,-1 1-144 0,-6 1-347 15,1 0 153-15</inkml:trace>
  <inkml:trace contextRef="#ctx0" brushRef="#br0" timeOffset="127037.25">25136 16786 50 0,'0'0'140'16,"-9"34"-8"-16,4-23-15 0,0-1-3 0,-2 1-9 16,-1 5-11-16,1 0-3 0,1-2-4 0,-6 1-9 15,1 0-2-15,1 1 1 0,-2-4 17 0,1 2 0 16,4-4-7-16,-5 2-3 0,4-2-8 0,-1-4-3 16,-2 3-5-16,2-4-4 0,-1 3-4 15,3-3-6-15,-1 1 2 0,1-4-5 0,0 0-4 0,1 1 5 16,-3 0-4-16,9-3 4 0,-12 2-5 0,8-1 5 15,4-1-2-15,-12 0 4 0,12 0-5 0,0 0-3 16,0 0-6-16,-12 0-5 0,12 0-5 0,0 0-3 16,0 0-4-16,0 0 1 0,0 0-8 0,0 0 3 15,27-7-3-15,-9 4-10 0,4 2 9 0,6-4-5 16,1 5 2-16,1-4-1 0,2 0-2 0,-1 0-1 16,0 2 1-16,0-6-3 0,1 5 2 15,-12 1-5-15,8-3-1 0,-2 1 3 0,-8 1 1 16,1-2-1-16,2 1-1 0,0 1 0 0,-5-1-4 0,-3 2 6 15,0-2-1-15,-3 3 0 0,-1-2 4 0,-9 3-7 16,11-4 2-16,-11 4-1 0,7-8 0 16,-7 8-1-16,0 0-1 0,0 0 3 0,-18-24-4 15,9 16 1-15,-5-3-1 0,-1 1 0 0,-1 0 0 16,-2 2 0-16,-7-6 0 0,5 5-6 0,2-2 5 16,0 2-6-16,-2 0 9 0,2 0-2 0,0 1 2 15,1 2-5-15,5 0 5 0,-4 0-5 0,2 4 2 16,4-1-4-16,0 1-13 0,10 2-21 0,-13-3-24 15,13 3-7-15,0 0-22 0,0 0-9 0,0 0-15 16,-9 8-35-16,9-8-33 0,0 0-21 0,0 0-105 16,0 0-335-16,29 19 147 0</inkml:trace>
  <inkml:trace contextRef="#ctx0" brushRef="#br0" timeOffset="127422.42">25480 16703 54 0,'9'-5'188'0,"-4"0"-6"0,-5 5-17 0,12-9-15 16,-12 9-8-16,12-1-4 0,-12 1-4 0,15 3-7 15,-6 4-2-15,1 2-3 0,-3 1-13 0,1 5-8 16,1 1-8-16,0 1-4 0,0 7-6 0,-3-6-5 16,-1 0-6-16,3 6-11 0,-2-5-6 0,-2-2-1 15,0-2-5-15,1-1-6 0,-1 0-4 0,0-2-3 16,0-2-1-16,0-1-7 0,-1-1-2 0,0-1 0 15,0-3 0-15,-1 2 9 0,-2-6 14 0,4 5 16 16,-4-5-5-16,0 0-6 0,0 0-5 0,0 0-9 16,15-14 0-16,-9 5-5 0,-2-4-2 0,0 2-2 15,1-4-3-15,2-1-10 0,0 0 5 0,-3-1-1 16,1-2 1-16,-1 2-7 0,0-2 4 0,2 0-5 16,-2 0-1-16,-4 1-2 0,0 0-3 15,0 0-2-15,0 3 0 0,0 3-13 0,0 2 16 0,0 10-3 16,-2-16-15-16,2 16-21 0,2-11-28 0,-2 11-28 15,0 0-4-15,2-8-2 0,-2 8-13 0,0 0-19 16,0 0-15-16,0 0-7 0,0 0-21 0,16 25-15 16,-7-16-18-16,0 1-124 0,-1-1-347 15,4 3 153-15</inkml:trace>
  <inkml:trace contextRef="#ctx0" brushRef="#br0" timeOffset="127817.05">26003 16801 129 0,'0'0'161'0,"0"0"-1"0,0 0-4 0,0 0-2 15,11-6-2-15,-11 6-3 0,0 0-11 16,0 0-1-16,0 0-15 0,0 0-6 0,0 0-7 16,0 0-1-16,0 0-8 0,-38 14-7 0,29-7-2 15,0 1-8-15,0 0-2 0,-2 3-14 0,2 0 3 16,2-2-14-16,3-1-2 0,-4 4-7 0,2-3-5 16,4 0-2-16,-1-4-5 0,3 2 1 0,0-7-6 15,0 14-1-15,3-10-5 0,-3-4 1 0,4 10-1 16,-2-6-4-16,-2-4-3 0,7 7-1 0,-2-5 1 15,-5-2 3-15,9 4-6 0,-3-4-1 0,-6 0 0 16,11-1 0-16,-11 1-2 0,12-6-4 0,-12 6 4 16,13-7-14-16,-8 2 13 0,4-4-4 0,-2 5 4 15,-7 4-2-15,8-8-3 0,-3-1 0 0,-5 9-12 16,9-8 9-16,-9 8 2 0,7-9-14 0,-7 9 11 16,6-5-1-16,-6 5-5 0,0 0-1 0,0 0 6 15,0 0-5-15,0 0 5 0,0 0-4 0,0 0 3 16,13 14-1-16,-13-14-1 0,0 12 2 0,1-5-6 15,0 2 3-15,-1 3 6 0,2-4 0 0,-2 5-1 16,0-4-2-16,0 3-18 0,2-3-18 0,-2-1-22 16,0-8-15-16,4 15-19 0,3-8-25 0,-1-2-30 15,2 2-36-15,0-5-31 0,3 1-125 16,1-1-369-16,1-2 163 0</inkml:trace>
  <inkml:trace contextRef="#ctx0" brushRef="#br0" timeOffset="128137.34">26339 16798 87 0,'0'0'172'15,"0"0"-18"-15,0 0 0 0,-8-10-9 0,8 10-11 16,0 0-7-16,0 0-7 0,0 0-13 0,-23 23-6 16,23-23-12-16,-9 18-7 0,5-8-11 0,-3 0-4 15,2 1-11-15,1-1 1 0,4 0-8 0,0 0-5 16,0-10-5-16,2 22 1 0,3-12-10 0,0-2 1 15,3 0 0-15,-3-1-3 0,1 2-12 0,-1-4 5 16,-5-5-7-16,11 7 4 0,-4-2-2 0,-7-5-2 16,9 9-5-16,-9-9 9 0,7 8-7 0,-7-8-4 15,5 9 7-15,-5-9 8 0,0 8 3 0,0-8 1 16,0 0 1-16,-10 16-2 0,1-12 0 0,0 4 3 16,-4-3-8-16,-1 2 2 0,1-1-5 0,-3-2-3 15,-2 3 6-15,3 1-8 0,4-4-12 0,-3 1-22 16,3-1-29-16,-1 1-26 0,3 0-39 0,0-1-61 15,5 0-159-15,4-4-363 0,-14 5 160 0</inkml:trace>
  <inkml:trace contextRef="#ctx0" brushRef="#br0" timeOffset="129666.92">22739 17279 22 0,'0'0'42'0,"0"0"-17"0,0 0-41 16,0 0-15-16,0 0 7 0</inkml:trace>
  <inkml:trace contextRef="#ctx0" brushRef="#br0" timeOffset="130876.97">21319 17679 30 0,'-12'-2'167'0,"12"2"-21"16,0 0-10-16,0 0-14 0,0 0-17 0,0 0 2 15,0 0-7-15,0 0-2 0,0 0-7 0,0 0-5 16,36-10-10-16,-17 3-6 0,7 1-5 16,2 1-7-16,1 1-5 0,1 2-8 0,-1-3-2 15,-2 1-3-15,0-4-23 0,-6 4-22 0,0 4-40 16,-1-2-32-16,0 4-38 0,-2 1-121 0,-7 0-255 15,-5 0 113-15</inkml:trace>
  <inkml:trace contextRef="#ctx0" brushRef="#br0" timeOffset="131071.42">21338 17880 109 0,'0'0'157'0,"-6"4"-9"16,6-4-1-16,0 0-16 0,0 0-18 0,35-3-10 16,-17-1-6-16,9 0-15 0,1-4-21 0,3 4-37 15,1-2-43-15,3-1-49 0,-1 1-114 0,-1 1-195 16,2-4 87-16</inkml:trace>
  <inkml:trace contextRef="#ctx0" brushRef="#br0" timeOffset="134788.79">22847 17947 82 0,'8'-16'176'0,"-4"5"-1"15,2 0 1-15,2-3-8 0,0-2-11 0,2 0-7 16,-1-2-12-16,1-2-12 0,0-4-4 0,3-2-10 16,0 2-8-16,-4-2-13 0,0 0-3 0,-2 8-6 15,1-5-9-15,-2-1-5 0,-2 6-5 0,1-1-10 16,-3-1-4-16,-2 1-5 0,0 3-3 0,-2 3-3 15,1 0-3-15,0 3 1 0,-4-1 0 0,1 3-8 16,-1-2-4-16,5 10 0 0,-11-9 0 0,5 4-9 16,6 5 1-16,-15-1-3 0,15 1 0 15,-22 4-1-15,12 0-4 0,-3 1 5 0,3 1-5 16,1 0-3-16,2 1-2 0,0 1-1 0,1-1 4 16,2 1-8-16,0 0 4 0,4-8 0 0,0 13-1 15,0-13 4-15,8 16 2 0,0-9-2 0,3-3 0 0,0 1 0 16,7 1 1-16,0-2-3 0,2-1 2 0,2 0-3 15,0-3-1-15,-3-2 3 0,1 4 0 0,0-2-2 16,-1-2 0-16,-1 1-2 0,-6 1 0 16,-1 0 2-16,-3 0-2 0,-8 0 0 0,13 1 0 15,-13-1-4-15,14 0 3 0,-11 3 1 0,-3-3-2 16,8 8 5-16,-6-3-1 0,1 2 0 0,-2 1 2 16,0 2 7-16,-1 1 0 0,0 0 1 0,-1-1 0 15,1-10-1-15,-1 19 2 0,1-8-2 0,1-1 2 16,2 1 0-16,-1 1-11 0,1 1-22 0,3-2-17 15,-3 0-24-15,2-1-22 0,0-1-25 0,3-2-26 16,-1 1-26-16,5-3-22 0,1-1-15 0,2-1-119 16,0-1-340-16,3-1 151 0</inkml:trace>
  <inkml:trace contextRef="#ctx0" brushRef="#br0" timeOffset="135232.04">23506 17698 60 0,'0'-15'159'0,"0"15"4"0,-3-18 1 0,3 18 2 15,-6-18-7-15,2 10 5 0,4 8-3 0,-9-9-15 16,9 9-10-16,-12-8-4 0,12 8-4 0,-13-6-16 16,13 6-6-16,-15 0-10 0,15 0-6 0,0 0-13 15,-28 10 0-15,20 0-10 0,-1-1-3 0,4 3-9 16,-1-2-7-16,1 0-5 0,2 0-1 0,1 2-4 16,2-2-7-16,0-10 0 0,2 20 0 0,2-11-4 15,0-4-3-15,2 4-2 0,1-3 0 0,-1-1-3 16,-6-5-2-16,15 7-2 0,-7-3 0 0,-8-4-5 15,17 1 4-15,-17-1-3 0,14 1 0 0,-14-1 3 16,0 0 0-16,19-6-5 0,-19 6 2 0,11-8-3 16,-11 8 1-16,11-13 2 0,-7 3-5 0,-4 10 0 15,0-22 2-15,0 11-4 0,0-5-2 16,-3 0 3-16,2-1-2 0,-3-1 9 0,-1-5-10 16,1 5 0-16,0 1 0 0,-2 0-3 0,1-2-1 15,1 7 4-15,0 0 7 0,0 0 5 0,4 12 3 16,-5-15 5-16,5 15-1 0,-4-10-7 0,4 10-6 15,0 0 1-15,0 0-2 0,0 0-1 0,0 0-1 16,0 0 1-16,0 0 0 0,0 0 6 0,0 0-3 16,1 46-5-16,-1-27 1 0,2 7 1 0,0 1 3 15,-1-9 2-15,2 9-6 0,0-8-1 0,0 5-1 16,1 1-28-16,2-7-16 0,0 0-20 0,-2-1-19 16,-1-1-31-16,4-1-20 0,-2-5-37 0,0 3-39 15,4-4-205-15,-3 1-445 0,1-2 196 16</inkml:trace>
  <inkml:trace contextRef="#ctx0" brushRef="#br0" timeOffset="135508.51">23911 17540 184 0,'0'0'260'0,"0"0"-20"0,6-12-17 15,-6 12-20-15,0 0-25 0,0 0-13 0,0 0 0 16,0 0-4-16,0 0-2 0,0 0 14 0,0 0-21 16,34 19-2-16,-26-12-22 0,3 1-9 15,-1-1-12-15,0 1-6 0,1 4-6 0,3 1-15 16,-1-3-6-16,2 0-1 0,0 1-13 0,0-3-2 0,-2 3-5 16,-2-5-13-16,-1-1-22 0,1 2-25 0,-2 0-24 15,-2-3-31-15,0 2-20 0,-7-6-27 0,0 0-28 16,14 7-25-16,-14-7-33 0,0 0-20 0,11 4-189 15,-11-4-437-15,0 0 194 0</inkml:trace>
  <inkml:trace contextRef="#ctx0" brushRef="#br0" timeOffset="135694.97">24142 17490 125 0,'0'0'201'16,"0"0"-3"-16,0 0-2 0,-28 23-2 0,16-11-13 15,-2 2-8-15,3 1-15 0,-6 10-17 0,2-2-13 16,1 0-10-16,0-1-11 0,-2 1-13 16,5-7-8-16,4 0-24 0,-4-2-30 0,5 0-33 15,-2 1-37-15,3-5-58 0,2 1-63 0,1-1-158 16,2-10-344-16,-7 11 153 0</inkml:trace>
  <inkml:trace contextRef="#ctx0" brushRef="#br0" timeOffset="140228.57">25040 17412 53 0,'-5'-10'133'0,"5"10"5"0,-6-7-2 0,6 7-10 15,-10-8-10-15,5 4 1 0,-1 0-10 0,6 4-3 16,-17-3-3-16,5 3-6 0,12 0-5 0,-21 0-4 15,10 1-13-15,-2 3 3 0,-5 1-6 0,1 2-10 16,4-2 2-16,1 2-11 0,-2 3-1 0,1 0-5 16,1 2-6-16,0-1-1 0,4-1-4 0,2 0-4 15,0 1 1-15,1 0-9 0,2 0 1 0,0-1-3 16,3-10-2-16,2 17 2 0,-1-7-4 0,0-1-4 16,-1-9 6-16,14 12-3 0,-9-8-5 15,3 0 1-15,0 0 4 0,-8-4-6 0,16 4 1 0,-16-4 2 16,19 1-5-16,-8-3 0 0,-11 2 1 0,19-7-6 15,-11 3 4-15,-8 4 0 0,11-7 2 0,-6 2-2 16,-5 5 2-16,7-11-4 0,-2 5-2 16,-5 6 3-16,6-13 1 0,-2 4-3 0,-4 9 3 0,3-11 0 15,-3 11-7-15,2-11 4 0,-2 11 3 16,0 0-6-16,0-13 2 0,0 13 2 0,0 0-3 16,0 0-5-16,0 0 1 0,5-6 0 0,-5 6-1 15,0 0 4-15,0 0 3 0,8 26-1 0,-6-11 3 16,1 3 3-16,2 9-2 0,-1-1 3 0,1 3 3 15,-4-3 2-15,2-1-1 0,-1 5 0 0,-1-3-1 16,1 0 2-16,-1-3-2 0,3 3-2 0,0-3 24 16,-4-5-2-16,0-1-1 0,2 0 0 0,-4 0-4 15,2-2 1-15,0-5-4 0,0 1-9 16,0-2 9-16,0-10-2 0,-6 19-2 0,1-12-4 16,-1 0 2-16,0 0-2 0,-4-2-6 0,-2-1 6 15,3-1 1-15,-2-1-7 0,11-2 0 0,-25 0 1 16,13-2 0-16,0-1-5 0,2-2 4 0,-1-4-10 15,4 0 8-15,-2-4-4 0,3-3 3 0,-1 1-2 16,5-2 1-16,2-3-4 0,2 2 1 0,5 2 0 16,0-2-3-16,3 1 1 0,1 1-1 0,-1 2-10 15,3-1-1-15,1 1-1 0,1 2-15 0,-1 2-9 16,0 1-9-16,2 1-15 0,-1-3-8 0,-1 7-10 16,1-2-10-16,3-2-7 0,-2 2-12 0,1 0-1 15,-17 6-6-15,26-4-8 0,-13 4-11 0,-13 0 8 16,24-3 2-16,-24 3 9 0,22-2 9 15,-22 2 12-15,18-2 9 0,-18 2 4 0,0 0 13 16,21-1 11-16,-21 1 22 0,0 0 17 0,20 0 4 16,-20 0 21-16,0 0-2 0,0 0 15 0,0 0 14 15,21 0 3-15,-21 0 1 0,0 0 17 0,16 5-1 0,-16-5 18 16,0 0 6-16,11 10 6 0,-5-5-9 16,-6-5 2-16,5 10 0 0,-5-10 2 0,3 14 2 15,-3-14 0-15,3 16-5 0,-3-16-5 0,0 12 0 16,0-12 7-16,0 0-8 0,-5 19 13 0,5-19-3 15,-8 8 2-15,8-8 0 0,-9 5 0 0,9-5-4 16,-14 3-4-16,14-3-1 0,0 0 5 0,0 0-6 16,-23-8-12-16,23 8-6 0,-9-12 6 0,9 12-12 15,-6-15 2-15,6 15-9 0,1-22-3 0,-1 22-3 16,5-22-2-16,4 8-14 0,-1-2 5 0,1 0-3 16,2 3-4-16,3 0-1 0,-1 1-2 0,0 2-6 15,3 1 2-15,-4 4-4 0,-12 5 1 0,22-6-6 16,-22 6-3-16,22 1 9 0,-22-1-1 15,21 8-11-15,-21-8 9 0,17 14-5 0,-13-3 3 16,4 5 0-16,-8-16-2 0,8 21-1 0,-7-8 3 16,-1-13 4-16,4 23-6 0,-4-23 2 0,2 19-1 15,-2-19-3-15,0 13 5 0,0-13-4 0,0 0 5 16,0 0 7-16,0 0-6 0,-2 19 4 0,2-19-3 16,0 0 1-16,0 0-3 0,0 0-7 0,0 0-2 15,0 0-4-15,0 0 0 0,0 0 7 0,22-34-4 16,-14 23-6-16,-8 11-3 0,24-20 5 0,-13 6 6 15,3 4-6-15,-5 2 1 0,1 2 0 0,-10 6-3 16,21-12 2-16,-12 8 1 0,-9 4 1 16,0 0 0-16,19-2 1 0,-19 2 3 0,0 0 4 15,20 8-6-15,-20-8 1 0,11 13 4 0,-5-5 0 16,0 1-8-16,-1 2-20 0,-5-11-31 0,6 20-26 16,-2-10-17-16,-2 3-36 0,-2-13-40 0,5 20-50 15,-5-9-240-15,0-11-507 0,0 0 224 0</inkml:trace>
  <inkml:trace contextRef="#ctx0" brushRef="#br0" timeOffset="141684.99">27405 3627 64 0,'8'-17'216'0,"1"2"-1"0,5-7-15 0,1-1-9 16,-1 0-38-16,1-4-7 0,0 0-5 0,-2-1-12 15,1 0-9-15,-1-1-9 0,1 1-12 0,-1 1-11 16,0 0-1-16,-2-4-11 0,-2 6-2 0,0-4-8 16,0 5-4-16,-4-2-7 0,0 8-5 0,-1-1-3 15,-2 2 4-15,2-2 18 0,-2 6-9 0,-1 2 5 16,0 3-6-16,0 3-7 0,-1 5-7 0,2-10-2 16,-2 10-11-16,0-5-6 0,0 5 0 0,0 0-5 15,0 0 0-15,-3 36-2 0,-1-11 7 0,-2 3-2 16,-1 6-1-16,1-1-4 0,1 3 3 0,0-1-4 15,1 0-1-15,4-1 1 0,0-2-2 0,4-1-4 16,-2-4-2-16,3-8 3 0,2 5-2 0,2-7-1 16,1-3 1-16,1-1-3 0,4-3 4 0,-1-1-3 15,1-2 3-15,3-3-3 0,-5-1 1 0,4-3 1 16,-2 0 0-16,1-4 2 0,-5 1-4 0,1-4 4 16,0 0-6-16,-1-4-2 0,1-2 1 0,-3 1 3 15,0-2-8-15,-2-4 5 0,2-6 1 16,-1 0-1-16,-5 0-7 0,-1-1 2 0,-2 0 2 15,2 1 1-15,-4-2-6 0,2 7 1 0,0 0 3 16,-2 0 0-16,1 2 0 0,0 1 9 0,0 2 0 16,0 2-3-16,1 12 5 0,-2-16-4 0,2 16 8 0,-1-12-11 15,1 12-4-15,0 0-1 0,0 0-3 0,-2-10-2 16,2 10 2-16,0 0-1 0,0 0 2 16,0 0-2-16,-4 38-1 0,4-22 4 0,0 3 6 15,0 5-4-15,-2 2-2 0,1-2 1 0,1 2 0 16,0-6 0-16,3-1-2 0,-1 0 6 0,5 7 1 15,-4-9-5-15,0 0 3 0,4 0 3 0,0-2-28 16,2 3-21-16,-3-8-17 0,1 4-22 0,2-2-23 16,0-3-24-16,0 1-30 0,0-4-29 0,1 2-25 15,-2-5-25-15,2 2-141 0,0-1-409 0,-10-4 181 16</inkml:trace>
  <inkml:trace contextRef="#ctx0" brushRef="#br0" timeOffset="141842.81">28220 3319 94 0,'9'-8'134'0,"-9"8"-10"0,13-9-9 15,-4 3-15-15,2 1-8 0,0 1-7 0,2 0-16 16,1 0-32-16,-2 3-43 0,1 0-23 0,-2 1-35 16,-1 2-62-16,-1 0-135 0,-9-2 60 15</inkml:trace>
  <inkml:trace contextRef="#ctx0" brushRef="#br0" timeOffset="141990.97">28330 3382 150 0,'-5'5'144'0,"5"-5"7"0,0 0-7 0,-9 9-7 0,9-9-4 15,0 0-6-15,0 0-5 0,0 0-6 16,0 0-9-16,0 0-2 0,0 0-7 0,20 10-9 16,-8-10-9-16,-12 0-29 0,29 0-28 0,-9 0-36 15,1-3-51-15,6-3-43 0,2-2-48 0,-8 4-85 16,7-4-260-16,2 0 115 0</inkml:trace>
  <inkml:trace contextRef="#ctx0" brushRef="#br0" timeOffset="143031.79">29113 3028 125 0,'0'0'254'0,"-6"-15"-14"0,6 15-9 16,-13-6-6-16,2 4-12 0,-3 2-11 0,-3 0-14 15,-1 6-4-15,-12 4-15 0,4 6-7 0,-4 3-11 16,3 2-7-16,1 0-14 0,4 1-13 0,1-1-14 16,4 0-7-16,8-4-15 0,1-1-7 15,7 0-7-15,-2 1-5 0,3-6-9 0,0-11-2 16,8 25 0-16,-1-16-7 0,2-1-2 0,5-4-13 16,4 2-5-16,-1-5-10 0,6-1-2 0,-5-1-7 15,-5-2 2-15,-2-2 7 0,8-3-11 0,-3 3 2 16,-4-3-7-16,1-1 7 0,-1-3-5 0,0 0 0 15,-3-3 2-15,-2 5 0 0,3-3-6 0,-4 1 4 16,1-2-1-16,-2-2 2 0,0 1-1 0,1 5 0 16,-3 5 2-16,-3 5-4 0,5-14-1 0,-5 14-4 15,5-9-2-15,-5 9 1 0,0 0-4 0,7-4-2 16,-7 4 8-16,0 0 4 0,10 27 7 0,-6-9-4 16,-2 10 4-16,-1 5 15 0,1 2 8 0,-2 13-8 15,-4-1 0-15,1 3 3 0,3-3-5 16,-2 2 0-16,-3-4 7 0,2 3 1 0,3-1 2 0,-2-12-10 15,2 0 3-15,-3-1 3 0,2 0-1 0,-2-1-3 16,2-4 2-16,-2-3-3 0,2 0 8 0,-2-8-8 16,1-7 6-16,-1 2 3 0,-2-4 11 0,0 1 17 15,5-10 5-15,-14 12 4 0,2-8-3 0,12-4-3 16,-22 0 6-16,6-2-12 0,1-3 4 0,-2-4-5 16,1-1-1-16,-3-9-14 0,6 4 2 0,-4-6-5 15,4-1-12-15,6 3-5 0,-2-6-11 0,5-1-14 16,4 6-1-16,2-7-13 0,6 1-24 15,6-1-11-15,3 0-11 0,3 3-15 0,2-2-13 16,1 3-18-16,3-1-29 0,3 1-19 0,0 1-18 16,2 2-4-16,0-1-4 0,3 7 2 0,-4-2-11 15,-1 3 21-15,-5 2 6 0,2 1 9 0,-7 5 17 0,0 1 10 16,-2-1 11-16,-2 1 16 0,-3 0 7 16,-12 4 16-16,19-4 4 0,-19 4 17 0,15-1 3 15,-15 1 4-15,0 0 11 0,14 0 16 0,-14 0 24 16,12 5 22-16,-7 0 0 0,-5-5 8 0,6 10 11 15,-3-2 7-15,-3-8 15 0,4 17 8 0,-3-8 4 16,-1 1 9-16,0-10-3 0,0 18 0 0,0-18-12 16,1 15 2-16,-1-15-2 0,-4 12 5 0,4-12-1 15,0 0 3-15,0 11 2 0,0-11 7 0,0 0 9 16,0 0 15-16,-1 11 17 0,1-11-4 0,0 0-2 16,0 0-10-16,0 0-13 0,0 0 0 0,0 0-5 15,0 0-8-15,0 0-6 0,0 0-11 0,-1-37-2 16,3 26-14-16,2 0 6 0,4-5-11 0,1 0-8 15,2 2-6-15,-2-3-10 0,3 2-4 0,-1 3 1 16,1-1-3-16,-3 5-1 0,0 3-1 0,-2-1-11 16,1 4 5-16,-8 2-3 0,17-4-2 0,-17 4 2 15,14 2 0-15,-14-2 2 0,16 6-2 0,-8 0-3 16,-3 0 2-16,-5-6-1 0,13 16 0 16,-8-8 3-16,-5-8 2 0,8 13-4 0,-8-13 3 0,5 12-2 15,-5-12 3-15,0 0 13 0,7 9-11 16,-7-9 1-16,0 0 6 0,0 0-1 0,0 0-5 0,0 0 2 15,0 0-9-15,0 0-6 0,0 0 2 16,0 0-8-16,16-28 5 0,-11 18 3 0,2 0-9 16,4-3-1-16,-5-2 0 0,8 3-9 0,-1-2 7 15,1 0 0-15,0 6 0 0,1-3 9 0,2 5-11 16,-2-1 5-16,-2 3-4 0,-3 3 4 0,3 0-3 16,-3 0-1-16,-10 1 2 0,23 6 3 0,-14 0-1 15,0-1 6-15,3 6-3 0,-5-2 4 0,1 2-3 16,1 3 6-16,0-2-2 0,-1 5-18 0,-3-2-28 15,-1-5-38-15,-2 7-42 0,2-1-41 0,0 0-55 16,0-1-72-16,-4-4-165 0,0-11-504 16,3 20 223-16</inkml:trace>
  <inkml:trace contextRef="#ctx0" brushRef="#br0" timeOffset="143299.44">30121 3139 75 0,'0'0'240'0,"-1"-9"-10"15,1 9-20-15,0 0-22 0,0 0-19 0,0 0-13 16,0 0-21-16,0 0-10 0,0 0-2 0,0 0-9 16,0 0 4-16,0 0-5 0,26 16-2 0,-19-9-5 15,2 2-3-15,3 5-4 0,-4-5-2 0,3 6-9 16,-1-3-2-16,2 0-13 0,-3 1-4 0,3-1-8 15,0 1-1-15,1-2-4 0,0 1-9 0,-3 1-26 16,2-1-31-16,-2-3-42 0,0-1-42 0,0-1-33 16,-1 1-49-16,0-1-42 0,-4-3-182 0,-5-4-432 15,0 0 191-15</inkml:trace>
  <inkml:trace contextRef="#ctx0" brushRef="#br0" timeOffset="143489.28">30341 3121 12 0,'-2'-15'254'0,"2"15"-3"0,-3-9-16 16,3 9-18-16,0 0-20 0,-9-5-9 15,9 5-5-15,0 0-5 0,-28 27-4 0,10-8-22 16,-6 3-7-16,0 5-5 0,-13 9-20 0,6 1-15 16,8-9-4-16,0-1-39 0,1 1-38 0,4-2-40 0,-1 1-46 15,0-2-57-15,9-8-58 0,-3 4-217 0,3-4-428 16,3-1 190-16</inkml:trace>
  <inkml:trace contextRef="#ctx0" brushRef="#br0" timeOffset="143971.41">30424 3481 156 0,'8'-6'285'0,"0"0"3"16,-8 6-8-16,14-12-18 0,-8 4-16 0,1 1-28 15,-1-1-13-15,3-2-21 0,-1 1-12 0,2-5-15 16,-3 2-14-16,1-2-3 0,1 0-13 0,-2-1-10 16,0-1-14-16,1-3-9 0,-4 0-9 0,1 1-7 15,-4-1-9-15,0 0-10 0,-1 0 3 0,-1 0-8 16,0 2 0-16,-2-4-9 0,-1 4-3 0,0-2-6 16,-1 9 2-16,0-2 6 0,2 1-4 0,-4 2-7 15,7 9-3-15,-10-14-6 0,10 14-1 0,-12-8-4 16,12 8-2-16,-14-3-3 0,14 3-3 15,-20 9 0-15,11-3-8 0,1 1 0 0,-1-2 3 0,3 2-2 16,6-7 0-16,-8 14-3 0,7-6 4 16,1-8-5-16,0 14 1 0,0-14 1 0,6 12 0 15,3-4 2-15,1-2 1 0,2 0-7 0,6-3 8 0,-7 0-4 16,10 0-4-16,-4-2 2 0,-1 0 1 16,-2-2 0-16,0 1-3 0,-1 0 6 0,1-1-8 15,-1 1 3-15,-13 0-2 0,19-2-3 0,-11 4 3 16,-8-2-5-16,14 1 1 0,-14-1 2 0,14 6-6 15,-9-2 8-15,-5-4-8 0,9 13 10 0,-3-5-6 16,-1 3 7-16,-1-2-2 0,1 5 1 0,-1-1 4 16,-1-3-3-16,-1 3 3 0,2 2-6 0,0-2-3 15,0-1-21-15,1 3-30 0,-1-3-28 0,1-2-24 16,0 2-26-16,0-3-23 0,0 1-28 0,1-3-24 16,2-1-35-16,1-1-21 0,1 1-161 0,-1-3-462 15,-9-3 204-15</inkml:trace>
  <inkml:trace contextRef="#ctx0" brushRef="#br0" timeOffset="144380.43">31036 3310 36 0,'6'-9'163'0,"-1"-1"11"0,-1-2 30 0,-2 5 10 15,1 1-9-15,-3-4-5 0,0 10-7 0,-1-11-3 16,1 11-5-16,-4-11-14 0,0 6-11 16,4 5-17-16,-13-4-8 0,3 6-3 0,10-2 1 15,-25 6-7-15,9 2 2 0,-1 0-9 0,2 2-16 16,-3 2-9-16,3-2-5 0,1 0-12 0,3 2-8 15,4-2-3-15,0 0-11 0,3-1-1 16,1 2-3-16,1-3-11 0,2-8 2 0,3 15-3 0,-3-15-2 16,9 12-6-16,-4-8-1 0,3-1 1 0,-8-3-3 15,15 4-6-15,-15-4 3 0,18-1-2 0,-18 1-2 16,20-3 4-16,-11 0-13 0,0-4 8 0,1 1-3 16,1 0-3-16,-5-4-1 0,3 0 1 0,-1-1-6 15,1-4 1-15,-3-2 0 0,3-8-1 0,-1 2-1 16,-3 4 1-16,-1 0-1 0,1-7 0 0,0 0-6 15,-1 7 11-15,-1 3 17 0,1-2 1 0,0 3 17 16,-1 5 12-16,-2-1 7 0,-1 11-5 0,4-11-6 16,-4 11-8-16,4-9-8 0,-4 9-5 0,0 0-14 15,0 0 5-15,0 0 5 0,0 0 1 0,0 0-2 16,-9 52 7-16,2-23-8 0,0-1-2 16,-1 5 0-16,2-1 1 0,0 0-13 0,4 1-33 0,-1 0-32 15,2-3-38-15,2-1-53 0,1 0-33 0,-1-3-39 16,-1 1-35-16,0-8-55 0,-3 10-321 0,-6-6-675 15,-5 2 299-15</inkml:trace>
  <inkml:trace contextRef="#ctx0" brushRef="#br0" timeOffset="144975.54">27218 3006 142 0,'-10'-8'260'15,"2"-1"-6"-15,3 4-9 0,-5-1-29 0,8 3-22 16,2 3-27-16,0 0-10 0,0 0-17 16,-17 17-1-16,13 8 2 0,-5 7-2 0,2 20-8 15,0-2-3-15,7 5-2 0,-2 4-10 0,4-1-1 16,3 23-14-16,-5-26 4 0,2 3 1 0,1-1-5 15,1 2-5-15,7 23 0 0,-4-24-6 0,4-3-3 0,-6 0-8 16,1-2-6-16,1-4-12 0,1 3-1 16,2-6-3-16,-5 0-1 0,1-10-15 0,-2-3 0 15,4 3-13-15,-4-4-2 0,1 1-31 0,1-5-27 16,-1 0-36-16,-3-4-18 0,2-5-30 0,-2-2-26 16,2-1-43-16,-3-4-49 0,0-5-45 0,-1-7-216 15,0 0-535-15,0 0 236 0</inkml:trace>
  <inkml:trace contextRef="#ctx0" brushRef="#br0" timeOffset="145931.31">26953 2862 103 0,'-7'-10'164'0,"7"-2"-15"0,0 0-11 0,9-2-14 16,11-4-1-16,10-1-8 0,22-9 4 0,28-4-3 15,12-4-10-15,16 7-6 0,8-4-2 0,2-2-4 16,2 7-6-16,8-4-10 0,8 2-3 0,1 2-7 16,4 5-1-16,1 3-12 0,-2-5-5 0,6 12-8 15,1-3-2-15,1 2-8 0,3 2-4 16,-3 0-5-16,-1 4-3 0,-5-1-2 0,1 1 2 0,1 0-13 15,7 2-3-15,-5 2 7 0,2-5-6 16,-1 8 4-16,0-6-3 0,-4 6 0 0,-2-4 30 0,-7 2-6 16,-11 5-6-16,-2-6 0 0,-14-3-1 0,-7 1-3 15,-9 2-1-15,-29 3-4 0,1 1-1 0,0-4-5 16,-3 0 1-16,-4 3 1 0,-3 1-2 0,-2 0-5 16,-16 4 2-16,1-4-2 0,-3-2-1 15,2 1 2-15,-7 2 1 0,3-2-12 0,-10 2 9 16,-3-2-3-16,2 2-2 0,-7 1 3 0,0-1 2 15,0 0-8-15,-1 0 5 0,-5 1-2 0,2-1-4 16,-9-1 2-16,15 6 2 0,-8-2 0 0,-1 5 3 16,2 2 1-16,-3-1-1 0,4 4 0 0,-4 3 8 0,1-2 9 15,-3 2 0-15,1 8-1 0,0 1-3 16,-2 2 6-16,2 3 0 0,-4 0-6 0,1 16 0 16,-2-12-1-16,4 12 6 0,-3 1 0 0,-2-2 2 15,4-1 0-15,0 3 6 0,-3-2 2 0,2 3 7 16,2 1 4-16,-2 0-4 0,4-1 0 0,-5 2 0 15,6 2-3-15,-7-6-14 0,5 5 16 0,-1-2 0 16,0-3-1-16,-4 2 4 0,5-15-13 0,-3 2 5 16,3-2-13-16,-1 12 11 0,3-14-3 0,-2 4-1 15,-3-4-2-15,4 2 0 0,-2 0-4 0,-1-3 4 16,1 0-5-16,-2-5 0 0,2 3 3 0,-2-4-6 16,2 1 4-16,-2-1-2 0,-2-8-8 0,1-2 6 15,-3 2-3-15,3-17 0 0,-1 23 1 0,-2-11-1 16,2-1-2-16,1-11 8 0,-9 19-1 0,3-8 7 15,-7-1-2-15,-1 3 3 0,-4-2-16 0,-9 1 13 16,0-2 0-16,-2 0 0 0,-7 1-4 0,0-3-1 16,-17 3-5-16,0-5-1 0,-2 1 1 15,-4 0-11-15,-2-2 9 0,-4 4 3 0,-27-2-13 16,28-4 12-16,-27 4-4 0,26-3-1 0,-31 1 2 0,-1-2-1 16,8 2 4-16,21 0-1 0,-30 1-4 0,-2 2-3 15,1-3 7-15,-4 2 0 0,-1 2-7 16,0-2 4-16,-5 3-3 0,-2 2-14 0,-4-2 20 15,0 2-7-15,1-2-1 0,4 4-2 0,-2-1 10 16,0-4-8-16,5 4-10 0,5-2 14 0,-5-2-4 16,6 1 7-16,5-1-18 0,-4 2 17 0,9-5-1 15,-1 1 1-15,28-1 4 0,-30 3-2 0,4 1-1 16,0-1-4-16,23-2 2 0,-28 2 4 0,30 1-6 16,-28-2-6-16,29-1 13 0,1 1-7 0,2 2 6 15,4-5-2-15,0 2-2 0,5-6-1 0,14 1 1 16,0 0-13-16,4-1 6 0,5-1 3 15,1-1-7-15,9 0-5 0,19 1-6 0,-27-4-16 16,27 4-22-16,-19-3-15 0,19 3-25 0,-17-3-25 16,17 3-33-16,-14-3-31 0,14 3-32 0,0 0-60 15,0 0-216-15,-18-9-530 0,18 9 234 0</inkml:trace>
  <inkml:trace contextRef="#ctx0" brushRef="#br0" timeOffset="146462.41">26962 4321 53 0,'3'11'144'0,"-3"-2"-14"0,4 2-5 0,-4 1-10 15,0 0-12-15,2 0-3 0,-2 4-10 0,4-5-10 16,-3 5-7-16,1-4-3 0,0 1-12 0,2-3-6 16,1 2 5-16,-1-2-9 0,1 0-4 0,0 0 2 15,3 0-13-15,-3 0 6 0,3-1-11 0,0 0-19 16,-2 0-34-16,-1 0-39 0,3 1-35 0,-5-4-120 16,-3-6-236-16,9 11 105 0</inkml:trace>
  <inkml:trace contextRef="#ctx0" brushRef="#br0" timeOffset="146690.71">27229 4309 2 0,'-9'-4'121'0,"9"4"-15"0,0 0-4 0,-14-3-17 15,14 3-6-15,0 0-9 0,-9-3-3 0,9 3-23 16,0 0-2-16,0 0-20 0,0 0-11 0,0 0-11 0,0 0-14 16,-12-2-8-16,12 2-22 0,0 0-14 15,-8 0-45-15,8 0-110 0,0 0 49 0</inkml:trace>
  <inkml:trace contextRef="#ctx0" brushRef="#br0" timeOffset="147277.2">27119 4250 27 0,'0'0'117'0,"0"0"0"16,0-12-1-16,0 12 5 0,0 0-2 0,0-13-4 16,0 13 3-16,0 0-3 0,1-11-1 0,-1 11-6 15,2-5-2-15,-2 5-4 0,0 0-5 0,0 0-1 16,0 0-6-16,0 0-6 0,0-8-7 0,0 8-5 16,0 0-6-16,0 0-5 0,0 0-12 0,0 0 1 15,0 0-8-15,0 0-1 0,0 0-3 0,0 0-7 16,0 0-4-16,0 0 0 0,0 0-2 0,0 0-8 15,0 0-12-15,0 0-14 0,0 0-19 0,0 0-13 16,0 0-5-16,0 0-7 0,0 0-12 16,0 0-17-16,0 0-13 0,-3-16-1 0,3 16 8 0,0 0-7 15,0 0 8-15,0 0-6 0,5-10 2 0,-5 10 4 16,0 0 7-16,8-8 29 0,-8 8-18 0,7-8 9 16,-7 8 6-16,5-7 2 0,-5 7 8 0,9-10 6 15,-4 5 7-15,-5 5 8 0,10-8 4 0,-10 8 6 16,7-10 2-16,-2 5 11 0,-5 5 15 0,0 0 5 15,7-7 17-15,-7 7 6 0,0 0 10 16,4-7-1-16,-4 7 13 0,5-2 2 0,-5 2 11 16,0 0-4-16,0 0 5 0,0 0-5 0,0 0-3 0,0 0-2 15,0 0-9-15,0 0-3 0,0 0-9 0,0 0-15 16,0 0 7-16,0 0-9 0,0 0 6 16,4 19-4-16,-4-5 5 0,-2-2-2 0,1 7-3 0,2-2-3 15,1 7 2-15,-4 0-3 0,1 2-6 16,0-7 2-16,2 6 3 0,2-1-3 0,-3-6 0 15,0 2 5-15,2-1-2 0,0-2-2 0,0 2 1 16,2-2 3-16,0-1-4 0,-2 0-1 0,0-5-4 16,0 1 1-16,1-2-3 0,-1-1 0 0,0 0-7 15,-2-9 5-15,4 18-4 0,0-12 0 0,-4-6 3 16,3 11-2-16,-3-11 4 0,12 8-2 0,-6-2 1 16,5-3 0-16,5-3 2 0,2 0 0 0,16-5-3 15,-2 1-1-15,8 0 0 0,14-3-4 0,1 0-22 16,6-5-9-16,5 3-17 0,23-8-26 0,-23 5-16 15,32-7-21-15,-1-1-38 0,2 3-29 0,2-2-29 16,0 3-131-16,-4-4-353 0,1 1 156 0</inkml:trace>
  <inkml:trace contextRef="#ctx0" brushRef="#br0" timeOffset="158023.57">27930 4131 35 0,'0'26'95'0,"-2"0"-13"0,2-7-4 0,2 6-11 16,0-6-3-16,3 4-1 0,-3-3-6 0,0 5-8 16,2-6-5-16,4 0-8 0,-1-1 0 0,1 0-7 15,-1 0 2-15,3-1 2 0,2 5-2 0,2-7-4 16,4 6-4-16,0-2 6 0,4-2-7 0,3-3 6 15,-1 1-9-15,2-4 4 0,1 0 1 0,0-1-2 16,2-1-2-16,2 1 5 0,1-3-22 0,0-1 22 16,1 0-12-16,3-2 12 0,-1-1-2 0,3-1 8 15,0 3-3-15,2-3 4 0,-2-1-5 0,1-1 3 16,-2 2-4-16,1 0-7 0,-4-5-4 0,-3 4 10 16,1 1-5-16,-4-1 1 0,-7-1 1 0,1 1 3 15,-1-2 1-15,-2 2-4 0,-1-1 0 16,-5 0-8-16,0-1 4 0,-2 3-3 0,1-1 1 0,-6 0 1 15,-6-1-12-15,10 3 2 0,-4-2-6 0,-6-1 3 16,0 0 5-16,10 1 5 0,-10-1-1 0,0 0 7 16,5 4 12-16,-5-4-11 0,0 0 0 0,0 0 10 15,-9 15-4-15,3-7 8 0,-2 0 9 0,-1 5-5 16,-6 1-2-16,-1-2-3 0,-2 8 4 0,-1-4-6 16,-3 1-3-16,3 1-2 0,-1-1-2 15,-1 1-5-15,5-3-3 0,2-2 1 0,2 2-1 0,-3 0-18 16,1-1-17-16,1-2-24 0,0 1-24 0,2 0-32 15,3-3-21-15,0 0-29 0,-1-1-27 0,3-1-92 16,-2-1-290-16,5-1 128 0</inkml:trace>
  <inkml:trace contextRef="#ctx0" brushRef="#br0" timeOffset="158224.01">28874 4616 68 0,'-7'-24'200'0,"0"-2"0"16,1 7-9-16,-3-3-10 0,-1 4-3 16,3 3-14-16,-1 0-9 0,-4 1-10 0,5 4-23 0,2 2-12 15,-1 0-14-15,2 2-15 0,1 2-27 0,-2-2-38 16,5 6-47-16,-6-6-41 0,6 6-27 0,0 0-13 16,0 0-15-16,0 0-18 0,0 0-85 15,3 27-248-15,3-16 110 0</inkml:trace>
  <inkml:trace contextRef="#ctx0" brushRef="#br0" timeOffset="158489.19">29360 4611 42 0,'2'-9'244'0,"-2"9"-12"0,0 0-10 16,0-6-17-16,0 6-24 0,0 0-21 0,0 0-19 0,0 0-15 15,0 0-4-15,0 0-10 0,0 0-5 0,-3 37-9 16,0-18-4-16,-2 7-8 0,1 2-4 16,0-1-10-16,-1 0 22 0,2 2-9 0,0 1-6 15,0 2-9-15,2-5-7 0,-4 1-3 0,3-3-7 16,1-5-3-16,0-2-8 0,0-2 0 0,-1 1-14 0,1-1-21 16,-2-3-28-16,1-1-23 0,-1-2-30 0,-2 2-36 15,3-2-47-15,-2-1-49 0,0-4-193 0,4-5-430 16,-15 10 190-16</inkml:trace>
  <inkml:trace contextRef="#ctx0" brushRef="#br0" timeOffset="159242.06">29372 4725 58 0,'13'-14'182'0,"1"1"-3"16,-2 0-10-16,0 1-4 0,-1-2-10 15,-2 5-9-15,2-3-12 0,1-1-8 0,-3 2-10 16,-3-1 2-16,2 5 1 0,1-5-2 0,-4 4-11 16,0-1-10-16,2 2-7 0,-1-1-9 0,-4 3-4 15,-2 5-9-15,5-7-7 0,-5 7-7 16,3-7-10-16,-3 7-5 0,0 0-10 0,0 0-1 0,0 0 2 16,5 29 2-16,-4-10 1 0,-3 7 0 0,-2 2-2 15,-2 2-2-15,-2 1-5 0,3-3 1 0,0 2-2 16,-3-2-1-16,3-1-4 0,4-1 1 0,-3-7-1 15,0-3-5-15,0 0 0 0,3-4 0 0,-2-1 2 16,1-1-1-16,-1-4-2 0,3 2 4 0,0-8-2 16,-4 9-2-16,4-9 0 0,-1 8 1 15,1-8 1-15,0 0 3 0,0 0-1 0,0 0 0 0,0 0-6 16,0 0 1-16,0 0-5 0,0 0-1 0,0 0 3 16,28-14-3-16,-20 9 1 0,1-4-4 0,1 4 0 15,-1-1-1-15,0 1 0 0,0 2-6 0,1 2 2 16,-2-1-1-16,1 0 2 0,-9 2 1 0,20 0 0 15,-9 0-1-15,1 0-1 0,0 2 2 0,0-2 1 16,1 0 2-16,0 0 2 0,2 0-9 0,-2 2 11 16,2-4-5-16,2 0 0 0,-2 2 3 0,2-4 1 15,-3 2-1-15,-1-2 1 0,0 2-4 0,-2-1 2 16,0 1 2-16,-4-1 1 0,1-1-2 0,1-1 4 16,-3 3-3-16,0-1-1 0,1-1 2 0,-7 4 4 15,9-8 2-15,-5 3 0 0,-4 5 0 16,5-4-3-16,-5 4-2 0,0 0-5 0,6-5-1 15,-6 5-2-15,0 0-3 0,0 0 1 0,0 0-4 0,0 0 5 16,0 0-3-16,3 14-1 0,-3-14 3 0,1 12-1 16,-1-7 3-16,0-5 3 0,2 11-4 0,1-7 6 15,0 2-3-15,-3-6 3 0,6 10-1 16,-1-10 0-16,3 3 3 0,-1-1 2 0,4-1-2 16,-11-1 2-16,20-3-5 0,-10 3 5 0,3-3-5 15,-1-1 4-15,-2 0-10 0,1-2 8 0,-3-1 1 16,1 1 0-16,-1 0 1 0,1 1-3 0,-3-1 8 0,-1 2-7 15,-2-1-3-15,2 0 4 0,-1-2 0 0,-4 7 0 16,6-6 1-16,-6 6-3 0,5-4-3 16,-5 4-7-16,0 0 0 0,4-5-3 0,-4 5 6 15,0 0-4-15,0 0 1 0,0 0 4 0,-3 20 3 16,2-10-2-16,-2 0-2 0,2 0 4 0,-4 3-3 16,0-3-6-16,4 3-14 0,-2-2-18 0,1 0-31 0,0 0-34 15,0 0-44-15,2-3-38 0,-1 3-47 16,-1-2-160-16,2-9-429 0,-5 12 190 0</inkml:trace>
  <inkml:trace contextRef="#ctx0" brushRef="#br0" timeOffset="159407.24">29904 4614 92 0,'-1'-10'131'0,"1"10"-42"0,-1-11-47 0,1 11-28 16,0 0-45-16,0 0-26 0,23 4-60 0,-23-4 26 16</inkml:trace>
  <inkml:trace contextRef="#ctx0" brushRef="#br0" timeOffset="159865.68">30562 4981 195 0,'5'4'275'0,"-5"-4"12"0,7 3-10 16,-7-3-15-16,0 0-21 0,0 0-17 0,0 0-20 16,0 0-20-16,0 0-9 0,0 0-22 0,0 0-10 15,-17-25-10-15,17 25-16 0,-7-16-13 0,4 8-7 16,0-1-1-16,3 9-5 0,-3-20-28 0,3 9 14 16,1-3-23-16,0 3-7 0,7-6-12 15,-3 2-5-15,3 0-2 0,2 2-4 0,-1 4-5 0,-3-1-8 16,3 3-5-16,0 2-6 0,0-1-2 0,-2 3 4 15,3 2-5-15,-1 1-1 0,-9 0-4 0,16 8 3 16,-7-4-1-16,-1 4 1 0,1-1 5 16,0 2-3-16,-4 2 3 0,1-3 0 0,-1 2-2 15,-1-2 0-15,0-1 6 0,0-1-2 0,-2-2-1 16,-2-4-1-16,3 7 4 0,-3-7-8 0,2 5 12 16,-2-5 1-16,0 0-2 0,4 5 3 0,-4-5-1 0,0 0-2 15,0 0-20-15,0 0 9 0,0 0-4 0,0 0-8 16,7-19 10-16,-5 14-1 0,4-4-5 15,1 0-4-15,2 2 3 0,1-3 0 0,3-1-3 16,1 2-2-16,-2 3 0 0,0 0-2 0,1 1 0 16,-1 3-2-16,-1-1 2 0,-1 3-1 0,-1 3 6 15,2-1-5-15,-2 3 2 0,1 1 5 0,-3 2-1 16,0 2 2-16,3 4 0 0,-2-3 1 0,-3 4-1 16,1 0-13-16,-3-4-22 0,-1 1-25 0,0-1-28 0,-1 3-38 15,2-3-50-15,-1-1-37 0,2-2-190 16,-3-1-449-16,3-2 199 0</inkml:trace>
  <inkml:trace contextRef="#ctx0" brushRef="#br0" timeOffset="160583.34">31230 4803 125 0,'0'-10'241'0,"0"5"-4"0,0 5-2 15,-3-11-11-15,3 11-16 0,-7-7-25 0,7 7-14 16,-8-1-17-16,8 1-13 0,-17 4-17 0,11 1-7 15,-5 3-3-15,4 2-6 0,-2 3-8 0,1 1-10 16,-2-1-5-16,3-3-12 0,2 5-6 0,3-4-5 16,0-1-7-16,2 0-3 0,-1-1-5 0,5 0-2 15,-3-1-5-15,2-2-1 0,1 1-1 0,1-3-1 16,0 1-5-16,1 0 4 0,1-4-15 0,-1 2 16 16,4-3-9-16,1 0 2 0,-11 0-1 0,12-3 8 15,-5-1-10-15,0 1-3 0,0-2 1 0,-2 1 0 16,0-2-1-16,3-3-5 0,-2 2-2 0,0-2 3 15,-2-2-6-15,3 2 5 0,-5-2-7 0,2 0-9 16,0 1 7-16,0 1 2 0,-2 3-2 0,1-1-2 16,-3 7-4-16,2-8 6 0,-2 8-14 0,3-8-1 15,-3 8-5-15,3-4 4 0,-3 4-2 0,0 0-2 16,0 0 5-16,0 0 2 0,0 0-4 0,2 18 4 16,-2-18-1-16,3 11 1 0,-2-4 0 0,2 2 3 15,2-2 3-15,1-1-1 0,0 0 3 0,3-1 2 16,3-1-3-16,-5 0 2 0,4-1 6 15,3-3 4-15,-1 2-6 0,4-1 2 0,-6-2-3 0,-1-1 2 16,3 2 1-16,-3-3 4 0,0 1-6 0,-1 0-8 16,-3-2 14-16,1 0-2 0,-1 2 2 15,-1-2 0-15,-5 4 1 0,11-8-3 0,-11 8-3 16,6-6-1-16,-2 2-2 0,-4 4 0 0,4-4-2 16,-4 4-3-16,0 0 0 0,0 0-4 0,6-4-3 0,-6 4-3 15,0 0-2-15,0 0 6 0,0 0-3 0,0 0 2 16,9-2-9-16,-9 2 5 0,0 0-2 0,0 0 11 15,0 0 2-15,5 8 1 0,-5-8-1 0,0 0 1 16,7 5-1-16,-7-5 1 0,6 4 1 16,-6-4-3-16,0 0 2 0,10 2 1 0,-10-2-10 0,9 0 13 15,-9 0-2-15,8 0-5 0,-8 0 4 0,9 1 1 16,-9-1 11-16,0 0-13 0,14-3-1 0,-14 3-1 16,6-3 1-16,-6 3-4 0,0 0-9 0,10-4 4 15,-10 4-7-15,9-2 1 0,-9 2-1 0,0 0-32 16,0 0 5-16,13 3 1 0,-10 1 6 0,-3-4 1 15,4 12 4-15,-3-7 3 0,1 6 2 0,-2-2 4 16,0 7 5-16,-2 1 0 0,-1-1 7 0,-2-1-2 16,1 1 0-16,0-1 8 0,-1 2-5 0,3-5-11 15,-1 4-13-15,-2-6-16 0,1 2-25 0,0-1-34 16,1-2-58-16,0 2-73 0,-2-1-197 0,5-10-470 16,-8 11 207-16</inkml:trace>
  <inkml:trace contextRef="#ctx0" brushRef="#br0" timeOffset="161217.74">32047 4525 143 0,'3'-10'261'0,"-1"4"-15"0,0 0-23 0,-2 6-23 16,2-7-23-16,-2 7-22 0,0 0-12 0,0 0-3 15,0 0-10-15,5 35-3 0,-8-10 0 0,0 6-8 16,-1 0-13-16,-3 2-5 0,3-2-13 0,0-1-9 16,-4 0-8-16,2-2-4 0,1-2-4 0,0-1-8 0,0 0-5 15,2-8-8-15,-1-6-1 0,3 0 0 0,0-1-7 16,-1-4 1-16,1-1-2 0,1-5 4 16,-4 10 5-16,4-10 14 0,-1 5 9 0,1-5 1 15,0 0-5-15,0 0-6 0,0 0 0 0,0 0-5 16,0 0-4-16,0 0-2 0,-13-19-10 0,13 19-4 15,3-15-7-15,2 5-5 0,0-1-13 0,0 1-5 16,3 3-5-16,-2-1-2 0,4 1 0 0,-1 1-5 16,-1 3 2-16,2 1-2 0,-2-1 0 0,-8 3 3 15,13 1 1-15,-7 1 2 0,0 2-5 0,-6-4 0 16,11 7 4-16,-8-3-4 0,1 2-7 0,0 0-5 16,-3 0-8-16,-1-6-1 0,-1 16-5 0,-3-8-1 15,0 1-2-15,-3-1-9 0,-1 0 3 0,-2 0 5 16,1-1 4-16,1 0 1 0,1-3 4 0,0-1 5 0,1 1 3 15,1-1 1-15,5-3 2 0,-9 4 3 16,9-4 7-16,0 0-2 0,-7 5 1 0,7-5 0 16,0 0 6-16,0 0-6 0,0 0 1 0,29-11 0 15,-12 7-1-15,1-1 2 0,9-4-1 0,0 1-2 16,-7 0 4-16,11-1 0 0,-2-2 3 0,-1 1 0 0,-2-5-1 16,-7 6 2-16,7-3 1 0,-7 1 1 15,-2 1-1-15,-1-2 2 0,-2 1 5 0,-2 2 8 16,-6 0 2-16,2 1 8 0,-3-1 7 0,-2 2 2 15,-2 4 0-15,-1 3-3 0,1-8 4 0,-1 8-7 16,0 0-3-16,-15-4-1 0,3 7 6 0,-1 3 2 16,-4 0-5-16,-1 5-5 0,-7 4-3 0,4 2-1 15,5-3 0-15,2 0-3 0,4 3-12 0,2-1-20 16,4 2-27-16,3-1-36 0,-3 0-31 0,7-1-41 16,1-3-65-16,0 3-222 0,-2 0-480 0,5-4 213 15</inkml:trace>
  <inkml:trace contextRef="#ctx0" brushRef="#br0" timeOffset="162034.93">30111 5541 106 0,'-6'-8'223'0,"-2"0"-11"0,-1 2-17 16,-1 2-14-16,-1 3-19 0,0 2-15 0,0 3-4 16,-6 8-11-16,-3 6-9 0,0 1-11 0,-1 6-6 15,2 3-11-15,2-3-9 0,1 1-7 0,3 0-10 16,4-4-6-16,2 2-7 0,4-7-3 0,3-1-7 16,0-4-2-16,2 1-5 0,4-1 0 0,3-5-3 15,-1 3-4-15,5-3 1 0,-3-3-3 0,3 0-3 16,5-3-2-16,0-2-3 0,1-3-4 0,1 0-2 15,-4-2-1-15,1-3-4 0,0 0 1 0,-2-3-1 16,-2 1 5-16,-1-3-9 0,-3 0 2 0,1-3-2 16,-1 2-1-16,-2-3-1 0,0 1 1 0,-2-2-4 15,0 1 4-15,-1-1 2 0,0 0-5 0,-3 0 3 16,2 5 5-16,-2-4-2 0,-1 11 5 0,0-4-8 16,0 11 5-16,0-10-7 0,0 10-3 0,1-7-3 15,-1 7-1-15,0 0 0 0,0 0-3 0,0 0 3 16,-18 28 2-16,12-13 0 0,-1 2-5 0,2 2 2 15,-1-2 2-15,4-1 2 0,0 1-3 0,2-4-2 16,2-1 5-16,0 0-2 0,3 0 10 0,0-3 2 16,2 0-6-16,3-2 3 0,1-1-3 0,2-3 2 15,6-1 1-15,-2-2-1 0,2-5 0 0,-1 0 0 16,1 0-1-16,1-5-1 0,-1-1 10 0,-3 0-9 16,1-2-2-16,-2 2 1 0,-1-3 4 0,-1 0-4 15,-2-2 0-15,1-1 1 0,-3 2-4 0,-3-1 4 16,1 0-2-16,-3 5 2 0,2-5-2 0,-4 6-3 15,2 1-1-15,-3 3 1 0,-1 6 0 0,3-8-7 16,-3 8 0-16,4-6-3 0,-4 6 1 0,0 0-2 16,0 0 6-16,0 0 0 0,-4 27 1 0,0-11-5 15,2 3 8-15,-2-2-3 0,-1 2-2 0,2 7 3 16,-1-7 3-16,3 1-2 0,0-1 2 0,-2-2-1 16,3 1 1-16,0 0-2 0,0-2 0 0,0-1 2 15,0-2-2-15,3 0 5 0,-3-1 0 0,1-2-2 16,-4 3 3-16,2-4-3 0,0 2-11 0,1-3-16 15,0 1-23-15,-1-2-26 0,1-7-36 0,-3 11-43 16,3-11-34-16,0 9-40 0,0-9-124 0,0 0-382 16,0 0 169-16</inkml:trace>
  <inkml:trace contextRef="#ctx0" brushRef="#br0" timeOffset="162563.62">30896 5420 142 0,'5'-9'244'16,"-2"4"-7"-16,2 0-16 0,-3-1-17 0,-2 6-28 16,4-6-18-16,-4 6-19 0,0 0-2 0,0 0 1 15,10 20-3-15,-7-4-6 0,-2 3-10 0,2 5-12 16,-3 3 23-16,0-1-7 0,2 2-9 0,1-1-11 16,-6-1-7-16,7 0-9 0,-5-9-9 0,2 2-11 15,-2-2-3-15,1-2-4 0,0-2-5 16,-3-2-4-16,6-2-6 0,-6 0-2 0,6-3-4 0,-3-6-2 15,-3 9-5-15,3-9-1 0,0 10-2 0,0-10 10 16,0 0-11-16,0 0 5 0,0 0-9 0,0 0-4 16,0 0-1-16,0 0-5 0,0 0-2 0,16-18-8 15,-10 11 6-15,3-3-8 0,1 3-2 0,3-6 1 16,-2 6 1-16,4-3-1 0,-5 3-5 0,1 2-5 16,-1 2 2-16,2 1-2 0,-3 1 1 0,0 1-1 15,-1 1-1-15,3 2 0 0,-1 1-6 0,1-1 10 16,-1 1 5-16,1 0 1 0,0 0-1 0,1 2 0 15,-2-1 1-15,10-1-11 0,-8-2 13 0,5 0 1 16,-3-2 5-16,3 0-1 0,-3-1 2 0,0-2 1 16,-1 0-13-16,-1-2 12 0,1 1 3 15,-1-3-4-15,-1 1 13 0,-3-2 2 0,-2 0-8 16,1 1 4-16,-2-3-1 0,-3 2-1 0,3-1 2 0,2 1-2 16,-7 8-6-16,4-13 5 0,-4 13-7 0,1-10-5 15,-1 10 1-15,0 0-5 0,1-10-5 16,-1 10-4-16,0 0 2 0,0 0 3 0,0 0-1 15,0 0 0-15,0 0 3 0,-10 34-4 0,7-23 3 16,-2 0-5-16,4 2 1 0,-1 4-5 0,2-2-30 16,-2-3-26-16,4 1-25 0,0-2-25 0,-1 0-29 15,3 1-46-15,2-1-58 0,1-3-242 0,-5 0-532 0,7-3 236 16</inkml:trace>
  <inkml:trace contextRef="#ctx0" brushRef="#br0" timeOffset="162738.34">31346 5456 146 0,'0'0'217'0,"-8"-10"-29"0,8 10-27 16,-5-8-44-16,5 8-22 0,0 0-23 0,0 0-35 15,0 0-53-15,0 0-61 0,0 0-80 0,20 31-170 16,-2-20 76-16</inkml:trace>
  <inkml:trace contextRef="#ctx0" brushRef="#br0" timeOffset="163230.91">31687 5598 56 0,'1'-9'260'16,"-1"9"-2"-16,2-7-8 0,-2 7-13 0,0 0-1 16,0 0-16-16,-6-11-14 0,6 11-20 0,-5-3-14 15,5 3-10-15,0 0-15 0,-18 5-20 0,11-2-12 16,-5 3-9-16,3 4-13 0,0-3-7 0,2 1-8 15,-3 2-6-15,2 0-11 0,3-1-5 0,-2 2-5 16,5-2-3-16,-2-2-6 0,3 0-8 0,1-7 4 16,-1 12-12-16,1-12-6 0,6 9 1 15,-4-5-11-15,-2-4 0 0,7 6-1 0,-2-4-5 0,-5-2-3 16,10 3-2-16,-10-3 6 0,11-1-5 0,-11 1-1 16,12-4-3-16,-12 4-2 0,13-2 1 15,-6 1-4-15,-7 1-3 0,13-2 1 0,-5 2 1 16,0 3-2-16,-2-1 0 0,2 4 4 0,-2 2-6 0,2-1 6 15,-2 7 1-15,-2 3-3 0,0 0 5 0,-2 2 1 16,-2 5 1-16,0 1 2 0,-6 0 1 0,2-6 7 16,0 9-1-16,-5-2 6 0,0-2 2 0,-3 0 1 15,-1 1-2-15,-1-3 3 0,1-6-1 0,0 0 1 16,-1-1-2-16,-1-2-19 0,2-2-27 0,-1 0-31 16,-1-3-34-16,-1 0-44 0,5-5-49 0,-1-3-65 15,12 0-197-15,-18-1-487 0,18 1 215 0</inkml:trace>
  <inkml:trace contextRef="#ctx0" brushRef="#br0" timeOffset="163602.41">31885 5463 135 0,'8'-10'261'15,"-2"1"-26"-15,-2 3-21 0,0 2-29 0,-4 4-22 16,0 0-11-16,0 0 9 0,18 19-1 0,-13-4-1 15,-1 9-11-15,0 3-1 0,-1 3-16 0,0-3-2 16,0 2-10-16,-5 0-9 0,4-4-14 0,-2 0-5 16,1-7-8-16,0 0-7 0,-1-2-10 15,1-5-7-15,3-1-3 0,-4 0-2 0,0-5-8 0,0-5 0 16,0 10 1-16,0-10-1 0,0 9 6 0,0-9 15 16,0 0-3-16,0 0-10 0,0 0-9 0,0 0 0 15,0 0-6-15,0 0-7 0,12-24-1 0,-7 14-21 16,1-1 13-16,6-3-9 0,-3 1-2 0,2 0-8 15,3 0 0-15,-1 2-9 0,1-1 5 0,-5 6 0 16,-1-1-3-16,2 3 0 0,-4 2-3 0,2 1-2 16,-8 1 1-16,11 5-1 0,-3-1 0 15,1 1-6-15,-4 4 9 0,0 0 1 0,2 0-8 0,-4 3 11 16,1-2-25-16,1 1-27 0,-1 1-44 0,0-1-29 16,0 1-33-16,2-1-56 0,3-1-65 0,-1-4-193 15,2 0-510-15,9-2 226 0</inkml:trace>
  <inkml:trace contextRef="#ctx0" brushRef="#br0" timeOffset="164198.34">32576 5593 175 0,'-3'-6'241'0,"3"6"-9"0,-8-11-22 0,3 9-17 0,5 2-15 15,-18 1-5-15,5 2-15 0,3 4-10 0,-5 1-5 16,1 3-9-16,-2-1-9 0,6 3-11 15,-3 0-14-15,4-3-9 0,3 0-7 0,2-1-7 16,-1 1-8-16,4 0-6 0,-1-1-4 0,2-1-3 0,2-1-5 16,2-1 0-16,-1 0-3 0,5 0-5 15,2-3-2-15,1 1-2 0,-2-3-4 0,2-1-3 16,-1 0-2-16,0-1 0 0,2-1-7 0,-3 0 4 0,-1-1-5 16,2-1 2-16,-4 1-5 0,-6 3-4 0,12-7-1 15,-8 0 0-15,2 3 4 0,-1-1 1 16,0 2-2-16,-1-4-2 0,0 2-4 0,0 1 0 0,-4 4 0 15,4-8-5-15,-4 8-1 0,3-5-8 16,-3 5-1-16,0 0-1 0,7-2-3 0,-7 2 1 16,0 0 1-16,0 0-2 0,0 0 6 0,1 16-2 15,0-10 0-15,-1-6 1 0,3 12-2 0,-2-4 1 16,-1 0 3-16,0-8-2 0,5 11 5 0,0-5 2 0,-1-1 2 16,6 1 1-16,-1-1 6 0,-9-5 1 15,0 0 3-15,0 0 4 0,0 0-3 0,0 0 5 16,72 0-2-16,-72 0 6 0,0 0-1 0,34-12 0 15,-34 12-1-15,22-14 3 0,-22 14-1 0,0 0 4 16,26-25-5-16,-26 25 0 0,0 0-9 0,15-29 0 16,-15 29 4-16,10-22-9 0,-10 22 3 0,0 0-5 0,9-29 2 15,-9 29-3-15,0 0-5 0,0 0 0 0,0 0 0 16,0 0-4-16,12-28-7 0,-12 28-7 16,0 0 7-16,0 0 3 0,0 0-1 0,0 0 7 15,0 0-6-15,0 0 1 0,0 0 3 0,0 0 4 16,-45 83-7-16,45-83 3 0,-18 33 7 0,18-33-11 15,-17 32-1-15,17-32 4 0,-15 34 2 0,15-34 4 0,-11 31-2 16,5-17-9-16,6-14-24 0,0 0-15 0,-9 36-20 16,4-23-26-16,0-2-13 0,1 2-8 15,-2 2-4-15,-2-2-41 0,0-1-58 0,-3-1-63 16,-3 4-170-16,-9 1-485 0,-1 0 215 0</inkml:trace>
  <inkml:trace contextRef="#ctx0" brushRef="#br0" timeOffset="169965.13">30524 6163 176 0,'0'0'169'0,"0"0"-15"16,0 0-16-16,0 0-16 0,0 0-17 0,0 0-6 16,0 0-10-16,0 0 2 0,0 0-3 0,7 20 19 15,-6-2 3-15,-1 0-10 0,-1 6-1 0,2 3 0 16,-2 0-3-16,-2 1-4 0,3 2-5 0,1-3-5 15,-1-1-6-15,-1 0 0 0,-2-9-31 16,3 0 0-16,-1 2-3 0,0-2-8 0,0-2 2 0,-1 2-3 16,2-1-2-16,-2-3 0 0,4-1-2 0,-2 0-14 15,2 1-20-15,-2-4-17 0,1 3-25 0,-2-3-23 16,-1 1-27-16,2-10-36 0,-1 13-19 0,1-13-27 16,3 8-137-16,-3-8-341 0,0 0 151 0</inkml:trace>
  <inkml:trace contextRef="#ctx0" brushRef="#br0" timeOffset="170642.78">30778 6400 126 0,'3'-5'170'0,"-3"5"-12"16,0 0-8-16,0 0-5 0,0 0-6 0,0 0-3 15,0 0-3-15,-15 26 0 0,8-12-15 0,1 0-9 16,-4 1-10-16,2 0-4 0,4-1-12 0,-2 3-5 15,3-6-7-15,-1 0-10 0,1 2-4 0,1-1-4 16,2-2-6-16,-1 0-4 0,2-1-3 0,-1 0-3 16,3-2-1-16,3 0-11 0,0 1 8 0,2-1-5 15,1-3 1-15,1 2-1 0,1-3-5 16,0-1 0-16,2 0-1 0,4-1-2 0,-5 0-3 16,1-2 1-16,1 0-5 0,-2-2 1 0,-2 1-6 0,1-2 3 15,0-3 1-15,-1 4-4 0,-1-5 2 0,1 0-1 16,-4-1-3-16,1-1-1 0,0 2 2 0,-3-2 1 15,0-2-5-15,-1 1-1 0,-2-1 2 0,-1-1-4 16,-1-3-1-16,-2 4 0 0,-1 1 0 0,-1-1 0 16,-1-1-2-16,-1 3 2 0,0 0-4 0,-1 1 3 15,0 0 0-15,-1 3 2 0,3-1-2 16,1 1 3-16,1 3 0 0,4 3-2 0,-6-8-2 0,6 8-4 16,-3-6 1-16,3 6 2 0,0 0-1 0,0 0 3 15,14-6 1-15,-2 6 4 0,7-2-5 0,-2 2-2 16,3 0-3-16,0 2 6 0,0-2-6 0,-3 1 4 15,1 3-1-15,-5-2 0 0,-1 0-1 16,0 3-2-16,-4 0 2 0,0-1-5 0,-2 2 3 0,0 3 5 16,2 1-2-16,-4 2 6 0,1 2 9 0,-4-1 6 15,1 2-3-15,-4-1 2 0,2 1-4 16,-2-2 1-16,1-2-2 0,-2 3 3 0,3-1-2 0,0-3-1 16,0 1-1-16,1-2 4 0,1 1-4 15,0-1-9-15,1-2 7 0,1 0 1 0,-1-2-1 0,4 2-1 16,-1-4 2-16,0 2 1 0,4-1-2 0,1-3 0 15,0-1 1-15,0 0 1 0,3 2 0 0,1-4 1 16,-4 2 6-16,1-4 2 0,-2 2 7 0,3-3 2 16,-4-4 4-16,-1 2 1 0,1 0-2 0,0-3 2 15,0-4-9-15,-2 1 1 0,-3 1-6 0,1-2 0 16,-2-4-5-16,-1 4 0 0,0 1-6 16,-4 0 4-16,-3-1-5 0,2 3 9 0,1-2-7 0,-4 6-7 15,1-2-7-15,-1 2-20 0,-1 1-15 0,-1 2-19 16,-5 2-20-16,2 2-30 0,-7 2-44 0,4 2-49 15,-3 5-49-15,2-5-137 0,0 5-421 16,4-2 186-16</inkml:trace>
  <inkml:trace contextRef="#ctx0" brushRef="#br0" timeOffset="170797.7">31480 6632 3263 0,'15'6'231'0,"-3"-3"-95"0,-2 3-34 0,-1-6-14 15,-3 5 11-15,-2-2 35 0,-4-3 5 0,11 4 8 16,-11-4-6-16,7 2 0 0,-7-2-11 0,0 0-15 15,5 2-16-15,-5-2-8 0,0 0-31 16,0 0-53-16,5 4-73 0,-5-4-84 0,0 0-65 16,0 0-107-16,-23 15-407 0,4-10-789 0,-10-1 349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24T07:06:49.6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12758 12009 51 0,'0'-11'137'0,"2"1"-14"16,0-2-18-16,4 2-15 0,0-1-5 0,3-3-6 16,-3 6-3-16,4-2-9 0,-3 2-8 0,8-2-11 15,1 1-7-15,-3 2 4 0,5 0-6 16,0 0-2-16,2 1-3 0,3 2-4 0,0 2-16 0,1-1 11 15,5-1-7-15,-2 3 3 0,2-1-7 0,0 2 3 16,-2 2-5-16,1-1-8 0,-6-1 0 0,0 4-7 16,1-2-16-16,-1 1 19 0,-4-1-9 0,0 2-16 15,0 0 3-15,-2 2-9 0,-5-2-9 0,1 1-16 16,-4 1-12-16,1-1-17 0,-5 2-69 0,0-1-165 16,-2 1 74-16</inkml:trace>
  <inkml:trace contextRef="#ctx0" brushRef="#br0" timeOffset="551.54">10558 13260 50 0,'0'0'129'0,"0"0"-21"15,0 0-7-15,23 15-15 0,-6-8 0 0,7 7-1 16,4 2-1-16,2-2-11 0,0 8-3 0,13 6-4 16,-1-3 4-16,3 2-3 0,-1 0-6 0,5-3-4 15,-2 1 0-15,-2-3-6 0,1 2-7 16,-12-6-7-16,2-1 0 0,-3-4-4 0,-1 3-2 16,2-1-4-16,-5-1-5 0,-1-2 2 0,-1 1-1 0,-1-2-7 15,-9-4-16-15,2 2-16 0,-4-3-29 0,1 1-28 16,-4-1-25-16,-2 0-27 0,0-3-82 15,-2 2-224-15,-1-2 101 0</inkml:trace>
  <inkml:trace contextRef="#ctx0" brushRef="#br0" timeOffset="732.76">11228 13077 154 0,'-14'21'178'0,"-1"11"-13"16,-10 17-12-16,-4 32-11 0,-2 7-16 0,-3 8-11 16,-6 5-16-16,4 5-16 0,-1 11-32 0,-7 1-50 15,-2 0-63-15,-4 8-140 0,-5-6-217 0,-1 3 97 16</inkml:trace>
  <inkml:trace contextRef="#ctx0" brushRef="#br0" timeOffset="1212.26">10707 16280 85 0,'-8'-9'227'0,"3"2"-21"0,1 2-29 16,-1 0-23-16,5 5-9 0,0 0-16 0,0 0-14 16,15-6-2-16,3 11-6 0,2 0-14 0,10 4-8 15,1 1-13-15,2 3 1 0,14 6-14 0,-14-2-3 16,14 7-7-16,-3-4-2 0,1 3-7 0,-11-7-3 15,1 0-14-15,11 4-21 0,-12-2-26 0,-2-2-30 16,-1-1-48-16,-3 0-27 0,-4-2-43 0,-2 2-98 16,-9-5-291-16,-3-3 130 0</inkml:trace>
  <inkml:trace contextRef="#ctx0" brushRef="#br0" timeOffset="1384.21">11093 16205 110 0,'-31'51'185'0,"-13"24"-13"0,11 11-19 0,-1 0-16 0,-1 10-13 15,7 4-14-15,-3 3-17 0,2-2-56 16,-3 4-33-16,5-4-48 0,3-1-64 0,-5-2-55 0,0-2-175 16,1-5 78-16</inkml:trace>
  <inkml:trace contextRef="#ctx0" brushRef="#br0" timeOffset="1562">10661 17938 34 0,'0'0'170'0,"29"-14"-39"0,-5-3-25 0,7-2-43 15,15-13-47-15,3-4-35 0,25-19-65 0,-3-4-90 16,-2 5 39-16</inkml:trace>
  <inkml:trace contextRef="#ctx0" brushRef="#br0" timeOffset="1671.43">11945 16967 196 0,'6'-6'187'0,"3"-3"-10"0,-9 9-24 0,10-9-18 0,-10 9-15 16,13-6-15-16,-13 6-55 0,0 0-50 0,18-10-48 15,-7 8-132-15,-11 2-194 0,16-5 87 0</inkml:trace>
  <inkml:trace contextRef="#ctx0" brushRef="#br0" timeOffset="2626.76">17123 14973 5 0,'0'0'78'0,"0"0"-14"0,0 0-11 16,0 0-6-16,0 0-14 0,7-22-28 16,-7 22-18-16,0 0-33 0,0 0-49 0,5-3 22 15</inkml:trace>
  <inkml:trace contextRef="#ctx0" brushRef="#br0" timeOffset="8748.92">10505 16557 2 0,'0'0'48'16,"1"-8"-3"-16,-1 8-3 0,0 0-1 0,0 0-4 15,0 0 0-15,0 0 5 0,0 0-4 0,0 0-10 0,3-6 5 16,-3 6 6-16,0 0-13 0,0 0-2 0,0 0-2 16,0 0-2-16,0 0 9 0,3-6-13 15,-3 6 0-15,0 0-9 0,0 0 4 0,0 0 1 16,0 0 0-16,0-8 0 0,0 8 8 0,0 0-12 16,0 0 8-16,0 0-2 0,0 0-3 0,0 0 6 15,0 0-9-15,0 0-1 0,0 0 3 0,2-9 0 16,-2 9-2-16,0 0 1 0,0 0-7 0,0 0 2 15,0 0 1-15,0 0-5 0,0 0 3 0,0 0-3 16,0 0 2-16,0 0 3 0,0 0 0 0,0 0-9 16,0 0 10-16,0 0-2 0,0 0-3 0,0 0 10 15,0 0-11-15,0 0 7 0,0 0-15 0,0 0 16 16,0 0 7-16,0 0-4 0,0 0 2 0,0 0 0 16,0 0-1-16,0 0 4 0,0 0 0 0,0 0-6 15,0 0 1-15,0 0-1 0,0 0-5 0,-5-8-3 16,5 8 1-16,0 0 3 0,0 0-3 0,0 0-2 15,0 0-2-15,0 0 3 0,0 0 0 0,0 0-1 16,0 0-1-16,0 0-2 0,0 0-1 0,0 0 3 16,0 0 5-16,0 0-7 0,0 0 4 15,0 0 1-15,0 0 12 0,0 0-22 0,0 0 7 16,0 0-2-16,0 0 2 0,0 0 3 0,0 0-1 16,0 0 0-16,0 0-2 0,0 0-10 0,0 0 15 15,0 0-5-15,0 0 1 0,0 0-4 0,0 0 3 0,0 0-2 16,0 0 4-16,0 0-3 0,0 0-4 15,0 0 3-15,0 0 4 0,0 0-1 0,0 0-3 16,0 0-5-16,0 0 2 0,0 0-1 0,0 0 3 0,0 0-3 16,0 0 6-16,0 0-1 0,0 0-11 15,0 0-9-15,0 0-5 0,0 0-3 0,0 0-10 16,0 0-3-16,0 0-13 0,0 0-8 0,0 0-48 16,0 0-121-16,0 0 53 0</inkml:trace>
  <inkml:trace contextRef="#ctx0" brushRef="#br0" timeOffset="9648.58">10010 16318 36 0,'0'0'42'0,"0"0"4"0,0 0 1 16,0 0-8-16,0 0-4 0,0 0-2 0,0 0-7 15,0 0 3-15,0 0-7 0,0 0 1 0,0 0-7 16,0 0 0-16,0 0-2 0,0 0-2 0,0 0 5 16,0 0-10-16,0 0-11 0,0 0-8 0,0 0-13 15,0 0-12-15,0 0-27 0,0 0-69 0,0 0 31 16</inkml:trace>
  <inkml:trace contextRef="#ctx0" brushRef="#br0" timeOffset="14720.72">17248 14615 14 0,'0'0'38'0,"0"0"-6"0,0 0-3 16,0 0-5-16,0 0-1 0,0 0-9 0,0 0-1 15,3 10-26-15,-3-10-16 0,0 0-32 0,0 0 14 16</inkml:trace>
  <inkml:trace contextRef="#ctx0" brushRef="#br0" timeOffset="17097.98">20625 14150 48 0,'0'0'54'0,"0"0"-2"0,0 0-4 0,0 0-10 15,0 0-3-15,0 0-1 0,0 0-8 0,0 0-17 16,0 0-10-16,0 0-2 0,0 0-4 0,0 0-5 16,0 0-1-16,0 0-9 0,0 0-7 15,0 0-15-15,0 0-45 0,0 0 20 0</inkml:trace>
  <inkml:trace contextRef="#ctx0" brushRef="#br0" timeOffset="19168.93">19842 15234 39 0,'0'0'77'0,"0"0"-24"0,0 0-8 0,0 0-15 16,-7-1-13-16,7 1-11 0,0 0-20 0,0 0-29 15,0 0-45-15,0 0 20 0</inkml:trace>
  <inkml:trace contextRef="#ctx0" brushRef="#br0" timeOffset="19845.57">20852 15377 92 0,'0'0'113'0,"3"6"-7"15,-3-6-3-15,0 0-3 0,0 0-8 0,0 0-11 16,0 0-8-16,0 0-9 0,0 0 7 16,0 0-15-16,0 0 1 0,0 0-9 0,0 0-7 15,0 0-1-15,0 0-3 0,0 0 3 0,0 0-3 0,0 0-4 16,0 0-5-16,0 0 0 0,0 0-8 0,0 0-1 16,0 0 1-16,0 0 0 0,0 0-3 0,0 0 8 15,0 0-8-15,0 0-2 0,0 0-2 16,0 0-3-16,0 0 2 0,0 0 0 0,0 0-4 15,0 0-5-15,0 0 7 0,0 0-2 0,0 0 3 0,0 0-5 16,0 0 3-16,-15 4 2 0,15-4-7 0,0 0-6 16,0 0 4-16,0 0-2 0,0 0 0 0,0 0 1 15,-11 0 1-15,11 0-2 0,0 0 6 0,0 0-6 16,0 0 2-16,0 0-7 0,0 0 8 16,0 0 2-16,0 0-2 0,0 0-3 0,0 0 4 0,0 0-7 15,0 0 8-15,0 0-1 0,0 0-1 0,0 0 1 16,0 0 2-16,0 0-8 0,0 0 13 0,0 0-9 15,0 0 0-15,0 0 0 0,0 0-1 0,0 0 8 16,0 0-11-16,0 0 1 0,0 0-2 0,0 0 6 16,0 0 1-16,0 0-6 0,0 0 3 0,0 0-2 15,0 0 2-15,0 0-2 0,0 0 7 0,0 0 2 16,0 0-4-16,-12-2-9 0,12 2 0 0,0 0 1 16,0 0 3-16,0 0 1 0,0 0-12 15,0 0 14-15,0 0 0 0,0 0 1 0,0 0-2 16,0 0 2-16,0 0-1 0,0 0-2 0,0 0 1 0,0 0 5 15,0 0-8-15,0 0 0 0,0 0 1 0,0 0-13 16,0 0-8-16,0 0-11 0,0 0-6 0,0 0-19 16,0 0-22-16,0 0-9 0,0 0-13 15,0 0-19-15,0 0-66 0,0 0-204 0,0 0 91 16</inkml:trace>
  <inkml:trace contextRef="#ctx0" brushRef="#br0" timeOffset="21123.7">20629 14009 29 0,'0'0'38'0,"0"0"-5"16,0 0 9-16,0 0-17 0,0 0-1 0,0 0-7 15,0 0-1-15,0 0-7 0,0 0 5 0,0 0-8 16,0 0-7-16,0 0-7 0,0 0-4 0,6 4-7 16,-6-4-17-16,0 0-38 0,0 7 16 0</inkml:trace>
  <inkml:trace contextRef="#ctx0" brushRef="#br0" timeOffset="21938.92">20350 15353 23 0,'0'0'31'0,"0"0"-4"0,0 0 4 16,0 0-5-16,0 0-4 0,0 0 1 0,0 0-9 15,0 0 3-15,0 0-10 0,0 0 7 0,0 0 0 16,0 0 2-16,0 0-5 0,0 0 4 15,0 0 3-15,0 0-5 0,0 0 5 0,0 0-10 16,0 0 4-16,0 0-4 0,0 0 6 0,0 0-5 0,0 0 1 16,0 0 1-16,0 0 0 0,0 0-4 15,0 0 2-15,0 0-1 0,0 0-5 0,0 0 5 0,0 0-3 16,0 0 4-16,0 0-4 0,0 0-1 16,0 0-1-16,0 0-1 0,0 0-2 0,0 0 5 15,0 0-3-15,0 0-1 0,0 0 3 0,0 0-7 0,0 0 8 16,0 0-4-16,0 0-1 0,0 0-1 0,0 0-5 15,0 0-5-15,0 0-10 0,0 0-10 16,0 0-9-16,0 0-26 0,0 0-70 0,0 0 31 0</inkml:trace>
  <inkml:trace contextRef="#ctx0" brushRef="#br0" timeOffset="27098.65">20017 16738 30 0,'0'0'65'0,"0"0"-6"0,0 0-8 0,0 0 3 16,0 0-20-16,0 0-6 0,0 0-27 0,0 0-15 15,0 0-10-15,14 15-24 0,-9-11-51 0,-5-4 23 16</inkml:trace>
  <inkml:trace contextRef="#ctx0" brushRef="#br0" timeOffset="28669.28">22942 16275 29 0,'0'0'75'0,"0"0"-8"0,0 0-6 16,-23-11 1-16,23 11-16 0,0 0 2 15,0 0-10-15,0 0 2 0,0 0-22 0,0 0-5 0,0 0-13 16,0 0-19-16,0 0-5 0,0 0-19 0,0 0-26 15,0 0-74-15,0 0 32 0</inkml:trace>
  <inkml:trace contextRef="#ctx0" brushRef="#br0" timeOffset="29820.97">22672 17151 43 0,'0'0'47'16,"0"0"-16"-16,0 0-15 0,0 0-17 0,0 0-22 0,0 0-25 16,0 0 12-16</inkml:trace>
  <inkml:trace contextRef="#ctx0" brushRef="#br0" timeOffset="35595.18">20204 18094 61 0,'0'0'105'0,"0"0"5"0,0 0-5 0,0 0-3 16,0 0-7-16,0 0-2 0,0 0-7 0,0 0-9 16,0 0-5-16,0 0-3 0,0 0-2 0,0 0-5 15,0 0-12-15,0 0 6 0,18-28-2 16,-11 17-9-16,3-6 0 0,5-5-4 0,-1 0-4 16,3-2 3-16,-2-1-6 0,4 2-1 0,-2-1-1 15,1 1-7-15,-6 6 0 0,3-4-11 0,-5 6 6 16,-1-1-5-16,1 0 3 0,-2 2 0 0,-2 0-13 15,-2 3 12-15,-1 1-4 0,-1 1-3 0,3 1-1 0,-5 8 3 16,3-15 8-16,-3 15 4 0,2-10-1 16,-2 10 4-16,0 0 0 0,2-10-3 0,-2 10-6 15,0 0 1-15,0 0 0 0,0 0-5 0,0 0-4 16,0 0 3-16,0 0-1 0,0 0-4 0,0 0 0 16,0 0 0-16,0 0-8 0,0 0 3 0,0 0 1 15,0 0-4-15,0 0 9 0,0 0-8 0,-17 26-3 16,13-16 2-16,4 3 5 0,-2 1-5 0,0 2 0 15,2 1 4-15,0 0-1 0,0 0-4 0,2 1-1 16,0-3 4-16,0 2 5 0,1 0-3 0,1-1 2 16,-1 2 1-16,1-2-5 0,-1 0-2 15,1-6 7-15,0 4-10 0,1-5 8 0,-1 0 1 16,-1-2-7-16,-3-7 5 0,6 8-3 0,-6-8-4 16,5 6 3-16,-5-6 3 0,0 0-1 15,8 7 2-15,-8-7 1 0,0 0 1 0,0 0 2 0,18-12-3 0,-12 4-4 16,-1 0 3-16,2-2 5 0,-4 0-2 15,0-6-5-15,2-1 7 0,-2 1-5 0,-1-4-5 0,-1 2 8 16,-1-8-3-16,-3 0-2 0,0 0-1 16,2 4-6-16,-4-5 11 0,1 1-2 0,3 8 2 15,-1 1 0-15,2-1-4 0,-4 8 2 0,4 10-4 16,-2-18 2-16,2 18-4 0,-5-15 2 0,5 15-7 16,-4-9-1-16,4 9 6 0,0 0-2 0,0 0-2 15,0 0 7-15,0 0-5 0,0 0 3 0,-4 38-5 16,4-19 9-16,0-2-4 0,3 10-4 0,2-2-6 15,-3-6-4-15,5 5-18 0,-1-6-13 0,2-3-17 16,-1-1-6-16,4-1-15 0,1-1-24 16,-1-5-12-16,4-1-17 0,2 0-113 0,2 0-269 0,-1-3 120 15</inkml:trace>
  <inkml:trace contextRef="#ctx0" brushRef="#br0" timeOffset="36646.49">20302 18190 109 0,'0'0'130'16,"0"0"-8"-16,0 0 4 0,0 0-2 0,0 0-5 0,0 0-8 15,0 0-10-15,0 0-9 0,0 0-9 0,0 0-7 16,0 0-8-16,11-60-6 0,3 39 3 0,-1-1-7 15,5-5-12-15,1-2 4 0,-2 1-7 16,-1-3-4-16,-2 0-5 0,2 5 1 0,-2-2-9 16,-4 2-4-16,3 0 5 0,-3 2-5 0,-5 6-2 15,3-1-3-15,-5 2 0 0,1 1-5 0,-1-3 1 16,-1 2 1-16,0 7 3 0,-2 10 8 0,2-18 8 16,-2 18 0-16,0-12-6 0,0 12-1 0,0 0-1 15,0 0 2-15,2-14-7 0,-2 14-2 0,0 0 0 16,0 0-5-16,0 0-5 0,0 0 0 15,0 0-2-15,0 0 5 0,0 0-10 0,0 0 2 0,0 0-4 16,0 0 6-16,0 0-4 0,0 0-2 0,0 0 2 16,0 0 2-16,0 0-4 0,0 0 5 15,0 0-3-15,0 0 2 0,-3 46 1 0,6-26 4 16,-2-2-4-16,3 8 4 0,-4 0-3 0,6-4-2 16,-2 6 6-16,0-4-6 0,0-5 2 0,-2 6 1 15,2-8-2-15,1 2-3 0,-1-3 4 0,1-4-1 16,0-4-4-16,-1 2 3 0,1-1-4 0,2 0-1 15,-4-5 0-15,-3-4 8 0,10 8-3 0,-3-5 0 16,-7-3-2-16,14 2 5 0,-14-2-3 0,19-7-2 0,-9 1 4 16,6-4-1-16,-3-2-5 0,-2-1 6 15,2-3 0-15,-2-1-2 0,3-4-1 0,-3 3 5 16,0-4-1-16,-5 3-4 0,0-1-5 0,0-5 7 16,-3-1-2-16,-2 2-1 0,1-1 5 0,-2 6 1 15,0 0-1-15,0 2-5 0,-2 1 5 0,-1 4-4 16,-1 1 1-16,4 11-1 0,-3-17 2 0,3 17-3 15,-4-11 1-15,4 11 0 0,0 0-4 0,0 0-5 16,-8-8 4-16,8 8 6 0,0 0-4 0,0 0-1 16,-1 56 4-16,-2-26-4 0,3 0-3 0,4 4 8 15,0-1-2-15,1-1-4 0,1 0 2 16,3-4-2-16,1-3-4 0,1 2-16 0,-1-10-7 16,4-1-16-16,-1-2-23 0,3-2-30 0,0 0-24 15,0-2-16-15,0-2-26 0,0-2-114 0,-3-4-302 16,0 0 135-16</inkml:trace>
  <inkml:trace contextRef="#ctx0" brushRef="#br0" timeOffset="37013.06">20084 17430 20 0,'0'0'112'0,"0"0"-1"0,0 0-22 0,-11 19-5 16,9-3 4-16,2 8-10 0,0 3 17 0,6 21-2 15,-4 3-4-15,1 4 10 0,5 27-2 0,-6-25-9 16,7 26-4-16,-5-23-7 0,3 19-3 0,-1-23 3 15,-3 2-9-15,5 22-15 0,-5-25 6 0,-1-1-2 16,-3-1-15-16,2-2-3 0,-2-1-3 0,2-2-4 16,3-3 2-16,-4-11-9 0,-3 0-1 0,3-34 14 15,-2 58-12-15,-1-31-17 0,3-27-17 0,-2 35-25 16,2-35-17-16,0 0-18 0,-5 32-16 16,5-32-29-16,0 0-33 0,0 0-104 0,0 0-269 0,0 0 119 15</inkml:trace>
  <inkml:trace contextRef="#ctx0" brushRef="#br0" timeOffset="38334.82">20156 17540 20 0,'0'0'148'0,"0"0"-20"15,5-14-7-15,-5 14-9 0,12-6-5 0,-12 6-19 16,17-7-3-16,-4 3-2 0,5 1-6 0,1-1-11 16,12-1-4-16,2 1-3 0,0 0-16 15,4-2 5-15,0 2-7 0,15-1-2 0,1 1-6 16,2-5 0-16,-2 5-5 0,-2 1 3 0,6-3-11 16,-2-3 5-16,-1 1 3 0,2 1-3 0,0-2 4 15,3-1 9-15,1 1-4 0,0 0 0 0,2-4-5 16,2 5 1-16,1 0-1 0,-1-3 0 0,25-8-10 15,-26 10 4-15,1 1-2 0,25-3-5 0,-30 0-5 16,29-5 3-16,-28 6 0 0,4 1 1 0,25-7-6 16,-27 7 3-16,4-1-1 0,24-3-2 0,-30 2-4 15,4 1 1-15,0 0 0 0,0 1-9 0,-1-1 12 16,1 1-3-16,-1-1-4 0,1 0 4 16,1 3-1-16,-1-1 1 0,0-2 0 0,0 2-4 15,-2 1 6-15,-3 0-8 0,2 1 2 0,-4-1 2 16,-2 5-5-16,0-2 4 0,-2 0 2 0,1 1-2 15,-18 2-1-15,3 2 2 0,1-1-2 0,11 0-5 16,-13-1 4-16,2-1-1 0,-3 3 4 0,1-1 1 16,13-3-4-16,-13 2 1 0,0 0 4 0,2-1-3 15,-1 0 1-15,-2 2-3 0,-1-2-1 0,0 2-2 16,2-3 6-16,-5 6-1 0,2-1 1 16,-3-1-2-16,1 0-3 0,-4-1 0 0,3 3 0 15,-2 2 1-15,0-3 1 0,-3 1-1 0,0-1-1 16,1 0 2-16,-6-1 2 0,7-1-2 0,-2 0-1 15,4-1-3-15,-4 0 3 0,2 2 0 0,-3-1 2 16,2-1-1-16,-1 0 1 0,-5-2-2 0,5 0-3 16,0 2 5-16,1 0 1 0,0-2-2 0,2 3-3 15,-11-1 2-15,4 1 4 0,4 0-4 0,1 0-3 16,-6 1 4-16,-2 1-4 0,2-2 6 0,5 2-1 16,-4 0 0-16,4 1-1 0,-7-3-3 0,3 2 2 15,4-1-4-15,-7-1 2 0,7 0 4 16,1 1-7-16,-7-1 9 0,8 1-3 0,-1-1 2 15,-7 0-5-15,-2 2 1 0,10-2 4 0,-8 5-3 16,6-1-3-16,-8-1 1 0,6 3 3 0,-4-2-5 16,-2 0 2-16,1 0 4 0,-2 2 0 0,3-4-3 15,1 2-5-15,-2 0 3 0,2-2 0 0,-1 3 5 16,0-1-1-16,-2 1-7 0,2 0 7 0,-4 0 2 16,6-1-1-16,-5 0-3 0,0 0 2 0,2 1 1 15,-4-1 0-15,4 3-5 0,-2-2 3 0,-2 1-7 16,0 1 5-16,1 0 4 0,-1 1 1 0,2 0 1 15,-6-3 4-15,-2 3-9 0,3-2 1 0,-1 0 3 16,-1 2 0-16,3-2-7 0,-14-6 0 0,20 11 3 16,-10-4 3-16,1 0 1 0,-1 0-4 0,-10-7-1 15,21 11 2-15,-10-4 4 0,-2 0 6 0,-9-7-3 16,20 15 0-16,-6-3 1 0,-1-2 1 0,-3-2-2 16,-2 0-1-16,-1 2 7 0,4 2-6 0,-11-12 0 15,14 19-3-15,-5-4-4 0,2-1 8 0,-4 2-5 16,-1-5-1-16,-1 2 10 0,3 1-7 15,-2 0 2-15,2 2-6 0,-3 1 6 0,1-1-2 16,-1 4 3-16,-3-2-10 0,3-1 6 0,-5 1 11 16,3 1-3-16,-1-2-3 0,-2 1 4 0,0 2-3 15,4 4-1-15,0-5 3 0,-6 6 9 0,0-7-2 16,2 6-7-16,0-4 0 0,0-1 0 0,0 7-1 16,0 2 1-16,-4-3-4 0,4-7 3 0,-5 5-3 15,0-2 0-15,5-21-4 0,0 0 2 0,-13 65-3 16,4-39 1-16,-1-2 0 0,10-24 1 0,-17 41-2 15,5-18 1-15,12-23-5 0,-17 30 4 0,17-30 0 16,-29 34-3-16,18-18-2 0,11-16 2 0,-29 29 5 16,12-16 1-16,-3 4-6 0,-2-1-1 0,-1 2 4 15,0-1-3-15,2-3-1 0,-6 0-9 0,-2 2 10 16,1-2 3-16,-3-1 0 0,-3-3-5 16,1 3 0-16,-15 2 1 0,13-3 4 0,-2 2-5 15,0-3-2-15,-11 4 3 0,-4 1-2 0,5-2 1 16,10-1-1-16,-17 1-1 0,2 0 1 0,-1 4 0 15,0-6-1-15,-1 3 4 0,0-3 0 0,-1 3-9 16,0 1 7-16,-1 0-2 0,-5-2 6 0,5 3-7 16,-3-2 3-16,3 3 2 0,-8-2-5 0,4 0 0 15,-2-1 1-15,-2 1 9 0,3-1-7 0,-30 3 2 16,30-4-1-16,-3 0-1 0,-24 4 5 0,24-6-3 16,-25 5-1-16,23-7-3 0,-23 3-5 0,29-4 6 15,-28 5 5-15,26-6-5 0,-4-2 5 0,1 2-3 16,-27 3-1-16,26-3 1 0,-24-3-3 15,26 1 2-15,-1 0 2 0,-27 0 2 0,25-4-4 16,2-2 2-16,-26 6 3 0,28-6 1 0,2 2-5 16,-30 4 1-16,30-3-3 0</inkml:trace>
  <inkml:trace contextRef="#ctx0" brushRef="#br0" timeOffset="38587.64">20984 19049 2490 0,'-52'-4'10'0,"11"1"2"0,5 1-2 16,-1 0-1-16,-2-1 3 0,0 1 3 0,2-1-4 15,0 1-1-15,37 2 4 0,-73-2-1 0,38 2-2 16,-3 0 4-16,38 0-3 0,-73 0 3 0,35 0-8 16,3 0 4-16,35 0-4 0,-67 2-3 15,32-1 2-15,-1-1 0 0,36 0-3 0,-65 2 2 16,32 1-2-16,33-3 3 0,-61 1-16 0,33 1 13 15,28-2 4-15,-44 0 1 0,44 0-5 0,0 0-1 16,-55-3 4-16,55 3-5 0,0 0-4 0,-34 0-12 16,34 0-19-16,0 0-17 0,0 0-24 0,0 0-33 15,0 0-26-15,0 0-53 0</inkml:trace>
  <inkml:trace contextRef="#ctx0" brushRef="#br0" timeOffset="39701.71">29153 3721 2 0,'0'0'12'0,"0"0"-15"0,6 7-3 0,-6-7 3 15</inkml:trace>
  <inkml:trace contextRef="#ctx0" brushRef="#br0" timeOffset="42446.16">30820 7034 25 0,'0'0'191'0,"-5"-12"4"0,2 8-2 0,3 4-11 15,-5-12-6-15,1 5-1 0,1 1-3 0,3 6-11 16,-9-10-10-16,7 4 4 0,-2 2-12 15,4 4-9-15,-8-6-5 0,8 6-7 0,-6-7-8 16,6 7-4-16,-5-7-7 0,1 3-11 0,4 4-5 0,-12-5-7 16,6 3-3-16,6 2 2 0,-13-3-16 0,5 2 4 15,8 1-3-15,-12-1-4 0,12 1-2 16,-11-5-5-16,11 5-4 0,-6-1-7 0,6 1-8 16,0 0 5-16,-10 0-6 0,10 0-5 0,0 0-4 15,0 0 2-15,0 0-4 0,0 0 0 0,0 0-16 0,38-6-17 16,-7 1-21-16,3 0-29 0,18 0-32 15,-1-3-31-15,2-2-38 0,3 1-56 0,1 0-53 16,-6-2-190-16,4-2-500 0,-3-2 222 0</inkml:trace>
  <inkml:trace contextRef="#ctx0" brushRef="#br0" timeOffset="49046.07">26785 17454 51 0,'0'0'165'0,"-8"-5"-1"0,8 5-4 0,0 0-12 16,0 0-4-16,0 0-11 0,0 0-6 0,0 0-9 15,-4-2-11-15,4 2-5 0,0 0-14 0,0 0-5 16,0 0-9-16,0 0-6 0,0 0 10 0,0 0 8 16,0 0 7-16,10 21-10 0,-6-9-1 0,3-2-11 15,-1 3-5-15,0 4-5 0,2 0-3 0,-2 0-3 16,3-2-6-16,-2 2-4 0,-2-1-6 0,0 1-1 15,1-3-5-15,-2-6-3 0,3 4 29 0,-5-2-11 16,2 1-5-16,0-2 2 0,0-3-8 0,-2-1-2 16,2 0-4-16,-4-5-1 0,7 7 3 0,-3-6 0 15,-4-1-19-15,16-4 12 0,-7-4 0 0,9-7-3 16,4-7 2-16,8-17-5 0,9 1-7 16,3-6 7-16,14-22-3 0,-14 20-6 0,15-25-19 0,5 0-15 15,-1 3-27-15,4 2-23 0,-2 1-19 0,5 3-18 16,-21 23-19-16,18-16-8 0,-17 17-21 0,1 6-34 15,-4-1-194-15,-1-2-419 0,-2 3 186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2-01T03:53:32.4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13497 5835 43 0,'0'0'89'0,"0"0"-3"0,0 0-11 0,0 0 5 0,0 0-10 16,0 0-1-16,0 0-7 0,0 0-3 0,0 0 8 15,0 0-21-15,0 0-1 0,0 0 5 0,0 0-6 16,0 0-12-16,0 0 9 0,0 0-7 0,0 0-4 15,0 0-2-15,0 0-2 0,0 0-8 0,0 0 0 16,0 0-4-16,0 0 6 0,0 0-4 0,0 0-6 16,0 0-3-16,0 0 0 0,0 0-1 0,-15-4-3 15,15 4-2-15,0 0 8 0,-14 1-7 0,14-1 6 16,0 0 0-16,-14 0-7 0,14 0 8 0,-10 0-7 16,10 0 1-16,-17 1-7 0,11-1 8 0,-4 1-5 15,1 2 0-15,1-2 1 0,8-1 2 0,-19 2 2 16,9-1-2-16,3 0-2 0,-5 0 5 0,3 1-7 15,-1-1 9-15,0-1 1 0,3 1-4 16,7-1 4-16,-13 2 4 0,13-2 4 0,-11 1 2 0,11-1 6 16,-9 0-12-16,9 0 4 0,0 0 3 0,-9 1 0 15,9-1 11-15,0 0-5 0,0 0-1 0,-7 1-4 16,7-1 2-16,0 0 5 0,0 0-5 0,0 0 2 16,0 0-1-16,0 0 0 0,0 0 5 0,0 0-6 15,0 0 6-15,0 0 0 0,0 0-5 0,0 0 2 16,0 0-4-16,0 0 0 0,0 0 0 0,0 0-2 15,0 0 0-15,0 0 4 0,0 0-3 0,27-1 0 16,-16 0 0-16,2 0-1 0,0 1-7 0,0-2 4 16,7 0-8-16,-3 0 7 0,4 1-3 0,-1 1-4 15,-2-1-2-15,5 1 2 0,-3 0 0 0,-2-3 0 16,0 3-2-16,1 0 3 0,0-1-5 0,2 1 3 16,2-3-4-16,4 1 2 0,1 1-1 0,-6 1-2 15,8-4 4-15,-1 2-6 0,0 1 5 0,0 0-2 16,-2-3-2-16,5 3 4 0,-5 1-8 0,1-3 3 15,-1 3 3-15,0 0-2 0,2-1 1 0,-1-2 4 16,1 1-3-16,0 1 0 0,-6 1 1 0,4-4-2 16,1 2-2-16,3 1 0 0,-3-1 1 0,3 0-3 15,-10-2 6-15,8 3-11 0,0-2 9 0,-2 1 1 16,2 1 0-16,-9 0 1 0,9 1 1 0,-6-2 1 16,4 1-1-16,-5 2-7 0,-1-2 1 0,1-2 4 15,5 1-6-15,-4 0 4 0,6 0 1 0,1 1 3 16,-2 1 2-16,-1-2 0 0,0 2 5 0,-5 0-3 15,7-2-8-15,-1 1 4 0,-5 0 2 0,4 1-2 16,1-3-4-16,-5 1 7 0,4 0-3 0,0 2 1 16,2-3-1-16,-1 4-1 0,-8-3-1 0,10 0 3 15,-9 2 0-15,10-3-1 0,-1 3 0 0,0-1-1 16,-3-1 1-16,4 4-2 0,-5-4 2 0,1 1 1 16,-5 0-3-16,6 0 3 0,0 1-7 0,0 0 4 15,2-2 1-15,-7 2-2 0,5-4 1 0,1 2 5 16,-7 0-5-16,7 2 0 0,2 0-2 0,-1 0-1 15,0-2-1-15,0-1 3 0,-1 2 4 0,2 1 0 16,-1-1-3-16,1-1 2 0,0 1-4 0,-2-1 1 16,-1 2 1-16,3 0 0 0,1 0-2 0,-2-1 1 15,2 0 3-15,2 1-2 0,-1-1 1 0,-4 1 0 16,3-1-1-16,0 0 1 0,0 1 1 0,1-2-1 16,1 2-1-16,-1-1-2 0,-4 0-3 0,2 1 4 15,0 0 1-15,-2 1 2 0,-1-5-3 0,0 5-4 16,2-2 5-16,-4 1 0 0,1 1-1 0,1-1-3 15,-6 2 3-15,-1-4 6 0,7 2-8 0,-1-1 5 16,1 4-3-16,0-3 1 0,0-2-2 0,-1 2 2 16,1 0-2-16,-6 0-2 0,6 0 2 0,-5 0 0 15,6-1-1-15,-2 1 4 0,-7 1-1 0,10-2-2 16,-2 1 0-16,0 0-2 0,4 0 2 0,-1 0 2 16,1 0-2-16,0 3 2 0,-2-3-4 0,2 0 5 15,1-2-2-15,-1 1 1 0,0 2-5 0,1-2 5 16,-1 0-3-16,2 0 5 0,-3 0-3 0,-1 2 1 15,1-1-1-15,1-1 2 0,-1 1-4 0,4 0 4 16,-4-1 0-16,-2-2-2 0,-1 5 2 0,0-2-1 16,2 1 2-16,0 0 1 0,0-1 2 0,-3-1-2 15,1 2-3-15,0-1 7 0,0 0-7 0,1 0-2 16,-2 1 1-16,-5-1 4 0,-1 0-6 0,5 0 2 16,-4 0-1-16,6 0 2 0,-6 1-1 0,-3-1 1 15,3 0-4-15,-3 0 3 0,3-1 2 0,-2 0-4 16,-2 1-2-16,1-1 8 0,3 1-3 0,-3 0 2 15,3-1 1-15,-2-1-2 0,7 1 0 0,-6 0 2 16,-2 1-1-16,2-1-1 0,-3 1 0 0,1-1-1 16,2 2 2-16,1-2 3 0,-1 1-3 0,1-1 7 15,4 1-8-15,-5-2 0 0,9 4 0 0,-9-2 1 16,7-2-1-16,-1 1 1 0,0-1-1 0,-4 2 3 16,5 0 0-16,2-1 0 0,-2 0-3 0,0 2 3 15,-5 0-5-15,5-1 5 0,-1 0-2 0,-5 2 0 16,5-2-1-16,1 0 1 0,1 0 2 0,-2 0-1 15,1-3 3-15,-7 4 0 0,9-1-1 0,0 2 2 16,-4-2-2-16,-4-2 1 0,7 4 0 0,-1-4 3 16,3 4-4-16,-3-2 5 0,-2 0-6 0,3-2 3 15,2 2-1-15,-2 2-1 0,2-2-2 0,-1-2 5 16,-2 2-2-16,2 2 1 0,0-2-1 0,-1-2-2 16,3 2 2-16,-3-1-7 0,3 0 7 0,-1 1-1 15,1 0 0-15,-3 0 0 0,-1-2-1 0,2 2 1 16,1 0-3-16,-2 0 2 0,0 0-2 0,2 0-2 15,-2 0 2-15,-1-1 0 0,2 2-3 0,-10-1 3 16,12 0-3-16,-4 0 0 0,1 0-2 0,-1 0 1 16,-2 0-1-16,-4 0 4 0,-3 0 0 0,3 2-3 15,0-2 0-15,-3 1 2 0,8-1-3 0,-5-1 2 16,-1 2-2-16,6 0 2 0,-6-2-2 0,5 2 3 16,1-1-3-16,-5 2 2 0,7-4 6 0,-3 2-9 15,-6 0-1-15,8 0 4 0,-6 2 0 0,-1-2 7 16,0 0-11-16,2-2 3 0,-1 4-4 0,-1-4 4 15,0 4 0-15,7 1-1 0,-6-3 1 0,-1 0 5 16,2 0-7-16,-2 0 2 0,0 0 0 0,7 0-1 16,-8 1-2-16,2-1 8 0,-1 0 2 0,0 1-8 15,1-1 4-15,-2 0-5 0,2-1-4 0,5 1 5 16,-4 0-3-16,-5-1 2 0,4 1 1 0,-2 1 1 16,1-1-3-16,0 0 2 0,1-1 2 0,-3 2-2 15,3-2 0-15,-1 1 3 0,-4 0-1 0,2-2-1 16,-1 2 1-16,1 0 1 0,-5 0 1 0,-1 0 4 15,6-1-3-15,-6 1 2 0,0 0-2 0,2 0-1 16,1-2 3-16,-1 2 0 0,-2-1 1 0,5 1-1 16,-4 0 2-16,2-1 1 0,-3-1-1 0,1 2-3 15,-1 0 1-15,1 0 2 0,-4 0 1 0,1-1-2 16,0 1 1-16,-2 0 2 0,-9 0-3 0,13 0 3 16,-6 1-4-16,-7-1 0 0,11-1 0 0,-11 1 3 15,0 0-3-15,10 0 2 0,-10 0-1 0,0 0-3 16,0 0-1-16,10-2 0 0,-10 2-13 0,0 0-15 15,0 0-19-15,0 0-19 0,0 0-26 0,0 0-26 16,0 0-37-16,0 0-41 0,0 0-38 0,0 0-182 16,0 0-445-16,-38 2 196 0</inkml:trace>
  <inkml:trace contextRef="#ctx0" brushRef="#br0" timeOffset="2566.34">13358 5828 56 0,'0'0'56'15,"0"0"-6"-15,0 0 1 0,0 0-6 0,0 0-8 16,0 0-5-16,-23 9-2 0,23-9-2 0,-11 1-1 15,11-1-8-15,-9 3 4 0,9-3-1 0,-5 2 2 16,5-2 2-16,0 0-3 0,-10 3 2 0,10-3 1 16,-9 3-4-16,9-3-3 0,-10 1 0 0,10-1-1 15,-9 2 4-15,9-2 2 0,0 0-1 0,-11 0 1 16,11 0-5-16,-9 1-2 0,9-1-8 0,0 0 1 16,-11 1-5-16,11-1 8 0,-11 2 1 0,11-2-10 15,-10 1 10-15,10-1-7 0,-8 0 2 0,8 0 1 16,-11 0-9-16,11 0 2 0,-10 2 0 0,10-2-3 15,-11 1 8-15,11-1-2 0,-11 1 5 0,11-1-2 16,-11 2-15-16,4-1 23 0,7-1-6 0,-15 0-4 16,15 0-3-16,-14-1 2 0,5 1-3 0,9 0 17 15,-14 1-2-15,5-1-8 0,9 0 14 0,-13 2 0 16,13-2-5-16,-18 0 2 0,11 0-5 0,-1 0 0 16,8 0-1-16,-17-2-3 0,9 2 2 0,8 0 3 15,-16 0-4-15,7 0-1 0,9 0 7 0,-14-1-7 16,14 1 7-16,-13 0 2 0,13 0-5 0,-11 0-2 15,11 0-1-15,-18-2 1 0,13 4-7 0,5-2 4 16,-16 1-5-16,8-1 4 0,8 0-1 0,-16-1 15 16,7-1-6-16,9 2-8 0,-11-1-4 0,11 1 9 15,-17 0-9-15,11 0 9 0,6 0-5 0,-15 0-6 16,8-1-1-16,7 1 2 0,-14 1 8 0,14-1-1 16,-13-1 4-16,13 1 10 0,-10-2-2 0,2 5 6 15,8-3-5-15,-9 0-2 0,9 0 1 0,0 0-3 16,-14-1-1-16,14 1-1 0,-7-2 0 0,7 2 2 15,0 0-5-15,-8 2 2 0,8-2-2 0,0 0 4 16,0 0-3-16,0 0 2 0,-14-2 4 0,14 2-7 16,0 0-2-16,0 0 7 0,-7 0-4 0,7 0 3 15,0 0-6-15,0 0 2 0,0 0 0 0,0 0-1 16,0 0 0-16,-10-1 0 0,10 1-5 0,0 0-1 16,0 0 4-16,-7-3-4 0,7 3 0 0,0 0 2 15,0 0 0-15,0 0-2 0,0 0 7 0,-10-2-5 16,10 2 0-16,0 0-3 0,0 0-1 0,-8-2 4 15,8 2-4-15,0 0 4 0,0 0-4 0,0 0-1 16,-7-6 2-16,7 6 3 0,0 0-5 0,0 0 0 16,-10-1-2-16,10 1 3 0,0 0-3 0,0 0 3 15,0 0-1-15,0 0 0 0,0 0-3 0,-9-2 2 16,9 2 2-16,0 0-2 0,0 0-3 0,0 0 1 16,0 0-2-16,0 0 2 0,0 0 2 0,0 0-3 15,0 0 1-15,0 0 0 0,0 0-2 0,0 0 0 16,0 0-3-16,0 0-1 0,0 0 0 0,0 0 2 15,0 0 1-15,0 0-1 0,0 0 1 0,0 0 0 16,0 0-2-16,0 0-4 0,0 0 6 0,0 0-5 16,0 0 1-16,0 0 2 0,0 0-2 0,0 0 0 15,0 0 2-15,-4 9-2 0,4-9 1 0,0 0 2 16,0 0 1-16,2 11-1 0,-2-11-3 0,0 0 0 16,1 10 4-16,-1-10 0 0,1 7-2 0,-1-7 2 15,3 9-2-15,-3-9 1 0,0 9 1 0,0-9-5 16,0 9 6-16,2-3-3 0,-2-6 4 0,2 11-1 15,0-5 2-15,-2-6-5 0,0 11 1 0,3-4 0 16,-3-1 2-16,0-6 0 0,3 16-3 0,-3-10 5 16,2 2 0-16,2 0 0 0,-2 2-5 0,-2-1 4 15,0-2 1-15,3 3-6 0,-2 2 4 0,0 0-4 16,1 0 5-16,0-3-3 0,-4 3 0 0,4-1 5 16,-2 0 0-16,0-1-2 0,0 0 0 0,2 1-2 15,-4 1-2-15,2-2 0 0,2 3 6 0,-2-2-6 16,-2 0 3-16,4-1 0 0,-2 1 2 0,0-1-1 15,0 1-2-15,-2 0-3 0,6 1 6 0,-4-2-5 16,0 1 1-16,2 0 3 0,-2 0 2 0,1 0-4 16,-1-1 2-16,0 1 1 0,1 0 0 0,-1 1-2 15,2-1 2-15,-2 1-2 0,2-1-3 0,-2 0 4 16,2 1 1-16,-2-1 0 0,0 1-4 0,0 0 2 16,0 0 5-16,0 0-5 0,0-1 3 0,0 0-3 15,0 1 0-15,0-2 1 0,0 0-1 0,2 0-1 16,-2 0 0-16,-2-1 3 0,2 1 0 0,0 0 1 15,0 0-5-15,0 1 4 0,0-3-1 0,0 2-1 16,0 0-1-16,0 1 1 0,0 0-1 0,2-4 2 16,-2 2-2-16,0 0 2 0,2 1-1 0,-2-1 0 15,1 1 0-15,-1 0 3 0,2-1-5 0,0 1-1 16,0-3 8-16,0 3-2 0,-2-1-4 0,2 1-2 16,-2 0 2-16,0-2 4 0,2 2-5 0,-2 2 1 15,3-2 2-15,-1-1-3 0,0 3 3 0,-2-2 5 16,3 1-5-16,-3 0 0 0,4 1-1 0,-4-2 0 15,0 1 0-15,2 1-1 0,1 0 2 0,-3-1-4 16,2-3 2-16,0 3-3 0,-2-2 6 0,2 2 1 16,0-2-5-16,0 1 3 0,-2 0 1 0,3 0-4 15,-3 1 2-15,0-1 2 0,0-10 0 0,0 13 0 16,0-5 3-16,0 0-4 0,2-1 0 0,-2 2-7 16,0-1 5-16,2 1 6 0,-2-9-4 0,0 16 4 15,0-9-3-15,2 1-2 0,-4 1 8 0,2-9-7 16,0 15 1-16,0-7-1 0,-2 0 0 0,4-1 4 15,-2 2-5-15,0-2 1 0,0 3 2 0,0-4-1 16,0-6-1-16,-2 17-2 0,4-8 3 0,-4-2 2 16,2-7-3-16,0 15 2 0,0-8 1 0,0 3 0 15,0-10 0-15,0 15 2 0,0-8-5 0,0-7-3 16,0 13 3-16,0-6-1 0,0-7 1 0,-2 14 0 0,4-4-2 16,-2-2 3-16,0-1 0 0,0-7-3 15,-2 15 3-15,2-9-2 0,2 1-1 0,-2-7 2 16,-2 12 0-16,2-4-1 0,0-8 2 0,0 13-3 15,0-6 2-15,0-7 0 0,0 13 1 0,0-5-4 16,0-8 1-16,-3 13 2 0,3-7 1 0,0-6-2 0,-1 10 0 16,0-2 0-16,1-8 2 0,0 12-1 15,-2-6 0-15,2-6 1 0,-2 11 2 0,2-11-1 16,0 12-2-16,-2-7 0 0,0 2 1 0,2-7-6 16,-5 11-12-16,-2-3-19 0,7-8-19 0,-11 14-29 15,3-6-33-15,1-1-31 0,-1 4-37 0,-1-2-152 0,1 1-362 16,-2-3 161-16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2-01T03:54:09.3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12772 7306 17 0,'0'0'44'0,"0"0"-1"0,0 0-4 0,0 0 3 15,-2-7-2-15,2 7 5 0,0 0-11 0,0 0 4 16,0 0-4-16,0 0-2 0,0-10-1 0,0 10-2 0,0 0-5 15,0 0 1-15,0 0-10 0,-6-8 2 16,6 8 1-16,0 0 6 0,0 0-4 0,-4-5 1 16,4 5 4-16,0 0 3 0,0 0-1 0,0 0 0 15,0-9-4-15,0 9 4 0,0 0-3 0,0 0 6 0,0 0 5 16,0 0-10-16,0 0-2 0,-2-12 2 0,2 12 2 16,0 0-6-16,0 0-4 0,2-8 10 15,-2 8-9-15,0 0 7 0,0 0 0 0,0 0 6 16,-2-8-5-16,2 8 4 0,0 0-2 0,0 0 0 15,2-10 3-15,-2 10 2 0,0 0-2 0,0 0 13 0,0 0-18 16,-2-10 2-16,2 10-6 0,0 0 2 0,0 0-3 16,0-9-6-16,0 9-1 0,0 0 0 0,4-7 0 15,-4 7-3-15,6-7-1 0,-6 7 2 16,4-6 0-16,-4 6-2 0,4-6-2 0,-4 6-1 0,0 0-3 16,5-7 5-16,-5 7 3 0,4-6 0 0,-4 6-5 15,0 0 0-15,2-7 1 0,-2 7-1 16,0 0 3-16,0 0 3 0,4-5-3 0,-4 5-1 15,0 0 1-15,0 0-1 0,0 0-4 0,0 0 5 0,0 0-5 16,0 0 0-16,0 0 1 0,0 0-2 0,0 0-1 16,0 0-3-16,0 0 0 0,0 0-2 0,0 0 2 15,0 0 0-15,0 0 1 0,0 0-4 0,0 0 4 16,0 0 0-16,0 0-5 0,0 0 6 0,8 15-6 16,-8-15 4-16,2 9-2 0,-2-3 0 0,0-6 1 15,0 14 4-15,0-9-1 0,0-5-2 0,0 17 1 16,0-7 4-16,0 0 0 0,0-1-1 0,2 2-1 15,-2-2 5-15,0-1-2 0,0 3-2 16,0-2-3-16,2 0 3 0,-2 0 3 0,0 0 2 0,0 1 0 16,1-1-1-16,-1-3-2 0,2 3 3 0,-2 1-1 15,2-1 2-15,-2-1-8 0,0-1 5 0,2 2-3 16,-2-9 5-16,2 16-5 0,-2-9 4 0,2 1 0 16,0-1-4-16,-2-7 3 0,0 17-1 0,3-11 0 15,-1 1 0-15,0 2-4 0,1-2 7 0,-3 0-4 16,2 1 2-16,-1 0-1 0,0-2 2 0,-1 2-3 15,0-8 0-15,3 15-2 0,-3-8 3 0,2 1-2 16,-2-1 0-16,0 3 3 0,0-2-3 0,0 1-3 16,2 3 6-16,0-3-1 0,-2 1 0 0,0-1-2 15,0-2 2-15,0 2 2 0,2 1-3 0,-2-2 4 16,2 2-4-16,-1-2 9 0,-1 1-2 0,0 0 1 16,0 0-1-16,0-1 2 0,0 1-1 0,2-4 7 0,-2-5-8 15,0 15 0-15,0-9-1 0,2 0-1 16,-2-6-3-16,0 12 1 0,0-5 1 0,0-7 0 15,0 12 0-15,0-3 3 0,0-9 1 0,0 12 8 16,0-5-4-16,0-1-2 0,0-6 0 0,-2 13 4 16,0-7-1-16,2-6-3 0,0 14 0 0,0-4 3 0,-1-3 0 15,1-7-4-15,0 13 2 0,0-5-3 16,-2-1 1-16,2-7-1 0,-2 13-3 0,2-6 0 16,0-7-2-16,-2 14 5 0,2-7 0 0,0-7 7 15,-2 14-1-15,2-6 0 0,0-8-3 0,0 14-2 16,0-7 0-16,0-7 0 0,0 13-3 0,0-8-1 0,0-5-1 15,0 11 0-15,0-11-2 0,0 9 0 16,0-9 0-16,0 11 0 0,0-11-2 0,-2 9-1 16,2-9 1-16,2 10 0 0,-2-4 0 0,0-6-4 15,-2 8 2-15,2-8 2 0,0 12-2 0,0-12 0 0,0 10 0 16,0-10 2-16,2 13-1 0,-4-7 5 0,-1 0 4 16,3-6 0-16,1 14-4 0,1-5 2 15,0-2-1-15,-2 0 5 0,0 0-2 0,0-7-3 16,0 15-3-16,0-7 0 0,0 0 3 0,0-1-3 0,0 3 1 15,2-2-2-15,-2-1 4 0,0-7-4 0,2 14-1 16,-2-8 1-16,0 2 2 0,0-8-1 0,0 13-3 16,0-6 2-16,0-7-2 0,0 13 5 15,0-6 2-15,2-1 3 0,-2-6-2 0,-2 13 0 16,2-13-3-16,0 13-2 0,0-8 2 0,0-5-1 0,0 11-6 16,0-11 3-16,0 11 0 0,0-11 5 0,2 7-4 15,-2-7-3-15,0 9 5 0,0-9-5 16,0 8 1-16,0-8-2 0,0 9 1 0,0-9-1 15,0 8 0-15,0-8 2 0,0 10-4 0,0-3 3 16,0-7 0-16,0 11 0 0,0-4-3 0,0-7 3 0,0 13 2 16,0-5 3-16,0-8-4 0,0 15 1 0,0-7 1 15,2-3-2-15,-2-5 1 0,-2 14 0 0,4-7 2 16,-2 1 5-16,0-8-3 0,0 14 4 16,0-7-5-16,0-7 2 0,-2 13 1 0,2-7-4 0,0 4 2 15,2-3-4-15,-2-7 2 0,1 13-1 0,-2-5-1 16,1-8 4-16,0 11-6 0,0-11 2 0,1 14 1 15,-1-9-1-15,0-5-1 0,2 14 2 0,-2-10 2 16,0-4 0-16,0 13-2 0,2-6 2 0,-2-7-2 16,0 12 0-16,0-5-1 0,0-7 4 0,0 13-4 15,0-7 2-15,0-6-1 0,0 13 4 0,0-6 2 16,0-7 6-16,0 15-4 0,0-6 6 0,0-2-6 16,0 0 6-16,2 0-7 0,-2-7 2 0,-2 16-2 15,2-10 0-15,0-6-4 0,2 12 2 0,0-5-4 16,-2-7 4-16,0 10-3 0,0-3 0 0,0-7-5 15,2 10 4-15,-2-10 2 0,-2 9-1 0,2-9-2 16,0 13-2-16,0-13 2 0,2 11-2 0,-2-6-1 16,0-5 0-16,0 10 2 0,0-10-1 0,3 9 1 15,-3-9 2-15,0 9-4 0,0-9-2 0,-3 10 4 16,3-10 4-16,0 10-5 0,3-3 0 0,-3-7 0 16,-3 12 9-16,6-6-7 0,-3-6-3 0,-3 10 3 15,3-10-1-15,3 10-1 0,-3-10 7 0,1 10-9 16,-1-10 1-16,0 10-1 0,0-10 1 0,2 9 0 15,-2-9-2-15,0 10 5 0,0-10-2 0,2 11 1 16,-2-6-2-16,0-5 5 0,0 10-1 0,2-4 2 16,-2-6 0-16,0 11-2 0,0-11 13 0,0 9-12 15,0-9 5-15,0 0-3 0,0 9-3 0,0-9 3 16,0 8-2-16,0-8 3 0,0 8-6 0,0-8 2 16,0 0-2-16,2 7 0 0,-2-7 2 0,0 0 1 15,2 10 3-15,-2-10 1 0,0 0-12 0,0 0 5 16,0 9-2-16,0-9 1 0,0 0-2 0,0 0 1 15,0 7 4-15,0-7-7 0,0 0-1 0,0 0 3 16,0 0 5-16,0 0 0 0,0 0-7 0,0 0 2 16,3 7-1-16,-3-7 4 0,0 0-2 0,0 0-2 15,0 0 7-15,0 0-3 0,0 0-5 0,0 0-14 16,0 0-17-16,0 0-17 0,0 0-15 0,0 0-40 16,0 0-41-16,0 0-43 0,0 0-49 0,-21-4-48 0,21 4-220 15,-17-4-544-15,7 0 242 0</inkml:trace>
  <inkml:trace contextRef="#ctx0" brushRef="#br0" timeOffset="1515.31">12841 8925 20 0,'0'0'72'15,"0"0"3"-15,0-10-4 0,0 10-8 0,0 0 7 16,0 0-6-16,0-9-4 0,0 9-5 0,0 0 0 16,0 0 2-16,0 0-6 0,0-7 1 0,0 7-1 15,0 0-3-15,0 0-5 0,2-8 4 0,-2 8-1 16,0 0-5-16,0 0-7 0,0 0-6 0,0 0 2 16,0 0 1-16,0 0-9 0,0 0-17 0,0-8-11 15,0 8-16-15,0 0-7 0,0 0-6 0,0 0-6 16,0 0-3-16,0 0 2 0,0 0-1 0,0 0-1 15,0 0 2-15,0 0 5 0,0 0-1 0,0 0 8 16,0 0-2-16,0 0 7 0,0 0 5 0,0 0 2 16,0 0-2-16,0 0 2 0,0 0 8 0,0 0 5 0,0 0 6 15,0 0 10-15,0 0-1 0,0 0 11 16,0 0-3-16,0 0 1 0,0 0-1 0,0 0 4 16,0 0-3-16,0 0 0 0,0 0 1 0,0 0 11 15,0 0-15-15,0 0 2 0,0 0 2 0,0 0-1 16,0 0 3-16,0 0 12 0,0 0-1 0,0 0 0 0,0 0-1 15,0 0 0-15,0 0 4 0,0 0-4 0,0 0 7 16,0 0-7-16,0 0 7 0,0 0 3 16,0 0-9-16,0 0 1 0,0 0-5 0,0 0-3 15,0 0 4-15,0 0-7 0,0 0-1 0,0 0-7 0,0 0 5 16,0 0-9-16,0 0-4 0,0 0 9 0,0 0-5 16,0 0-4-16,11 17 5 0,-11-17-12 0,0 0 8 15,5 6-1-15,-5-6-5 0,3 7 3 16,-3-7 1-16,2 6 1 0,-2-6-3 0,2 12 0 0,0-6 2 15,0-1 6-15,-2 3 0 0,3 0-5 0,-1-3 4 16,-2 5-5-16,2-3 9 0,0 0 5 16,0-1 5-16,0 2-16 0,-1 1 10 0,1-1 4 0,0 2 2 15,1-3-2-15,-1 3 7 0,0-3-7 0,0 0-1 16,-2 2-3-16,1-3 3 0,1 4-3 0,0-1 3 16,-2 1 6-16,0-3-3 0,4 0-2 0,-4 0 0 15,2 0-3-15,-1 1-2 0,-1-1-1 0,2 2-1 16,0 0 6-16,0-2-2 0,0 3 2 0,1-4 2 15,-1 4-7-15,-1-1 3 0,1-2 0 0,0-1-5 16,-2-6-2-16,2 14 1 0,-2-8-2 0,0 1-2 16,2 2 2-16,0 0 1 0,-2-2 1 0,2 3-1 15,-2-10 1-15,0 13 1 0,3-2-2 0,-3-3-2 16,0 0 7-16,2 2-6 0,-2-2 0 0,2-1 0 16,-2-7-1-16,0 14 0 0,0-6 0 0,0 1-3 15,2-2 2-15,-2 0 2 0,0-7 2 0,0 16 15 16,2-11-1-16,-2 3-2 0,2-2 8 0,-2 1-9 15,4 1-1-15,-4-8-1 0,0 12-2 0,2-7 2 16,-2-5 1-16,2 11-4 0,0-5-2 0,-2-6 0 16,0 12 2-16,0-6-5 0,0-6 1 0,2 11-2 15,-2-11 1-15,0 11-3 0,0-11-1 0,0 10 3 16,0-10-3-16,1 8 3 0,-1-8-5 0,0 9 0 16,0-9-3-16,1 8-3 0,-1-8 1 0,0 0-3 15,0 9 3-15,0-9 0 0,0 0-1 0,3 10 0 16,-3-10 2-16,0 0-2 0,0 6 2 0,0-6-1 15,0 0 4-15,0 0-5 0,2 8 2 0,-2-8 3 16,0 0-2-16,0 0-3 0,0 0 0 0,0 0 1 16,0 0 3-16,-2 10-2 0,2-10-1 0,0 0 1 15,0 0-2-15,0 0 6 0,0 0-3 0,0 0-1 16,0 0 0-16,0 0-2 0,0 0 1 0,0 0 1 0,0 0-2 16,0 0-15-16,0 0-22 0,0 0-33 15,-5 4-44-15,5-4-43 0,0 0-45 0,-16 0-49 16,5-1-153-16,1-1-432 0,10 2 192 0</inkml:trace>
  <inkml:trace contextRef="#ctx0" brushRef="#br0" timeOffset="2499.42">12891 9067 59 0,'-5'-6'64'0,"5"6"6"0,0 0-1 0,-5-4-8 15,5 4-4-15,0 0-2 0,0 0 2 0,-2-7 4 0,2 7-19 16,0 0-9-16,0 0 9 0,0-10-8 0,0 10 13 16,0 0-10-16,0 0 5 0,0 0-8 15,0-12 1-15,0 12 11 0,0 0-7 0,2-7 3 16,-2 7 3-16,0 0 1 0,0 0-1 0,2-7-5 0,-2 7 11 15,0 0-6-15,0 0-6 0,0 0-2 0,1-8 2 16,-1 8-3-16,0 0-3 0,0 0 2 16,0 0 0-16,0 0-5 0,0 0 0 0,0 0-7 15,0 0-9-15,0 0 5 0,0 0 0 0,-1-9-7 0,1 9 0 16,0 0-5-16,0 0 6 0,0 0-4 0,0 0-4 16,0 0 4-16,0 0-5 0,0 0-1 0,12 20 5 15,-10-15 3-15,-1 1-5 0,1 2-1 16,-2-8 4-16,2 14-1 0,0-6 1 0,0 3 2 0,0-1 3 15,-2 1 2-15,1 5 1 0,0 2-3 0,2-3 2 16,-1-3 0-16,-2 5 10 0,2-4 2 0,1 3-4 16,0-3 3-16,-3 4 5 0,2-5-1 0,-2 0-3 15,2 1 1-15,0 0-3 0,-2-3-3 0,0 2-1 16,0-1-1-16,0 1-1 0,0-2 3 0,2 0 0 16,0 2 1-16,-2-2 0 0,0 0-4 0,0-1 2 15,0 1 3-15,2 0 9 0,-4-1-1 0,4 1-2 16,-2-3 1-16,0 3-3 0,0 0 0 0,3-1 3 15,-3 1-1-15,2 0 0 0,-2-1 0 0,2 0-1 16,-2-2-6-16,0-7-1 0,0 16-2 0,2-8-4 16,-2-2-2-16,2 3 5 0,-2-9-1 0,2 13-1 15,-2-7 5-15,0-6-1 0,0 13 1 0,4-7-2 16,-4-6-2-16,0 10-3 0,0-10 2 0,0 10 2 16,0-10-9-16,0 10 2 0,0-10-3 0,2 8 0 15,0-3 1-15,-2-5 2 0,0 0-2 0,2 10-4 16,-2-10 4-16,0 0-6 0,0 8 2 0,0-8 2 15,0 0 0-15,0 0-1 0,-2 10-6 0,2-10 6 16,0 0-2-16,0 0 2 0,2 7-5 0,-2-7 0 16,0 0 3-16,0 0-3 0,0 0 5 0,0 7-3 15,0-7 0-15,0 0-4 0,0 0 2 0,0 0 0 16,0 0 1-16,0 0-9 0,0 0-14 0,0 0-23 16,0 0-23-16,0 0-33 0,0 0-35 0,0 0-44 15,0 0-41-15,0 0-204 0,0 0-456 0,0 0 202 16</inkml:trace>
  <inkml:trace contextRef="#ctx0" brushRef="#br0" timeOffset="3628.19">12910 9393 16 0,'0'0'53'0,"1"-7"4"0,-1 7-8 16,0 0-5-16,2-8-1 0,-2 8-2 0,0 0 6 15,0 0-7-15,0-10-3 0,0 10 2 0,0 0 3 16,2-8 7-16,-2 8 3 0,0 0-14 0,0 0 4 0,2-9 1 15,-2 9-15-15,3-6 5 0,-3 6-10 16,2-6 0-16,-2 6-1 0,0 0-1 0,0 0-4 16,1-10 8-16,-1 10-4 0,0 0 7 0,0 0-10 15,2-7-4-15,-2 7-3 0,0 0 3 0,0 0-3 0,0 0 1 16,0-7 7-16,0 7 0 0,0 0-10 0,0 0 6 16,0 0-3-16,0 0 7 0,0 0-2 15,0 0 5-15,0 0-10 0,0 0 1 0,0 0-4 16,0 0-9-16,0 0 8 0,0 0-5 0,0 0 8 0,0 0-14 15,0 0 18-15,0 0-10 0,0 0 1 0,0 0 4 16,0 0-7-16,4 25 9 0,-4-18-3 0,2 3 7 16,0 1 1-16,-2-2 3 0,2 4 5 15,-2 0-4-15,3-2 6 0,-3 6 16 0,2 0-3 16,0-1-4-16,0-1-2 0,2 2 0 0,-4-2-4 0,4 2 8 16,-2-1 6-16,0 1 0 0,-2-4-7 0,2 3 0 15,0-5-6-15,-1 2-2 0,0-1 12 16,2-1 3-16,-1 2-1 0,0-4-2 0,0 3-5 15,-2-4-6-15,0 3 4 0,3-2-2 0,-1 1 2 0,-2-4 2 16,2 2 0-16,-2-8-4 0,2 12-4 0,1-8-1 16,-3-4-4-16,2 10 0 0,-2-10 1 0,2 7-6 15,-2-7-1-15,0 8-3 0,0-8 2 0,3 5-3 16,-3-5-2-16,0 0 0 0,0 0 0 0,0 9-1 16,0-9 1-16,0 0 13 0,0 0 1 0,0 0 1 15,0 0-7-15,0 0 0 0,0 0-1 0,4 5 1 16,-4-5 1-16,0 0 3 0,0 0-5 0,0 0 2 15,0 0 2-15,0 0-2 0,0 0-2 0,0 0-3 16,0 0 1-16,0 0-4 0,0 0-1 0,0 0 0 16,0 0-1-16,0 0 0 0,0 0-2 0,0 0 0 15,0 0-3-15,0 0-4 0,0 0-15 0,0 0-14 16,0 0-12-16,0 0-19 0,0 0-17 0,0 0-23 16,0 0-23-16,0 0-7 0,0 0-18 0,0 0-9 15,0 0-15-15,0 0-7 0,0 0-118 0,0 0-321 16,0 0 141-16</inkml:trace>
  <inkml:trace contextRef="#ctx0" brushRef="#br0" timeOffset="4867.18">12988 9720 24 0,'0'0'61'15,"0"0"8"-15,0 0-10 0,2-8 2 0,-2 8 5 16,0 0-5-16,0 0 2 0,0 0-2 0,0 0-5 16,0 0-2-16,0 0 0 0,0 0-1 0,0 0 0 15,0 0-4-15,0 0 4 0,0 0-15 0,0 0 2 16,0 0-6-16,0 0 1 0,0 0 4 0,0 0-7 15,0 0-1-15,0 0 2 0,0 0-4 0,0 0-2 16,0 0 1-16,0 0-5 0,0 0-2 0,0 0 0 16,0 0 2-16,0 0-2 0,0 0-7 0,0 0 8 15,0 0-6-15,0 0 12 0,0 0-13 0,0 0 4 16,0 0 1-16,0 0 2 0,0 0-7 0,0 0 3 16,0 0 4-16,0 0 0 0,0 0-3 0,0 0 8 15,0 0-2-15,0 0 0 0,0 0 2 0,0 0 2 16,0 0-3-16,6 17 1 0,-6-17-5 0,0 0 2 15,2 7-3-15,-2-7 0 0,0 0 6 0,3 10 9 16,-3-10-6-16,2 7-3 0,-2-7-1 0,4 5-1 16,-4-5-1-16,0 7-3 0,0-7-2 0,2 7-2 15,-2-7-1-15,5 5 0 0,-5-5 5 0,3 7-5 16,-3-7 8-16,4 6-5 0,-4-6-2 0,4 4 1 16,-4-4 1-16,2 6 4 0,-2-6 3 0,5 6-3 15,-5-6 2-15,2 5-6 0,-2-5 3 0,4 8-4 16,-4-8 1-16,1 6-4 0,-1-6 1 0,5 6-2 15,-5-6-1-15,4 5-3 0,-4-5 3 0,0 0-2 16,2 6-2-16,-2-6 1 0,0 0-4 0,3 7 1 16,-3-7-1-16,0 0 2 0,0 0-1 0,2 6-1 15,-2-6 0-15,0 0 0 0,0 0 0 0,0 0 0 16,0 0-3-16,0 0 7 0,0 0 0 0,0 0-2 16,0 0 3-16,4 3 1 0,-4-3 4 0,0 0-3 0,0 0 4 15,0 0-2-15,0 0 0 0,0 0 5 16,0 0 0-16,0 0 1 0,0 0 2 0,0 0 0 15,0 0 2-15,0 0-6 0,0 0 5 0,0 0-3 16,0 0 2-16,0 0-2 0,0 0 0 0,0 0-1 0,0 0-4 16,0 0-3-16,0 0 2 0,0 0-1 0,0 0-3 15,0 0-1-15,16-4 3 0,-16 4-7 16,11-4 3-16,-4 1-3 0,3 1 0 0,0-1 1 16,-1 1 2-16,-1 1-6 0,2-1 5 0,3 0-4 0,-2-1 1 15,3 2 1-15,4-3-5 0,-4 2 0 0,1 0 3 16,1 1-2-16,-1-1 1 0,4 0-1 15,-6 1-2-15,5-3-2 0,1 2 1 0,2 1 2 16,0-1 0-16,-1 1-1 0,0-2 3 0,0 2 0 16,3 1-3-16,-5 0-2 0,4-2 3 0,5 1 1 0,-8 1-2 15,9-1 3-15,-7-1-4 0,8 1 4 0,-2-1 0 16,2 2 0-16,-2 0 0 0,2-3-1 0,1 3 1 16,-3-2 1-16,1 0 7 0,1 2-7 15,3-2 1-15,-1 2 1 0,-2-2 3 0,3 2 0 0,-1-1-3 16,1 1 3-16,-5-1-1 0,2-1 2 0,4 2 0 15,-3-1 1-15,-3 0 2 0,4-2 0 0,-10 2-4 16,3 1 4-16,4-2-4 0,3 0 3 0,-2 1-2 16,-3 0 1-16,2 1 1 0,3-2 0 15,-6 2-3-15,4 0 4 0,0 2-2 0,0-4 4 0,-1 2-6 16,4 0 3-16,-3-1 2 0,0-1-5 0,2 1 7 16,-1 1-4-16,-1 0-3 0,2-1 5 0,-2 1 0 15,1 1-2-15,-3 0 3 0,1-2-3 16,-1 1-1-16,5 0-1 0,-10 1 6 0,8-1-4 0,-2 0-4 15,-1 0 4-15,1 0-3 0,3 0 0 0,-2 0 3 16,0 0-5-16,1-1 5 0,-6 1 0 0,7-1 1 16,-3 2-1-16,-5-2-2 0,4-1 2 0,-6 0 0 15,0 2-2-15,8-2 4 0,-7 2 1 0,5-1-2 16,2-2 1-16,-8 3-5 0,7-1 4 0,0 0-1 16,0-1 6-16,-6 2-1 0,1 0-4 0,4-3-11 15,-8 5-2-15,2-1 7 0,-1-2-4 0,1-1 0 16,0 2 3-16,-4 2-3 0,2-2 7 0,1 0-9 15,-3 0 5-15,2 0 8 0,-1 0-12 0,0-2 1 16,-2 1 2-16,-2 1-7 0,0-1 2 0,0 1-2 16,-1-2 1-16,0 2 0 0,-5 2-5 0,-1-2-12 15,5 0-16-15,-12 0-12 0,10-2-19 0,-10 2-18 16,9 2-21-16,-9-2-29 0,0 0-31 0,0 0-23 16,0 0-21-16,0 0-18 0,10 4-36 0,-10-4-163 15,0 0-461-15,0 0 205 0</inkml:trace>
  <inkml:trace contextRef="#ctx0" brushRef="#br0" timeOffset="6226.94">15868 9777 4 0,'0'0'44'0,"0"0"1"16,0 0-7-16,0 0 2 0,0 0 0 0,0 0-1 16,0 0 3-16,0 0 0 0,0 0 1 15,0 0 5-15,-14 4 1 0,14-4 5 0,0 0-1 16,0 0 7-16,0 0-4 0,0 0 4 0,-11 0 4 0,11 0-4 15,0 0-4-15,0 0 3 0,-8 2-5 0,8-2-4 16,0 0-2-16,0 0 0 0,-12-1 3 0,12 1 0 16,0 0 3-16,0 0 1 0,-11 0 2 15,11 0-1-15,0 0 0 0,0 0-1 0,0 0-2 0,0 0 3 16,-8-4-3-16,8 4-9 0,0 0-3 0,0 0-4 16,0 0 4-16,0 0-10 0,0 0-3 0,0 0-4 15,0 0-2-15,0 0-4 0,0 0 1 0,0 0 1 16,0 0-4-16,0 0 1 0,0 0 3 0,32 0 0 15,-19-1 4-15,4-1 2 0,-3 2-2 0,5-2-3 16,1 2 0-16,2-2 1 0,0-1-3 0,6 4 1 16,0-3 0-16,0 0-2 0,0-2 2 0,2 3-5 15,-9 2-1-15,10-4 0 0,-2 3 4 0,3-3-2 16,-1 1-2-16,1 0 0 0,2 1 1 0,-2-1 9 16,4 0-6-16,1 1-1 0,-2-2 0 0,1 2 1 15,2-1-1-15,-2 0 3 0,-3 1-2 0,0 1-6 16,0 0 4-16,1-1-4 0,-2 1-1 0,0 0-1 15,1-2 3-15,-1 0 2 0,-4 2-5 0,3 0 3 16,-3 1-1-16,1-1 4 0,-1 0-3 0,-1 0 3 16,-7 0-6-16,2 0 3 0,6 0 3 0,-1 1 1 15,-5-1 2-15,7 0-1 0,-1 0-1 0,2 0 2 16,-1 0-2-16,-2-1-3 0,2 0 1 0,0 1-1 16,-8-2 3-16,0 2-1 0,0 0-2 0,6-3-3 15,-8 3 3-15,3 0-1 0,-1 0 2 0,0 0-1 16,0-2-1-16,-2 2 0 0,3 0 4 0,1 0-1 0,-3 0-1 15,2 0-1-15,1-1-2 0,0 1 3 16,-3-3-2-16,2 3-3 0,-2-1 2 0,0 2-1 16,0-2 0-16,0 2-5 0,-2-2 2 0,1 0-1 15,1 1 3-15,-2-1-2 0,-2 1 1 0,2-2 0 16,2 4-1-16,-7-2-3 0,5 0 1 0,-5-2 3 0,1 2 0 16,-1 0-4-16,-3 0 0 0,3 0 1 15,-3-1 4-15,2 2 1 0,0-2-4 0,1 2 1 16,0-2 1-16,0 0-4 0,-1 1-2 0,0 0 6 15,-2 0-4-15,2-1 1 0,-2 2 2 0,-1-2-3 0,2 1 2 16,-11 0-2-16,14 0 4 0,-5 1-5 0,-1-1 4 16,-8 0-3-16,17 0 0 0,-10 0 3 0,3 0 2 15,-2 0 0-15,0 1 0 0,-8-1-1 16,15-1-1-16,-15 1-2 0,12 1 1 0,-6-1 0 0,-6 0 0 16,14 0-1-16,-14 0 2 0,10 0-1 0,-10 0-2 15,9 1 0-15,-9-1 2 0,9 0 3 0,-9 0-7 16,0 0 2-16,8 2-2 0,-8-2 1 15,0 0 1-15,0 0-2 0,0 0 3 0,0 0-7 16,0 0 1-16,9 0-6 0,-9 0 4 0,0 0 1 0,0 0-4 16,0 0-15-16,6 2-8 0,-6-2-19 0,0 0-11 15,0 0-17-15,0 0-24 0,0 0-21 0,0 0-19 16,0 0-30-16,0 0-35 0,0 0-33 16,0 0-184-16,0 0-457 0,0 0 202 0</inkml:trace>
  <inkml:trace contextRef="#ctx0" brushRef="#br0" timeOffset="7381.34">18199 9733 79 0,'0'0'87'16,"0"0"8"-16,0 0-13 0,0 0-6 0,0 0-8 16,0 0 0-16,-11-4-5 0,11 4 6 0,0 0-8 15,0 0-12-15,0 0 3 0,0 0-1 0,0 0-5 16,0 0-5-16,-10-1-4 0,10 1-3 0,0 0-6 16,0 0 3-16,0 0 3 0,0 0-3 0,0 0 4 15,-9-2 2-15,9 2 0 0,0 0 1 0,0 0 2 16,0 0-3-16,0 0 7 0,0 0-1 0,-9 0-3 15,9 0 11-15,0 0-15 0,0 0 2 0,0 0 0 16,0 0-4-16,0 0 1 0,0 0-5 0,0 0 1 16,0 0 0-16,0 0-4 0,0 0-3 0,0 0 2 15,0 0-5-15,0 0 0 0,0 0-3 0,0 0 1 16,0 0-5-16,0 0 6 0,0 0 3 0,0 0 7 16,0 0-2-16,0 0 3 0,0 0-5 0,29 0 2 15,-17 0 3-15,-1 0-2 0,2 0 2 0,4-2 0 16,2 2-4-16,-7 0 3 0,8-1-4 0,1 0-2 15,-1 1 0-15,1 0-2 0,7-3 6 0,0 3-2 16,2 0-6-16,-1 0-1 0,2 0-2 0,1 0-2 16,-2 1 0-16,4-2 0 0,-1 1-3 0,0 0 4 15,-1 1-1-15,0 1 3 0,1 0-2 0,-1 0-1 16,3 0 0-16,-3-1 4 0,0 2-7 0,-2-2 0 0,1 3-2 16,0-2 1-16,-10-2 1 0,9 3 0 15,-2-2-1-15,0 2 0 0,0-1 9 0,1-1-6 16,2 0 0-16,1 2-1 0,0-1-3 0,3 1 1 15,-5-5 0-15,1 4 0 0,-3-2-2 0,1 0 1 0,1 0-3 16,-8 2 1-16,-2-2-2 0,0 0 1 16,0 0 0-16,0-2 0 0,-1 2 0 0,-1 0 1 15,1 0 0-15,-1-2 3 0,1 2-3 0,0-1 2 16,-6 0 2-16,3 1-5 0,2-1 0 0,2-1 1 0,-2 2 0 16,2-1 1-16,1 1 1 0,-1-1 0 0,2 0-1 15,-2-1 2-15,1 1-4 0,7 1 0 16,-6-3 3-16,-1 3 0 0,0 0-3 0,8-1 0 15,0-1-2-15,-1 0 6 0,-5 1-3 0,3 1-4 16,-4-1 4-16,-1-1-3 0,0 4-1 0,-2-4 0 0,2 2 3 16,-1 0-2-16,1 0-2 0,-3 2 4 0,1-4-2 15,-8 4 0-15,8-4 3 0,-6 2-4 0,1 2 0 16,-1-2-1-16,-1 1-2 0,2-1 5 0,-4 0 2 16,3 0 0-16,-2 1 0 0,2-1-2 0,0 0 1 15,0-1 1-15,-2 2-1 0,2-2 2 0,0 0-3 16,1 1 2-16,-1 0 0 0,-2 0 2 0,2 0 3 15,-3 1 3-15,1-1-6 0,-2 0-1 16,-1 0-1-16,-8 0-1 0,14 0 3 0,-14 0 3 0,10 0-7 16,-3 0 0-16,-7 0 3 0,0 0 0 0,12-3-3 15,-12 3-1-15,0 0-1 0,11 0-1 0,-11 0 4 16,0 0-13-16,0 0-19 0,0 0-15 0,6-2-20 16,-6 2-30-16,0 0-38 0,0 0-45 0,0 0-46 15,0 0-46-15,0 0-161 0,0 0-460 0,-25-3 203 16</inkml:trace>
  <inkml:trace contextRef="#ctx0" brushRef="#br0" timeOffset="9065.9">20252 9781 82 0,'0'0'81'0,"0"0"-15"16,0 0 0-16,0 0 0 0,0 0-10 0,0 0-4 15,0 0 0-15,0 0-3 0,0 0 3 0,0 0 5 16,0 0-15-16,0 0 7 0,0 0-6 0,0 0-3 0,0 0 1 15,0 0-7-15,0 0-5 0,-4-10 3 16,4 10-5-16,0 0-1 0,0 0-1 0,0 0 4 0,0 0 1 16,0 0-3-16,0 0-7 0,-5-6 3 15,5 6 1-15,0 0-3 0,0 0 1 0,0 0 4 0,0 0-5 16,0 0 0-16,0 0-1 0,0 0 0 0,0 0 4 16,0 0 0-16,0 0 0 0,-7-3 6 15,7 3-3-15,0 0 1 0,0 0 0 0,0 0 6 16,0 0-3-16,0 0 1 0,0 0 1 0,0 0-1 0,0 0 0 15,-7-4 0-15,7 4 1 0,0 0-4 0,0 0 1 16,0 0-5-16,0 0-2 0,0 0-1 0,0 0 1 16,0 0-3-16,0 0 1 0,0 0 0 0,0 0-2 15,0 0-2-15,0 0-2 0,0 0-3 0,0 0 2 16,0 0 0-16,0 0 1 0,0 0-5 0,0 0 2 16,0 0 5-16,19-3-1 0,-19 3 2 0,18 0 2 15,-5-1 0-15,-2 0 2 0,2 1 1 0,2-2 1 16,3 1-2-16,3 0 4 0,-1 0 0 0,1-1-4 15,0 2 0-15,1-3-2 0,-2 3 0 0,1-2 1 16,0 2-5-16,-1-2 2 0,0 2-2 0,8-3-1 16,-7 2-2-16,1-2 1 0,-2 3-2 0,3-1-1 15,5-1-1-15,-7 2 0 0,7-1 0 0,-7-1-4 16,7 2 4-16,2-2-1 0,-7 1-2 0,4 1 2 16,1 1 0-16,-8-1 0 0,11-1 2 0,0 2 0 15,-2-1-1-15,0-1 0 0,1 1 1 0,0-3 1 16,2 5-1-16,-1-4 0 0,-2 1-1 0,1 1 2 15,-1 0-3-15,-1 0 0 0,0-1 4 0,-1 1-1 16,-5 0-1-16,0 0 0 0,-1 1 1 0,0-2 0 16,1 1 1-16,1 1-5 0,-4 0 7 0,1-2-4 15,2 2 1-15,-4-1-2 0,4-1 5 0,-5 0-4 16,3 1 0-16,-3 0 4 0,0 0-2 0,-3-1-3 16,-1-1 1-16,0 2 2 0,0-1-3 0,-3 0 5 15,2 0-4-15,-1 1 1 0,-1-2 0 0,1 1-1 16,0 1 0-16,-4-2 0 0,6 2-2 0,-4-2 1 15,-9 2 1-15,17-1-1 0,-10 0-5 0,5-2 0 16,-1 0 4-16,0 3 2 0,-1-2 0 0,0 1 0 16,-1 0-5-16,1-1 3 0,0 1-4 0,-2 1 4 15,-8 0-6-15,17-3 2 0,-11 3 0 0,-6 0 2 16,12-1-1-16,-12 1-4 0,9-3 3 0,-9 3-4 0,11 0 2 16,-11 0-1-16,0 0 3 0,10-1-7 0,-10 1 5 15,9 0-1-15,-9 0 0 0,8-1 0 16,-8 1-2-16,0 0 3 0,14-2 3 0,-14 2-1 15,8-1-4-15,-8 1-1 0,0 0 5 0,10 0 8 0,-10 0-7 16,0 0 0-16,10 0 0 0,-10 0 4 16,0 0-1-16,0 0 2 0,0 0 0 0,9 0-1 0,-9 0-3 15,0 0 2-15,0 0 2 0,0 0-5 16,0 0 0-16,0 0-1 0,0 0-1 0,0 0 3 16,8 1-1-16,-8-1 3 0,0 0-4 0,0 0-2 0,0 0 6 15,10 0-2-15,-10 0-1 0,0 0 2 16,0 0-2-16,0 0 5 0,0 0-8 0,0 0 2 15,0 0-2-15,8 2 0 0,-8-2 0 0,0 0-2 16,0 0 4-16,0 0-5 0,0 0 3 0,0 0-2 0,0 0 6 16,7 1-4-16,-7-1-3 0,0 0 1 0,0 0-2 15,0 0 3-15,0 0 0 0,8 1 3 0,-8-1-5 16,0 0-2-16,0 0 5 0,0 0 0 16,9 3 2-16,-9-3-6 0,0 0 3 0,0 0-4 0,8 1 8 15,-8-1-6-15,0 0 0 0,10 0 5 0,-10 0-4 16,0 0 2-16,9 1-1 0,-9-1-2 0,0 0 6 15,9 2-1-15,-9-2-2 0,0 0 0 0,0 0 2 16,0 0-2-16,10 0 4 0,-10 0-2 0,0 0-5 16,0 0 2-16,6 3 1 0,-6-3 0 0,0 0 2 15,0 0-2-15,0 0-2 0,0 0 9 0,0 0-9 16,0 0 2-16,0 0-4 0,0 0 3 0,0 0 0 16,0 0-1-16,0 0 1 0,0 0 3 0,0 0-4 15,0 0 0-15,7 2 5 0,-7-2-5 0,0 0-2 16,0 0 4-16,0 0-2 0,0 0 4 0,0 0-3 15,0 0 2-15,0 0-3 0,0 0-2 0,0 0 2 16,0 0-2-16,0 0 3 0,0 0-4 0,0 0-1 16,0 0 8-16,0 0 1 0,0 0-9 0,0 0 0 15,0 0 3-15,0 0 0 0,0 0 3 0,0 0-8 16,0 0 7-16,0 0-5 0,0 0 3 0,0 0-1 16,0 0-3-16,0 0 4 0,0 0-2 0,0 0 1 15,0 0-2-15,0 0-1 0,0 0-9 0,0 0-10 16,0 0-13-16,0 0-7 0,0 0-12 0,0 0-19 15,0 0-24-15,0 0-21 0,0 0-24 0,-21 5-20 16,21-5-34-16,-11 1-22 0,11-1-24 0,-13 2-139 16,13-2-414-16,-13 0 184 0</inkml:trace>
  <inkml:trace contextRef="#ctx0" brushRef="#br0" timeOffset="13448.98">21596 5714 5 0,'-10'3'37'0,"10"-3"-1"0,0 0-2 15,0 0-7-15,-12 0 1 0,12 0 9 0,0 0-13 16,-12 0-5-16,12 0-2 0,-7 1-2 0,7-1 7 0,0 0 5 15,0 0 2-15,-11 0-7 0,11 0 7 16,0 0-11-16,-10 0 9 0,10 0 5 0,0 0-7 16,0 0-1-16,-12-1-1 0,12 1 1 0,0 0 0 15,-11 0-3-15,11 0 2 0,0 0-1 0,-9 0-1 16,9 0-4-16,0 0 6 0,0 0-5 0,0 0 5 0,0 0 0 16,-11 0-1-16,11 0-4 0,0 0 4 15,0 0-9-15,0 0 5 0,0 0-1 0,0 0 0 16,0 0-6-16,0 0-1 0,0 0 1 0,0 0-9 15,0 0 15-15,0 0 11 0,0 0 11 0,0 0-6 16,0 0-2-16,0 0 0 0,0 0-5 0,37 3 5 16,-19-4-7-16,2 1 6 0,0 0-5 0,8-1-7 15,1-2 1-15,1 2 1 0,-1-2 2 0,-1-1-4 16,2 3 0-16,-3-2 8 0,1 1-6 0,-8 0-5 16,3-1-4-16,-2 3-6 0,-2-3 5 0,2 1 2 15,0 0-6-15,-1-1 3 0,1 3 2 0,-1-3 3 16,-2 1-1-16,0-1-1 0,0 2 7 0,-3 0 0 15,-2-1 5-15,6 1-10 0,-6 0-1 0,-1-1 4 16,3-1-8-16,-2 3 0 0,1-2 0 0,-1 1-7 16,4 1 4-16,-2-3 4 0,-2 2 5 0,0 0-5 15,1 2 3-15,-1-2-3 0,0-1 4 0,1 1-4 0,3-2 4 16,-2 3-7-16,-2 0 0 0,1-2-1 16,4 1 2-16,-3 1 0 0,-3-2 2 0,5 1 0 0,-4 0-4 15,2 0 1-15,-2 1-6 0,3-2 8 16,-4 1 0-16,2 0-2 0,-1 1 2 0,-2 0-1 15,0-1 5-15,0-1-10 0,-1 2 4 0,-10 0-1 16,15-1-2-16,-8 2 5 0,-7-1 0 0,13-2-1 0,-4 0 1 16,-9 2-1-16,14 0 2 0,-6 0 2 0,-8 0-4 15,15-2-2-15,-8 1-2 0,0 1-4 16,-7 0 4-16,13-2 4 0,-13 2-4 0,12 0 2 16,-12 0-3-16,7-1 5 0,-7 1-4 0,0 0-1 15,12 0 2-15,-12 0 1 0,0 0-2 0,7 1 0 0,-7-1 2 16,0 0-3-16,0 0 0 0,0 0-2 0,0 0-2 15,0 0 8-15,0 0-4 0,0 0 4 16,0 0 0-16,0 0 0 0,0 0 3 0,0 0-1 16,9 0-2-16,-9 0 0 0,0 0-2 0,0 0 3 15,0 0-2-15,0 0 0 0,0 0 2 0,0 0 0 0,0 0 1 16,0 0 3-16,0 0-7 0,0 0 7 0,0 0-5 16,0 0-1-16,0 0 0 0,0 0-2 15,0 0 0-15,0 0-1 0,0 0 5 0,0 0-8 16,0 0-2-16,0 0 4 0,0 0-1 0,0 0-1 15,0 0 1-15,0 0-1 0,0 0 2 0,0 0-1 0,0 0-1 16,0 0 4-16,0 0-5 0,0 0 0 0,0 0 1 16,0 0-5-16,0 0 6 0,0 0-3 15,0 0 2-15,0 0-3 0,0 0 1 0,0 0 1 16,0 0 4-16,-2 11-5 0,2-11 1 0,0 0-3 16,0 0 3-16,0 10-2 0,0-10 0 0,0 0 7 0,0 13-2 15,0-13 2-15,0 9-4 0,0-9 10 0,1 10 1 16,-1-10-11-16,-1 10 6 0,1-10-3 0,1 13 4 15,-1-8 2-15,0-5 3 0,0 12 1 16,1-7 2-16,-1-5-7 0,-1 14 1 0,1-14 2 16,0 12 0-16,1-5-3 0,1-1 0 0,-2-6 0 0,-2 12 5 15,1-7-6-15,1-5 0 0,1 14 1 0,-1-9 3 16,0-5-4-16,0 13 1 0,0-7-3 16,0-6 7-16,-1 13-4 0,0-7 4 0,1-6-2 0,1 13 1 15,-1-13-1-15,-1 13 3 0,0-6 1 16,1-7 0-16,0 12 1 0,-2-5-2 0,2-7-4 0,-1 12 4 15,1-12-3-15,0 11 0 0,-1-5-1 0,1-6 3 16,0 13-7-16,-2-7 4 0,2-6-1 16,-1 13-1-16,1-13 0 0,-1 11 0 0,1-11 1 15,0 12-3-15,0-12-2 0,-1 10 3 0,-1-4-2 16,2-6 4-16,0 11-1 0,0-11-3 0,0 10 1 0,0-10 3 16,-1 12 0-16,1-12 0 0,0 9-1 0,0-9 0 15,-1 9-2-15,1-9 5 0,0 10-1 0,0-10 2 16,0 11 3-16,0-5-4 0,0-6 2 15,0 12-4-15,-2-5 1 0,2-7 0 0,2 10-1 16,-2-10 3-16,-2 12-4 0,2-5 3 0,0-7 5 0,0 14-6 16,0-14-1-16,0 10 0 0,0-2-2 0,0-8 1 15,0 9-1-15,0-9 0 0,0 11-1 0,0-4-1 16,0-7 1-16,-1 12 5 0,1-12-3 0,0 13 2 16,-1-6 2-16,1-7-1 0,-1 14-1 15,1-8 3-15,0-6-4 0,-2 12 6 0,1-6-5 0,4 4 1 16,-3-10 2-16,0 13-4 0,0-6-1 0,1-1-1 15,-1 2 0-15,0-8-1 0,-1 15 3 0,-1-6 3 16,2-2-3-16,-1 2 5 0,0-2-4 16,1 2 3-16,-3 0-6 0,3-1 5 0,0-8-2 0,0 15 3 15,-1-9-5-15,0 1 7 0,1-7 3 0,-3 14-11 16,3-7 0-16,0-7 1 0,-1 12 2 0,1-2-5 16,-1-4 1-16,1-6-2 0,0 13 0 0,-2-8 5 15,2-5-5-15,-1 12 6 0,1-12-5 0,0 10 2 16,0-10-3-16,-3 9 3 0,3-3 2 15,0-6-4-15,2 9-3 0,-2-9 7 0,-2 9-4 0,2-9 2 16,0 9-5-16,0-9 6 0,-1 8-1 0,1-8-3 16,-1 10-1-16,1-10-1 0,-1 11 1 0,1-11 1 15,0 9-1-15,0-9 2 0,1 12-3 0,-1-12 3 16,-1 9-1-16,1-9-2 0,0 11 12 0,0-4-15 16,0-7 1-16,0 10 3 0,-2-3-3 15,2-7 5-15,0 11-2 0,-1-4-1 0,1-7-1 0,0 12 2 16,0-12 0-16,-1 13-5 0,1-8 2 0,0-5 5 15,0 13-4-15,-2-8 5 0,2-5-7 0,0 14 7 16,2-9-4-16,-1 3 3 0,-1-8-3 0,0 13 0 16,3-7 1-16,-3-6 3 0,-3 13 1 0,4-5-3 15,1-2 1-15,-2-6 3 0,-2 14-4 0,4-7-2 16,-2 1 3-16,0-8-4 0,0 16 5 0,0-10-2 16,1 2 2-16,-1-8 8 0,0 10-13 0,0-3 7 15,0-7-6-15,0 15 4 0,0-8 0 16,1 2-1-16,-1-9-4 0,0 14 2 0,0-5 5 0,0 0 6 15,1-3-8-15,1 2-1 0,-2-8-1 0,0 13 3 16,0-4 1-16,0-2 0 0,0-7 0 0,0 11-3 16,0-4 3-16,0 1 2 0,0 0-3 0,0-8 4 15,-2 17-3-15,4-10 2 0,-2-1-1 0,0-6-2 16,0 13 3-16,0-7-2 0,0-6 2 16,0 14-4-16,1-8 4 0,0 2-3 0,-1-8-1 0,-1 15 2 15,1-10-1-15,0 4-1 0,0-9-2 0,0 14 0 16,1-7 3-16,-1 0-3 0,0-7 1 0,-1 12-1 15,1-12 4-15,-1 13-3 0,1-6 0 0,0-7 5 16,0 13-3-16,1-5 6 0,-1-8-9 0,-1 14 1 16,2-7-2-16,-1-1 4 0,0-6-1 0,0 14-1 15,0-8 1-15,0 2 0 0,0-8-1 0,-1 11-2 16,1-2 9-16,0-9-7 0,1 12 6 0,-1-6-5 16,0-6 2-16,1 12 6 0,1-6-7 0,-1 1-7 15,-1-7 5-15,-3 10-3 0,6-4 0 0,-3-6 3 16,-1 13-4-16,1-5 4 0,0-8-1 0,-2 13 1 15,4-5-1-15,-1-2 2 0,-1-6-2 0,0 13 4 16,-1-6-1-16,1 2 0 0,0 1-2 0,-2-3 1 16,2-7-1-16,0 16 5 0,2-9-8 0,-2 3 8 15,0-3 0-15,0 1-1 0,0 2 0 0,-2-1-5 16,2 1 7-16,0-2-6 0,0-8 3 0,0 23 0 16,0-14 1-16,0-9 1 0,-1 18-3 0,1-5-4 15,-1-6 4-15,1-7 0 0,-2 23-9 0,5-11 11 16,-3 3 1-16,-1-2-4 0,1-2 1 0,-2 2 1 15,2-2 0-15,0 5 3 0,-1-5-1 0,2 6 9 16,-3 0-10-16,2-5 1 0,-1 4-7 0,1-4 3 16,-2 5 2-16,1-1 2 0,0 0 0 0,1-3-2 15,0 2 0-15,-2 0-4 0,1-2 6 0,1 4-6 16,0-1 3-16,0-3-4 0,-2-2 5 0,2 5 1 16,-2 1 0-16,2-4-2 0,-1 1-6 0,0 1 9 15,2 0 2-15,-1-2-8 0,-1 3 3 0,1-3 1 16,-3-1 4-16,1 1 4 0,2 0-9 0,-1-1 5 15,1 3 0-15,0-1-5 0,0-3 17 0,-2 2-16 16,1 0-6-16,0-3 4 0,1 5 0 0,0-3-1 16,-2 0-2-16,0-2 6 0,3 4-4 0,-4-2 4 15,1 1 5-15,1-1-3 0,1 0-4 0,-2 1 2 16,1 0-3-16,0-2 4 0,-1 1 0 0,1-1-6 16,1 1 5-16,-2 1-3 0,2-3 3 0,-2 2-1 15,2 4-9-15,-3-3 7 0,1-1 2 0,1-1-6 16,0-1 3-16,1 3-2 0,-1 0 3 0,-1-2-7 15,2 0 6-15,-1 0-1 0,0 0 0 0,1 1 0 16,0-12 3-16,-2 23-6 0,1-12 8 0,0-1-5 16,1 3 0-16,-1-3 1 0,1-10-7 0,-2 22 6 15,1-10 3-15,0-2-5 0,1 1 2 0,-2 1 5 16,2 1-5-16,-1-1-5 0,1 0 7 0,-1-1-4 16,1 2 5-16,-1 3-2 0,1-5 6 0,-2 1-4 15,2-2-2-15,-1 3 4 0,0-1-7 0,1 0-3 16,-3-2 11-16,3 3-9 0,0-2 6 0,-1-1-2 15,1-10-3-15,-3 23 1 0,6-12 2 0,-4-1-9 16,-1 1 8-16,1 0-4 0,1 1 2 0,-1 0 6 16,0-2 0-16,2 1-8 0,-4 0 7 0,2 0 4 15,1-11-8-15,0 22-4 0,1-10 8 0,-2-2 0 16,1-10-5-16,0 21-3 0,-1-11 7 0,1-10-3 16,0 19 4-16,-2-9-1 0,1-1-6 0,1-9 1 15,0 18 5-15,-1-9-2 0,1-9-6 0,0 14 9 16,0-14-2-16,0 17-2 0,0-7 3 0,0-10-5 15,-3 12 5-15,3-12 1 0,-2 15-1 0,2-15 2 16,-2 14-2-16,2-5 1 0,0-9 0 0,0 13 5 16,0-13-6-16,0 13-1 0,0-13 4 0,-1 11-6 15,1-11 3-15,0 0-7 0,0 15 8 0,0-15-2 16,0 12 1-16,0-12 1 0,0 0 4 0,0 10-7 16,0-10 3-16,0 0-2 0,-2 10-4 0,2-10 2 15,0 0-2-15,0 0 1 0,1 13 6 0,-1-13-5 16,0 0-1-16,0 0-2 0,0 0-1 0,0 13-2 15,0-13 9-15,0 0-6 0,0 0 3 0,0 0 11 16,0 12-12-16,0-12 2 0,0 0 1 0,0 0-7 16,0 10 5-16,0-10 0 0,0 0-4 0,0 0 5 15,-1 10-1-15,1-10-2 0,0 6 0 0,0-6-2 16,1 8 5-16,-1-8-3 0,2 7 1 0,-2-7 0 16,0 7-2-16,0-7 0 0,0 0 1 0,0 8 0 15,0-8 0-15,0 0 2 0,0 0-4 0,0 9-1 16,0-9 6-16,0 0 1 0,2 10-10 0,-2-10 10 15,0 0-3-15,0 9-3 0,0-9 3 0,0 9 4 16,1-4-2-16,-1-5-3 0,0 0 0 0,-1 14 3 16,1-14-2-16,-2 9-1 0,2-9 2 0,0 8-1 15,0-8-3-15,2 8 6 0,-2-8-3 0,-2 10 7 16,2-10-3-16,0 10-8 0,0-10 4 0,2 11 2 16,-1-6 1-16,-1-5-1 0,0 10 1 0,0-10-2 15,1 9 2-15,-1-9-12 0,-1 9 21 0,1-9-9 0,1 8-2 16,-1-8 1-16,0 7-4 0,0-7 0 0,0 0 2 15,-1 10 2-15,1-10-3 0,-1 10-5 16,1-10 4-16,2 7 3 0,-2-7 0 0,0 9 0 16,0-9-2-16,0 0 0 0,0 9 3 0,0-9-1 15,2 7-1-15,-2-7-1 0,0 0 2 0,0 0-2 0,-3 8-3 16,3-8 4-16,0 0 1 0,0 0-2 16,0 0 1-16,0 0-3 0,0 10 3 0,0-10-1 15,0 0 1-15,0 0 0 0,0 0-1 0,1 7-4 16,-1-7 7-16,0 0 0 0,0 0 2 0,0 0-5 15,0 0 0-15,0 0 3 0,0 0 2 0,0 0-5 0,0 8 3 16,0-8-4-16,0 0 1 0,0 0 3 0,0 0-6 16,0 0 0-16,0 0 0 0,0 0 0 0,0 0 2 15,2 9 2-15,-2-9-9 0,0 0 19 16,0 0-13-16,0 0 7 0,0 0 2 0,0 0-5 16,0 0-1-16,0 0 3 0,0 0 2 0,0 0-8 0,2 6 8 15,-2-6 8-15,0 0-7 0,0 0-1 0,0 0-1 16,0 0 0-16,0 0-5 0,0 0-21 0,0 0-17 15,0 0-30-15,0 0-25 0,0 0-28 16,0 0-20-16,0 0-30 0,-11-22-38 0,11 22-38 0,-9-11-34 16,4 6-38-16,-1-1-244 0,0-2-609 0,-3 1 270 15</inkml:trace>
  <inkml:trace contextRef="#ctx0" brushRef="#br0" timeOffset="14849.41">21972 9703 2 0,'0'0'55'0,"0"0"-3"0,0 0-4 0,0 0-4 16,0 0-6-16,0 0-2 0,0 0 5 0,-9 0-6 15,9 0 1-15,0 0-10 0,0 0 1 0,0 0 8 16,-10 1-12-16,10-1-2 0,0 0-2 0,0 0 4 16,-12 0 2-16,12 0-8 0,-5 3 1 0,5-3 3 15,0 0 0-15,0 0 0 0,-10 0 2 0,10 0 1 16,0 0-1-16,0 0 6 0,0 0-2 0,-9 2-3 15,9-2 11-15,0 0-14 0,0 0 14 0,0 0 9 16,0 0 1-16,0 0 3 0,-9 1-4 0,9-1 1 16,0 0 3-16,0 0-2 0,0 0-4 0,0 0-3 15,0 0-3-15,0 0-1 0,0 0-2 0,0 0-1 16,0 0 2-16,0 0-12 0,0 0 5 0,0 0 1 16,0 0 0-16,0 0 2 0,0 0 4 0,0 0 14 15,0 0-5-15,0 0-4 0,0 0 4 0,0 0-1 16,0 0-5-16,0 0 2 0,0 0 0 0,32-3-1 15,-32 3-1-15,14 0-1 0,-4-2 2 0,2 1-4 16,-1 0 3-16,-3 1-5 0,5 0 5 0,-4-3-8 16,1 3-2-16,1-1-2 0,1-1 3 0,-1 1-1 15,1 0 0-15,-1 0-3 0,7 1 2 0,-5-1-2 16,1-2-2-16,0 3-1 0,-1 0-1 0,1-3 0 16,-1 2-5-16,1 1 1 0,-1-3 1 0,4 3 5 15,-5-1-5-15,-2 0-2 0,4 1-1 0,-3 0-1 16,3-2-1-16,-2 2-1 0,0 0 0 0,1-1 1 15,0 1-2-15,0-1-1 0,-1 1-1 0,1 0-1 16,-2 0 1-16,0 0 0 0,0-1 0 0,1 2-1 16,-5-1 1-16,-7 0 0 0,17-1 1 0,-7 1 0 15,-3 1-3-15,-7-1 6 0,16 0-3 0,-11 0 0 16,-5 0 5-16,12 0-3 0,-12 0 2 0,12 0-1 16,-12 0 3-16,11-1-3 0,-11 1-2 0,11 0 4 15,-11 0-7-15,12 1 3 0,-12-1 2 0,11-3 0 16,-11 3 1-16,9 0-5 0,-9 0 1 0,0 0-4 15,10 0 1-15,-10 0-3 0,11 2 3 0,-11-2 2 16,7 0-6-16,-7 0-3 0,0 0 3 0,14 0 0 16,-14 0 1-16,9 0-3 0,-9 0 3 0,0 0-2 15,13 0 13-15,-13 0-9 0,9 0 2 0,-9 0 3 16,9 0-4-16,-9 0 4 0,9 0-1 0,-9 0 0 16,10-2 2-16,-10 2-3 0,9 0-1 0,-9 0 0 15,8 0-2-15,-8 0 1 0,0 0 0 0,12 0-2 16,-12 0 3-16,0 0 1 0,9-2-3 0,-9 2 1 15,0 0 0-15,0 0 0 0,9 2 0 0,-9-2-3 16,0 0 1-16,0 0-3 0,9 0 2 0,-9 0 0 16,0 0-1-16,0 0 1 0,0 0-2 0,0 0 3 0,0 0-4 15,0 0 2-15,0 0 0 0,0 0 7 0,0 0-9 16,0 0 0-16,0 0 3 0,0 0-4 0,0 0 3 16,0 0-1-16,0 0 2 0,0 0 0 15,0 0 8-15,0 0-11 0,0 0 3 0,0 0 0 16,0 0-3-16,9-3 4 0,-9 3-1 0,0 0-3 0,0 0 3 15,0 0 0-15,0 0-5 0,0 0 2 16,0 0 8-16,0 0-7 0,0 0-19 0,0 0-13 0,0 0-19 16,0 0-26-16,0 0-19 0,0 0-28 0,-29 5-28 15,21-4-26-15,-2-1-30 0,0 0-29 0,-1 2-134 16,1-2-399-16,0-1 177 0</inkml:trace>
  <inkml:trace contextRef="#ctx0" brushRef="#br0" timeOffset="15232.06">22543 9533 19 0,'0'0'75'0,"1"-8"3"0,-1 8-6 15,0 0 0-15,0 0-6 0,0 0 5 0,0 0 3 16,0 0 7-16,0 0-2 0,0 0-6 15,0 0 6-15,0 0 2 0,0 0 0 0,0 0-5 0,0 0-6 16,0 0 2-16,0 0-7 0,0 0-1 0,0 0-9 16,0 0 0-16,2-7-12 0,-2 7-2 0,0 0-12 15,0 0-7-15,0 0-16 0,0 0-22 0,0 0-20 16,0 0-18-16,0 0-16 0,0 0-22 0,0 0-8 16,0 0-106-16,0 0-222 0,0 0 99 0</inkml:trace>
  <inkml:trace contextRef="#ctx0" brushRef="#br0" timeOffset="36519.71">13394 9063 72 0,'0'-9'68'0,"0"9"4"0,0-9 5 0,0 9 2 15,0-13-1-15,0 13 2 0,-2-11-5 0,2 11 16 16,-3-12-6-16,3 6-9 0,0 6-1 0,-4-11 5 16,4 5 1-16,0 6 1 0,-5-11 0 0,5 11-2 15,-3-11-4-15,1 7 0 0,2 4 2 0,0-10-6 16,0 10-4-16,0-8-7 0,0 8-7 0,-2-9 0 15,2 9 2-15,0 0 1 0,-2-11-1 0,2 11-4 16,0 0-2-16,-2-6-8 0,2 6-2 0,0 0-6 16,0 0-7-16,0 0-2 0,0 0-2 0,0 0-5 15,0 0-7-15,0 0 4 0,0 0-5 0,0 0-2 16,0 0 1-16,0 0-4 0,0 0 0 0,0 28 0 16,-2-12 3-16,2 1-5 0,-2 2-2 0,2 6 2 15,-3 3 1-15,3-3-3 0,-4 2 2 0,4 0 1 16,-2 0 1-16,2 0-5 0,0-1 5 0,0 1-2 15,-4-4 0-15,6-4 0 0,-2 0 0 0,0-1 1 16,0 0-2-16,2-1 0 0,-2-1-9 0,0 0 9 16,2-1 0-16,-2-4 3 0,0 1 2 0,0-2-3 15,0 0-3-15,-2-1-1 0,2 1 3 0,0-10 0 16,0 13 0-16,0-13-4 0,0 11 6 0,-2-7-3 16,2-4-2-16,0 0-5 0,2 11-12 0,-2-11-13 15,0 0-15-15,0 0-14 0,0 7-24 0,0-7-16 16,0 0-42-16,0 0-32 0,0 0-136 0,-10 2-335 15,10-2 148-15</inkml:trace>
  <inkml:trace contextRef="#ctx0" brushRef="#br0" timeOffset="36833.14">13421 9139 4 0,'9'-8'150'0,"1"1"0"0,0 0-13 0,-1 2-10 16,-3 0-11-16,1 3-15 0,3-2-11 0,-4 4-1 0,5 0-8 15,-11 0-9-15,14 4-4 0,-7 1-4 0,-1 0-10 16,0 0-7-16,0 4-5 0,-4 1 2 0,0 1-2 16,-2 0 0-16,-2 0-8 0,0 4-3 15,-3-3 0-15,2-2-3 0,-5 3 0 0,1-4-7 0,-2 1-1 16,-2 1 0-16,-2 1-6 0,-1-1 1 0,5-1 1 15,-2-3-7-15,-1 0 5 0,1-1 1 0,2 0-4 16,-4 0-6-16,4-2-9 0,4-1-20 16,-4-1-30-16,4 1-8 0,5-3-30 0,-10 4-23 0,10-4-32 15,-11 2-76-15,11-2-241 0,0 0 107 0</inkml:trace>
  <inkml:trace contextRef="#ctx0" brushRef="#br0" timeOffset="37014.64">13569 9285 51 0,'11'-4'151'0,"0"3"-20"16,1-2-19-16,-1 0-6 0,2 2-10 0,-1 1-16 16,-1-2-12-16,0 0-29 0,0 1-19 0,0 1-34 15,-1 1-24-15,-2-1-31 0,-1 2-54 0,-7-2-132 16,11-2 59-16</inkml:trace>
  <inkml:trace contextRef="#ctx0" brushRef="#br0" timeOffset="37415.49">13973 9067 11 0,'1'-8'190'16,"-1"8"6"-16,2-10-1 0,-2 10-5 0,2-10-10 15,-2 10-14-15,0 0-15 0,2-8-17 0,-2 8-12 16,0 0-14-16,0 0-14 0,0 0-10 0,0 0-8 16,0 0-8-16,0 0-7 0,0 0-9 0,-21 10 1 15,11-2-6-15,1-2-1 0,-1 2-10 0,2 1-2 16,3 0-4-16,-2 0-6 0,0-2-2 0,3 3 1 16,-1 0-3-16,1-3 2 0,2 0-5 0,0 1-6 15,2-8 3-15,2 16-5 0,2-8-3 0,1-2-1 16,4 3 1-16,0-2-1 0,2 1-2 0,0 0 3 15,-1-3 1-15,5 3-4 0,-2-2-3 0,-1 0-1 16,1 0-4-16,-4 1 3 0,0-4 0 0,0 4-7 16,-2-2 0-16,-2-1 5 0,-1 1-5 0,3 1 0 15,-5-2 7-15,-2-4-3 0,0 12 4 0,0-12-2 0,-9 11 2 16,2-4-2-16,-2-1 4 0,-4 1-3 16,0 0-1-16,-4 2 3 0,-3-3-3 0,5-1 1 15,-4 1-10-15,2-1-19 0,5-1-12 0,-1-1-12 16,2 0-24-16,1-2-29 0,2 1-16 0,8-2-29 0,-9 2-23 15,9-2-103-15,0 0-302 0,-12-2 134 16</inkml:trace>
  <inkml:trace contextRef="#ctx0" brushRef="#br0" timeOffset="37653.35">14150 9156 88 0,'7'-8'199'0,"-4"1"-2"0,3 2-3 0,-2 0-3 0,-4 5-7 15,5-8-8-15,0 5-14 0,-5 3-16 0,4-7-19 16,-4 7-12-16,0 0-13 0,0 0-10 0,0 0-13 16,0 0-3-16,0 0-3 0,12 13-2 0,-10-6-6 15,2 6-1-15,-2-3-6 0,0 1-2 0,0 6-9 16,1-5-3-16,-3 0-3 0,3 0-3 0,-1 4-3 16,-2-6-4-16,-2 2-20 0,2-1-20 0,0 1-16 15,-3-1-21-15,3 0-26 0,0-4-34 16,-2 0-41-16,2-7-45 0,0 15-170 0,-1-11-390 15,1-4 173-15</inkml:trace>
  <inkml:trace contextRef="#ctx0" brushRef="#br0" timeOffset="37843.37">14321 8928 2158 0,'-4'-12'21'0,"0"2"12"0,1-2-1 15,-1 4-10-15,1 1-10 0,0 1 14 0,3 6 9 16,-4-10 4-16,2 5-8 0,2 5-3 0,-4-9 0 16,4 9-2-16,-3-6-6 0,3 6-17 0,0 0-25 0,0 0-27 15,-1-8-31-15,1 8-25 0,0 0-34 16,0 0-40-16,0 0-145 0,14-3-350 0,-14 3 155 16</inkml:trace>
  <inkml:trace contextRef="#ctx0" brushRef="#br0" timeOffset="50993.03">13468 5870 76 0,'0'0'65'0,"0"0"3"0,0 0-5 0,0 0-11 16,0 0-7-16,0 0-1 0,2-9-2 0,-2 9-6 0,0 0 2 15,0 0 7-15,0 0-3 0,0 0 0 0,0 0 1 16,0 0 2-16,0 0-4 0,-2-9 3 0,2 9-8 15,0 0 3-15,0 0-8 0,0 0-3 16,0 0-3-16,0 0-2 0,0 0 0 0,-5-11 1 16,5 11 2-16,0 0-4 0,0 0 6 0,0 0 1 0,0 0-1 15,0 0 0-15,0 0 1 0,0-8 2 0,0 8-6 16,0 0 3-16,0 0 0 0,0 0 2 0,0 0 2 16,0 0-5-16,0 0 3 0,0 0-5 15,0 0-1-15,0 0 0 0,0 0 0 0,0 0-6 16,0 0 2-16,0 0-3 0,4-8-3 0,-4 8-3 0,0 0-1 15,0 0 2-15,0 0-9 0,0 0 1 0,0 0-2 16,0 0 2-16,0 0-2 0,0 0 2 0,0 0 0 16,0 0-1-16,0 0 0 0,0 0-4 0,0 0 1 15,0 0-2-15,1 27-1 0,-1-27 9 0,2 11-1 16,0-5 9-16,-2-6-5 0,0 13 7 0,0-6-10 16,0 0 4-16,3 1-1 0,-3-8 2 0,-3 15-2 15,3-5 10-15,0-3-1 0,5 0 0 16,-5 0-7-16,0-7 5 0,2 15-4 0,0-10 2 15,-1 3-3-15,-1 2 4 0,0-3 3 0,0-7-10 0,2 11-1 16,0-4 3-16,-2-7-2 0,0 12 1 0,0-5-2 16,0-7-3-16,2 12 3 0,-2-12-3 0,0 11 6 15,0-3-4-15,2-3 2 0,-2-5 0 0,0 12 0 16,0-6 2-16,0-6-2 0,0 13 0 0,2-7 1 16,-2-6-1-16,3 11 2 0,-3-6-1 0,0-5 1 15,4 13-2-15,-4-13 0 0,0 10 0 0,0-4-1 16,0-6-3-16,2 7 4 0,-2-7-1 0,2 11 2 15,1-6 1-15,-3-5-4 0,2 9 3 16,-2-9 0-16,1 9 0 0,-1-9 2 0,2 10 3 16,-2-10-8-16,2 8 3 0,-2-8-5 0,0 5 1 0,0-5 1 15,0 0 0-15,2 9 1 0,-2-9-3 0,2 6-2 16,-2-6 6-16,0 0-4 0,2 9 4 0,-2-9-3 16,1 5 0-16,-1-5 3 0,6 5-3 0,-6-5 3 15,0 7 1-15,0-7-3 0,0 0-1 0,4 8 2 16,-4-8-4-16,0 7 4 0,0-7 6 0,3 6-8 15,-3-6 0-15,0 0 0 0,0 8 3 0,0-8-4 16,0 0-2-16,0 0 1 0,3 9 0 0,-3-9-1 16,0 7-1-16,0-7 0 0,0 0 1 0,0 0 1 15,2 8-3-15,-2-8 4 0,0 0-3 0,2 7 2 16,-2-7-1-16,0 0-3 0,2 5 2 0,-2-5 2 16,0 0 0-16,0 0 0 0,2 9-3 0,-2-9 0 15,0 0 0-15,2 7 0 0,-2-7 2 0,0 0-4 16,3 8 5-16,-3-8-3 0,2 6-2 0,-2-6 4 15,0 0 1-15,4 9-3 0,-4-9 3 0,0 5-1 16,0-5-1-16,4 6-2 0,-4-6 2 0,0 0 1 16,1 9 2-16,-1-9-2 0,0 0 3 0,0 6-3 15,0-6 0-15,0 0-3 0,0 0 0 0,2 8 1 16,-2-8 1-16,5 6 0 0,-5-6 3 0,0 0-3 16,2 6-3-16,-2-6 1 0,0 0 0 0,0 0 0 15,0 9 1-15,0-9-1 0,3 4 3 0,-3-4-3 16,0 0 1-16,0 0 2 0,2 6-2 0,-2-6 0 15,0 0 2-15,0 0-3 0,0 0 1 0,2 8 2 16,-2-8-4-16,0 0 4 0,4 5-2 0,-4-5 0 16,0 0 3-16,0 0-2 0,4 5-1 0,-4-5 4 15,0 0-1-15,0 0-1 0,3 5-4 0,-3-5 2 16,0 0-1-16,0 0 2 0,4 7-1 0,-4-7 2 16,0 0-1-16,2 5 0 0,-2-5-1 0,0 0 3 15,0 0-4-15,6 5 4 0,-6-5-3 0,0 0 2 16,4 4 2-16,-4-4-2 0,0 0 4 0,0 0 8 15,6 5-3-15,-6-5 4 0,0 0-2 0,7 2-13 16,-7-2 0-16,0 0 0 0,7 3 1 0,-7-3 4 16,0 0-4-16,9 1 6 0,-9-1-1 0,0 0 0 15,5 3 1-15,-5-3-1 0,8 1-3 0,-8-1 1 16,7 3-3-16,-7-3 1 0,9 1 3 0,-9-1-3 16,0 0 1-16,9 2 2 0,-9-2-4 0,9 1 2 15,-9-1-2-15,8 0 5 0,-8 0-5 0,14 2 4 16,-9-2-4-16,-5 0-1 0,11 0 5 0,-11 0-3 15,12 0 0-15,-12 0 0 0,13 0 1 0,-13 0 1 16,12 0-2-16,-6 0 0 0,-6 0 0 0,15-2 0 16,-5 2 6-16,-10 0-8 0,15 0 0 0,-4 0 0 15,-3 0 2-15,0-1 2 0,3 1-5 0,1 1 3 16,-12-1-2-16,13-1 1 0,-4 2-1 0,-9-1 1 16,18-1 1-16,-9 2 3 0,0-1-3 0,-9 0 1 15,14-1-3-15,-6 1 1 0,2 0 0 0,-10 0 1 16,13 0 0-16,-6 0 0 0,-7 0-1 0,14 0 0 15,-14 0-1-15,12 1 1 0,-7-1 1 0,-5 0 0 16,14 0 1-16,-6 2 3 0,-8-2-2 0,14 1 1 16,-5-1 0-16,-9 0 0 0,14 0-2 0,-8 0 4 15,4 0-5-15,-2 2-1 0,-1-1 1 0,-7-1 6 16,16 1-2-16,-8-1 2 0,2 0 0 0,-1 0 1 16,-2 2 0-16,-7-2-2 0,15 0 1 0,-4 1 1 15,-4-1-3-15,0 0 1 0,-7 0-1 0,16 0 1 16,-5-1 1-16,-3 1 1 0,-8 0-1 0,15 0 1 15,-7 0-6-15,-8 0 2 0,16 0 1 0,-7 0 0 16,0 1-4-16,2-1 5 0,-2 0-5 0,2 0 3 16,-2-1-1-16,-1 2 0 0,3-1-1 0,-3 0 4 15,2 2 1-15,0-2-5 0,-3 2-1 0,5-2 4 16,-6 1 0-16,3-1-1 0,0 3-1 0,3-3-2 16,-3 0 3-16,-1 0 3 0,2 0 2 0,-1 1 0 15,-9-1 1-15,15 0-2 0,-5 0 1 0,-2 0-2 16,-8 0-3-16,13-1 3 0,-3 1-5 0,-10 0 1 15,11 0 2-15,-11 0-1 0,14 1 0 0,-7-2 3 16,1 2-2-16,-8-1-1 0,11-3-2 0,-2 5 0 16,-9-2 0-16,14 0 3 0,-6 0-2 0,-8 0 4 15,14 0-3-15,-8 0 1 0,-6 0 2 0,15-2 0 16,-8 1 2-16,-7 1-2 0,15 0-6 0,-9 0 2 16,4 0 3-16,-10 0-3 0,15-1 0 0,-4-1 2 15,-3 2-1-15,0 0-2 0,1-2-2 0,2 1 1 16,-11 1-1-16,16-2 5 0,-8 2-5 0,0-1 3 15,1 0-2-15,-9 1 1 0,18-2 1 0,-7-1 2 16,0 2-2-16,-4 0 3 0,-7 1-4 0,17 0 1 16,-9 0 1-16,-8 0-1 0,16-1 1 0,-7 0-2 15,0 1 0-15,-1 0-1 0,-8 0 0 0,15-4-3 16,-6 4 3-16,-9 0-1 0,13 0 1 0,-7-1 1 0,-6 1-1 16,12-2 0-16,-12 2-2 0,0 0-1 0,13-1 0 15,-13 1 2-15,6 0 2 0,-6 0-2 16,10-2 1-16,-10 2-2 0,0 0 3 0,13-1-1 15,-13 1-2-15,11 0 1 0,-11 0 1 0,12 0 0 16,-12 0 0-16,10 0 0 0,-3-1-4 0,-7 1 4 0,10-1 1 16,-10 1-1-16,13 0 0 0,-8-3-4 0,-5 3 4 15,11-1-4-15,-11 1 3 0,9-1 2 16,-9 1-1-16,8-1 3 0,-8 1-3 0,0 0 2 16,10-3 1-16,-10 3-1 0,9-3 4 0,-9 3-2 15,0 0 0-15,10-1 2 0,-10 1 2 0,5-3 0 0,-5 3 1 16,7-3-2-16,-7 3 1 0,9-3-4 15,-9 3-1-15,0 0-4 0,9-2 5 0,-3-1-1 16,-6 3 1-16,7-4 0 0,-7 4-1 0,9-4-1 16,-2 1-2-16,-7 3 4 0,8-3 1 0,-8 3-2 15,9-5 5-15,-4 1-6 0,0 0-1 0,-5 4 1 16,9-5-3-16,-3 1 0 0,-1 2-1 0,-5 2 0 0,10-6 4 16,-4 1-4-16,-6 5 0 0,6-4 3 15,-6 4 0-15,8-7-2 0,-8 7-1 0,7-6 4 16,-7 6 0-16,7-5-3 0,-3 2 4 0,-4 3-5 15,6-5 3-15,-6 5-1 0,6-6 0 0,-6 6 1 16,6-5-2-16,-6 5 1 0,2-5-1 0,-2 5 1 0,5-6-1 16,-5 6 2-16,3-5-3 0,-3 5 4 0,0 0-3 15,5-11 1-15,-5 11-1 0,1-5 6 16,-1 5-3-16,3-6-2 0,-3 6-1 0,2-7 1 16,-2 7 0-16,0 0 2 0,3-10-1 0,-3 10 3 15,5-5-3-15,-5 5 3 0,1-10-7 0,-1 10 2 16,4-7 2-16,-4 7 1 0,2-7-2 0,-2 7-5 15,2-5 5-15,-2 5-1 0,4-8-2 0,-4 8-3 16,0 0 2-16,2-11 4 0,-2 11-3 0,1-10 0 16,-1 10-1-16,-1-9 0 0,4 3 2 0,-3 6 0 15,2-9 11-15,-2 9-8 0,2-10-6 0,-2 2 6 0,0 8-6 16,0-10 5-16,0 10-2 0,2-10-2 0,-2 10 5 16,3-10-7-16,-2 3 4 0,-1 7-1 15,1-10 0-15,2 2 3 0,-3 8-4 0,1-10 3 16,2 3-4-16,-3 7 0 0,0-8 5 0,0 8 2 15,0-10 4-15,0 10-7 0,2-7 2 0,-2 7-1 0,3-10 0 16,-3 10-4-16,0-10 7 0,0 10-6 0,1-9 11 16,-1 9-9-16,0-9 1 0,0 9 1 15,1-8-4-15,-1 8 4 0,2-9-8 0,-2 9 5 16,0 0 2-16,0-12-2 0,0 12 5 0,0-7-2 16,0 7 1-16,1-8-4 0,-1 8 3 0,1-9 5 0,-1 9-1 15,0 0 0-15,-1-13-1 0,1 13-2 0,0-7 0 16,0 7 2-16,0 0-2 0,0-14 3 15,0 14-1-15,0-7-7 0,0 7 4 0,0 0 3 0,-1-10-6 16,1 10 4-16,0 0 1 0,-2-9 0 16,2 9-6-16,0 0 11 0,2-11-9 0,-2 11 0 0,1-8-6 15,-1 8 5-15,0 0 1 0,1-11-2 0,-1 11 2 16,0-9 0-16,0 9 0 0,1-10-2 0,-1 10 2 16,0-10-6-16,0 10 5 0,0-8 2 15,0 8-2-15,0 0 0 0,1-11 3 0,-1 11 5 16,2-9 0-16,-2 9-8 0,-2-9 0 0,2 9 0 0,0-10-3 15,0 10 1-15,2-8 0 0,-2 8 1 0,-2-10-1 16,2 10 1-16,0-10-4 0,0 10 8 0,2-9-3 16,-2 9-1-16,0 0-2 0,0-10 4 15,0 10-2-15,0-8 2 0,0 8-1 0,0 0-3 16,-2-10 1-16,2 10 2 0,0-9-1 0,0 9 1 0,0 0 0 16,-1-9 0-16,1 9-1 0,0 0-3 0,-1-9-4 15,1 9 4-15,0 0 2 0,0 0-1 0,1-8 5 16,-1 8 1-16,0 0-3 0,0 0-5 15,0 0-1-15,0 0 3 0,0 0-2 0,0 0 0 16,0 0 4-16,0 0-2 0,0 0-1 0,0 0 2 0,0 0-2 16,-3-8 5-16,3 8 4 0,0 0-7 0,0 0 0 15,0 0-4-15,0 0-4 0,0 0-15 0,0 0-24 16,0 0-22-16,0 0-22 0,0 0-37 0,0 0-33 16,0 0-28-16,0 0-35 0,0 0-41 15,0 0-148-15,0 0-447 0,0 0 198 0</inkml:trace>
  <inkml:trace contextRef="#ctx0" brushRef="#br0" timeOffset="51881.21">14022 6077 53 0,'0'-7'201'0,"0"7"-8"16,0 0-17-16,0 0-20 0,0 0-16 0,0 0-18 16,0 0-17-16,0 0-7 0,0 0-13 0,0 0-9 15,0 0-4-15,0 0-9 0,10 19-2 0,-8-11-4 16,-2 3-4-16,4-1-4 0,-1 0 0 0,-1 0-6 15,0 2-3-15,0-2 10 0,-2-1-10 0,4 0 0 16,-3-1-3-16,-1-8-4 0,4 10 1 0,-4-4 3 16,0-6 0-16,2 10-3 0,-2-10-2 0,3 7-1 15,-3-7 2-15,3 8-4 0,-3-8 3 0,0 0 1 16,0 0 3-16,0 0 5 0,0 0 3 0,-3 9 7 16,3-9 5-16,0 0-1 0,0 0 0 0,0 0-11 15,0 0 3-15,0 0-3 0,0 0-5 0,0 0-2 16,0 0-3-16,0 0-8 0,-9-23 2 0,8 16-6 15,1 7-3-15,-1-15 0 0,-2 5 1 0,3-1-11 16,0-5 4-16,4 0-3 0,-1 3-2 0,4-4-4 16,2 0 3-16,0 3-4 0,4 0-1 0,-4-2-19 15,2 3 2-15,1 1 2 0,-1 5 7 0,-3-2-12 16,2 3 4-16,-1 1 0 0,0-1 3 0,0 3-1 16,-2 3-2-16,2 0 7 0,-9 0-3 0,18 0-1 0,-7 3 0 15,-1 4-1-15,0 2 6 0,-1-3-3 16,0 4 1-16,-1 0 0 0,2 4 2 0,-3 0-1 15,3 0-1-15,-5-4 6 0,3 6 1 0,-4-5-2 16,2 0-1-16,-3 1 2 0,1-1 1 0,0 1 0 16,1-2 0-16,-4-2 1 0,1 0-1 0,0-1 0 15,0 1 4-15,0 0-3 0,-2-2 0 0,0-6 1 16,4 13-14-16,-4-13-23 0,0 8-19 0,0-8-28 16,0 9-26-16,0-9-39 0,1 9-43 0,-1-9-195 15,-2 7-417-15,2-7 184 0</inkml:trace>
  <inkml:trace contextRef="#ctx0" brushRef="#br0" timeOffset="52249.05">14594 6102 11 0,'0'0'152'0,"0"0"-8"0,0 0-16 16,0 0-13-16,0 0-9 0,0 0-7 0,0 0-1 16,0 0-2-16,-19-5-2 0,19 5-11 0,-9 0 1 15,9 0 2-15,-10 0-2 0,10 0 5 0,-13 2-1 16,13-2 2-16,-8 0-7 0,8 0-3 0,-9 1-6 16,9-1 7-16,0 0-10 0,0 0 1 0,0 0-7 15,-12 0-6-15,12 0-2 0,0 0-6 0,0 0-4 16,0 0-4-16,0 0-6 0,0 0-1 0,0 0-3 15,0 0-1-15,0 0 1 0,0 0-4 0,0 0-1 16,25-5-3-16,-14 2-1 0,1 0-5 0,5 1 0 16,3 0 0-16,-3-1-4 0,1 1 1 0,-3 0-9 15,-2-1 10-15,4 2-24 0,-4 0-23 0,-2 0-16 16,1 1-18-16,0 0-28 0,-2-2-25 0,-1 2-27 16,0 2-22-16,-9-2-5 0,14-2-9 0,-14 2-121 15,10 0-325-15,-10 0 144 0</inkml:trace>
  <inkml:trace contextRef="#ctx0" brushRef="#br0" timeOffset="52815.21">14687 6003 83 0,'0'0'120'0,"0"0"-5"0,-9-2 10 16,9 2 6-16,0 0-10 0,0 0-6 0,0 0 7 16,0 0-4-16,0 0-3 0,0 0 0 0,0 0-4 15,0 0 1-15,0 0-2 0,0 0-3 0,0 0-6 16,0 0-4-16,0 0-3 0,0 0-6 0,0 0-4 16,0 0-5-16,0 0-7 0,0 0-3 0,0 0-4 15,0 0-6-15,0 0-5 0,0 0-3 0,0 0-6 16,0 0-4-16,0 0-5 0,0 0-3 0,0 0-4 15,0 0-3-15,0 0-3 0,0 0 0 0,0 0-7 16,0 0 1-16,0 0 0 0,0 0-3 0,0 0 0 16,0 0-3-16,0 0 0 0,0 0 0 0,0 0-4 15,0 0 3-15,0 0-1 0,0 0 1 0,0 0-1 16,0 0 4-16,0 0 0 0,0 0-9 0,0 0 2 16,0 0-3-16,0 0 4 0,0 0 0 0,0 0 0 15,0 0 5-15,0 0-4 0,0 0-1 0,0 0-1 16,0 0 0-16,0 0-3 0,0 0 3 0,-5-6-3 15,5 6 0-15,0 0 0 0,0 0-1 0,0 0-1 16,0 0 3-16,0 0-4 0,0 0 5 0,0 0-3 0,0-9 0 16,0 9 1-16,0 0 0 0,0 0-2 15,0 0-4-15,0 0 2 0,0 0-2 0,0 0-2 16,0 0-2-16,0 0-2 0,0 0 0 0,0 0-1 16,0 0 5-16,0 0-3 0,0 24 5 0,0-13 1 15,0 2-3-15,0-2 3 0,-1 5-3 0,1-2 7 16,-1 4-1-16,-1-2 2 0,2 0 5 0,0 3-8 15,-2-4-6-15,2 2-24 0,0 0-25 0,0 0-29 16,0-3-49-16,0-2-42 0,4 0-49 0,-4 3-179 16,5-5-436-16,0-1 193 0</inkml:trace>
  <inkml:trace contextRef="#ctx0" brushRef="#br0" timeOffset="55818.88">19866 5722 46 0,'0'-8'60'0,"0"8"-4"0,0 0 4 16,0 0 0-16,0 0 1 0,0 0-4 0,0-8 3 15,0 8-7-15,0 0 0 0,0 0 4 0,0 0-1 16,0 0-1-16,0 0-5 0,0 0 2 0,0-8-7 15,0 8-6-15,0 0 4 0,0 0 2 0,0 0-4 16,0 0 0-16,-3-10 5 0,3 10-8 0,0 0 7 16,0 0 0-16,0 0 2 0,0 0-9 0,0 0 5 15,0 0-2-15,0 0-7 0,0 0 0 0,0 0-1 16,0 0 1-16,0 0-9 0,0 0 3 0,0 0-3 16,0 0-11-16,0 0-5 0,0 0-1 0,0 0 3 15,0 0-5-15,0 0 0 0,0 0-3 0,0 0 0 16,0 0 2-16,0 0-4 0,0 0 3 15,0 0 0-15,0 0 2 0,0 0-1 0,-4 25 1 0,4-25-5 16,-1 11 5-16,0-6-9 0,-1 3 10 0,2-8 2 16,0 12-4-16,0-5 6 0,-1 0 6 0,1 3 2 15,0-10 2-15,-1 13-1 0,2-7-3 16,-1-6 2-16,1 14 2 0,-1-6 0 0,0-8-4 0,0 14 2 16,2-7-3-16,-1 0 3 0,-1 2 4 0,3 0-3 15,-1-1 0-15,0-1 0 0,-1 0 1 0,1-1 4 16,0 3-4-16,-1-2-3 0,2 0 0 0,-1 0-2 15,-2-7-3-15,5 13 2 0,-2-7-2 0,0-1 0 16,0 3 2-16,0-3-5 0,-2 1-1 16,1 2 4-16,-2-8-1 0,6 12-1 0,-4-7 1 0,1 1-1 15,-1 1 5-15,2-3 0 0,-1 2 5 0,0 0-7 16,0 0 3-16,-3-6-2 0,5 11-2 0,-4-4 1 16,3-3 0-16,-1 2-6 0,1 0 6 15,-1 2 1-15,0-3 0 0,-3-5-4 0,5 9 0 16,-2-4 1-16,-1 2 3 0,1-3-1 0,-1 2-4 0,1 0-2 15,1 0 1-15,-2 1-3 0,3-4 4 0,-5-3-6 16,5 11 2-16,-2-8 1 0,-3-3 0 0,5 10-3 16,-1-6 2-16,-4-4 0 0,5 8-1 0,-2-4 4 15,-1 3-4-15,-2-7 3 0,7 9 0 0,-5-4-4 16,-2-5 3-16,7 7 0 0,-5-3-2 0,-2-4 0 16,7 9 5-16,-4-6 0 0,1 2-3 0,0-1 5 15,-4-4-4-15,6 8-1 0,-3-5 4 0,-3-3-1 16,8 9-2-16,-4-5 1 0,-1-1 0 0,4 3-7 15,-4-3 9-15,4 0 1 0,-2 1 4 0,0-1 0 16,0 2 1-16,3-1-2 0,-4-1-1 0,1 2 0 16,0 0-3-16,-5-5 1 0,10 4-3 0,-3 1 3 15,-2-3-3-15,-5-2-3 0,9 7 9 0,-5-5-10 16,-4-2 3-16,8 6-5 0,-4-3 6 0,-4-3-3 16,11 7 2-16,-6-6 9 0,1 1-6 0,5 1 0 15,-7-2 1-15,-4-1 1 0,12 4 2 0,-7-1 3 16,4-1-4-16,-3 0-1 0,2 0 1 0,3 0 1 15,-3 0-2-15,0-1 1 0,0 0 3 0,2 1-3 16,-3-1 2-16,1 1-1 0,1-1 1 0,2 2-5 16,-2-3 3-16,2 1-1 0,-2-1-1 0,-2 1-5 15,-7-1 3-15,16 1 2 0,-8 0-6 0,1-1 4 16,2 2 1-16,-1-2-3 0,0 0 0 0,0 1 0 16,-1-1-6-16,-9 0 3 0,16-1 5 0,-6 1-4 15,0 0 2-15,-10 0-5 0,16 0 0 0,-8 0 3 16,3-2-1-16,-11 2 1 0,12 0 0 0,-1-1 2 15,-4 0-1-15,4 2-5 0,-1-2 3 0,-10 1 1 16,15-1-3-16,-7 0 1 0,-8 1 3 0,16-2-5 16,-8 1-1-16,-8 1-1 0,15-1 2 0,-7 1 3 15,-8 0 0-15,14-2 0 0,-5 1 0 0,-1 0-4 16,-8 1 3-16,18-2 9 0,-10 2-4 0,1-1-5 16,-9 1-5-16,12-2 6 0,-4 0-6 0,-8 2 3 15,11-2-2-15,-3 1 0 0,-8 1 6 0,14-3-3 16,-9 2 1-16,3-1-2 0,-1 1-2 0,2 0 2 15,-9 1 2-15,13-3-2 0,-5 1-2 0,-1 1 3 16,0-1-3-16,-7 2 4 0,15-1 1 0,-6-3-8 16,-9 4 4-16,14-3-2 0,-7 3-1 0,1-1 5 15,-8 1-1-15,15-4-2 0,-15 4 6 0,12-1-4 16,-4-1 5-16,-8 2-8 0,10-2-9 0,-3 1 6 16,-7 1 9-16,11-4-4 0,-5 4 4 0,-6 0-9 15,11-4 5-15,-11 4-1 0,9-3 1 0,-9 3-1 16,11-3 1-16,-6 3-2 0,-5 0 3 0,8-3 4 15,-8 3-4-15,8-4 6 0,-8 4-2 0,7-2-1 16,-7 2 1-16,9-1-3 0,-9 1 3 0,8-3-1 16,-8 3-4-16,9-3 3 0,-9 3 2 0,7-3-5 15,-7 3 5-15,9-2-1 0,-3 0 2 0,-6 2-11 16,11-3 8-16,-6 0 0 0,-5 3-5 0,8-3 12 16,-8 3-2-16,8-4-9 0,-8 4 1 0,11-3 2 15,-11 3-6-15,9-2 3 0,-4-1-2 0,-5 3 2 16,13-4 5-16,-7 2-10 0,1 0 4 0,-7 2 2 15,12-3-4-15,-8 1 3 0,4 0 0 0,0-1 3 16,-8 3-7-16,11-6 9 0,-1 2-5 0,1 1 0 16,-5 1-3-16,4-2 4 0,-4 1-1 0,1 2 3 15,-1-3 0-15,-6 4-9 0,13-4 7 0,-7 3 10 16,0-3-10-16,-6 4 0 0,10-5-1 0,-5 4-1 16,-5 1-1-16,11-4-1 0,-11 4 5 0,8-3 0 15,-8 3-2-15,7-5 3 0,-7 5-2 0,8-3 2 16,-8 3 1-16,7-6-4 0,-7 6 3 0,6-2 2 15,-6 2 0-15,7-5-7 0,-7 5 2 0,5-5 6 16,1 1-7-16,-6 4 2 0,6-7-1 0,-6 7 2 16,8-6-3-16,-5 3 3 0,-3 3 3 0,7-5-5 15,-7 5 7-15,4-6-2 0,-4 6-1 0,8-8 1 16,-8 8 2-16,5-6-1 0,-2 1-1 0,-3 5-4 16,6-6 2-16,-6 6 1 0,4-7-1 0,-4 7-2 15,5-7 2-15,-5 7-3 0,6-7 1 0,-6 7-1 16,5-5 1-16,-5 5 5 0,6-7-4 0,-6 7 13 15,3-7-12-15,-3 7-2 0,6-8 3 0,-6 8-2 16,2-9-1-16,-2 9 3 0,4-8-1 0,-4 8 1 16,2-8-1-16,-2 8 0 0,5-9-4 0,-3 4 5 15,-2 5-5-15,4-9 3 0,-4 9-5 0,2-9 4 16,-1 3-1-16,-1 6 4 0,2-12 2 0,-2 12-1 16,4-7-5-16,-4 7 3 0,1-10-3 0,-1 10 2 15,2-6 2-15,-2 6-7 0,4-7 6 0,-4 7-7 16,3-6-1-16,-3 6 8 0,0 0-3 0,2-10-1 15,-2 10-1-15,2-7 5 0,-2 7-8 0,2-7 0 16,-2 7 5-16,0-8 4 0,0 8 2 0,3-7-4 16,-3 7-6-16,1-9 9 0,-1 9-9 0,3-8 5 15,-3 8 2-15,2-8-3 0,-2 8 3 0,1-7-3 16,-1 7 0-16,3-7 1 0,-3 7-2 0,3-9 2 16,-3 9 1-16,1-7-1 0,-1 7 3 0,1-8-3 15,-1 8 1-15,4-8-2 0,-4 8 2 0,4-6-2 16,-4 6-2-16,2-8 2 0,-2 8-4 0,3-8 3 15,-3 8 0-15,1-6-3 0,-1 6 3 0,3-7-2 16,-3 7 5-16,0 0-3 0,0 0-3 0,2-10 6 16,-2 10 0-16,2-9-1 0,-2 9-1 0,0 0-3 15,3-7 6-15,-3 7-6 0,2-8 5 0,-2 8-4 16,2-9-5-16,-2 9 2 0,3-5 4 0,-3 5 1 16,2-9 7-16,-2 9-9 0,5-8 1 0,-5 8-2 0,4-7 6 15,-4 7-2-15,3-8-3 0,-3 8 3 16,4-7-5-16,-4 7 0 0,3-6-14 0,-3 6-6 15,4-7-8-15,-4 7-17 0,4-7-21 0,-4 7-11 16,3-8-18-16,-3 8-25 0,1-7-25 0,-1 7-21 16,0 0-28-16,0 0-15 0,1-10-19 0,-1 10-181 0,0 0-448 15,0 0 199-15</inkml:trace>
  <inkml:trace contextRef="#ctx0" brushRef="#br0" timeOffset="56532.02">20316 5970 75 0,'0'0'194'0,"1"-7"-3"16,-1 7-9-16,0 0-15 0,0 0-16 0,0 0-14 15,-1-10-21-15,1 10-8 0,0 0-17 0,0 0-9 16,0 0-8-16,0 0-11 0,10 23-5 0,-5-13-1 16,-2 3-2-16,-1-4-10 0,2 2 0 0,0 1-2 15,-2-1-4-15,1 0 4 0,-2 0-8 0,-1-1-1 16,3-1-1-16,-2 1-5 0,-1-4-4 0,0-6 1 15,3 12 0-15,-2-8-3 0,-1-4-1 0,0 0 1 16,1 10 9-16,-1-10 6 0,0 0 11 0,1 9 9 16,-1-9 5-16,0 0 5 0,0 0-1 0,0 0-8 15,0 0-4-15,0 0-7 0,0 0-3 0,0 0-4 16,0 0-5-16,0 0-2 0,-1-29 1 0,1 23-4 16,3-4-6-16,-1-1-4 0,2-1-3 0,1-3-5 15,-1 3 1-15,4-3 1 0,1 0-6 0,-2 1-2 16,5 0 1-16,-3 0-7 0,-2 2 4 0,4 4-5 15,-4-1 0-15,1 2 1 0,1 1 0 0,-2 2-5 16,4 1-2-16,-5 0 3 0,3 0-1 0,-9 3-1 16,14 1 1-16,-14-1-2 0,13 2 0 0,-5 1 1 15,-1 3-2-15,1 1 5 0,-2-1-1 0,2 4 1 16,-3-2-1-16,0 1 2 0,-1 0 1 0,1 0-3 16,-1 1 5-16,1 0-5 0,-1 1 3 0,0-3 0 15,-3 0 4-15,2 2-4 0,-1-2 3 0,-2 1-22 16,3 1-28-16,-3-2-32 0,0 0-42 0,0-8-48 15,0 11-52-15,-2-4-180 0,2-7-434 0,0 0 192 16</inkml:trace>
  <inkml:trace contextRef="#ctx0" brushRef="#br0" timeOffset="56915.66">20851 6008 143 0,'0'0'159'0,"0"0"-12"0,0 0-20 16,0-9-3-16,0 9-12 0,0 0-11 0,0 0-10 16,-9-7-5-16,9 7-10 0,-6-3-5 0,6 3 1 15,-9-3-6-15,9 3 1 0,0 0-2 0,-12-3 2 16,12 3 0-16,-9-4 2 0,9 4 0 0,-10-2 4 15,10 2 6-15,-6-3 3 0,6 3 1 0,0 0-3 16,0 0 1-16,-9-1-7 0,9 1-8 0,0 0 1 16,0 0 8-16,0 0-16 0,0 0-9 0,0 0-3 15,0 0-4-15,0 0-8 0,0 0 2 0,17-9-8 16,-6 5-2-16,2 1-2 0,-2 3-5 0,2-3-1 16,7 0-2-16,-7 2-2 0,-1-1-21 0,2 1-22 15,-4 0-20-15,3 3-22 0,-4-2-17 0,0 0-33 16,0 0-25-16,-9 0-31 0,15 0-12 0,-10 2-19 15,-5-2-108-15,9 3-340 0,-9-3 150 0</inkml:trace>
  <inkml:trace contextRef="#ctx0" brushRef="#br0" timeOffset="57231.94">20890 5879 94 0,'0'0'159'0,"-2"-6"3"0,2 6-1 0,0 0-7 16,-4-7-3-16,4 7-11 0,0 0-2 0,-2-9 2 15,2 9 2-15,0 0-1 0,0 0-14 0,0 0-6 16,0 0-13-16,0 0-11 0,-1-7-8 0,1 7-9 15,0 0-15-15,0 0-11 0,0 0-5 0,0 0-7 16,0 0-1-16,0 0-4 0,0 26-6 0,0-15-4 16,0 1-1-16,1 6-6 0,-4-1 2 0,3 0-5 15,-1 2 5-15,1 6-5 0,-1-1-2 0,-1-5-41 16,2 6-44-16,-1 1-40 0,1-9-56 0,-1 5-221 16,-2-4-418-16,-1 2 186 0</inkml:trace>
  <inkml:trace contextRef="#ctx0" brushRef="#br0" timeOffset="61765.32">15262 6373 25 0,'0'0'27'0,"0"0"2"0,-8 1-8 0,8-1 0 16,0 0-5-16,0 0 3 0,-11 4-6 0,11-4 1 15,0 0-1-15,-6 1-4 0,6-1 0 0,0 0-2 16,0 0 3-16,-10 1 4 0,10-1-2 0,0 0-4 0,-9 2 5 15,9-2 3-15,0 0-1 0,-12 0 0 16,12 0 3-16,0 0 6 0,-13 0-1 0,13 0-1 16,-7 0 3-16,7 0-2 0,0 0 3 0,0 0 0 15,-11 0-2-15,11 0 2 0,0 0-9 0,0 0 0 16,0 0 2-16,0 0 1 0,0 0 5 0,-8 2-8 16,8-2 6-16,0 0 9 0,0 0-8 0,0 0 7 15,0 0-6-15,0 0 2 0,0 0-1 0,0 0-11 16,0 0 10-16,0 0-11 0,0 0 4 0,0 0-5 15,0 0 2-15,28-1-1 0,-28 1 2 0,15 0-5 16,-9-1 3-16,5 1 1 0,-1-2 2 0,1 0-5 16,2 1-2-16,0-1 8 0,0 1-2 0,1 0-5 15,-1 1-2-15,6-1-3 0,-3-1 9 0,3 2-5 16,1 0-1-16,-2 0-4 0,1 0-3 0,-1-2 5 16,2 2 5-16,0-1 3 0,1 1-17 0,-2 0 0 15,3 0 10-15,-3-1-4 0,3-1-3 0,-3 2-7 16,1 0 4-16,2 0 5 0,0 0 2 0,6 0-8 0,-8-1 5 15,10 1-4-15,-8 0 2 0,4-2 1 0,4 1 4 16,-1 0-3-16,2 1-2 0,-1-2-2 16,1 1 7-16,0 1-1 0,1-1-2 0,-2 0-5 15,2 1 4-15,-1 0 0 0,0 0-3 0,1 0 2 16,-2 0-2-16,2 0-7 0,2 0 0 0,-3-1 2 0,1 2-14 16,2-4-3-16,-1 3-3 0,-1 0-5 0,0 2-8 15,-1-2-5-15,-2 1-15 0,-2-1-16 16,-4-1-71-16,-3 2-159 0,-2-2 72 0</inkml:trace>
  <inkml:trace contextRef="#ctx0" brushRef="#br0" timeOffset="62433.68">16428 6366 3 0,'0'0'61'16,"0"0"-8"-16,0 0 1 0,0 0-9 0,0 0-5 15,0 0 2-15,0 0 1 0,0 0-11 0,0 0 4 16,0 0 2-16,0 0-4 0,0 0-4 0,0 0-4 16,0 0 5-16,26-6 8 0,-26 6-19 0,10-1 8 15,-4-2-1-15,-6 3 2 0,13 0-5 0,-2-1 0 16,0 1 9-16,-1-1 0 0,4 1-8 0,-1 0-2 16,6-1 2-16,-1-2-10 0,3 2 5 0,0 1 7 15,-1-2-7-15,2 2-8 0,0-1-2 0,6 1 1 16,0-1 3-16,-7 1 2 0,5 1-8 0,2-1 10 15,1 0-8-15,-3 0-2 0,2 0 1 0,2 1-2 16,-1 1 13-16,1-4-6 0,-1 4-3 0,-1-4-11 16,2 1 13-16,2 2-3 0,-2-2 3 0,3 0-9 15,-2 1 0-15,1-1 6 0,-1 1-6 0,2 0-4 16,-1-1 4-16,-1-1-5 0,2 1 0 0,0-3 5 16,0 2 0-16,-1-1-3 0,1-1 0 0,1 2-2 15,-1 1 0-15,-1-2-2 0,1 2 0 0,-1 0 1 16,-1 0-2-16,-3 1-6 0,-1-4-7 0,-6 1 2 15,1 2-8-15,-4 1-3 0,1-2-5 0,-2 2-11 16,-3 0-12-16,-3 0-5 0,1 0-7 0,-1-2-14 16,-11 2-51-16,13 2-141 0,-13-2 63 0</inkml:trace>
  <inkml:trace contextRef="#ctx0" brushRef="#br0" timeOffset="63015.44">17592 6313 19 0,'0'0'70'0,"10"-2"-2"0,-10 2 2 0,16 2-2 15,-16-2-6-15,19 0 3 0,-9-2 9 0,3 2-19 16,-13 0-5-16,24 0-1 0,-10-1 4 0,6 1-13 16,-1-2 11-16,1 0-3 0,2 4-4 0,5-4 0 15,1 2-5-15,0 0-1 0,1 0-7 0,1-1 3 16,-1-1-6-16,0 1-5 0,1-1 9 0,-1-1-3 16,1-1-7-16,0 2 5 0,1 0-4 0,0 2 2 15,-1-3-3-15,0 1 1 0,-1 2-1 16,3-1-10-16,-1 1 3 0,-2-1 0 0,-1-2-3 0,2 2 0 15,-3 1-7-15,3-1-3 0,0 1 10 0,0-3-7 16,2 1 5-16,0 2 6 0,0-3-15 0,-2 1 12 16,-1 0-3-16,-1 2-6 0,0-2-4 0,0 2 5 15,-6-3-6-15,-3 3 2 0,9-1-3 16,-9-1 4-16,2 2-14 0,-3 0 6 0,-4 2-20 16,0-4-5-16,-1 2-9 0,-1 0-25 0,-1-2 0 0,-2 1-16 15,-9 1-14-15,14-1-4 0,-14 1-65 0,7 1-175 16,-7-1 77-16</inkml:trace>
  <inkml:trace contextRef="#ctx0" brushRef="#br0" timeOffset="63415.21">18865 6248 42 0,'0'0'76'0,"0"0"-6"0,0 0 5 0,0 0-20 15,0 0 3-15,0 0-3 0,0 0 2 0,0 0-6 16,0 0 1-16,0 0-10 0,27 3 1 0,-18-3-2 16,1 0 7-16,2-1-5 0,2 1-1 15,4 1 1-15,3-1 14 0,7 2-20 0,3-2 0 0,0 0-4 16,3 1 1-16,1-2-7 0,-1 1-5 0,1-2-6 15,-1 2 9-15,2 0-9 0,-3 2 9 0,2-2-5 16,1 1 3-16,-3-1-10 0,0 0 5 0,-1 1 2 16,1-1-1-16,2 2-3 0,-1-2 5 15,-2 0-5-15,-1 0-3 0,-1 0-4 0,0 0 4 16,-1 0 0-16,-1 0-1 0,-2 3-3 0,-4-3 1 0,-1 0-3 16,-1 1 1-16,-1-2 1 0,-1 1-3 0,-2 0 4 15,0 0-3-15,-4 0-1 0,-1 1-11 0,-1-1-4 16,-4 0-15-16,-6 0-4 0,13 0-14 15,-13 0-12-15,11-2-19 0,-11 2-12 0,0 0-23 16,6-2-74-16,-6 2-198 0,0 0 88 0</inkml:trace>
  <inkml:trace contextRef="#ctx0" brushRef="#br0" timeOffset="63734.61">19848 6250 44 0,'0'0'109'0,"23"5"-2"16,-15-5-3-16,2 2-6 0,-3-2-3 16,2 0 0-16,-9 0-12 0,21 0-7 0,-11 0-1 0,1 0-8 15,0 0-1-15,-1 0-8 0,3 0 3 16,-4 0-17-16,1 0 0 0,1 0-10 0,-3 0-3 15,-8 0 1-15,17 0 9 0,-7 0-7 0,-2-2-13 16,1 4-4-16,-1-2-4 0,-8 0-11 0,13 0-17 16,-13 0-10-16,13 0-4 0,-13 0-9 0,12 0-6 0,-12 0-3 15,10-2-13-15,-10 2-1 0,6-1-7 16,-6 1-6-16,0 0-3 0,12 1-3 0,-12-1-2 16,0 0-44-16,0 0-135 0,5 2 60 0</inkml:trace>
  <inkml:trace contextRef="#ctx0" brushRef="#br0" timeOffset="63881.15">20147 6261 76 0,'0'0'1'0,"0"0"10"0,0 0 2 0,0 0 7 16,0 0 10-16,0 0-4 0,0 0 1 0,0 9 16 16,0-9 3-16,0 0 5 0,0 0 9 0,0 0-14 15,14 2 6-15,-14-2-1 0,0 0-7 16,13 2 1-16,-13-2-4 0,11 0-12 0,-11 0 5 16,18 0-1-16,-18 0-4 0,14 0-26 0,-14 0-14 15,18 0-18-15,-18 0-16 0,18-2-17 0,-12 2-49 16,-6 0-120-16,12-2 53 0</inkml:trace>
  <inkml:trace contextRef="#ctx0" brushRef="#br0" timeOffset="65131.62">17002 6074 95 0,'0'0'138'0,"0"-10"3"16,0 10-4-16,0 0-4 0,0 0-8 16,0 0-13-16,0 0-8 0,0 0-12 0,0 0-12 0,0 0-7 15,0 0-9-15,0 0-10 0,0 0-8 0,0 0 4 16,0 0-14-16,-9 19-2 0,5-6-3 0,-5 5 0 16,3 5-3-16,-5 4 9 0,-1 2 3 15,-2 2 5-15,-2 2-4 0,2-2-5 0,-6 13 0 0,0-2-1 16,1-11 3-16,3 1-2 0,-2-1-4 0,0-2-1 15,0 2 2-15,-2 0 2 0,3-4 0 0,-2 1-7 16,1-1 0-16,3-5-4 0,2 0 2 0,3-5-6 16,1 0-1-16,2-4-2 0,0-3-1 15,0 5-2-15,2-4-1 0,0-3-1 0,0 1 2 0,2-3-3 16,1-4-2-16,2-2-15 0,-4 11-7 0,4-11-15 16,-4 6-13-16,4-6-26 0,0 0-33 0,0 0-36 15,-8 7-28-15,8-7-138 0,0 0-327 0,0 0 144 16</inkml:trace>
  <inkml:trace contextRef="#ctx0" brushRef="#br0" timeOffset="65466.18">16958 6191 30 0,'0'0'117'16,"0"0"-11"-16,0 0-8 0,0 0-1 0,0 0-5 16,-6-12-10-16,6 12-4 0,0 0-9 0,-8-4 0 15,8 4-11-15,-7-1 3 0,7 1-10 0,0 0-5 16,-17 4 1-16,12-1-1 0,5-3-11 0,-10 2 0 15,3 0-2-15,-2 1-1 0,-1 2-8 0,0 1 1 16,-3-3-5-16,-1 6 3 0,-2-2-6 0,5-1 2 16,1 1-10-16,0-2-17 0,2 0-23 0,-1 1-20 15,1 0-14-15,1 0-27 0,0-2-104 0,2 0-211 16,5-4 93-16</inkml:trace>
  <inkml:trace contextRef="#ctx0" brushRef="#br0" timeOffset="65651">17025 6140 29 0,'6'-2'162'0,"-6"2"-4"16,13-1-13-16,-4 1-10 0,-9 0-15 0,19 0-6 16,-10 1-15-16,1-1-8 0,-1 3-13 0,3 0-6 15,-2 2-10-15,0 0-2 0,2 0-24 0,-3 2-37 16,1 1-30-16,1 0-41 0,0 1-31 0,-2 2-90 15,-2-3-208-15,-1 1 93 0</inkml:trace>
  <inkml:trace contextRef="#ctx0" brushRef="#br0" timeOffset="66282.06">16533 7047 171 0,'0'0'208'15,"-2"-9"-13"-15,2 9-16 0,0 0-18 0,0 0-23 16,2-7-13-16,-2 7-10 0,0 0-15 0,0 0-10 15,0 0-10-15,15 22-4 0,-11-12-10 0,2 0-6 16,-1 5-7-16,1 0-1 0,0 0-7 0,-3-2-2 16,0-2-3-16,1 1-3 0,0-1-5 0,-3-3-5 15,2-1 5-15,-2-1-5 0,-1-6 5 0,4 9 11 16,-3-4 10-16,-1-5 12 0,3 6 8 0,-3-6 3 16,0 0-5-16,0 0-9 0,0 0-1 0,0 0-11 15,0 0-1-15,0 0-7 0,0-25-2 0,1 15-7 16,-1-2-4-16,0-1-6 0,5-2-6 0,0-2-4 15,3 2-1-15,0-2 3 0,1-1-12 0,3 3-3 0,1-2 0 16,-1 3 0-16,2 2-2 0,-1-2 2 16,-2 7-3-16,0-1 2 0,-2 3-4 0,2 3-2 15,-1 1-2-15,1 1 6 0,-11 0-5 0,18 3 2 0,-7 3 3 16,-3 1-5-16,3 0 2 0,0 6 2 16,-3-3 5-16,1 6-6 0,-4-7 2 0,3 7 0 15,-2-2 3-15,0-1-3 0,-1 3-22 0,-2-6-23 16,-2 2-35-16,-1-1-36 0,-1 6-28 0,2-6-38 15,-2 2-38-15,-2-4-128 0,-1 1-381 0,2-3 168 0</inkml:trace>
  <inkml:trace contextRef="#ctx0" brushRef="#br0" timeOffset="66483.17">17073 7115 187 0,'0'0'190'0,"8"-3"-20"16,-8 3-14-16,0 0-13 0,10-1-16 0,-10 1-8 15,12-2-12-15,-2 2-12 0,1-3-9 0,1 2-8 0,2 1-18 16,-1-2-28-16,1 1-45 0,-1-2-52 0,4 1-42 16,-6-2-121-16,0 4-246 0,2-4 108 0</inkml:trace>
  <inkml:trace contextRef="#ctx0" brushRef="#br0" timeOffset="66748.5">17493 6916 17 0,'0'0'233'0,"-10"-6"-12"0,5 2-4 0,-2 0-15 15,-3 2-16-15,-1 1-12 0,0 1-19 0,1 1-15 16,-1 4-14-16,-3-1-9 0,0 5-13 15,-1 2-11-15,1 2-7 0,0 1-9 0,2 0-4 0,2 2-8 16,1 0-6-16,2 0-5 0,-1 0-8 16,4-3-2-16,3-1-8 0,1 0-3 0,1 3 0 0,1-8-4 15,4 6-9-15,0-4-13 0,1 1-17 0,1-3-23 16,3 2-17-16,0-3-31 0,2-2-31 0,4 1-25 16,-2-2-27-16,2-3-18 0,0 0-131 15,0-3-340-15,0-3 151 0</inkml:trace>
  <inkml:trace contextRef="#ctx0" brushRef="#br0" timeOffset="67437.08">17666 6886 50 0,'2'-13'192'0,"0"3"-1"16,-1 0 7-16,1 4 7 0,0 1-5 0,-2 5-16 16,3-11-18-16,-3 11-21 0,2-7-20 0,-2 7-13 15,0 0-11-15,0 0-9 0,0 0-7 0,8 26 0 16,-7-9-1-16,-1 3-8 0,2-1-12 0,-4 0-1 15,4 1-4-15,-1 5-1 0,-1-7-6 16,2-3-7-16,-2-2-1 0,0-1-6 0,0 1-4 0,2-3-1 16,-2-1-4-16,0-1 1 0,1-2-5 0,-1-6-2 15,0 12-1-15,0-12 3 0,0 0-2 0,-1 10-2 16,1-10 7-16,0 0-2 0,1 6 7 0,-1-6 1 16,0 0-6-16,0 0-5 0,0 0-1 0,0 0-3 15,0 0-10-15,0 0-1 0,12-27-10 0,-7 16-4 16,2 0-1-16,3-4 0 0,5 5 1 0,-1-2-4 15,-2 2 1-15,-1 3 1 0,0 3-2 0,-2-2 1 16,1 3-2-16,-2 2-5 0,0 1 5 0,-8 0-1 16,13 3-1-16,-6 1 2 0,-2 1 4 0,3 3-2 15,-2-1 5-15,2 0-2 0,0 2 3 0,-1 0-3 16,0-1 6-16,-1 0 0 0,3-1 0 0,-3 2 3 16,3-3-3-16,0 1 1 0,1-3-2 0,1 0-6 15,0-1-4-15,2-3-1 0,1 0 6 16,0 0-3-16,-1-3 1 0,2 2-3 0,-2-2 5 0,0 1 1 15,0-4 1-15,-3 2 0 0,2-1-2 0,-1 0 3 16,-2-3 2-16,0 1 3 0,0 0-4 0,-2-1 2 16,-1-1 1-16,0 2-2 0,-1-1 4 0,-1-1 8 15,-2 3 14-15,1 0-2 0,-3 6 2 0,2-10-3 16,-2 10-3-16,-1-9-3 0,1 9-2 0,0 0 3 16,-9-6-5-16,9 6 4 0,-15 3 0 0,5 2-3 15,-1-2 0-15,-1 5 1 0,0-1-3 0,1 0 1 16,3 1-6-16,-1-2 0 0,3-2-3 0,2 2 2 15,-1-2-3-15,5-4 4 0,-4 10-6 0,4-10 2 16,-1 9 2-16,1-9 2 0,0 0-2 0,5 10-4 16,-5-10-2-16,12 2 1 0,-4-1-2 0,0-1 5 15,-8 0-6-15,14 0 4 0,-14 0-5 0,17-1 1 16,-10 0 0-16,-7 1 1 0,12-1 0 16,-12 1-5-16,9 1 2 0,-9-1-4 0,10 2 4 0,-10-2 2 15,7 2-4-15,-7-2 5 0,8 5-3 0,-5-1 2 16,-3-4-1-16,7 9 3 0,-3-4-4 0,1-1-19 15,-1 0-17-15,0 3-24 0,0-1-22 0,0-1-31 16,-3 0-40-16,4 0-34 0,-2 0-36 0,2 0-146 16,-5-5-406-16,3 7 181 0</inkml:trace>
  <inkml:trace contextRef="#ctx0" brushRef="#br0" timeOffset="67816.19">18368 7011 84 0,'1'-9'229'0,"-1"9"-16"0,0 0-19 0,3-9-22 16,-3 9-20-16,0 0-17 0,0 0-13 0,0 0-11 15,0 0-1-15,0 0-14 0,0 0-8 0,5 21-6 16,-4-11-7-16,0-2-2 0,-1 1-3 0,2 0-3 16,-2-2-9-16,0-7 7 0,0 12-13 0,0-12 0 15,0 9-11-15,0-9 2 0,-3 8-1 0,3-8 5 16,0 0 3-16,1 7 5 0,-1-7 2 0,0 0 5 15,0 0-6-15,0 0-6 0,0 0-2 0,0 0 0 16,0 0-5-16,0 0-3 0,0 0-10 0,7-20-1 16,-5 11-4-16,4-1 3 0,-1-2-9 0,6 1-3 15,-4-2-4-15,3 1 1 0,-1 1-3 0,-2 1-1 16,2 3-1-16,0-1-3 0,-2 2 2 0,-2 2-7 16,0 0-4-16,-5 4 2 0,9-5-2 0,-9 5-3 0,0 0 7 15,14 5-6-15,-14-5 0 0,6 9 8 16,-3-2-7-16,1 0 1 0,-2 0 3 0,1 6 1 15,1-3 0-15,-3 0 6 0,1 2-7 0,-2-2-22 16,2 2-35-16,-2-1-24 0,-2-1-40 0,0 2-45 0,2-5-41 16,2 5-210-16,-2-6-451 0,0-6 200 15</inkml:trace>
  <inkml:trace contextRef="#ctx0" brushRef="#br0" timeOffset="68399.7">18773 7001 157 0,'4'-5'225'0,"-4"5"-25"0,0 0-20 0,0 0-9 15,0 0-4-15,0 0-4 0,0 0-13 0,0 0-14 16,0 0-9-16,5 20-13 0,-5-20-6 0,0 11-9 0,0-4-7 16,0-7-11-16,0 10-3 0,0-10-7 15,-1 10-8-15,1-10-4 0,0 0-3 0,0 10-2 16,0-10-3-16,0 0-4 0,-4 6 5 0,4-6-1 15,0 0-1-15,0 0 9 0,0 0-5 0,0 0 1 0,0 0-3 16,0 0-1-16,1 9-5 0,-1-9-5 0,0 0-2 16,0 0-8-16,0 0-2 0,0 0-7 0,0 0-1 15,12-20-7-15,-6 14-8 0,2-3-4 16,-1 2-4-16,2-2 4 0,2 2-4 0,0 1-1 16,-1 1-3-16,-1 1 2 0,1-1-2 0,-1 3-1 0,-1 2-2 15,-8 0 4-15,17 2-4 0,-10 0 5 16,1 1-4-16,2 3 2 0,-1-3-2 0,-2 1 8 15,2 2-4-15,-1 1 8 0,1-1-4 0,1-2 4 16,1 3-7-16,-2-3 7 0,1-1-1 0,3 1 2 16,-2-1 1-16,3-2 2 0,-1 0 3 0,0-2-5 0,5 1-2 15,-7-4 2-15,3 1 0 0,2 1-1 16,-4-3 2-16,-3 0 1 0,2-2-2 0,-2 3 0 0,-3-2 0 16,-1 2-3-16,0-2 5 0,2 0-2 15,-1-4-1-15,-3 4 6 0,-1-4-4 0,1 2-4 0,-2 0 1 16,3 3-3-16,-4 5-1 0,-1-14 2 0,1 14 0 15,-3-8-1-15,3 8-4 0,-5-8 1 16,0 4 0-16,5 4-6 0,-14 0 2 0,14 0 0 0,-14 1-1 16,4 5 4-16,0-2-2 0,0 3-4 0,0 0 2 15,1 1 4-15,3 2-2 0,-1-1 1 16,5 1 3-16,-1 0-3 0,1 0-2 0,0-1 5 16,4 1-21-16,-1-4-14 0,4 2-29 0,1 0-31 0,2-3-37 15,2 1-41-15,7-2-41 0,5-2-29 0,-3 1-145 16,0-3-421-16,-1 0 187 0</inkml:trace>
  <inkml:trace contextRef="#ctx0" brushRef="#br0" timeOffset="68586.1">19513 6863 73 0,'3'-6'270'0,"-1"0"3"15,-2 6-15-15,4-7-18 0,-4 7-24 0,3-6-30 16,-3 6-19-16,0 0-9 0,0 0-13 0,0 0-11 15,-2 23-8-15,1-7-10 0,0 3-9 0,1 5-10 16,-2 0-9-16,-3 1-8 0,4-1-6 0,0-4-27 16,1 4-31-16,-3-5-44 0,3 7-46 0,-1-8-54 15,5-1-69-15,-4-2-211 0,0-1-441 16,1-3 195-16</inkml:trace>
  <inkml:trace contextRef="#ctx0" brushRef="#br0" timeOffset="74500.73">13650 5782 4 0,'0'0'26'0,"0"0"0"0,0 0-6 0,0 0-1 15,0 0 0-15,0 0-1 0,0 0 8 0,0 0-8 16,0 0 0-16,0 0-4 0,0 0 0 0,0 0 5 0,0 0 2 16,0 0-7-16,0 0 5 0,0 0-8 0,0 0 4 15,0 0-2-15,0 0 5 0,0 0-8 16,0 0-2-16,0 0 10 0,0 0-9 0,0 0-4 16,0 0 6-16,0 0-2 0,0 0-3 0,0 0 9 15,0 0-13-15,0 0 6 0,0 0-3 0,0 0-5 16,0 0 3-16,0 0-1 0,0 0 4 0,0 0-6 15,0 0 4-15,0 0-2 0,0 0-5 0,0 0 0 16,0 0 1-16,0 0-1 0,0 0 0 0,0 0-2 16,0 0-1-16,0 0-2 0,-13-2-7 0,13 2 3 15,0 0 4-15,0 0-5 0,0 0 4 0,0 0-2 16,0 0-1-16,0 0-4 0,0 0 5 0,0 0-5 16,0 0-3-16,0 0-6 0,0 0 0 0,-10 2 2 15,10-2 2-15,0 0-14 0,0 0-37 0,0 0 16 16</inkml:trace>
  <inkml:trace contextRef="#ctx0" brushRef="#br0" timeOffset="74759.2">13601 5770 1 0,'0'0'7'15,"0"0"-2"-15,0 0 1 0,0 0 0 0,0 0 2 16,0 0-5-16,0 0 3 0,0 0-3 0,22 7-3 16,-22-7-3-16,0 0 3 0,0 0 0 0,0 0-7 15,0 0-9-15,7 3 25 0,-7-3-11 0,0 0-3 16,0 0-4-16,0 0 2 0</inkml:trace>
  <inkml:trace contextRef="#ctx0" brushRef="#br0" timeOffset="75063.11">13643 5785 9 0,'0'0'9'0,"0"0"-3"16,0 0 2-16,0 0-1 0,0 0 1 0,0 0-1 16,0 0 4-16,0 0 0 0,0 0 1 0,0 0-1 15,0 0-1-15,0 0-8 0,0 0 11 0,0 0-6 16,0 0 5-16,0 0 5 0,0 0-3 0,0 0 9 15,4 4 2-15,-4-4 0 0,0 0 0 0,0 0 10 16,0 0 11-16,0 0-18 0,0 0 2 0,0 0-1 16,0 0-2-16,0 0 6 0,0 0 6 0,0 0-5 15,0 0 0-15,0 0 6 0,0 0-7 0,0 0 2 16,0 0 0-16,0 0-3 0,0 0-10 0,0 0 10 16,0 0-7-16,0 0-4 0,0 0 0 0,0 0-7 15,0 0 1-15,0 0 4 0,0 0-13 0,0 0-1 16,0 0 6-16,0 0 0 0,0 0-11 0,0 0-4 15,0 0 0-15,0 0-3 0,3-14-5 0,-3 14-5 16,0 0-5-16,0 0 5 0,0 0-26 0,0 0-1 16,0 0-19-16,0 0-63 0,0 0-135 0,0 0 60 15</inkml:trace>
  <inkml:trace contextRef="#ctx0" brushRef="#br0" timeOffset="78592.62">13697 5753 7 0,'0'0'21'0,"0"0"2"0,0 0-5 0,0 0 1 15,0 0 2-15,0 0-9 0,-10 2-2 0,10-2 5 16,0 0 2-16,0 0-5 0,0 0 3 0,0 0 3 0,0 0 3 15,0 0 0-15,0 0 4 0,0 0-4 16,0 0 11-16,0 0-25 0,0 0 7 0,0 0 2 0,0 0-6 16,-10 2-1-16,10-2-1 0,0 0-2 15,0 0 5-15,0 0 1 0,0 0-4 0,0 0 2 16,0 0-4-16,-7 3 5 0,7-3-9 0,0 0 1 16,0 0 0-16,0 0 4 0,0 0-3 0,0 0-1 15,0 0 6-15,-6 3-10 0,6-3 5 0,0 0 0 16,0 0-9-16,0 0 5 0,0 0 3 0,0 0-6 15,0 0 5-15,0 0-5 0,0 0 3 0,0 0 4 16,0 0-7-16,0 0 1 0,0 0 0 0,0 0 6 16,0 0-4-16,0 0-1 0,0 0 5 0,-6 5 7 15,6-5-1-15,0 0 2 0,0 0-4 0,0 0 8 16,0 0 1-16,0 0-1 0,0 0 1 0,0 0-9 16,0 0 6-16,0 0-1 0,0 0 9 0,0 0-14 15,0 0 12-15,0 0-2 0,0 0-1 0,0 0 3 16,0 0-5-16,0 0 3 0,0 0 0 0,0 0 5 15,0 0-15-15,0 0 12 0,0 0-3 0,0 0-11 16,0 0 2-16,0 0 2 0,0 0-7 0,0 0 7 16,0 0-11-16,0 0 6 0,0 0 5 0,0 0-2 15,0 0-2-15,0 0-3 0,0 0 1 0,0 0 5 16,0 0-2-16,0 0-5 0,0 0 10 0,0 0-4 16,0 0-11-16,0 0 17 0,0 0-4 0,0 0-3 15,-4 6 7-15,4-6-11 0,0 0 2 0,0 0 2 16,0 0 0-16,0 0 0 0,0 0 1 0,0 0-3 15,0 0 5-15,0 0-5 0,0 0-1 0,0 0 0 16,0 0 15-16,0 0-26 0,0 0 8 0,0 0-2 16,0 0 3-16,2 11-11 0,-2-11 13 0,0 0 2 15,0 0-4-15,0 0-2 0,0 0 3 0,0 0-3 16,0 0-3-16,0 0 3 0,0 0 0 0,0 0 2 16,0 0 1-16,0 0 3 0,5 7-3 0,-5-7 1 15,0 0-5-15,0 0 5 0,0 0-7 0,0 0 6 16,0 0-5-16,0 0-3 0,0 0 13 0,0 0-5 15,0 0 14-15,0 0-20 0,0 0 1 0,0 0-1 16,0 0-8-16,0 0 10 0,0 0 2 0,0 0 3 16,0 0-5-16,0 0 1 0,0 0 2 0,0 0 2 15,0 0-2-15,0 0-15 0,0 0 25 0,0 0 2 16,0 0-19-16,0 0 27 0,0 0 1 0,0 0 5 16,0 0 2-16,0 0-4 0,0 0 6 0,0 0-1 15,0 0 4-15,0 0 4 0,0 0 1 0,0 0-8 16,0 0-1-16,0 0-3 0,0 0 0 0,0 0-3 15,0 0-6-15,0 0 0 0,0 0 3 0,0 0-3 16,0 0 0-16,0 0-2 0,0 0-2 0,0 0-3 16,0 0 2-16,3-25-4 0,-3 25-2 0,0-8 0 15,0 8-2-15,-3-10 1 0,3 10 1 0,0-10-3 16,0 10 1-16,0-10 1 0,0 10-2 0,-3-10-1 16,3 10 3-16,0-12-3 0,0 12 2 0,0-9 10 15,0 9-1-15,0-9 0 0,0 9-1 0,0 0-7 16,-2-13-2-16,2 13 3 0,2-9-2 0,-2 9 2 15,3-10-2-15,-3 4 5 0,0 6-5 0,0-11-4 16,3 5 5-16,-3 6-1 0,0 0 5 0,0-13 2 16,0 13 5-16,2-6 4 0,-2 6-4 0,0-8 3 15,0 8-5-15,0 0 2 0,2-12-9 0,-2 12 4 16,2-8-7-16,-2 8 3 0,0-9-3 0,0 9 2 16,4-8-5-16,-4 8 3 0,0-10-1 0,0 10 1 15,2-7 2-15,-2 7-6 0,3-8 2 0,-3 8 4 16,0-8-5-16,0 8 2 0,0 0-2 0,0-13 0 15,0 13 3-15,0-6 2 0,0 6-2 0,4-8-6 16,-4 8 2-16,0-8 1 0,0 8 1 0,4-7-5 16,-4 7 10-16,1-9-7 0,-1 9-1 0,3-8 3 15,-3 8-3-15,2-10 3 0,-2 10-4 0,0-5 5 16,0 5 0-16,2-8 2 0,-2 8-3 0,0 0-1 16,2-10 5-16,-2 10-1 0,0-6 1 0,0 6 0 15,0 0-2-15,4-8 0 0,-4 8-2 0,0 0-6 16,0-10 9-16,0 10-2 0,0 0-3 0,1-7 3 15,-1 7-3-15,0 0 3 0,0 0 1 0,0 0 2 16,2-7-4-16,-2 7-1 0,0 0-1 0,2-9 3 16,-2 9 0-16,0 0 1 0,0 0 2 0,0-9-2 15,0 9 0-15,0 0 2 0,0 0 0 0,2-6 2 16,-2 6-2-16,0 0 3 0,0 0 0 0,0 0-5 16,2-11-4-16,-2 11 5 0,0 0-2 0,0-6-2 15,0 6 1-15,0 0 2 0,2-10-2 0,-2 10 1 16,2-6 4-16,-2 6-1 0,1-8-9 0,-1 8 2 15,0-8-2-15,0 8 0 0,0 0 3 0,2-7-1 16,-2 7-1-16,0 0 2 0,2-9-1 0,-2 9 4 16,0 0-7-16,3-8 4 0,-3 8 3 0,0 0-2 15,2-8-3-15,-2 8 0 0,0 0 3 0,0-7 0 16,0 7-2-16,0 0 3 0,0 0-3 0,0 0 1 16,0 0 2-16,3-6-3 0,-3 6 2 0,0 0 0 15,0 0 3-15,0 0 3 0,0 0-6 0,0 0 1 16,0 0-3-16,0 0 4 0,0-10-8 0,0 10 4 15,0 0 2-15,0 0 2 0,0 0 1 0,0 0-6 16,0 0 1-16,0 0 4 0,0 0-2 0,0 0-2 16,0 0-3-16,0 0 5 0,0 0 0 0,0 0-3 15,0 0 1-15,0 0 1 0,0 0-3 0,0 0 5 16,0 0-6-16,0 0 3 0,0 0 0 0,0 0-1 16,0 0 0-16,0 0-2 0,0 0-1 0,0 0-2 15,0 0 2-15,0 0 1 0,0 0 2 0,0 0 1 16,0 0-4-16,0 0 3 0,0 0-3 0,0 0 3 15,0 0-3-15,0 0 3 0,0 0 2 0,0 0-3 16,0 0-3-16,0 0 1 0,0 0 0 0,0 0 0 16,0 0-1-16,0 0-2 0,0 0 6 0,0 0-3 15,0 0-1-15,0 0 1 0,8-1 1 0,-8 1 1 16,0 0 1-16,0 0-1 0,18 5 0 0,-18-5-1 16,11-1-3-16,-11 1 6 0,11 0 0 0,-11 0 0 15,14 0-2-15,-7 1 1 0,1-1 3 0,-8 0-1 16,19-1-1-16,-10 2 2 0,4-2-3 0,-1 0 2 15,0-1-2-15,0 2 3 0,2-2-5 0,0 1 4 16,-1 0-5-16,0-3 7 0,1 3-4 0,-1 0 1 16,1-2-1-16,-1 3-1 0,-1-3 5 0,-2 1-6 15,1 1 2-15,-1 0-1 0,-1-1 9 0,1 2-7 16,0 0-2-16,-1-4 1 0,0 3-8 0,4 0 7 16,-4 1 1-16,0-2-3 0,3 0 1 0,-3 1-3 15,-1 0 2-15,-1-1 4 0,-7 2-7 0,16-1-2 16,-5 1-1-16,0-1 1 0,-1 1 0 0,0-1 2 15,2-1-3-15,-1 2 4 0,0 0 0 0,-1 0-2 16,-4-1 4-16,5-1 1 0,1 1 0 0,-2 1-2 16,1-1 2-16,2 0 5 0,-2 1-3 0,-1-1-1 15,2-1-2-15,-1 1 0 0,-1 1 3 0,2-1-2 16,-2-1 0-16,4 2 3 0,-2-1-7 0,-3 0 3 16,1-1 0-16,1 1 2 0,0 2 0 0,0-2 1 15,-2-1-1-15,0 2-2 0,2-2-1 0,-2 1 5 16,0 0 0-16,1 0-1 0,1-2-1 0,-2 2-1 15,-3 0 1-15,-6 1-3 0,18-2 4 0,-11 1-2 16,1 0 1-16,-8 1 2 0,14-2-4 16,-7 2-3-16,3-1 0 0,-1-1 6 0,-9 2-2 0,14 0 3 15,-3 0 0-15,-3-3-1 0,1 2-2 0,-9 1 2 16,16 0 1-16,-6-2-3 0,-3 1 0 0,-7 1 2 16,16-1 2-16,-7-1-4 0,-9 2-1 0,16-2 3 15,-7 2-3-15,0-1 2 0,0 0 0 0,2-1 3 16,0 1-2-16,-4 1 6 0,-7 0-6 0,20-2 0 15,-11 2 0-15,2-1-7 0,-3 1 6 0,-2-1 3 16,-6 1-3-16,14 0 0 0,-14 0-2 0,10-1 0 16,-10 1 1-16,9 0 0 0,-9 0 0 0,7-2 5 15,-7 2-4-15,0 0 2 0,14 0-4 0,-14 0 3 16,0 0-2-16,9 2-1 0,-9-2 3 0,0 0-1 16,9 0 3-16,-9 0-2 0,7 2 0 0,-7-2-2 15,5 3 1-15,-5-3 0 0,0 0 1 0,8 1 3 16,-8-1-3-16,0 0 0 0,0 0-5 0,9 2 4 15,-9-2 0-15,0 0-1 0,8 2-1 0,-8-2 1 16,0 0 3-16,8 2 1 0,-8-2-2 0,0 0 3 16,10 3-2-16,-10-3-2 0,0 0 2 0,10 0 2 15,-10 0-3-15,0 0-1 0,9 1 3 0,-9-1 0 16,0 0-4-16,9 2 6 0,-9-2 0 0,0 0-1 16,10-2 1-16,-10 2-1 0,0 0-2 15,10 3 3-15,-10-3-2 0,0 0 1 0,7 3-2 0,-7-3-1 16,0 0 4-16,10-2 1 0,-10 2 0 0,0 0-2 15,12-1-1-15,-12 1 0 0,9-1-1 0,-9 1 2 16,0 0 1-16,11 1-3 0,-11-1-4 0,10 0 5 16,-10 0-2-16,10 0 3 0,-10 0-1 0,0 0-1 15,13-1-1-15,-13 1 0 0,13-3 2 16,-13 3 5-16,10 1-7 0,-10-1 0 0,11-1 0 0,-11 1 3 16,8 0 0-16,-8 0 2 0,9-1-6 0,-9 1 2 15,0 0-1-15,0 0 0 0,0 0 0 0,0 0 4 16,9 2-2-16,-9-2-4 0,0 0-1 0,0 0 2 15,0 0 2-15,0 0 0 0,0 0-2 0,0 0-1 16,9 0 1-16,-9 0 0 0,0 0 1 0,0 0-6 16,0 0 4-16,0 0 2 0,0 0-2 0,0 0 4 15,0 0 0-15,0 0-6 0,0 0 7 0,0 0-4 16,0 0 1-16,0 0 1 0,0 0-1 0,0 0 3 16,0 0-4-16,0 0 1 0,0 0-1 0,0 0 5 15,11 0-4-15,-11 0 5 0,0 0 6 16,0 0-1-16,0 0 0 0,0 0-2 0,0 0-1 0,8 2 0 15,-8-2 0-15,0 0 2 0,8 2-4 0,-8-2 0 16,0 0-2-16,0 0 1 0,0 0-3 0,0 0 5 16,0 0-3-16,0 0 2 0,0 0 0 0,0 0-2 15,0 0-2-15,0 0-1 0,0 0 2 16,0 0-1-16,0 0-1 0,0 0 0 0,0 0-1 16,0 0 2-16,6 2-3 0,-6-2-2 0,0 0 1 0,0 0 2 15,0 0-3-15,0 0 3 0,5 3-2 0,-5-3 4 16,0 0-4-16,0 0 2 0,0 0 3 0,2 9-3 15,-2-9 1-15,0 0 4 0,0 0-5 16,2 12 1-16,-2-12 1 0,0 0-2 0,0 0-2 16,-2 14 2-16,2-14 6 0,0 0-6 0,0 13 0 15,0-13 4-15,0 9-3 0,0-9-2 0,0 0 1 0,0 0 2 16,0 16 1-16,0-16 0 0,2 7-3 0,-2-7 1 16,0 0 0-16,0 0 2 0,1 14-1 15,-1-14-1-15,0 0 0 0,0 14 3 0,0-14-2 16,2 9 0-16,-2-9 2 0,0 0 0 0,0 15 0 15,0-15 8-15,0 9-5 0,0-9 2 0,0 10 0 16,0-10-2-16,0 0 0 0,0 14-1 0,0-14 4 0,0 0-1 16,0 15-2-16,0-15 0 0,0 7-2 15,0-7 1-15,0 0 1 0,0 0-1 0,-2 16-2 16,2-16 2-16,0 0 0 0,0 0-1 0,0 13-2 16,0-13 3-16,0 0 1 0,0 13-1 0,0-13-1 15,0 0 2-15,-1 11-3 0,1-11 4 0,0 0-6 0,-2 11 4 16,2-11 4-16,0 0-4 0,0 0 4 15,0 11 3-15,0-11-2 0,0 0-1 0,0 0-1 16,2 11 1-16,-2-11-3 0,0 0-1 0,0 0 0 16,0 12 1-16,0-12 0 0,0 0-4 0,0 0 1 15,0 0 4-15,-2 14-1 0,2-14-2 0,0 0 6 16,0 0-5-16,0 10-3 0,0-10 1 0,0 0-2 16,0 10 3-16,0-10-3 0,2 8 1 0,-2-8-3 15,0 8 4-15,0-8-2 0,0 8 3 0,0-8-2 16,0 0 3-16,0 11 1 0,0-11-4 0,1 7-2 15,-1-7 6-15,0 10-5 0,0-10-1 0,-1 8 5 16,1-8-3-16,0 8 2 0,0-8-1 0,0 0-1 16,0 13 8-16,0-13-6 0,1 7 0 0,-1-7-7 15,0 8 5-15,0-8-1 0,-1 10 1 0,1-10 1 0,3 7 6 16,-3-7-11-16,0 9 3 0,0-9 2 16,1 10-3-16,-1-10-1 0,-1 8 1 0,1-8 2 15,-3 9 0-15,3-9-1 0,1 9 3 0,-1-9-4 16,0 10 2-16,0-10-2 0,2 10 1 0,-2-10 7 15,0 9-7-15,0-9-2 0,0 9 4 0,0-9-5 16,1 8 2-16,-1-8 0 0,1 9 3 0,-1-9-1 16,3 9 3-16,-3-9-4 0,1 8 0 0,-1-8 0 15,0 0 3-15,-4 12-5 0,4-12 5 0,3 7-4 16,-3-7 2-16,0 7-1 0,0-7-2 0,0 0 4 16,0 0-1-16,0 9 5 0,0-9-7 0,0 0 1 15,0 0 1-15,0 0-5 0,0 0 5 0,-1 13 0 16,1-13-1-16,0 0-5 0,0 0 5 0,0 0 2 15,0 0-1-15,0 0 1 0,0 0 1 0,0 0-1 16,0 0 0-16,1 11 0 0,-1-11-1 0,0 0 3 16,0 0-10-16,0 0-14 0,0 0-16 0,0 0-24 15,0 0-20-15,0 0-25 0,0 0-31 0,0 0-44 16,0 0-42-16,0 0-151 0,0 0-403 0,0 0 178 16</inkml:trace>
  <inkml:trace contextRef="#ctx0" brushRef="#br0" timeOffset="80758.75">14342 3632 53 0,'-2'-7'76'0,"2"7"-1"0,0 0 16 0,0 0-13 16,0 0 1-16,0-10-2 0,0 10 5 0,0 0-3 15,0 0 4-15,0 0-7 0,0-9-8 0,0 9 2 16,0 0-2-16,0 0 1 0,0 0-2 0,-5-6 5 16,5 6-6-16,0 0-1 0,0 0-4 0,0 0 1 15,0 0-5-15,0 0 1 0,0 0-6 0,0 0 2 16,0 0-5-16,0 0-1 0,0 0-5 0,0 0-4 16,0 0-5-16,0 0-2 0,0 0-5 0,0 0-7 15,0 0-1-15,0 0-5 0,0 0 0 0,0 0-5 16,0 0 2-16,0 0-5 0,0 0 1 0,0 0 0 15,0 0-1-15,5 27 0 0,-5-18 0 0,0 1 2 16,2 1-6-16,0 1 4 0,0 1-2 0,-2-2 2 16,3 1-3-16,-2 4-2 0,-1 1 3 0,1 1 5 15,-1-1 5-15,0-1-8 0,1 0 3 0,0 2 4 16,-1-1 2-16,2-1 2 0,-2 3 0 0,2 1 5 16,-2-2-2-16,2-1-1 0,-2 3-1 0,0-4-1 15,3 3-3-15,-1-2 1 0,-1 4 9 0,0-2-5 16,2-1 0-16,-6 1 0 0,6 0-3 0,-6-2 2 15,2 1-2-15,1 1 1 0,0-1-3 0,0-1 3 16,0-2 0-16,0 0-1 0,0 2 1 0,0-1 0 16,0-3 1-16,0-3 0 0,0 0-2 0,1 3 2 15,-2-3-6-15,5 1 1 0,-7 0-3 0,2 0 8 16,1 0-4-16,1-1-4 0,-1 0-1 0,3 1 2 16,-3 0 4-16,0-1-5 0,0 0 1 15,0 1-2-15,0-11 2 0,0 22 3 0,-3-11 0 16,3 0-3-16,-2 0 1 0,0 0-1 0,2-11 0 0,1 22-2 15,0-12 0-15,-1 3 1 0,0-1-3 0,-1-1 3 16,0 5-1-16,1-6-5 0,1 3 3 0,-1-3 1 16,0 2-2-16,0 0 0 0,0-2 0 15,0 2 0-15,0-12-1 0,2 21 0 0,-2-12 0 16,1 2 2-16,2 0-1 0,-7-1 1 0,3 0-1 16,1 0 1-16,1-1 3 0,0 1-1 0,-2-2-1 15,2 1 1-15,-1-2-1 0,0 2-2 0,3 0-1 16,-3 1-2-16,0-4 2 0,0-6 1 0,-3 13-1 15,3-6-3-15,0-7-1 0,3 13 3 0,-6-7 3 16,3-6 0-16,0 13-1 0,0-7-1 0,0 3-2 16,0-9 2-16,-1 13 4 0,1-7-2 0,0-6 0 15,1 12-1-15,-1-5 2 0,0-7 0 0,3 12 1 16,-3-12 0-16,0 12-5 0,0-5 7 0,0-7 4 0,-3 13-8 16,6-5 4-16,-3-2-3 0,0-6 2 0,2 13 1 15,0-7 1-15,-2-6 2 0,-2 12-5 16,2-12-1-16,0 12 1 0,2-8-3 0,-2-4 4 15,0 15 1-15,0-15 0 0,0 14-1 0,0-14 6 16,0 13-4-16,0-13-3 0,0 10-1 0,0-10 3 16,0 12-3-16,0-12 2 0,0 11-3 0,0-11-1 15,1 11-2-15,-1-11 7 0,0 0-3 0,-1 16 3 16,1-16 6-16,1 13-7 0,-1-13 8 0,0 11-16 16,0-11 17-16,-1 13-4 0,1-13-3 0,1 10 1 15,-1-10-2-15,0 0-3 0,-1 12-1 0,1-12-1 16,0 0 6-16,0 0-2 0,-2 15-17 0,2-15 14 15,0 0 1-15,0 0 1 0,0 0-3 0,0 0-1 16,-2 12-2-16,2-12 0 0,0 0 3 0,0 0 11 16,0 0-9-16,0 0-1 0,0 0 2 0,0 0-3 15,0 0 3-15,0 0-4 0,0 0 0 0,0 0-4 16,0 0-5-16,0 0-9 0,0 0-10 0,0 0-7 16,0 0-18-16,0 0-14 0,0 0-26 0,0 0-38 15,0 0-43-15,0 0-54 0,0 0-47 0,0 0-192 16,0 0-499-16,0 0 221 0</inkml:trace>
  <inkml:trace contextRef="#ctx0" brushRef="#br0" timeOffset="81515.36">14024 5295 29 0,'0'0'111'0,"0"0"-18"0,0 0-6 15,0 0 8-15,0 0-1 0,-6 22-13 0,2-10 1 0,-1 6-8 16,-4 8 2-16,-3 3-5 0,-1-2-20 0,0 4 5 16,0-5-3-16,-4 6-5 0,2-5-3 0,-3 1-8 15,2 1 2-15,0-2-6 0,3-3-2 0,-1 1-6 16,3-7-12-16,3-1-11 0,-2-2-17 0,5 1-15 16,-3-1-20-16,3-4-19 0,1-2-24 0,0-1-86 15,-1 1-193-15,2-4 86 0</inkml:trace>
  <inkml:trace contextRef="#ctx0" brushRef="#br0" timeOffset="81737.73">14131 5252 83 0,'0'0'158'0,"0"0"-5"0,6 21-28 16,-8-2 12-16,0 6-7 0,-7 4-17 16,1 1-5-16,-2 0-14 0,3 0-9 0,-5 0-6 15,3 1-7-15,-3-1-8 0,2-1-2 0,-1-4-6 0,4 1-28 16,-4-1-16-16,2-2-26 0,2-5-35 0,1-3-19 16,-1-1-33-16,0-2-121 0,3-2-239 15,-1-2 106-15</inkml:trace>
  <inkml:trace contextRef="#ctx0" brushRef="#br0" timeOffset="81949.16">14277 5353 159 0,'0'0'161'0,"0"0"-9"0,0 0-8 0,6 16-3 16,-8-1-15-16,0 4-15 0,-4 1-5 0,0 4-9 15,-2 2-14-15,-1 0-9 0,1-2-4 0,2-4-6 16,-3 5-9-16,3-7-23 0,-1-2-19 0,1 3-7 16,0-3-38-16,2-3-29 0,0-2-17 0,1 0-37 15,1-1-103-15,-2-3-237 0,4-3 105 0</inkml:trace>
  <inkml:trace contextRef="#ctx0" brushRef="#br0" timeOffset="82149">14492 5351 53 0,'0'0'156'0,"0"0"-22"0,0 0 6 0,0 0-12 16,2 21-10-16,-4-4-8 0,-5 1-9 0,1 0-6 16,-1 10-12-16,-4-3-7 0,4-2-2 0,-4 3-14 15,6-2-25-15,-9 0-24 0,6-6-21 0,3-1-31 16,-1 0-40-16,3-2-24 0,-2-4-85 0,1 0-206 15,2-5 92-15</inkml:trace>
  <inkml:trace contextRef="#ctx0" brushRef="#br0" timeOffset="82349.56">14696 5274 143 0,'0'0'186'0,"0"0"-20"15,0 0-23-15,0 0-7 0,0 0-7 0,0 0-2 16,-11 30-18-16,3-13-8 0,-2 5-14 0,1 4-4 16,0-3-4-16,-2 4-9 0,2-3-7 0,-2-1-16 15,2 2-28-15,2-7-23 0,2 0-22 0,-3-2-25 16,5-3-27-16,-4 2-37 0,3-3-121 0,2-2-256 16,1-4 114-16</inkml:trace>
  <inkml:trace contextRef="#ctx0" brushRef="#br0" timeOffset="82565.5">14819 5306 113 0,'0'0'174'0,"0"0"-14"0,0 0-17 16,0 0-3-16,0 0-18 0,-13 19-12 0,8-4-4 15,-1 1-14-15,1 2-6 0,-3 7-7 0,1-7-5 16,1 1-8-16,1 0-7 0,-2-1-6 0,0 6-8 15,0-6-3-15,2 0-20 0,-1-2-30 0,2 1-23 16,0-7-31-16,1 1-24 0,-1-2-30 0,4-1-115 16,-3-2-249-16,3-6 110 0</inkml:trace>
  <inkml:trace contextRef="#ctx0" brushRef="#br0" timeOffset="82765.39">14931 5312 99 0,'0'0'160'0,"6"28"-6"0,-6-15 4 15,-3 3-17-15,-1 3-8 0,0 0-8 0,-3-1-14 0,-1 8-9 16,0 0-13-16,1-2-8 0,0-6-8 16,1 1-27-16,-3 0-16 0,4-5-19 0,-1 2-32 15,4-5-30-15,-2-2-35 0,3-2-28 0,0-2-94 16,-3 1-223-16,4-6 99 0</inkml:trace>
  <inkml:trace contextRef="#ctx0" brushRef="#br0" timeOffset="82947.95">15067 5386 52 0,'0'0'170'15,"0"0"-6"-15,0 0-2 0,-5 34-10 0,-4-16-13 16,1 0-13-16,-1 5-11 0,0 0-9 0,-2 2-10 15,1-2-10-15,1 2-6 0,0-1-11 0,-2 0-19 0,5-5-28 16,-2-1-32-16,2-1-32 0,2-5-38 16,-1-2-53-16,1 1-88 0,-1-2-240 0,5-9 107 15</inkml:trace>
  <inkml:trace contextRef="#ctx0" brushRef="#br0" timeOffset="83115.45">15117 5529 56 0,'0'0'147'0,"0"0"-14"0,0 0-11 15,-19 37-19-15,15-27-3 0,0 1-9 0,-3 4-35 16,4-3-28-16,-1-1-38 0,0 2-37 0,-4 2-84 16,-2-1-139-16,5-5 61 0</inkml:trace>
  <inkml:trace contextRef="#ctx0" brushRef="#br0" timeOffset="86899.17">20028 5682 1 0,'0'0'11'0,"0"0"4"16,0 0 3-16,0 0-2 0,0 0 11 0,0 0-20 16,0 0 12-16,0 0 2 0,0 0 0 15,0 0 3-15,0 0-5 0,0 0-1 0,0 0-2 16,0 0 1-16,0 0-9 0,0 0-4 0,0 0-2 15,0 0-2-15,0 0-2 0,0 0-4 0,0 0 0 16,0 0 2-16,0 0 0 0,0 0-2 0,0 0 3 0,0 0-3 16,0 0 0-16,-22 0 5 0,22 0-3 15,0 0 1-15,0 0 0 0,0 0 4 0,-14 2-2 16,14-2-2-16,0 0 5 0,-10 0-3 0,10 0 0 16,0 0-2-16,-8 0 4 0,8 0-7 0,0 0 6 15,0 0 1-15,-10 2-5 0,10-2-1 0,0 0 5 16,0 0 1-16,-6 2-1 0,6-2 5 0,0 0 7 0,0 0 4 15,0 0 1-15,0 0 5 0,0 0 4 16,0 0 2-16,0 0-1 0,0 0 0 0,0 0 6 16,0 0 4-16,0 0-3 0,0 0-3 0,0 0 2 15,0 0-3-15,0 0 4 0,0 0-6 0,0 0-4 16,0 0 23-16,0 0-18 0,0 0 1 0,0 0 11 16,0 0-8-16,0 0-1 0,0 0 2 0,0 0-3 0,0 0-2 15,0 0 0-15,0 0 7 0,0 0-5 16,0 0 5-16,0 0-3 0,0 0 5 0,0 0-1 15,0 0-6-15,0 0 5 0,0 0 0 0,0 0-7 16,0 0-1-16,0 0-2 0,0 0 2 0,0 0 0 16,0 0 1-16,0 0-13 0,0 0 7 0,-3-11 7 15,3 11-10-15,0 0 7 0,0 0-6 0,0 0 0 16,0 0 3-16,-1-10-3 0,1 10-3 0,0 0-2 16,0 0 1-16,-1-8 3 0,1 8-2 0,-4-6 1 15,4 6-7-15,-2-8-3 0,2 8 2 0,-1-9 1 16,1 9-4-16,-2-13 2 0,0 7 1 0,2 6-7 15,-3-17 2-15,1 10-1 0,1-1 2 0,0-2 3 16,-2 3-4-16,3 7-10 0,-1-12 11 0,0 5-7 16,-1-1 2-16,2 8 3 0,-1-14 4 0,1 5-4 15,0 0-8-15,0 9 4 0,-1-14 4 0,1 14 2 16,-1-13-5-16,-1 3 6 0,4 2-1 0,-2 8-4 16,-3-14-1-16,3 14 1 0,0-12-1 0,0 5-2 15,0 7 4-15,0-14 2 0,0 14-5 0,0-15 0 0,0 8 2 16,0-2 2-16,0 9 1 0,-1-12 1 15,1 12 4-15,1-10-1 0,-1 10-10 0,1-11 3 16,-1 11 1-16,-1-11-3 0,1 11 0 0,1-11 2 16,-1 11-1-16,0-8-4 0,0 8 7 0,2-11-8 15,-2 11 3-15,0-10-1 0,0 10 2 0,1-9-2 16,-1 9-1-16,0-7 6 0,0 7-2 0,0-9-1 16,0 9 3-16,0 0-5 0,1-11 2 0,-1 11-3 15,0 0 1-15,0-9 2 0,0 9-1 0,0 0 0 16,1-10-3-16,-1 10 3 0,0 0-3 0,3-9 4 15,-3 9 1-15,0 0-7 0,0 0 7 0,1-5-7 16,-1 5 10-16,0 0-5 0,2-8-6 0,-2 8 7 16,0 0-2-16,2-7 6 0,-2 7-1 0,3-7-3 15,-3 7 7-15,1-9-5 0,-1 9-7 0,0 0 7 16,0-10-3-16,0 10 2 0,4-7-4 0,-4 7 0 16,0 0 2-16,1-7-1 0,-1 7 7 0,0 0-9 15,1-8 4-15,-1 8 0 0,0 0-3 0,1-7 7 16,-1 7-5-16,0 0 2 0,0 0 0 0,4-6 0 15,-4 6-2-15,0 0 3 0,0 0 3 0,3-7-1 16,-3 7-4-16,0 0 0 0,0 0-3 0,0 0 3 16,1-8 4-16,-1 8 0 0,0 0-6 0,0 0 1 15,0 0 6-15,3-6-1 0,-3 6-3 0,0 0 4 16,0 0-4-16,0 0 1 0,0 0-2 0,0 0 4 16,0 0-2-16,0 0-1 0,0 0 2 0,1-9 0 15,-1 9 0-15,0 0-1 0,0 0 0 0,0 0-1 16,0 0 1-16,0 0-9 0,0 0 8 0,0 0-1 15,0 0-1-15,0 0 3 0,0 0-3 0,0 0 0 16,0 0 1-16,0 0-2 0,0 0-2 0,0 0 3 16,0 0-3-16,0 0 5 0,0 0-7 0,0 0 4 15,0 0-1-15,0 0 0 0,0 0 3 0,0 0-4 16,0 0-1-16,0 0 4 0,0 0-1 0,0 0 1 16,0 0-2-16,0 0 2 0,0 0 3 0,0 0-4 15,0 0-1-15,0 0-2 0,0 0 6 0,0 0-1 16,10-3-1-16,-10 3-1 0,0 0 1 0,9-1 1 15,-9 1 0-15,0 0 0 0,9-3 1 0,-9 3-2 16,7-1 0-16,-7 1-4 0,0 0 0 0,16-1 4 16,-9 1 0-16,-7 0-1 0,12 1 1 0,-12-1-6 15,16-1 4-15,-9 2 2 0,-7-1-1 0,18 0 2 16,-8 1-2-16,3-1 5 0,0-1-3 0,-1 1-3 16,0 0 4-16,-1 0-3 0,-1 1 1 0,4-2-1 15,-3 1 0-15,3-1 6 0,4 1-5 0,-1-1 1 16,0-1 1-16,-2 1-5 0,2 0 3 0,0-2 0 15,1 1-7-15,0 0 0 0,3-1-2 0,-3 1 0 16,1-1 1-16,0 0 3 0,0 0-3 0,-1 0-4 16,0 0 4-16,0 0-1 0,-2 1 2 0,-2-1 2 15,4-1-3-15,-4 3 5 0,3-3-3 0,-3 2 2 16,3 0 2-16,-3 1-5 0,-1-2 2 0,0 1-1 16,0-1 0-16,1 0 1 0,-1 1 6 0,-1 1-8 15,3-1 4-15,-3 0 0 0,1-2 3 0,0 2-5 16,1-1 2-16,0 2-4 0,0-2 6 0,3 1-4 15,-3-1 7-15,3 0-4 0,-2 2-2 0,2-2 3 16,0 0 3-16,-4 0-7 0,5 2 3 0,-4-2 0 16,2 1 2-16,-1-1-1 0,3 2 4 0,-1-2-2 15,0-1 1-15,-4 1 2 0,2 3-8 0,-2-3 1 16,0 3-1-16,-1-1 3 0,-1 1-4 0,0-3 4 16,1 2-3-16,-3-1 5 0,-9 2-4 0,13 0 3 15,-13 0 0-15,11-2-2 0,-11 2 2 0,8 2-1 16,-8-2-1-16,10 0 0 0,-10 0-2 15,9 0 2-15,-9 0-2 0,9 0 4 0,-9 0 5 0,0 0-5 16,14 0 3-16,-14 0-5 0,9 0 5 0,-9 0-3 16,8 2 0-16,-8-2-3 0,11 2 0 15,-11-2 8-15,10 2-5 0,-10-2-9 0,8 2 10 16,-8-2-3-16,9 2 2 0,-9-2-2 0,0 0 4 0,9 0 4 16,-9 0-8-16,6 1 8 0,-6-1-5 15,8 2-1-15,-8-2-3 0,10 2 4 0,-10-2 1 0,9 2-5 16,-9-2 8-16,11 0-5 0,-11 0-5 0,10 2 8 15,-10-2-3-15,7 2-4 0,-7-2 4 0,9 0-2 16,-9 0 3-16,0 0 4 0,12 3-5 16,-7-2 8-16,-5-1 4 0,10 0-3 0,-10 0 9 0,13 0-16 15,-5 1 8-15,-8-1-8 0,12 1 7 0,-4-1-4 16,1 2 5-16,-1-1 1 0,-8-1-4 0,13 2 5 16,-6-2-7-16,-7 0-1 0,10 1-2 0,-10-1-1 15,9 1 0-15,-9-1 1 0,8 2 8 0,-8-2-9 16,0 0-2-16,8 2 6 0,-8-2-6 15,0 0-1-15,7 1 4 0,-7-1 0 0,0 0-3 16,0 0 2-16,0 0-7 0,0 0 7 0,7 3-3 0,-7-3-1 16,0 0 2-16,0 0-2 0,0 0 2 0,0 0 2 15,0 0-1-15,2 6-4 0,-2-6 0 0,0 0 3 16,3 5 2-16,-3-5 2 0,2 8-3 0,-2-8-1 16,-1 10-4-16,1-10 6 0,-1 13-2 15,0-8-1-15,1-5 0 0,-2 12 3 0,2-5 9 16,0 3-3-16,0 0-1 0,0-10 3 0,-1 14-7 0,1-7 0 15,0 1 4-15,1 0-2 0,-1 3-1 0,-1-2 5 16,1 1 6-16,0 2-4 0,0-2 5 0,1-1-2 16,-1 1-1-16,-1 2 0 0,1-3-3 15,1 1-1-15,-1-10 5 0,-1 23-2 0,2-11-4 16,-3-1 1-16,2 1 0 0,0-1 3 0,0 2-3 16,-2-2 0-16,2-1-1 0,2 0-3 0,-2-1 2 0,0 3-2 15,0-3 2-15,1 1-2 0,-1-1 1 16,1 1 0-16,-1 0 3 0,2-2-7 0,-2-1 4 15,0 1 1-15,2 1 0 0,-2-1 4 0,0-8-4 0,1 13 0 16,1-5 0-16,1-2 2 0,-3-6-4 16,0 13 5-16,2-8-3 0,-2-5-1 0,2 14 2 15,1-7 1-15,-3-7-1 0,1 12 2 0,0-7-3 16,2 2 2-16,-3-7-1 0,3 12 0 0,-2-6-3 16,-1-6 4-16,2 13-7 0,-2-8 2 0,0-5 0 15,2 12-1-15,-1-7 1 0,-1-5 0 0,3 14-3 16,-3-9 3-16,2 1-1 0,-2-6 1 0,3 13 4 15,-1-7-3-15,-2 2-4 0,0-8 3 0,4 13-4 0,-3-7 4 16,-1 1-1-16,0-7-1 0,3 12 0 0,-2-6 2 16,0 0 1-16,-1-6 1 0,3 10-6 15,-3-10 4-15,2 12-1 0,0-9 4 0,-2-3-3 16,0 9-1-16,0-9-1 0,0 0-4 0,2 10-11 16,-2-10-14-16,0 0-14 0,0 7-17 0,0-7-7 15,0 0-30-15,0 0-17 0,-9 10-37 0,5-8-25 0,4-2-118 16,0 0-315-16,-16 3 140 0</inkml:trace>
  <inkml:trace contextRef="#ctx0" brushRef="#br0" timeOffset="87334.32">20261 5233 103 0,'-7'17'94'0,"-5"9"-2"15,0 0-8-15,-2 3-11 0,-3 3-3 0,1-3-6 16,0 3-11-16,0-5 5 0,2 0-9 0,-2-1-5 15,2 1-9-15,0-6 4 0,5-4-17 0,2 1-18 16,0-1-21-16,2 0-20 0,-1-2-26 0,2-3-66 16,1 0-138-16,3-3 62 0</inkml:trace>
  <inkml:trace contextRef="#ctx0" brushRef="#br0" timeOffset="87534.8">20668 5166 116 0,'4'-3'130'15,"-4"3"-15"-15,0 0-8 0,0 0-3 0,-7 22-4 16,0-5-3-16,-6 10-11 0,2 1 2 0,-3 4-17 16,-4 0-5-16,0 0-11 0,-4 11 1 15,7-10-6-15,1-2-9 0,-1-2-2 0,4 0-23 16,-1-2-10-16,4-11-29 0,3 2-23 0,-2-1-19 15,3-1-25-15,1-4-97 0,1-2-202 0,-1-1 89 0</inkml:trace>
  <inkml:trace contextRef="#ctx0" brushRef="#br0" timeOffset="87719.04">20832 5249 18 0,'0'0'142'0,"0"0"-8"15,0 0-5-15,0 0-9 0,-9 29-9 0,0-5-9 16,-6 8-11-16,1 0-10 0,-9 10-7 16,2 3-1-16,5-13-13 0,-5 11 6 0,6-14-31 15,-2 1-13-15,3 0-22 0,0-4-28 0,3-2-34 16,2-5-26-16,0-3-92 0,1 1-195 0,3-7 86 16</inkml:trace>
  <inkml:trace contextRef="#ctx0" brushRef="#br0" timeOffset="87919.56">20941 5318 33 0,'2'-4'175'0,"-2"4"-13"16,0 0-17-16,0 0-11 0,0 0-9 16,0 0-6-16,-8 34-3 0,-2-10-15 0,1 4-12 15,-1 3 1-15,-1 1-11 0,-2 0-7 0,4 1-8 16,-1-4-5-16,-2-1-15 0,3-2-24 0,3-8-17 15,-1 0-32-15,4-2-31 0,1-5-33 0,0 1-24 16,2-3-106-16,0-3-239 0,0-6 106 0</inkml:trace>
  <inkml:trace contextRef="#ctx0" brushRef="#br0" timeOffset="88115.43">21149 5323 136 0,'0'0'134'0,"0"0"8"0,0 0-9 0,-3 23-5 16,-2-8-10-16,-2 2-13 0,-2 8-7 0,2-1-9 16,-2 2-11-16,0-1-4 0,0-1-11 0,3-7-7 15,1 1-20-15,-1-2-16 0,2 0-21 0,-3-2-15 16,3-2-23-16,1-1-25 0,1-3-23 0,1 2-22 16,-3-3-74-16,4-7-198 0,0 0 89 0</inkml:trace>
  <inkml:trace contextRef="#ctx0" brushRef="#br0" timeOffset="88274.83">21270 5399 104 0,'0'0'118'0,"0"0"-4"16,-6 22-9-16,0-9-9 0,-2 3-11 0,-2 0-5 16,1 1-7-16,1 1-15 0,2-1-12 0,-5-2-21 15,1 1-12-15,1-2-18 0,3-3-14 0,1 0-23 16,-2-1-22-16,2-3-68 0,1 2-142 0,2-5 64 15</inkml:trace>
  <inkml:trace contextRef="#ctx0" brushRef="#br0" timeOffset="88431.16">21390 5442 63 0,'0'0'104'15,"0"0"-13"-15,0 0 1 0,0 0-12 0,0 0-9 16,0 0-1-16,-7 27-3 0,3-17-30 0,0-2-10 15,0 2-22-15,0-1-16 0,1 1-24 0,-1-2-27 16,-3 1-39-16,1 0-107 0,0-1 48 0</inkml:trace>
  <inkml:trace contextRef="#ctx0" brushRef="#br0" timeOffset="89765.23">20654 3398 30 0,'-2'-9'141'0,"2"9"8"16,-4-5-14-16,4 5-5 0,-1-7 0 0,1 7-6 15,-3-8-4-15,3 8-7 0,0 0-6 0,-2-6-7 16,2 6-9-16,0 0-9 0,0 0-14 0,0 0-7 16,0 0-14-16,0 0-3 0,0 0-6 0,0 0-4 15,0 0-2-15,0 0-4 0,0 0-4 0,0 0-2 16,6 24 0-16,-2-14-2 0,-3 2 1 0,1 3-3 15,0-1-4-15,0 1 4 0,0 2-13 0,2-2 7 16,-2 4 3-16,-1-3 0 0,1 3 1 0,0-1 2 16,1 3-3-16,1 3-3 0,-1-6 2 0,-1 0 1 15,0 1-1-15,3 6-2 0,-1-1 6 0,0 0-1 16,0 3 7-16,0-8 0 0,-2 1 2 0,2 4-5 16,0 1 1-16,-2 0 6 0,2-6-2 0,-1 6 1 15,-1-6-3-15,1 1-3 0,0-1 2 0,-1 0-5 16,1 0 3-16,-1-1 0 0,3 1-1 0,-3 0-2 15,0 2 2-15,-1-4 0 0,1 0-3 0,0 3 0 16,1-1 1-16,-2 0 0 0,2 0-3 0,1-2-3 16,-2 0-1-16,2 1 3 0,0-2 7 15,-4 3-5-15,2-3 0 0,-1-1 2 0,1 1-2 16,-1-5-3-16,0 2 2 0,1 2-1 0,-1-3 0 16,-1 0 2-16,1 4-1 0,-1-3 4 0,2-1-2 0,-2 0 2 15,0 0-2-15,0-2-2 0,-2 5-1 0,2 2 5 16,0-5-5-16,0-1 3 0,0 1-3 15,0-2 6-15,-1 3-6 0,1-13 0 0,-1 22-2 16,1-11-2-16,-2 1 1 0,1 1 1 0,1 0-1 16,-1-3-2-16,1-10 2 0,0 22-3 0,-2-8 2 15,2-2-1-15,0-1-2 0,0 0-1 0,0-11 2 16,-1 23 1-16,1-14-4 0,0 1-1 0,0-10 3 16,-1 21-2-16,2-10 2 0,-2 0-1 0,1 0-1 15,0-11-2-15,1 20 0 0,-2-11 0 0,1-9-1 16,1 19 4-16,-1-11-1 0,0 2 1 0,0 0 0 15,0-10-2-15,0 19 0 0,1-10-4 0,-1-9 3 16,2 14 1-16,-2-14-3 0,0 14 0 0,0-14 1 16,1 12-1-16,-1-12 0 0,0 10-1 0,0-10 4 15,1 12-4-15,-1-12 3 0,2 12-1 0,-2-12 0 16,0 11 3-16,0-11-6 0,0 0 3 0,1 14-2 16,-1-14-4-16,0 0 8 0,1 11-3 0,-1-11 6 15,0 0-8-15,0 10-1 0,0-10 3 0,0 0 10 16,3 9-9-16,-3-9 1 0,0 0-2 15,0 0 2-15,0 13-1 0,0-13-3 0,0 0 3 16,2 8 2-16,-2-8-5 0,0 0 1 0,0 0 0 16,2 9 3-16,-2-9-3 0,0 0 9 0,0 0-9 15,0 0 2-15,0 0-5 0,0 0 5 0,2 11-1 16,-2-11 1-16,0 0-2 0,0 0-2 0,0 0-6 16,0 0-12-16,0 0-8 0,0 0-12 0,0 0-13 0,0 0-18 15,0 0-30-15,0 0-32 0,0 0-55 16,0 0-42-16,0 0-186 0,0 0-449 0,0 0 198 15</inkml:trace>
  <inkml:trace contextRef="#ctx0" brushRef="#br0" timeOffset="93248.9">20601 3404 36 0,'0'0'85'0,"0"0"3"15,0 0-1-15,0 0-10 0,0 0 5 0,0 0-17 16,0 0 0-16,0 0 0 0,0 0 1 0,0 0 0 16,0 0 8-16,3-27-2 0,-3 27 3 0,0 0-7 15,0 0 1-15,0 0-3 0,0 0-4 0,0 0-4 16,0 0-3-16,0 0-17 0,0 0 8 0,0 0-8 15,0 0-7-15,0 0-7 0,0 0 3 0,0 0-8 16,0 0-3-16,0 0 1 0,0 0-4 16,0 0-4-16,0 0 3 0,0 0 8 0,0 0-9 15,0 0-4-15,0 0 2 0,0 0-3 0,0 28 7 0,0-28-10 16,0 10 8-16,0-10-6 0,2 10 1 0,-2-3-1 16,0-7 4-16,2 9 0 0,-2-9-6 0,3 8 11 15,0-1-9-15,-3-7 1 0,6 8 4 16,-4-4-7-16,-2-4 4 0,8 6 5 0,-2-4-2 15,1 0 9-15,-1 1-1 0,3-2 2 0,-9-1 5 16,17 0-7-16,-8 1 2 0,-9-1 3 0,14-2-6 16,-6 2 4-16,-8 0 2 0,12-3-2 0,-7 1 2 15,2 0 4-15,-7 2-4 0,10-5 10 0,-5 0-4 16,0 1 0-16,-5 4-4 0,8-9-5 0,-4 4-1 16,0-1 3-16,-2-1-6 0,1 1-1 0,0 0 8 15,-1-1-2-15,-2 7 0 0,1-15-2 0,-1 10-4 16,0 5 0-16,0-15 2 0,-1 8-3 0,1 7-1 15,-4-13-2-15,1 6-1 0,1 1-3 0,2 6 0 16,-5-12-1-16,2 8-4 0,3 4 1 0,-6-6-3 16,6 6 0-16,-8-5-4 0,0 3 2 0,8 2-10 15,-11-2-6-15,11 2-14 0,-14 2-13 0,14-2-10 16,-17 3-13-16,9 1-16 0,2 2-4 0,-1-3-39 16,0 1-26-16,2 2-21 0,1 0-111 0,4-6-307 15,-11 10 137-15</inkml:trace>
  <inkml:trace contextRef="#ctx0" brushRef="#br0" timeOffset="94279.3">14263 3598 12 0,'0'0'41'0,"0"0"-7"16,4-7-3-16,-4 7 0 0,0 0-6 0,0 0-7 16,0 0 3-16,0 0-1 0,3-7-3 0,-3 7 1 15,0 0-5-15,0 0-2 0,0 0-9 0,3-5-6 16,-3 5-1-16,0 0-10 0,0 0-3 0,0 0-2 15,8-4-19-15,-8 4-42 0,0 0 19 0</inkml:trace>
  <inkml:trace contextRef="#ctx0" brushRef="#br0" timeOffset="94830.33">14353 3514 9 0,'0'0'75'0,"0"0"-1"15,0 0 4-15,0-9 6 0,0 9 4 0,0 0-5 16,0 0-7-16,-3-7 5 0,3 7 0 0,0 0-2 15,0 0 1-15,0 0 1 0,0 0 3 0,0 0 0 16,0 0-8-16,0 0 4 0,0 0-4 0,0 0-4 16,-1-9-6-16,1 9-1 0,0 0-6 0,0 0-10 15,0 0-1-15,0 0-4 0,0 0-6 0,0 0-6 16,0 0-5-16,0 0-2 0,0 0-8 0,0 0 4 16,0 0-7-16,0 0 4 0,0 0-6 0,0 0 2 15,0 0-1-15,-5 23 2 0,5-23-8 0,-2 8 0 16,2-8 2-16,0 10-1 0,0-10 3 0,0 11-8 15,-2-5 7-15,2-6 3 0,-3 12-1 0,-2-5 2 16,5 0-2-16,0 3 3 0,0-10-5 0,0 15 0 16,5-7 0-16,-5 1 0 0,0-1-3 0,0-8 1 15,1 13 4-15,1-7-3 0,-2 1 1 0,0-7 0 16,2 12-11-16,-2-12 11 0,0 8 7 0,0-8-12 16,2 8 1-16,-2-8-1 0,0 8 0 0,0-8-4 15,0 0 5-15,5 7-4 0,-5-7 4 0,0 0-5 16,0 0 3-16,0 7 0 0,0-7-2 0,0 0 4 15,0 0-3-15,0 0 0 0,0 0-1 0,0 0 3 16,0 0-6-16,0 0-6 0,0 0-14 0,0 0-16 16,0 0-24-16,0 0-20 0,0 0-24 0,0 0-43 15,0 0-34-15,0 0-99 0,0 0-305 16,0 0 136-16</inkml:trace>
  <inkml:trace contextRef="#ctx0" brushRef="#br0" timeOffset="95431.13">14332 3511 70 0,'0'0'118'16,"0"0"-8"-16,0 0-3 0,0 0-17 0,0 0-12 16,0 0 2-16,-6-4-5 0,6 4-4 0,0 0-8 15,0 0-2-15,0 0-7 0,0 0 0 0,0 0-4 16,0 0-8-16,0 0-3 0,0 0 8 0,-13 7-11 15,13-7 0-15,-5 6 0 0,0-1-5 0,5-5 0 16,-4 9-3-16,1-4-3 0,3-5 1 0,-6 13 0 16,3-8 2-16,2 2-5 0,-2-1-1 0,3-6 10 15,0 12-14-15,-2-6 4 0,2-6 4 0,0 10 5 16,0-10 7-16,0 8-9 0,0-8 1 0,4 8 1 16,-4-8-2-16,3 6 0 0,1-2 2 0,-4-4 2 15,8 3-6-15,-8-3 6 0,8 3 8 0,-8-3-8 16,11-2 1-16,-11 2 1 0,0 0 0 0,13-1 3 15,-7-1-6-15,-6 2 2 0,11-4 3 0,-11 4 1 16,4-4 3-16,-4 4-4 0,6-8-5 0,-3 4-1 16,-3 4 1-16,2-10-2 0,-1 4-1 0,-1 6-1 15,-2-14-2-15,1 8-4 0,-2-4-9 16,-1 1-1-16,1-2 4 0,0 3-4 0,-4-2-1 0,3 3-5 16,-4-1-1-16,1 0 4 0,-1 2-4 0,1 1 2 15,-3 0-8-15,2 1-1 0,3 2-4 16,5 2-4-16,-14-1-11 0,14 1-10 0,-13 3-15 0,13-3-21 15,-16 11-15-15,9-3-32 0,1-1-50 16,0 0-29-16,1 3-144 0,5-10-365 0,-7 18 162 16</inkml:trace>
  <inkml:trace contextRef="#ctx0" brushRef="#br0" timeOffset="96340.86">21661 3278 70 0,'0'0'170'0,"0"-9"-2"16,0 9-1-16,2-10-12 0,-2 10-5 15,0-9 1-15,0 9 0 0,0 0-1 0,-2-9-11 0,2 9-9 16,0 0-12-16,0 0-11 0,-1-8-14 16,1 8-13-16,0 0-8 0,0 0-10 0,0 0-8 15,0 0-10-15,0 0-2 0,0 0-11 0,0 0 4 16,1 27-3-16,1-15-3 0,-2 0-2 0,0 0 0 16,-2 5 1-16,4 0-4 0,-4-1 3 0,4 1-1 15,-2-6-3-15,0 0 2 0,0 2-3 0,1-1-2 0,-1-1-5 16,0-2 1-16,1 0-2 0,-1-1 1 15,0-8-1-15,3 13-3 0,-3-7 0 0,1 1 0 16,-1-7 0-16,1 10-3 0,-1-10-11 0,0 9-16 16,0-9-20-16,2 6-16 0,-2-6-21 0,0 0-18 15,0 0-15-15,0 0-22 0,0 0-18 0,0 0-25 16,-2 12-147-16,2-12-348 0,0 0 154 0</inkml:trace>
  <inkml:trace contextRef="#ctx0" brushRef="#br0" timeOffset="96667.18">21672 3233 36 0,'0'0'160'0,"0"0"-15"16,0 0-9-16,0 0-11 0,3-6-15 0,-3 6-14 15,0 0 1-15,15 2-2 0,-15-2-2 16,20 4-7-16,-10-1-10 0,8 3 6 0,-4 0-8 15,4 1-3-15,-3 2-3 0,3-1 3 0,-4 2-8 16,0-1-5-16,1 2-3 0,-4-3-5 0,-1 2 0 16,-1-2 2-16,0 3 0 0,-3-1 2 0,0 1 4 15,-3 1-4-15,0-2 0 0,0 2-5 0,-3-2 8 16,-2 1-5-16,-2-2-3 0,-2 2 0 0,-2-1-6 16,-1 0-1-16,-1 1-1 0,0-2-6 0,-4 1-7 15,0 0 0-15,-4-3-1 0,1 1-11 0,-1-4-15 16,2-1-18-16,-2 1-23 0,0 0-18 0,4-2-31 15,-1-1-36-15,-1 0-46 0,2 0-202 0,-2-1-405 16,4-1 179-16</inkml:trace>
  <inkml:trace contextRef="#ctx0" brushRef="#br0" timeOffset="103015.37">15338 5218 25 0,'0'0'39'0,"0"0"-4"0,0 0-2 0,0 0-5 16,-5-7-4-16,5 7 3 0,0 0-2 0,0 0-2 15,0 0-4-15,0 0 1 0,0 0-6 0,0 0 1 16,0 0 0-16,0 0-7 0,0 0 10 0,0 0-8 15,0 0 0-15,0 0 3 0,-9 0-5 0,9 0 4 16,0 0-7-16,0 0 5 0,0 0 6 0,0 0 3 16,0 0-1-16,0 0-1 0,0 0-1 0,0 0-3 15,0 0 3-15,0 0 0 0,0 0-1 0,0 0 0 16,0 0-1-16,0 0-3 0,0 0 3 0,0 0 1 16,0 0-5-16,0 0-1 0,0 0 3 0,0 0-2 15,0 0 2-15,0 0-4 0,0 0 0 0,0 0 4 16,0 0-17-16,0 0 15 0,0 0-7 0,0 0 3 15,0 0-2-15,0 0 3 0,0 0-8 0,0 0 12 16,0 0-7-16,0 0 2 0,0 0-9 0,0 0 13 16,0 0 5-16,0 0-13 0,0 0 4 0,0 0 2 15,0 0 7-15,0 0-12 0,0 0 4 0,0 0-6 16,0 0 2-16,0 0 0 0,0 0-1 0,0 0-3 16,0 0 13-16,0 0-14 0,-10 4 3 0,10-4 0 15,0 0-4-15,0 0 12 0,0 0-11 0,0 0 10 16,0 0-7-16,0 0-4 0,0 0 3 0,0 0 7 15,0 0-1-15,0 0-5 0,0 0 0 0,0 0 7 16,0 0-13-16,0 0 9 0,0 0 1 0,0 0 1 16,0 0-14-16,0 0 7 0,0 0 2 0,0 0-2 15,0 0 1-15,0 0 2 0,0 0 3 0,0 0-4 16,0 0 4-16,0 0 5 0,0 0 6 0,0 0-2 16,0 0-4-16,0 0 11 0,27 5-6 0,-14-4 5 15,-1-1-1-15,1 0 1 0,6 0-1 0,3 0-4 16,-2-1 0-16,3-1 2 0,4 2-4 0,4 0 13 15,-4 0-12-15,2-3-14 0,1 1 4 0,0-1 7 16,2 1-2-16,-2-1 1 0,1 0-2 0,4 0 0 16,-3 3-10-16,2-3 4 0,3-1-9 0,-1 1-2 15,-4 1 2-15,6 0-5 0,-3-1 0 0,1 0-7 16,-3 1-1-16,0 0-6 0,-5 4-3 0,3-5 9 16,-4 2-10-16,-4 1-11 0,-4 0 6 0,1 1-6 15,-1-1-2-15,-2 0-11 0,-3 0-2 0,-1 1-14 16,-2 1-45-16,1 0-126 0,-4-1 56 0</inkml:trace>
  <inkml:trace contextRef="#ctx0" brushRef="#br0" timeOffset="103498.93">16134 5189 48 0,'0'0'56'0,"0"0"3"16,31 0-11-16,-21-2-8 0,1 1-2 0,1-2 2 15,-2 2-3-15,5 1 2 0,2-2-4 16,1 1-4-16,1 1-4 0,-1-4 1 0,2 2 1 16,9 1-6-16,-3-3 6 0,5 2-2 0,0-1 0 15,2 1-4-15,-2-2-2 0,-1 2 0 0,3 0 3 0,-1 0-8 16,-2 0 0-16,1 0 1 0,-1 1-9 0,-2 0 3 15,-8-1-2-15,12 1 13 0,-4 0-4 0,1-2-13 16,0 2-2-16,1 1 6 0,-2-3-2 16,-5 3-2-16,5-2-1 0,-6 1 2 0,-3 1 5 15,1-2-8-15,-2 1-6 0,0 0-1 0,-5 1-1 0,1 0-12 16,-4-2 1-16,-1 2-15 0,0-1-2 0,-1 2-9 16,-8-1-8-16,10 0-1 0,-10 0-14 0,9-1-36 15,-9 1-109-15,0 0 49 0</inkml:trace>
  <inkml:trace contextRef="#ctx0" brushRef="#br0" timeOffset="103870.4">17094 5128 28 0,'5'0'67'0,"-5"0"-6"0,18 0 2 0,-8 0 5 16,8 0-9-16,1 0 12 0,2-1-19 0,7 1-8 16,0 0-5-16,0 0-4 0,0-3 2 0,-1 2-11 15,1-1 0-15,1 1 2 0,1 0 8 0,-1-1-5 16,1 0-8-16,-4 0 4 0,2 0-4 0,-1 0 0 15,-4 2-1-15,-2-2 0 0,7 1-1 0,0-2-13 16,-1 1 20-16,1 2-8 0,-6-2-6 0,-2 1-14 16,2-1 11-16,1 1 2 0,-4-1-3 0,1 1-2 15,1 0-1-15,-2-1-3 0,0 2 8 0,-6-1-19 16,1 2 0-16,-1-2-15 0,-2-1-7 0,-3 2-11 16,-8 0-10-16,13-1-9 0,-13 1-6 0,10-1-9 15,-10 1-45-15,0 0-130 0,9 0 58 0</inkml:trace>
  <inkml:trace contextRef="#ctx0" brushRef="#br0" timeOffset="104214.36">17977 5099 67 0,'11'0'62'0,"1"-1"1"0,6 1 12 0,3 0-27 15,1 0-1-15,6-2 2 0,2 1-7 0,-1-1-4 16,1 1 5-16,-1-2-14 0,0 3-1 0,1 0-3 16,-2-3 0-16,1 1-4 0,1 1 17 0,-2-3-25 15,-2 4 3-15,3 0 3 0,-9-2-3 0,8 0 1 16,-7 1-9-16,0 0 13 0,0 0-7 15,-1-1-8-15,1 2 6 0,-5 0-6 0,-2-1-2 0,-1 1-2 16,-1 0 2-16,-2 0-11 0,-2 0 5 0,-8 0-19 16,11-2-2-16,-11 2-2 0,10 2-4 0,-10-2-13 15,8-3-6-15,-8 3-2 0,0 0-10 0,0 0-33 16,0 0-99-16,0 0 45 0</inkml:trace>
  <inkml:trace contextRef="#ctx0" brushRef="#br0" timeOffset="104540.7">18662 5075 14 0,'0'0'73'0,"9"2"2"0,-3-1 1 0,-6-1-2 15,19 3-3-15,-7-2-7 0,2 0-2 0,6 1-11 16,1-1-11-16,1 2 26 0,7-3-25 0,-1 0-3 15,0 3-11-15,0-2 11 0,0 4-3 16,-1-4-2-16,3 1-4 0,-3 0-5 0,1-2 0 16,-2 3 8-16,3-3-14 0,-8 1 12 0,0 0-5 0,-1 0-5 15,2-1 3-15,-3 0-10 0,2 0 2 0,-4-1-6 16,0 1 6-16,-2 0 6 0,2-1-7 16,-3 2-4-16,-1-2-4 0,-3 2 2 0,3-2-8 15,-5 2 3-15,-8-1-4 0,12-1-8 0,-12 1-7 16,12 0-7-16,-12 0-14 0,7 0-8 0,-7 0-2 15,0 0-7-15,8-1-5 0,-8 1-13 0,0 0-11 0,0 0-46 16,0 0-139-16,0 0 61 0</inkml:trace>
  <inkml:trace contextRef="#ctx0" brushRef="#br0" timeOffset="104831.99">19309 5117 52 0,'7'1'84'16,"1"0"-12"-16,3 0-3 0,-2-1-1 0,5 1-5 0,-3-1-7 16,2 2-6-16,-1-4-1 0,0 2-4 15,6 2-2-15,-6-4-4 0,1 2-14 0,0 0 9 16,0 0 4-16,2 0-18 0,-3-1 6 0,5 1-6 15,-4-1-9-15,2 2 6 0,-2-2-9 0,-2 1 1 16,0 0 2-16,1 1-1 0,0-2-25 0,-1 2-5 16,-1-1-12-16,-1 0-8 0,-2 0-10 0,-7 0-16 15,12-1-50-15,-12 1-126 0,10 0 55 0</inkml:trace>
  <inkml:trace contextRef="#ctx0" brushRef="#br0" timeOffset="105048.22">19636 5131 36 0,'10'0'92'0,"2"1"-7"0,0-1 4 0,2 2-8 16,4-2-6-16,-5 2-7 0,6-2 3 0,-2 0-18 15,2 0 4-15,0 0-12 0,-2 0-5 0,3-2 1 16,-1 2-8-16,1-3-2 0,-3 3-11 0,-3-2-23 15,-2 1-16-15,1 1-14 0,-4-1-27 0,-2-1-10 16,2 1-52-16,-9 1-133 0,8-3 59 0</inkml:trace>
  <inkml:trace contextRef="#ctx0" brushRef="#br0" timeOffset="105247.67">19912 5138 46 0,'16'-1'91'15,"-9"0"0"-15,4-1-23 0,-11 2-9 0,18 0 2 16,-11 0-10-16,-7 0 0 0,14 0-20 0,-14 0-17 16,10 0-17-16,-10 0-14 0,9-2-14 0,-9 2-11 15,0 0-37-15,0 0-85 0,0 0 38 0</inkml:trace>
  <inkml:trace contextRef="#ctx0" brushRef="#br0" timeOffset="105384.2">19976 5129 11 0,'0'0'71'0,"0"0"-6"16,0 0-7-16,23-4-4 0,-23 4-6 0,10-1-18 15,-10 1-17-15,9-3-12 0,-9 3-25 0,0 0-31 16,9-1-59-16,-9 1 26 0</inkml:trace>
  <inkml:trace contextRef="#ctx0" brushRef="#br0" timeOffset="108380.9">19574 5369 19 0,'0'0'93'0,"0"0"-5"0,0 0-7 0,0 0-8 15,0 0 8-15,0 0-14 0,0 0 2 0,0 0-7 16,0 0 0-16,0 0-2 0,0 0 11 0,0 0-4 16,0 0 8-16,0 0-1 0,0 0 1 0,0 0-1 15,0 0-2-15,0 0-6 0,0 0 1 0,0 0-4 16,0 0-2-16,0 0 1 0,0 0-3 0,0 0-5 15,0 0-6-15,0 0-5 0,0 0-5 0,0 0-7 16,9-19-3-16,-4 10-12 0,3 0 2 0,1 1-2 16,3-4-4-16,0 0-6 0,9-6-4 0,2 2-4 15,1 0-2-15,3-3-3 0,6 2-4 0,12-8 3 16,-2 2-1-16,5 1 0 0,1 1 0 0,-3-1 1 16,6 0-5-16,4-2 2 0,0 2-1 0,3 1 1 15,0-3 3-15,25-7 0 0,-25 12-5 0,26-5 1 16,-28 3 3-16,32-8-1 0,-26 11-1 0,30-4 1 15,-30 3-3-15,34-11 11 0,-12 5-3 0,-21 9-2 16,36-6-3-16,-9-3 4 0,3 4 5 0,-1 4 0 16,1-4-7-16,-2 4 1 0,1-3 0 0,-28 9 2 15,30-5-1-15,-31 5 1 0,29 0 3 0,-30 0 4 16,2 4-3-16,-4-3-1 0,2 4-4 0,-3-1 4 16,-6 1 4-16,-2 0-9 0,-15 2 3 0,1 0 0 15,-3 1 3-15,-4-1 1 0,-3 2-1 0,0-1 2 16,-8-2 1-16,-2 2-4 0,3-1 2 0,-5 3 1 15,-2-2-6-15,-1 2 11 0,-2-1-6 0,1 0-1 16,2 1-3-16,-2-3 4 0,-2 3 5 0,-4 0-4 16,3 0 11-16,-9 1-10 0,9-2-8 0,-9 2 10 15,8-2 3-15,-8 2-4 0,0 0 0 0,9-2 4 16,-9 2-3-16,0 0-18 0,0 0-3 0,0 0-10 16,0 0-5-16,0 0-15 0,0 0-13 0,0 0-23 15,0 0-15-15,0 0-27 0,0 0-73 0,0 0-214 16,0 0 95-16</inkml:trace>
  <inkml:trace contextRef="#ctx0" brushRef="#br0" timeOffset="108798.78">22593 4343 21 0,'-9'-2'142'0,"9"2"-13"0,0 0-10 0,0 0-13 16,-6-3-1-16,6 3-28 0,0 0-5 0,0 0-10 15,0 0-4-15,0 0 8 0,0 0 1 0,0 0-1 0,0 0 0 16,0 0 0-16,32 8-4 0,-20-4 4 0,1-3-6 15,0 1-1-15,7 1-3 0,1 0 0 16,1-2-10-16,-2 3 2 0,0-2-7 0,-3 1-3 16,5-1-6-16,-2 0-1 0,0 1-1 0,-1 0-3 15,0 1-7-15,-8-2 5 0,2 1-10 0,1 0-2 0,-5 1-4 16,-1-1 3-16,1 1-4 0,-6 1 3 0,1 5 3 16,-1 0-5-16,-3 0 5 0,-1 1 3 15,1 6 1-15,-8-1-2 0,-2 1-2 0,-2 0-2 16,-6 7 1-16,0 0 1 0,-1-5-23 0,3 3-29 15,-5 1-25-15,5-4-39 0,4-4-40 0,1 0-154 16,-3 0-321-16,3-4 143 0</inkml:trace>
  <inkml:trace contextRef="#ctx0" brushRef="#br0" timeOffset="109600.92">24078 4266 25 0,'0'0'178'0,"4"-5"-4"0,-4 5-5 0,0 0-14 0,0 0 1 16,0 0-5-16,0-8-7 0,0 8-4 0,0 0-8 15,0 0-7-15,0 0-9 0,0 0-7 16,1-9-8-16,-1 9-8 0,0 0-12 0,0 0-6 15,0 0-9-15,-11-6-8 0,11 6-6 0,0 0-6 16,-12-1-5-16,12 1-5 0,-10 0-2 0,10 0-2 16,0 0-1-16,-14-1 0 0,14 1-5 0,-12 2-2 15,5 1-4-15,0-2-2 0,-4 1 1 0,4 0-4 0,-4 2 3 16,2-1-4-16,-1 4 2 0,-1-4 7 16,3 0-7-16,-1 3-3 0,1 0-1 0,0-2-1 15,1 1-3-15,0-1 0 0,2 1-2 0,5-5-1 16,-8 9 1-16,7-3-3 0,-1 1 0 0,2-7 4 15,0 13-3-15,1-4 2 0,3-2 1 0,-2-1 1 16,5 2-3-16,0 1 0 0,2-2 5 0,3-1-6 16,-2-1 1-16,5 2 0 0,1 2 0 0,-2-3-4 15,0-1 0-15,4 1 2 0,-7 1 0 0,2-4 0 16,0 2-1-16,-3 0 0 0,0-1-2 0,0 1 0 16,0-3 2-16,-3-1 6 0,-1 3-10 0,0 0 4 15,-6-4-4-15,7 5 1 0,-3-1 2 0,-1 0 0 16,-3-4 0-16,1 8 1 0,-1-8-1 0,0 0 2 15,-8 11-1-15,1-6-1 0,-4-3 3 0,-1 1-3 16,-5 3-5-16,-2-1-1 0,-2-1-7 0,3 1-1 16,-2-1-3-16,-2-1-10 0,6-1-11 0,-3 0-22 15,2 1-20-15,-2-1-36 0,6-2-40 0,0 2-46 16,2-1-170-16,11-1-401 0,-22 0 178 16</inkml:trace>
  <inkml:trace contextRef="#ctx0" brushRef="#br0" timeOffset="109865.52">24208 4427 21 0,'0'0'255'0,"7"-8"-6"0,-7 8-6 15,5-4-9-15,-5 4-15 0,5-4-21 16,-5 4-17-16,0 0-20 0,5-5-20 0,-5 5-21 15,0 0-14-15,0 0-10 0,0 0-9 0,0 0-11 16,0 0-8-16,10 9-3 0,-10-9-11 0,2 13-4 0,-1-7 0 16,2 2-10-16,-2 0-2 0,1 3-3 0,-2-2-4 15,2 2-5-15,-4-3-16 0,2-8-16 16,3 20-25-16,-3-10-35 0,2-1-30 0,-2-9-43 16,4 19-52-16,-4-11-197 0,0-8-420 0,-2 13 186 15</inkml:trace>
  <inkml:trace contextRef="#ctx0" brushRef="#br0" timeOffset="110035.97">24281 4351 1736 0,'4'-11'32'0,"-4"1"2"15,0 0-23-15,0 3 0 0,0 7-18 0,0-11-6 16,0 11-31-16,0-10-24 0,0 10 3 0,4-5-9 15,-4 5-15-15,0 0-30 0,11 2-106 0,-11-2-242 16,9 6 107-16</inkml:trace>
  <inkml:trace contextRef="#ctx0" brushRef="#br0" timeOffset="110415.18">24543 4442 23 0,'0'0'155'15,"0"0"-2"-15,0 0-5 0,0 11-9 0,0-11-9 16,0 0 2-16,0 8-6 0,0-8-1 0,0 0-6 16,-2 16-9-16,2-16-10 0,-2 12-11 0,2-12-6 15,-2 13-6-15,2-13-9 0,1 17-6 0,-1-17-4 16,3 9-7-16,-3-9-5 0,2 11-5 16,-2-11-2-16,4 11-3 0,0-6-2 0,-4-5 1 0,8 9 1 15,-2-4 3-15,-6-5-2 0,12 6 4 0,-12-6-1 16,12 7 3-16,-3-7-1 0,-1 0-4 0,-8 0 1 15,15-3 0-15,-7 2 3 0,-8 1 0 0,11-5-3 16,-3 0 1-16,-4 0 1 0,2-1-6 16,-2 0 5-16,-1-1-6 0,1-3 0 0,-2 1-4 15,0-2-4-15,0 2-2 0,-3 0-1 0,-2-2-3 0,-1 0-2 16,0 3-2-16,-2-1-5 0,1 4-1 0,-1-4 0 16,-2 3-9-16,1 3-13 0,1 0-16 0,-4-3-14 15,3 6-15-15,-4 0-22 0,11 0-28 0,-23 4-32 16,15 1-32-16,-2 1-26 0,2 1-25 0,-1-1-121 15,3-2-371-15,0 4 164 0</inkml:trace>
  <inkml:trace contextRef="#ctx0" brushRef="#br0" timeOffset="110731">24794 4498 67 0,'7'-3'217'0,"-7"3"-6"0,11-3-10 0,-11 3-15 15,7-3-20-15,-7 3-17 0,0 0-17 0,9 0-8 16,-9 0-15-16,8 6-2 0,-2-3-7 0,-3 5 0 0,2-5-3 16,0 3-5-16,-3 2-7 0,1-3-8 15,0 3-2-15,0-1 3 0,-1 3-2 0,-2 0-5 16,-2-1-4-16,-1 1-2 0,-2 0-3 0,0 2 0 16,-2-2-6-16,-2-1-1 0,2 1-6 0,-2-2 1 15,1 1-8-15,-1-4-7 0,1 0 2 0,4-1-6 16,2 0 1-16,2-4-11 0,-9 6 6 0,9-6-7 15,-4 4 2-15,4-4 1 0,0 0-3 0,-7 5-9 16,7-5 1-16,0 0-10 0,0 0-1 0,0 0-12 16,0 0-8-16,0 0-12 0,40-8-12 0,-20 2-25 15,8 1-19-15,1 1-25 0,4 0-47 0,1-6-32 16,0 4-43-16,4-1-161 0,-6-2-427 0,4 3 189 16</inkml:trace>
  <inkml:trace contextRef="#ctx0" brushRef="#br0" timeOffset="110981.82">25389 4253 176 0,'-2'-6'259'0,"-3"2"-13"0,1-1-6 0,4 5-17 15,-4-6-21-15,4 6-22 0,0 0-17 0,-5-5-25 16,5 5-14-16,0 0-13 0,0 0-7 0,0 0-12 15,3 20-9-15,-1-7-6 0,0 4-7 0,-1-1-3 16,1 1-3-16,-1 1-6 0,1 0-2 0,-2 2-8 16,3-3-4-16,-3 0-1 0,2 2-6 0,-2-2-2 15,0 2 1-15,0-2-2 0,2 2-23 0,-4-1-27 16,0 0-26-16,-3-4-31 0,4-2-68 0,0 1-67 16,-3-1-216-16,4-12-459 0,-7 20 203 0</inkml:trace>
  <inkml:trace contextRef="#ctx0" brushRef="#br0" timeOffset="111800.08">25833 4379 207 0,'-12'-6'235'0,"1"-1"-12"0,-2 4-12 15,-6-1-13-15,-5 1-19 0,4 2-13 0,-9 5-14 16,2 1-12-16,-1 1-13 0,2 2-11 15,5 1-15-15,3 0-10 0,2 1-8 0,3-2-9 0,1 1-7 16,2 4-6-16,1-4-5 0,4 1-7 16,-2-1-8-16,7 1-2 0,0-10 3 0,3 18-5 15,1-8-4-15,1-1 1 0,3-1-3 0,1 0-3 16,3 1-3-16,-3-4 1 0,4-2-4 0,1-1-2 0,3-2 0 16,-3 0-3-16,-1 0-4 0,1-2 3 0,-3 4-1 15,3-7 4-15,-5 0 2 0,1 0-1 16,0 1 5-16,-1-3-1 0,-2 0-3 0,2 1 12 15,-2-3-2-15,0 2-3 0,-1-1 11 0,0-1-9 16,-2 2-1-16,2-3-3 0,-2 3-6 0,-2 0 2 16,3 1 0-16,-3 0 2 0,-2 6-14 0,4-7 14 15,-4 7-6-15,2-6-9 0,-2 6-8 0,0 0-3 0,5-4 3 16,-5 4-2-16,0 0-1 0,0 0 1 16,0 0 0-16,0 0 0 0,4 15 2 0,-1-10-1 15,-3-5 0-15,5 12 3 0,-1-6-3 0,0-2 8 16,1 1-3-16,2 0 2 0,4-1-4 0,-2 0 5 15,0-1-1-15,3-1-1 0,-1-2-4 0,1 0 7 16,2 2-4-16,-1-5-1 0,0 0 1 0,-1-2 3 16,7 1-3-16,-10-2-1 0,3 1 3 0,0 0-1 15,-3-3 5-15,0 0 5 0,0-2-6 0,0 1-2 16,-2 1 1-16,1-1 4 0,0 2-4 0,-4-2 9 16,0 3-10-16,1 1 4 0,-3 0-15 0,-2 5 10 15,6-6-6-15,-6 6-2 0,0 0-6 0,6-3 1 16,-6 3 3-16,0 0 0 0,0 0-2 0,0 0 2 15,6 16-1-15,-6-16 0 0,0 9 4 0,2-3 3 16,-2-6-4-16,5 10 1 0,-3-6-3 0,5 3 6 16,-3-2 9-16,3-2-11 0,2 3 2 0,0-4 3 15,0 4-1-15,0-3-1 0,2-3 3 0,-11 0-13 16,16 3 14-16,-16-3 0 0,13 0-1 0,-13 0 7 16,14-1-6-16,-14 1 0 0,11-5-4 0,-11 5 11 15,13-7-3-15,-7 2-3 0,-6 5-2 0,9-10 9 16,-5 5-7-16,-4 5 8 0,8-9 10 0,-8 9-18 15,5-7 19-15,-5 7-3 0,7-5-2 0,-7 5 8 16,0 0-6-16,5-8-13 0,-5 8-20 0,0 0 12 16,0 0-2-16,0 0 0 0,0 0-4 0,0 0 3 15,0 0-1-15,6 23 2 0,-6-11-1 0,-2 3-2 16,0 1 0-16,-3 0 1 0,3 1 7 0,-5 1-6 16,0 9 2-16,1-2 1 0,4-8-1 15,0 2-1-15,-1-2 13 0,-1 1-13 0,2-1-11 0,-1 0-8 16,1-5-19-16,2 1-26 0,2-2-35 0,1-1-24 15,1 0-40-15,-4-10-48 0,5 16-57 0,-1-9-249 16,-4-7-557-16,0 0 247 0</inkml:trace>
  <inkml:trace contextRef="#ctx0" brushRef="#br0" timeOffset="112515.05">26272 4570 2168 0,'3'-4'63'0,"-3"4"-43"15,4-9-9-15,3 5-10 0,-4 0-6 16,7 1 1-16,-1-5-1 0,1 1 6 0,7 0-2 16,-3 2 6-16,-1 0-10 0,0-3 10 0,6 0-7 15,-3 2 5-15,1 0 3 0,-3 3-2 0,1-5 0 16,0 2 1-16,-4 2 1 0,-1-2 6 0,0 0 3 16,-3 0-2-16,3 0 4 0,-5-1 0 0,1 1 3 15,0-3 16-15,-2 4 6 0,-2-2 3 0,2 1 6 16,-4 6-4-16,0-13-4 0,0 13-2 0,0-11-2 15,0 11-4-15,-2-11-1 0,2 11-1 0,-4-9-2 16,0 5-6-16,4 4-2 0,-12-3-5 0,5 0-1 16,7 3-5-16,-18 3-2 0,9 0 2 0,-4 1-5 15,1 2-1-15,-3 4 2 0,1-1-4 0,1 2 1 16,4-2-2-16,-2 1-1 0,4-1 0 0,2 1 1 16,-1 0 1-16,-2 1 4 0,6 0 1 0,0-1 3 15,2 1-3-15,0-11 3 0,2 19 0 0,4-9 0 16,2-3-1-16,3 4 3 0,5-1-6 0,-2-1 9 15,6 0-3-15,1-5 0 0,5 1-3 0,1-1 1 16,0 1-1-16,-7-4 0 0,3-4-2 0,-3-2 0 16,2 1-1-16,-1 1 1 0,-2-3 0 0,8 0-2 15,-10 1 7-15,0-3-8 0,-1 0 0 0,-1-1-7 16,0-2 7-16,-2 2 2 0,1-1 0 0,-3-2-2 16,-3 3 0-16,-1-4-9 0,2 3 5 0,-4-1 2 15,-1-1-7-15,-2 2 4 0,1 0 1 0,-3 1-2 16,0-1-4-16,0 10 4 0,-3-12 4 0,3 12 7 15,0-12-1-15,0 12-2 0,-2-8-5 0,-2 4 2 16,4 4-3-16,-7-4 1 0,7 4-8 0,-12-2 10 16,12 2-2-16,-11 2 3 0,11-2-5 0,-10 1-2 15,10-1 0-15,-10 1 2 0,10-1-2 0,0 0-1 16,-6 4-1-16,6-4 0 0,0 0 3 0,0 0-3 16,0 0 6-16,0 0 0 0,0 0-2 0,16 10 7 15,-8-7-8-15,3-1 2 0,1-2-2 0,1 2 3 16,0-2-2-16,-1 1-4 0,1-1 5 0,-1 1-2 15,-5 0-5-15,5 1 4 0,-5-1-4 0,1 1 4 16,-8-2-6-16,13 3 3 0,-9 3-1 0,2-2-1 16,-2 3-3-16,0 1 5 0,-2 0 3 0,-2-2 0 15,2 5 2-15,-2 0-1 0,0-11-2 0,2 21 4 16,-4-8 4-16,0-2-3 0,0 2-14 0,2-3-25 16,0 2-22-16,-2 0-31 0,0-1-41 15,2-11-45-15,2 20-64 0,0-14-195 0,-2-6-471 16,6 11 209-16</inkml:trace>
  <inkml:trace contextRef="#ctx0" brushRef="#br0" timeOffset="112652.45">27214 4604 2 0,'0'0'260'0,"0"0"-21"0,0 0-26 0,0 0-21 15,0 0-16-15,0 0-29 0,0 0-31 0,0 0-37 16,0 0-45-16,0 0-40 0,0 0-55 0,0 0-62 15,0 0-89-15,0 0-228 0,0 0 101 0</inkml:trace>
  <inkml:trace contextRef="#ctx0" brushRef="#br0" timeOffset="114848.82">15305 5365 22 0,'-13'-1'36'0,"13"1"-3"0,0 0-4 15,-9 1-4-15,9-1-4 0,0 0 6 0,0 0 3 16,0 0 10-16,0 0-6 0,0 0-1 0,23 9-3 16,-10-6-5-16,6-1 1 0,2-2 0 0,11 2-5 15,2-4-2-15,4-1-6 0,14 0 5 16,2-1-3-16,0-1-1 0,-1 0-4 0,5-1-2 0,-3 1-3 15,5 2 12-15,0 0-12 0,-2-2 1 0,3 2-2 16,0 1-2-16,2-5 0 0,-2 6 0 0,1 1-1 16,3-5-4-16,-4 5-6 0,-2-4-19 0,-3 1-7 15,0-2-5-15,-3 3-41 0,-3 1-88 16,-13-3 39-16</inkml:trace>
  <inkml:trace contextRef="#ctx0" brushRef="#br0" timeOffset="115298.92">16176 5366 40 0,'13'0'77'0,"5"1"4"0,5-2-12 0,9 1-10 0,1 0 4 16,7-2-11-16,11-1-1 0,1 3-3 16,-1-4-8-16,2 0 0 0,2 4 13 0,-2-2-16 15,5 1-5-15,-2-1-5 0,3-1-4 0,4-1 6 16,29-3 2-16,-27 4-10 0,29 1-2 0,-3 2 2 0,-25-5 4 16,24-1-4-16,-24 3-3 0,1-1-3 15,23 3 6-15,-31 1-7 0,4-1-4 0,-2-2-8 16,-1-1-13-16,-2 1-7 0,-1 3-16 0,0-3-13 15,-5 0-14-15,-15-2-19 0,-2 2-52 0,-1-1-142 16,-6-2 63-16</inkml:trace>
  <inkml:trace contextRef="#ctx0" brushRef="#br0" timeOffset="115612.73">18176 5238 56 0,'54'-1'75'0,"-2"-3"4"15,0 0 5-15,2 2-12 0,1 0-1 0,3 1-1 16,-7-2-8-16,3-2 0 0,-16 5-6 0,17 0-11 15,-17-1 5-15,15-1-10 0,-16 0 2 0,1 2-6 16,-3-2-9-16,-1 4 6 0,-2-2-13 0,0-1 8 16,-3-1-14-16,-6 2-3 0,-5 1-3 0,0-4-12 15,-5 3-17-15,-3-1-9 0,2 1-13 0,-6 1 3 16,-6-1-2-16,10-1-3 0,-10 1-5 0,0 0-7 16,0 0-6-16,0 0-1 0,0 0-33 0,0 0-106 15,0 0 47-15</inkml:trace>
  <inkml:trace contextRef="#ctx0" brushRef="#br0" timeOffset="115781.02">19095 5221 57 0,'28'0'80'0,"2"-1"-16"0,-1 2 7 16,-1-4-20-16,4 1 0 0,-1 0-4 0,1-1-11 16,-4 2 5-16,1-1-4 0,1 0-2 0,-2 1-17 15,-10-2 5-15,1 3-2 0,-2-1-17 0,-5 1-18 16,1 0-9-16,-3 1-23 0,3-1-47 0,-8 0-99 15,-5 0 44-15</inkml:trace>
  <inkml:trace contextRef="#ctx0" brushRef="#br0" timeOffset="116531.87">15601 5534 14 0,'-13'0'54'0,"13"0"-7"0,-13-1 3 16,13 1-3-16,-14 1 2 0,14-1 2 0,-10 0-18 0,4 1 3 15,6-1-5-15,-13 0-3 0,13 0-3 0,-9 2 3 16,9-2-2-16,0 0-8 0,-10 0-9 16,10 0 6-16,0 0-5 0,0 0 1 0,-5 3 6 15,5-3 16-15,0 0-9 0,0 0 9 0,15 6 6 16,-2-5 10-16,10 2-1 0,6-2-2 0,2-2 3 15,4-2-7-15,17-2 0 0,-1 4-11 0,0-2 3 16,1-1-2-16,5-1-1 0,-2 3-3 0,0-2-11 16,1 0 1-16,1 3 5 0,1 1-3 0,3-3-6 15,3 3 1-15,3-2-4 0,26-2-7 0,-30 3 7 16,30-3 3-16,-28 1-1 0,32-1-3 0,-32 3-2 16,29 0 8-16,-28-1-13 0,26 2 5 0,-32-1-19 15,1-2-18-15,-2 3 12 0,1-2-22 0,-7 2 4 16,2-1-14-16,-18 1-13 0,4-1-11 0,-6-1-12 15,1 1-77-15,-4 2-174 0,-1-1 78 0</inkml:trace>
  <inkml:trace contextRef="#ctx0" brushRef="#br0" timeOffset="116915.15">17581 5474 49 0,'90'-5'74'0,"-26"4"-6"0,28 1 0 16,-2-2-9-16,-29 0-2 0,31 1-4 0,-31 1 3 15,6 0 8-15,-2-3-18 0,0 2-7 0,1-1 2 16,-1 2-9-16,0-2 4 0,0 0-7 0,-4 2 5 16,-3-2-10-16,0 0 5 0,-4-1-6 0,-14 3-5 15,0-3-2-15,-2 1-11 0,-4-1-5 0,-2 2 0 16,-10 2-21-16,-1-3-1 0,-4 0-8 0,-5 2-14 15,-1 0-12-15,-3-2-10 0,-8 2-48 0,8-1-123 16,-8 1 55-16</inkml:trace>
  <inkml:trace contextRef="#ctx0" brushRef="#br0" timeOffset="117164.64">18873 5445 57 0,'34'0'84'16,"2"-3"-6"-16,1 2-3 0,1 1-9 0,2-3-5 16,-3 2-7-16,-2-2-11 0,1 3-1 0,-2 0 7 0,-5 0-5 15,1-3-13-15,-10 1-15 0,8 1-11 0,-7 0-17 16,-8-1-7-16,-1 1-11 0,0 1-10 15,-12 0-8-15,15-5-45 0,-15 5-101 0,12-1 45 16</inkml:trace>
  <inkml:trace contextRef="#ctx0" brushRef="#br0" timeOffset="117332.31">19213 5431 22 0,'19'-3'64'0,"4"0"-7"0,-3 3-14 0,-2-1-15 0,0 0-19 15,-6 1-21-15,0-2-24 0,-4 2-38 16,-8 0 18-16</inkml:trace>
  <inkml:trace contextRef="#ctx0" brushRef="#br0" timeOffset="117540.02">19223 5360 38 0,'23'-1'44'15,"-3"-2"-12"-15,-3 3-14 0,1 0-17 0,-7 1-24 16,-2-1-24-16,0 0 11 0</inkml:trace>
  <inkml:trace contextRef="#ctx0" brushRef="#br0" timeOffset="117716.21">19284 5350 36 0,'19'0'49'0,"-1"-3"-24"0,0 4-11 0,-4-2-17 16,-1 1-18-16,-3 1-21 0,-10-1 9 0</inkml:trace>
  <inkml:trace contextRef="#ctx0" brushRef="#br0" timeOffset="133467.28">16394 5131 36 0,'0'0'61'0,"0"0"2"16,0 0-7-16,-4-4-8 0,4 4-6 0,0 0-2 16,0 0-13-16,0 0 2 0,0 0-6 0,-7-4 2 15,7 4 0-15,0 0-7 0,0 0 0 0,0 0-6 16,0 0 1-16,0 0-5 0,-11 1-2 0,11-1-7 16,0 0 2-16,-10 3-4 0,10-3 5 0,0 0-6 15,-8 5 3-15,8-5 0 0,-5 2 0 0,5-2-2 16,0 0 1-16,-7 4 2 0,7-4 7 0,0 0-9 15,-7 4-2-15,7-4 4 0,0 0-4 0,0 0-1 16,0 0 7-16,-7 3 1 0,7-3-3 0,0 0 0 16,0 0 3-16,0 0 8 0,0 0 0 0,0 0 1 15,0 0 5-15,0 0 2 0,0 0 3 0,-6 2 7 16,6-2 2-16,0 0 0 0,0 0 6 0,0 0-7 16,0 0 4-16,0 0 4 0,0 0 7 0,0 0 5 15,0 0 6-15,0 0-8 0,0 0 9 0,0 0-8 16,0 0-2-16,0 0 6 0,0 0-5 0,0 0 2 15,0 0-13-15,0 0-8 0,0 0 1 0,0 0 4 16,0 0-2-16,0 0-5 0,0 0-5 0,0 0 1 16,0 0-3-16,0 0-2 0,0 0-2 0,0 0 1 15,0 0-6-15,0 0 1 0,0 0 4 0,1-16-2 16,-1 16 0-16,0 0-5 0,0 0-6 0,0-10 12 16,0 10 0-16,0 0 3 0,0 0-1 0,0-11 4 15,0 11-6-15,0 0-10 0,-1-9 9 0,1 9 3 16,0 0-5-16,0-12-1 0,0 12-4 0,-3-8 3 15,3 8 1-15,0 0-3 0,2-14 7 0,-2 14-4 16,0-8 4-16,0 8-1 0,0-9-3 0,0 9-4 16,-2-10-1-16,2 10-7 0,0-9 8 0,0 9 1 15,0-10 1-15,0 10 0 0,2-11 1 0,-2 11 3 16,0-10-6-16,0 10-1 0,-2-12 3 0,1 6-3 16,1 6-4-16,1-12 4 0,-1 2 2 0,0 10-2 15,0-11-4-15,-1 2-1 0,1 9 5 0,0-12-3 16,0 5-1-16,0 7 3 0,-1-12-5 0,1 12 3 15,0-12-6-15,0 4 5 0,0 8-4 0,-2-10 2 16,2 10 6-16,2-13-5 0,-2 7-1 0,0 6 3 16,0-11-3-16,0 11 4 0,1-11-3 0,-1 11-2 15,-1-10 1-15,1 10-7 0,1-10 6 0,-1 10 1 16,0-10 3-16,0 10-3 0,0-10 1 0,0 10-5 16,0-10 2-16,0 10 3 0,0-11 1 0,0 11-2 15,0-10 2-15,0 10-2 0,0-7 3 0,0 7-4 16,1-7 4-16,-1 7 1 0,0 0-2 0,0 0-1 15,0 0 2-15,0-12-4 0,0 12-1 0,0 0 2 16,2-8-1-16,-2 8 4 0,0 0-1 0,1-8-2 16,-1 8-2-16,0 0 3 0,0 0-1 0,0 0-4 15,0-10 3-15,0 10-2 0,0 0 4 0,0 0-2 16,0 0 2-16,0 0 0 0,1-6-2 0,-1 6 6 16,0 0-2-16,0 0-4 0,0 0-3 0,0 0 3 15,0 0 2-15,0 0-1 0,0 0 0 0,0 0 0 16,0-11 0-16,0 11 3 0,0 0-6 0,0 0-2 15,0 0 6-15,0 0 5 0,0 0-3 0,0 0 1 16,1-7-6-16,-1 7 4 0,0 0-4 0,0 0-6 16,0 0 9-16,0 0 1 0,0 0 0 0,0 0-1 15,0 0 1-15,0 0-7 0,0 0 5 0,0-12 2 16,0 12-3-16,0 0 1 0,0 0 0 0,-1-9-1 16,1 9 4-16,0 0-1 0,-2-10-2 0,2 10-2 15,0 0 2-15,-2-7 2 0,2 7-2 0,0 0 1 16,0 0-4-16,-1-10 4 0,1 10 6 0,0 0-6 15,0 0 3-15,-1-9 0 0,1 9-4 0,0 0 6 16,0 0-6-16,-2-7 0 0,2 7-1 0,0 0 2 16,0 0 1-16,-1-9 1 0,1 9-4 0,0 0 1 15,0 0 2-15,0 0 2 0,0 0 5 0,0 0-6 16,0 0 5-16,-4-5-2 0,4 5-6 0,0 0 8 16,0 0-4-16,0 0 2 0,0 0-4 0,0 0 1 15,0 0 2-15,0 0 1 0,0 0-3 0,0 0 0 16,0 0-3-16,0 0-2 0,0 0 2 0,0 0 1 15,0 0-1-15,0 0-2 0,0 0 2 0,0 0-1 16,0 0-1-16,0 0 0 0,0 0-3 0,0 0 1 16,0 0 3-16,0 0-1 0,0 0 2 0,0 0 2 15,0 0-1-15,0 0-1 0,0 0-4 0,0 0 2 16,0 0-3-16,0 0 2 0,0 0 3 0,0 0-3 16,0 0 3-16,0 0-1 0,0 0-2 0,0 0 7 15,13-5-5-15,-13 5 3 0,9 0-3 0,-9 0 0 16,18 1 6-16,-8-2-4 0,3 2-5 0,-1-1 4 15,2 0 1-15,6 0-3 0,0 1 3 0,-2-2 1 16,3-2 1-16,0 3-1 0,-1-2-1 0,1 0-1 16,0 1 2-16,-1-1-2 0,-1 1-2 0,3 1 2 15,-4-1 4-15,4 0-5 0,-2-2-4 0,0 3 4 16,0-2-1-16,2-2 4 0,-3 2-7 0,3 4 7 16,6-4-8-16,-8-1 8 0,-2 3-1 0,2-2 2 15,-2 0 0-15,1 1-1 0,1-1 4 0,-2 1-9 16,2 2 3-16,0-2 1 0,-2 0-1 0,1 0-1 15,1-1 3-15,0 2 0 0,-2-2-1 0,-1 0-1 16,2 0 0-16,-1 2 1 0,0 0-1 0,-6 0-3 16,6-1 3-16,0-1 0 0,-4 0 3 0,4 2-6 15,-5-2 0-15,5 2 3 0,-4 0-5 0,-1-1-1 16,5 1 0-16,-6 0 5 0,2 0 0 0,-1 0-5 16,1 0 4-16,-1 0-1 0,1-1 0 0,-1 1 0 15,-2-2 0-15,3 2 3 0,-2 0-1 0,6 0-1 16,-5-2-3-16,-1 1-1 0,1-2 0 0,5 3 1 15,-5 0 2-15,6 0-4 0,-1-1 1 0,0 1 1 16,-2-2-2-16,2 0 4 0,0 2-3 0,-1-3-3 16,1 1 1-16,-2 1 4 0,2-1-6 0,-1 0 8 15,-2 0-2-15,1-1 4 0,3 3-5 0,-8-2 4 16,3 1 2-16,0 1-4 0,-1 0 3 0,-2-1-3 16,2-1 0-16,0 2 2 0,-3-1 1 0,3 0 0 15,-3 1 1-15,1-1 2 0,2 1-6 0,-4 0-1 16,3 0 3-16,-1 1 3 0,1-1 2 0,1 0-7 15,-3 0 5-15,2 0-3 0,0-1 0 0,-3 1 2 16,3 0-5-16,-3 1 4 0,1-2 1 0,0 2-2 16,0 0 0-16,1-2 5 0,-1 2-2 0,-1-1-4 15,1 0 4-15,-2 0-4 0,3 0 1 0,-11 0 2 16,17-2-1-16,-9 1-1 0,0 2 2 0,-8-1-1 16,16-1-1-16,-16 1 2 0,11 0 1 0,-4-2-2 15,-7 2 2-15,11 0-3 0,-11 0-2 0,0 0 3 16,13 2-3-16,-13-2 5 0,9 1 0 0,-9-1-3 15,6 1 0-15,-6-1 2 0,0 0-5 0,0 0 3 16,0 0-1-16,11 0 8 0,-11 0-9 0,0 0 4 16,0 0-1-16,0 0-1 0,0 0-1 0,0 0-2 15,0 0 1-15,0 0 5 0,8 1-1 0,-8-1-3 16,0 0 0-16,0 0 2 0,0 0 1 0,0 0-2 16,0 0-2-16,0 0 4 0,0 0-7 0,0 0 8 15,0 0-3-15,0 0-1 0,0 0 2 0,0 0-2 16,0 0 1-16,0 0-2 0,0 0 1 0,0 0 2 15,0 0-1-15,4 5-1 0,-4-5 2 0,0 0-3 16,0 0 3-16,0 0-4 0,5 3 2 0,-5-3 2 16,0 0 0-16,0 0 1 0,3 9-6 15,-3-9 2-15,0 0 2 0,0 0-1 0,2 6 3 0,-2-6-1 16,3 7-2-16,-3-7 3 0,4 6 1 0,-4-6 1 16,1 7-6-16,-1-7 3 0,0 0-6 0,3 5 9 15,-3-5-1-15,2 7-1 0,-2-7 0 0,0 0 1 16,0 0-4-16,3 8 4 0,-3-8-2 0,0 0 3 15,0 0-4-15,2 5 4 0,-2-5-4 0,0 0-1 16,0 0 5-16,2 8 0 0,-2-8 1 0,0 0-3 16,3 8 2-16,-1-3-3 0,-2-5-1 0,0 0 5 15,1 9 4-15,-1-9-4 0,0 0-1 0,1 10 5 16,-1-10 0-16,0 7 0 0,0-7-4 0,0 8-1 16,0-8 2-16,2 9-3 0,-2-9 2 0,1 7 1 15,-1-7-1-15,1 7 3 0,-1-7-4 0,0 0 0 16,-1 12 2-16,1-12 2 0,1 7-4 0,-1-7-1 15,0 0 0-15,-1 10 2 0,1-10 3 0,0 0-4 16,0 9 1-16,0-9 0 0,0 0-3 0,1 7 1 16,-1-7 4-16,0 0-8 0,1 7 6 0,-1-7 2 15,0 0 1-15,0 0 2 0,0 0-2 16,0 10 1-16,0-10 0 0,0 0 5 0,0 0-5 16,0 0-2-16,0 0 1 0,0 0 3 0,0 0-1 0,0 6 2 15,0-6 0-15,0 0 3 0,0 0 0 0,0 0-2 16,0 0 2-16,0 0 4 0,0 0-3 0,0 0-1 15,0 0 2-15,0 0-1 0,0 0 2 16,0 0-5-16,0 0-1 0,0 0 1 0,0 0 1 16,0 0-6-16,0 0-14 0,0 0-11 0,0 0-15 15,0 0-15-15,0 0-20 0,0 0-33 0,0 0-32 0,0 0-41 16,-9-19-149-16,9 19-350 0,0 0 156 0</inkml:trace>
  <inkml:trace contextRef="#ctx0" brushRef="#br0" timeOffset="134851.94">17932 4486 55 0,'-8'-2'66'0,"8"2"-6"0,0 0-1 0,-10 0-3 15,10 0-4-15,0 0-12 0,0 0 8 0,-11-1-4 16,11 1-8-16,0 0-7 0,0 0-5 0,0 0 14 15,0 0-11-15,0 0-7 0,0 0-12 0,0 0 5 16,0 0 15-16,0 0-10 0,-8 2-1 0,8-2 10 16,0 0 7-16,0 0 8 0,0 0-2 0,0 0-1 15,22 8-2-15,-16-6 6 0,-6-2-6 0,17 3 4 16,-7-1-3-16,2-4-5 0,0 4 14 0,1-2-6 16,0 1-3-16,5-1-1 0,0 1-4 0,-2 2-3 15,3-2-1-15,-2-1 1 0,0 0 3 0,-4 0-3 16,0 0-4-16,0 1-1 0,1-1-6 0,-1 0 7 15,-1 1-6-15,0 0-7 0,0-1 11 0,1 1-5 16,-2-1 2-16,0 1 5 0,0-1-1 0,-1-1 4 16,-1 1-6-16,-9 0-1 0,18 0-2 0,-10 1 0 15,-2-1 3-15,-6 0-3 0,15 0-1 0,-8 0-2 16,-7 0-3-16,11-1 2 0,-11 1-1 0,12 0-4 16,-12 0-7-16,10-2 5 0,-10 2 0 0,9 0-3 15,-9 0-2-15,10 1 2 0,-10-1 1 0,0 0 1 16,10-1-3-16,-10 1 0 0,0 0-1 0,12 1 0 15,-12-1-4-15,9 0 5 0,-9 0-2 0,8 0 0 16,-8 0 3-16,0 0-1 0,10 1 0 0,-10-1 4 16,9 0 0-16,-9 0-1 0,0 0 3 0,9 1 1 15,-9-1-4-15,0 0 6 0,0 0-3 0,0 0 1 16,9 0-7-16,-9 0 8 0,0 0-3 0,0 0-2 16,12 0-1-16,-12 0-2 0,8 0 0 0,-8 0 2 15,0 0-2-15,12-2-2 0,-12 2-1 0,11 0 5 16,-11 0-2-16,10-2 1 0,-10 2-1 0,12 1-1 15,-12-1 0-15,10 0 3 0,-10 0-3 0,10 1 0 16,-10-1-2-16,9-2-1 0,-9 2-2 0,9 1 4 16,-9-1 1-16,0 0 0 0,0 0-1 0,12 0-3 15,-12 0 0-15,0 0 2 0,0 0 0 0,7 0 1 16,-7 0-4-16,0 0 2 0,0 0 0 0,0 0-1 16,8 1 0-16,-8-1 0 0,0 0 0 0,0 0-2 15,0 0 3-15,0 0 4 0,0 0-6 0,0 0 5 16,0 0-5-16,0 0 2 0,0 0-2 0,0 0-2 15,0 0 3-15,0 0 3 0,0 0 2 0,0 0 0 16,0 0-1-16,0 0-1 0,0 0 7 0,0 0 0 16,0 0 1-16,0 0-5 0,0 0-5 0,0 0 3 15,0 0-1-15,0 0 0 0,0 0 0 0,0 0-1 16,0 0-7-16,0 0 5 0,0 0 0 0,0 0 2 16,0 0-4-16,0 0 3 0,4 9-1 0,-4-9 1 15,0 0-4-15,0 0 3 0,-3 10 1 0,3-10 1 16,3 8-4-16,-3-8-3 0,0 0 4 0,-3 13 1 15,1-6 4-15,2-7 5 0,1 14-7 0,-2-7-1 16,-1 1 0-16,2-8 7 0,-1 14-6 0,1-5 4 16,-2 1 2-16,3-1-3 0,-1-1 3 0,0 3-1 15,1-1-5-15,-1 0 7 0,-1-1-2 0,3-1 2 16,0 2-1-16,-2-1 9 0,0 1-9 0,-2 1 5 16,1-3 2-16,1-8 2 0,1 15-3 0,-1-6 1 15,0-1 1-15,2 1-4 0,-1 2 3 0,-1-2-4 16,1 1 0-16,-1-1 2 0,0 1-2 15,0-3 0-15,5 3 1 0,-5-1-2 0,2 0 1 0,-1-1-3 16,0-2-3-16,-1-6 6 0,0 13-4 0,1-4 3 16,-1-2-1-16,0-7 2 0,-1 14-7 0,0-7 3 15,2 0 3-15,-1-7 0 0,1 13 1 0,-1-6 0 16,0-7 0-16,0 10-2 0,0-3-4 0,0-7 4 16,0 9-3-16,0-9 0 0,0 8 0 0,0-8 1 15,0 0 2-15,0 0-2 0,-1 12 4 0,1-12-6 16,0 0 0-16,-1 7-2 0,1-7 0 0,0 0 1 15,4 5 0-15,-4-5-3 0,0 0 2 0,0 0-3 16,0 9 2-16,0-9-5 0,0 0-14 0,0 0-10 16,0 0-6-16,0 0-7 0,-2 10-10 0,2-10-8 15,0 0-13-15,-3 5-7 0,3-5-24 0,0 0-27 16,-9 5-24-16,9-5-24 0,-8 2-17 0,8-2-109 16,-10 2-327-16,10-2 146 0</inkml:trace>
  <inkml:trace contextRef="#ctx0" brushRef="#br0" timeOffset="135181.81">18550 4957 119 0,'0'11'140'16,"1"-6"-8"-16,-1-5-10 0,-1 12-1 0,1-5-9 15,0-7-13-15,-2 13-5 0,4-7-10 0,-2-6-1 0,-2 14-18 16,2-8-3-16,0-6-6 0,-2 12-34 0,0-5-30 15,2-7-30-15,0 9-31 0,0-9-50 0,-5 11-61 16,0-8-194-16,-1 1 85 0</inkml:trace>
  <inkml:trace contextRef="#ctx0" brushRef="#br0" timeOffset="135665.09">16744 4595 44 0,'0'0'124'0,"0"0"-8"0,0 0-1 0,0 0 2 0,-14 32-1 15,5-9-17-15,-2 3-3 0,-3 3-17 16,1 0-3-16,-2 1-3 0,-1-2-5 0,-1 3-2 16,-1-3-5-16,0 3-11 0,2-4-7 0,-1-1-15 15,-1-1-40-15,4-2-15 0,-1-1-23 0,4-6-26 16,1-1-20-16,1-1-89 0,0 0-201 0,6-6 88 0</inkml:trace>
  <inkml:trace contextRef="#ctx0" brushRef="#br0" timeOffset="135867.04">16899 4678 32 0,'0'0'146'16,"0"0"-14"-16,0 0 0 0,-1 26-7 0,-11-3 4 16,-1 0-13-16,-3 2-13 0,1 3-10 0,0 0-8 15,-2 0-7-15,-1-2-12 0,3-1-3 0,-2 0-23 16,4-3-28-16,-1 2-11 0,7-6-34 0,0-3-18 16,1 0-26-16,3-3-32 0,-2-2-72 0,2-1-196 15,3-3 88-15</inkml:trace>
  <inkml:trace contextRef="#ctx0" brushRef="#br0" timeOffset="136081.17">17196 4681 143 0,'5'12'161'0,"-7"-1"-14"0,-3 0-13 16,-2 7-9-16,-1 5-5 0,-3 0-4 0,1 1-14 15,-1 4-5-15,-1-2-13 0,0-1-5 0,1-1-9 16,-1 1-4-16,5-7-22 0,-3-1-41 0,3-2-17 16,-1 0-25-16,2 0-23 0,2-5-40 0,0 0-111 15,2 0-230-15,-2-1 102 0</inkml:trace>
  <inkml:trace contextRef="#ctx0" brushRef="#br0" timeOffset="136299.04">17512 4649 149 0,'0'0'165'0,"6"-3"-7"0,-6 3 2 0,0 0-11 16,-1 17-2-16,-4-5-10 0,-3 5-7 0,0 6-16 16,-1 0-12-16,-3 3-9 0,-4-1-7 0,2 0-9 15,3-1-5-15,-2 1-13 0,-1-3-16 0,2-5-19 16,3 1-25-16,-1-1-17 0,3-2-40 0,-2-1-26 15,2-4-27-15,2-1-24 0,3-2-108 0,-1-1-264 16,2 0 117-16</inkml:trace>
  <inkml:trace contextRef="#ctx0" brushRef="#br0" timeOffset="136498.87">17753 4632 26 0,'0'0'179'0,"0"0"-6"0,8-8-19 0,-8 8-12 0,0 0-9 16,0 0-6-16,0 0-9 0,-15 36-8 16,6-19-3-16,-7 6-8 0,4 2-12 0,-5 0-5 15,2-2-6-15,-2 2-9 0,2-2-5 0,-1 0-6 0,2-1-13 16,3-6-25-16,-2-1-19 0,4 1-24 0,1-1-29 16,2-5-41-16,1-1-26 0,1-3-23 15,1 0-93-15,1 1-256 0,2-7 113 0</inkml:trace>
  <inkml:trace contextRef="#ctx0" brushRef="#br0" timeOffset="136698.66">17881 4677 137 0,'0'0'144'0,"0"0"2"15,0 0-2-15,-4 19-7 0,-1-8-1 0,-3 6-12 16,-3 6-9-16,-3 0-10 0,0-1-10 0,-5 4-14 15,2-1-6-15,-1-4-10 0,3 2-18 0,-6-1-11 16,7-7-28-16,2 1-36 0,-3-2-14 0,7-2-34 16,0-3-28-16,1-2-25 0,1 2-74 0,0-4-220 15,6-5 98-15</inkml:trace>
  <inkml:trace contextRef="#ctx0" brushRef="#br0" timeOffset="136886.96">18009 4709 84 0,'5'-4'128'0,"-5"4"-1"0,0 0 4 0,0 0-8 15,0 0-1-15,-8 29 0 0,2-13-11 0,0 0-3 16,-7 6-10-16,1-5-12 0,-2 8-9 0,4-9-1 16,-4 1-19-16,5-1-11 0,-3-2-14 0,1-1-17 15,2-3-28-15,3-2-31 0,-1-1-36 0,3-3-34 16,-1 0-102-16,5-4-233 0,0 0 103 0</inkml:trace>
  <inkml:trace contextRef="#ctx0" brushRef="#br0" timeOffset="137098.84">18189 4712 67 0,'0'0'137'0,"0"0"3"0,-15 24-9 16,4-10-5-16,0 1-11 0,-4 5-9 0,-3 2-6 15,2-2-2-15,1 2-9 0,2-5-2 0,-2 2-7 16,3-2-10-16,1-1-9 0,0 0-7 0,0-1-3 16,3-3-9-16,0-3-25 0,3 0-22 0,-1 0-32 15,4-4-25-15,-1 0-25 0,3-5-27 0,-5 6-97 16,5-6-230-16,0 0 102 0</inkml:trace>
  <inkml:trace contextRef="#ctx0" brushRef="#br0" timeOffset="137282.87">18334 4695 17 0,'2'11'163'16,"-2"-11"3"-16,-5 18-5 0,-3-1-8 0,2-1-11 16,-4 2-5-16,-3 6-12 0,-4 0-13 0,2-1-9 15,1-1-13-15,-3-2-7 0,6-6-15 16,-2 4-30-16,4-5-25 0,-4 0-24 0,4-2-33 15,3 0-25-15,1-5-44 0,1-2-110 0,-1 1-241 0,-1-1 107 16</inkml:trace>
  <inkml:trace contextRef="#ctx0" brushRef="#br0" timeOffset="137465.34">18484 4728 98 0,'0'0'149'0,"0"0"-17"0,0 0 7 0,0 0-1 15,0 0 7-15,-5 25-10 0,-4-9-7 0,0 1-15 16,-5 4-9-16,0 2-9 0,-1-2-8 16,-1 3-8-16,0-3-16 0,2 1-23 0,1-6-33 15,1 0-33-15,2-2-38 0,1 0-34 0,0 0-146 16,-3-2-265-16,3-4 117 0</inkml:trace>
  <inkml:trace contextRef="#ctx0" brushRef="#br0" timeOffset="139153.07">17420 3308 86 0,'0'-6'116'0,"0"6"-7"0,-2-11-4 15,2 11-4-15,0-10 5 0,0 10 0 0,0-9-4 16,0 9-2-16,-3-8 2 0,3 8-8 0,0-11 3 16,0 11-2-16,0 0-4 0,0 0-4 0,0-11 2 15,0 11-4-15,0 0-6 0,0 0-7 16,-2-8-4-16,2 8-5 0,0 0-6 0,0 0-9 15,0 0-6-15,0 0-7 0,0 0-3 0,0 0-9 0,0 0-4 16,0 0-4-16,0 0 2 0,0 0-3 0,0 0-4 16,0 0 1-16,2 28-1 0,1-17 3 0,-3 5-6 15,2 1 5-15,-1 1-4 0,0 1-3 16,2 6 1-16,-3 1 2 0,1-6 0 0,0 5 1 16,1-5-1-16,0 6 5 0,-1-2-1 0,1-4 0 15,-2 4-2-15,2-4 1 0,0-1 2 0,-1 2 4 16,2-1-7-16,-2-2 1 0,0 8 2 0,3-2 5 15,-3-5-3-15,2 4 1 0,-1 2 1 0,1-1 3 16,-3-6-2-16,1-1 1 0,0-1-5 0,2 4 4 16,-2-1-4-16,0 5 1 0,1-5-1 0,-1-1-5 15,0 0 4-15,1-1 1 0,-2 1 0 0,0-3 0 16,1 4-1-16,0-3 8 0,0 1-6 0,-1-2 0 16,2-2 2-16,-4-2-4 0,4 2 1 0,-2-1-2 15,1-2 0-15,-1 1 6 0,2-2-8 0,-2-9 1 16,0 20-2-16,0-10-2 0,2-1-1 0,-2-9 0 15,0 15 3-15,0-15-1 0,1 16-1 0,-1-9-1 16,1 3 1-16,-1-10 1 0,-1 17-4 0,1-17 1 16,0 18-1-16,0-10 1 0,1 2-1 0,-1-10-1 15,1 18 3-15,-2-10 0 0,1-8 0 0,0 16-1 16,0-16-4-16,-1 16 5 0,1-16-1 0,0 13 0 16,0-13 3-16,1 13-2 0,-1-13 0 0,0 14 2 15,0-14-5-15,-1 10 5 0,1-10-2 0,0 10-1 16,0-10 0-16,0 13 1 0,0-13-3 0,0 0 1 15,0 14-2-15,0-14 2 0,0 0 1 16,-1 10 0-16,1-10 3 0,0 0-4 0,0 0 0 16,0 0-1-16,1 12 3 0,-1-12-3 0,0 0 1 15,0 0 1-15,0 0-2 0,0 0-1 0,0 0-2 0,0 0-2 16,0 0 5-16,-1 11-4 0,1-11 2 0,0 0 0 16,0 0-2-16,0 0-2 0,0 0 3 0,1 13 2 15,-1-13-3-15,0 0 1 0,2 8-1 16,-2-8-1-16,0 0 2 0,0 0 0 0,0 0-1 15,4 17 2-15,-4-17-2 0,0 0 4 0,4 8 0 16,-4-8-3-16,0 0 0 0,0 0 1 0,0 0 2 16,4 11 0-16,-4-11 0 0,0 0 1 0,0 0-4 15,0 0 2-15,0 0 0 0,4 11 1 0,-4-11-4 16,0 0 9-16,0 0-8 0,0 0-6 0,0 0-8 16,0 0-12-16,6 10-12 0,-6-10-10 0,0 0-17 15,0 0-12-15,0 0-14 0,0 0-14 0,0 0-23 16,0 0-23-16,0 0-20 0,4 11-7 0,-4-11-19 15,0 0-124-15,0 0-347 0,0 0 153 0</inkml:trace>
  <inkml:trace contextRef="#ctx0" brushRef="#br0" timeOffset="139355.87">17591 4466 8 0,'0'0'54'0,"0"0"-15"0,0 0-8 0,0 0-28 16,0 0-26-16,0 0-24 0,0 0 11 0</inkml:trace>
  <inkml:trace contextRef="#ctx0" brushRef="#br0" timeOffset="140599.57">17360 3230 43 0,'0'0'143'0,"0"0"-3"0,0 0-4 16,0 0-13-16,0 0-9 0,0 0-9 0,0 0-8 15,0 0-13-15,0 0-5 0,0 0-6 0,0 0-3 16,0 0-8-16,0 0 0 0,0 0-12 0,0 0-2 16,0 0-9-16,0 0-5 0,0 0 0 0,0 0-5 15,0 0-4-15,0 0-5 0,0 0-1 16,0 0-3-16,0 0-4 0,0 0 3 0,0 0 6 16,0 0 1-16,0 0 4 0,0 0-4 0,0 0-2 0,0 27 3 15,0-27-5-15,0 10-3 0,0-10 0 0,1 8 0 16,-1-8-4-16,1 10 3 0,-1-10-8 15,3 7 6-15,-3-7-8 0,2 6 3 0,-2-6 2 16,4 7-3-16,-4-7 4 0,8 5 2 0,-8-5-1 16,11 0 0-16,-4 0 3 0,-7 0-3 0,11 0 2 15,-11 0 4-15,17-3 1 0,-11-1 5 0,-6 4 2 16,12-5 2-16,-6 3-2 0,0-2 6 0,0 0-7 16,-3-1-2-16,4-3-1 0,-3 4 1 0,-1-3 4 15,0 0-3-15,1-2-5 0,-3 2 3 0,0-4-4 16,-1 11-1-16,2-16-2 0,-5 7-1 0,2 2-3 15,-1-2 1-15,2 9-5 0,-3-14 0 0,-4 8-7 16,4-1 6-16,-3 4-2 0,6 3-4 0,-11-4 0 16,2 1-8-16,9 3-11 0,-18 3-11 0,7-2-16 15,2 3-21-15,-2 0-27 0,11-4-26 0,-14 7-33 16,7 0-27-16,-1-3-109 0,8-4-313 0,-9 10 139 16</inkml:trace>
  <inkml:trace contextRef="#ctx0" brushRef="#br0" timeOffset="141515.65">17932 2766 95 0,'2'-9'200'0,"-2"9"-15"0,0 0-7 0,-4-11-11 16,4 11-14-16,-3-7-14 0,3 7-17 0,0 0-8 15,-5-6-17-15,5 6-10 0,0 0-8 0,0 0-8 16,-14 4-5-16,14-4-9 0,-10 9-1 0,2 1-6 16,-1 0-4-16,0 4-1 0,-1 1-5 0,1 0 1 15,-1-1-6-15,2 1-2 0,2 2-2 0,-1-2-1 16,2 1-4-16,0-1 3 0,3 0-6 15,-4 2 4-15,5-5-2 0,-1 4 1 0,0 0-5 0,2-16 3 16,2 27-7-16,-1-15 0 0,0-1 2 0,0 0-4 16,1-1 5-16,0 3-3 0,3-2 0 15,0-2-5-15,0-2 1 0,1 0 0 0,-1 2-1 16,3-4 3-16,2 1-5 0,-3-1 2 0,2-1-1 0,3 1 0 16,-6-2 0-16,4 1 1 0,-1-3-2 0,-9-1-3 15,21 1 5-15,-11-2-3 0,-10 1 0 0,18-4 0 16,-10 0 2-16,-1 1 0 0,3-3-1 0,-2 2 3 15,1-2-2-15,-9 6-1 0,13-13 3 16,-8 3-4-16,0 1 0 0,0-2 1 0,-1 2-2 16,1-1 1-16,-4 0-5 0,1 1 2 0,-1-2-2 15,-1 11 2-15,0-16-5 0,0 16 0 0,-3-12 0 16,3 12 2-16,-8-13-3 0,0 5 1 0,0 2-4 16,0 1 2-16,-2-1-3 0,10 6-1 0,-15-7-1 15,6 6 3-15,9 1-3 0,-14-4 1 0,14 4 0 0,-14 0-1 16,14 0 0-16,-14 2 1 0,14-2-2 15,-12 0 4-15,12 0-5 0,0 0 3 0,0 0 0 16,-12 3-1-16,12-3 0 0,0 0 3 0,0 0 0 16,0 0 1-16,0 0-3 0,0 0 11 0,0 0-6 15,0 0 1-15,0 0-1 0,28 14 3 0,-17-14 1 16,1 0 3-16,-12 0-5 0,23 0 2 0,-12-1-2 16,2-2 1-16,1 2-2 0,-4-1 3 0,3 1-4 15,-2-1 7-15,2 0-4 0,-1 0 0 16,-12 2-1-16,18-1-1 0,-7-1 4 0,-11 2-7 15,16-2 2-15,-16 2 0 0,15-2 1 0,-15 2 0 0,13-1 2 16,-13 1-5-16,14-1-2 0,-14 1 5 0,12 0-1 16,-12 0-1-16,11 4-5 0,-11-4 4 0,11 7 0 15,-11-7 2-15,7 11 2 0,-4-1 5 0,1 2 3 16,-1 5 4-16,-2-5 4 0,-1 5-5 0,-2 3 2 16,2-1-5-16,-3 0-18 0,-1 0-23 15,2-2-24-15,0 3-34 0,0-1-32 0,2-1-55 16,0 2-50-16,-2-4-141 0,1 0-397 0,2 0 176 15</inkml:trace>
  <inkml:trace contextRef="#ctx0" brushRef="#br0" timeOffset="159006.37">17013 9760 9 0,'-5'-5'87'0,"5"5"-17"15,0 0-4-15,0 0-3 0,0 0-2 0,0 0-8 16,-4-7 3-16,4 7 0 0,0 0-20 0,0 0 18 16,0 0-9-16,-2-9-2 0,2 9-4 0,0 0 3 15,0 0 7-15,-3-6-1 0,3 6-9 0,0 0 13 16,0 0-11-16,-5-4-2 0,5 4-4 0,0 0 3 15,0 0 2-15,0 0-6 0,0 0 2 0,-3-7-4 16,3 7 5-16,0 0-3 0,0 0-8 0,0 0 3 0,0 0 4 16,-5-5-3-16,5 5 4 0,0 0-3 15,0 0-10-15,0 0 4 0,0 0 0 0,0 0-6 16,0 0-3-16,0 0 1 0,0 0-5 0,0 0 5 16,0 0-10-16,0 0-1 0,0 0-1 0,0 0 3 0,0 0-8 15,0 0-1-15,0 0 9 0,-8-3-8 0,8 3-2 16,0 0 2-16,0 0-3 0,0 0 0 15,0 0-5-15,-4 15 6 0,4-15 6 0,-4 12-1 16,1-4-2-16,1-1 2 0,-1 1-2 0,2 1-2 0,-2 2 2 16,1-3-2-16,-2 3 1 0,1-4 2 0,1 3-6 15,-1-4 5-15,3-6-5 0,-1 16 2 0,-2-7 2 16,1 1 0-16,1-3 5 0,-1 2 3 16,1-1-8-16,1 1 5 0,-1 1 0 0,1 0-2 0,1-1-5 15,-2 1 7-15,1-1-2 0,-2-1 2 0,4 1-4 16,-2 0 4-16,0-3 8 0,-2 5-9 15,2-2-1-15,-1 1-3 0,0-4-2 0,1-6 6 0,1 16 2 16,-2-9-2-16,1 1 1 0,0-8-2 0,0 13-1 16,0-6 2-16,0-7-4 0,0 12 0 0,1-6 2 15,-1-6-2-15,0 13 7 0,0-6-6 0,0-7 3 16,0 12-5-16,0-5 0 0,0-7 7 0,1 10-5 16,-1-10 5-16,2 12-5 0,-4-5-1 0,2-7 6 15,-1 12-3-15,2-6 0 0,1 2 3 0,-2-8-7 16,-2 14 7-16,4-7 1 0,-1-1-5 0,-1-6 2 15,-1 14-2-15,3-7-2 0,0-2 3 0,-2-5-1 16,2 11 1-16,-2-5-3 0,0-6 3 0,1 10 3 16,-1-10-4-16,2 11 2 0,-2-11-4 0,0 8 2 15,0-8-3-15,1 7 2 0,-1-7 2 0,0 0-5 16,1 9 0-16,-1-9 0 0,0 0 0 0,2 9 5 16,-2-9-1-16,0 0-4 0,1 10-1 0,-1-10 8 15,0 0-1-15,2 6-2 0,-2-6-5 0,0 0 3 16,2 6-3-16,-2-6 5 0,0 0-1 0,5 5 3 15,-5-5-2-15,0 0-2 0,0 0 3 0,0 0-6 16,5 5 6-16,-5-5-1 0,0 0 4 0,2 6-1 16,-2-6-5-16,0 0-2 0,0 0 2 0,6 6 0 15,-6-6 3-15,0 0-6 0,3 4 7 0,-3-4-3 16,0 0 4-16,8 4 2 0,-8-4-5 0,6 2 0 0,-6-2-1 16,0 0-1-16,7 4 3 0,-7-4 0 0,5 3 5 15,-5-3-2-15,6 3 0 0,-6-3 6 16,9 1-5-16,-9-1 6 0,10 2 1 0,-10-2 2 15,9 0-2-15,-9 0-3 0,16 1-6 0,-16-1 11 0,16-3-5 16,-7 3 5-16,3-2-5 0,-1 0-2 0,3 2 2 16,-2-2 2-16,6 0 0 0,-7-1 0 0,2 1 0 15,6-1-1-15,-1 2-5 0,0-2 5 16,0 0 13-16,-1-1-2 0,0 1 1 0,1-2-5 0,-1 1 1 16,1 0-3-16,-2 2-3 0,2-1-2 0,-1-1 2 15,1 3-3-15,-4-3 0 0,2-1-3 0,1 2 2 16,2 0 0-16,0 0 1 0,1 0-1 0,-1 0 0 15,-1 0-3-15,2 0 2 0,1 0-1 16,-3 3-1-16,3-2 0 0,0-1 0 0,-2 3 0 0,1-3-1 16,-1 0 1-16,2 2-2 0,1-2 1 0,-1 2 0 15,7-1-3-15,-7 1 1 0,6-2 0 0,-4 2 0 16,4-1 2-16,-8 1-2 0,0 1-1 0,1-1 2 16,-2-1-2-16,3 1 4 0,-3 0-4 0,-4 1 1 15,6-2-3-15,-7 2 2 0,6-1 2 0,-6 0-1 16,0 1 0-16,-1-1 2 0,0 0 2 0,1-1 4 15,-2 2 8-15,0 0-7 0,0-1 0 0,-1 0 3 16,0 1-8-16,1 0 4 0,-1 0-2 0,-1-2-3 16,-9 2 2-16,20 0 1 0,-13-1 1 0,-7 1-5 15,15 1 5-15,-9-2-5 0,-6 1 0 0,12 1 0 16,-12-1-1-16,11-1 1 0,-11 1-1 0,9 1-2 16,-9-1-1-16,9 0 2 0,-9 0 0 0,0 0-2 15,0 0 0-15,12-1-1 0,-12 1 1 0,0 0 1 16,10 0-1-16,-10 0-1 0,0 0 1 0,10-1-4 15,-10 1 3-15,0 0 0 0,12 1 2 0,-12-1-1 16,7 1 1-16,-7-1 0 0,0 0-3 0,12 0-2 16,-12 0 6-16,0 0-6 0,9 0-5 0,-9 0-8 15,0 0-9-15,0 0-6 0,0 0-7 0,6 2-4 16,-6-2 0-16,0 0-8 0,0 0-5 0,0 0-7 16,0 0-10-16,4 5-4 0,-4-5-19 0,0 0-13 15,0 0-17-15,0 0-17 0,0 0-21 0,0 0-121 16,-14 11-306-16,14-11 135 0</inkml:trace>
  <inkml:trace contextRef="#ctx0" brushRef="#br0" timeOffset="159865.21">18479 9792 87 0,'0'-8'115'0,"0"8"6"16,0 0 0-16,0-10 1 0,0 10-1 0,0 0-1 16,-1-9 0-16,1 9-5 0,0 0-7 0,0 0-1 15,0 0-7-15,0 0-8 0,-3-10-10 0,3 10-8 16,0 0-8-16,0 0-8 0,0 0-7 0,0 0-2 15,0 0-9-15,0 0-4 0,0 0-9 0,0 0 1 0,0 0-6 16,0 0 3-16,0 0 1 0,0 0-10 16,0 0 0-16,0 0-3 0,0 0 0 0,0 0 2 15,-4 23 7-15,4-23-10 0,-2 9 0 0,2-9 4 16,-3 10 0-16,3-4-1 0,0-6 2 0,-2 14-1 0,-1-9-2 16,3-5 1-16,-1 15-2 0,0-8 1 15,0 1 1-15,-2 1-1 0,0 3 2 0,2-2 2 16,0 1-4-16,-2 0 0 0,4 0 0 0,-2-1-2 15,1 3 0-15,-2-1 4 0,0-1 2 0,2 3-6 0,0-3 4 16,0-1 0-16,2 3-3 0,-1-3 1 0,0 2-1 16,-1-1 2-16,0 0-3 0,0-1 1 0,0 0 0 15,0 1-3-15,-1 0 0 0,2 1 3 16,-1-2-3-16,0 1-1 0,-1 0 0 0,0-1 1 16,1 1 3-16,0 1-5 0,0-3 0 0,0 1 1 0,-2-3-1 15,2-7-2-15,0 14 3 0,0-9-5 0,0-5 2 16,0 13-1-16,0-13 3 0,-1 8-1 15,1-8-4-15,3 10-1 0,-3-10 2 0,0 0 1 16,0 9-3-16,0-9 0 0,0 0-1 0,-2 9 0 0,2-9 3 16,0 0-4-16,0 0 3 0,-1 7-2 0,1-7 1 15,0 0-1-15,0 0 1 0,0 0-2 0,0 0 2 16,0 0-1-16,0 0 1 0,0 0 1 0,0 0 3 16,0 0-3-16,0 0 0 0,0 0 1 0,0 0 1 15,0 0 1-15,0 0-1 0,0 0 0 0,0 0 1 16,0 0 2-16,-3 7 5 0,3-7 4 0,0 0-3 15,0 0 0-15,0 0-6 0,0 0 3 0,0 0-3 16,0 0 1-16,0 0-3 0,0 0-1 0,0 0 1 16,0 0-5-16,0 0 3 0,-12-19-2 0,12 19-9 15,-5-3-14-15,5 3-13 0,-7-5-17 0,7 5-19 16,-6-3-21-16,6 3-28 0,0 0-23 0,-13-4-28 16,13 4-33-16,-9 0-139 0,9 0-371 0,-11-2 164 15</inkml:trace>
  <inkml:trace contextRef="#ctx0" brushRef="#br0" timeOffset="162215.59">17744 10399 73 0,'4'-7'73'0,"-4"7"-3"0,3-6-11 16,-3 6-5-16,2-8-6 0,-2 8 6 0,5-7-8 15,-5 7-5-15,3-7-1 0,-3 7-4 0,2-6 3 16,-2 6-8-16,0 0-8 0,6-7 2 0,-6 7-5 16,2-5 3-16,-2 5 1 0,0 0-2 0,0 0-3 15,0 0-6-15,0 0-2 0,3-7-2 0,-3 7 8 16,0 0-6-16,0 0-11 0,0 0 11 0,0 0-5 16,0 0-5-16,0 0 7 0,0 0-9 0,1-8 10 15,-1 8-6-15,0 0 1 0,0 0 0 0,0 0 1 16,0 0-9-16,0 0 2 0,0 0-2 0,0 0 1 15,0 0 5-15,0 0 2 0,0 0 4 0,0 0-5 16,0 0-12-16,0 0 8 0,0 0 4 0,0 0-5 16,0 0 5-16,0 0 0 0,0 0-4 0,0 0 4 15,0 0 3-15,0 0-12 0,3-7 1 0,-3 7 8 16,0 0-7-16,0 0 4 0,0 0 4 0,0 0 1 16,-2-11 7-16,2 11-10 0,0 0 10 0,0 0 1 15,0 0-3-15,-1-9 6 0,1 9-6 0,0 0 17 16,0 0 9-16,1-9-11 0,-1 9-15 0,0 0 17 15,0 0 1-15,0 0-7 0,-2-12 9 0,2 12 4 16,0 0-5-16,-3-7-2 0,3 7-2 0,0 0 0 0,0-8 9 16,0 8-2-16,0 0 4 0,0 0 1 0,0-10 4 15,0 10-3-15,0 0-5 0,0 0 0 16,0 0-4-16,0 0-4 0,0 0-5 0,-1-8 0 16,1 8 1-16,0 0-11 0,0 0-2 0,0 0 10 0,0 0-10 15,0 0-5-15,0 0 2 0,0 0 6 0,0 0-8 16,0 0 2-16,0 0 0 0,2 33 2 0,-2-22 2 15,3 0-2-15,-3 1-3 0,0 0 2 16,-1 0 2-16,1 3-3 0,0 1 0 0,1 1 8 0,-2-1 10 16,-1-2-6-16,2 2 8 0,0-2-3 0,0 2-2 15,-1-3-4-15,1 5-1 0,-1-7-2 0,1 5 4 16,0 0-4-16,0 0-3 0,-1-2 7 0,2 2-3 16,-2 2 4-16,2-2-2 0,-2 1-8 0,-1 1 9 15,1 0-3-15,2-3 0 0,-1 1-3 0,2 1 3 16,-2-5-4-16,-2 1 3 0,5 3-6 0,-4 1 2 15,2-1 3-15,-1-3 3 0,1 3 1 0,0-3-8 16,-1 1 4-16,0-2-2 0,3 0 1 0,-3 1-2 16,0 1 0-16,0 3 0 0,0-2-1 0,-1-2 2 15,1 3 3-15,0-5-4 0,-2 1 2 0,1 0 0 16,-1-1-1-16,2-1-1 0,-2-1-1 0,1 0 4 16,0-2-2-16,1-7-5 0,0 11 5 0,0-11 0 15,-2 11-3-15,2-11-4 0,0 8 4 0,0-8-2 16,-1 7 0-16,1-7 3 0,0 0-5 0,0 0 2 15,0 0 2-15,-1 10-2 0,1-10 3 0,0 0 0 16,0 0 0-16,0 0 1 0,0 0-8 0,0 0 2 0,0 0-5 16,0 0-21-16,0 0-26 0,0 0-22 15,0 0-29-15,0 0-31 0,0 0-27 0,6-23-13 16,-6 23-146-16,2-13-344 0,-1 3 152 0</inkml:trace>
  <inkml:trace contextRef="#ctx0" brushRef="#br0" timeOffset="163915.54">17297 9845 28 0,'0'0'84'0,"0"0"-13"16,0 0 2-16,-13 20-4 0,9-7 0 0,-3 3-11 15,0 3-7-15,-5 3 0 0,1 2-11 0,-3 2-1 16,0 2-14-16,1-2-17 0,-2-3-19 0,2 2-19 15,1-3-24-15,0 1-42 0,2-9-103 0,0-1 47 16</inkml:trace>
  <inkml:trace contextRef="#ctx0" brushRef="#br0" timeOffset="164115.26">17617 9856 104 0,'0'0'117'0,"-10"25"-6"15,0-9-13-15,-1 2-8 0,-7 4-15 0,3 2-21 0,-2 1-19 16,0-1-21-16,1-1-14 0,2 0-18 16,3-5-5-16,1-1-26 0,4-1-53 0,1-5-110 15,0-2 49-15</inkml:trace>
  <inkml:trace contextRef="#ctx0" brushRef="#br0" timeOffset="164315.01">17917 9822 19 0,'0'0'113'0,"0"0"-14"0,0 0 2 0,-23 14-7 16,6-3-10-16,3 3-10 0,-7 6 1 15,0 2-9-15,1 1-17 0,2-3-28 0,1 2-3 0,4-5-18 16,2-2-13-16,3-1-21 0,2-2-16 0,1-2-18 16,3 0-40-16,0-1-117 0,3-3 51 15</inkml:trace>
  <inkml:trace contextRef="#ctx0" brushRef="#br0" timeOffset="164464.87">18121 9858 28 0,'-11'15'74'0,"-2"6"-22"15,-5 3-26-15,3 1-26 0,-4 3-30 0,-2-3-33 16,2 1 14-16</inkml:trace>
  <inkml:trace contextRef="#ctx0" brushRef="#br0" timeOffset="165498.84">18245 10931 121 0,'0'0'138'0,"4"-9"-3"0,-4 9 7 0,4-12-3 16,-3 9 0-16,-1 3-2 0,3-10 1 0,-3 10-1 16,1-7-7-16,-1 7-10 0,0 0-11 0,3-5-9 15,-3 5-9-15,0 0-12 0,0 0-9 0,0 0-11 16,0 0-5-16,0 0-3 0,0 0-9 0,0 0-3 16,0 0 0-16,7 20-3 0,-5-8 4 0,-2 2 1 15,1 3 15-15,-2 0 1 0,1 1-7 0,-2 0-5 16,1 2 3-16,-2-2-10 0,1-1 0 0,1 2-3 15,-2-3-4-15,2 0-5 0,-1-2 3 0,1-2-5 16,1 0 2-16,-2-2-6 0,0 2 1 0,1-4-4 16,1 3 0-16,-1-4-2 0,1-7-1 0,0 12 2 15,0-12-3-15,-3 10-5 0,3-10-14 0,-1 9-15 16,1-9-14-16,0 0-25 0,-2 9-17 0,2-9-27 16,-4 7-25-16,4-7-40 0,-6 3-33 0,6-3-160 15,-10 0-391-15,10 0 174 0</inkml:trace>
  <inkml:trace contextRef="#ctx0" brushRef="#br0" timeOffset="166015.79">18304 10943 76 0,'-2'-14'179'0,"0"5"-1"0,1 3-9 0,1 6-7 16,-3-14-15-16,1 8-4 0,2 6-4 0,-1-11-9 16,1 4-12-16,0 7-3 0,0-9-9 0,0 9-7 15,2-9-9-15,2 4-7 0,-4 5-8 0,13-7-3 16,-4 4 1-16,2 1-12 0,2 1-5 0,0 1-4 16,2 0-5-16,0 1-2 0,-1 0-6 0,-1 3-7 15,-1 0-1-15,2 0 0 0,-4 4-3 0,0 1-4 0,-1-2-3 16,-1 5-1-16,-2-3-2 0,-1 2 1 15,-1-1 1-15,-1 2-2 0,-3 1-6 0,-3-2 2 16,1 1-3-16,-1 1 2 0,-2-2 1 0,0-2-3 16,1 1-1-16,-4 0-2 0,1-2-1 0,2 2 1 0,-1-5 2 15,4 0-6-15,-1 0 7 0,3-5-8 16,-6 5 1-16,6-5 2 0,-4 6-2 0,4-6-1 16,0 0 2-16,-6 6-7 0,6-6 1 0,0 0 2 15,0 0-4-15,10 7 5 0,-5-4-4 0,1 1 2 16,1-2-1-16,3 1-1 0,-1 1 2 0,0 1-2 15,-1 3-2-15,-1-4 2 0,1 1 1 0,1 2 0 16,-4 0-1-16,3 0-2 0,-3 2 0 0,0-2 1 16,-3-1-3-16,0 2-4 0,-1-3-3 0,-1-5 0 15,-3 14 2-15,1-9-2 0,-6 4 1 0,-1-2-5 16,0 0 5-16,-2-1-12 0,-1 0 1 0,-3 0 0 0,1 1-5 16,-1-3-9-16,1-1-5 0,-3 0-17 15,-1 1-14-15,8-2-20 0,-2-1-25 0,4 1-18 16,1-1-37-16,7-1-146 0,-14-3-343 0,14 3 152 15</inkml:trace>
  <inkml:trace contextRef="#ctx0" brushRef="#br0" timeOffset="166934.37">18786 11003 215 0,'-4'-7'205'0,"0"1"-2"0,-2-1-4 0,-4 1-15 0,3 1-11 16,-2 2-10-16,-3 1-15 0,0 3-14 15,-2 2-12-15,4 3-9 0,-7 3-5 0,-1 2-10 0,-3 7-9 16,5-5-10-16,-4 6-7 0,8-3-6 0,1-1-8 16,0 1-6-16,4 0-6 0,2-2-2 15,2-2-4-15,-1 1-5 0,4-4-3 0,4 1-2 16,-1-1-3-16,2 0-3 0,1-4 1 0,2 1-1 0,3 0-3 15,0-4-2-15,1 0-1 0,6-5-3 0,-5 2-1 16,5-4-1-16,-5 2 1 0,1-1 0 0,-3 0-5 16,1 0 4-16,-2-2-6 0,-2 0 0 15,3-3 0-15,-5 1-1 0,1-3 1 0,-3 1 2 0,1 1-3 16,-1-1-2-16,-2-1 0 0,2 2-2 0,-3 0-1 16,2-1 5-16,-2 4 8 0,2 0 6 0,-3 6-3 15,0-9-6-15,0 9 1 0,0 0-5 0,2-8-1 16,-2 8-1-16,0 0-2 0,0 0 1 15,0 0-2-15,-1 25 0 0,-2-15 2 0,1 3 2 0,1-2-1 16,-1 1-2-16,0 0-2 0,2 0 1 0,0-1 1 16,-3-1 2-16,6-1-2 0,-1-1 0 0,0 0 3 15,0-1 0-15,3-3 2 0,2 2-4 0,2-3 5 16,1 0-4-16,1-3 4 0,1 0-2 0,1 0 2 16,0-5-5-16,0 3 2 0,0-4 2 0,0 0 1 15,-1 1-2-15,-2-3-2 0,2 1 0 0,-2-4-1 16,-3 2 1-16,5 1-3 0,-6-2 1 0,-2-1-3 15,-2 2 0-15,1-3 2 0,1 5 1 0,-3-2 1 16,1 2-4-16,-2 7 5 0,1-11-5 0,-1 11-4 16,1-9-1-16,-1 9 1 0,0 0-2 0,0 0 1 15,0 0-2-15,0 0 1 0,0 0 2 0,0 0 0 16,0 0-4-16,-10 27 6 0,8-15-1 0,1 0-3 16,1 1 2-16,3 2 1 0,-1 2 1 0,2 0-1 15,0-2 3-15,1 0 0 0,-1 1 3 0,1-1-7 16,-2-2 2-16,0-3 5 0,0 2 0 0,-2-1-3 15,2-2 0-15,-2 2-1 0,-2-2 4 0,-2-1 0 16,1 2-3-16,-1-3-1 0,3-7-5 0,-4 10-4 16,0-6-4-16,4-4-1 0,-5 8-2 0,0-4-1 15,5-4 3-15,-5 3-2 0,5-3-1 0,0 0 0 16,-5 4-7-16,5-4-9 0,0 0-8 0,0 0-6 16,0 0-1-16,0 0 6 0,17-19 1 0,-8 12 4 15,6-2 1-15,3-3 2 0,3-5 3 0,4 2 3 16,-5 0-2-16,3-2 6 0,1 0 0 0,-2-1 3 15,0 2 1-15,-2-1 2 0,-2-1 0 0,0-1 6 16,-5 5 3-16,0 0-4 0,-3 0 4 0,-2 1 3 16,-2 4 16-16,-2 1-2 0,-2-1-2 0,0 2 5 15,-2 7 5-15,0-14-2 0,0 14 1 0,-9-10 2 16,2 6 0-16,0 1 5 0,7 3 2 0,-22 2 5 16,9 2 1-16,-3 2-2 0,-1 2-1 0,-1 1 2 15,1 3 0-15,1-1-4 0,3 1-2 0,2 3 0 16,2-2-7-16,2-2 4 0,2 2-4 0,3-1-4 15,2 1-12-15,3-2-30 0,3 0-34 0,3 3-47 16,6-4-54-16,2-1-54 0,2-3-157 0,1 1-407 16,7-1 180-16</inkml:trace>
  <inkml:trace contextRef="#ctx0" brushRef="#br0" timeOffset="167224.72">19696 11040 141 0,'1'-7'272'0,"-1"7"-7"0,-4-11-8 15,4 11-9-15,0-11-14 0,0 11-20 0,0 0-25 16,3-8-21-16,-3 8-15 0,0 0-20 0,0 0-14 16,0 0-12-16,0 0-3 0,0 0-19 0,0 25-7 15,0-14-4-15,1 5-7 0,-2 1-9 0,1 1-2 16,-4-1-4-16,3 0-1 0,0 2-7 0,-1 0-1 15,0-2-9-15,-1 1 3 0,-1-1-6 0,3 0-6 0,0-2-3 16,-1-2 6-16,1-1-16 0,0-1-23 16,-1-1-18-16,2-1-24 0,0-1-23 0,-1 0-24 15,1-8-25-15,0 11-23 0,0-11-17 0,1 11-12 16,-1-11-10-16,2 5-8 0,-2-5-16 0,0 0-110 0,0 0-348 16,0 0 154-16</inkml:trace>
  <inkml:trace contextRef="#ctx0" brushRef="#br0" timeOffset="167615.25">19746 11091 22 0,'5'-16'172'0,"4"2"1"0,0-1-6 0,0 2 4 0,5 0 6 15,-3 2-9-15,2 2-2 0,-2 0-4 16,4 1-10-16,-3 3-7 0,0 0-7 0,-1 0-11 0,2 4-4 16,0-1-14-16,0 2-10 0,-4 0-7 15,0 2-7-15,-1 0-8 0,-1 0-6 0,1 2-8 0,-2-1-4 16,-1 2-2-16,4 2 0 0,-5-1-2 0,-3 1-4 15,0 4-2-15,-2-2-4 0,0 3-3 16,-3-2-2-16,-2 1-8 0,-2 0 1 0,-5 0-4 16,0 2-2-16,-2 0-4 0,1-3-1 0,0 0-3 15,-1-1-2-15,4-1-6 0,2 0-10 0,2-3 4 0,2 0-3 16,0 0-1-16,2 2 2 0,3-7-3 0,-4 8-1 16,4-8 5-16,9 14-1 0,1-9-2 0,1 1 3 15,9 0-4-15,-1 1 0 0,2-1-1 16,5 2 1-16,-6-2 0 0,7 2-4 0,-8-2 0 0,-3-1 2 15,1 3-4-15,-7-4 0 0,1 0 7 0,0 2-8 16,-6-2 1-16,1 0 2 0,-2 2-2 0,-4-6 3 16,0 0 2-16,-13 18-3 0,2-10-2 0,-6 1-2 15,-1 0-1-15,-7 1-5 0,-5-1-10 16,2-1-11-16,0 0-17 0,0-4-28 0,0 1-34 0,-1 0-49 16,8-3-47-16,-7 2-221 0,7-4-466 0,-5 0 206 15</inkml:trace>
  <inkml:trace contextRef="#ctx0" brushRef="#br0" timeOffset="171331.44">12380 11082 72 0,'0'0'85'0,"0"0"-4"16,0 0-1-16,0 0-11 0,0 0-1 0,0 0-10 15,0 0 0-15,0 0-13 0,0 0 3 0,0 0-7 0,0 0-3 16,0 0-7-16,0 0-11 0,-18 4-1 0,18-4 14 15,-12 4-19-15,7 0 1 0,-4-3 0 0,-2 4-3 16,0-2-1-16,2 1 0 0,-5 0 1 0,3-1 4 16,-3 0-5-16,3 1 8 0,0-1-11 0,-3-1 1 15,1 2 3-15,1-1-5 0,1-1-1 0,-2-2 8 16,3 2-7-16,2 0 3 0,-3-1 7 0,2 2 0 16,9-3 3-16,-13 0 0 0,13 0 1 15,-10 0 0-15,10 0 3 0,-9 0 0 0,9 0 7 0,0 0-8 16,-9 3 7-16,9-3 1 0,0 0-8 0,0 0 2 15,0 0-1-15,-8 0-10 0,8 0-7 0,0 0 4 16,0 0-2-16,0 0 5 0,0 0-3 0,0 0 1 16,0 0 7-16,0 0-6 0,0 0-2 0,19 7 2 15,-19-7 4-15,16 2-3 0,-7-2 5 0,5 3-2 16,1-3 3-16,4 0 1 0,-2-1-3 0,5 1 7 16,0 1-3-16,-1 0-1 0,6-1-4 0,2-1 10 15,-8 1-8-15,6-1-1 0,-5 1-3 0,5 0-2 16,-7 0-3-16,1 0 1 0,0 0-2 0,7-2 6 15,-6 2-5-15,5-1-1 0,1 1 1 0,-1 0 1 16,2 1-6-16,-10-1 4 0,4 0 0 0,5 0-1 16,-1 2-5-16,0-1 4 0,-6 0-1 0,0-1-2 15,8 1-2-15,-8 1 2 0,7-2-2 0,-8 2-3 16,3-1 10-16,0 1-3 0,3-1 2 0,-5 0-4 16,3 1 3-16,1-2-4 0,-5 2-3 0,9 0 0 15,-6-1 5-15,4 1-1 0,-2 1-3 0,-3-2 2 16,5-1 2-16,2 4 1 0,-2-2-2 0,2 0 0 15,0 1-1-15,-1-2 0 0,1 1 2 0,2-1-2 16,-2 2 1-16,-1-2 5 0,3 1-5 0,-2-1-4 16,3 2 4-16,3-3 3 0,-5 1-5 0,3 1 1 15,3-2-2-15,-2 2 5 0,-1-1 4 0,3 0 8 16,1 0-1-16,1 1-5 0,-1-1 4 0,0 0-2 16,1 0-3-16,-2 1 2 0,0-1-1 0,4 0-3 15,-2-2 2-15,1 1-2 0,-1 0 0 0,-2 3 1 16,1-3-1-16,2 0 1 0,-2 0 1 0,-2 3-4 0,1-3 4 15,2 0-1-15,-1 0 0 0,-1-2 1 16,-1 2-1-16,-1 2-2 0,1-4 2 0,-1 1-2 16,-2 2 1-16,1-1 0 0,0-1-2 0,-3 1 3 15,2 0-3-15,-4 0-3 0,-2 0 1 0,3 0-2 0,-2 0 3 16,-3 0-3-16,4 0 5 0,-8 0-4 0,8 0 0 16,-6 0 4-16,6 0-1 0,-10 0-2 0,4 1 1 15,1-1-3-15,-3-1 4 0,1 1-3 16,-1 1-1-16,-1-1 0 0,0 0 2 0,-1 0-5 15,2 2 3-15,1-1 0 0,-2 0 8 0,-1-2-11 0,3 2 4 16,2-2 0-16,-3 0-2 0,2 1 1 0,7-2 4 16,-1 1-5-16,-1 1 2 0,3-3-3 0,-2 2 3 15,-8 1-2-15,2-2-1 0,1 2 3 16,4-1-1-16,-7 1-1 0,2 1 0 0,1-2 0 0,-2 0 4 16,5 1-3-16,-3 0 2 0,-2-1-2 0,6-1 2 15,-7 4 6-15,0-4-7 0,1 2-2 0,1 0 2 16,7 0 0-16,-9-1 3 0,-2 1-3 0,3 0 1 15,-2 0 3-15,0 0-5 0,3 0 4 0,-2-1 0 16,0 1 10-16,1-1-6 0,1 1 4 0,0 0-3 16,-2 0 1-16,2 0 0 0,-2-2-4 0,-1 2 0 15,2 0-1-15,-2 0-1 0,2 0 1 0,-4-2-1 16,0 2-2-16,-3 0 6 0,4 0-4 0,-3 0-3 16,-2 2 1-16,5-2-2 0,-5 0 0 0,0 0 2 15,-1 2-1-15,1-4 5 0,1 4-7 0,-2-4 2 16,3 2 1-16,-2 0 3 0,2 0-2 0,2 0 1 15,1 0-1-15,-2 0-1 0,2-2 0 0,0 2 2 16,-3 0-2-16,2-1 0 0,3 1 1 0,0 0-4 16,-2-2 1-16,1 2 2 0,-1-1 0 0,2 0-2 15,0 1-1-15,-2-2 4 0,2 2-3 0,0 0-1 16,-1-1 2-16,-1-1-2 0,0 0 1 0,2 2 1 16,1-2 0-16,-2 1-1 0,3-1 0 0,-2 1-2 15,2 0 1-15,0-1 6 0,-1 1-7 0,1 1 0 16,-1-1 3-16,-1 1-1 0,0-2-1 0,0 1 0 15,-1 0 0-15,-1 1 0 0,0-2 1 0,-6 1 1 16,2 1-3-16,1 1 0 0,-3-1 1 0,1 0 0 16,1 0 0-16,-2-2-1 0,-2 3-2 0,2-2 5 15,-1 0-1-15,-1 1-1 0,-1-1 0 0,-9 1 0 16,14 0 0-16,-7 0-2 0,-7 0 2 0,13 0 2 16,-13 0-1-16,8-2-1 0,-8 2-1 0,0 0-1 0,12 0 0 15,-12 0 5-15,8-1-4 0,-8 1 4 16,0 0-2-16,11-1-1 0,-11 1 2 0,0 0 6 15,10 0-5-15,-10 0-1 0,0 0 0 0,13 0 4 16,-13 0-3-16,7 0 0 0,-7 0 3 0,10 0-3 0,-10 0 0 16,0 0 1-16,13 0-5 0,-13 0 5 0,12-2 0 15,-12 2-5-15,13-1 1 0,-7 0 1 0,-6 1 0 16,13 0-2-16,-13 0 1 0,14 0-2 16,-8 0 3-16,-6 0-3 0,15 0 1 0,-15 0-1 15,11 0 2-15,-11 0 0 0,9 0 4 0,-9 0 2 0,9 0-2 16,-9 0 6-16,0 0-3 0,11-2-3 0,-11 2 2 15,0 0-3-15,9 2 1 0,-9-2 3 16,8 0-3-16,-8 0-1 0,0 0-2 0,11 0 0 0,-11 0-1 16,9 0 0-16,-9 0-3 0,11 0 3 0,-11 0 0 15,11 0-2-15,-11 0 4 0,10 0-2 0,-10 0 0 16,9-2 0-16,-9 2 0 0,12 2 6 0,-12-2-7 16,9 0 1-16,-9 0-3 0,0 0 2 0,10-3 1 15,-10 3-4-15,0 0 2 0,13 3 0 0,-13-3-1 16,0 0-1-16,10-2 3 0,-10 2-1 0,0 0 2 15,8 0-12-15,-8 0 0 0,0 0-4 0,11-1-11 16,-11 1-9-16,8-2-12 0,-8 2-18 0,9 0-21 16,-9 0-19-16,0 0-22 0,10-3-21 0,-10 3-40 15,8-1-50-15,-8 1-131 0,5-5-399 0,-5 5 176 16</inkml:trace>
  <inkml:trace contextRef="#ctx0" brushRef="#br0" timeOffset="172176.44">17820 10956 33 0,'0'0'124'0,"-7"-3"-9"16,7 3-5-16,0 0-11 0,0 0-6 0,0 0-1 15,0 0-10-15,-3-7 2 0,3 7-1 0,0 0-1 16,0 0-7-16,0 0-2 0,-3-7-1 0,3 7 0 15,0 0-5-15,0 0-7 0,0 0-4 0,-4-8-7 16,4 8-9-16,0 0-3 0,0 0-2 0,-8-5-7 16,8 5 0-16,0 0-3 0,0 0 2 0,-5-3-6 15,5 3-4-15,0 0-2 0,0 0 0 0,0 0-6 16,0 0 2-16,0 0-3 0,0 0 2 0,0 0-5 16,0 0-1-16,0 0 4 0,0 0-4 0,0 0 0 15,-6-5 0-15,6 5-1 0,0 0-4 0,0 0 4 16,0 0-1-16,0 0 2 0,0 0 1 0,0 0-3 0,0 0 1 15,0 0-3-15,0 0 0 0,-10 8 0 0,10-8-2 16,0 0 0-16,0 0 3 0,-4 6 3 16,4-6-6-16,-1 7 3 0,1-7 3 0,-3 7 2 15,3-7-2-15,-4 12 5 0,3-6-2 0,1-6 13 0,-5 13-5 16,1-6-3-16,0 3 7 0,0-3 1 0,3 5 4 16,-3-4-8-16,2 3 3 0,-1-1-5 0,2-1 5 15,-2 2-4-15,2-1 6 0,0-1 2 16,-2 0 5-16,1-2-2 0,-1 1 0 0,2 0-2 0,1 0 7 15,0-8-2-15,-1 12 4 0,-1-5-2 0,2-7-4 16,-2 10 0-16,2-10-1 0,0 8-4 0,0-8 4 16,-3 10 1-16,3-10 1 0,0 0-2 0,0 10 4 15,0-10 2-15,-1 7-4 0,1-7 3 0,0 0 0 16,0 0-3-16,0 10-2 0,0-10-2 0,0 0-3 16,0 0-1-16,0 0-1 0,0 9-4 0,0-9 0 15,0 0 1-15,0 0-1 0,0 0-2 0,0 0 1 16,0 0-8-16,0 0-9 0,0 0-15 0,0 0-19 15,-4 4-25-15,4-4-18 0,0 0-34 0,0 0-37 16,0 0-30-16,0 0-33 0,0 0-141 0,-19-5-383 16,19 5 170-16</inkml:trace>
  <inkml:trace contextRef="#ctx0" brushRef="#br0" timeOffset="176930.96">12091 11201 31 0,'0'0'33'0,"0"0"-1"0,-5 7-5 0,5-7-1 0,0 0-4 15,0 0-2-15,-4 7 5 0,4-7 0 0,0 0 1 16,0 0 0-16,0 0 4 0,0 0-2 16,-3 5 4-16,3-5 3 0,0 0 3 0,0 0 4 0,0 0 3 15,0 0 3-15,0 0 0 0,0 0 11 0,0 0-3 16,0 0 6-16,0 0 11 0,0 0-9 0,0 0 0 15,0 0 3-15,0 0-16 0,0 0-2 0,0 0 0 16,0 0-7-16,0 0 0 0,0 0-1 16,-8-13-4-16,8 13-8 0,0 0 3 0,-5-12-3 0,5 12-2 15,-1-9-5-15,1 9-3 0,-3-10-2 0,3 5 8 16,-2-4-13-16,2 9 4 0,-8-15-6 0,6 5 4 16,0 1-6-16,0-2-2 0,-2 1 7 15,3-3-4-15,-3 1-2 0,2-2 0 0,0 1 7 0,2-3-8 16,-4 0-5-16,2 0 3 0,-2 0-1 0,4 0 3 15,-4 5-3-15,0-7-1 0,3 1 7 0,-3 2-6 16,2 0 0-16,0-1 6 0,-2 0 2 0,3-2 6 16,-1 1-2-16,0-1 0 0,-3 1 1 0,4 0-2 15,0 0 4-15,-2 0-6 0,1 0 4 0,0 6-3 16,-3-6-4-16,1 0 5 0,2 5 3 0,0-5 4 16,0 1-2-16,-3 4-2 0,4 0 4 0,-1 1-4 15,-4-3-3-15,2-2-1 0,2 4 0 0,-1 0 0 16,-1 1 11-16,2 0 5 0,-1-1-2 0,-2 1-4 15,3 0-5-15,-2-1 2 0,1 2-6 0,-1-4 2 16,2 3-1-16,-1 1-4 0,-1-1 1 0,2 0-2 16,0 0 0-16,-3 1 0 0,3 0-2 0,1 1-2 15,-1-1 1-15,2-1 0 0,-2 2-2 0,0-4 0 16,2 4 3-16,-4-2-4 0,2 0 3 0,-1 1 1 16,1 1-2-16,0-2 0 0,-1 1-3 0,-1 2 1 15,1-2 0-15,3 0 4 0,-4 0 3 0,1 0-4 16,1 0 0-16,1-2 1 0,0 2 0 0,-1 0 1 15,2 0-1-15,-2-2 2 0,2 2-3 0,2-1-2 16,-4 1 2-16,2-1-2 0,0-2 5 0,2 4 0 16,-4-2-1-16,2 1 1 0,0 0-2 0,0-1 1 15,0 1-1-15,-3 1-1 0,2-1-2 0,2 1 1 16,-1 0-3-16,-1 0 1 0,1-2-2 0,1 0 0 16,2 0 1-16,-3 2 3 0,0-3 2 0,0 5-1 15,-3-4 0-15,2 3 2 0,2-3-4 0,-1 1 1 16,-1 1 2-16,2-3 3 0,-3 5 0 0,2-5-3 15,0 3 1-15,2-1 0 0,-4 2-2 0,3-3 1 16,-2 2-1-16,1-1-1 0,-2 0 1 0,2 0-1 16,-1-1 1-16,2 1-3 0,-2 1-3 0,2-1 1 15,-1 0 2-15,2 0-2 0,-1-2 0 0,-1 3 1 16,0-2 2-16,1 1-1 0,-3 0-1 0,3 0-2 0,-2-2-1 16,-1 1 3-16,4 2 0 0,-5-1 3 0,4 1 2 15,-2-1 0-15,1-1 0 0,-1 1-3 16,-2 0 1-16,6 0 3 0,-3 1 0 0,0-2-3 15,0 1 1-15,0-1 0 0,0 1-4 0,0 0-2 0,0-2 3 16,0 0 5-16,0 2-4 0,0-1-4 0,0 0 0 16,0 0 0-16,0 1 5 0,0-4-6 0,0 3 5 15,0 1-5-15,-3-1 3 0,6 1-2 0,-8-1-1 16,5 0 2-16,-3 0-2 0,2 0 1 0,-1 1 0 16,2-2-2-16,-3 2 10 0,3-2-9 0,0 1 1 15,-4 1-4-15,4-3 3 0,-2 2-1 0,0-1 2 16,1 2 1-16,0-3-2 0,-2 2-2 0,3-1 2 15,-4 1-1-15,1 1 0 0,0-3 2 0,1 4 0 16,0-1-1-16,2-1 9 0,-2 2-7 0,0-1 4 16,0 0-6-16,-1 0-2 0,2 0 0 0,-2-1 1 15,3 1 1-15,-2 0 0 0,-1 0-1 0,2 0 2 16,1-1-1-16,-1 1-2 0,-1-1 3 0,2 1-3 16,2-2 2-16,-4 2 0 0,-1 0 0 0,1-1 0 15,4 1 3-15,-4 0 2 0,2 1-2 0,-2-1 5 16,2-1-1-16,0 1 3 0,0 1-1 0,0-1-4 15,0 0-5-15,0 1 11 0,0-1-7 0,0 0-3 16,0-2 1-16,0 2-1 0,0-1 0 0,0 1 0 16,-3-1 5-16,3 0 2 0,0 0 0 0,0-1-3 15,0 2-1-15,0-2 5 0,0 2-3 0,-1-3 1 16,2 2-2-16,-2-3-3 0,0 4 4 0,2-2-2 16,-1 2-4-16,-1-3 5 0,1 4-3 0,0-4 5 15,-2 3-3-15,2 0 3 0,-2 0-7 0,0-1 3 16,2 1-2-16,2-1 1 0,-4 1 1 0,2 0 1 15,-2-1-7-15,2 1 2 0,0 0 2 0,0 0 1 16,0-2 5-16,-3 2-6 0,2 1 0 0,2-2 3 16,-3 3-5-16,0-1 4 0,0 2-2 0,2 7 6 15,0-14 1-15,-5 5-3 0,5 3 0 0,0 6-1 16,-3-15 3-16,2 5 2 0,1 4-7 0,0 6 2 16,-4-16-1-16,3 8-1 0,1-1-1 0,0 9-1 15,0-14 0-15,-4 6 4 0,3 1-5 0,1 7 2 0,-3-13 2 16,2 5 0-16,1 8 0 0,-3-12-3 15,2 5 0-15,-1 0 3 0,-1 0-3 0,3 7 0 16,-4-13 0-16,2 2 2 0,-1 3-1 0,3-2 2 16,0 10-5-16,-5-15 2 0,4 7 0 0,-1-1 1 0,2-1 1 15,-2 2-3-15,1-2 3 0,-1 0-1 16,2 1-1-16,-2 1 3 0,0-3-5 0,2 2 4 16,-2-1-1-16,3-2 0 0,-3 2-1 0,-2 1 0 15,3-4 0-15,-1 2-2 0,0 0 5 0,1 0-1 16,-2-2-3-16,-1 2 1 0,3-1 0 0,-1 0-3 0,-1-1 0 15,0 3 2-15,0-2 4 0,1 2-1 0,0-3-4 16,-4-1 4-16,4 3-3 0,0-1 0 0,0-4 3 16,-2 3-2-16,2 1 0 0,0 2 1 15,1-3 1-15,0 2-6 0,-2-3 2 0,3-3 2 16,-4 5-2-16,2 1-2 0,-2-1 3 0,3-2 0 0,-2 2 1 16,3 0 0-16,-4 0-2 0,3-1 2 15,-2 3-1-15,2-1 1 0,0 0 0 0,0-1-2 16,-1-1 3-16,0 3 1 0,-1-1-3 0,2 0 3 15,-2 2-3-15,0-3 5 0,1 2-4 0,2-1 1 0,-3 1 1 16,1 1 2-16,1 0 5 0,1-2-4 0,-1 3 2 16,1-3 0-16,-2 0 1 0,0 1-3 0,0 0 1 15,2 1 8-15,-2-1-5 0,3 0 0 0,-1 0-2 16,0 3-1-16,0-4 3 0,-2 1-1 16,2 0-2-16,-2 0 0 0,1-1-2 0,0 2-1 0,-1-2 0 15,2 3 1-15,0-5-3 0,-2 4 4 0,2-2-5 16,0-1 5-16,0 4-5 0,0-5 2 0,0 1-2 15,0 2 4-15,-3-2-4 0,3 2-1 16,-2-3 2-16,2 3 1 0,0-2-5 0,-3 2 2 16,3 0 4-16,0 0-3 0,0-2 3 0,-2 2-3 0,2-2-2 15,0 1 8-15,0-1-6 0,-1 4 0 0,1-4 3 16,0 1-1-16,-1-1-2 0,-1 2 1 0,2 0 4 16,-3 0 2-16,3-2-3 0,-1 2-2 0,0 0 0 15,0-2 1-15,-1 2 3 0,1-3 1 16,0 3 0-16,1 0-2 0,0-2 2 0,0 2-3 0,-3-2 1 15,3 2-2-15,-2 0 2 0,0-3-1 0,1 3-1 16,1-2 3-16,-4 1-1 0,3 2 7 0,1-3-1 16,-4 1-5-16,3 0 2 0,1 0 3 0,-1 1-6 15,1 0 6-15,-2-1-6 0,1 0 2 0,0-1-25 16,1 2 6-16,0 0 0 0,-3-2 0 0,3 2-1 16,-2 0 3-16,0-2-2 0,0 1 4 0,0-1 1 15,1 1 1-15,0-1 1 0,1 0 2 0,-1-4 6 16,-1 3-7-16,-1 1-2 0,0 0-1 0,3-4 2 15,-2 1 1-15,3 3 0 0,-4-4 0 16,2 5 4-16,0-2-3 0,-1 2 3 0,0-5-3 0,-1 0 0 16,3 4 3-16,-2-4-3 0,2 5 0 0,-2-4 2 15,1 2 0-15,-2 0 1 0,5-1-1 0,-4-1-2 16,2 1 1-16,-2 2-5 0,-1-3 6 0,1-1-2 16,1 4 1-16,2-4 9 0,-2 4-6 15,-1-3-2-15,1 3 1 0,1 0-3 0,-1 0 3 0,1 0 0 16,-2-1-4-16,0 0 0 0,2 1 4 0,-3 0-2 15,2 0 1-15,-1 1-2 0,2-1 5 0,0-1-5 16,-3 2 2-16,3 0-1 0,0 0 1 0,0-1 4 16,0 1-2-16,0-1 0 0,-2 1 2 0,2-1 0 15,-2 2-2-15,1-2-2 0,-1 1 7 0,2 0-9 16,0-1 4-16,-1 2 0 0,-1-4 0 0,2-2-1 16,-3 5 8-16,2-5-8 0,1 4 0 0,-2 0-1 15,-1-1 2-15,2-3-2 0,-2 2 3 0,2-1-3 16,1 3 0-16,-3 0 2 0,3-5 0 15,-2 1-2-15,-1 4 6 0,2-5-10 0,-1 4 6 0,1 1-2 16,-1-1 0-16,0 1-3 0,2-2 0 0,-5-1 5 16,3-1 4-16,-1 2-1 0,2 1 4 0,-2-3-5 15,3 4 3-15,-2-1-1 0,0 1-4 0,1 0 1 16,0 0 3-16,-3-3-1 0,1 4 0 0,1-2-2 16,1 0 3-16,-4 3-2 0,3-2 2 0,1 3 5 15,0-2-6-15,1-2-3 0,-2 4-1 0,-1-2 1 16,3 1 2-16,-2 0 3 0,1 0-4 0,-1-1-1 15,0 1 2-15,2 1-1 0,-1-2 1 0,1 4 2 16,-4-3-1-16,4 1-1 0,-3 0-1 0,2 2-3 16,-1 0 1-16,2 7 1 0,-4-15 2 0,4 8 1 15,-3 0-2-15,3 7-2 0,-1-15 0 0,0 8 1 16,1 7 0-16,-1-14-2 0,-1 4 4 0,2 3-2 16,0 7 2-16,-2-14-4 0,1 7 9 0,1-2-7 15,0 9-3-15,-2-15 4 0,2 7 0 0,-2-1-4 16,2 0 4-16,0 9 1 0,-2-14 6 0,1 5-12 15,1 9 32-15,-3-15 2 0,3 5-1 0,-1 1-6 16,1 9-3-16,-2-16-3 0,0 9 3 0,2 0-8 16,0-3 0-16,-2 2-1 0,2 8 2 0,0-18-2 15,-3 12 0-15,2-5 1 0,1 11-5 0,-1-12 1 16,-1 5-2-16,2-3 2 0,0 10-6 0,0-13 1 16,-1 4 5-16,1 9 0 0,-1-14 0 0,1 7-6 15,0 7-2-15,-3-17 3 0,3 10-2 16,-1 0 5-16,1 7-5 0,-1-17-1 0,1 9 10 0,-2 1-11 15,2-5 0-15,-1 5 0 0,1 7 9 0,-1-16-8 16,1 10-3-16,0 6 0 0,-1-17 5 0,-1 7-7 16,2 2 8-16,-1-2 0 0,1 10-3 15,0-13-2-15,0 5 2 0,0-1 2 0,0 9-5 16,1-14 4-16,-2 4 8 0,1 1-8 0,1 0 1 16,-2-1-2-16,1 0 1 0,0 1 2 0,0 9-4 0,1-17 0 15,-1 9 1-15,0 8-4 0,0-13-1 0,0 6 3 16,0 7 0-16,0-16 2 0,0 9-7 0,2 0 12 15,-2 7-5-15,-2-18-3 0,4 11 0 0,-2-1 0 16,1 1 1-16,-1 7-2 0,0-15 8 16,1 7-1-16,-1 8-2 0,1-16 0 0,-2 7-3 15,1 9 3-15,1-17-2 0,1 9-2 0,-2 1 6 0,0-2-6 16,0 9 2-16,0-17-2 0,1 10-1 0,-1 0 5 16,0 7-7-16,1-18 5 0,-1 9-1 0,2 1 0 15,-2 0 3-15,0 8-3 0,-2-17-15 16,2 8 16-16,0 0 1 0,2 0-4 0,-1-1-12 15,-2 0 20-15,1 0-1 0,1 1-2 0,-1 2 2 16,0 7-2-16,0-13-2 0,0 3-2 0,0 2 3 16,0-3-12-16,0 11 11 0,0-11 1 0,0 3-2 0,0 8 3 15,-1-14-2-15,1 8 1 0,0 6 1 16,-2-14 1-16,2 14-6 0,0-12 1 0,-1 6-5 16,1 6 10-16,-1-12-2 0,1 12 2 0,-2-11-1 15,2 11-1-15,-1-10-3 0,1 10 2 0,-1-8 2 16,1 8-5-16,-3-9 12 0,3 9-10 0,-1-11 3 15,1 11 2-15,-3-7-8 0,3 7 1 0,-2-10 5 16,2 10-5-16,-1-8 4 0,1 8-3 0,-2-11 3 16,2 11-1-16,-3-10 0 0,3 10 0 0,-2-10 3 15,2 4-9-15,0 6 13 0,-2-12-8 0,2 12 7 16,-4-10-6-16,3 3-2 0,1 7 2 0,-3-10-3 16,3 10 5-16,-1-11 2 0,-1 5-4 0,2 6-2 15,-2-10-3-15,2 10-1 0,0-11 5 0,-4 4-1 16,4 7 5-16,-3-10-3 0,2 2 0 0,1 8-1 15,-2-12-18-15,-2 3 24 0,3 2-4 0,1 7 1 16,-3-14 1-16,2 9 0 0,1 5-4 0,-4-15 2 16,4 9-5-16,0 6 4 0,-1-11-1 0,1 11 1 15,-3-10 3-15,3 10-4 0,-1-11 4 0,1 11-3 16,-1-11 6-16,1 11-10 0,-2-8 5 0,2 8-1 16,0-10-3-16,0 10 3 0,-2-7 1 0,2 7-1 15,-2-8 0-15,2 8-2 0,0 0 7 0,-1-9-6 16,1 9-4-16,0 0 5 0,-1-9 0 0,1 9-3 15,0 0 0-15,0 0 0 0,0-10 1 0,0 10-1 16,0 0-12-16,0 0 21 0,0 0-5 0,0 0-2 16,0 0 0-16,0 0 2 0,0 0 1 0,0-8-1 15,0 8-1-15,0 0 11 0,0 0-12 0,0 0-1 16,0 0 2-16,0 0-2 0,0 0 6 0,0 0-4 16,0 0 1-16,0 0-4 0,0-11-9 0,0 11 16 15,0 0-4-15,0 0 0 0,0 0 1 0,0 0-1 16,0 0-2-16,0 0-3 0,0 0 9 0,0 0-3 15,0 0-3-15,0 0-1 0,1-7 3 0,-1 7-3 16,0 0 1-16,0 0 8 0,0 0-5 0,0 0-1 16,0 0 1-16,0 0-1 0,0 0-3 0,0 0 0 15,0 0 2-15,0 0 1 0,0 0 1 0,0 0-3 16,0 0-3-16,0 0 4 0,0 0 4 0,0 0-4 16,0 0-5-16,0 0 5 0,0 0 2 0,0 0-4 15,0 0 3-15,0 0-13 0,0 0 11 0,0 0 1 16,0 0-1-16,0 0 0 0,0 0-2 0,0 0-12 15,0 0 12-15,0 0 2 0,0 0-7 0,0 0 1 16,0 0-4-16,0 0-2 0,0 0 3 16,0 0 3-16,9-3-1 0,-9 3 3 0,0 0-2 15,9-1 3-15,-9 1-2 0,0 0 2 0,13 1-4 0,-13-1 1 16,0 0 0-16,9-3 2 0,-9 3-1 0,9 0-2 16,-9 0 1-16,7-2 1 0,-7 2-1 0,0 0-1 15,8-1 3-15,-8 1-2 0,0 0 3 16,8-1-1-16,-8 1-1 0,0 0 0 0,0 0-2 15,0 0 4-15,9 0-1 0,-9 0 2 0,0 0 0 16,0 0 0-16,0 0 4 0,0 0-3 0,0 0-10 16,0 0 10-16,0 0 1 0,0 0 1 0,0 0-1 0,0 0 4 15,0 0-2-15,0 0 6 0,0 0-7 16,0 0-1-16,0 0 3 0,0 0-2 0,0 0-2 16,0 0 5-16,9-3-4 0,-9 3 2 0,0 0 3 15,0 0-1-15,0 0-1 0,0 0-1 0,0 0 0 16,0 0-1-16,0 0 2 0,0 0-1 0,0 0 1 15,0 0-2-15,0 0 0 0,0 0 1 0,0 0-1 16,0 0-5-16,0 0-6 0,0 0 9 0,0 0 5 16,0 0-6-16,0 0 5 0,0 0-8 0,0 0 1 15,7-2-2-15,-7 2-2 0,0 0-8 0,0 0 7 16,0 0-3-16,0 0-3 0,0 0 1 0,0 0 1 16,11 2 2-16,-11-2 0 0,10 0 2 0,-10 0 3 15,10 1-4-15,-10-1 3 0,14 0-4 0,-6 2 3 16,2-2-3-16,1 2-1 0,1-2 3 0,-1 0 2 15,5 0 1-15,0 2-5 0,-4-2 1 0,8-2-4 16,-3 2 1-16,1 0-9 0,1 0-3 0,1 0 0 16,-2 0-1-16,3-1-2 0,-2 0 0 0,4 1 0 15,-3-2-2-15,1 1 1 0,-2 1 2 0,4-2 0 16,0 4 1-16,3-4 2 0,2 2-9 0,-6 0-12 16,6-1-5-16,-8 1 1 0,1 1-10 0,0 1 2 15,6-2-5-15,-4 0-2 0,-2 0-14 0,5 0 0 16,5 1-3-16,-4 2-3 0,2-2 1 0,1 1-7 15,3-4-14-15,-4 2-11 0,1 2-3 16,3-2-6-16,-2 0-4 0,3 0-82 0,-2 2-227 0,3-2 100 16</inkml:trace>
  <inkml:trace contextRef="#ctx0" brushRef="#br0" timeOffset="178314.97">12203 3636 9 0,'0'0'41'0,"0"0"4"15,0 0 8-15,0 0-9 0,43-2-1 0,-32 2 1 16,2-1 1-16,5 0-6 0,-1-1-3 0,2 2 0 15,2-3 0-15,6 1 5 0,2 0-11 0,-2-1 5 16,0 0-6-16,4 0-8 0,-2 0-3 0,3 2 4 16,-3-1-4-16,2 1 5 0,0-3-5 0,-1 3-5 15,1 0 4-15,-3 1-4 0,3 0-1 0,-2-3-2 16,0 3-6-16,-2-2 5 0,3 1 0 0,-10-1 4 16,0 2-6-16,2 0 1 0,1-1-2 0,-1 4 7 15,-2-5-7-15,1 2 6 0,-3-1-9 0,0 1 5 16,2-1 12-16,-2 1-13 0,0 0 1 0,-1 0 5 15,4-2-9-15,-3 1 2 0,-2 0-1 0,4-1 8 16,-2 2 2-16,0-1-6 0,-3 1-7 0,-1 0 8 16,-1 0-1-16,1 0 6 0,-14 0-7 0,22 0 2 15,-12-1-2-15,3-3-3 0,-1 4 3 0,-12 0-1 16,19-2 8-16,-19 2-6 0,16-2-6 0,-16 2 8 16,11-1 0-16,-11 1-7 0,11-1 1 0,-11 1 2 15,12-1-2-15,-12 1 0 0,0 0 3 0,15-1-2 16,-15 1-4-16,12-1-1 0,-12 1 7 15,13 0 9-15,-13 0-14 0,14-1-3 0,-14 1 2 0,17 0 0 16,-17 0 2-16,15-2-1 0,-15 2-1 0,13-2 1 16,-13 2 0-16,16 0 0 0,-16 0-5 0,13-1-1 15,-13 1-6-15,16-1 9 0,-16 1-2 0,13-1 2 16,-13 1 6-16,11-2-5 0,-11 2 0 0,14 0 1 16,-14 0-2-16,13-1 2 0,-13 1 1 0,14-2-2 15,-14 2-6-15,11-1 4 0,-11 1 1 16,13 0 5-16,-5-1-10 0,-8 1 5 0,13-2-2 15,-13 2 4-15,16 0 1 0,-10 0 0 0,-6 0-3 0,15 0 6 16,-5 0-6-16,1 0-2 0,-2 0 4 0,3-1-1 16,-1-1 1-16,2 1-3 0,-2 1-2 0,0 0 1 15,-2-1 4-15,-1 0-3 0,-8 1-1 16,17 0 5-16,-8 0-2 0,0-1 4 0,-2 0 1 16,-7 1-3-16,16 0 0 0,-9-2-6 0,-7 2 0 15,12-1-1-15,-12 1 5 0,13 0 1 0,-13 0-6 16,12-1 9-16,-12 1-8 0,9-2 7 0,-1 1-4 15,-8 1 5-15,11 1-5 0,-11-1 1 0,10-2 0 0,-10 2-1 16,12 0-3-16,-12 0-2 0,13 0 2 0,-6 0 4 16,-7 0 1-16,14-1-1 0,-6 1 4 15,-8 0-6-15,12-2 2 0,-5 2-3 0,2-1 4 16,-9 1-1-16,15 0 3 0,-5 0-4 0,-2-2-3 16,-8 2 7-16,15-2-9 0,-15 2 6 0,16 0-3 15,-16 0 7-15,14-1-3 0,-14 1-1 0,14 0 0 16,-8 0-3-16,-6 0 4 0,0 0 3 0,15-1 0 15,-15 1-5-15,0 0-7 0,13 0 9 0,-13 0 0 16,0 0-1-16,0 0-2 0,14 0 4 0,-14 0-5 16,0 0 5-16,0 0 0 0,13 0 0 0,-13 0 1 15,0 0-5-15,0 0-2 0,12-2 23 0,-12 2-14 16,0 0-2-16,0 0-4 0,15-1 0 0,-15 1 0 16,0 0 1-16,10 1 1 0,-10-1 0 0,0 0 1 15,0 0 0-15,15-2 0 0,-15 2-6 0,0 0 3 16,10-2 0-16,-10 2 2 0,0 0-2 0,0 0 3 15,15 0-2-15,-15 0 0 0,0 0-2 0,0 0-1 16,14 0-1-16,-14 0 8 0,0 0 0 0,0 0-7 16,0 0 6-16,13-1-10 0,-13 1 9 0,0 0-4 15,0 0 5-15,13 0-2 0,-13 0-3 0,0 0 1 16,11-1 4-16,-11 1-7 0,0 0 2 0,0 0-3 16,15 0 10-16,-15 0-9 0,0 0 7 0,0 0-6 15,14 0 1-15,-14 0-2 0,0 0 1 0,12-2-7 16,-12 2-9-16,0 0-9 0,14 0-7 0,-14 0-1 15,10 0-6-15,-10 0 2 0,10 0-21 0,-10 0 4 16,12 0-8-16,-12 0 7 0,9 0-5 0,-9 0-7 16,14 0-3-16,-14 0-40 0,11 0-121 15,-3-2 54-15</inkml:trace>
  <inkml:trace contextRef="#ctx0" brushRef="#br0" timeOffset="182449.07">14849 3512 12 0,'3'-7'83'0,"-3"7"-4"0,0 0 2 0,0 0-4 15,0-8 8-15,0 8-10 0,0 0 4 0,0 0-14 16,0 0-7-16,-5-14 1 0,5 14-3 0,-4-5-3 16,4 5-4-16,-5-4 0 0,5 4-10 15,0 0 2-15,-6-8-3 0,6 8-1 0,-8-6-2 0,8 6-3 16,-6-3-12-16,6 3 10 0,-9-1-5 0,9 1-2 16,-9-3-7-16,9 3-2 0,-10 0 2 0,10 0-8 15,0 0 12-15,-17 4-10 0,13-1 6 0,-3 1 0 16,0 0 1-16,2-1-6 0,-2 1 9 0,1 0-13 15,-1 2 2-15,3 0-8 0,-1-2 0 16,-1 1 6-16,3 1 2 0,-4 0-4 0,5-1-2 16,2-5 1-16,-7 12 1 0,5-7-2 0,-2 2 10 0,4-7-4 15,-1 12-7-15,1-12 2 0,1 10 7 0,-1-10-11 16,4 9-1-16,-4-9 16 0,5 6-2 0,-3-1 7 16,2-1 3-16,-4-4-3 0,10 6-9 15,-4-1 11-15,0-1-13 0,-1 0 2 0,5-3 6 0,-3 3-5 16,3 0-2-16,0 1-1 0,-1-1 3 15,1-1-1-15,-1-2-4 0,3 3-3 0,-2-2 0 16,-1 1 1-16,-1-1-3 0,2 2 3 0,-4-1-1 0,1-2 3 16,0 3 0-16,-1-2-4 0,0 2 0 0,-6-4-5 15,9 6 3-15,-2-3-5 0,-7-3 7 0,7 4-2 16,-2 0 0-16,-5-4-1 0,5 6 0 16,-2-2 2-16,-3-4-2 0,2 7 0 0,-2-7 1 15,0 0 5-15,-2 11-4 0,2-11 0 0,-6 8 1 16,6-8 2-16,-12 7-4 0,0-3 2 0,0 0 3 15,-1 1 0-15,-5 3 1 0,-1-4-1 0,-1 1-6 16,0-1-7-16,0 1-13 0,1-2-20 0,6 0-28 16,0 1-34-16,-1-4-43 0,1 4-100 0,-4 1-266 15,6-2 117-15</inkml:trace>
  <inkml:trace contextRef="#ctx0" brushRef="#br0" timeOffset="185182.89">13762 11877 73 0,'-4'4'135'0,"4"-4"-6"0,0 0-4 0,-5 3-13 16,5-3-15-16,0 0-3 0,0 0-1 0,0 0-10 15,0 0-16-15,0 0 9 0,27-12-7 0,-18 5-2 16,4 4-3-16,3-8-8 0,-2 3 3 0,2-3-2 16,-1 2-5-16,1-2-2 0,-3-1-6 0,3 0 0 15,-3 0-7-15,-2-2 1 0,-1-1-1 0,1 1-5 16,-2 2-5-16,2-4 3 0,-6 1-2 0,-1 3-5 16,1-1 5-16,-1-2-3 0,-2 5-3 0,0 0 1 15,-2-1 0-15,0 5 1 0,0 6-4 0,0-13-1 16,0 13-4-16,-4-10-1 0,4 10-4 0,0 0-3 15,-3-6 2-15,3 6-4 0,0 0 1 0,0 0 0 16,-19 17-1-16,10-3 1 0,0 1-3 0,-2 0 0 16,3 4 0-16,0-1-4 0,1 0 2 0,3 0 3 15,1 0-6-15,-1-1 4 0,1-1-2 0,3 2 0 16,3-2 1-16,-1-5-2 0,1 1 5 0,1-3 0 16,3 1-3-16,1-2 2 0,0-3 2 0,1 0-1 15,3 0 1-15,2-4-1 0,-1 1-4 0,2-2 5 16,2-2 2-16,-1 0-5 0,1-3-2 0,-3-1 2 15,0-1 1-15,-1 1-2 0,1-5 3 0,-4 5-3 16,0-3 3-16,-3 0 0 0,2-1-1 0,-5 1-1 0,3-1 1 16,-4 0-1-16,-1 0-3 0,2 0 3 15,-2-2 0-15,0 5-1 0,0-1-1 0,1 2 3 16,-3 6-4-16,0-9-3 0,0 9-1 0,0 0 3 16,0 0-1-16,0 0 4 0,0 0-3 0,0 0 4 15,0 0-1-15,10 19 2 0,-7-10-2 0,-2 1 1 16,1-1 2-16,0 1-1 0,0-1 1 0,0 0 0 15,1 0 0-15,-1-4-1 0,2 0 6 0,-2 1 1 16,-2-6 7-16,5 6 3 0,2-4 4 0,-7-2 0 0,9 2 9 16,-9-2-8-16,11-5-1 0,-5 1-3 0,4-1 2 15,-2-1-6-15,2 0 1 0,-1 0-1 0,0-1-3 16,2 1 1-16,-2 2-3 0,-2 0-4 16,-1-1 1-16,-1 3-2 0,-5 2-3 0,11-2-2 15,-11 2-1-15,9 0 4 0,-9 0-7 0,9 7 4 0,-2-1 0 16,-4-1-1-16,1 4-5 0,0 3-15 15,-2-2-7-15,-2 0-30 0,-2 3-27 0,0 0-27 16,0-2-36-16,-1 1-38 0,0 0-151 0,-3-2-362 16,1-1 160-16</inkml:trace>
  <inkml:trace contextRef="#ctx0" brushRef="#br0" timeOffset="185356.14">14074 11530 28 0,'0'0'49'0,"15"-3"-22"0,-7 3-27 16,5 2-18-16,1 0-19 0,-3-1 9 0</inkml:trace>
  <inkml:trace contextRef="#ctx0" brushRef="#br0" timeOffset="185598.34">14572 11465 71 0,'3'-7'158'0,"-3"7"8"0,0-8-4 0,0 8 3 0,0 0-3 16,2-9-9-16,-2 9-16 0,0 0-12 0,0 0-19 16,0 0-11-16,0 0-10 0,0 0-5 0,0 0-5 15,0 27 1-15,-2-9-10 0,2 6-3 16,-4 2-5-16,-1 2-9 0,1-3-4 0,1 1-1 15,1-1-7-15,-2 3-5 0,4-2 1 0,0-6-7 0,0 5 0 16,0-5-4-16,0-2-2 0,0 2-12 0,0-4-26 16,0-3-18-16,0 2-20 0,0-3-22 0,0-3-38 15,3 1-30-15,-3-3-22 0,0-7-121 16,-3 11-311-16,3-11 138 0</inkml:trace>
  <inkml:trace contextRef="#ctx0" brushRef="#br0" timeOffset="185730.2">14474 11626 14 0,'0'0'62'0,"20"4"-35"0,-9 1-45 16,-2 0-18-16,1 0 8 0</inkml:trace>
  <inkml:trace contextRef="#ctx0" brushRef="#br0" timeOffset="186231.81">14681 11869 174 0,'8'-7'187'0,"1"-1"2"16,5-1-19-16,-2-4-12 0,5 0-8 0,-3 1-11 15,2-2-13-15,-1-1-10 0,0 1-9 0,-2-1-10 16,0-1-6-16,-2 0-3 0,0 0-10 15,1 2-5-15,-6 2-3 0,1 0-6 0,-2 3-4 16,-2-1-7-16,-1 2-3 0,-2 0-4 0,0 8-6 0,0-10-5 16,0 10-6-16,-6-10 3 0,0 7-5 0,6 3 1 15,-18-1-9-15,7 2-4 0,-2 2-1 0,1 0 3 16,0 5-4-16,-2 1-1 0,1 5 2 0,2-2 0 16,-2 2-2-16,4 1-1 0,0 1-4 0,0-1 4 15,5-2-3-15,1-1-1 0,1 3-3 0,0-2 1 16,2-3-2-16,2 1 0 0,2-1 5 0,0 0-4 15,1 0 0-15,4-2 1 0,0-3 0 0,-2 1 3 16,5-2-3-16,-2 0 1 0,2-3-5 0,6-1 4 16,-5-1 0-16,6-1-2 0,-6-2 0 0,3 0 1 15,-1-2-3-15,-1 1 3 0,1-4-3 0,-3 2 3 16,-1 0-6-16,2-3-1 0,-1 2 2 0,0-4-2 16,-2 3 0-16,-1-3 4 0,0 2-5 0,-3 0 2 15,2-1 2-15,-3 3-1 0,1 0-1 0,-2-1 2 16,1 3-2-16,-1 1 4 0,-4 5-7 0,5-7-1 15,-5 7 0-15,5-1 1 0,-5 1-1 0,0 0 3 16,0 0-1-16,13 8 2 0,-9-1 0 0,0 0-2 16,2 3 2-16,-3 1 3 0,0-1-1 0,-1 3 0 15,0-2-6-15,1 2-30 0,-1-2-33 0,0 1-38 16,3-2-43-16,-4 0-53 0,-1 0-149 0,3-4-380 16,-3-6 168-16</inkml:trace>
  <inkml:trace contextRef="#ctx0" brushRef="#br0" timeOffset="186615.34">15248 11727 69 0,'0'-6'182'16,"0"6"-11"-16,0 0 6 0,0 0-5 0,0 0-12 15,0 0-7-15,3 22-16 0,0-12-10 0,-3 1-4 16,1 0-12-16,-1 1-10 0,1-2-5 0,-1 0-11 15,1 1-9-15,-2-2-6 0,2-3-5 0,-1-6-7 16,2 13-1-16,0-9 8 0,-2-4 5 0,0 0 10 16,1 9 0-16,-1-9-7 0,0 0-7 0,0 0-5 15,0 0-5-15,0 0-9 0,0 0-6 0,3-28 3 16,2 16-9-16,-2 0 2 0,2 0-9 0,0-4-1 16,1-1-5-16,3 1 0 0,-1-2-3 0,0 1-1 15,4 1-5-15,-3 1-1 0,0 0-3 0,4 4-1 16,-5 1-1-16,1 2 0 0,-2 0-2 0,1 2-2 15,-2 4-3-15,1 2-1 0,-7 0 3 0,15 5-1 16,-10 0-5-16,2 2 9 0,-3 2-5 0,2 3 0 16,-1 3 2-16,1-3-2 0,-2 3 2 0,0 2 1 15,-4-4-10-15,4 3-16 0,-3 0-18 0,2-3-23 16,-2-1-33-16,2-2-37 0,-2 1-35 0,6 0-27 16,-3-4-25-16,3-1-147 0,0-1-398 0,2-1 177 15</inkml:trace>
  <inkml:trace contextRef="#ctx0" brushRef="#br0" timeOffset="187715.29">15754 11697 140 0,'-2'-9'177'0,"1"-1"-16"15,-4 1 2-15,-2 1-2 0,-2 2-3 0,0 1-1 16,0 1-7-16,-2 3-1 0,-3 2-5 0,-2 4-7 16,1 2-10-16,-1 2-11 0,-1 0-9 0,1 3-10 15,3 0-7-15,1 2-10 0,0-1-10 0,3 1-6 16,3 0-8-16,1-1-2 0,2-3-7 0,2 1-6 15,1-2-1-15,4-2-1 0,0 1-3 0,2-3-4 16,4-1-4-16,1-2 0 0,2-2-4 0,0-2-3 16,5-2-3-16,-5 0 2 0,-1 0-4 0,0-2-1 15,-3-2-2-15,2 1-2 0,-4 0 0 0,1-2 7 16,-2 1-8-16,-2 0 3 0,0 0-3 0,-1-1-1 16,-2 1-1-16,0-2-3 0,0 2 0 0,-1 8-1 15,0-11-1-15,0 11-1 0,0-8 0 0,0 8-2 16,0 0-3-16,0 0 1 0,0 0-2 0,0 0 0 0,0 0 0 15,0 0 2-15,0 0 1 0,-7 27 0 16,3-16-2-16,3 1 0 0,-1-2 2 0,2 3-3 16,2-3 4-16,-2 0-1 0,3 0-1 0,3-1 7 15,-1-1-6-15,2 0 3 0,1-2 5 0,1-2 5 16,0-1-2-16,4-4 3 0,-2 1-2 0,2-3 3 0,0 0 1 16,1-3 1-16,0-2-2 0,-3 1 0 15,3-3-1-15,-5 1 0 0,2-4 3 0,-3 4 1 16,0-3-5-16,-1-2-3 0,-2 3 4 0,0-5 0 15,0 1-2-15,-4-3-1 0,-2 2-4 0,1-3 2 0,0 3-1 16,0-3-6-16,0-1 2 0,0 2-1 0,0-9 3 16,0 3 2-16,-1-2-8 0,-2 8 9 15,3 2-8-15,-1 6 11 0,2 1 1 0,-2 1 0 16,1 8-1-16,0-13-2 0,0 13-6 0,0-8-3 16,0 8 0-16,0 0 0 0,0 0-2 0,0 0 0 0,-3 32 0 15,2-7 2-15,1 2 1 0,-1 4-3 0,0-1-2 16,-2 0 2-16,0-1 1 0,3-1 1 0,0 1 0 15,0-1 2-15,0-4-4 0,4-6 2 16,0-1 1-16,1-1 0 0,-1-4 0 0,2 1 6 16,-1-4-6-16,2 0 3 0,3-3 4 0,2 2 3 0,-1-4-5 15,7-2 4-15,-5-2-2 0,7-4 2 0,1 2 3 16,-3-4-4-16,2-1 0 0,-3-2-2 16,0 0 2-16,0-1-1 0,-2-1 0 0,-3-1-3 0,1-1 2 15,-3-2-4-15,1 2 1 0,-2-3-2 0,-2-1 3 16,-1-2-4-16,2 3-4 0,-3 0 1 0,0-2-2 15,-4 1 0-15,2 4 0 0,-2 1-1 0,0 3 4 16,1 3-2-16,-2-1 0 0,0 7-6 0,0 0 0 16,2-9 2-16,-2 9 0 0,0 0-2 0,0 0 3 15,0 0 1-15,-4 29 2 0,2-17-1 0,-1 0-3 16,1 1 0-16,-1 3 7 0,3-3-6 0,0-2 1 16,0 1 2-16,1-2 1 0,1 2-1 0,-1-2 3 15,2-1 0-15,0 0 2 0,1-2 4 0,1-4 6 16,3 1 2-16,1 0 1 0,1-2-2 0,3-2 0 15,-4 0-1-15,3-2 0 0,0 0-1 0,-2-2 3 16,1 1-5-16,0-2-1 0,-2 0 0 0,0 0 1 16,1-3-5-16,-2 2 3 0,2-3-4 0,-1 2 4 15,-1-2-3-15,1 3-1 0,-3-2-3 0,-1 2 2 16,3 3-4-16,-8 3-5 0,6-5 1 0,-6 5-3 16,0 0 1-16,0 0 3 0,13 9 5 0,-9-4-8 15,0 3 2-15,-3-2 1 0,1 2 5 0,2 1-3 16,-1-1-1-16,0-2 4 0,2 1-1 0,-1-2 0 15,1 0 3-15,2 1 2 0,0-5 5 0,0 1-6 16,1 0 1-16,2-3 8 0,0 1-5 0,-1-3-1 16,0 2 17-16,-1-1-14 0,-2-2 6 0,2-3 6 15,-2 2-7-15,-1 0 1 0,1 0 1 0,-1 0-1 16,1-3-4-16,-2 2 1 0,2-3-1 0,-2 4-2 16,-1-2 6-16,1 1-8 0,-4 6-1 0,5-8-4 15,-5 8-3-15,4-5-3 0,-4 5 4 0,0 0-8 16,0 0 4-16,0 0 5 0,5 19-4 0,-5-8 11 15,-4 6-5-15,-1 2 3 0,-2-2-3 0,0 10 2 16,-3 1 1-16,0-1-4 0,3-1 2 0,0 0-13 16,4 2-22-16,-1-1-31 0,3-1-29 0,-1-3-25 15,2 3-37-15,3-1-26 0,-2-1-27 0,2-6-24 16,0 1-229-16,-4 6-497 0,1-2 221 0</inkml:trace>
  <inkml:trace contextRef="#ctx0" brushRef="#br0" timeOffset="188232.89">14474 12959 113 0,'0'-19'190'0,"9"-10"-10"0,5 1 12 0,3 0-3 0,3-2-12 16,8-10-5-16,4-1-16 0,-1 4-8 0,0-5-29 15,3 1-12-15,-5 2-8 0,1 0-10 16,-4 0-4-16,-6 9-7 0,0 1-7 0,-2 3 2 15,-4 2-11-15,-2 1 6 0,-5 10 2 0,-2 3 0 16,0 1-4-16,-3 1-8 0,-1 1-6 0,-1 7-7 0,0 0-7 16,-10-7-5-16,2 7-3 0,8 0-4 0,-28 9-2 15,10 0 1-15,-7 5-11 0,0 2-6 16,4 1-4-16,3 1-7 0,5-4-1 0,1-2-9 16,5 1 2-16,2-1-5 0,3 0 5 0,4 0 0 15,3-2 1-15,4 2-1 0,5 1 1 0,1-1-3 0,3-1 5 16,5 2 2-16,1-1 0 0,-6-3 1 0,1 0-3 15,-4 0 1-15,-3-3 1 0,-1 2-1 16,-1 0 1-16,-3 0-2 0,1 0 5 0,-4 0 0 16,0 2 2-16,-3-3-3 0,-2 1 0 0,-3 3-1 15,0-1-9-15,-6-2-6 0,3 1-11 0,-6 1-19 0,-2 1-24 16,1-3-16-16,4-2-42 0,0 0-20 0,-1-2-22 16,4-3-159-16,-3 1-360 0,2-2 160 0</inkml:trace>
  <inkml:trace contextRef="#ctx0" brushRef="#br0" timeOffset="188848.57">15002 12347 187 0,'2'-11'200'0,"0"5"-2"16,0-1-9-16,-2 7-15 0,3-9-16 0,-3 9-19 15,0 0-8-15,0 0-1 0,0 0-1 0,0 0-9 0,9 29-10 16,-8-3-10-16,-1 0-7 0,0 3-12 0,0 0-2 15,-1 0-11-15,2 0-6 0,0-3-6 0,-1 1-3 16,1-6-10-16,-1-3-2 0,0-3-6 16,2 0-1-16,-1-1-5 0,2-3-2 0,-1-3 0 15,-2-2-3-15,5 1-2 0,-5-7 0 0,-1 8 1 16,1-8-2-16,0 0-4 0,0 0-1 0,10-1 0 0,-10 1-2 16,13-11 6-16,-4 2-10 0,0 0-6 15,1-5 6-15,-2 1-16 0,-1-3 5 0,5-1-5 16,-4 1-1-16,5 1 0 0,1 2 2 0,-6 3-3 15,1 2-4-15,-1-1 3 0,-2 5 0 0,-1 1-1 16,-5 3 5-16,12 0 2 0,-12 0-3 0,11 6-3 0,-5 2 3 16,0 0-1-16,-1 1 5 0,3-1-7 15,-3 2 6-15,1-2 2 0,-2 1 1 0,0-2-2 16,1-1-4-16,4 1 8 0,-4-1 1 0,1-3-3 16,1-1 5-16,-7-2 0 0,14 0-2 0,-4-3 3 15,2-1-5-15,-1-1 1 0,-1-2-1 0,-1-1 2 0,3-1 2 16,-5 1-2-16,-1-1 2 0,-1 0-4 15,1 0 8-15,-3 1-9 0,-1 3 2 0,1-1 5 0,-3 6-8 16,4-8-5-16,-4 8 3 0,3-5 0 16,-3 5 1-16,0 0-1 0,0 0 0 0,0 0-2 15,0 0-2-15,-7 23 2 0,7-15 1 0,0 2 3 0,2-2-2 16,1 1 0-16,-2-1 1 0,2-2 1 0,-1 1 1 16,3-2-1-16,2-2 4 0,-1 1-1 0,1-1-1 15,-7-3 3-15,11 0 1 0,-1-2 4 16,-10 2 2-16,13-7 0 0,-5 1 2 0,-2 0-3 15,-2 0 5-15,0 1-8 0,-2-4 1 0,1 4 3 0,-3 5-6 16,-1-14-9-16,-3 6-12 0,0 2-18 0,-2 1-19 16,-2 0-13-16,2 3-12 0,-4 0-15 0,10 2-9 15,-21 6-11-15,11-1-19 0,-1 2-10 16,4 2-9-16,-2 1-14 0,4 0-6 0,-4 2-92 16,6 4-286-16,2-5 127 0</inkml:trace>
  <inkml:trace contextRef="#ctx0" brushRef="#br0" timeOffset="189167.33">15570 12681 136 0,'18'-8'150'0,"-1"1"11"0,0-2 5 0,-1-1 7 0,-3-1-4 16,0 1-9-16,-3 1 0 0,2-3-5 15,-1 1-7-15,-3 0-9 0,-3 1-5 0,0-1-5 0,0 3-7 16,-1-3-8-16,-4 1-13 0,-3 0-11 0,1 1-6 16,-3-1-7-16,-1 2-7 0,0-2-9 0,0 3-5 15,-4-3-7-15,2 3-1 0,0 1-8 16,0-1-6-16,2 4-2 0,6 3-6 0,-9-6-1 15,9 6-2-15,-4-7-7 0,4 7-5 0,0 0-2 0,0 0 1 16,0 0-1-16,0 0 0 0,0 0-3 0,23-3 0 16,-11 2-3-16,2 1 1 0,0-2-2 15,-1 5 2-15,6-1-6 0,-3 1 2 0,-3 1 0 16,0 0 0-16,4 1-1 0,-7 1 1 0,-1 0-1 16,1 2 1-16,-1 3-3 0,-4-4 3 0,1 5 5 0,-1-2-5 15,-2 1 0-15,2 5 6 0,-2-5-23 0,-1 0-15 16,-2 0-16-16,0-1-12 0,0 1-20 0,3-2-30 15,-3 0-43-15,1-3-37 0,-1-6-35 16,4 9-144-16,-4-9-399 0,8 6 177 0</inkml:trace>
  <inkml:trace contextRef="#ctx0" brushRef="#br0" timeOffset="189402.81">16067 12328 45 0,'-3'-17'235'15,"-4"0"4"-15,4 8 2 0,1 2-5 0,2 7-12 0,-4-13-20 16,4 13-22-16,-2-9-20 0,2 9-21 0,0 0-15 16,0 0-11-16,0 0-4 0,0 0-11 0,5 33-6 15,-2-17-7-15,-1 9-5 0,-2 0-10 0,4-1-6 16,0 2-10-16,-4-2-2 0,0 1-9 16,2-6 0-16,-2 0-5 0,0 2-5 0,-2-4-6 0,3 0-18 15,0-1-19-15,0 0-15 0,1-4-28 0,-2 0-33 16,0-12-40-16,-2 19-36 0,4-11-53 0,-4-2-190 15,2-6-436-15,0 0 194 0</inkml:trace>
  <inkml:trace contextRef="#ctx0" brushRef="#br0" timeOffset="189565.39">16014 12460 77 0,'-1'-10'196'0,"1"10"-19"0,0 0-9 0,1-11-21 15,-1 11-15-15,9-7-14 0,-9 7-13 0,14-3-17 0,-4 0-17 16,-10 3-35-16,22 1-38 0,-9 2-39 0,-1 0-26 16,0 3-32-16,3 1-86 0,-3 0-199 0,1 2 88 15</inkml:trace>
  <inkml:trace contextRef="#ctx0" brushRef="#br0" timeOffset="189848.69">16229 12636 160 0,'0'0'173'0,"0"0"12"15,0 0-5-15,0 0-3 0,0 0-15 16,19-8-9-16,-14 4-12 0,4-3-11 0,1 1-10 16,5-6-12-16,1 2-11 0,-4-1-9 0,1-2-7 15,1 3-9-15,-2-2-7 0,-1-1-8 0,3 0-5 0,-5 0-2 16,0-1-6-16,-2 3-3 0,-4-1-4 0,1 3-7 16,-1-3-1-16,-2 3-1 0,-2 1-2 15,1 8-6-15,-5-12-4 0,0 6-1 0,-2 2-3 16,7 4-2-16,-12-3-4 0,5 2 5 0,7 1-5 15,-18 5-4-15,8 2 1 0,0 1 3 0,1 1-6 0,-1 5 0 16,1 0 0-16,1 1 3 0,2 1-2 0,2-2 0 16,1 0-17-16,3-3-25 0,3-1-27 0,-1 0-15 15,4-1-33-15,2-2-29 0,4 0-29 0,-1-4-8 16,11 1-114-16,-3-2-320 0,2-2 142 16</inkml:trace>
  <inkml:trace contextRef="#ctx0" brushRef="#br0" timeOffset="190269.43">16753 12477 32 0,'0'0'174'0,"6"-10"11"0,-2 5 8 16,-4-1-3-16,0 6-14 0,-1-10-3 0,1 10-9 15,-7-6-8-15,7 6-12 0,-10-4-6 0,10 4-12 0,-18 3-10 16,6 1-12-16,0 1-5 0,-2 2-16 0,-2 3-5 16,2 0-8-16,3 2-6 0,-3 1-9 0,2 0-7 15,6-3-3-15,-3 4-5 0,4-4-4 16,2 0-3-16,1-1-4 0,2 0 0 0,0-9-2 15,3 14-4-15,1-9-3 0,0-2-1 0,5-1-5 0,1-1-5 16,2-1-1-16,-1-1 1 0,2-1-6 0,-1-1-4 16,2-4-2-16,-4 2-1 0,-1-2-5 0,1 0 2 15,0-3-7-15,-2 1 9 0,1-1 0 16,-1-1 6-16,-5 0-7 0,1-1 2 0,0-3 1 16,0-2 1-16,-2 2 2 0,0-2-1 0,-1 0-2 0,-1-2 2 15,1 0 0-15,-1-1 0 0,-1 4 1 0,2-2 7 16,-1 4 5-16,-1 5 13 0,1 9 3 15,-1-20 9-15,1 20 0 0,0-14 0 0,0 14-11 16,1-11-3-16,-1 11-4 0,0 0 4 0,0 0-11 16,0 0 1-16,0 0-2 0,-1 39 10 0,-3-21-12 15,-1 1 2-15,-2 5-4 0,5-3 10 0,-2 2-16 0,1-4 4 16,0 7-3-16,1-10-20 0,1 4-17 0,0-4-24 16,-2 2-26-16,2 0-28 0,2-5-41 0,2-3-34 15,-2 1-41-15,-1-1-163 0,0-10-422 16,-4 15 186-16</inkml:trace>
  <inkml:trace contextRef="#ctx0" brushRef="#br0" timeOffset="190515.28">15956 12498 8 0,'0'0'141'0,"0"0"-20"0,53-16-21 0,-24 11-28 0,3-3-39 15,1 4-42-15,-1-3-69 0,2-3-84 0,-4 1 37 16</inkml:trace>
  <inkml:trace contextRef="#ctx0" brushRef="#br0" timeOffset="202733.73">3789 623 5 0,'0'0'175'0,"0"0"-17"16,0 0-12-16,0 0-14 0,0 0-9 0,0 0-18 16,0 0-15-16,0 0-6 0,0 0-9 0,0 0-6 15,0 0-7-15,0 0-5 0,0 0-1 0,0 0-2 16,-23 84-11-16,16-54 4 0,1-1-8 0,0 2-7 15,-3-2 1-15,5 0 0 0,-4 0-6 0,2 0 1 16,1-1 5-16,3-8-10 0,-4 4-6 0,4-6 3 16,0 2-2-16,2-5-3 0,-1 0 0 0,2 2-1 15,-2-4-7-15,1-13-19 0,0 20-18 0,0-20-22 16,1 16-20-16,-1-16-28 0,-1 17-24 0,1-17-118 16,-1 11-260-16,1-11 116 0</inkml:trace>
  <inkml:trace contextRef="#ctx0" brushRef="#br0" timeOffset="203215.02">3712 641 98 0,'0'0'122'0,"0"0"-9"0,0 0-7 16,0 0 1-16,0 0 0 0,0 0-5 0,0 0-15 15,0 0-2-15,69 43-4 0,-56-28-3 0,-13-15-10 16,24 38-2-16,-14-22 0 0,4 6-8 0,-14-22-2 16,18 28-10-16,-18-28-5 0,20 28-1 0,-20-28-8 15,15 17 6-15,-15-17-7 0,0 0-8 0,27 21 6 16,-27-21-2-16,0 0 0 0,29 6-4 0,-29-6-4 16,0 0 2-16,0 0 3 0,0 0-4 0,69-26-3 15,-52 14 0-15,-17 12 4 0,33-28-4 0,-18 13 5 16,1-5 0-16,-16 20 6 0,26-32-7 15,-9 9 2-15,-2-1 3 0,2 3 8 0,-17 21-1 16,24-31 1-16,-24 31 1 0,19-23 27 0,-19 23 2 16,0 0-2-16,20-22-8 0,-20 22-7 0,0 0-6 15,0 0-6-15,0 0-9 0,0 0 4 0,0 0-7 16,0 0-6-16,0 0-3 0,0 0 3 0,0 0-3 16,38 45-1-16,-38-45-8 0,3 48 10 0,-3-20-1 15,0-28-1-15,-3 56 0 0,3-56 4 0,-1 51-5 16,-2-24 1-16,0-2 2 0,3-6 1 0,0-1-4 15,-1 1-2-15,1 0 5 0,-2-1-3 0,2-1-22 16,0-4-16-16,-3 2-18 0,3-15-27 16,3 23-24-16,-1-16-26 0,-2-7-26 0,4 15-41 15,-4-15-22-15,8 9-120 0,-8-9-358 0,9 4 158 16</inkml:trace>
  <inkml:trace contextRef="#ctx0" brushRef="#br0" timeOffset="203548.71">4499 870 138 0,'0'0'174'16,"0"0"-7"-16,0 0-16 0,0 0-15 0,0 0-15 16,0 0-8-16,0 0 13 0,0 0 0 0,0 0-14 15,0 0-5-15,0 0-6 0,0 0-15 16,-21 46-5-16,17-33-7 0,1 2-6 0,2-3-4 16,1 1-8-16,0-2-8 0,3 0 4 0,0 0-11 15,4 0-1-15,-1-3-8 0,4-1-2 0,2-1 0 16,6 2 3-16,1-7-6 0,1 1-1 0,9-4 0 15,-1-1 7-15,0 2-3 0,-1-5-4 0,-2-4 2 16,-6 2-3-16,0-1 3 0,-19 9 1 0,40-25 0 16,-23 11-3-16,-17 14 3 0,24-29 8 0,-24 29-4 15,13-32-5-15,-13 32-5 0,4-36-1 0,-4 36-1 16,-7-37-2-16,7 37-4 0,-20-42-2 0,8 26-4 16,12 16-7-16,-33-34 5 0,15 22 0 0,18 12-3 15,-33-16-8-15,33 16-7 0,-37-11-24 16,37 11-5-16,0 0-22 0,-45 4-18 0,45-4-28 15,0 0-26-15,-29 20-46 0,29-20-43 0,0 0-116 16,0 0-367-16,0 0 162 0</inkml:trace>
  <inkml:trace contextRef="#ctx0" brushRef="#br0" timeOffset="203869.16">5264 613 70 0,'0'0'200'0,"0"0"-9"0,0 0 0 15,0 0-7-15,0 0-12 0,-91-7-11 0,91 7-12 16,-41 14-2-16,15-4-15 0,26-10-12 0,-38 28-13 16,21-16-11-16,17-12-9 0,-24 32-11 15,24-32-5-15,-13 32-14 0,13-32 0 0,2 28-6 16,-2-28-5-16,0 0 1 0,23 49-7 0,-23-49-9 16,23 28-2-16,-3-11-5 0,3-2-1 0,-23-15-2 15,33 23-12-15,-17-14 4 0,0 1-1 0,-2-2 3 16,-2 0-3-16,-3 0-1 0,-1-3-4 0,-3-1 0 15,-5-4-1-15,8 9 2 0,-8-9 1 0,6 8 1 16,-6-8-3-16,0 0 1 0,-13 15 2 16,4-9-6-16,-4-3 3 0,-3 4 3 0,-2-4-2 0,-3 1-15 15,3 1-8-15,-1-4-15 0,0 1-30 0,2 0-14 16,17-2-44-16,-23 0-39 0,23 0-58 16,-19 0-132-16,19 0-375 0,0 0 167 0</inkml:trace>
  <inkml:trace contextRef="#ctx0" brushRef="#br0" timeOffset="204147.81">5574 678 78 0,'0'0'201'0,"0"0"-2"0,0 0-5 0,0 0-8 16,0 0-10-16,-18-35-16 0,18 35-12 0,0 0-17 16,0 0-10-16,0 0-9 0,0 0-12 0,49-27-14 15,-21 21-5-15,1-2-7 0,-29 8-8 0,60-11-10 16,-26 7-4-16,-4-3-4 0,-30 7-15 0,48-7-13 16,-48 7-24-16,40-7-25 0,-40 7-18 0,30-5-22 15,-30 5-26-15,0 0-15 0,0 0-25 0,36-6-10 16,-36 6-6-16,0 0-106 0,0 0-277 0,0 0 123 15</inkml:trace>
  <inkml:trace contextRef="#ctx0" brushRef="#br0" timeOffset="204334.43">5873 549 252 0,'-53'-1'-3'0,"53"1"20"15,0 0 18-15,-48-3 27 0,48 3 9 0,0 0 8 16,-34 0 2-16,34 0-7 0,0 0-4 0,0 0 2 0,-37 11 10 16,37-11 13-16,-22 22 4 0,22-22 1 15,-21 35 3-15,9-9 4 0,4 0 3 0,-2 3 2 0,0-2-10 16,10-27-4-16,-13 54-7 0,6-27-4 15,1 0-14-15,0-1-9 0,2-3 3 0,0-1-5 16,0-5-7-16,0 3-4 0,2-2-12 0,0-1 2 16,0 1-18-16,2-2-29 0,0-16-27 0,1 23-30 15,0-13-32-15,-1-10-51 0,4 17-209 0,-4-17-384 16,2 9 169-16</inkml:trace>
  <inkml:trace contextRef="#ctx0" brushRef="#br0" timeOffset="204518.65">5537 891 135 0,'0'0'208'16,"0"0"-14"-16,0 0-11 0,0 0-15 0,0 0-23 16,47-31-10-16,-47 31-10 0,49-11-13 0,-15 4-14 15,2 0-37-15,1 2-29 0,13-1-40 0,5-5-42 16,-1 5-61-16,0-6-128 0,-1 5-256 0,3-3 113 15</inkml:trace>
  <inkml:trace contextRef="#ctx0" brushRef="#br0" timeOffset="204931.93">6474 592 180 0,'0'0'206'0,"-49"-8"-14"0,49 8-10 16,0 0-7-16,-64 18-13 0,37-5-12 0,3 2-10 15,1 3-16-15,4-1-14 0,19-17-8 0,-23 30-15 16,23-30-5-16,-18 34-7 0,18-34-12 0,-1 24 1 16,1-24-7-16,0 0-4 0,28 45-5 0,-28-45-11 15,38 23 7-15,-12-11-10 0,-26-12-8 0,48 14-1 16,-30-10-1-16,-18-4-6 0,0 0-3 16,46 7 1-16,-46-7 0 0,0 0-3 0,0 0 11 15,31 2 5-15,-31-2 5 0,0 0-9 0,0 0-5 0,0 0-2 16,0 0 9-16,0 0 0 0,0 0-3 15,0 0-2-15,0 0 2 0,0 0 6 0,0 0-8 16,0 0 0-16,0 0-4 0,0 0 4 0,0 0-4 16,0 0 2-16,0 0 1 0,-119-5 5 0,94 19 2 15,-2 0 0-15,5 0 0 0,-1 1 2 0,5-3-1 16,4-1-2-16,0 3-6 0,4-1-7 0,1-1 5 16,3-1 1-16,2 0-5 0,1-1-7 0,2 1 3 15,1-11-1-15,11 21 6 0,-2-14-8 0,8 1-13 16,2-2-13-16,9 0-24 0,5-6-31 0,1 0-35 15,0-3-25-15,3 2-31 0,4-3-29 16,14-2-46-16,-18 0-150 0,0-1-420 0,-1-5 186 16</inkml:trace>
  <inkml:trace contextRef="#ctx0" brushRef="#br0" timeOffset="205148.43">6842 694 1697 0,'0'0'26'0,"-28"-36"50"0,28 36-36 15,0 0-24-15,-17-17 28 0,17 17 8 0,0 0 10 16,0 0-1-16,0 0-9 0,-18-22 4 0,18 22-7 16,0 0-1-16,0 0-5 0,0 0 0 0,0 0-5 15,0 0-2-15,68-18-5 0,-37 14-1 0,-31 4-5 16,72-8-2-16,-36 7-8 0,0 1-21 0,-36 0-23 16,64-3-24-16,-37 2-21 15,-27 1-8-15,46 0-27 0,-46 0-29 0,0 0-25 0,42-1-23 16,-42 1-102-16,0 0-311 0,0 0 139 0</inkml:trace>
  <inkml:trace contextRef="#ctx0" brushRef="#br0" timeOffset="205349.84">7132 571 157 0,'0'0'166'0,"0"0"5"0,0 0-4 0,0 0-1 16,0 0-13-16,0 0-16 0,-51-5-15 15,51 5-12-15,0 0-4 0,0 0 7 0,0 0 4 0,-17 31-8 16,17-31-2-16,-9 35 2 0,9-35-8 15,-6 46-7-15,3-18-3 0,3-28-3 0,-6 56-12 16,2-30-5-16,4-26-7 0,-4 50-4 0,1-25-2 16,1-1-6-16,0-5-10 0,-2 1 3 0,3-1-11 15,-1 1-26-15,2-2-33 0,-2 0-40 0,-2-3-41 16,3-2-58-16,-3 3-259 0,4-16-458 0,-12 20 204 16</inkml:trace>
  <inkml:trace contextRef="#ctx0" brushRef="#br0" timeOffset="205552.3">7305 862 2292 0,'0'0'82'0,"0"0"19"0,0 0-61 0,0 0-26 16,30-28 2-16,-30 28-2 0,0 0 13 0,0 0-12 15,0 0 3-15,0 0-5 0,0 0-2 0,0 0-2 16,0 0 0-16,0 0-4 0,0 0 1 0,0 0-23 15,0 0-28-15,0 0-19 0,0 0-33 16,0 0-46-16,0 0-71 0,0 0-135 0,0 0-378 0,21 57 168 16</inkml:trace>
  <inkml:trace contextRef="#ctx0" brushRef="#br0" timeOffset="205707.45">7326 1102 128 0,'-6'11'224'0,"6"-11"-1"0,0 0-10 15,-10 10-9-15,10-10-22 0,0 0-20 0,0 0-11 16,-5 10-18-16,5-10-33 0,0 0-27 0,0 0-46 16,0 0-43-16,0 0-33 0,0 0-62 0,0 0-163 15,0 0-298-15,0 0 132 0</inkml:trace>
  <inkml:trace contextRef="#ctx0" brushRef="#br0" timeOffset="205861.86">7688 946 90 0,'0'0'280'0,"0"0"-9"0,0 0-3 0,0 0-16 16,0 0-22-16,0 0-28 0,0 0-20 0,0 0-19 15,0 0-31-15,0 0-28 0,0 0-25 0,0 0-42 16,0 0-33-16,0 0-27 0,17-11-41 0,-17 11-54 16,0 0-71-16,0 0-128 0,0 0-344 0,0 0 153 15</inkml:trace>
  <inkml:trace contextRef="#ctx0" brushRef="#br0" timeOffset="206498.67">3531 1569 33 0,'-17'-4'169'0,"17"4"0"0,-12 0-14 0,12 0-10 16,0 0-11-16,-13-2-18 0,13 2-5 0,0 0-14 15,0 0-13-15,0 0-3 0,0 0-2 0,53-8-7 16,-18 6-6-16,21-2-4 0,3 1-6 0,7-2-4 15,29 0-2-15,12-1 2 0,0 3-4 16,6-1 2-16,2 0-1 0,13 0-2 0,-2-1-6 16,6-8-2-16,5 10 4 0,2-2-7 0,6 1-2 15,-2 0 0-15,3-3-4 0,0 7-5 0,6-8 5 16,0 6-1-16,-5-2-4 0,-4-3-2 0,-6 2 7 16,5 3 2-16,-3-6 9 0,-5 0-3 0,-4 6 0 15,-12 2-1-15,0 0 1 0,-12-4-1 0,-3 1 0 16,-11-1 0-16,2 1 2 0,-34 2 1 0,-4 0-7 15,2-2 2-15,-5 0-5 0,-15 2-2 16,-4-3 10-16,-5 3-11 0,-7-1 3 0,-4 2 2 16,-7-1-4-16,1 2 2 0,1-1-2 0,-13 0-1 15,11-1 1-15,-11 1 0 0,0 0-4 0,0 0-11 0,9-5-22 16,-9 5-26-16,0 0-27 0,0 0-29 0,0 0-35 16,-29-7-38-16,16 5-53 0,13 2-211 0,-28 2-463 15,12 0 205-15</inkml:trace>
  <inkml:trace contextRef="#ctx0" brushRef="#br0" timeOffset="211031.81">3802 1194 27 0,'0'0'74'0,"0"0"-2"16,0 0-1-16,0 0-13 0,0 0-3 0,0 0-18 16,-12-5 14-16,12 5-13 0,0 0 2 0,0 0-6 15,0 0-9-15,0 0 1 0,0 0 3 0,0 0-13 16,37-5 6-16,-10 4-5 0,5-3-5 0,3 0 2 16,4 1-1-16,12-4 8 0,3 1-8 0,5-2-1 15,2-4-4-15,3 4 15 0,0 0-13 0,2 1 0 16,1-2 6-16,-3 1-3 0,2 2 2 0,-3-2-15 15,-7 3 2-15,0 0-4 0,-1 5 2 0,-18-4 4 16,0 3 0-16,0 0 1 0,-5 1-5 16,-1 1 0-16,-3 0 13 0,-9 1-9 0,0-2-2 15,-5 2-3-15,0-2 7 0,-14 0-4 0,25 3 5 16,-25-3-1-16,14 2-7 0,-14-2 12 0,0 0 1 16,14 1 14-16,-14-1 1 0,0 0-4 0,0 0 2 15,0 0-10-15,14 2 1 0,-14-2-4 0,0 0 3 16,0 0-23-16,0 0-21 0,0 0-29 0,0 0-31 15,0 0-65-15,0 0-167 0,-28 17 75 0</inkml:trace>
  <inkml:trace contextRef="#ctx0" brushRef="#br0" timeOffset="211648.69">2893 1777 95 0,'0'0'134'0,"0"0"-11"0,0 0-22 0,0 0-10 16,0 0-14-16,0 0 0 0,0 0-3 0,2 33 1 16,-3-13 6-16,-1 8-7 0,-1-1-6 0,0 4-6 15,1 2 3-15,-1-3-11 0,-3-2-8 0,1 1-2 16,2 0 2-16,0-5-11 0,0-5-5 0,0 6 4 16,2 1-17-16,0-11-35 0,1 0-23 0,-2 1-38 15,1-2-45-15,0-3-84 0,-3-1-223 0,3-1 99 16</inkml:trace>
  <inkml:trace contextRef="#ctx0" brushRef="#br0" timeOffset="211998.77">2903 1797 53 0,'0'0'116'0,"0"0"-5"0,0 0 1 15,0 0-11-15,22 16-3 0,-16-9-11 0,7 5-3 16,-1 2-2-16,0-2-12 0,4-1-10 0,-2 4-9 16,0-5 2-16,0 2-1 0,1 1-6 0,1-5-10 15,0 0 4-15,1 2-4 0,-5-4-2 16,1-1-8-16,0 0 4 0,0-4-7 0,5-1 0 16,-18 0 2-16,22 0-6 0,-22 0 2 0,22-7-4 15,-13 1 0-15,3-3-3 0,-3 1 1 0,-1-1-3 16,3-7 0-16,-2 3 3 0,-3-1 4 0,0 2 1 0,0-3 8 15,-2 0 7-15,-1 6 6 0,1-3-4 0,-1 3-4 16,-3 9 9-16,5-12-8 0,-5 12-7 16,3-9-1-16,-3 9-5 0,0 0-7 0,0 0-3 15,0 0 8-15,0 0-5 0,7 38 0 0,-8-12-5 16,0 2 5-16,-2 3 2 0,-2 1-12 0,-1 0-19 16,2-1-40-16,-3-1-30 0,5 1-21 0,-1-3-41 15,0-2-131-15,1 0-299 0,0-6 133 0</inkml:trace>
  <inkml:trace contextRef="#ctx0" brushRef="#br0" timeOffset="212297.77">3462 2070 118 0,'20'-19'153'0,"2"-2"-7"15,-2 3-8-15,-2-1-12 0,2 1-5 0,-5 2 3 16,-3 2-5-16,2-1-13 0,-1 2-7 0,-3-2 0 15,-2 5 2-15,-3 1-4 0,0-3 4 0,2 6 2 16,-4-1 0-16,-3 7-9 0,3-12-4 0,-3 12-11 16,0 0-6-16,-9-14-11 0,9 14-8 0,-16-2-4 15,16 2 2-15,-31 13-14 0,8-1-7 0,-5 4-1 16,7 5 0-16,-2 0-5 0,0 4-3 0,4-2-5 16,9-6-1-16,-2 5-4 0,7-5-10 15,0 1-9-15,3-2-7 0,3-5-20 0,7 5-3 0,-1 0-19 16,5-5-19-16,2 1-24 0,3-2-23 15,3-3-53-15,9-2-20 0,-1 0-109 0,-7-3-327 16,7-2 145-16</inkml:trace>
  <inkml:trace contextRef="#ctx0" brushRef="#br0" timeOffset="212514.89">3909 1824 25 0,'1'-17'221'16,"-2"6"8"-16,1-4-3 0,1 5-10 0,-1 10-9 15,-2-13-27-15,2 13-23 0,0 0-22 16,-2-12-12-16,2 12-16 0,0 0-10 0,0 0-12 0,0 0-1 16,-1 55-6-16,-2-27-4 0,2-1-1 15,-1 2-8-15,-2 1-8 0,1-3-5 0,1 0-1 16,1 2-6-16,-1-4-7 0,1-1-3 0,1-6-22 0,4 1-14 16,-4-1-20-16,0-3-29 0,0 1-41 0,0-16-44 15,0 24-39-15,0-13-194 0,0-11-396 16,0 0 175-16</inkml:trace>
  <inkml:trace contextRef="#ctx0" brushRef="#br0" timeOffset="213215.08">3713 1979 1 0,'12'-14'162'0,"-2"11"-12"0,4 0-8 16,7-3-13-16,7 2-8 0,1-3-7 0,6-3-9 15,0 5-13-15,0-2-7 0,2 0-10 16,0 3-2-16,-4-1-12 0,4-1-1 0,-3 0-6 16,-6 2-8-16,1 1-4 0,-7-1-10 0,-4 1 5 15,-6 0-6-15,-4 2-2 0,4-2-6 0,-12 3 5 16,14 0 6-16,-14 0 2 0,10-2 5 0,-10 2-8 16,0 0-3-16,0 0-6 0,0 0 3 0,0 0 4 15,0 0-6-15,-40 27 1 0,25-17 12 0,-8 8 1 16,-3 0-3-16,3 2 2 0,8-8-4 0,0 2-2 15,2 0-5-15,4 1-4 0,1-6-2 0,5 1 1 16,0 0-5-16,3-10 0 0,-1 16-1 0,1-16-2 16,0 0 0-16,10 19-2 0,-3-16 1 0,-7-3 2 15,24 4 0-15,-10-4-4 0,2-1-1 16,-16 1 0-16,31-10 3 0,-13 5-2 0,-7 2-4 16,2-4 1-16,-4 1 2 0,1 1-3 0,0-3 7 15,-3 2-2-15,-2-2-3 0,1 0 7 0,1 0-8 16,-5-2 1-16,-2 10 3 0,3-12-2 0,-2 2-6 15,-1 10 2-15,1-11 2 0,-1 11-1 0,0 0-8 16,0 0-1-16,-1-14-3 0,1 14 1 0,0 0-3 16,0 0 3-16,0 0-2 0,0 0 4 0,0 0-4 15,0 0 4-15,-14 42-6 0,13-31 6 0,1-11 4 16,4 20-3-16,1-7 1 0,0-3 0 0,0 0-3 16,0 0-10-16,4-1-16 0,1-5-10 0,3 2-1 15,4-3-22-15,-1-3-14 0,5-3-19 0,7-3-10 16,-1-1-23-16,-3-4 0 0,-4 6-1 0,5-8-1 15,-9 1 11-15,1 1 8 0,-4-2 12 0,-2 0 12 16,-1-2 13-16,-2 0 15 0,0-2 11 0,-3-1 18 16,-1-1 7-16,2-5 14 0,-2 3 6 0,0-2 14 15,-3-4 12-15,0 7 16 0,-2 0 11 0,2 6 27 16,1 2 19-16,-4 0 8 0,2 12 11 16,0-19-1-16,0 19-14 0,-1-12-15 0,1 12-14 15,0 0-6-15,0 0-7 0,0 0 2 0,0 0 5 16,0 0 1-16,-5 39-2 0,0-12-1 0,0 2 3 15,-1 0-2-15,-1 2-3 0,1-1-7 0,-3-1-4 16,1-2-3-16,4 3-8 0,-2-1-24 0,3-4-22 16,1 0-33-16,-2 0-47 0,1-7-47 0,2 1-39 15,3-2-200-15,0 1-405 0,-2-18 179 0</inkml:trace>
  <inkml:trace contextRef="#ctx0" brushRef="#br0" timeOffset="213548.47">4998 1894 47 0,'0'0'232'0,"0"0"-20"0,-21 11-14 0,10-3-17 16,1 2-9-16,1 5-17 0,2-4-15 0,4 1-16 15,-3 0-9-15,4 2-12 0,2 2-12 0,0-16-12 16,5 21-3-16,3-7-5 0,-2-4-9 0,5-3-1 15,6 0-6-15,1 0-5 0,2-4 1 16,2-1-6-16,5-3 8 0,0-1-3 0,1-2 2 16,-6-1-7-16,-4-2 2 0,2-1 0 0,-2-1 2 15,-4-2-2-15,1-2-3 0,-5 1-5 0,0-2-3 16,-2 0-2-16,-4-1-3 0,0-2-3 0,-4-1 0 16,-3-1-8-16,-3 1-3 0,-3-1 2 0,3 2-4 15,-6 0-5-15,-2 4 1 0,3 2-7 0,-6 1-11 16,2 4-11-16,-4 3-13 0,1 3-24 0,-3 3-22 15,-4 9-26-15,-2-1-39 0,5 8-39 0,0 0-34 16,7-4-155-16,-3 3-401 0,5-1 179 0</inkml:trace>
  <inkml:trace contextRef="#ctx0" brushRef="#br0" timeOffset="213782.62">5400 1838 92 0,'3'-8'268'0,"1"1"-2"16,-4 7-14-16,5-13-4 0,-5 13-21 16,2-9-29-16,-2 9-21 0,0 0-17 0,6-7-19 15,-6 7-22-15,0 0-9 0,0 0-6 0,25 17-12 16,-13-3-7-16,2 0-4 0,-2 0-11 0,1 3-4 16,6 2-5-16,-1 1-27 0,-4-6-16 0,2 1-16 15,2 3-10-15,-3-5-24 0,-2-1-31 0,-2 0-39 16,4-3-45-16,-4 0-36 0,0-3-38 0,-2 1-132 15,-9-7-382-15,10 9 169 0</inkml:trace>
  <inkml:trace contextRef="#ctx0" brushRef="#br0" timeOffset="213948.66">5683 1823 205 0,'-7'-15'237'0,"7"15"-13"0,-5-12-19 0,5 12-18 16,-1-5-24-16,1 5-17 0,0 0-11 0,-17 15-4 15,1 3-9-15,-6 4-10 0,2 5-13 0,-10 10-7 16,10-9-16-16,-1-2-16 0,3 2-33 0,1-3-38 16,2 0-45-16,2-2-41 0,2-7-76 0,5 3-141 15,-3-4-341-15,5-3 151 0</inkml:trace>
  <inkml:trace contextRef="#ctx0" brushRef="#br0" timeOffset="214148.37">5880 1800 70 0,'3'-11'266'0,"-3"11"-20"15,0 0-25-15,6-10-29 0,-6 10-13 0,0 0-9 16,0 0-8-16,0 0-16 0,0 0-9 0,-13 57-11 16,8-38-13-16,-4 7-12 0,0-2-18 0,2 3-26 15,-2 0-29-15,2-3-36 0,2-5-31 0,1 2-49 16,1-6-60-16,2 3-53 0,-3-2-102 0,1-3-327 15,3-13 146-15</inkml:trace>
  <inkml:trace contextRef="#ctx0" brushRef="#br0" timeOffset="214303.72">5849 1646 16 0,'0'0'85'16,"0"0"-32"-16,0 0-36 0,0 0-46 0,0 0-31 16,0 0 14-16</inkml:trace>
  <inkml:trace contextRef="#ctx0" brushRef="#br0" timeOffset="-214581.85">6466 1770 90 0,'0'0'222'0,"0"0"-5"16,-18-15 0-16,9 11-12 0,-4 2-2 0,0 1-10 0,-4 2-12 16,-5 2-11-16,1 3-13 0,-8 7-11 15,0 0-9-15,-3 5-19 0,4 3-7 0,4-1-18 16,1 0-2-16,2 2-10 0,10-6-13 0,-2-1-10 16,7-1-3-16,3 3-5 0,2-5-8 0,2 0-2 15,4-2-1-15,1 1-5 0,3-2-3 0,4 1-3 16,4-4-6-16,1-2-8 0,5-2-9 0,5-2-4 15,0-3-6-15,-6-3-11 0,-3 2 1 0,3-1-2 16,2-6-3-16,-6 0-2 0,-3-2 8 0,-1 0-1 16,1-9 4-16,-3 0-5 0,-3 3 3 15,-2 2-3-15,1-11 2 0,-3 0-3 0,2 1 2 16,-5 0 1-16,0-1 2 0,1 0-2 0,-6 0 1 16,3 2 1-16,-2 1 11 0,1-1 7 0,1 11 5 15,0 4 0-15,-1 1 6 0,1 10-1 0,0-15-4 16,0 15-6-16,0 0 1 0,0-11-3 0,0 11-4 15,0 0 2-15,0 0 0 0,-3 35 0 0,-1-8 7 16,0 4-9-16,-1 0 3 0,-2 13 1 0,3-9-1 16,-1-4-1-16,4 1 3 0,-3 0-4 0,1-5 2 15,3 0-1-15,1-2 0 0,2-6 2 0,2 0 2 16,3-5-6-16,1-2 4 0,2 1 0 0,-1-5-1 16,3-2-2-16,6-2-3 0,2-3-10 0,7-4 0 15,3-1-2-15,-1-4-5 0,2-2 4 0,-2-1-2 16,-2-4-5-16,-1-2 3 0,-3 0-1 0,-2-2 1 15,-2 0 4-15,-1-2 2 0,-5-1-2 0,1-2 3 16,-7 7 0-16,-3-1 1 0,1 3 6 0,-3-2-6 16,-1 5 17-16,-4 3 4 0,-1-1-4 0,-4 1 3 15,-1 3-1-15,-3 3 7 0,11 3 3 16,-35 3 4-16,11 11 5 0,-2 4 1 0,-3 3-4 16,2 0-6-16,3 1 3 0,0 2 1 0,6 2-5 15,0-3-1-15,10-5-3 0,6 1-3 0,0 0-12 16,6 1-15-16,3-4-19 0,13 3-24 0,6-2-38 15,3-5-50-15,5-2-32 0,19 0-39 0,2-2-155 16,6-7-406-16,6 0 180 0</inkml:trace>
  <inkml:trace contextRef="#ctx0" brushRef="#br0" timeOffset="-214149.07">7763 1523 102 0,'0'0'212'0,"0"0"-13"16,0 0-9-16,0 0-9 0,-32 13-12 15,20-3-13-15,-4 2-13 0,5 0-14 0,-2-1-17 0,4-1-7 16,-1 3-16-16,2-2-9 0,3 0-7 0,3 2-4 16,0-1-9-16,5-1-9 0,-1 3-1 0,8 1-3 15,-2-3-6-15,5 1-5 0,2-1 0 0,1-1-5 16,2 2 2-16,-2-3-11 0,9 2 1 0,-8-1-4 16,-1-2 1-16,2 0-1 0,-7-2-4 15,2-1-2-15,-4 3 1 0,-1-2-2 0,-1-2-5 0,1 1 3 16,-4 0 4-16,-4-6 7 0,2 12 2 15,-2-12 0-15,0 0 4 0,-10 19-4 0,2-12 2 16,-1 0-4-16,-2 1-4 0,-6-4-1 0,2 3-4 16,1 0-18-16,1-3-15 0,0 0-18 0,2 0-27 15,0-1-32-15,-1-1-29 0,12-2-40 0,-14 2-52 16,14-2-123-16,0 0-369 0,-14-2 163 0</inkml:trace>
  <inkml:trace contextRef="#ctx0" brushRef="#br0" timeOffset="-213914.17">8149 1521 98 0,'0'-11'265'0,"0"11"-5"0,-1-16-6 0,1 16-12 16,0-10-22-16,0 10-17 0,0 0-24 0,0 0-20 16,0 0-16-16,0 0-8 0,0 0-1 0,0 0-2 15,-17 39-11-15,10-11 1 0,-3 2-14 0,-1 2-11 16,2 4-9-16,-2-4-5 0,2 4-9 0,0-2-9 15,0 0-4-15,-1-4-5 0,1 3-8 0,1-2-2 16,-1-3-3-16,3 3 6 0,-1-5-17 0,0 1-19 16,0-4-36-16,0 0-24 0,0-5-37 0,4-1-37 15,0 2-46-15,0-4-64 0,1-4-246 0,2-11-515 16,-2 17 228-16</inkml:trace>
  <inkml:trace contextRef="#ctx0" brushRef="#br0" timeOffset="-213664.63">8501 1774 205 0,'1'-9'264'15,"-1"9"-17"-15,-4-18-9 0,4 18-9 0,-10-10-8 16,1 7-15-16,9 3-15 0,-45 5-8 0,15 7-6 16,-5 1-4-16,-8 11-4 0,12-4-14 0,-1 2-5 15,4 0-20-15,4 1-5 0,-2 1-7 0,6 1-15 16,3-2-10-16,7-6-10 0,3-2-4 0,5 4-9 15,1-4-2-15,6 2-9 0,1-5-8 0,7-1-23 16,4 1-30-16,11-3-28 0,2-2-43 0,21-1-45 16,4-4-42-16,-2-2-29 0,3-4-32 0,0-4-55 15,-1 2-182-15,-5-3-496 0,0-2 219 16</inkml:trace>
  <inkml:trace contextRef="#ctx0" brushRef="#br0" timeOffset="-213534.93">8928 1902 2536 0,'1'-8'108'0,"-1"8"-55"0,0-17-2 0,0 17-4 15,-5-16 4-15,5 16 10 0,-9-12-8 0,4 9-3 16,5 3-10-16,-8-8-7 0,8 8-4 0,-9-6-5 16,9 6-28-16,-10-3-23 0,10 3-24 0,0 0-33 15,-17 1-41-15,17-1-37 0,-15 8-45 0,5-2-206 16,-7 2-448-16,-2 0 199 0</inkml:trace>
  <inkml:trace contextRef="#ctx0" brushRef="#br0" timeOffset="-212948.18">3468 2760 129 0,'-27'-3'190'0,"7"3"4"0,7-1 8 0,-1 0-6 16,4-1-2-16,-1 1-13 0,4 0-15 0,7 1-19 15,-12 0-19-15,12 0-12 0,0 0-14 0,0 0-8 16,0 0-8-16,31-7-7 0,0 4-18 0,21-1 3 16,7-3-2-16,34-2-4 0,3 2-1 0,10-1-2 15,6 0-7-15,6 2 3 0,11-5-6 0,12 7 0 16,2-4-8-16,2 3-1 0,14 3-6 0,-3-5 3 15,13-2-5-15,3 0 3 0,3 5-2 0,-1-9 1 16,6 7-2-16,6-2 5 0,0-3-3 16,0 4 1-16,-4-2 5 0,1 6-1 0,-7-8 5 15,-6 5 4-15,-6-1 1 0,-8 0 5 0,-7 0-4 16,-12-3 2-16,-4 3-13 0,-10 0 11 0,-11-5-5 16,-12 6 2-16,-9-3-7 0,-26 3 1 0,-3-1-4 0,0-1-4 15,-5-1 0-15,-3 3-10 0,-16-1-14 16,-4 2-2-16,-4 0-13 0,-9 0-22 0,-5-3-36 15,-4 4-47-15,-6-2-59 0,-2 1-81 0,-4 5-274 16,0 0-573-16,0 0 254 0</inkml:trace>
  <inkml:trace contextRef="#ctx0" brushRef="#br0" timeOffset="-212815.23">9023 2217 3634 0,'7'-1'-128'0,"-1"-4"70"0,-6 5-42 0,12-6-93 16,-12 6-53-16,11-3-36 0,-7-2-8 0,-4 5-100 16,5-9-422-16,-5 9 187 0</inkml:trace>
  <inkml:trace contextRef="#ctx0" brushRef="#br0" timeOffset="-188631.67">19259 5034 22 0,'-7'3'59'0,"7"-3"-9"0,0 0 1 15,0 0-7-15,0 0-3 0,0 0-3 0,0 0-6 16,-2-14 5-16,2 14-8 0,0-12 3 0,0 12-3 16,0-15 1-16,1 4-8 0,-1 1 4 0,0-6-3 15,1-1-1-15,1-2-3 0,-1-7 2 0,2-2 6 16,-2 1-8-16,1-5 2 0,2 0 5 0,-1 0 0 15,2-16 0-15,-1 16-1 0,2-14 3 0,3 0-11 16,-4-4 2-16,0 0 1 0,2 1-2 0,2-2 0 16,-3-5 5-16,5 3-12 0,-3-5 7 0,0 4 2 15,2-3-10-15,-1 0 1 0,0 0 2 0,2 2-6 16,-2-3-3-16,2 3 5 0,1 1-5 0,0 3-5 16,-1-1 5-16,3 3 36 0,-3-4-7 0,-1 3-9 15,3-3-9-15,1 0 4 0,-2 0-9 0,4 1 2 16,-1-1-1-16,-1-3-2 0,1 5 1 0,1 2-2 15,3 1-2-15,-2-1-18 0,2 3-7 16,-6 14 13-16,4-13 1 0,4 3-4 0,-7 10 9 0,1 2-1 16,1-1-3-16,0 2 5 0,1 0-12 0,-1 0 11 15,0-2-7-15,0 0 9 0,1 2-2 0,0 0-3 16,1 0 5-16,7-12 3 0,-7 12-4 0,4-1-6 16,-3 3-7-16,10-12 19 0,-3 0-6 0,-4 9-5 15,7-6 8-15,3-3-7 0,-8 11-1 0,7-8-2 16,-5 8-5-16,9-8 5 0,-9 10-8 15,10-10 9-15,-1 3 35 0,-9 6-9 0,0 2-4 16,0-1 2-16,1 1-6 0,-3 1-10 0,1 0 5 0,-5 5 0 16,3-3 3-16,-1 2-10 0,-2-1-14 0,1 2 19 15,-1-2-6-15,1 2 2 0,0 1-4 0,0 0 2 16,-3-2-3-16,1 1 9 0,-4 5-10 16,1 0-2-16,-2 0 5 0,1 3-2 0,-1-3 1 15,0 3 5-15,-1 0-7 0,-3 3 6 0,-1 0-13 16,1 0 19-16,-2 2-10 0,1 1-9 0,-4 1 16 15,0 0 4-15,-5 4-5 0,9-6 8 0,-9 6-1 16,6-3 3-16,-6 3 4 0,4-5 3 0,-4 5-5 16,0 0-2-16,0 0-4 0,0 0-2 0,5-6-4 15,-5 6 12-15,0 0-12 0,0 0 7 0,0 0-7 16,0 0-7-16,0 0 5 0,0 0-5 0,0 0 6 16,0 0-3-16,0 0 0 0,0 0 9 0,0 0-13 15,0 0 6-15,0 0-2 0,8 18 1 0,-8-18-3 16,0 15 0-16,0-3 6 0,-1 3-17 0,1 2 10 15,0 0 8-15,-1 2-4 0,1 1-1 0,0 6 8 16,-2-8-9-16,1 2 2 0,-2 0 0 0,3 4-2 16,0-6 5-16,-1-2 3 0,1 4-2 0,-1-5-11 15,2 0 7-15,-2-4 1 0,2 5-12 0,-1-5-18 16,1-3-13-16,1 3-40 0,-2-2-42 0,1 1-67 16,-1-2-204-16,0-8 90 0</inkml:trace>
  <inkml:trace contextRef="#ctx0" brushRef="#br0" timeOffset="-188297.36">20886 1508 61 0,'-4'-14'88'16,"4"14"-6"-16,-4-13-1 0,4 13-2 0,-8-14 6 16,4 7-16-16,-2-1-8 0,1 1 10 0,5 7-4 15,-12-10 2-15,6 5-7 0,-3 1-7 0,9 4 0 16,-17-9-6-16,6 6-10 0,0 0 1 0,-2 1-6 16,-8-2 10-16,-7 0-17 0,0 1 3 0,1 3-3 15,-1-1 11-15,-4-1-6 0,3 1 0 0,1 0-3 16,-4 0 1-16,11-2 1 0,-2 2-2 0,2 1-3 15,1-3-9-15,6 2 1 0,-2 0 4 16,16 1-9-16,-21-3 6 0,21 3-16 0,-18-2-17 16,18 2-16-16,-10-3-24 0,10 3-36 0,-6-5-26 15,6 5-103-15,0 0-237 0,0 0 106 0</inkml:trace>
  <inkml:trace contextRef="#ctx0" brushRef="#br0" timeOffset="-182130.25">21895 1259 115 0,'-9'-10'132'0,"9"10"-13"0,0 0-12 16,0 0-10-16,0 0-7 0,-14-4-14 15,14 4-9-15,0 0-9 0,0 0 1 0,-16 8-16 16,16-8 7-16,-10 10-9 0,10-10-4 0,-8 11 3 0,4-4-13 15,4-7 3-15,-4 13-2 0,3-6-11 16,1-7 5-16,-3 12-20 0,3-12 19 0,4 17-3 16,1-9 6-16,0 1-8 0,1 1 2 0,2-3 2 15,1 3-6-15,3 1-1 0,2-1 5 0,0 1-5 16,-3-3 2-16,2 2-1 0,1 0 2 0,3 1-6 16,-6-4 1-16,1-1-1 0,-2 2-1 0,-1-3 4 15,1 2-2-15,-10-7-4 0,12 11 3 0,-12-11-6 16,8 7 1-16,-8-7 3 0,10 9 3 0,-10-9 2 15,0 0 6-15,0 0-7 0,0 0-1 0,-9 20 11 16,9-20-2-16,-18 9-3 0,5-4 1 0,3-3-6 16,-2 1 1-16,-2-1 0 0,1-2-4 0,0 0 3 15,13 0-23-15,-25 0-20 0,25 0-18 0,-22-7-30 16,11 2-18-16,2-2-16 0,0 0-23 0,0-2-75 16,0 0-227-16,1-1 101 0</inkml:trace>
  <inkml:trace contextRef="#ctx0" brushRef="#br0" timeOffset="-181664.94">21842 1288 61 0,'15'-7'78'0,"-5"4"2"0,-10 3-12 0,26-7 0 16,-10 4-7-16,3-2 4 0,2 0-12 16,6 0-2-16,-7 1-4 0,2 1-11 0,0 0 1 15,-4 1-6-15,5-1-2 0,-3 2 2 0,-1-2-13 16,-5 3 1-16,3-1-4 0,-4 0 7 0,-2 1-8 15,-1-2 1-15,-10 2 2 0,17-1-9 16,-17 1 0-16,10 0-3 0,-10 0 9 0,0 0-8 0,14 1 5 16,-14-1-2-16,0 0 2 0,0 0-2 0,0 0 4 15,12 0-7-15,-12 0 10 0,0 0 3 0,0 0 0 16,0 0 6-16,-2 16 6 0,2-16-9 0,-2 15 9 16,2-15-3-16,-7 19 0 0,5-10-2 0,1 3 2 15,-2-3 0-15,3-9 9 0,-4 20-13 0,4-20 3 16,-2 17 2-16,2-17 5 0,2 19-10 0,-2-19-7 15,8 15 5-15,-3-5-2 0,-5-10 0 16,10 12 0-16,-3-6-4 0,-7-6 4 0,16 5-4 16,-5-3 4-16,-1 1-3 0,-1-1 1 0,-9-2 4 15,21-1 6-15,-10-2-7 0,-1 0 3 0,0-1-3 16,-1-1 2-16,0-2 1 0,-3 2-5 0,2-3 2 16,0 1-7-16,-3-4 3 0,0 3-3 0,-2-2-6 0,-1-1 7 15,-2 11-7-15,-2-21 1 0,-2 10-6 0,-3 1 1 16,0-1-1-16,-6-1-6 0,4 2-3 15,-3 3 3-15,-3-3-15 0,-2 5-2 0,3 1-12 16,-1-1-6-16,1 3 2 0,1 2-25 0,-1 0-26 16,3 3-17-16,-1-1-29 0,1 4-110 0,3-2-262 15,8-4 115-15</inkml:trace>
  <inkml:trace contextRef="#ctx0" brushRef="#br0" timeOffset="-181431.09">22630 1384 68 0,'0'0'218'0,"6"3"0"0,-6-3-13 16,0 0-9-16,0 0-12 0,0 0-20 0,0 0-10 0,0 0-18 16,0 0-17-16,0 0-7 0,16-6-15 0,-16 6-9 15,13-1-9-15,-2-3-9 0,1 2-5 16,-3-1-6-16,2 1-20 0,2-1-12 0,-13 3-23 15,27-4-26-15,-11 2-28 0,5 1-36 0,-8-1-29 16,4 0-36-16,1-1-21 0,-2 2-113 0,-3-1-308 16,4-1 137-16</inkml:trace>
  <inkml:trace contextRef="#ctx0" brushRef="#br0" timeOffset="-181081.57">23155 1141 45 0,'2'-12'184'0,"-2"12"-6"0,0-12-15 16,0 12-5-16,0 0 2 0,-2-16-4 0,2 16-6 0,2-6-7 16,-2 6-13-16,0-7-14 0,0 7-9 0,0 0-18 15,0 0-4-15,0 0-12 0,0 0-12 16,0 0-7-16,0 0-8 0,0 0-5 0,0 0-4 15,0 0-5-15,0 0-2 0,0 0-5 0,0 0-3 16,3 38 2-16,-3-23 4 0,0-3-3 0,0 4 9 16,2 0-9-16,-4 0 3 0,2-4-3 0,0 2 4 15,-1 0-2-15,2-2-3 0,-2 0 1 0,1 1-4 16,1 0-3-16,-1-1 0 0,-1-2-2 0,1 3 4 16,-1-1-6-16,1-12 1 0,0 21-1 0,0-10-4 15,0-1 4-15,0-10-21 0,-3 15-11 0,3-15-16 16,-2 17-15-16,2-17-27 0,-2 16-30 0,2-16-30 15,0 0-40-15,2 15-26 0,-2-15-121 0,0 0-349 16,4 12 155-16</inkml:trace>
  <inkml:trace contextRef="#ctx0" brushRef="#br0" timeOffset="-180031.14">23522 1220 118 0,'0'0'184'0,"0"0"-14"0,0 0-13 0,0 0-13 15,-11-7-13-15,11 7-15 0,0 0-10 0,0 0-5 16,0 0-12-16,0 0-9 0,0 0 2 0,-25 16-13 16,19-12-1-16,0 5-5 0,0-3-9 0,3 2-1 15,3-8-8-15,-8 14-1 0,4-4 2 0,0-1-2 16,2-1-2-16,2-8-8 0,-3 13 1 0,1-6-1 15,2-7 0-15,0 18-7 0,0-18 1 16,1 14 0-16,-1-14-2 0,3 13-1 0,-1-8-1 0,-2-5-4 16,9 13 1-16,-5-9-7 0,-4-4 6 0,11 10-1 15,-5-6-4-15,2-1 3 0,-8-3-6 0,13 6 4 16,-4-4-4-16,-9-2-1 0,0 0 5 16,22 2-4-16,-22-2-4 0,19-2 2 0,-19 2-1 15,15-2 3-15,-15 2-3 0,16-5 2 0,-16 5-4 0,12-7 2 16,-1 1 0-16,-11 6-3 0,15-11-1 15,-9 3 1-15,0 3-1 0,-3-1 2 0,5-4-6 16,-4 1-9-16,0-1 3 0,-4 10 1 0,7-15-4 16,-5 7 2-16,-2 8-2 0,4-15 1 0,-1 7-9 15,-3 8 4-15,-1-14 4 0,1 14-10 0,-2-14 7 16,2 14 1-16,-7-13-2 0,7 13 5 0,-9-10-3 16,5 6 5-16,4 4-6 0,-11-12 1 0,4 8 4 15,7 4-2-15,-19-8 2 0,9 5 2 0,0 2-10 16,-2-2 9-16,2 1 6 0,10 2-5 0,-15-2 3 15,15 2-3-15,-10-3 0 0,10 3 5 0,0 0-4 16,-13 0-3-16,13 0 0 0,0 0 2 0,0 0-3 16,0 0 4-16,-12-3-10 0,12 3 3 0,0 0 3 15,0 0 8-15,0 0-6 0,0 0 2 0,0 0 4 16,0 0-3-16,0 0 3 0,0 0 2 0,38 6 0 16,-25-4-3-16,1-2 0 0,0-2-1 0,-2 2 0 15,6 0 6-15,-4 0-2 0,5-2-6 16,-1 2 3-16,0 0 7 0,-4-1-6 0,3 1 1 15,-4-2-2-15,-1 1 2 0,0 0-3 0,0-1 0 16,0 1 1-16,-12 1 1 0,22 0-1 0,-12 1-1 0,-10-1-5 16,20 0 5-16,-20 0-4 0,14 0 4 0,-14 0 1 15,13 0-4-15,-13 0 3 0,12 2 2 0,-12-2-3 16,0 0-1-16,11 1 4 0,-11-1-4 16,0 0 4-16,0 0-5 0,10 3 2 0,-10-3 0 15,0 0-8-15,0 0 6 0,0 0 5 0,8 5-3 16,-8-5 4-16,0 0 0 0,4 7-4 0,-4-7 3 15,0 0 6-15,0 0-4 0,2 10 3 0,-2-10 4 16,0 0 1-16,-2 16 4 0,2-16-4 0,0 0-1 16,-3 14 2-16,3-14-2 0,-2 13 5 0,2-13-1 15,-5 13 2-15,3-3-6 0,2-10 0 0,-4 15-1 16,2-8-2-16,2-7 1 0,-4 14-3 0,4-14 2 16,0 11-1-16,0-11 1 0,0 14-3 0,0-14 3 15,0 11-6-15,0-11 4 0,1 11-1 0,-1-11-4 16,4 11 8-16,-4-11-4 0,5 8 1 0,-5-8-2 15,8 6 3-15,-8-6 2 0,8 4 0 0,-8-4-4 16,12 4 6-16,-12-4-4 0,12 0-2 0,-12 0 2 16,15 0 2-16,-15 0-3 0,16-2 0 15,-5 0 3-15,-1-2 1 0,-1 0-1 0,3 1 3 16,-2-2 0-16,-1-1-1 0,0-1 1 0,1 1-5 16,-2-1 7-16,1-2-2 0,0 2-1 0,-3-3-1 15,-1 2-1-15,0-2 2 0,1 1-7 0,-4 0 5 16,-1-1-7-16,-1 0 6 0,0 1-8 0,0 9 5 15,-2-15-1-15,2 15-4 0,-7-13 2 0,1 7-6 16,6 6 1-16,-15-11-12 0,4 8-7 0,2 3-11 16,-5-2-5-16,3 1-9 0,-3 4-22 0,0-2-26 15,1 1-20-15,2 1-26 0,-1 2-32 0,2-1-162 16,1 1-364-16,9-5 161 0</inkml:trace>
  <inkml:trace contextRef="#ctx0" brushRef="#br0" timeOffset="-179874.95">24035 1271 39 0,'0'0'75'0,"0"0"-27"0,0 0-34 0,0 0-25 15,0 0-17-15,0 0-30 0,0 0 13 0</inkml:trace>
  <inkml:trace contextRef="#ctx0" brushRef="#br0" timeOffset="-176369.56">24538 1145 13 0,'-13'25'102'0,"8"-14"-20"0,-1-1-1 16,-1 1-10-16,1 4-8 0,-3 0-5 0,3 1 1 15,0-2-5-15,-2 1-12 0,0-5-7 0,3 1 9 16,1 0-14-16,0 0 0 0,0-1-1 0,2 2-1 16,-2-5-7-16,0 3 3 0,4-10 1 0,-1 12-7 15,1-12 3-15,-4 10-3 0,4-10 1 0,0 0 5 16,-2 10 16-16,2-10 16 0,0 4 11 0,0-4 14 16,0 0 13-16,0 0 1 0,0 0-8 15,0 0-10-15,0 0-8 0,0 0-3 0,0 0-7 16,-8-17 3-16,8 17-9 0,8-21-5 0,-5 6-6 0,4-1 0 15,-2-1-16-15,3-7 5 0,-2 6 1 16,4-10-6-16,1 3-3 0,0 5 0 0,0-4 0 16,0 9 2-16,-2-3 1 0,-2 1-2 0,2 2 2 15,0 3 0-15,0 0-2 0,0 2-6 0,-3 1-1 16,2 3-1-16,-4 1-2 0,-4 5-9 0,10-9 1 16,-10 9 3-16,9 0-4 0,-9 0-4 0,0 0 0 15,19 11-1-15,-11-2-2 0,-2 2 1 0,5 4 1 16,-3 0 2-16,1 2-5 0,-1 1 3 0,0-1 3 15,2 2-3-15,-8-2-2 0,2-5 4 0,1 2 3 16,-1 2-3-16,3 0-1 0,-5-4 3 0,2-2 1 16,0 6-1-16,0-5-1 0,-2-2-1 0,1 0 3 15,-1 1-4-15,2-1 1 0,-4-9 3 0,5 14-5 16,-3-4-16-16,-2-10-18 0,0 0-14 16,7 16-28-16,-7-16-22 0,3 6-32 0,-3-6-8 15,0 0-28-15,0 0-132 0,0 0-324 0,0 0 144 16</inkml:trace>
  <inkml:trace contextRef="#ctx0" brushRef="#br0" timeOffset="-176198.22">24474 1249 29 0,'0'0'125'0,"39"-15"-15"0,-19 11-18 15,1-2-9-15,8-2-26 0,2 2-27 0,1-2-33 16,1 0-32-16,-1 1-47 0,-2-1-88 0,-3 3 40 0</inkml:trace>
  <inkml:trace contextRef="#ctx0" brushRef="#br0" timeOffset="-175882.01">24862 863 129 0,'0'0'124'0,"0"0"-5"0,0 0-12 15,0 0-9-15,-50 24-7 0,50-24-6 0,-9 15-9 16,9-8-12-16,0-7-6 0,0 18 2 0,0-18-7 16,0 0-4-16,14 19 8 0,-5-12-19 0,1-2 11 15,3-2 2-15,-13-3-4 0,23 2-10 0,-9-2 1 16,-14 0 4-16,0 0-5 0,0 0-8 15,0 0-4-15,57-17 8 0,-57 17-5 0,0 0-1 16,22-19-9-16,-22 19 2 0,0 0-2 0,0 0-8 16,-1-33-10-16,1 33 5 0,0 0-9 0,0 0-4 15,0 0 1-15,-41-38-7 0,41 38-19 0,0 0-2 16,-35-1-18-16,35 1-19 0,0 0-24 0,0 0-18 16,0 0-101-16,-58 32-232 0,58-32 103 0</inkml:trace>
  <inkml:trace contextRef="#ctx0" brushRef="#br0" timeOffset="-175663.92">25246 941 188 0,'0'0'175'16,"0"0"-23"-16,16-2-13 0,-16 2-19 0,12 14-5 15,-7-2-18-15,2 4-5 0,-5 5-5 0,0 7-5 16,-4 1-6-16,2-1-11 0,-1 2-26 0,-2 2-33 16,-6 0-30-16,-2-3-51 0,-4 3-55 0,-12 6-71 15,4-9-218-15,-5-4 97 0</inkml:trace>
  <inkml:trace contextRef="#ctx0" brushRef="#br0" timeOffset="-175097.98">21776 1239 104 0,'-21'45'109'0,"9"-12"-14"0,3 1-4 15,-1 15-4-15,9-2-18 0,10-2 6 0,0-12-14 0,5-3-10 16,13 9 11-16,8-3-18 0,4-2-19 16,5-7-32-16,15-5-25 0,0-1-25 0,0-6-73 15,3 2-141-15,-2-4 64 0</inkml:trace>
  <inkml:trace contextRef="#ctx0" brushRef="#br0" timeOffset="-174763.76">22247 1874 45 0,'0'0'137'16,"0"0"-16"-16,-16 1-13 0,16-1-1 0,0 0 2 16,0 0-5-16,44-1-10 0,-5 0 0 0,25-4-9 15,33-7-11-15,1 5-1 0,6-3-16 0,8-10 0 16,6-1-5-16,8 4 2 0,3-5-9 15,9 2 5-15,1-2-10 0,9 3 7 0,11 0-7 16,8-3-4-16,8-1-5 0,4 10 1 0,3-9 2 16,-1 10-3-16,-3 2-2 0,-11-5-8 0,-2 11-14 15,-18-5-17-15,-8 1-26 0,-16 6-26 0,-13-4-18 16,-13 3-26-16,-33 3-18 0,-3-4-109 0,-6 4-253 0,-4-2 113 16</inkml:trace>
  <inkml:trace contextRef="#ctx0" brushRef="#br0" timeOffset="-173428.51">19728 670 20 0,'0'0'123'0,"0"0"-10"0,0 0-12 0,0 0 17 16,0 0 2-16,0 0-16 0,0 0 2 0,0 0-17 16,-16 106-4-16,13-73-8 0,-1-1-8 0,1-2-9 15,1 0 0-15,2-1-7 0,-4-1-5 16,1-1-4-16,1-2-2 0,2-1-1 0,0-6-10 0,0 0-1 15,1 3-13-15,-1-3-25 0,1-3-30 16,2-3-21-16,-2 1-40 0,-1-13-34 0,1 21-70 16,-1-21-219-16,-7 18 97 0</inkml:trace>
  <inkml:trace contextRef="#ctx0" brushRef="#br0" timeOffset="-172814.16">19698 907 36 0,'45'-30'85'15,"-21"13"-12"-15,-24 17-11 0,41-26 0 0,-24 18-3 16,-17 8-17-16,32-23 6 0,-32 23 0 0,25-19-4 16,-25 19-9-16,17-18 11 0,-17 18-11 0,0 0 2 15,19-28 7-15,-19 28 5 0,0 0-1 0,14-23 6 16,-14 23-13-16,0 0 5 0,0 0 3 0,10-28-3 15,-10 28 0-15,0 0-6 0,0 0-8 0,0 0-6 16,0 0-1-16,0 0-2 0,0 0-11 0,0 0 2 16,0 0 2-16,0 0 9 0,0 0 12 0,0 0 5 15,4 93-5-15,-6-60-4 0,-3-1-4 0,-2 1-7 16,1-2 4-16,1 2 0 0,1-5-2 16,0-4-5-16,-1-5-4 0,1-1 1 0,4-3 1 15,-2 0-4-15,0-5-2 0,1-1-2 0,1-9-5 16,-1 13 0-16,1-13 1 0,0 0-5 0,2 10 3 15,-2-10 1-15,0 0-7 0,0 0 14 0,0 0-6 16,0 0-2-16,0 0 0 0,0 0 1 0,22-25-3 16,-16 15-11-16,5-3 14 0,-3 3-2 0,2 2-1 15,2-4-12-15,-2 6 7 0,-1 0 3 0,1 2-8 16,-10 4 5-16,21-7 2 0,-11 4-4 0,-10 3 5 16,25-2 0-16,-13-1-5 0,-12 3 10 0,26-2-2 15,-12 0-2-15,0 0-2 0,5 1 4 16,-2-3 0-16,1-1 1 0,-5-1-3 0,-13 6 8 15,0 0-3-15,0 0-5 0,56-21 2 0,-56 21 3 16,18-12-4-16,-18 12 10 0,0 0-9 0,16-20 0 16,-16 20 2-16,0 0 1 0,0 0 5 0,12-35-1 15,-12 35-4-15,0 0 9 0,0 0 1 0,5-28 1 16,-5 28 5-16,0 0-3 0,0 0-5 0,0 0-2 16,0 0-7-16,0 0 1 0,0 0-5 0,0 0 0 15,0 0 5-15,0 0-4 0,0 0-2 0,0 0-1 16,0 0 7-16,0 0-7 0,0 0-18 0,-10 69-12 15,11-53-19-15,-1-1-12 0,4-3-31 0,-3-1-29 16,-1-11-20-16,5 22-91 0,-5-22-252 0,5 20 113 16</inkml:trace>
  <inkml:trace contextRef="#ctx0" brushRef="#br0" timeOffset="-172441.64">20631 807 2 0,'0'0'176'16,"0"0"-15"-16,0 0 0 0,0 0-11 0,0 0-5 15,0 0-14-15,0 0-5 0,0 0-10 0,-80 22-9 16,80-22-15-16,-21 18-1 0,21-18-9 0,0 0-9 16,-24 27-9-16,24-27-5 0,-8 20-2 0,5-12-12 15,3 0 2-15,0-8-4 0,7 16-4 0,-3-9-15 16,4-1-8-16,2 0-14 0,1 0-19 0,6-4-21 15,2 3-23-15,2-5-30 0,-21 0-20 0,0 0-32 16,76-9-115-16,-49 2-280 0,-27 7 124 16</inkml:trace>
  <inkml:trace contextRef="#ctx0" brushRef="#br0" timeOffset="-172230.73">20866 584 170 0,'0'0'222'0,"0"0"-22"16,0 0-25-16,0 0-19 0,0 0-17 0,0 0-5 16,0 0-2-16,0 0-8 0,0 0-6 0,0 0-10 15,0 0-9-15,-26 89-9 0,22-63-7 0,-3 1-3 16,7-27-11-16,-2 55-7 0,1-27-9 0,1-28 0 16,-2 49-28-16,2-29-16 0,0-2-27 15,0-1-15-15,2-1-37 0,-1 0-40 0,-1-5-40 16,0 0-170-16,0-11-347 0,1 17 153 0</inkml:trace>
  <inkml:trace contextRef="#ctx0" brushRef="#br0" timeOffset="-171977.59">21001 679 107 0,'0'0'180'0,"0"0"-14"0,0 0-13 16,0 0-8-16,0 0-18 0,0 0-4 0,0 0-16 15,0 0-8-15,0 0-13 0,-83 37-15 0,83-37 1 16,-32 23-12-16,32-23-7 0,-25 20-5 0,25-20-3 16,-15 21-6-16,15-21-5 0,0 0-1 15,-19 29-5-15,19-29 2 0,0 0-11 0,0 0 3 16,-1 34-1-16,1-34-10 0,0 0 8 0,0 0-4 16,32 28-11-16,-32-28-18 0,32 6-24 0,-32-6-12 15,43 4-18-15,-43-4-15 0,42 0-35 0,-42 0-32 16,39-3-83-16,-39 3-253 0,0 0 113 0</inkml:trace>
  <inkml:trace contextRef="#ctx0" brushRef="#br0" timeOffset="-171248.8">21140 800 115 0,'0'0'151'0,"0"0"-22"0,0 0-4 15,0 0 8-15,0 0-8 0,0 0-8 0,0 0-3 16,0 0-3-16,0 0-9 0,0 0-17 0,0 0-6 15,0 0-5-15,0 0-7 0,0 0-8 0,0 0-1 16,0 0 1-16,0 0 2 0,0 0 4 0,0 0-5 16,0 0 7-16,0 0 13 0,0 0 8 0,0 0 1 15,0 0-12-15,0 0-8 0,0 0-9 0,0 0-6 16,0 0-10-16,0 0-2 0,0 0-10 0,0 0-9 16,0 0-2-16,0 0-1 0,0 0-1 0,0 0-4 15,17-45-4-15,-17 45 0 0,0 0-5 0,0 0-6 16,17-21 2-16,-17 21-3 0,0 0-3 15,0 0-7-15,0 0 10 0,0 0 4 0,0 0-4 16,0 0-3-16,0 0 3 0,0 0 0 0,66 27 2 16,-66-27 0-16,0 0-2 0,24 22 3 0,-24-22-1 15,0 0 0-15,27 18 5 0,-27-18-2 0,0 0-1 16,32 11 1-16,-32-11 0 0,0 0 0 0,38-1 3 16,-38 1-4-16,0 0 2 0,0 0 5 0,45-16-5 15,-45 16 0-15,19-14-1 0,-19 14 1 16,0 0-2-16,20-23-1 0,-20 23 0 0,0 0 0 15,11-25 1-15,-11 25 3 0,0 0-3 0,0 0-3 0,0 0-1 16,-3-44-2-16,3 44-2 0,0 0 6 16,0 0-6-16,0 0 0 0,0 0 3 0,-18-31-6 15,18 31 0-15,0 0-1 0,0 0-5 0,0 0 7 16,0 0-1-16,0 0 0 0,0 0 2 0,0 0 2 16,-74 43-3-16,74-43 1 0,-14 27 2 0,14-27-4 15,0 0 4-15,-8 33 2 0,8-33-2 0,0 0 3 16,0 0 0-16,0 0 0 0,0 0 3 0,30 49 5 15,-30-49-2-15,0 0-2 0,41 6-1 0,-41-6 1 16,34-3 1-16,-34 3-2 0,0 0 5 0,53-16-2 16,-53 16-1-16,22-16 3 0,-22 16-5 0,26-18 1 15,-26 18 1-15,21-20-4 0,-21 20 0 0,19-24 2 16,-19 24 1-16,9-24-1 0,-9 24-2 16,0 0 1-16,12-33 4 0,-12 33-5 0,0 0 0 15,5-27-2-15,-5 27 3 0,0 0-1 0,0 0-4 16,0 0 2-16,0 0-7 0,0 0 2 0,0 0-2 0,0 0 0 15,0 0 5-15,0 0-10 0,0 0 14 16,0 0-1-16,0 0-3 0,0 0 2 0,0 0-2 0,0 0 6 16,0 0-4-16,4 93 1 0,-4-93-1 15,0 0 4-15,-5 42 1 0,5-42-5 0,0 0 2 16,-5 41-8-16,5-41-20 0,-10 23-10 0,10-23-26 16,-16 28-24-16,16-28-37 0,-15 21-36 0,15-21-48 15,-19 20-116-15,4-10-350 0,4-2 155 0</inkml:trace>
  <inkml:trace contextRef="#ctx0" brushRef="#br0" timeOffset="-170965.11">20378 1289 25 0,'0'0'169'0,"65"-15"-14"0,-29 6-17 15,15-3-9-15,4 0-12 0,5-2-29 0,2 0-38 16,29-7-21-16,-29 8-59 0,2 0-115 15,-1-4-158-15,27-9 70 0</inkml:trace>
  <inkml:trace contextRef="#ctx0" brushRef="#br0" timeOffset="-170837.53">21700 971 37 0,'0'0'220'0,"9"-3"-21"0,-9 3-18 0,0 0-11 16,0 0-38-16,0 0-29 0,0 0-44 0,0 0-41 15,0 0-60-15,0 0-138 0,0 0-194 0,0 0 85 16</inkml:trace>
  <inkml:trace contextRef="#ctx0" brushRef="#br0" timeOffset="-158506.33">13417 5870 6 0,'0'0'19'15,"0"0"0"-15,0 0 1 0,0 0-7 0,0 0-3 16,0 0 0-16,0 0-6 0,0 0-1 0,0 0-5 0,0 0 5 16,0 0-3-16,0 0 0 0,-6 6-5 15,6-6 3-15,0 0-15 0,0 0 23 0,0 12-12 16,0-12 1-16,0 8 1 0,0-8 1 0,0 9-1 16,0-9-8-16,0 10 12 0,0-10-10 0,0 10-9 15,0-10 5-15</inkml:trace>
  <inkml:trace contextRef="#ctx0" brushRef="#br0" timeOffset="-156054.25">15319 5791 13 0,'0'0'18'0,"0"0"-1"0,0 0-6 0,0 0 2 16,0 0 4-16,0 0-4 0,0 0 2 0,0 0-3 15,0 0-4-15,0 0 1 0,0 0 4 0,0 0-2 16,0 0-2-16,0 0 1 0,0 0-2 0,0 0 3 16,0 0-8-16,0 0 4 0,0 0-1 0,0 0-7 15,0 0 4-15,0 0 9 0,0 0-11 0,0 0 4 16,0 0-5-16,0 0-1 0,0 0 0 0,0 0-2 15,0 0 1-15,0 0-4 0,0 0 4 0,0 0-5 16,0 0 7-16,0 0-4 0,0 0 5 0,0 0-5 16,0 0 2-16,0 0 3 0,0 0-2 0,-5-6-1 15,5 6 1-15,0 0 1 0,0 0 0 0,0 0-1 16,0 0 3-16,0 0-5 0,0 0 3 0,0 0-1 16,0 0 2-16,0 0 0 0,0 0 1 0,0 0-3 15,0 0-3-15,0 0 0 0,0 0 1 0,0 0 6 16,0 0-3-16,0 0 3 0,0 0-2 0,0 0-1 15,0 0-3-15,0 0 4 0,0 0-6 0,0 0 3 16,0 0 2-16,0 0-2 0,0 0 4 0,0 0-2 16,0 0-1-16,0 0-2 0,0 0-1 0,0 0 0 15,0 0 5-15,0 0-2 0,0 0-2 0,0 0 6 16,0 0-5-16,0 0-1 0,0 0 1 0,0 0-8 16,0 0 7-16,0 0-4 0,-2-8 3 0,2 8-4 15,0 0 3-15,0 0 2 0,0 0-5 0,0 0 5 16,0 0 0-16,-1-7-1 0,1 7-5 0,0 0 1 15,0 0 1-15,0 0-1 0,0 0 4 0,0 0-2 16,0 0 1-16,1-13 0 0,-1 13 4 0,0 0-5 16,0 0 1-16,0 0 2 0,0 0-7 0,0 0-9 15,0 0 5-15</inkml:trace>
  <inkml:trace contextRef="#ctx0" brushRef="#br0" timeOffset="-155882.59">15326 5764 1 0</inkml:trace>
  <inkml:trace contextRef="#ctx0" brushRef="#br0" timeOffset="-155147.22">15326 5764 2 0,'0'0'3'16,"0"0"0"-16,0 0-2 0,0 0 0 15,0 0 0-15,0 0 0 0,0 9 1 0,0-9-1 0,0 0 2 16,0 0-2-16,0 0 5 0,0 0-2 0,0 0 0 16,0 0 2-16,0 0 2 0,0 0-2 0,0 0 0 15,0 0 4-15,0 0-3 0,0 0 5 0,0 0-2 16,0 0 7-16,0 0-3 0,0 0 1 0,0 0 1 16,0 0-2-16,0 0 0 0,0 0-4 15,0 0 4-15,0 0-2 0,0 0 0 0,0 0 4 0,0 0-1 16,0 0-2-16,0 0 4 0,0 0-10 0,0 0 3 15,0 0-3-15,0 0 3 0,0 0 3 0,0 0-8 16,0 0 8-16,0 0-9 0,0 0 5 0,0 0-7 16,0 0 5-16,0 0-3 0,0 0 2 0,0 0-1 15,0 0-7-15,0 0 4 0,0 0 7 16,0 0 2-16,0 0-3 0,0 0-7 0,0 0-4 0,0 0 7 16,0 0 4-16,0 0-9 0,0 0 4 0,0 0 0 15,0 0-12-15,0 0 12 0,0 0-1 0,0 0-2 16,0 0 0-16,0 0 0 0,0 0-2 0,0 0 7 15,0 0-7-15,0 0 3 0,0 0-2 16,0 0-5-16,0 0 7 0,0 0 0 0,0 0-1 0,0 0-8 16,0 0 4-16,0 0 3 0,0 0 1 0,0 0-3 15,0 0 3-15,0 0-2 0,0 0 0 0,0 0 4 16,0 0-1-16,0 0-3 0,0 0 4 0,0 0-6 16,0 0 1-16,0 0-3 0,0 0 2 0,0 0 1 15,0 0 1-15,0 0 5 0,0 0 0 16,0 0-6-16,0 0 7 0,0 0-3 0,-10-20-6 0,10 20 2 15,0 0 6-15,0 0-5 0,0 0-1 0,0 0 1 16,0 0 7-16,0 0-6 0,0 0 4 0,0-10-5 16,0 10 4-16,0 0-2 0,0 0 3 0,0 0-6 15,0 0 6-15,0 0-7 0,0 0 4 0,0 0-1 16,0 0 5-16,0 0-4 0,0 0 2 0,0 0 1 16,0 0-4-16,0 0-4 0,0 0 5 0,0 0 6 15,0 0-7-15,0 0 4 0,0 0 2 0,0 0-1 16,0 0 4-16,0 0-6 0,0 0-1 0,0 0 1 15,0 0 1-15,0 0-3 0,0 0 5 0,0 0-8 16,0 0 2-16,0 0-4 0,0 0 5 16,0 0 1-16,0 0-3 0,0 0-3 0,0 0-3 0,0 0-1 15,0 0 0-15,0 0 3 0,0 0-8 0,0 0 9 16,0 0-1-16,0 0 6 0,0 0-2 0,0 0-8 16,0 0 2-16,0 0-1 0,0 0-3 0,0 0 2 15,0 0-1-15,0 0 3 0,0 0-2 0,0 0-2 16,0 27 7-16,0-27-1 0,0 0-1 0,0 9-5 15,0-9 6-15,0 0-6 0,3 10 5 0,-3-10 0 16,1 7-3-16,-1-7 2 0,0 8 5 0,0-8 1 16,0 0-6-16,-1 12 7 0,1-12-2 0,0 9-1 15,0-9-7-15,0 10 1 0,0-10 4 0,-3 12-3 16,1-6-2-16,2-6-10 0,0 13-23 0,-2-6 10 16</inkml:trace>
  <inkml:trace contextRef="#ctx0" brushRef="#br0" timeOffset="-149188.15">20518 6150 24 0,'0'0'90'15,"0"0"-2"-15,0 0-21 0,0 0-2 0,0 0-7 16,0 0-10-16,0 0-18 0,0 0-19 0,0 0-28 16,0 0-61-16,0 0-84 0,0 0 38 0</inkml:trace>
  <inkml:trace contextRef="#ctx0" brushRef="#br0" timeOffset="-132837.62">20362 5466 17 0,'0'0'37'0,"0"0"-5"0,0 0-6 15,0 0-9-15,0 0-12 0,0 0-28 0,0 0-24 16,0 0 11-16</inkml:trace>
  <inkml:trace contextRef="#ctx0" brushRef="#br0" timeOffset="-126636.79">16479 4844 5 0,'-19'25'6'0,"2"1"-9"0,-2-1-1 0,0-2 1 15</inkml:trace>
  <inkml:trace contextRef="#ctx0" brushRef="#br0" timeOffset="-126330.39">17057 4746 39 0,'-13'23'39'0,"-2"-3"6"16,-2 2-8-16,3 1-6 0,-1 0-2 15,-1-2-11-15,5-4-9 0,-2-2-8 0,-4 6-10 16,3-6-32-16,0-1-42 0,0 1 19 0</inkml:trace>
  <inkml:trace contextRef="#ctx0" brushRef="#br0" timeOffset="-126065.92">17175 4892 19 0,'-13'16'29'0,"0"-1"1"0,-1 0-8 16,5-1-16-16,-2 0-17 0,3-3-6 0,-3 3-16 16,5-6 8-16</inkml:trace>
  <inkml:trace contextRef="#ctx0" brushRef="#br0" timeOffset="-117884.3">15425 5376 4 0,'0'0'11'0,"0"0"-4"0,0 0-3 15,0 0 3-15,0 0-4 0,0 0 0 0,0 0 3 16,0 0-1-16,0 0-5 0,0 0 6 0,0 0-3 16,0 0-7-16,0 0-6 0,0 0-9 0,0 0 4 15</inkml:trace>
  <inkml:trace contextRef="#ctx0" brushRef="#br0" timeOffset="-99415.18">24399 5604 77 0,'3'-11'167'15,"-3"11"7"-15,0-8-16 0,0 8-11 0,-1-10-4 16,1 10-9-16,0 0-11 0,-2-8-10 0,2 8-8 15,0 0-14-15,-4-7-11 0,4 7-10 0,0 0-6 16,-14-1-9-16,5 1-3 0,0 5-2 0,-4-1-11 16,-3 3 4-16,-2 0-9 0,-7 6 8 0,-1 2-7 15,0-1 2-15,1 2-4 0,3-3 1 0,-1 3-6 16,5-3 6-16,4-3-7 0,0 4-6 0,-2-2-2 16,6-3 0-16,1 1 2 0,2 0-1 0,0 2-6 15,2-1 0-15,0-1 0 0,5 1-4 0,1 0 2 16,4-2-5-16,3 1 3 0,1 3 3 0,6-2-2 15,1-2 1-15,9 4-2 0,-4-5-2 0,4 3 0 16,1-2-5-16,1 0 3 0,-2 0 2 0,-3-1-7 16,-3-2 5-16,0 1-2 0,0-1-1 0,-7 0 1 15,-3-2-4-15,2 1 1 0,-1-1 4 0,-3 1-7 16,-1 0 0-16,-3-2 4 0,-3-3-1 0,8 7 1 16,-8-7 1-16,-2 10 3 0,2-10 6 0,-8 11-2 15,0-6-1-15,0 0 2 0,-4 3 0 0,-4-2 0 16,-2 2 7-16,-1-3-10 0,-3 0 4 0,3-1 1 15,-2 0-2-15,-1 0 2 0,0-2-6 0,3 1-11 16,-3-3-8-16,2 1-18 0,3 2-22 0,3-3-26 16,1 0-28-16,3 1-28 0,10-1-42 0,-14 0-164 15,7 2-368-15,7-2 163 0</inkml:trace>
  <inkml:trace contextRef="#ctx0" brushRef="#br0" timeOffset="-99115.88">24514 5882 77 0,'0'0'210'16,"5"-5"4"-16,-5 5-3 0,5-4-3 0,-5 4 1 16,0 0-12-16,3-5-18 0,-3 5-20 0,0 0-16 15,0 0-9-15,0 0-23 0,5-5-7 0,-5 5-23 16,0 0-7-16,0 0-7 0,0 0-4 0,0 0-6 15,-8 24-6-15,6-15 3 0,-5 6-1 0,3-3-6 16,0 2 9-16,2-1-14 0,-2-3 3 0,0 2-14 16,1 0 0-16,1 0 0 0,1 1-2 0,-2-1-2 15,-1 5-5-15,3-5-12 0,-1 1-13 0,1-2-9 16,-1 1-20-16,1 1-24 0,-1-2-36 0,1 0-23 16,1-11-43-16,-4 16-33 0,4-9-42 0,0-7-124 15,-6 13-385-15,6-13 172 0</inkml:trace>
  <inkml:trace contextRef="#ctx0" brushRef="#br0" timeOffset="-98946.95">24523 5648 146 0,'-4'-3'208'0,"4"3"-22"16,-5-7-17-16,5 7-25 0,0 0-17 0,-7-4-9 15,7 4-23-15,0 0-50 0,-2 14-50 0,2-14-43 16,5 19-60-16,-4-10-72 0,4 1-194 0,1-1 85 16</inkml:trace>
  <inkml:trace contextRef="#ctx0" brushRef="#br0" timeOffset="-97182.63">24851 5838 112 0,'0'0'141'16,"0"0"-6"-16,0 0-8 0,0 0-17 0,0 0-9 15,0 0-10-15,0 0-6 0,0 0-4 0,0 0-10 16,-28-4 4-16,22 8-8 0,-3-1 2 0,-1 3 0 15,2 0-3-15,-2 1-1 0,-3 4-4 0,3-1-7 16,-3 1-1-16,3 6 8 0,-1-5-6 0,1 3 3 16,-1-1-7-16,2 1-4 0,-1-1-3 0,3 6-6 15,0-5 6-15,1 2 1 0,1-1-5 0,4-3-1 16,0 0-5-16,1-1-2 0,1 0 0 0,2 0-2 16,2-2-3-16,1 0-5 0,1-1 2 0,3-2-1 15,0 0-3-15,0-2 4 0,9 4-2 0,-2-5 2 16,-2-1 2-16,3-2 2 0,-1 0 2 0,1-1 1 15,-4-1 3-15,4 0-3 0,-3-4 1 0,-2 1-2 16,-2-1 3-16,1 0-2 0,0-3-2 0,-4 0-1 16,1-1 0-16,1-1-2 0,-3 0-5 0,0-6-3 15,1 1-4-15,-4 0 0 0,1-3 0 0,-4 1 0 16,0-1-2-16,2 7-1 0,-7-5-3 0,0 0-3 16,0-1 0-16,0 5-3 0,-3 2 0 0,2 0-4 15,0 1 1-15,-3 0-1 0,1 4-6 0,-1-3 2 16,1 4-12-16,-1 2-15 0,0-1-11 0,8 3-15 15,-17 3-8-15,5 2-17 0,3 1-22 0,-8 1-40 16,9 0-33-16,-7 4-31 0,3-1-134 0,1 1-372 16,0-3 165-16</inkml:trace>
  <inkml:trace contextRef="#ctx0" brushRef="#br0" timeOffset="-96848.31">25227 6264 31 0,'0'0'193'0,"0"0"-18"0,0 0-11 0,0 0-14 16,0 0-19-16,-24 12-7 0,11-2-9 0,-5 1-13 15,3 2-17-15,-11 2-25 0,1 1-53 0,0-1-46 16,-3 1-57-16,1 1-105 0,0-4-217 0,-2 1 96 15</inkml:trace>
  <inkml:trace contextRef="#ctx0" brushRef="#br0" timeOffset="-96264.83">25757 5725 109 0,'-2'-3'182'0,"2"3"-3"16,-8-7-5-16,8 7-14 0,-11-5-12 0,3 3-8 15,-2 2-12-15,-2 0-10 0,-2 1-11 0,1 3-6 16,-4 2-11-16,3 2-6 0,-4 1-6 0,1 0-9 15,2 2-9-15,2 1 0 0,-3 0-8 0,5-3-4 16,3 1-7-16,-2 0 0 0,4 0-7 0,1 2 1 16,3-2-7-16,0 1 0 0,4 1-4 0,0-1-1 15,2 0-5-15,1 0 5 0,1 2-8 0,6 0 3 16,1 0-1-16,1-1-4 0,-1-1 0 0,4-1 1 16,-3 0-3-16,3 0-3 0,-7-3 1 0,1 0-2 15,-1 0 2-15,1 2-7 0,-6-3 3 0,1-2 0 16,-1 1 3-16,-1 2 3 0,-1-2-1 0,-3-5 11 15,2 10-6-15,-2-10 1 0,-7 14 2 0,0-9-2 16,-2 2 1-16,-4 0-6 0,-3 3-2 0,-1-3 1 16,-1 1-12-16,4-1-9 0,-2 0-11 0,3-3-24 15,1 1-23-15,2-1-30 0,5-1-36 0,5-3-37 0,-12 3-37 16,12-3-113-16,0 0-347 0,-11 2 154 16</inkml:trace>
  <inkml:trace contextRef="#ctx0" brushRef="#br0" timeOffset="-96047.83">25847 6008 2075 0,'10'-5'193'0,"-5"1"-111"0,1-2-31 0,-2 4-17 15,-4 2 1-15,7-7 7 0,-7 7 5 0,4-3 9 16,-4 3-6-16,6-5-6 0,-6 5-3 0,0 0-5 16,0 0-9-16,0 0-5 0,0 0-5 0,0 0 1 15,0 0-5-15,2 13-2 0,-2-13 1 0,-2 17-1 16,-1-5-5-16,0-1 1 0,1 5 5 0,-2 0 1 15,2 1-3-15,-2-2 5 0,3 2-7 0,-3-6-17 16,4 0-25-16,-2 1-23 0,-1-2-39 0,2 3-45 16,-1-3-48-16,1 0-47 0,-4-2-135 0,1-1-403 15,4-7 179-15</inkml:trace>
  <inkml:trace contextRef="#ctx0" brushRef="#br0" timeOffset="-95885.53">25877 5757 39 0,'0'0'74'0,"0"0"-38"0,0 0-18 16,14 15-27-16,-10-7-18 0,3 3-29 0,-1 0 14 15</inkml:trace>
  <inkml:trace contextRef="#ctx0" brushRef="#br0" timeOffset="-95548.68">26092 6019 12 0,'0'0'156'16,"0"0"5"-16,-6 10-6 0,6-10-14 0,-5 10-6 16,1-4 1-16,0 3 1 0,-2 0-10 0,2 0-9 15,-4-1-9-15,3 1-4 0,1 1-12 0,2 0-3 16,-1 0-14-16,0-1-6 0,3-2-11 0,-2 0-5 15,2-7-2-15,2 12-3 0,1-6-6 0,-3-6 0 16,7 10 15-16,-1-6-2 0,1-1 1 0,3-2-5 16,-2 2-5-16,3-3 6 0,-2-2 3 0,3 2-8 15,-3-1 1-15,4-2-3 0,-2 0 0 0,-4-5-6 16,5 1-5-16,-4 0 2 0,-1-3-7 0,-1 2-1 16,4-6-1-16,-5-2-4 0,-1 1-3 0,0 1-2 15,-4-4-6-15,0 1 1 0,0-1-2 0,-2 0-3 16,-2 2-7-16,0 0 2 0,-2 3 0 0,2 3-2 15,-3 0-4-15,3 0-10 0,-3 2-10 0,3 3-23 16,-4 1-12-16,2 1-19 0,6 3-17 0,-15 0-22 16,3 3-20-16,3 1-34 0,0 3-34 0,0-1-145 15,2 1-376-15,3 2 167 0</inkml:trace>
  <inkml:trace contextRef="#ctx0" brushRef="#br0" timeOffset="-95181.38">26385 6123 116 0,'0'0'181'0,"9"-4"9"0,-9 4-7 16,8-4-7-16,-8 4-14 0,12-4-5 0,-7 2-10 15,-5 2-12-15,11-3-14 0,-11 3-11 0,13 2-16 16,-6-1-5-16,-1 1-6 0,-1 2-3 0,1-1-2 15,0 4-1-15,0 0 7 0,-1 2 5 0,-3 2 0 16,0 0-5-16,0 4-8 0,-4 3-1 0,-2-1-1 16,-3 1-5-16,-3-1 0 0,-1 0-8 0,1 1-4 15,-2-2-8-15,-8 4 7 0,2-1-6 0,5-6-3 16,1-1-3-16,1-5-3 0,0 2-4 0,2-3-5 16,0 0 6-16,2-2-10 0,1 0 4 0,1-1-6 15,5-3-2-15,-5 6-4 0,5-6 7 0,0 0-13 16,0 0 12-16,0 0-14 0,32-2-3 0,-3-4-7 15,5-1-13-15,4-1-20 0,11-4-25 0,3 3-38 16,-14 4-39-16,0-1-45 0,12-3-46 0,-17 5-65 16,-1-2-145-16,-1 1-471 0,-8 4 209 0</inkml:trace>
  <inkml:trace contextRef="#ctx0" brushRef="#br0" timeOffset="-94582.42">24372 6693 59 0,'-18'0'211'0,"3"-1"-4"0,2-2-4 15,3 3-8-15,-2 0-11 0,12 0-15 0,-15-2-15 16,11 1-16-16,4 1-13 0,0 0-13 0,-14-1-15 16,14 1-9-16,0 0-9 0,0 0-6 0,0 0 3 15,0 0-1-15,0 0 0 0,40 4 4 0,-1-4-6 16,14 0-3-16,38 0-2 0,8-4-5 0,8-3-5 16,16 1-7-16,10-2-5 0,8 1-5 0,8-3-2 15,6 0-5-15,3 2-3 0,7 3-2 0,-10 0-4 16,7-1-4-16,-9 1 4 0,-3 3-7 0,-4 2 0 15,-6 0-1-15,-14 0-3 0,-5 0-1 0,-20 3-2 16,-3 1 1-16,-6-3-1 0,-33 0-3 0,0 1 1 16,-6 0 5-16,-1-2-8 0,-14 1 0 0,-6-3 1 15,-5 1 2-15,-7-1 14 0,-2 2 2 0,-9 0 18 16,-1 0 12-16,0 0 9 0,-8 0 10 0,11-1-9 16,-11 1-7-16,9-3-13 0,-9 3-4 0,0 0-21 15,1-5-17-15,-1 5-20 0,0 0-28 0,-13-9-32 16,3 5-41-16,-4 0-48 0,-5 4-55 0,0-3-45 15,-10 1-210-15,-5-1-514 0,-2-2 227 0</inkml:trace>
  <inkml:trace contextRef="#ctx0" brushRef="#br0" timeOffset="-88031.39">1095 4064 167 0,'0'0'170'0,"-8"-5"-5"0,8 5-11 0,-9-3 0 15,5 0-11-15,4 3-10 0,-10-4-7 0,2 1-14 16,8 3-5-16,-13-5-12 0,6 4-4 0,-2-1-5 16,-2 1-3-16,0-1-7 0,-1 1-5 0,-1 1-7 15,4-1-3-15,-3 2-4 0,2-1-2 0,-2 0-6 16,5 1-6-16,7-1-2 0,-13 0-2 0,13 0-5 16,-10 2-4-16,10-2-5 0,0 0-3 15,-10 0 2-15,10 0-4 0,0 0-2 0,0 0 0 16,0 0-1-16,0 0 3 0,0 0-1 0,0 0 1 15,38-2 0-15,-11-1-2 0,6 1 0 0,3-4-1 16,3 2 0-16,10-3-4 0,-8 1-7 0,10 1-19 16,-14 1-8-16,0 2-16 0,-2-2-22 0,-3 1-15 15,-6 1-26-15,-4 0-28 0,-4 2-39 0,5 2-39 16,-6-1-114-16,-5-1-344 0,-12 0 152 0</inkml:trace>
  <inkml:trace contextRef="#ctx0" brushRef="#br0" timeOffset="-87765.18">815 4225 109 0,'0'0'141'0,"0"0"-12"0,0 0-16 0,0 0 2 15,0 0-3-15,0 0 5 0,0 0-4 0,-33 17-2 16,43-15-5-16,-10-2-11 0,29 0-8 0,-7 0-4 16,7-1-14-16,2-1-28 0,3-1-5 0,1-1-8 15,2-3-29-15,-1 3-22 0,0-2-33 0,0 0-28 16,-5 1-28-16,0-3-110 0,-3 2-240 0,-10 1 107 16</inkml:trace>
  <inkml:trace contextRef="#ctx0" brushRef="#br0" timeOffset="-87464.86">1081 3717 78 0,'0'0'186'0,"0"0"-13"0,-9-10-20 15,9 7-17-15,0 3-29 0,0 0 2 0,0 0-16 16,0 0-2-16,0 0 1 0,-14 28-1 0,10-3 0 16,-1 9-10-16,1-1-3 0,-5 14-3 0,-2-1-7 15,2 3-7-15,-2-4-4 0,-1 1-7 0,3-1-1 16,1-10-6-16,-2 9-5 0,3-11 0 0,-1-1-4 16,1 1-5-16,-2-1-2 0,4-2-5 0,-3-2-24 15,-1-2-27-15,4 0-21 0,0-2-18 16,3-8-27-16,0-4-39 0,0-1-30 0,2-11-104 15,0 0-291-15,2 17 129 0</inkml:trace>
  <inkml:trace contextRef="#ctx0" brushRef="#br0" timeOffset="-87231.9">1380 3659 42 0,'0'0'184'0,"0"0"-16"0,0 0 2 0,0 0 4 16,0 0-9-16,-7 56 4 0,0-22-17 0,-2 13-18 15,-2 3-5-15,-2 4-9 0,-3-1-15 0,2 1-6 16,3-1-19-16,-2-4-1 0,3-1-6 0,-3-3-12 16,3-13-14-16,2 0-23 0,4 0-23 0,-1-5-28 15,-1 3-19-15,4-4-40 0,1 0-56 0,-2 0-171 16,-3-9-339-16,4 2 151 0</inkml:trace>
  <inkml:trace contextRef="#ctx0" brushRef="#br0" timeOffset="-86798.8">2773 3804 145 0,'-8'-2'146'0,"8"2"-3"0,-14-2 0 0,14 2-1 16,-10-4-13-16,10 4-12 0,-8-1-7 0,8 1-12 0,-6-2-18 16,6 2-3-16,0 0-2 0,0 0-5 15,0 0-5-15,0 0-6 0,33-2-7 0,-12-1-5 16,8-2-3-16,4 0-15 0,3 2-13 0,2-1-24 15,-2-1-23-15,-2-1-36 0,1 5-38 0,-4-3-40 16,-8 2-94-16,-3 1-258 0,-1 1 114 0</inkml:trace>
  <inkml:trace contextRef="#ctx0" brushRef="#br0" timeOffset="-85714.88">2965 3783 134 0,'0'0'131'0,"-2"13"6"0,1 0 7 0,-2 3-4 15,3 2 2-15,-2 9-2 0,-2 3-5 16,1 2-11-16,-1 1-6 0,1 0-11 0,-1 3-11 0,-1-2-9 16,0-2-5-16,0-1-6 0,1 1-5 15,0-4-7-15,1 0-7 0,-3-3-4 0,3-6-7 16,0 0-3-16,0-3-4 0,0 1-7 0,2-5 0 0,-1 4 3 15,0-4-8-15,1-3-3 0,1-2 1 16,0-7-3-16,-3 10-3 0,3-10 1 0,-1 8-1 16,1-8 1-16,-1 6 0 0,1-6 1 0,0 0-3 15,-5 5-4-15,5-5-2 0,0 0-2 0,-13-2-9 16,13 2-4-16,-15-7-2 0,3 1-6 0,2 0-4 16,-3 1 3-16,0 0-1 0,2-1 2 0,-3 2 3 15,-2-3-3-15,4 2 1 0,-1 1 0 0,0 2 4 16,2 0-3-16,0 1 0 0,3 0 0 0,8 1 6 15,-13-2-6-15,13 2 3 0,-11 0-3 0,11 0-1 0,-8 2 3 16,8-2-2-16,0 0 6 0,0 0 0 16,0 0 2-16,0 0 5 0,12 14 3 0,0-14 0 15,7 2-1-15,3-3 2 0,10-2-14 0,0 0-11 16,1-4-8-16,4 1-12 0,0-2-15 0,-1 0-15 16,-2-2-14-16,2 0-6 0,-4 0-12 0,-1 1-10 15,-2 0 5-15,-3 1 0 0,-8 0 6 0,-2-1 10 16,2-1 10-16,-3 1 4 0,-4 1 20 0,-2-1-4 15,-3-1 10-15,0 1 14 0,-1 1 7 16,-1-3 12-16,-2 3 23 0,-2 8 9 0,3-15 10 0,-3 15 9 16,4-13 17-16,-4 13 3 0,3-9-3 0,-3 9-6 15,0 0-20-15,0 0 15 0,0 0 11 0,0 0 11 16,0 0 7-16,0 0 10 0,0 0 10 0,-1 35-10 16,1-20-10-16,-3 2-3 0,0-4-4 0,1-1-3 15,1 1-5-15,-1-1 0 0,0-1-2 0,0-1-2 16,1 0-3-16,-1-1-5 0,2-9 1 15,-2 11 2-15,2-11 3 0,0 0 8 0,0 0 5 16,-1 13 9-16,1-13 10 0,0 0 5 0,0 0-1 16,0 0-14-16,0 0 3 0,0 0-18 0,0 0-6 0,0 0-8 15,0 0-2-15,-10-31-12 0,7 22-6 0,3-4-3 16,3-3-9-16,-2-4-9 0,7-6-6 0,2 2-2 16,3-2-2-16,2 2-1 0,-2 9-2 15,1-2-1-15,-3 2 2 0,1 4-5 0,-2 1 0 16,-1 2-3-16,1 1 2 0,0 3 2 0,0-1-3 15,-3 7 2-15,-7-2 2 0,19 6 2 0,-10 1-3 16,-2 2 4-16,3 5 3 0,-2 1 1 0,-2 2 4 16,0 0-4-16,-2 0 0 0,4-1 6 0,-3 1-3 15,0-2-1-15,-2-3 0 0,1 0 2 0,-1-2 5 16,1 0-5-16,2 0-3 0,0-2 2 0,-2-1 4 16,-1-2-2-16,3 0 10 0,1-1-5 0,-1-1-3 15,2 0 0-15,-1-3 3 0,3 0 2 0,0 0-1 16,0-3-1-16,-1-1-2 0,1-2 0 0,1-1-3 15,-2 2-2-15,1-5 0 0,-1 0-4 0,1-3-2 16,1-4-3-16,-2 1-2 0,-1 0-5 0,1-2 6 16,-3-2-5-16,0 5 2 0,-1 0 0 0,0-1 1 15,-1 5 2-15,1 0-1 0,-3 3 3 0,-1 2 0 16,-1 6-2-16,3-9 6 0,-3 9-9 0,1-7 1 16,-1 7 4-16,0 0-1 0,0 0 1 0,0 0 4 15,0 0 0-15,-7 26 1 0,2-11-2 0,0 0-2 16,1 2 6-16,1-4-3 0,1 3 2 0,2 2-3 15,0-6 5-15,2 4 0 0,1-4-4 0,2 0 2 16,0 2-1-16,4 0 2 0,-4-3 3 16,1-1-3-16,2-1 3 0,0 1 0 0,-2-1 0 15,0-2-2-15,1-1-3 0,-3 1 0 0,2 2-3 16,-3-4-2-16,-1 0 2 0,-2-5 1 0,3 10 2 16,-3-3 2-16,0-7 1 0,-5 11 0 0,1-8-3 0,-5 5-2 15,-1-3-4-15,1 0-10 0,-4 1-19 0,1-3-11 16,0 2-23-16,3-3-41 0,9-2-25 15,-18 3-58-15,18-3-144 0,0 0-371 0,-19 0 163 0</inkml:trace>
  <inkml:trace contextRef="#ctx0" brushRef="#br0" timeOffset="-85116.05">3886 4129 118 0,'1'-4'204'0,"-1"4"-6"0,0 0-14 16,0 0-18-16,0 0-12 0,3-8-19 0,-3 8-13 16,0 0-10-16,0 0-5 0,0 0-5 0,-1 25 3 15,-2-14-2-15,0 1-8 0,0 4-10 0,-3 1-6 16,4-1-12-16,-2 2-4 0,3-3-5 0,-3-2-5 16,3-1-4-16,2-1-6 0,-1 1-4 0,1-2 1 15,2 0-9-15,-2-4 2 0,0 1-5 0,-1-7-3 16,8 11 1-16,-8-11 0 0,10 4-2 0,-10-4-3 15,15 0-5-15,-15 0-2 0,17-3-5 0,-7 0 0 16,1-4-2-16,0-2 0 0,0 2-3 0,1-6-2 16,0-1-1-16,-1 1 4 0,-1 0-4 0,-1-4 5 15,0 0-5-15,-1-2 1 0,0 0-5 0,2-4 1 16,-5 5 1-16,-1 1 3 0,-2 5 12 0,2 2 1 16,-1-1 1-16,-1 5 7 0,-2 6-3 0,4-11-5 15,-4 11-2-15,0 0-4 0,4-12-5 0,-4 12-5 16,0 0 0-16,0 0 4 0,0 0-1 0,0 0 5 15,-5 35 0-15,0-19 4 0,1 4 5 0,1-1-7 16,1 0 3-16,-2 1 2 0,3-3-5 0,1 2 3 16,-2-3-3-16,2 0-1 0,3-4 3 0,-1-1-2 15,2 2-7-15,0-4-18 0,3 1-7 0,3-1-24 16,0-4-19-16,2 1-24 0,-1-2-11 16,-11-4-35-16,32 4-25 0,-15-4-23 0,0-3-8 15,-4-2-147-15,1 2-365 0,-2-3 162 0</inkml:trace>
  <inkml:trace contextRef="#ctx0" brushRef="#br0" timeOffset="-84898.6">4322 3909 10 0,'-1'-20'167'0,"-1"5"3"16,0 4 1-16,0 0 8 0,2 11-3 16,-2-15-10-16,2 15-17 0,0-9-19 0,0 9-19 15,0 0-7-15,0 0-16 0,0 0 0 0,0 0-4 16,0 38 3-16,1-12-8 0,-1 7 2 0,-1-1-7 15,-1 3-1-15,1 1-7 0,1-1-5 0,-1 0-2 16,-2 0-8-16,2-4-6 0,1-2 1 0,0 2-7 16,1-4-19-16,-2 1-20 0,1-9-28 0,1 0-35 15,-1-2-44-15,2 0-38 0,0-5-45 0,1 3-151 16,-2-4-368-16,4 0 163 0</inkml:trace>
  <inkml:trace contextRef="#ctx0" brushRef="#br0" timeOffset="-84498.49">4708 4085 72 0,'-9'-7'237'16,"-1"0"-13"-16,-1 2-12 0,-3 1-14 0,3 2-11 0,-2 4-15 16,-4 2-15-16,-1 5-10 0,2 4-14 0,-7 5-12 15,5 3-5-15,4-6-17 0,0 7-11 0,4-5-7 16,1-3-11-16,5 1-6 0,1-2-7 15,2-2-3-15,1 1-7 0,3-3-4 0,3 2-1 16,-1-3 2-16,4 0-11 0,1-3-6 0,1 0-5 16,1-1-6-16,0-3 2 0,-1-2-4 0,2-2-2 15,0 1-6-15,-1-4 0 0,0 1-1 0,-2-1 0 16,0-2-3-16,-1-2 0 0,-2 0 0 0,-1 0 4 16,-1-2-6-16,2-4 4 0,-3 0 0 0,-1 2-3 15,0-2-4-15,0 4 4 0,-1 2 5 0,-1 3 6 16,1-1 2-16,-2 8-1 0,1-11-4 0,-1 11-4 15,1-8-4-15,-1 8-1 0,0 0-1 0,0 0-1 16,0 0 5-16,0 0 10 0,4 28-5 0,-5-12 2 16,-2 3 0-16,2-1-2 0,1 0 5 0,-1 0-2 15,1-2-1-15,0 0 0 0,1 3-2 0,4-5-2 16,-3 0-18-16,2-2-7 0,0-3-20 0,4 2-13 16,-2-4-25-16,4 1-32 0,-10-8-37 0,18 7-51 15,-5-8-197-15,-13 1-428 0,22-9 190 0</inkml:trace>
  <inkml:trace contextRef="#ctx0" brushRef="#br0" timeOffset="-84266.03">4995 3817 5 0,'2'-10'239'0,"-2"10"-20"0,1-12-24 0,-1 12-20 15,0 0-17-15,0 0-10 0,0 0 4 0,0 0-2 16,0 0-9-16,1 43-5 0,-3-14-5 0,-1 0-12 15,0 3-7-15,0 1-13 0,-3 1-9 0,4 1-6 16,-1-3-8-16,1 2-8 0,-6-2-6 0,4-3-4 16,3 2-3-16,1-4-22 0,-1 1-26 0,-1-5-25 15,1-4-28-15,-3 0-31 0,4-3-39 0,0-4-45 16,0-12-49-16,-1 23-138 0,1-23-376 0,-5 15 167 16</inkml:trace>
  <inkml:trace contextRef="#ctx0" brushRef="#br0" timeOffset="-84098.86">4860 4079 95 0,'2'-8'169'0,"-2"8"-16"0,7-5-12 0,-7 5-18 15,17-6-6-15,-4 5-17 0,6-2-22 0,2 2-30 0,1-1-33 16,7 1-45-16,2 2-42 0,-2 2-85 0,-7 0-168 15,6 1 74-15</inkml:trace>
  <inkml:trace contextRef="#ctx0" brushRef="#br0" timeOffset="-83782.88">5141 4346 70 0,'0'0'206'0,"-1"10"4"0,1-10-6 0,0 0-9 16,0 0-12-16,0 0-16 0,0 0-13 0,0 0-15 15,0 0-13-15,0 0-11 0,42-21-13 0,-19 7-9 16,-5 4-11-16,4-4-7 0,2-3-8 0,-8 5-12 16,5-5-10-16,-6 3-13 0,4-6-6 0,-3 6-10 15,-2-8-18-15,-3 5 0 0,1-6-5 0,-2-1 4 16,-5 9-4-16,-3 4 1 0,0-2 1 0,-2 3-4 16,0 10 0-16,-8-17 1 0,2 9 3 0,-2 4-2 15,-1 0 2-15,9 4-1 0,-25 4 5 0,9-2 1 16,0 9 9-16,-6 5 0 0,0 4-1 0,2 1 3 15,2 1 3-15,1 0-4 0,5 2 1 0,3-8-1 16,1 0-4-16,4 3 2 0,3-1-3 0,2-4-21 16,1-2-18-16,5-1-39 0,5 1-50 0,3-2-61 15,0-4-142-15,4-1-352 0,3-3 156 0</inkml:trace>
  <inkml:trace contextRef="#ctx0" brushRef="#br0" timeOffset="-83348.27">5662 4091 19 0,'0'0'209'0,"-12"-13"-2"0,3 9-9 15,0 0-4-15,-4 4-18 0,13 0-11 0,-31 8-10 16,13 1-9-16,-9 4-8 0,3 2-21 0,0 4-6 16,1 0-1-16,1 1-19 0,3 0-8 0,6-5-11 15,3 1-4-15,0-1-7 0,5 1-6 0,2-5-4 16,2 2-5-16,2-3-1 0,4 0-8 0,3-2 0 15,2-1-3-15,2-4-5 0,7 1-2 0,0-4-1 16,3 0-16-16,-2-1-4 0,2-3-2 0,0-2-8 16,-2-2-1-16,6-3-2 0,-12 2-2 0,1-1 1 15,-2-2-1-15,-2-2-1 0,1-2 1 0,-3-1-3 16,0-7 3-16,-4 6-1 0,0-8-1 0,-3-2 4 16,-2-1-1-16,0-2 0 0,0 1 0 0,2 0 5 15,-2-2 2-15,-4-3 6 0,5 3 2 0,-2-2 2 16,2 4 11-16,-2 2 5 0,2 4 10 0,-1 6 12 15,0 1 14-15,0 7 1 0,0 10 6 0,-1-17-15 16,1 17-10-16,1-11-7 0,-1 11-9 0,0 0-6 16,0 0 6-16,0 0 3 0,0 0 1 0,5 55 9 15,-6-21 4-15,0 14-1 0,-2 1-1 16,-1 0-1-16,2-1-4 0,-5 0-5 0,4-3-2 16,-3 1-2-16,3-12-4 0,1 1-3 0,0-1-27 15,0-2-39-15,-3 1-36 0,4 3-37 0,1-5-58 0,3-2-79 16,-5-3-229-16,4-2-522 0,-2-6 231 0</inkml:trace>
  <inkml:trace contextRef="#ctx0" brushRef="#br0" timeOffset="-82598.99">6681 3907 79 0,'0'0'203'15,"0"0"-4"-15,-5-16-2 0,1 12-17 0,4 4-9 16,-10-8-11-16,3 7-14 0,7 1-11 0,-16 4-12 16,4 1-8-16,-2 4-10 0,-5 9-7 0,-3 5 29 15,3 5-11-15,-3 0-7 0,8 4-6 16,-5 0-12-16,1-2 3 0,4 2-21 0,3-3 0 15,3-2-8-15,4 0-4 0,2-8-7 0,0 1-2 0,4-1-7 16,2-2-5-16,-1-1 1 0,5 0-1 0,0-5-7 16,5 1-2-16,-2-4-1 0,-1 4-1 0,0-5-2 15,7 0-3-15,-4-3-3 0,3 2 3 16,1-3-4-16,1-1-2 0,-7-1-2 0,9-1 0 0,-9-1-1 16,3-2-5-16,-1 2 3 0,-4-3-3 15,4 0-8-15,-4-2 4 0,1-2-6 0,0 0-8 0,-2 0 2 16,-2-1-5-16,2-3-3 0,-7 0-3 0,3 1-4 15,-6-5 0-15,1 3-1 0,1 2 1 0,-7-5 1 16,-1 2 1-16,0 3 2 0,-6-1 0 16,0 1 2-16,-1 2 0 0,1 1 3 0,-4 4 0 15,6 0 1-15,2 1 3 0,-3-1 0 0,4 1 2 16,3 2-1-16,6 1 0 0,-13-3 0 0,13 3-4 16,-6-4 5-16,6 4-2 0,0 0 1 0,0 0 1 0,0 0 5 15,25-1 2-15,-3-1 2 0,7-1 0 0,3-1-1 16,2 0-1-16,0-2 2 0,1-1-3 15,-3 1 5-15,-2 2-4 0,-2 0-3 0,-6 2 3 16,-1 2-6-16,-3-1 5 0,-2 1-5 0,-3 1 1 16,0 1-1-16,-2 0 1 0,-1 4 3 0,-3 2 8 15,2 2 4-15,-3 0 8 0,-2 2 1 0,0 4 7 0,-2 2 4 16,-2-1 2-16,2 2 1 0,-2-2-3 0,-2 1-3 16,2-3 0-16,-1 2-12 0,1 0-13 15,-2-2-16-15,-1-1-32 0,2-3-35 0,1 0-61 16,1 0-75-16,-1 0-262 0,1-1-517 0,-1-10 228 15</inkml:trace>
  <inkml:trace contextRef="#ctx0" brushRef="#br0" timeOffset="-82181.78">7344 4088 123 0,'0'0'239'16,"-16"3"-13"-16,5 2-13 0,2 4-15 0,-3 3-14 16,-2 4-9-16,-2 4-19 0,2 0-13 0,3-4-12 15,3 2-13-15,0-2-11 0,1 0-9 0,3 0-10 16,3 0-9-16,-2-5-6 0,4 0-10 0,1 0-2 16,3-1-5-16,1-3-2 0,2 2-4 0,-2-2 0 15,3-4-7-15,4-1-4 0,-3 1-2 0,0-2-3 16,3 0-3-16,-3-3-2 0,-1-1 0 0,3-1-3 15,-3-1-3-15,1 0 0 0,-1-2-4 0,-1-1-5 16,-1-1 2-16,-2 0 2 0,3-3 2 0,-2 2-6 16,-1-6-4-16,2 5 1 0,-2 1 3 0,-2 1 13 15,-3-1 4-15,2 2 8 0,1 4 0 0,-3 4-3 16,3-10-6-16,-3 10-8 0,0 0-1 0,2-8-11 16,-2 8 1-16,0 0 0 0,0 0 3 0,0 0 3 15,0 23-3-15,-3-10 12 0,2 1-2 0,-3 2-5 16,2-3 3-16,-1 3-3 0,3 1-6 0,-1-1-13 15,2 1-27-15,-1-6-18 0,3 3-33 0,2 0-31 16,-3-3-47-16,3 0-50 0,-1-2-53 0,1 1-191 16,-5-10-488-16,13 7 216 0</inkml:trace>
  <inkml:trace contextRef="#ctx0" brushRef="#br0" timeOffset="-81914.36">7734 3892 44 0,'3'-11'288'0,"-3"1"-9"0,1 3-6 0,0-1-16 0,0 2-27 15,-1 6-22-15,0 0-27 0,0-10-21 16,0 10-18-16,0 0 2 0,0 0-6 0,2 39-5 16,-5-15-6-16,1 3-11 0,-4 6-8 0,4-1-12 0,-1 0-5 15,-1 0-7-15,2 2-5 0,-2-3-16 16,0 0 7-16,1 1-10 0,-1-5 0 0,2 0-9 15,0-2-5-15,0 0-5 0,1-6-9 0,0-4-11 16,1 1-28-16,-1-4-32 0,-2 4-26 0,3-7-32 16,0-9-46-16,0 17-61 0,1-10-54 0,-1-7-211 15,0 0-506-15,0 0 224 0</inkml:trace>
  <inkml:trace contextRef="#ctx0" brushRef="#br0" timeOffset="-81748.48">7554 4145 2001 0,'0'-11'10'0,"0"1"-11"0,-1 3-6 0,1 7-3 16,0-12 7-16,0 12 6 0,1-9-6 0,3 5-3 15,2-1 9-15,4 0-4 0,1 1 1 0,6 0-1 16,4-1 2-16,4 2-3 0,4 1-19 0,0 0-34 16,3 0-43-16,-1 1-54 0,-2 2-125 0,-7 3-299 15,-1-2 133-15</inkml:trace>
  <inkml:trace contextRef="#ctx0" brushRef="#br0" timeOffset="-81415.16">7857 4357 112 0,'0'0'175'0,"2"6"7"0,-2-6 2 16,0 0-6-16,14 3-11 0,-6-5-17 0,-8 2-11 15,23-5-10-15,-6-1-11 0,0-1-15 0,1-1-9 16,-1 0-7-16,1-2-5 0,5-5-10 0,-7 5-6 15,0-3-6-15,4-4-4 0,-7 2-8 16,1-1-4-16,-2 1-7 0,-1-3-2 0,-1 2-3 16,-2 1-4-16,0-2 1 0,-6 7 2 0,1 0 2 15,-2 2 4-15,-2-2-5 0,1 10-2 0,-8-14-4 0,2 11-2 16,-3 0-3-16,-3 3 2 0,1 1-2 0,-7 5 1 16,1 4-1-16,-1 2 4 0,-3 4 1 0,-1 1 1 15,3 4-4-15,2-1 10 0,3-4 1 16,3-2-5-16,3 4-1 0,-1-1-3 0,5-1-2 15,2 0-2-15,0-4 0 0,5-1 1 0,1 2-4 16,2-4-4-16,2 1-18 0,2-1-15 0,3-5-26 16,3 2-28-16,1 0-33 0,-3-4-39 0,4 0-54 0,0 0-43 15,-6-2-136-15,1-3-409 0,-2 0 181 16</inkml:trace>
  <inkml:trace contextRef="#ctx0" brushRef="#br0" timeOffset="-81199.31">7655 4055 2127 0,'-21'-2'106'0,"2"1"-25"0,6 0-44 0,4 1-17 16,2-1-12-16,7 1-9 0,-14 0-1 0,14 0-4 15,0 0 4-15,0 0-1 0,0 0 3 0,0 0-1 16,39-4-1-16,-9-2-21 0,4 3-22 0,3-2-46 15,14 1-63-15,-13 1-188 0,-4-1-370 0,-1-1 164 16</inkml:trace>
  <inkml:trace contextRef="#ctx0" brushRef="#br0" timeOffset="-79215.33">4013 5117 135 0,'0'0'201'0,"-11"-4"-11"0,11 4-9 0,0 0-18 15,-5-3-19-15,5 3-17 0,0 0-13 16,0 0-8-16,0 0-13 0,19-5-8 0,0 0-10 16,2 0-1-16,11-2-7 0,2-2-10 0,2 3-8 15,0-1 9-15,-3 1-19 0,0-1-29 0,-1 5-33 0,-3-2-39 16,-8 3-42-16,0-2-34 0,-5 2-136 0,-4 2-297 15,-5-2 133-15</inkml:trace>
  <inkml:trace contextRef="#ctx0" brushRef="#br0" timeOffset="-78965.14">4016 5085 29 0,'0'0'143'0,"-6"6"-2"0,5 1-4 0,-1 1 13 16,1 4-1-16,0 4 0 0,-1 11-3 0,1-1 1 16,-1 5-8-16,0 0-7 0,0 13-3 0,-1-8 0 15,-1 0-8-15,1-3-13 0,0 0-7 0,1-1-8 16,-2-2-9-16,0-2-10 0,1 1-5 0,-1-2-4 16,2-2-6-16,-2-6-5 0,4-3-4 0,-1 0-7 15,-3 1-17-15,1-5-24 0,2-2-22 0,-1 0-24 16,-1-2-27-16,3-8-26 0,-9 14-35 0,6-10-29 15,0 0-17-15,3-4-150 0,-9 2-355 0,9-2 157 16</inkml:trace>
  <inkml:trace contextRef="#ctx0" brushRef="#br0" timeOffset="-78798.22">3885 5477 146 0,'6'-9'150'0,"4"1"-10"0,-1-1-2 0,3 2-8 0,0 4-8 16,4-4-10-16,3 0-10 0,1 1-9 0,-2 3-9 15,4-1-5-15,5 0-8 0,3 2-7 16,1-3-26-16,1 3-36 0,0-1-38 0,1-2-39 16,-2 0-42-16,1 1-91 0,-5-3-224 0,3 0 99 15</inkml:trace>
  <inkml:trace contextRef="#ctx0" brushRef="#br0" timeOffset="-78365.38">4731 5089 51 0,'-3'-8'194'0,"-2"1"-12"16,1 2-11-16,-1 0-9 0,5 5 1 0,-15-4-12 15,3 3-12-15,1 5-7 0,-2 2-8 0,-2 2-10 16,-2 6-3-16,-2 4-12 0,1 2-11 0,4-4-7 16,0 5-9-16,2 2-8 0,5-7-6 0,0 0-6 15,6-3-2-15,-1 4-9 0,4-4-1 0,4-3 3 16,1 4-10-16,-1-3 1 0,7 1-3 0,2-5-6 15,1-1-7-15,-4-2 3 0,3-1-10 0,4-5-2 16,-5 4-8-16,2-2 3 0,-2-3-3 0,-2 2 4 16,-2-5 1-16,0 4 0 0,-10 2 1 0,16-4 1 15,-16 4 5-15,10-4 5 0,-10 4 2 0,0 0-1 16,6-4-3-16,-6 4 1 0,4-3-2 0,-4 3-5 16,0 0 3-16,0 0-4 0,0 0-1 0,0 0-1 15,-36 7 2-15,22 0 2 0,-4 6 1 0,-3-1 7 16,-2 4 6-16,0 1 0 0,1-1-4 0,7-2 4 15,-6 3 6-15,7-3 0 0,1-4-3 0,3 4 2 16,2-3-3-16,3-1-2 0,1 1-1 0,-1 0-1 16,4-1-6-16,2-3-2 0,1 0 4 0,3-1-2 15,2 1-1-15,4-2-2 0,6 1-2 0,0-2-13 16,11-4-19-16,-1-3-28 0,2-1-29 0,0-4-32 16,0 1-42-16,3-2-59 0,0 0-40 0,-5-1-147 15,2-1-428-15,-2-2 189 0</inkml:trace>
  <inkml:trace contextRef="#ctx0" brushRef="#br0" timeOffset="-78129.43">5083 5006 48 0,'0'0'236'0,"-6"-4"-14"0,6 4-15 0,0 0-17 0,-5-3-14 15,5 3-17-15,0 0-12 0,0 0-11 16,23-7-8-16,-1 2-12 0,4 0-10 0,5 0-12 16,2-1-10-16,2 1-5 0,-1 0-9 0,1 1-9 15,-2-1-23-15,-5 2-27 0,-1-1-24 0,-5 0-27 16,-4 3-30-16,-4 0-31 0,4-1-31 0,-6 0-24 0,-3 1-13 16,0-1-103-16,-2 1-294 0,-7 1 131 15</inkml:trace>
  <inkml:trace contextRef="#ctx0" brushRef="#br0" timeOffset="-77894.95">5312 4885 75 0,'0'0'141'0,"-9"2"-6"16,9-2-2-16,-6 6 6 0,3 0-2 16,-1 5 9-16,4 4-8 0,-1 6 5 0,2 4 11 15,-1 4 2-15,2 0-12 0,-2-1-5 0,2 0-13 16,1 4-4-16,-1-4-5 0,0-1-9 0,0 0-9 15,1-3-5-15,-2 3-5 0,2 0-11 0,-5 0-12 16,4-2 0-16,-2-6-7 0,0-1-1 0,-2 0-10 16,2-2-3-16,0-3-3 0,-1-1-21 0,0-1-18 15,2-1-28-15,-1-10-23 0,0 15-26 0,0-15-38 16,0 0-36-16,-1 13-41 0,1-13-35 0,0 0-144 16,0 0-396-16,0 0 175 0</inkml:trace>
  <inkml:trace contextRef="#ctx0" brushRef="#br0" timeOffset="-77666.06">5333 5024 1741 0,'2'-5'34'0,"-2"5"-42"0,5-9 9 0,0 4-11 16,2 2 9-16,2-1 3 0,5-1-4 0,4-3 13 15,10-1 10-15,1 1 0 0,2-3 9 0,2 4-4 16,-1-1 2-16,0 0-2 0,-1 2-1 15,2 1-7-15,-4 0 4 0,1 1-5 0,-2 1-4 16,-8 1-2-16,0 1 0 0,-1-2-17 0,-9 2-24 16,4-1-23-16,-3 4-33 0,-11-2-30 0,18-2-27 0,-11 2-125 15,-7 0-289-15,0 0 128 0</inkml:trace>
  <inkml:trace contextRef="#ctx0" brushRef="#br0" timeOffset="-75145.04">3800 6297 88 0,'0'0'92'16,"0"0"3"-16,0 0-18 0,0 0-2 0,0 0-8 16,0 0-8-16,0 0-4 0,0 0-2 0,0 0-8 15,0 0 3-15,0 0-10 0,0 0-9 0,0 0-13 16,0 0 18-16,0 0-10 0,0 0-1 0,0 0 2 15,0 0-6-15,0 0 1 0,0 0-2 0,-29-1-7 16,29 1 5-16,-10 1-2 0,10-1 15 0,-11 3-7 16,11-3-7-16,-11 1 1 0,11-1-2 0,-12 0 9 15,12 0 1-15,-10 0 2 0,10 0 5 0,-10 1-1 16,10-1 1-16,0 0-4 0,-9 1 1 0,9-1 0 16,0 0-7-16,0 0-6 0,0 0 3 0,-9 2 0 15,9-2-2-15,0 0-1 0,0 0-6 0,0 0 6 16,0 0 9-16,0 0-1 0,35-3-2 0,-19 1 3 15,2-1-4-15,4-1 1 0,6 0-6 0,-1 1 1 0,0-2 0 16,1 0-8-16,1-2 5 0,-1-1 5 16,4 2-12-16,-2 1-22 0,-1 0-13 0,-7 1-16 15,1-1-37-15,-4 1-19 0,0 1-27 0,-2-1-95 16,-5 3-241-16,-1-1 106 0</inkml:trace>
  <inkml:trace contextRef="#ctx0" brushRef="#br0" timeOffset="-74464.09">3897 6241 144 0,'0'0'164'0,"0"0"-9"0,0 0-12 16,0 0-10-16,0 0-13 0,0 0-11 0,0 0-10 15,0 0-14-15,0 0-7 0,0 0-16 0,0 0 0 16,0 0-6-16,0 0-10 0,0 0 4 0,0 0-18 16,2 13 6-16,-2-13 0 0,2 13 6 0,-1-2-2 15,-1 0-3-15,3 6 1 0,-2 1 9 0,1 0-11 16,0 1 2-16,-1 7 1 0,2 3-4 0,-3 2 5 15,-1-2-1-15,2 1-2 0,0-1-3 0,-2 1 4 16,-2-3-5-16,2 0 1 0,0 0-1 0,1-9-7 16,-3 7-4-16,2-5 3 0,1-1-2 0,-1-2-2 15,1-1-3-15,-2-3-3 0,2-1 2 0,0-1-4 16,-1 2-4-16,1-1-1 0,0-3 3 0,0 2-5 16,-1-5 0-16,1-6 2 0,1 12 2 0,-1-5-5 15,0-7 1-15,0 7 1 0,0-7-1 0,0 0-2 16,-1 12 2-16,1-12-3 0,0 0 2 0,0 0 4 15,-1 9-3-15,1-9 1 0,0 0 0 0,0 0 1 16,0 0-3-16,0 0 1 0,0 0 0 0,0 0-4 16,-7 4 0-16,7-4-1 0,0 0 3 0,0 0-4 15,0 0 2-15,-15-4-1 0,15 4-1 0,-9-4-2 16,9 4 0-16,-11-2-4 0,4 0 4 0,7 2-2 16,-11-2-1-16,11 2 3 0,-14-2-2 0,6 1 0 15,0 0-3-15,8 1 3 0,-18-4 0 0,11 5 0 16,7-1-1-16,-18 0 4 0,11-1-4 15,7 1-2-15,-12 1 3 0,12-1-2 0,-12 1 4 16,12-1 0-16,-9-1 1 0,9 1-3 0,0 0-1 0,0 0-1 16,-9-1-6-16,9 1 3 0,0 0-1 0,0 0 5 15,0 0 3-15,0 0-3 0,0 0 2 0,0 0 2 16,23 6 1-16,-10-3 2 0,4-3 0 0,1 0-2 16,2 0-3-16,-2-3 4 0,4 1-3 0,0-1 3 15,5-3-3-15,-1 4-13 0,-4-1-20 16,-1-1-28-16,-3 2-36 0,3-2-42 0,-1 0-34 0,-1-2-183 15,1 4-386-15,-5-5 170 0</inkml:trace>
  <inkml:trace contextRef="#ctx0" brushRef="#br0" timeOffset="-73665.69">4483 6363 44 0,'-7'-13'190'0,"5"9"-12"0,2 4-8 0,-5-6-4 15,5 6-20-15,-5-5-10 0,5 5-12 0,0 0-13 16,-12 1-7-16,12-1-3 0,-13 9-7 15,7 2-6-15,-3 6 2 0,-5 5-2 0,0 1-8 0,0 5-1 16,1 0-6-16,-1-2-6 0,2-1-6 16,3 3-2-16,-1-1 0 0,4-4-3 0,1-3-2 0,1-1-3 15,-1 0-3-15,3 0-6 0,2 0 2 0,0-3-9 16,2 2 1-16,-1-6-6 0,2 4-4 16,-2-4 1-16,1 0-5 0,4-2 1 0,-1 0-4 15,1 0 0-15,0-1-3 0,1-2 2 0,1 0-4 16,2-1 3-16,-1-3 0 0,1 0 0 0,3 4 3 0,-2-5-8 15,3-2-3-15,0 0 2 0,3-2 0 16,-3 2-2-16,-1 0-2 0,5-4 3 0,-5 1-5 0,-1 0 11 16,1-1-10-16,-1-1 0 0,0-2 1 15,-1 0 0-15,0 2-8 0,-2-4 3 0,-1 1-9 16,-1-2-2-16,1 0 1 0,-2-1-5 0,-2 1 4 16,0-1 2-16,0-2-7 0,-3 1 2 0,2 0 2 0,-2 1-1 15,-2 2 3-15,0 1-1 0,-2-1 1 0,-2 0 0 16,0 1 0-16,-1 1-1 0,-2 1 4 15,3 1-2-15,-2 1 4 0,1-1-5 0,6 5 4 16,-14-5-1-16,9 3 2 0,5 2 1 0,-11-3-1 16,11 3-2-16,-7-3 0 0,7 3 1 0,0 0 0 0,0 0-3 15,0 0 1-15,0 0 3 0,0 0 1 0,0 0 1 16,0 0 0-16,0 0 2 0,0 0-3 16,0 0 4-16,25 13 1 0,-13-13 1 0,1 0 5 15,0 3-8-15,2-4 1 0,2-1 2 0,0 2-2 16,1 0 0-16,-1-4 2 0,0 1-1 0,-2 3-3 15,2-3 3-15,-4 1-1 0,5 0 1 0,-5-1-2 0,1 1 2 16,-1 2-3-16,-1-3 1 0,-3 2-1 16,-1 1 2-16,-8 0 1 0,15-1-1 0,-9-1-4 15,-6 2 1-15,10 0-2 0,-10 0 1 0,10 0 1 16,-10 0-2-16,10 3-2 0,-5-1 1 0,-5-2-1 16,8 7 11-16,-5-3-3 0,-3-4 4 0,6 10 1 0,-4-3 2 15,1 3 4-15,-3 1 6 0,1-1 2 16,-1 1 6-16,0 5-3 0,-1-4-2 0,0 1 7 15,-2 2-8-15,3 2-6 0,-2-1 4 0,2-4-11 16,-4-1-20-16,3 7-20 0,1-2-24 0,0-3-34 16,1-3-27-16,-1-10-36 0,6 22-38 0,-3-13-48 15,1-1-139-15,-4-8-407 0,13 10 180 0</inkml:trace>
  <inkml:trace contextRef="#ctx0" brushRef="#br0" timeOffset="-72948.23">5250 6431 61 0,'0'0'148'0,"0"0"-4"0,0 0-6 0,0 0-2 0,0 0-3 16,0 0-8-16,0 0-6 0,0 0-4 0,0-12-6 16,0 12-5-16,0 0-9 0,0 0 0 15,0 0-3-15,0 0-8 0,-5-4-10 0,5 4-2 16,0 0-10-16,-6-6-1 0,6 6-7 0,-5-3-4 0,5 3 0 15,0 0-3-15,-6-6 0 0,6 6-4 0,-5-3 2 16,5 3-3-16,0 0-3 0,0 0-5 16,-8-4 0-16,8 4-3 0,0 0-6 0,0 0 1 15,0 0-7-15,0 0 0 0,0 0-4 0,0 0 0 16,0 0-2-16,17-6 1 0,-4 3-2 0,8-1-1 0,7-2-2 16,2 0-1-16,0 1-1 0,2-1 2 0,-2 0-1 15,0 0-4-15,-3 2 1 0,-6-1-2 0,-1 4-8 16,0-3-13-16,-3 1-16 0,2 0-18 15,-6 2-26-15,1-1-26 0,-4 0-42 0,1 1-31 16,-1 0-20-16,-5-2-119 0,-5 3-342 0,0 0 152 0</inkml:trace>
  <inkml:trace contextRef="#ctx0" brushRef="#br0" timeOffset="-72682.26">5338 6303 106 0,'0'0'158'0,"-3"8"5"16,2 2 6-16,1 4 5 0,0 4-5 0,1 8-5 15,-2 4-8-15,1-1-11 0,1 2-11 16,1 2-8-16,-1-3-10 0,0 2-3 0,0-4-5 16,-1-1-8-16,2 1-6 0,0-3-10 0,-4-5-7 15,0-2-9-15,2 1-6 0,0 2 0 0,-1-4-8 16,0-2-6-16,-2 0-2 0,1 3-3 0,0-2-6 0,-2-4-3 15,4-4-17-15,-1 2-17 0,-1-1-26 16,0-2-22-16,2-7-42 0,-4 11-30 0,4-11-23 16,0 0-36-16,-3 8-192 0,3-8-401 0,0 0 178 15</inkml:trace>
  <inkml:trace contextRef="#ctx0" brushRef="#br0" timeOffset="-72498.33">5321 6693 17 0,'0'0'180'0,"10"0"-6"0,-10 0-3 0,14-1-7 15,-5 1-11-15,3 0-11 0,2-1-14 0,4-1-16 0,1 0-5 16,3-2-12-16,3 0-11 0,2-1-30 16,-5 1-36-16,5 1-52 0,-6-1-64 0,6-3-147 15,-5 3-265-15,-2-5 118 0</inkml:trace>
  <inkml:trace contextRef="#ctx0" brushRef="#br0" timeOffset="-72281.61">5904 6349 135 0,'17'-5'200'0,"2"1"-11"0,2-4-8 15,4 0-16-15,3-2-17 0,-3 4-14 0,5 0-17 16,-3 0-9-16,-1-1-10 0,-5 4-9 0,6-4-18 16,-6 2-28-16,6 1-24 0,-10 1-24 0,2-1-38 15,-5 2-38-15,-1 0-23 0,-3 0-17 0,0 0-104 16,-3 0-242-16,-7 2 108 0</inkml:trace>
  <inkml:trace contextRef="#ctx0" brushRef="#br0" timeOffset="-72065.02">6128 6224 13 0,'0'0'148'0,"-7"7"7"0,4-2 7 15,1 5 1-15,-3 1-1 0,2 8 4 0,1 6-3 16,-1 3-6-16,-1 3-8 0,3-4-11 0,-3 1-13 16,3-2-8-16,-3 2-7 0,3-1-10 0,-3-2-6 15,3 0-8-15,-2-6-8 0,1 2-10 0,2-5-5 16,-2 2-3-16,2 0-9 0,-1-2-2 0,0 0-10 15,0-4-18-15,1 1-27 0,0-2-27 0,-2 1-40 16,2-12-52-16,3 14-51 0,-2-8-37 0,-1-6-123 16,0 0-363-16,13 7 162 0</inkml:trace>
  <inkml:trace contextRef="#ctx0" brushRef="#br0" timeOffset="-71798.49">6695 6092 225 0,'8'-3'256'0,"-8"3"-28"16,15 6-19-16,-5-1-16 0,4 6-11 0,-3 2-12 16,5 7-4-16,0 0-4 0,-3 5-2 0,3 1-19 15,-2 1-29-15,0 1-12 0,-1 2-5 0,-2 1-11 16,-4 1-6-16,-3 1-10 0,-2-2-2 0,-1 2-16 15,-6 0-15-15,-4 2-27 0,-2 0-26 0,-15 7-32 16,-2 0-29-16,-4-2-45 0,-6-4-38 0,-3-2-37 16,-4 6-161-16,-2-2-389 0,-4-6 172 0</inkml:trace>
  <inkml:trace contextRef="#ctx0" brushRef="#br0" timeOffset="-71297.92">3426 6077 29 0,'-19'20'163'15,"-3"6"-6"-15,-13 18-4 0,-10 25 1 0,11-17-11 16,-9 24 1-16,1 0-10 0,5 2-4 0,2-3-12 16,2 2-12-16,12-19-4 0,6-1-8 0,-3 23-10 15,12-23-8-15,6-4-4 0,5 0-6 0,9 2-5 16,5-6-6-16,9-1-4 0,9-5-7 0,11-6-24 15,24 9-22-15,-17-15-32 0,28 2-31 0,3-6-48 16,-25-10-45-16,1-3-140 0,0-3-322 0,3-3 143 16</inkml:trace>
  <inkml:trace contextRef="#ctx0" brushRef="#br0" timeOffset="-70932.4">3577 7474 162 0,'21'4'202'0,"32"-1"-15"0,11-2-14 15,35-5-5-15,6-4-3 0,17-1-2 0,9 0-3 16,20-1-12-16,9 1 1 0,7-2-8 0,8 3 3 16,10 0-7-16,7-1-6 0,3 3-9 0,0 0-8 15,-2-2-8-15,-3 4-12 0,-11-1-7 0,-9 0-7 16,-5 2-8-16,-13-2-9 0,-15 4-4 0,-14-2-6 16,-11 3-8-16,-16-2-4 0,-32 1 6 0,-3 0-9 15,-5-1-8-15,-4-2-6 0,-12 1-6 0,-5 3-4 0,-4-3-9 16,-12 3-9-16,-4-2-12 0,-8 0-27 0,-3-1-12 15,-4 3-17-15,0 0-22 0,0 0-34 16,-26-10-49-16,5 6-59 0,-13 0-184 0,-3-2-454 16,-16-1 200-16</inkml:trace>
  <inkml:trace contextRef="#ctx0" brushRef="#br0" timeOffset="-64448.41">2076 8045 56 0,'5'16'81'0,"-2"2"-7"15,-2 7 2-15,0 3 7 0,1-2-15 16,-2 4 2-16,1 2 13 0,2 2-9 0,-2 0-11 0,0 1 3 15,-1 15 4-15,0-2 0 0,0-15-7 0,4 19 7 16,-1-4-2-16,-3 1-2 0,0 0 0 0,-2 4-2 16,0-4-4-16,-1 2 1 0,2-2-8 0,-4 0 4 15,2-2-3-15,1 0-6 0,-5 1-3 16,6 6 6-16,-3-4 3 0,-1 4-5 0,0-2-2 16,5-2-5-16,-5 2-4 0,0 3 0 0,0-2-3 0,1 1-3 15,-1-2 3-15,0 3 3 0,1-3 4 0,0 1 2 16,4 3-1-16,-4 2 5 0,3 1 0 0,-3-1-2 15,4 3 1-15,-3 23 0 0,2-27-6 16,-1 0 0-16,-1 3-2 0,1 21 1 0,0-25-6 16,1 1 2-16,0 1-2 0,2 0 0 0,-4 29-2 15,2-30-2-15,-2 2-3 0,2 22 0 0,-1-23-2 0,-5 0 0 16,7 1-8-16,0-4 1 0,0-1-2 0,5 0-3 16,-5-2-3-16,2-3-6 0,0-1-7 0,2-13 0 15,-1 1-4-15,3-1-7 0,-1-3-8 16,-1-3-19-16,2 0-16 0,2-3-17 0,-3-9-31 0,-2 0-24 15,2-9-32-15,4 1-19 0,-4-7-25 16,-5-2-142-16,0 0-373 0,0 0 165 0</inkml:trace>
  <inkml:trace contextRef="#ctx0" brushRef="#br0" timeOffset="-63948.27">2208 8858 5 0,'-11'-3'147'0,"11"3"5"16,0 0-18-16,0 0-8 0,0 0-11 15,0 0 2-15,0 0-8 0,0 0-1 0,0 0-12 16,29-4-1-16,-2 4 0 0,5-2-9 0,6-1-6 15,17-2-3-15,2-4-9 0,3 1-5 0,1 1-5 16,-1 0-6-16,-2 0-3 0,-1-3-3 0,-6 5-7 16,-12 1 2-16,0-2-2 0,-5 4-3 0,1-3-3 15,-6 2 1-15,-7 0-5 0,-3-1-7 0,0 2 6 16,-9 1-1-16,3 1-2 0,-5-1 2 0,-8 1 8 16,13-2 1-16,-13 2 9 0,10 2-8 0,-10-2 1 15,7 0-3-15,-7 0-5 0,0 0-8 0,0 0-15 16,0 0-22-16,0 0-18 0,0 0-29 0,-12 17-49 15,2-10-48-15,-3 3-49 0,-10 5-119 0,2 3-352 16,-2-3 156-16</inkml:trace>
  <inkml:trace contextRef="#ctx0" brushRef="#br0" timeOffset="-63613.76">1997 10271 19 0,'-6'5'179'0,"6"2"-5"0,-2-2 3 0,2-5-14 15,7 8-3-15,3-4-8 0,6 0-7 0,6-5-12 16,10-2-10-16,5-3-3 0,17-3-16 0,-2-5-3 15,7 0-5-15,3 0-6 0,-2 0-7 0,-2 2-9 16,0 2-5-16,-4-1-7 0,-5 1-5 0,-10 1-8 16,-5 1-5-16,2 3-3 0,-3-4-5 0,-5 4-1 15,3 0-7-15,-10 4-2 0,-1-1-2 0,-2-1 0 16,-4 3-4-16,-1 1-11 0,-2-2-12 0,-11 1-13 16,17 0-14-16,-17 0-16 0,11 0-21 0,-11 0-16 15,0 0-29-15,0 0-38 0,13-3-59 0,-13 3-109 16,0 0-343-16,0 0 153 0</inkml:trace>
  <inkml:trace contextRef="#ctx0" brushRef="#br0" timeOffset="-63065.02">3883 8338 59 0,'0'0'241'0,"-7"-7"-8"0,3 4-5 15,4 3-6-15,-5-6-6 0,5 6-23 16,0 0-13-16,-7-7-23 0,7 7-13 0,0 0-22 0,0 0-14 16,0 0-12-16,0 0-11 0,0 0-10 0,0 0-7 15,-1 23-7-15,4-5 0 0,-1 8-4 0,1-1-2 16,0 3-8-16,-3 1-3 0,2 0-6 0,-2-3 0 16,0 3-5-16,0-4-3 0,0 2-3 15,-2-2 0-15,2 0-22 0,0-7 1 0,-1 7 0 0,0-5-1 16,0-5-10-16,-2 0-10 0,3-3-14 0,-2 1-15 15,-1-4-20-15,1 1-30 0,-1-4-28 0,2 1-30 16,1-7-17-16,-3 10-24 0,3-10-154 16,-8 3-376-16,8-3 167 0</inkml:trace>
  <inkml:trace contextRef="#ctx0" brushRef="#br0" timeOffset="-62765">3701 8417 106 0,'5'-7'144'0,"5"1"-12"0,3 1 6 16,3 2-3-16,2-3-4 0,5 2-3 0,5 1-1 15,0 3-14-15,2 2-11 0,0 3-4 16,-1 2-12-16,-5 3-5 0,3 0-9 0,-3 4-4 0,-7 0-3 16,4 4 2-16,-7-3-2 0,2 8 3 0,-5 0-3 15,-6-4 2-15,1 5 0 0,-5 2-2 0,-1-1 2 16,-5-1 5-16,-4 1-6 0,-4-5-6 0,1 4-4 15,-2-9 5-15,-4 6-4 0,-2-3-7 16,-3-1-2-16,0-2-3 0,0 0-8 0,4-5 0 16,-7-1-2-16,7-3-5 0,0 3 1 0,2-4-7 0,3-2-5 15,3-2-14-15,-2 2-28 0,4-6-35 0,1 2-33 16,8 1-56-16,-11-6-49 0,11 6-47 0,0-12-129 16,6 2-403-16,2 1 178 0</inkml:trace>
  <inkml:trace contextRef="#ctx0" brushRef="#br0" timeOffset="-62358.62">4415 8619 78 0,'0'-8'225'0,"0"8"-10"0,0 0-3 15,0 0-10-15,-9-5-14 0,9 5-2 0,0 0-10 0,-10-3-11 16,10 3-9-16,0 0-11 0,-9 0-7 0,9 0-11 16,0 0-18-16,0 0-6 0,0 0-3 0,0 0-17 15,0 0-8-15,0 0-2 0,0 0-4 0,0 0-6 16,33-3-6-16,-15 2 2 0,10-6-11 0,2 4 1 15,-2-2-3-15,0 0-4 0,-8 4-2 0,2-3-2 16,-3 1 0-16,-1 0-3 0,0-1-4 0,-4 3-10 16,-1-2 8-16,-4 1-4 0,-2 2-3 0,1-2 0 15,-8 2-2-15,11-1 4 0,-11 1 5 0,10 0 2 16,-10 0 1-16,0 0-1 0,0 0-3 0,0 0-1 16,0 0-15-16,0 0-16 0,0 0-28 0,0 0-34 15,0 0-37-15,0 0-46 0,0 0-64 0,0 0-55 16,0 0-214-16,-31 1-522 0,31-1 231 0</inkml:trace>
  <inkml:trace contextRef="#ctx0" brushRef="#br0" timeOffset="-61898.52">5175 8300 59 0,'0'0'264'0,"2"-8"-15"0,-2 8-18 0,0 0-22 16,0 0-20-16,2-6-21 0,-2 6-22 0,0 0-11 0,0 0-14 16,0 0-2-16,0 0-1 0,0 34 6 0,0-16-7 15,-1 8-6-15,0 0-11 0,-2 2 2 16,1 0-6-16,-1-1-9 0,-1-3-5 0,-3 3-9 0,5-6-3 15,0-3-10-15,1 1-4 0,1-1-1 0,-3-3-8 16,0 5-3-16,2-8-10 0,0 2-20 0,-1-2-15 16,2-2-17-16,-1 2-22 0,0-6-22 0,0 2-28 15,1-8-32-15,-2 10-22 0,2-10-30 16,-1 10-23-16,1-10-5 0,0 0-170 0,0 0-403 16,0 0 178-16</inkml:trace>
  <inkml:trace contextRef="#ctx0" brushRef="#br0" timeOffset="-61431.8">5168 8375 125 0,'1'-11'155'0,"-1"2"3"0,0 3-5 0,0 6-3 0,1-11-12 16,-1 11-15-16,3-9-13 0,-3 9-12 0,4-4-8 16,-4 4 9-16,0 0 2 0,14 3-5 0,-5 0-4 15,1 1-7-15,1 5 0 0,0-3-8 0,3 2-4 16,-2-2-4-16,3 3-1 0,0-1-1 0,-1 1-8 15,2 0-5-15,-4-2-5 0,-2 0-2 0,4-2-5 16,-3 0-2-16,1-3-1 0,0 4-5 0,-2-5 0 16,3-1-2-16,-2 0 0 0,1 0-3 0,1 0-4 15,-2 0 2-15,2-3-3 0,-3-2 0 0,0 0-3 16,0 0 1-16,0-3 3 0,0-1-1 0,1 4 2 16,-3-4 8-16,0 0-5 0,1-1-1 0,-2 2-1 15,-2-3 4-15,0 1 6 0,-1 0 2 0,1-2-5 16,-1 2-2-16,1-1 4 0,-1 3 6 0,-3 1 9 15,2 1 1-15,0-1-3 0,-3 7 0 16,2-9-7-16,-2 9-3 0,0 0-11 0,3-8-3 0,-3 8-7 16,0 0-4-16,0 0-1 0,0 0-3 0,0 0-1 15,0 0-1-15,4 24 2 0,-3-13 2 0,-1 6 8 16,0 0-3-16,0 8 2 0,-1 1 11 0,-2 2 1 16,2-2 1-16,-1-1-4 0,1-6 1 0,1 0-8 15,-1 0 2-15,1-1 3 0,0 0-3 0,0 1-9 16,-1-4-6-16,1-2-22 0,1 0-11 0,0-3-22 15,0 0-21-15,1 0-16 0,-1 2-31 0,-1-4-33 16,0-1-38-16,1-2-42 0,-1-5-40 0,2 10-209 16,-2-10-515-16,2 6 228 0</inkml:trace>
  <inkml:trace contextRef="#ctx0" brushRef="#br0" timeOffset="-61064.33">5853 8419 16 0,'1'-9'231'16,"-1"9"1"-16,3-7-7 0,-3 7-6 0,0 0-15 16,0 0-14-16,0 0-15 0,0 0-9 0,0 0-9 15,0 0-6-15,-22 26-7 0,14-12-5 0,2 3-10 16,-1-2-16-16,1 3-10 0,-2-1-8 0,5 0-14 16,0 1-2-16,2-2-11 0,-2-4-5 0,3 1-8 15,1-2-2-15,2-2-8 0,0 0-2 0,2 1 2 16,1-2-11-16,2 0-1 0,2-3 2 0,4-1-7 15,3 0 1-15,0-2 0 0,-4-2-3 0,8-2-1 16,-3-2-1-16,2 0-2 0,-1-1 0 0,-3-1 0 16,0-2-1-16,-2 0 0 0,1-1 0 0,-4-2 9 15,0-2-1-15,2 2-6 0,-4-4 1 0,-3 4-2 16,-2-1 0-16,0-6-1 0,-1 3-9 0,-3-2 1 16,-4 1 1-16,-3-1-6 0,2-1 1 0,-1 3 1 0,-3 0-6 15,-2 2 2-15,0 3 0 0,1 4-6 16,-3 0 1-16,2 0-4 0,-1 4 3 0,-2-1-18 15,-5 4-14-15,6 3-15 0,-5 2-18 0,2 0-31 16,-2 2-27-16,2 3-57 0,5-4-48 0,2 4-66 16,1-6-170-16,2 1-502 0,6-6 222 0</inkml:trace>
  <inkml:trace contextRef="#ctx0" brushRef="#br0" timeOffset="-55648.43">5765 6413 22 0,'0'0'101'0,"0"0"5"0,-3-11-1 0,3 11 15 16,0 0-9-16,0 0-10 0,0 0 2 0,1-11-2 16,-1 11-3-16,0 0-6 0,0 0-5 0,-2-8-13 15,2 8 4-15,0 0-13 0,0 0 7 0,-2-9-11 16,2 9-4-16,0 0-9 0,0 0 5 0,0 0-8 16,0 0-8-16,0 0 1 0,0 0-8 0,0 0-2 15,0 0-4-15,0 0-10 0,0 0-1 0,0 0 3 16,0 0-7-16,0 0 2 0,0 0-6 0,0 0-2 15,0 0 6-15,-6 32-2 0,3-17-4 0,0 4 7 16,-1 0-4-16,-2 8 4 0,-1 0 2 0,1 1-1 16,0-2 3-16,3 3 0 0,-4-1 1 0,2 2 4 15,1-3-9-15,1-2 4 0,-1 0 0 0,2 1-2 16,1-7 0-16,2-2-2 0,-1 3 2 0,3-4-5 16,-2 1 5-16,2-6-3 0,-1 2 3 0,2-4-6 15,-1 0 4-15,-1-1-3 0,2-1 3 0,1 0 1 16,0 1 0-16,1-6 0 0,-1 2-4 0,1-1 6 15,3-1-3-15,-3 0-2 0,-6-2 0 0,13 0 0 16,-1-4-2-16,-1 1-3 0,-1-3-12 0,3 0-4 16,-1 0-17-16,3-4-19 0,-4 3-25 0,0-1-17 15,3-5-17-15,-3 2-18 0,1-1-24 0,-2-1-16 16,-2 3-84-16,-3-1-269 0,-3-1 119 0</inkml:trace>
  <inkml:trace contextRef="#ctx0" brushRef="#br0" timeOffset="-55472.4">5739 6663 50 0,'0'0'106'0,"0"0"-9"16,0 0 1-16,0 0-22 0,0 0 9 0,26-6-18 15,-15 5-7-15,-2-1 2 0,0-2-13 0,-1 1-8 16,2 2-37-16,0-3-30 0,-1 1-26 0,-1 0-68 15,-2 1-129-15,3-4 57 0</inkml:trace>
  <inkml:trace contextRef="#ctx0" brushRef="#br0" timeOffset="-55299.16">5794 6399 148 0,'1'-13'131'0,"2"7"-12"0,-3 6-13 0,9-14-9 16,0 5-17-16,4-2-16 0,2 3-37 0,2-3-34 16,5-2-28-16,-1 5-87 0,-6-2-132 0,3 0 58 15</inkml:trace>
  <inkml:trace contextRef="#ctx0" brushRef="#br0" timeOffset="-18914.57">6510 8295 99 0,'0'0'118'16,"0"0"-6"-16,0 0-14 0,0 0 12 0,0 0-8 16,0 0-9-16,0 0 0 0,-23-4-4 0,23 4 5 0,-13 4-4 15,13-4-9-15,-16 4 2 0,5-2 5 0,1 1-7 16,-2 3-10-16,0-1-8 0,-4 2 3 0,3-1-5 16,-1 2-2-16,3-2-2 0,2 3 1 15,-1-1-5-15,1 0-6 0,0 0-5 0,2 0-6 0,2-1-1 16,1 0-6-16,2 0-4 0,1 3 4 0,-1-1-3 15,2-9-5-15,5 15 1 0,-1-7 3 0,1 0-1 16,4-3-1-16,1 4 1 0,3-4 0 16,4 1 2-16,-2-1-4 0,-1 1-3 0,-1-3 0 15,5 0 2-15,-5-2-7 0,-2 6 3 0,2-2-3 0,-1-1-2 16,-1 0-1-16,-2 0 2 0,-3-1-1 0,1-1-4 16,-2 1 2-16,1 1-5 0,-6-4 6 0,4 8 4 15,-4-8-2-15,1 8 1 0,-1-8-1 0,-5 11 0 16,-2-4 0-16,-1 1-4 0,-2 1 18 0,-5 0-4 15,-2 1-3-15,0-3 0 0,-1 2-1 0,0-3-2 16,3 1-4-16,-3-2 1 0,7-1-7 0,-2 0-4 16,4-2-31-16,1-2-25 0,1 2-32 0,7-2-43 15,0 0-40-15,-11-6-36 0,11 6-158 0,0 0-393 16,0 0 174-16</inkml:trace>
  <inkml:trace contextRef="#ctx0" brushRef="#br0" timeOffset="-18631.68">6838 8270 121 0,'-5'-6'205'15,"5"6"-9"-15,0 0-12 0,0 0-18 0,0 0-13 16,0 0-16-16,0 0-13 0,0 0-10 0,18-10-5 16,-5 7-11-16,5-1-8 0,3-1-6 0,7-1-12 15,2 1-5-15,-2-1-21 0,-6 3-27 0,-2-2-30 16,-1 2-29-16,-3-1-36 0,-2 4-30 0,-4-3-27 16,-2 2-24-16,-8 1-87 0,12 0-264 0,-12 0 117 15</inkml:trace>
  <inkml:trace contextRef="#ctx0" brushRef="#br0" timeOffset="-18413.84">6915 8228 46 0,'-12'1'177'0,"12"-1"-1"16,-9 2-2-16,5 2-1 0,-1-1-9 0,5-3-6 16,-8 15 10-16,4-4-5 0,-3 6-14 0,-1 6-2 15,0 2-4-15,0 4-13 0,-4-1-9 0,2 0-4 16,3 1-10-16,-1 1-7 0,-1-4-10 0,0 3-7 15,1-1-9-15,4-3-2 0,-2-6-7 0,2 4-9 16,-2-5-2-16,3-1-7 0,0-1-12 0,1-3-22 16,-2-1-24-16,4-2-32 0,-2 0-42 0,-1-1-54 15,3-2-41-15,0-7-51 0,0 0-155 0,0 8-418 16,0-8 185-16</inkml:trace>
  <inkml:trace contextRef="#ctx0" brushRef="#br0" timeOffset="-18226.82">6802 8510 90 0,'9'-7'178'0,"-4"3"-5"15,3 2-10-15,-8 2-7 0,17-4-7 0,-7 1-11 16,3 0-13-16,5-1-11 0,1 0-13 0,9 2-7 16,-1-2-11-16,2 0-31 0,0 0-44 0,1-2-53 15,2-2-52-15,-4 3-150 0,-8-1-269 0,9-3 119 16</inkml:trace>
  <inkml:trace contextRef="#ctx0" brushRef="#br0" timeOffset="-17825.62">7412 8228 196 0,'0'0'219'0,"-18"-2"-8"15,10 4-4-15,-3 1-10 0,1 1-13 0,-2 2-17 16,-2 2-6-16,3 4-15 0,-2 0-12 0,0 2-14 15,5 2-8-15,-1-3-11 0,3-2-12 0,2 3-7 16,3-4-8-16,1 2-5 0,1-1-5 0,2 0-9 16,1-1-5-16,3-2-2 0,0-2-7 0,3 1-8 15,3-4-6-15,-1 2-6 0,0-4-3 0,1 2-4 16,0-2-6-16,-1-1 0 0,1-4-3 0,-4 3 1 16,0 0-2-16,-3 0 2 0,-6 1 0 0,8-5-1 15,-8 5 0-15,5-3 2 0,-5 3-5 0,4-5-2 16,-4 5 3-16,0 0 0 0,0 0-3 0,0 0 0 15,0 0 3-15,-26-3-1 0,15 6 4 0,-5 3 6 16,0 0-1-16,-2 2 3 0,0 3 5 0,-1-1 3 16,-2 4-1-16,0 3 10 0,3-5-2 0,-1 5-2 15,3-3 2-15,4 0-1 0,0-1-4 0,-1 0 2 16,4 0-7-16,4-3 2 0,1 2-7 0,1-3 5 16,0 2-3-16,3-1-4 0,1 0 2 0,6-2 1 15,-1 0-4-15,4-2-3 0,1-3-14 0,9 1-16 16,0-4-25-16,0-3-37 0,1-1-35 0,6 1-41 15,3-5-21-15,2-3-17 0,-1 0-34 0,5-2-154 0,-2 1-417 16,-2-5 184-16</inkml:trace>
  <inkml:trace contextRef="#ctx0" brushRef="#br0" timeOffset="-17615.47">7798 8210 166 0,'-8'-7'224'0,"8"7"-11"15,-2-6-8-15,2 6-11 0,0 0-18 16,-6-4-15-16,6 4-16 0,0 0-11 0,0 0-2 16,0 0-4-16,16-2-10 0,-2 1-9 0,4 1-11 0,11-3-6 15,1-1-14-15,2 3-4 0,0-4-11 0,-2 2-5 16,2 0-11-16,-5 0-30 0,-7-1-23 16,1 3-25-16,-5-1-31 0,-3 1-28 0,0 1-36 15,-1-2-29-15,-2-1-43 0,-10 3-130 0,7-1-354 16,-7 1 156-16</inkml:trace>
  <inkml:trace contextRef="#ctx0" brushRef="#br0" timeOffset="-17360.63">7921 8174 126 0,'0'0'184'0,"-9"2"-9"0,9-2-6 0,-8 5-3 0,5-3-6 15,0 5 8-15,3-7 0 0,-4 16-6 0,3-5-7 16,-2 4 0-16,2 1 0 0,1 3-8 15,0 5-5-15,-2-6-10 0,1 0-16 0,1 8-2 16,-2 1-8-16,0-7-6 0,1 5-11 0,1-5-4 0,-3 6-3 16,2-9-15-16,0 1-3 0,-2-2-8 0,-2 0-2 15,3-3-4-15,-2 3-6 0,1-5-3 0,1 0-3 16,-1-3-9-16,1 1-16 0,0-2-26 16,2-7-18-16,-2 10-22 0,2-10-29 0,-4 6-33 0,4-6-43 15,0 0-61-15,0 0-55 0,0 0-155 0,0 0-463 16,0 0 206-16</inkml:trace>
  <inkml:trace contextRef="#ctx0" brushRef="#br0" timeOffset="-17104.7">7964 8236 31 0,'0'0'203'0,"10"-7"-7"0,1 4-10 15,1-1-8-15,6-1 2 0,3 1-20 0,-2-2-9 16,6-1-17-16,5-1-10 0,-3 4-7 0,-2-5-9 16,2 3-6-16,-7 1-7 0,0 0-10 0,-3 1-3 15,-2 0-9-15,-4 3-5 0,-2-2-6 0,-1 0-6 16,-2 2-5-16,2-1-5 0,-8 2-4 16,9-3-1-16,-9 3-5 0,0 0-4 0,9-3-7 0,-9 3-19 15,0 0-23-15,0 0-38 0,0 0-52 0,0 0-52 16,0 0-54-16,0 0-141 0,0 0-382 0,0 0 169 15</inkml:trace>
  <inkml:trace contextRef="#ctx0" brushRef="#br0" timeOffset="-16028.06">4015 9778 25 0,'-8'-7'184'16,"2"0"-10"-16,-1 1-5 0,-1 1-12 0,0-2-10 16,-1 3-1-16,2-1-9 0,-1 3-6 0,0-2-8 15,0 1-7-15,8 3-11 0,-12-4-8 0,4 3-11 16,8 1-7-16,-13 3-7 0,0 0-17 0,4 3-7 16,0 2-7-16,-2 0-11 0,-1 3 4 0,0 1 0 15,0 1-9-15,3 1-2 0,0 2-1 0,2-2-5 16,3 0 0-16,0 2-3 0,3 0 0 0,-1-1 2 15,4-3-2-15,0 1-8 0,2-4 4 0,6 5 3 16,-1-4-3-16,0-2 1 0,5-2 1 0,-1-2-2 16,6 0 0-16,-1 0-6 0,1-4 9 0,2 1-4 15,-2-4 0-15,0 1-4 0,-1 2 1 0,-5-1 2 16,-2-1 2-16,2-2-2 0,-3 3-1 0,-2-4 0 16,-2 3-1-16,3-1-2 0,-9 3 3 0,9-4 4 15,-6 0-3-15,-3 4-2 0,5-5 1 0,-5 5-1 16,0 0-4-16,0 0 1 0,0 0 1 0,0 0-6 15,-12-9 7-15,12 9-3 0,-18 1 0 0,8 2 0 16,-6 4-3-16,-2 2 1 0,-7 1 1 0,0 6-1 16,-2 1 8-16,-2 1 1 0,-1 2 8 0,2 2 0 15,-3 0 4-15,2 1 1 0,1-1 3 0,2 0 1 16,5-1 3-16,3 1-6 0,1-2-5 0,8-3 1 16,3-1-2-16,-1-2-4 0,5-1 1 0,1-2 0 15,2 1 0-15,0-2-2 0,3 0-1 0,2-1 1 16,3 1 10-16,0-3-5 0,5-1 0 0,4-2 0 15,3-1 1-15,0-2 1 0,9-3-4 0,-1-1 0 16,3-3-1-16,1-1-2 0,0-2-19 0,-1-1-20 16,0 0-27-16,-2-2-35 0,0 3-38 0,-3-1-50 15,-2-1-46-15,-6 4-177 0,-1-1-432 0,-2-2 191 16</inkml:trace>
  <inkml:trace contextRef="#ctx0" brushRef="#br0" timeOffset="-10463.47">4287 10048 94 0,'0'0'128'0,"-2"-11"-15"0,2 11-6 0,0 0-4 0,-2-8 2 15,2 8-2-15,0 0-3 0,0 0-4 16,2-11-3-16,-2 11-8 0,0 0 0 0,0 0-7 15,-2-8-1-15,2 8-3 0,0 0-7 0,0 0-6 16,0 0-1-16,0 0-9 0,0 0-5 0,0 0-1 0,0 0-7 16,0 0-5-16,0 0-2 0,0 0-5 0,0 0-2 15,0 0-3-15,0 0-6 0,0 0-1 16,0 0-2-16,0 0-5 0,0 0 5 0,0 0-2 16,11 21 8-16,-8-11 6 0,-1 2 6 0,-1-1-7 0,0-1-1 15,0 6-1-15,1-3-1 0,-2-2 0 16,1 0 1-16,-1 0-4 0,0-1 5 0,0 0-8 15,0-1 3-15,0-3 0 0,0-6-3 0,0 12 0 16,0-12 1-16,0 11-2 0,0-11 1 0,0 6 1 16,0-6 5-16,0 0 7 0,0 9 2 0,0-9 6 15,0 0 4-15,0 0 8 0,0 0-2 0,0 0-1 0,0 0-5 16,0 0-4-16,0 0 1 0,0 0-8 16,0 0-4-16,0 0-2 0,4-28-3 0,-2 18 0 15,1-2-3-15,0-3-2 0,2-1-1 0,-1-2-2 16,3 0-5-16,-2-1-5 0,3 2 1 0,0 0-5 15,1-2 3-15,0 4-1 0,0 3-3 0,1-3-2 0,-5 4 0 16,1 2 2-16,2 2 3 0,2 2-6 16,-1-1 0-16,-1 2-1 0,1 3 0 0,1 1 10 15,-1 2-13-15,0 4 5 0,2 2 1 0,-3 0 0 16,0 2-2-16,1 6 1 0,-1-1 2 0,0 3-2 0,-3-1 4 16,2 2-1-16,-5-2 1 0,6 1 1 0,-6 1 5 15,1 0-21-15,1-2-1 0,-2 0-9 16,1 0-28-16,-3-5-26 0,1-1-28 0,1 3-28 15,0-3-41-15,2-2-32 0,0 1-127 0,-2-6-363 16,-2-4 161-16</inkml:trace>
  <inkml:trace contextRef="#ctx0" brushRef="#br0" timeOffset="-9665.09">4749 9722 47 0,'0'0'217'0,"0"-12"-10"0,0 12-14 0,0-6-19 16,0 6-19-16,0 0-18 0,0 0-9 15,0 0-9-15,0 0-1 0,0 0-4 0,1 32-7 16,0-13-10-16,-1 7-4 0,0 0-6 0,1 2-12 0,-1 4-9 16,2-2-1-16,-1-1-8 0,0-3 0 0,2-1-9 15,-2 1-4-15,2-6-7 0,-1-2 4 16,-1-1-7-16,2-1-4 0,-3-1-2 0,1-3-5 15,-1-2-1-15,0 1-2 0,2-5-4 0,-2-6 1 16,0 14 1-16,0-10-1 0,0-4-2 0,0 0 2 16,-2 12 7-16,2-12 2 0,0 0 0 0,0 0-4 0,0 0-3 15,0 0 1-15,0 0-3 0,0 0-3 0,0 0-2 16,0 0-3-16,0 0 0 0,5-38-2 16,2 24-11-16,-3 2 0 0,2-4-2 0,-1 0 2 15,5 3-1-15,-4 3 0 0,0-1-3 0,0 2 2 16,-1 2-4-16,0 2 5 0,1 3-2 0,0 0-1 0,4 0-1 15,-10 2 9-15,14 2-7 0,-6 2 4 16,3-1-5-16,0 2 4 0,-4 2 1 0,5 0 1 16,-2 1 0-16,0 0 0 0,4 2 2 0,-3-3-1 15,0 0 1-15,-1 1 0 0,2-1 3 0,0-1-12 16,0-2-10-16,0 1-10 0,2-3-5 0,-2 0-7 0,6-1-7 16,-1-2 3-16,1 1-3 0,0-4 8 0,-3-1 1 15,3 0 2-15,-7 0 2 0,6-6 8 16,-3 3-2-16,-5-1 8 0,2 2 0 0,-3-1 3 15,4-5 3-15,-5 3 8 0,-2-5 4 0,1 0 3 16,-1-1 5-16,-4 4 1 0,0 2 1 0,-1-3 2 0,0 2 11 16,-2 0 8-16,0 1 11 0,-1 1-2 0,-3 0-4 15,3 0-1-15,-4 5-3 0,1 1 4 16,-3 1-2-16,9 2-2 0,-20 2 1 0,8 5 4 16,-5 1-2-16,1 5 0 0,-6 5-1 0,3 1-2 0,6-3-7 15,-2 4 6-15,3-2-8 0,3-1 0 0,3-2 0 16,2-5-4-16,0 3-3 0,4-3-1 0,0 0-2 15,3 0 2-15,-1-2 0 0,3-4-1 0,1 3 1 16,0-4-1-16,2-1-2 0,3 0-1 16,2-3-4-16,0-2 3 0,3 0-4 0,-3-2 2 15,-1-1-1-15,3-4 1 0,0 2-3 0,-2-2 1 0,-3 3-2 16,-1-2 2-16,2 1-6 0,-1 0 5 0,-3-1-1 16,-2 5-1-16,1-3-1 0,-1 1-2 0,-3 2-2 15,-2 4 0-15,9-6-2 0,-9 6 0 0,0 0-1 16,0 0 4-16,0 0-2 0,0 0 4 0,10 12-1 15,-10-4 4-15,0-1-2 0,0 3 1 0,0-1-1 16,0 0-15-16,-1 2-16 0,0 0-15 0,2-3-23 16,-1 1-35-16,0-9-37 0,3 13-29 0,-2-7-28 15,2 1-24-15,-3-7-113 0,0 0-363 0,6 11 161 16</inkml:trace>
  <inkml:trace contextRef="#ctx0" brushRef="#br0" timeOffset="-9294.65">5425 9935 140 0,'0'0'152'0,"0"0"2"0,0 0 23 15,0 0-7-15,0 0-10 0,0 0-6 0,-2 30-11 16,2-19-12-16,-2 4-6 0,1 1-7 0,1 0-10 0,0-3-9 16,0-3-7-16,0 2-11 0,0-1-7 0,0-1-8 15,0-2-6-15,0-8-3 0,0 14-5 0,0-14-1 16,0 9 3-16,0-9 10 0,1 7 12 0,-1-7-15 15,0 0-5-15,0 0-3 0,0 0-5 16,0 0 3-16,0 0-4 0,0 0-4 0,0 0-10 0,0-36-7 16,4 24-4-16,-2-3-3 0,2-2-10 0,0 0-1 15,3-2 0-15,0 4-2 0,-1-2-2 16,1 1-1-16,3 3 1 0,-2 4-1 0,-3-1-2 16,2 3 0-16,1 0-2 0,-3 3-2 0,0 1 0 15,-5 3-2-15,13 0 4 0,-13 0-1 0,13 7-5 0,-8-3 3 16,0 4-2-16,3 2 6 0,1 4 11 15,-6-3-14-15,3 0 6 0,-3 2-5 0,3 2 4 0,-4-3-16 16,2 0-20-16,1 0-25 0,-2-2-36 16,0 1-29-16,1 0-34 0,3-3-34 0,-1-2-35 15,-1 1-130-15,-5-7-387 0,15 5 171 0</inkml:trace>
  <inkml:trace contextRef="#ctx0" brushRef="#br0" timeOffset="-8897.65">5753 9875 158 0,'-8'-14'182'0,"5"11"0"0,-1-1-8 0,4 4-10 16,0 0-8-16,-10-2-3 0,10 2-5 0,-11 9-7 15,4 1-6-15,0-3-11 0,1 9 0 0,1-3-16 16,-2 4-6-16,5 0-10 0,-3-1-8 0,3 1-11 16,1-1-3-16,2-3-7 0,2-2-7 15,1 1-6-15,1-2-4 0,0 0-7 0,0-2 3 0,4-2 0 16,1 1-8-16,-1-2-9 0,2-3 3 0,0 1-2 15,2-5-4-15,1 1-2 0,2-2 0 16,-4-1-3-16,1 1-2 0,-2-3-1 0,2-2 2 16,-2 3-2-16,0-4-1 0,3-4-1 0,-5 3-1 15,-2 1-3-15,5-7 7 0,-6 2-9 0,1 2-2 16,-5 1 0-16,2-3 1 0,-3 3-4 0,-1 0 3 0,2 0-3 16,-2 3 2-16,0 8-1 0,-4-13 0 0,0 8-1 15,4 5 1-15,-10-1-3 0,10 1 7 0,0 0 4 16,-28 11 2-16,17-3-5 0,-1 5 7 0,1 1-2 15,-1-1-2-15,0 2 0 0,6-5-4 0,2 3 1 16,4-1-11-16,0 3-15 0,1-3-16 0,4 1-15 16,-1-4-21-16,4 1-30 0,2-1-32 0,3 1-5 15,3-2-13-15,1-2-21 0,3 0-15 0,1-3-12 16,-1 0-116-16,-2-2-341 0,-1 0 152 16</inkml:trace>
  <inkml:trace contextRef="#ctx0" brushRef="#br0" timeOffset="-8198.65">6090 9982 51 0,'-1'-11'143'0,"0"0"13"16,0 3 15-16,-2 1 9 0,3 7 3 0,-1-10-7 16,1 10-14-16,-3-7-18 0,3 7-15 15,0 0-8-15,0 0 3 0,0 0-6 0,0 0 0 16,0 0-7-16,0 30-10 0,0-20-10 0,0 0-6 0,-1 2-4 16,1-1-6-16,0-2-8 0,-1 3-7 0,2-5-2 15,-1 1-4-15,0-8-6 0,1 13 4 0,-1-7 2 16,0-6 10-16,0 9 3 0,0-9 3 15,0 0 5-15,0 0-11 0,0 0-3 0,0 0-4 16,-7 3-5-16,7-3-7 0,0 0-3 0,0 0-6 0,-13-13-3 16,10 7 0-16,1-1-3 0,2 7-7 0,-5-20-4 15,3 8-1-15,4-1-4 0,-1-2-4 0,1-2 0 16,2 2-9-16,3-2-1 0,-1 3-2 16,-1 4-1-16,4 0 0 0,-3 1-1 0,2 1 1 15,1 3-3-15,1 1-1 0,-3 2 2 0,0 2 0 0,-7 0 1 16,23 4-2-16,-12 2 8 0,-2 3-12 15,1-2 3-15,-3 3 4 0,4 4 0 0,-2 0-2 16,-2 1 0-16,0-5 6 0,-1 2-3 0,2-1 0 16,-3-1 1-16,-1 0 1 0,1-3-1 0,-1 0 2 15,-2-1 9-15,1 0-8 0,1-3 8 0,-4-3-8 0,5 7 2 16,-5-7-1-16,0 0 7 0,0 0 0 16,0 0-4-16,0 0-3 0,0 0 2 0,0 0 4 15,0 0-4-15,0 0-4 0,0 0 9 0,6-19-2 16,-6 19-4-16,4-19-7 0,-2 8 3 0,4-1-5 15,-1-2-2-15,1 3-4 0,-1-1 3 0,0 2-3 16,0 0 1-16,2 2 3 0,-3 0-2 0,3 3-4 0,-3 1 4 16,-4 4 0-16,12-2-2 0,-7 0 3 0,-5 2-4 15,15 5 5-15,-15-5 1 0,15 10 5 0,-6-4-7 16,2 0 5-16,-1-1-3 0,0 3 6 16,2-4 2-16,-1 2-2 0,2 1 4 0,1-4 2 0,-1-1 1 15,6 1-3-15,-1-2 4 0,-7-2-2 16,3 1 0-16,-2-3-3 0,-1-1 5 0,1-1-7 15,-1-1 9-15,-2 0-5 0,0-1-1 0,-1 2 1 16,0 0-1-16,-3-1 5 0,0-4-8 0,-5 10 2 16,3-13 8-16,-3 13-11 0,0-14 7 0,0 14-2 15,-7-21-3-15,4 14 1 0,3 7 0 0,-6-10 0 0,6 10 2 16,-10-6-2-16,10 6-2 0,-13-2-1 16,7 3 1-16,6-1-1 0,-17 11 1 0,9-4-2 0,-1 2 0 15,2 0-1-15,-1 5 1 0,0-4 1 16,3 6-9-16,0-4-16 0,4-2-32 0,1 6-21 15,0-5-35-15,2 1-35 0,2-1-36 0,6-4-34 0,-2 0-36 16,1 0-187-16,3 0-477 0,7-1 211 0</inkml:trace>
  <inkml:trace contextRef="#ctx0" brushRef="#br0" timeOffset="-7964.54">6810 9964 44 0,'0'0'191'0,"4"-13"-4"15,0 4-4-15,-3-1 1 0,-1 2 1 0,4-1-9 16,-3-3 3-16,0 0-2 0,2-1-11 0,1 2-5 15,0-1-4-15,-1 1-6 0,1 3-3 16,1-3-8-16,2 3-13 0,-2-1-10 0,1 2-9 0,2 0-6 16,-2 3-12-16,3 1-15 0,-2 2-9 0,0 0-6 15,-7 1-5-15,18 4-10 0,-10-2 0 0,-2 3-5 16,1 2-7-16,0 0-1 0,-2 5 1 0,-1-3-5 16,0 0 1-16,0 0-9 0,-1 1-23 0,-1 0-32 15,-1-1-23-15,-1 3-24 0,0-12-39 16,0 19-57-16,2-12-71 0,-2-7-219 0,0 15-507 0,0-15 224 15</inkml:trace>
  <inkml:trace contextRef="#ctx0" brushRef="#br0" timeOffset="-7714.71">7169 9632 110 0,'0'0'281'0,"-3"-14"-8"0,3 14-16 0,0-7-18 0,0 7-27 15,0 0-10-15,0 0-8 0,0 0-4 0,0 0-2 16,-8 26 1-16,5-5-10 0,-2 2-13 0,0 3-9 16,1-1-21-16,0-1-8 0,-1 2 9 0,0-1-8 15,1-6-24-15,0 7-4 0,0 0-10 0,2 1-8 16,-1-8-7-16,2 0-12 0,2-1-1 0,-1-2-7 16,0 0-13-16,0-5-18 0,0 0-22 0,0 0-27 15,2 0-18-15,-1-2-21 0,0-4-22 0,-1-5-20 16,0 0-16-16,-1 14-31 0,1-14-44 0,0 0-37 15,0 0-55-15,0 0-174 0,0 0-500 0,0 0 222 16</inkml:trace>
  <inkml:trace contextRef="#ctx0" brushRef="#br0" timeOffset="-7480.3">7045 9800 66 0,'5'-6'181'0,"-5"6"5"0,8-4 4 0,-8 4-3 15,13-3 1-15,-7 2-7 0,4-1-6 0,1 1-9 16,0 0-6-16,1-2-10 0,-2 1-6 16,1 0-6-16,0 1-8 0,0 0-8 0,0-1-2 15,0 0-13-15,-4 1-3 0,-7 1-10 0,13-3-10 0,-8 2-5 16,-5 1-9-16,12-3-15 0,-12 3 1 16,7-3-8-16,-7 3-19 0,7-2-21 0,-7 2-35 0,0 0-47 15,0 0-60-15,0 0-73 0,8-10-256 0,-8 10-501 16,0 0 221-16</inkml:trace>
  <inkml:trace contextRef="#ctx0" brushRef="#br0" timeOffset="-7039.86">7541 9861 25 0,'0'0'253'15,"-6"-3"-8"-15,6 3-11 0,0 0-12 0,-7-4-14 16,7 4-19-16,0 0-12 0,0 0-23 0,0 0-14 15,0 0-18-15,0 0-13 0,0 0-9 0,0 0-9 16,0 0-17-16,0 0-19 0,0 0-23 0,0 0-32 16,21-3-22-16,-21 3-31 0,14 3-39 0,-4-2-26 15,-2-1-40-15,-8 0-40 0,19-3-101 0,-8 3-323 16,2 0 144-16</inkml:trace>
  <inkml:trace contextRef="#ctx0" brushRef="#br0" timeOffset="-6748.67">7891 9643 200 0,'0'0'253'16,"3"-8"-3"-16,-3 8-10 0,0 0-11 0,-3-12-11 15,3 12-15-15,0 0-23 0,-2-7-17 0,2 7-20 16,0 0-15-16,0 0-13 0,0 0-5 0,0 0-2 15,-4 29 2-15,1-13-13 0,5 2-6 0,-5 3-12 16,0 5-6-16,1-2-6 0,-2 3-5 0,3-1-9 16,-2-9-4-16,2 0-4 0,0 2-6 0,1 6 2 15,-2-7-15-15,1 1-22 0,1-4-23 0,0-2-22 16,1 0-26-16,-3-1-39 0,2-4-39 0,-1 0-43 16,1-8-35-16,1 12-21 0,-1-12-147 0,-4 8-423 15,4-8 187-15</inkml:trace>
  <inkml:trace contextRef="#ctx0" brushRef="#br0" timeOffset="-6332.2">7866 9710 28 0,'1'-5'185'0,"-1"5"-3"0,0-10-1 0,0 10-11 16,4-8-6-16,-4 8-16 0,0 0-15 15,2-6-7-15,-2 6-12 0,0 0 2 0,0 0-14 16,13 1-2-16,-13-1-7 0,10 5-7 0,-10-5-1 15,12 6-7-15,-6-3-5 0,1 2-5 0,-1-1-6 0,3 1-5 16,0 0-6-16,0-1 0 0,1-1-6 0,-1 1-6 16,0-1 0-16,0-3-5 0,5 3-2 15,-5-2 9-15,2 1-16 0,-2-2 3 0,2-3-7 16,1 3 0-16,-3-3-2 0,0 2-3 0,-1-3 3 16,6 0-1-16,-6-1 1 0,-1 0-8 0,3-2 5 0,-2-2 2 15,-3 1-1-15,2 0 0 0,0-1 10 0,-2 0-3 16,-1-2 1-16,0-1-1 0,1 3-5 0,0-2 3 15,2 1 4-15,-4 3-1 0,0 1 5 16,-3 6-2-16,3-9-3 0,-2 4-3 0,-1 5-5 0,0 0-8 16,0 0 2-16,0 0 4 0,0 0-4 0,14 10 0 15,-9 0 8-15,-4 6 5 0,4 3 14 0,-3-1-2 16,2 3 3-16,-2 2 4 0,-1 6-6 0,1-5 0 16,-1 0-7-16,-1-4-3 0,1-1 2 15,-2 1-19-15,2-3-21 0,1 1-22 0,-1 0-19 0,0-7-27 16,-1 2-30-16,1-1-41 0,2-3-57 0,-3-9-31 15,5 11-231-15,-5-11-506 0,6 7 224 0</inkml:trace>
  <inkml:trace contextRef="#ctx0" brushRef="#br0" timeOffset="-6030.74">8427 9760 78 0,'2'-6'210'0,"-2"6"3"0,0 0-5 0,0 0-7 16,0 0-7-16,0 0-8 0,0 0-7 15,0 0-11-15,-2 25-12 0,3-19-15 0,-1-6-12 0,2 12-8 16,1-6-8-16,0 0-11 0,-1 0-6 0,3 1-6 16,-1-3-3-16,4 1-9 0,-1-3 0 0,0 0-6 15,3 0 4-15,3-2-9 0,-3-2-1 0,0 0-2 16,2-2 3-16,-3 1-8 0,0-1-1 0,1-4-1 16,-4 2-5-16,2-2-7 0,-2 0-3 0,1-1-3 15,-2-1-3-15,-3-2 2 0,0 1-17 0,-2 0 3 16,0-4-2-16,-2 1-2 0,-2-1-3 0,2 2-1 15,-2 3-7-15,0-1-4 0,2 3-16 0,-1 1-17 16,-3 2-17-16,-1 0-22 0,1 4-16 0,-5-2-20 16,11 3-27-16,-21 3-25 0,11 1-33 0,4-2-19 15,0 2-25-15,6-4-11 0,-5 8-142 0,5-8-417 16,0 0 185-16</inkml:trace>
  <inkml:trace contextRef="#ctx0" brushRef="#br0" timeOffset="-5731.84">8719 9597 30 0,'8'-5'186'0,"1"-1"9"15,-4 2 15-15,0 0-1 0,-5 4 0 0,5-5-7 16,-5 5-10-16,0 0-9 0,2-6-12 0,-2 6-10 16,0 0-5-16,0 0-18 0,0 0-8 0,0 0-6 15,-26 10-8-15,20-6-13 0,-2 3-6 0,0 2-13 16,1-1-7-16,2 1-12 0,1 0-3 0,1 0-6 16,2 0-7-16,1 1-2 0,1 0 2 0,3 0-11 15,0 1-6-15,1-3-3 0,2 2-1 0,1-1-2 16,1 0-4-16,1-1-1 0,-1 1-5 0,2-1-1 15,-1-1-1-15,-3-1 3 0,1 0-7 0,-1 0 1 16,0 0 0-16,-3-1-1 0,-4-5 0 0,5 10 3 16,-4-7 7-16,-1-3 8 0,0 11 2 0,0-11-7 15,-10 10 4-15,5-5-1 0,-4 0-5 0,-1 1-10 16,-3 0-7-16,2 1-17 0,-1-3-12 0,-1 2-16 16,2 0-14-16,1-3-28 0,2-1-21 0,0 0-37 15,8-2-50-15,-10-1-46 0,10 1-36 0,0 0-170 16,-1-10-477-16,1 10 211 0</inkml:trace>
  <inkml:trace contextRef="#ctx0" brushRef="#br0" timeOffset="-5356.41">8995 9594 41 0,'0'0'212'0,"7"-6"2"0,-7 6-3 0,2-6-8 15,-2 6-11-15,0 0-15 0,8-5-18 0,-8 5-14 16,8-6-14-16,-2 3-11 0,-1 0-13 0,7-1-8 15,-2 1-13-15,3-3-7 0,-1 3-9 0,1-2-5 16,-1 2-11-16,-2-1-24 0,-4 3-22 0,1-3-26 16,0 1-25-16,-7 3-13 0,9-3-39 0,-9 3-28 15,7-4-16-15,-7 4-9 0,0 0-3 0,0 0 1 0,0 0 4 16,0 0-77-16,-22-3 196 0,13 2-77 16,9 1 17-16,-18 1 24 0,8-1 21 0,0 1 18 15,2 1 30-15,-3-2 18 0,2 1 10 0,9-1 18 16,-14 2 13-16,7-1 1 0,7-1 7 0,-9 3 5 15,9-3 15-15,-6 8 8 0,2-3 5 0,1 3 9 16,1 1 9-16,-2 3 2 0,0 3-3 0,0 0-2 16,2 3 1-16,-2-1-1 0,0 1 7 0,3 2-4 15,-3-1-13-15,-2 1-12 0,1-1-7 0,-1 0-10 16,1-2-9-16,1 0-8 0,-1 1 0 0,2-2-10 0,-1 0-6 16,3-7-10-16,-2 2-28 0,2-2-27 15,-2-2-23-15,0 0-48 0,3-7-46 0,0 0-50 16,-2 13-40-16,2-13-215 0,0 0-474 0,0 0 210 15</inkml:trace>
  <inkml:trace contextRef="#ctx0" brushRef="#br0" timeOffset="-5181.9">8990 9739 56 0,'0'0'190'15,"0"0"-6"-15,11 0-8 0,-11 0-9 0,10 4-10 0,-10-4-12 16,12 3-11-16,-4-3-12 0,5 0-8 0,-2 2-20 15,5-2-23-15,2 0-34 0,3 0-28 16,1-2-35-16,5-1-34 0,2-1-35 0,0 0-19 16,-1 0-13-16,-2-1-79 0,1-2-223 0,-8 0 98 15</inkml:trace>
  <inkml:trace contextRef="#ctx0" brushRef="#br0" timeOffset="-4832.53">9371 9691 634 0,'17'-7'-46'0,"-6"-3"23"16,-2 1 23-16,-1 1 12 0,-4 0 29 0,-2-2 30 16,-1 0 23-16,-2 3 13 0,1 7 3 0,-5-13 19 15,1 5 11-15,-1 4 4 0,5 4-1 16,-10-9-7-16,2 8-9 0,8 1-4 0,-14 0-1 0,5 3-2 15,-2 1 3-15,-1 3-6 0,1 1-3 0,2 0-8 16,-4 1-16-16,7 0-3 0,-3-2-11 0,3 3-5 16,3-2-8-16,-2 1-3 0,2 0-6 0,2-3-5 15,1-6-1-15,1 12-3 0,2-7-13 16,-3-5-1-16,6 8-4 0,-2-5-3 0,-4-3 1 0,9 3-8 16,-9-3-3-16,8 2-3 0,-8-2 7 0,8 1-8 15,-8-1 5-15,0 0-7 0,0 0-1 16,8 2 3-16,-8-2-5 0,0 0-1 0,0 0-1 15,0 0-1-15,0 0 0 0,0 0-1 0,-19 9 3 16,13-2 2-16,-6 0-1 0,-3 3 3 0,2-1 6 0,2 0 2 16,0 2 8-16,2-2 6 0,-1 0 2 0,2 1 7 15,1 2 3-15,1-3-6 0,0 2 1 0,2-2-2 16,1-1 3-16,3-8-1 0,-2 15-8 0,2-15 1 16,4 16 2-16,4-9-9 0,-8-7 1 0,15 8-8 15,-3-6-21-15,2-2-27 0,6 0-33 0,1-4-37 16,5-2-39-16,2-1-46 0,-1-1-52 15,0 0-39-15,-1-2-233 0,-10 2-552 0,9-4 244 16</inkml:trace>
  <inkml:trace contextRef="#ctx0" brushRef="#br0" timeOffset="-4632.29">9638 9563 81 0,'1'-5'271'16,"-1"5"-11"-16,0 0-6 0,0 0-16 0,0 0-8 15,2-9-19-15,-2 9-10 0,8-3-14 0,0 2-16 16,0-2-14-16,4 2-18 0,2-1-16 0,-3-1-9 16,3-1-8-16,0 1-11 0,4 0-21 0,-4 0-27 15,-2 2-30-15,0-1-29 0,-3 1-30 0,-1 0-40 16,0 0-34-16,-8 1-27 0,10 0-19 0,-10 0-24 16,0 0-14-16,8-2-140 0,-8 2-366 0,0 0 162 15</inkml:trace>
  <inkml:trace contextRef="#ctx0" brushRef="#br0" timeOffset="-4443.53">9802 9511 578 0,'0'0'-9'0,"0"0"25"0,-14-1 26 15,14 1 17-15,-9-1 4 0,9 1 21 0,-10-2 12 16,10 2 17-16,0 0 2 0,0 0 4 0,-11 1 3 16,11-1-4-16,0 0 13 0,-5 6-5 0,5-6-2 15,-4 8 6-15,1 2 13 0,0 0 3 0,1 3 3 16,-2 5 7-16,0-1 7 0,0 2-11 0,-1 0 3 16,-3 4-9-16,1 2-7 0,1-6-12 0,1-2-2 15,0 2-13-15,3 0-12 0,-6-1-7 0,4-1-11 16,2-2-12-16,-1 0-1 0,2-4-28 0,2-1-39 15,-1-1-32-15,0-2-41 0,0-7-37 0,0 12-37 16,3-7-45-16,-3-5-61 0,0 0-57 0,0 0-208 16,0 0-559-16,0 0 247 0</inkml:trace>
  <inkml:trace contextRef="#ctx0" brushRef="#br0" timeOffset="-4266.09">9698 9558 96 0,'0'0'225'0,"8"-3"-21"16,-2 0-17-16,4 1-23 0,3-2-14 0,0 0-7 15,5 1-20-15,2-4-23 0,8-2-37 0,-8 3-43 16,0-1-54-16,8-4-48 0,-7 3-145 0,-3-2-245 16,-1 0 109-16</inkml:trace>
  <inkml:trace contextRef="#ctx0" brushRef="#br0" timeOffset="-3631.59">9769 7952 20 0,'7'-13'198'0,"3"1"-11"0,-2 0-3 0,2 3-8 16,4 0-9-16,-2 2-12 0,-1 3-6 0,2 1-14 15,6 0-8-15,-6 6-9 0,6 4 8 16,-2 3 3-16,5 8-10 0,-6 2-3 0,0 5 8 0,-2 3-7 15,-2 3-1-15,3 14-7 0,-5-11-12 0,-4 14-2 16,-2 3-11-16,-5-2-8 0,-1 3-1 0,-2 3-8 16,2 2-4-16,-3-2-7 0,1 1-2 0,-1 1-9 15,2-1-2-15,-2-3-3 0,3 0 2 0,-2-3-11 16,-1 2-1-16,5-5-6 0,1 0 6 0,-2-12-11 16,-4 13 0-16,3-12 3 0,6 12-3 15,1-12-1-15,-1 9-4 0,0-10 5 0,1 1-8 16,2-4-2-16,-2 14 3 0,0-11 1 0,1 13 1 0,-1-13-3 15,2 11 2-15,-5-13 0 0,2 1-1 0,-1 2 1 16,4 8-1-16,-4-9-1 0,1 0 4 0,-1 13-7 16,-8-3 0-16,5 1 4 0,2 1-1 0,-4 1 6 15,2-2 6-15,0 2-7 0,0-2-7 0,0 2 1 16,-1 0-5-16,2 4 2 0,-2-5 3 0,2-1 0 16,-2 4-4-16,-3-4 3 0,2 3 5 0,-5-4 6 15,4-10-11-15,-5 9 8 0,0 3 3 0,-2-13 0 16,4 1 4-16,-2-2-6 0,-2-2-1 0,-3 1 6 15,1 0-7-15,0-3 7 0,-4 1-6 0,0-2-3 16,-2 2 0-16,-4-7 0 0,-2 0-5 0,-1-2 6 16,-3-1-4-16,-1-2 3 0,-3-3-9 0,-4 0 0 15,-1-7-7-15,-12 1-13 0,-2 0-27 0,14-4-23 16,-15-4-32-16,2 0-28 0,9-3-39 0,-9 0-55 16,13-5-51-16,-1 1-54 0,-9-7-175 0,8 5-540 15,2-4 240-15</inkml:trace>
  <inkml:trace contextRef="#ctx0" brushRef="#br0" timeOffset="-2732.49">6590 11565 205 0,'-1'-11'228'0,"1"11"0"0,-3-6-19 0,3 6-10 0,0 0-25 16,0 0-7-16,0 0-9 0,0 0 2 0,-16 29-8 16,9-5-6-16,-2 5-7 0,5 3 10 0,-1 3-12 15,2 0-13-15,1-3-15 0,2-1-10 16,5-2-6-16,0-3-10 0,3-1-7 0,3-9-7 0,-1 1 8 15,1-3-3-15,2-1 0 0,2-4 4 0,2 1-14 16,1-6-5-16,3 0 5 0,0-4-1 0,-2-3-9 16,1 0 2-16,-1-4-11 0,1-2 2 0,-1 1-6 15,-2-3-2-15,-2-2-11 0,-3 1 3 16,-1-2-8-16,-2 1 4 0,0 0 1 0,-5 0-2 0,1 1 3 16,-2 0-16-16,-2-4-2 0,-2 3 1 15,1 2-6-15,-2 0 0 0,1 1 1 0,0 3-6 0,-2-1-2 16,3 8-4-16,-1-10-4 0,1 10 4 0,0 0-1 15,0 0 2-15,0 0-5 0,0 0 7 0,0 0-7 16,0 35 5-16,1-24 4 0,2 3 11 0,1-2-8 16,1 2-6-16,2-2 0 0,-2 0-2 0,4-4 7 15,0 1-4-15,1-2 5 0,1 1-1 0,-1-2 1 16,4-2 1-16,-2-2 3 0,1 0-3 0,-1-4 0 16,2 2 7-16,-2-5-10 0,-1 1-2 0,0-2-4 15,-1 1-3-15,-3-3-10 0,0 2-3 0,-1-2-6 16,-2-4-17-16,-3 2-4 0,-1-6-1 0,0 4 0 15,-3 2 2-15,0-6 1 0,-2 5 4 0,0-1 7 16,2 3 4-16,-1 2 3 0,2 1-1 0,2 6 4 16,-6-10-2-16,6 10 4 0,-4-3 2 0,4 3 2 15,0 0 2-15,0 0 1 0,0 0 2 0,0 0 1 16,0 0 6-16,0 0 0 0,22 6 0 0,-13-5 3 16,1 2 0-16,2-3 1 0,2-2 1 0,4 1 2 15,-4-1 5-15,3-3 4 0,-3 1 2 0,-4-2-3 16,3 2 6-16,-3-1 4 0,-1-1-2 0,-3 1 10 15,3 0 4-15,-2 4 5 0,-2-2 5 0,-5 3-1 16,7-4-3-16,-7 4-5 0,8-4 2 0,-8 4-7 16,0 0-3-16,0 0-6 0,0 0 5 0,9 11 3 15,-8-6-1-15,2 3-3 0,-1 4 0 0,0 1 0 16,-1 4-6-16,2-2-4 0,-1 2-23 0,-2-1-27 16,0 0-29-16,1-3-25 0,1 3-46 0,-2-4-56 15,1-1-50-15,1-1-59 0,-2-3-183 0,0 1-527 0,0-8 232 16</inkml:trace>
  <inkml:trace contextRef="#ctx0" brushRef="#br0" timeOffset="-2592.66">7179 11505 84 0,'0'0'83'0,"0"0"-34"0,0 0-31 15,0 0-57-15,26 18-43 0,-13-10 19 0</inkml:trace>
  <inkml:trace contextRef="#ctx0" brushRef="#br0" timeOffset="-1976.86">7610 11636 48 0,'0'0'259'0,"-19"-17"2"0,11 16-6 0,8 1 0 16,-14-3-5-16,14 3-14 0,-18 4-11 15,7 0-19-15,-3 1-13 0,1 6-16 0,-2 0-11 16,0 4-24-16,-1 5-12 0,6-2-11 0,-2 5-13 16,3 0 2-16,3-4-18 0,3-1-14 0,3 1-6 15,0-2-2-15,3 0-10 0,2-6-3 0,1 1-6 0,3-2 3 16,3 0-9-16,-2-2-2 0,0-2-3 0,1-4-8 16,2 0-1-16,0-2-2 0,0-3-4 15,4-3 3-15,0-3-2 0,-2 0-3 0,-1-2-7 16,-2-3-3-16,1-1-3 0,3-5 0 0,-7 2-2 15,2-6-3-15,-5 5 3 0,-2-7-3 0,0-3-6 16,-4 4-1-16,-1-5-3 0,-2-4 3 0,-1-1-3 0,0 2 9 16,-3 0-10-16,4 1 9 0,-3 0-7 15,-2 3 4-15,6 2 0 0,-1 8 7 0,1 1 6 16,-2 7 10-16,1 0 9 0,1 2-4 0,2 3-3 0,0 6-7 16,-3-10-4-16,3 10 3 0,0 0-11 0,0 0 3 15,0 0 6-15,-2 41 4 0,0-10 3 0,1 4 4 16,0 14 8-16,2-13-5 0,3-1-3 15,-2 0-2-15,6 0-2 0,-2-5 0 0,1-2 0 0,3-5-1 16,0 3 4-16,1-10-2 0,0-2-7 0,0 0 0 16,1-5 2-16,-3 0 2 0,5-5 0 0,1-1-4 15,5-4 0-15,-1-2 0 0,-1-2-1 16,2-3-4-16,-2-1 1 0,4-6 3 0,-3 4 0 16,0-6-6-16,-4 2-4 0,-3 1 6 0,1-2-3 0,-3 1-10 15,-1 1 4-15,-3-1-5 0,0-2-1 0,-4 6 9 16,0 2-6-16,-2-1 1 0,-1 1-1 15,1 9-3-15,-6-11 3 0,1 8 0 0,5 3 3 16,-11-5-6-16,11 5-3 0,-20 7 3 0,11-1 10 0,-5 6-7 16,-1-1 7-16,3 2-3 0,1 0 9 0,2 3-24 15,4 0 13-15,1-2-11 0,1-1 16 0,3-2-9 16,0 2-18-16,3-4-17 0,2 1-19 0,-1-1-18 16,2-2-28-16,4 0-37 0,-1-4-28 0,2-3-48 15,1 2-38-15,1-2-40 0,1-2-238 0,-2-1-578 16,3-6 256-16</inkml:trace>
  <inkml:trace contextRef="#ctx0" brushRef="#br0" timeOffset="-1780.53">8097 11394 14 0,'0'-9'278'0,"0"-1"4"0,0 0 3 16,0 10-4-16,0-9-18 0,1 3-16 0,-1 6-17 15,0 0-1-15,0 0 3 0,0 0 8 0,0 0-18 16,0 28-13-16,-2-5-20 0,-1 6-17 0,-1 0-6 15,2 0-23-15,0 2-15 0,-3-4-11 16,3 2-13-16,3-1-10 0,-1-1-39 0,3-1-34 0,0-7-42 16,0 0-22-16,1-2-28 0,0-2-29 0,-1-4-31 15,3-1-32-15,-2 0-42 0,3-3-41 0,-2-2-37 16,3-2-207-16,-3-2-530 0,-5-1 234 0</inkml:trace>
  <inkml:trace contextRef="#ctx0" brushRef="#br0" timeOffset="-1280.61">8254 11601 82 0,'1'-7'238'16,"-1"7"-10"-16,6-8-16 0,-6 8-7 0,0 0 8 16,0 0-3-16,0 0-10 0,0 0-5 0,7 15-10 15,-4-7-15-15,-1 2-16 0,1-2-18 0,2 2-11 16,0-1-10-16,2 0-8 0,-2-2-10 0,3 0-7 16,1 0-10-16,2-2-4 0,1-3-5 0,0 0-7 15,3-2 1-15,-2-2-5 0,4-3-5 0,-5 2-3 16,6-1-2-16,-5-2-1 0,-3 0 4 15,1 0-8-15,-2-2-5 0,-3 2-3 0,2-3 3 0,-1 1-3 16,-2 0 5-16,-1 2 6 0,0 1 4 0,-4 5-7 16,7-9 14-16,-7 9 4 0,1-9-16 0,-1 9-13 15,4-4 1-15,-4 4-6 0,0 0 11 0,0 0 2 16,10 20 10-16,-9-2 3 0,2 10 4 0,2 5-2 16,-1 15-1-16,-2 2-1 0,1 4 0 0,3 4-2 15,-3-4-2-15,-1 2 3 0,-1 1-2 0,3-2 0 16,1 2-2-16,3-3-5 0,0-2 0 0,1-6 0 15,-4-12-4-15,1 0-3 0,-2-2-2 0,2-3-3 16,-1-2-7-16,-2-6 1 0,0-4 0 0,-2 1-5 16,-1-7-1-16,-3-1-8 0,-3-3 10 0,1-2-2 15,-1 0-5-15,-5-3-22 0,1-4 11 0,-9-1 0 16,-2-4-9-16,2-3-7 0,-6-4-1 0,-1-4-5 16,-1-3-7-16,1-4 0 0,4-2-3 0,1 0 2 15,3-4 2-15,7-2 1 0,2 0-7 0,10 0 8 16,-1 2 4-16,5 0-9 0,4 2-4 0,4 2-5 15,0 2-13-15,5 0-7 0,0 2-20 0,5 4-27 0,1 2-10 16,0 2-17-16,4 1-26 0,0 0-18 0,2 3-20 16,-1 1-27-16,2-1-23 0,0 0-15 15,2 1-22-15,-1 2-23 0,-2-1-175 0,-1-1-516 16,-1 1 228-16</inkml:trace>
  <inkml:trace contextRef="#ctx0" brushRef="#br0" timeOffset="-81.88">9034 11765 157 0,'6'-16'196'0,"-3"3"10"15,-2-4-1-15,0 5 10 0,-1 2-7 16,0-1 4-16,0 3 12 0,0 8 3 0,0-13 3 16,0 13-10-16,-1-7-14 0,1 7-16 0,0 0-28 0,0 0 10 15,0 0 6-15,0 0 7 0,-4 28-17 0,0-9-12 16,3 0-16-16,0 2-5 0,1 3-19 0,0-4-8 16,1-1-16-16,2-1-7 0,0-1-7 15,5-4-22-15,-3-2 8 0,2 0-2 0,0-3-5 0,5-2 0 16,-2-2-4-16,0-3-9 0,3 0-6 15,0-2 1-15,1-2-3 0,4-4-7 0,-6 2-4 16,3-5-4-16,-2 0 3 0,-5-1-1 0,4-1-6 16,-2-3 0-16,-2-1-6 0,-2 1 2 0,-1-1-3 0,0-2-4 15,0 0 0-15,-1 3-2 0,-3-2-5 0,1 2 6 16,-2-1-3-16,0 5 1 0,0 11-8 16,1-14 6-16,-1 14 1 0,3-13-6 0,-3 13 1 15,0 0-3-15,0 0 3 0,0 0 0 0,0 0 6 0,0 0 3 16,-9 24-2-16,4-7 1 0,1-1 6 0,0 3-3 15,3-2-1-15,-1-1 0 0,2-5 5 0,2 1-6 16,-1 1-1-16,3-3 2 0,0 0 4 16,4-2-3-16,-1-2-3 0,3-1 5 0,3-2 3 0,0-4-3 15,4-2-3-15,4-2-4 0,-4-1 6 0,2-3-5 16,-3-1-4-16,2-1 7 0,-2-2-16 0,-1 1 13 16,-4 0-9-16,2 0-1 0,-6 1-4 0,2-4 0 15,-3 2-12-15,-3 0 2 0,0-3 2 0,0 5 0 16,-4-6 1-16,-1 6 5 0,1 0 2 0,0 4-10 15,-2-3 11-15,1 4-10 0,2 6-13 0,-5-7 18 16,5 7-1-16,0 0 9 0,0 0-11 0,0 0 8 16,-12 16-2-16,11 1 3 0,-3 0 2 0,3 1 6 15,-1 1-8-15,2 1 0 0,4 4 1 0,0 3 6 16,0-3 2-16,2-1-2 0,-1 2-6 0,-2-5-3 16,3 4 6-16,1-8 14 0,-2 0-10 0,-1-2 4 15,0 0-2-15,-2-5-1 0,-1 2 4 0,-1-4-8 16,0-7-1-16,-1 12-9 0,-1-6-12 0,-4-1-7 15,1-1-11-15,-2-1-14 0,0-1 4 0,0 1 2 16,-1-2 5-16,8-1 2 0,-13 0 0 0,13 0 8 16,-8-4 4-16,8 4 6 0,0 0 0 0,3-14 3 15,3 4-2-15,10-3 1 0,-2 2 6 0,9-8 1 16,-3 2 3-16,3-2 5 0,2 2 4 0,-1-4-2 16,0 3-3-16,0-1 6 0,1 0 0 0,0 2-8 15,-2-4 3-15,-1 2 4 0,-4 0 3 0,-5 8-1 16,-2-3-4-16,-4 3 3 0,-1 0 1 0,-1 3 4 15,-1 0-2-15,-4 1 3 0,0 7 1 0,-2-12 1 16,2 12 1-16,-7-9 0 0,7 9 15 0,-15 0 1 16,4 4-11-16,-4 1 4 0,-2 5 12 0,1 1 2 15,-6 4 0-15,5-2 5 0,-2 5-5 0,8-4 0 16,-1 1-6-16,5 1-19 0,0 0 13 0,5-5 4 16,2 0-18-16,2 2-16 0,5-4-20 0,0-3-16 0,11 0-21 15,0-2-26-15,1-4-18 0,9-3-16 0,3 0-15 16,-2-5-13-16,1 2-4 0,-1-2 3 0,1 0 8 15,-1 0 6-15,-1-2 16 0,-2 2 14 16,-10-2 9-16,5 1 10 0,-6 0 12 0,0-1 13 16,0 0 17-16,-7 1 12 0,1-1 17 0,-2 1 19 0,-2-1 15 15,-3 1 14-15,1-2 9 0,-4 4 19 0,1 7 24 16,0 0 7-16,-5-18 2 0,5 18 4 0,-9-10 16 16,2 6 2-16,7 4 22 0,-14-1-7 15,14 1 8-15,-19 7 4 0,9 0-13 0,0-2-1 0,-7 5-13 16,3 3 0-16,-1 0-6 0,4 4-15 15,2-2-5-15,0 2-8 0,-1-2-8 0,6-1-5 16,2-1-2-16,2 0-10 0,2-3-4 0,5-1-6 0,2-1-1 16,1-3-13-16,9-2-3 0,-2-2-21 0,4-1 2 15,-1-3 1-15,1-2-16 0,0-2 4 0,-3-1-12 16,2-2 0-16,-1-1 1 0,-5 0 7 0,3-2-2 16,-3 0 3-16,-4-1-5 0,2-2 13 0,-5 1-4 15,4-10 13-15,-5 8-14 0,-2-8 1 0,0 6-3 16,-3 0 14-16,0-8-9 0,-1 1 9 0,0-1 0 15,2 0-3-15,0 0-2 0,-1 1 4 0,1 7 9 16,2 3-2-16,-3 2 32 0,-1 3 20 0,1 3 5 16,-1-1 5-16,0 9-9 0,3-9-3 0,-3 9 0 15,0 0 12-15,0 0 8 0,5 22 1 0,-5 3 3 16,0 1-3-16,-4 10-5 0,4 9-2 0,0-10-9 16,-3 15-5-16,1-3-4 0,2 1-7 0,-1-13-23 15,1 10-32-15,1-15-47 0,1 0-58 0,1-1-62 16,1-10-61-16,-2 1-57 0,2-4-61 0,0-4-56 15,0-3-260-15,2-4-728 0,4 1 323 0</inkml:trace>
  <inkml:trace contextRef="#ctx0" brushRef="#br0" timeOffset="45.66">10565 11749 3486 0,'5'-4'174'0,"-1"2"-94"0,-4 2-23 15,6-6-31-15,-6 6-9 0,0 0-6 0,0 0-1 16,0 0 2-16,0 0-12 0,0 0-24 0,0 0-36 15,0 0-47-15,-28 4-70 0,28-4-98 0,-13-1-264 16,13 1-583-16,0 0 258 0</inkml:trace>
  <inkml:trace contextRef="#ctx0" brushRef="#br0" timeOffset="39884.41">17422 3571 7 0,'0'0'5'16,"0"0"2"-16,0 0-1 0,0 0-5 0,0 0 8 15,0 0-3-15,0 0 1 0,0 0-2 0,0 0 6 16,0 0 5-16,0 0-5 0,0 0-4 0,0 0 10 15,0 0-9-15,0 0 2 0,0 0-5 0,0 0 0 16,0 0 4-16,0 0-1 0,0 0 6 0,0 0-5 16,0 0-1-16,0 0 11 0,0 0-10 0,0 0-3 15,0 0 8-15,0 0-5 0,0 0-2 0,0 0-3 16,0 0 3-16,0 0-3 0,0 0-1 0,0 0 1 16,0 0-5-16,0 0 8 0,0 0-10 0,0 0-2 15,0 0-7-15,0 0-9 0,-2 6-20 0,2-6-43 16,0 0 19-16</inkml:trace>
  <inkml:trace contextRef="#ctx0" brushRef="#br0" timeOffset="55837.74">16593 3536 33 0,'0'0'35'0,"-12"0"-4"0,12 0-4 15,0 0-5-15,0 0-1 0,0 0-1 0,0 0 0 16,0 0-2-16,0 0-3 0,0 0-4 16,0 0 0-16,0 0 1 0,0 0-7 0,0 0-14 15,0 0-16-15,0 0-17 0,0 0-44 0,0 0 19 16</inkml:trace>
  <inkml:trace contextRef="#ctx0" brushRef="#br0" timeOffset="114535.27">12630 5389 11 0,'0'0'19'0,"0"0"4"0,0 0-6 16,0 0 8-16,0 0-9 0,0 0-4 0,0 0 3 16,0 0 4-16,29-3 7 0,-16 1 0 15,1 1-3-15,14 0 4 0,-1 0-6 0,2-3 2 0,2 1 1 16,1 1-2-16,3-3-3 0,1 2 2 0,-2-2 0 15,2 1 7-15,1-1-11 0,2 3 6 0,1-1-9 16,-4-2 6-16,2-1-2 0,1 3-2 16,-5-1-3-16,1 1-4 0,-3 2 3 0,-3-1-8 15,-6 0 5-15,4 1 6 0,-7 1-7 0,2 0-5 0,1 0 9 16,4 1-17-16,-7-2 15 0,2 0-4 0,1-1-7 16,-4 1-5-16,2-1-3 0,0 2 3 0,0-2-5 15,0 1 8-15,0-2-9 0,-2 2-2 0,2 0-3 16,-1-1-3-16,-2 0-5 0,0 0-9 15,-1 2-6-15,0-3-34 0,-4 3-81 0,1 0 36 0</inkml:trace>
  <inkml:trace contextRef="#ctx0" brushRef="#br0" timeOffset="115101.2">12659 5688 8 0,'0'20'11'0,"0"-3"-2"15,2 3 2-15,-1-2-4 0,0-1-5 0,2 0-3 16,-1 1-8-16,2-2-8 0,-4-5 5 0</inkml:trace>
  <inkml:trace contextRef="#ctx0" brushRef="#br0" timeOffset="116135.7">21835 5096 8 0,'37'2'13'0,"4"-2"2"0,-4 0-9 16,2 0-5-16,-4 0-9 0,1 1 9 0,0-1-7 15,-5-1-7-15,-1 2 3 0</inkml:trace>
  <inkml:trace contextRef="#ctx0" brushRef="#br0" timeOffset="116401.13">22440 5103 5 0,'0'0'12'0,"0"0"1"0,0 0-2 15,7 0-4-15,-7 0-1 0,0 0 1 0,0 0-2 16,7 3 3-16,-7-3-6 0,5 3 7 0,-5-3-4 16,6 6 1-16,-1-1-2 0,-5-5 3 0,5 7-4 15,-2 0 4-15,1-3-3 0,0 1 2 0,-4-5-6 16,7 8 5-16,-2-3-5 0,-1 0 3 0,-1 0 0 16,-3-5-1-16,5 8-3 0,-5-8-1 0,3 8 0 15,-3-8 2-15,3 7-4 0,-3-7 0 0,4 6-2 16,-4-6-6-16,3 4 2 0,-3-4-7 0,0 0-18 15,0 0 8-15</inkml:trace>
  <inkml:trace contextRef="#ctx0" brushRef="#br0" timeOffset="116917.89">22561 5098 2 0,'14'1'9'0,"4"0"-4"0,-8-1 1 16,2 2-5-16,-2-1 0 0,-2 1 2 0,-2-1 1 16,-6-1-2-16,9 2-2 0,-9-2 6 0,9 2-4 15,-9-2-1-15,5 3 4 0,-5-3-3 0,0 0 0 16,4 5 11-16,-4-5-12 0,0 0 12 0,0 0-10 15,-3 10 3-15,3-10 6 0,-4 10-3 16,4-10 1-16,-5 12-1 0,4-6-2 0,-3 1-1 0,1 2-2 16,3 1 1-16,-3 1 2 0,-1 0-1 0,3 3-1 15,-1 0 5-15,-1 4-3 0,-1 0 6 0,1 6-4 16,1 3 2-16,0 0-2 0,-1 0-1 0,1 1 0 16,0 0-2-16,-1 0 2 0,2 1-2 0,0 0-4 15,-2-1 6-15,-1 2-3 0,4-4 2 16,-1 2 0-16,0-2-1 0,1 0-1 0,1-2-5 0,2-6-7 15,-1 0-4-15,1 0-15 0,-1-1-17 0,0-2-48 16,-1-2 22-16</inkml:trace>
  <inkml:trace contextRef="#ctx0" brushRef="#br0" timeOffset="160964.25">17718 6625 11 0,'0'0'14'0,"0"0"-14"0,0 0-5 0,0 0-4 16,0 0 2-16</inkml:trace>
  <inkml:trace contextRef="#ctx0" brushRef="#br0" timeOffset="205101.2">14281 3476 16 0,'0'0'21'0,"0"0"3"0,0 0 1 15,0 0-4-15,0 0 1 0,0 0 1 0,0 0 0 16,0 0 0-16,0 0 0 0,0 0 3 0,0 0-3 16,0 0-3-16,0 0 3 0,0 0-4 0,0 0 5 15,0 0-5-15,0 0 4 0,0 0-10 0,0 0 5 16,0 0 2-16,0 0 0 0,0 0 9 0,0 0-14 15,0 0 5-15,0 0 5 0,0 0-1 0,0 0-7 16,0 0-2-16,0 0-2 0,0 0 4 0,0 0-2 16,0 0 10-16,0 0-8 0,0 0-6 0,0 0 0 15,0 0 5-15,0 0 9 0,0 0-15 0,0 0 7 16,0 0-1-16,0 0 0 0,0 0 2 16,0 0 5-16,0 0-4 0,0 0-6 0,0 0 4 15,0 0-1-15,0 0 7 0,0 0-14 0,0 0 7 16,0 0 3-16,0 0 4 0,0 0-7 0,0 0 6 0,0 0-3 15,0 0 5-15,0 0 3 0,0 0-6 0,0 0 4 16,0 0-10-16,0 0 2 0,0 0 1 16,0 0-3-16,0 0-3 0,0 0-2 0,0 0-1 15,-10-5 3-15,10 5-1 0,0 0 0 0,0 0-5 16,0 0-10-16,0 0 15 0,0 0 13 0,0 0-14 16,-1-11-5-16,1 11 1 0,0 0 1 0,-3-8 1 15,3 8 8-15,0 0-1 0,-4-6-1 0,4 6-3 16,0 0 7-16,0 0-3 0,0 0 3 0,2-11-2 15,-2 11 0-15,0 0-5 0,0 0 0 0,0 0 3 16,0 0 0-16,0 0-6 0,0 0-3 0,0 0 0 16,0 0-5-16,0 0 5 0,0 0-4 0,0 0-2 15,0 0 0-15,0 0 5 0,0 0-5 0,2-7-2 16,-2 7 7-16,0 0-3 0,0 0-3 0,0 0 8 16,19 5-8-16,-19-5 5 0,14 4-1 0,-6-4-7 15,3 1 4-15,-4 0 4 0,5-1-4 0,1 1-1 16,-2 1 8-16,4-2-11 0,1 0 10 0,4 0-5 15,-1 0-6-15,-2 0 8 0,4-1-4 0,-4 2 7 16,6-1-3-16,-3 0 0 0,-2 1-3 0,4-1 7 16,-3 2-3-16,1-2-7 0,0-2 2 0,0 2 5 15,0-1-3-15,0 0 0 0,-1 0-2 0,0 2 3 16,0-1-1-16,3-1-4 0,-6 1 6 0,4-1-4 16,-2-1 6-16,1 0-3 0,-1 2-5 15,1-1 4-15,1 0-4 0,-4 1 4 0,4-3 0 16,-1 3 5-16,0-2-4 0,0 2 3 0,-2-1-4 15,1-1 1-15,-4 1 0 0,2 1-1 0,-5 0 5 0,3-1 4 16,-1 1-13-16,3 0 3 0,-5-2 5 0,-11 2 1 16,25 0 0-16,-13 0 2 0,-1-1 2 15,-11 1 3-15,21-1 1 0,-11 1-1 0,-10 0-2 0,15 0 0 16,-15 0-2-16,13-3 6 0,-13 3-4 16,13 0 3-16,-13 0-3 0,10-2-1 0,-10 2-2 15,14-1 3-15,-9-1-3 0,-5 2 3 0,10 0-1 16,-10 0 2-16,9-2-3 0,-9 2-2 0,9 0 1 15,-9 0-1-15,0 0 2 0,0 0-1 0,0 0-8 16,0 0 5-16,10-2-10 0,-10 2 11 0,0 0-2 16,0 0-11-16,0 0-13 0,0 0-15 0,0 0-12 15,0 0-16-15,0 0-14 0,0 0-14 0,0 0-17 16,0 0-24-16,0 0-82 0,0 0-230 0,11-5 101 16</inkml:trace>
  <inkml:trace contextRef="#ctx0" brushRef="#br0" timeOffset="205702.8">15215 3407 28 0,'12'0'71'0,"-1"0"-5"15,-11 0-9-15,25-1-2 0,-13 1-6 0,0 3 7 16,0-3-4-16,-12 0 4 0,21 0-8 16,-10-2-2-16,-11 2-3 0,17 0 4 0,-17 0-1 0,15 0-2 15,-15 0 5-15,11-1-5 0,-11 1-3 16,0 0 1-16,0 0 0 0,14-2-4 0,-14 2 5 16,0 0-1-16,0 0-7 0,5 0 4 0,-5 0 7 0,0 0-2 15,0 0-3-15,0 0 2 0,0 0-6 16,9 1-1-16,-9-1-3 0,0 0 1 0,0 0-4 15,0 0-5-15,0 0-4 0,0 0-4 0,0 0-3 16,0 0 4-16,0 0-12 0,0 0-8 0,0 0-10 16,0 0-14-16,0 0-30 0,0 0-24 0,0 0-32 15,0 0-111-15,0 0-241 0,0 0 106 0</inkml:trace>
  <inkml:trace contextRef="#ctx0" brushRef="#br0" timeOffset="208375.62">15408 3038 45 0,'-2'-11'115'0,"2"11"-9"0,2-13-9 16,-2 6 1-16,0 7-5 0,-2-11 5 0,2 11-4 15,0-9-12-15,0 9-4 0,-2-8-4 0,2 8-1 16,0 0-3-16,-1-12-3 0,1 12-1 0,0 0-4 15,-1-7-9-15,1 7-4 0,0 0-5 0,0 0-9 16,0 0 0-16,0 0-7 0,1-8-2 0,-1 8-3 16,0 0-12-16,0 0 7 0,0 0-8 0,0 0 5 15,0 0-2-15,0 0-5 0,0 0 2 0,0 0-3 16,0 0 1-16,0 0-5 0,0 0 4 0,-1 32-2 16,-1-24 0-16,1 3 0 0,2 5-1 0,-2-3-1 15,1 2-5-15,1 1 5 0,-2 1 1 0,1 1 5 16,0 0-2-16,1 0 0 0,1-1 6 0,-1 2-6 15,-1 0 3-15,3 1-2 0,-1-4 1 0,-1 9 6 16,2-1 0-16,1 2 0 0,-2-2-1 0,0-4-2 16,1 4 0-16,1 2 1 0,-1-3-1 0,-3-2 7 15,1 3 3-15,3-7 1 0,-1 2 0 0,-1 0-3 16,1 1-4-16,-2-2-2 0,-1 1-1 0,5-2-1 16,-4 1 3-16,2 0-2 0,-2 1 2 0,0 0-3 15,2 0-2-15,-3-7 1 0,3 3-2 0,-1 1-2 16,-2-4 7-16,1 5-5 0,1-7-1 0,0 0-2 15,0 2 1-15,-4-2-1 0,2-10 5 0,2 17-8 16,-2-17 2-16,0 12 1 0,0-12-1 16,1 10 4-16,-1-10 2 0,0 0-8 0,0 11 1 0,0-11 2 15,0 0-5-15,0 0 5 0,0 0 0 0,0 9 1 16,0-9 0-16,0 0 1 0,0 0-16 0,0 0-26 16,0 0-22-16,0 0-27 0,0 0-35 15,0 0-41-15,0 0-153 0,-14-27-338 0,10 18 150 0</inkml:trace>
  <inkml:trace contextRef="#ctx0" brushRef="#br0" timeOffset="209118.67">15640 3339 81 0,'0'0'90'0,"0"0"0"15,0 0-5-15,0 0 2 0,0 0-5 0,-3-11-2 16,3 11-11-16,0 0 12 0,-1-4-4 0,1 4-4 16,0 0 3-16,0 0 0 0,-2-9 4 0,2 9 3 15,0 0-1-15,0 0 0 0,0 0-10 0,-2-8-6 16,2 8 0-16,0 0-1 0,0 0 3 16,0 0-7-16,0 0 0 0,-4-9-7 0,4 9-1 15,0 0-12-15,0 0 8 0,0 0-1 0,0-9-6 16,0 9-5-16,0 0 0 0,0 0-3 0,0 0 4 15,-3-10-7-15,3 10-4 0,0 0-1 0,0 0-3 0,-1-9-1 16,1 9-7-16,0 0 5 0,2-8-6 16,-2 8 2-16,0 0 5 0,2-9-4 0,-2 9 5 15,0 0-5-15,0 0-1 0,0 0-5 0,0 0 2 16,1-7-3-16,-1 7 0 0,0 0-2 0,0 0-4 16,0 0 2-16,0 0-1 0,0 0-3 0,0 0 2 15,0 0-2-15,0 0-1 0,0 0 0 0,0 0-4 16,0 0 2-16,0 0-1 0,0 0-1 0,0 0 0 15,0 0-5-15,0 0 3 0,0 0 3 0,0 0-3 16,7 23 1-16,-6-14 1 0,-1 2 1 0,1 2 0 16,0-1-2-16,0 4 4 0,1 0-1 0,-1 1 9 15,1-1-2-15,-2-3 3 0,0 2-2 0,0 2 0 16,0-1 4-16,0-3 0 0,1 2-1 0,-2-4 2 16,1 3-2-16,-2-2 6 0,2-2-3 0,-1 2-3 15,2-3 1-15,-1 2 0 0,0-2 0 0,0 1-3 16,0-3 3-16,0-7-1 0,0 15-4 0,0-8 4 15,0-7-7-15,0 10 5 0,0-10-2 16,0 9 1-16,0-9-2 0,2 9 0 0,-2-9 1 16,0 7-1-16,0-7 1 0,0 0-1 0,0 0 1 15,0 0-6-15,0 11-8 0,0-11-14 0,0 0-13 0,0 0-18 16,0 0-13-16,0 0-24 0,0 0-19 0,0 0-33 16,0 0-34-16,0 0-31 0,0 0-117 15,0 0-351-15,0 0 155 0</inkml:trace>
  <inkml:trace contextRef="#ctx0" brushRef="#br0" timeOffset="210134.55">15724 3463 77 0,'0'0'115'16,"0"0"-9"-16,0 0-9 0,0 0-11 0,0 0 1 16,0 0-7-16,0 0-8 0,0 0-1 15,0 0-16-15,0 0-3 0,0 0 2 0,-8-6-8 16,8 6-6-16,0 0-3 0,-4-4-4 0,4 4-3 15,0 0-4-15,0 0-2 0,0 0-5 0,-10-6-2 16,10 6-3-16,0 0 5 0,-5-4 0 0,5 4-6 0,0 0 1 16,-8-4 1-16,8 4 2 0,0 0 5 0,-7-4 0 15,7 4 1-15,0 0 11 0,-8-2-3 0,8 2 1 16,0 0 3-16,0 0-5 0,0 0 3 16,0 0 2-16,-7-3-1 0,7 3 1 0,0 0-4 15,0 0 2-15,0 0-4 0,0 0-5 0,0 0-1 16,0 0-2-16,0 0-3 0,0 0-1 0,0 0 2 15,0 0-2-15,0 0-4 0,0 0 3 0,0 0 1 16,0 0 2-16,0 0-10 0,0 0 4 0,0 0 2 16,0 0-3-16,-6-5 0 0,6 5 7 0,0 0-11 15,0 0 1-15,0 0 3 0,0 0-4 0,0 0-6 16,0 0 4-16,0 0-2 0,0 0 3 0,0 0-4 16,0 0 4-16,0 0-10 0,0 0 1 0,3-11 5 15,-3 11-3-15,0 0 3 0,0 0-3 0,0 0-2 16,0 0 7-16,-2-10-6 0,2 10 2 0,0 0 2 15,0 0 0-15,0 0-5 0,0 0 4 0,0 0 0 16,0-8 2-16,0 8-3 0,0 0 0 0,0 0-2 16,0 0 4-16,0 0-5 0,0 0 3 0,0 0 1 15,0 0-3-15,0 0 2 0,0 0 2 0,0 0-1 16,0 0-1-16,0 0-1 0,0 0-1 0,0 0 1 16,0 0 0-16,0 0-2 0,0 0 4 0,0 0 0 15,0 0 5-15,0 0-4 0,0 0-2 0,0 0-2 16,0 0 2-16,0 0-1 0,0 0 2 0,0 0 2 15,0 0-5-15,0 0 3 0,0 0-1 0,0 0-3 16,0 0 3-16,0 0-1 0,4-7-3 0,-4 7 6 16,0 0-4-16,8-1-4 0,-8 1 8 15,0 0-4-15,0 0 5 0,10-1-8 0,-10 1 3 16,8-2-2-16,-8 2 1 0,0 0 2 0,13-1 1 0,-13 1-5 16,9 0 0-16,-9 0 7 0,11 0-2 0,-11 0-2 15,13-2 0-15,-13 2 1 0,14 0-1 0,-5 0-3 16,2 0 7-16,0-2-1 0,0 2-5 0,-1-2 4 15,4 1-1-15,-3 1 0 0,1-3-5 16,2 2 4-16,3 0 2 0,-2-1-2 0,2 0-2 16,-2 2 4-16,2-2-7 0,-2 1 6 0,6-1-3 15,-5 2 8-15,5-2-4 0,-3 0-4 0,2-1 4 16,0-1 1-16,0 3-5 0,0-1 0 0,-1 0 5 16,1 1-2-16,0-1-2 0,0 1 2 0,1 1-1 15,-1-2-3-15,2 0 4 0,-1 1 1 0,-1 0-4 16,2-2 1-16,-2 2-4 0,2-2-1 0,-2 1 4 15,1 2-5-15,-1-3 0 0,1 2 1 0,-2-2-3 16,1 1 3-16,-1 0-4 0,-2-1 1 0,2 2-1 16,-2-1-3-16,1 1-7 0,-5 1-4 0,2-2-5 15,-2 1-9-15,1-1 1 0,-3 0-13 0,1 1-5 16,0 0-6-16,0-2-9 0,1 1 8 0,-3 0-26 16,-10 2-9-16,22-3 0 0,-12 0-5 0,0 0-10 15,-10 3-69-15,15-3-196 0,-15 3 87 16</inkml:trace>
  <inkml:trace contextRef="#ctx0" brushRef="#br0" timeOffset="210805.11">16661 3277 72 0,'0'0'71'0,"0"0"2"15,20 12-1-15,-20-12-5 0,13 2-3 0,-13-2-1 16,16 0 4-16,-4 0-3 0,-12 0-8 0,24 1-9 16,-11 1 2-16,5-2-7 0,-1-2 0 0,2 2-12 15,0 0 6-15,-1-1 0 0,3 1-2 0,-1 0 4 16,-3-2-10-16,6 4-5 0,-3-2 4 0,0 0-2 15,2 0-3-15,-3 0-5 0,1 0 5 0,0-2-4 16,0 2-4-16,1 0-3 0,-2 0 6 0,-1-2 2 16,-2 0-2-16,-2 4-2 0,-1-4 3 0,0 2 0 15,-2 2-1-15,1-2-4 0,-2 0-4 0,-2 0 3 16,1 0 8-16,1 1-3 0,-2-1 5 0,-8 0-10 16,17 0 6-16,-10-3-6 0,1 5 1 0,-8-2 0 15,11-2 3-15,-11 2-3 0,0 0-1 0,12 0-5 16,-12 0 6-16,7-1 0 0,-7 1-6 0,0 0 6 15,13 0 0-15,-13 0-6 0,8 0 4 0,-8 0 1 16,0 0 5-16,9-1-11 0,-9 1 2 16,7 1-2-16,-7-1 2 0,10 0 4 0,-10 0-7 15,9 0 10-15,-9 0 2 0,11-1-1 0,-11 1 3 16,11 0-5-16,-11 0-2 0,9 0 4 0,-9 0-3 0,9-1 4 16,-9 1-2-16,11 0-1 0,-11 0-2 0,12 1 6 15,-12-1 0-15,13-1 0 0,-7 0-9 16,-6 1 5-16,10-2 0 0,-10 2 3 0,12 2-2 15,-12-2 0-15,9 0-1 0,-9 0 4 0,0 0-2 16,11-2 0-16,-11 2 1 0,0 0 1 0,8-1 2 16,-8 1-6-16,0 0 1 0,11 0 2 0,-11 0-5 15,0 0 1-15,9 0-2 0,-9 0 1 0,0 0-3 16,0 0 0-16,8-1 0 0,-8 1-4 0,0 0 3 16,0 0-2-16,0 0-1 0,0 0-6 0,0 0 7 15,0 0 3-15,12 0-3 0,-12 0 3 0,0 0-8 16,0 0 5-16,0 0-2 0,0 0 1 0,0 0-5 15,0 0-18-15,0 0-16 0,0 0-25 0,0 0-30 16,0 0-45-16,0 0-44 0,0 0-127 0,0 0-329 16,0 0 145-16</inkml:trace>
  <inkml:trace contextRef="#ctx0" brushRef="#br0" timeOffset="214338.11">14374 3536 54 0,'0'0'41'0,"0"0"-4"0,0 0-7 15,0 0 2-15,0 0 11 0,0 0-19 16,0 0-2-16,0 0-1 0,0 0-2 0,0 0-2 16,0 0 7-16,0 0-13 0,0 0 5 0,0 0-6 15,0 0-2-15,0 0 8 0,0 0-6 0,0 0 3 16,0 0-5-16,-17 16-2 0,17-16-2 0,0 0 0 15,-5 5 6-15,5-5-9 0,-2 6 6 0,2-6 3 16,-6 6-7-16,6-6 2 0,-4 4-5 0,4-4 0 16,-5 5 4-16,5-5-4 0,0 0 2 0,-5 5 2 15,5-5 0-15,0 0-3 0,0 0 10 0,0 0 0 16,0 0 11-16,0 0 5 0,-4 5 0 0,4-5-2 16,0 0 9-16,0 0 1 0,0 0 2 0,0 0-2 15,0 0 5-15,0 0 5 0,0 0-12 0,0 0-2 16,0 0 11-16,0 0-8 0,0 0 9 0,0 0 7 15,0 0-9-15,0 0-3 0,0 0-1 0,0 0 2 16,0 0 6-16,0 0-2 0,-9-14-1 0,9 14 3 16,0 0-8-16,2-10 0 0,-2 10-1 0,0 0 5 15,3-11 3-15,-3 11-11 0,-1-12-2 0,1 12-2 16,0-12-6-16,-2 6 5 0,5-3-2 0,-3 9-2 16,1-17-2-16,-3 7-4 0,2-1 2 15,-2 3-2-15,2-1 6 0,2-1 5 0,-4-2-3 0,2 2-1 16,-2-1-9-16,2 1 4 0,-2 0 0 0,0-1 7 15,4 1-6-15,-4 1 1 0,2-1-1 0,0 0-4 16,-2-2-1-16,4 3 1 0,-2-1-4 0,-2 0 1 16,1 0-5-16,2-1 6 0,-2 1-4 15,2-2 2-15,-1 3-6 0,2-3 3 0,-4 1 0 0,4-2-2 16,-2 2 1-16,4-4 5 0,-4 3 0 16,0 2 4-16,0-2-2 0,0 1-1 0,-2-1-2 15,2-1-2-15,-2 1-2 0,2 1 2 0,0-2-4 0,0 1-1 16,0 0 0-16,0 0 3 0,0 0-6 0,-2 2 5 15,1-3 1-15,1 2-2 0,3 0-5 0,-6 1 3 16,1 0-1-16,2 0 4 0,0 0-1 16,-5 0-1-16,3-1-2 0,2 0 1 0,-2 1 3 15,2 0-2-15,-3-2-1 0,3 2 3 0,-2-2 1 16,4 3 0-16,-4-3-2 0,4 2-1 0,-2-1 4 16,2 1 0-16,-2 0-3 0,0 0 0 0,0-2-2 15,-2 1 1-15,2 0 0 0,0 0-1 0,0-1 2 16,0 4-3-16,0-4 2 0,0 12-2 0,0-16-2 0,0 6 3 15,3-2-2-15,-3 3 2 0,2-2-2 16,-2 0-2-16,2 1-1 0,-2 0 5 0,3-1-1 16,-1 1 1-16,-2 0-2 0,2-2 1 0,1 3 1 15,-3-2-2-15,0 1-1 0,2-3 4 0,0 1-6 16,3 3 4-16,-3-2-4 0,2 2 1 0,-2-1 0 16,0-1 2-16,3 1 5 0,-5-1-7 0,3 1 1 15,-3 0 2-15,0 0 0 0,2-2-1 0,-2 2 0 16,2-1 4-16,0 2-6 0,1-1 5 0,-2-2 2 15,1 3-5-15,-1-1 7 0,1 0-5 0,0 1-3 16,0-2 4-16,1 1-3 0,-1 1 1 0,-1-3 2 16,-2 2-2-16,3 0 1 0,-2 0 5 0,0 0-5 15,0-1-1-15,3 3 0 0,-3 8 6 0,0-16-8 16,2 7 2-16,0 2-3 0,-2-2 3 0,0-2-2 16,0 2 8-16,1-3 2 0,-1 3 24 0,0-1-6 15,0 10-3-15,-1-17 4 0,1 6-7 16,0 11-14-16,-2-19 12 0,0 6-6 0,2 4-3 0,0-1-1 15,0-2 0-15,0 3-4 0,0-1 0 0,0 2 2 16,2-2-1-16,-4 1 0 0,2 0-4 0,0-1 0 16,-3 2 2-16,3-1-14 0,0 9 8 0,0-18 3 15,-1 12 7-15,1-3-6 0,-1 0 1 0,1 9-8 16,-1-15 10-16,1 7-3 0,0 8 5 16,-4-13-4-16,4 5 5 0,0 8-5 0,0-13 3 15,-4 7-7-15,4 6 5 0,2-13-4 0,-2 13 3 16,-2-13-3-16,2 13 5 0,2-9-4 0,-2 9 7 0,-2-11 0 15,2 11-3-15,2-9 1 0,0 2-6 0,-2 7 8 16,0 0-8-16,0-10 3 0,0 10 0 16,0 0-13-16,0-10 14 0,0 10-8 0,0 0 7 15,-2-12-1-15,2 12-2 0,2-7-1 0,-2 7 3 16,0 0-4-16,-2-9 4 0,2 9-7 0,0 0 1 16,2-10 1-16,-2 10 4 0,0 0-6 0,0 0 1 15,3-7 4-15,-3 7-4 0,0 0-1 0,0 0 4 16,0 0-3-16,0 0 3 0,2-9-3 0,-2 9 2 15,0 0 0-15,0 0-3 0,0 0 0 0,0 0 0 16,0 0 2-16,0 0 0 0,0 0 0 0,1-7-4 16,-1 7-1-16,0 0 7 0,0 0-4 0,0 0 2 15,0 0-5-15,0 0 2 0,0 0-10 0,0 0 10 16,0 0 1-16,0 0 0 0,0 0-4 0,0 0 6 16,0 0-3-16,0 0 2 0,0 0-1 0,0 0-2 15,0 0 4-15,0 0-2 0,8-2 3 0,-8 2 0 16,0 0-1-16,13 1 2 0,-13-1-3 0,9 1 2 15,-9-1 0-15,14 0-4 0,-14 0-8 0,13 1 11 16,-3-1-1-16,-10 0 3 0,15 0-4 0,-6 0 2 16,1 2 3-16,2-1-2 0,-3-1-2 0,1 0 1 15,1-1 0-15,1 1-6 0,-1 0 6 0,1 0 2 16,2 1-9-16,-3-1 7 0,2 0 2 0,6 0-2 16,-5 0 0-16,3 0 1 0,-3 0-4 0,0 0 4 15,-1-1-6-15,5 1 3 0,2-3-5 16,-3 3-12-16,0-1 14 0,-2 0 2 0,3-1-15 15,0 2 17-15,1-2-2 0,1 0 3 0,-3 0 0 0,3 0-3 16,-2-1 0-16,3 2 0 0,0-1 1 0,-4 1-2 16,1-1-1-16,1 2 5 0,-2-1 0 15,1 1 0-15,0-3-5 0,0 2 2 0,2-1 0 0,-2 4 1 16,1-4 1-16,0 1-6 0,0 0 4 16,2 1-2-16,-2-2 2 0,3 0-2 0,-1 1-1 15,0 1 4-15,-1-2-3 0,2 2 2 0,-3-1-2 16,2 0 1-16,-3 0 0 0,-1 1 2 0,1 0-2 15,-4-2 3-15,5 1-2 0,-2 1 1 0,-2-2 2 16,1 0-1-16,0 2-1 0,0-1-1 0,-1 1-1 16,-2 0 3-16,1 0 0 0,-1-1 1 0,2-1-2 0,-2 4 1 15,1-4 0-15,-1 2 0 0,2 0 0 16,-1 0 2-16,0 0-2 0,0 0 0 0,4 0 2 16,-1 0 0-16,-1-1-2 0,3 2 3 0,-3-2-4 15,0 2 0-15,2-1 6 0,0 0-3 0,3 0-1 16,-9 0 1-16,7 0 1 0,-1-3-2 0,-1 3 1 15,-3 0-5-15,-1 0-4 0,1 0 7 0,0 0 4 16,3-3-4-16,-3 3 5 0,5-4-6 0,-3 4 1 16,5 0 1-16,-8-1 0 0,6 1 3 0,-2 0-5 15,0 0 4-15,-5 0-5 0,2-2 3 0,-1 2 0 16,4-2 1-16,-4 2 3 0,6-1-4 0,-3 0 0 16,4 2 4-16,-3-4-5 0,1 2 2 0,0 1-1 15,-2 0 0-15,2 0-1 0,-1 0-5 0,-3 0 7 16,4-2-2-16,0 2-1 0,-2 2-6 0,2-4 10 15,-5 2 0-15,1-1 2 0,3 0-4 0,2 1 2 16,-1 0-2-16,-6 0 2 0,1-1 1 16,1 2-2-16,-2-2 1 0,-1-1-12 0,0 1 9 0,-2 0-9 15,-9 1 13-15,15 1-1 0,-8-1 1 0,1-2-1 16,-8 2-1-16,14-2-3 0,-14 2 1 0,12-1-1 16,-12 1 2-16,9-1-1 0,-9 1 3 0,12 1-1 15,-5-1 1-15,2 0-1 0,-9 0 0 16,15-1-1-16,-7 1-1 0,0 1 1 0,-8-1-8 15,15-1 10-15,-8-1 1 0,-7 2 0 0,16 0 0 16,-10 0-2-16,-6 0 4 0,17 0-4 0,-17 0 3 16,15-2-8-16,-8 4 6 0,-7-2-3 0,0 0 4 15,19-2-5-15,-19 2 5 0,12-1 0 0,-12 1-1 0,12 0-2 16,-12 0 0-16,0 0 2 0,11-3-2 16,-11 3 2-16,0 0 0 0,0 0-2 0,0 0-10 15,13-1 14-15,-13 1-2 0,0 0-3 0,0 0 4 16,0 0 1-16,0 0-4 0,0 0 1 0,0 0-3 15,0 0 3-15,0 0-2 0,0 0 2 0,12-2-1 16,-12 2-2-16,0 0-6 0,0 0-13 0,0 0-13 16,0 0-19-16,0 0-26 0,0 0-21 0,0 0-17 15,0 0-15-15,0 0-46 0,0 0-38 0,0 0-155 16,0 0-402-16,0 0 179 0</inkml:trace>
  <inkml:trace contextRef="#ctx0" brushRef="#br0" timeOffset="-213097.94">16896 1365 90 0,'0'0'123'15,"0"0"-30"-15,-2-10 26 0,2 10-10 0,0 0-13 16,0 0-4-16,0 0-4 0,-6-13-12 0,6 13 3 16,-1-5-7-16,1 5-3 0,0 0 2 15,-4-5 1-15,4 5-1 0,0 0-2 0,0 0-2 16,0 0-3-16,0 0 2 0,0 0-16 0,0 0 1 16,0 0-4-16,-3-8-14 0,3 8 3 0,0 0-1 15,0 0-10-15,0 0 1 0,0 0-4 0,0 0 0 0,0 0-7 16,0 0-3-16,0 0-3 0,0 0 0 15,0 0-2-15,0 0-3 0,0 0 0 0,0 0 2 16,0 0-2-16,-5 31 0 0,5-22-1 0,0 3 3 16,0 4-4-16,2-3 5 0,-5 3-5 0,6 4 3 15,-2 6-2-15,4-2-1 0,-1 1 3 0,-3-5-6 16,2 0 7-16,-1 4-12 0,2 1 14 0,-3-6-1 16,3 9 6-16,-3-9-3 0,2 8 3 0,-2-6-6 15,2 3 4-15,-2-5-2 0,2 0 0 0,-2-2 1 16,0 2 6-16,1 0-1 0,-4-3 2 0,2-2-7 15,0-2 7-15,3 4-4 0,-3-5-2 0,1 0 7 16,-1-1-3-16,0-10 4 0,0 19-2 0,0-19-2 16,-1 14 3-16,1-14-5 0,1 10 3 0,-1-10-4 15,0 9-2-15,0-9 0 0,0 0 0 0,0 13 1 16,0-13-3-16,0 0 3 0,0 0-4 0,0 0 3 16,0 0-4-16,0 0 1 0,-2 11-12 15,2-11-11-15,0 0-21 0,0 0-20 0,0 0-21 0,0 0-29 16,0 0-22-16,0 0-50 0,0 0-132 0,0 0-336 15,0 0 149-15</inkml:trace>
  <inkml:trace contextRef="#ctx0" brushRef="#br0" timeOffset="-212512">17213 1258 73 0,'0'0'122'0,"2"-15"-1"0,-2 15-9 16,0 0-11-16,0-10 7 0,0 10-11 0,0 0 5 16,0-9 1-16,0 9-3 0,0 0-8 15,0-8 0-15,0 8-6 0,0 0-5 0,0 0-10 0,0 0-7 16,0 0-10-16,0 0-8 0,0 0-2 16,0 0-13-16,0 0-5 0,0 0-1 0,0 0-3 15,0 0 2-15,0 0-7 0,0 0 4 0,1 32-4 16,1-20 0-16,-1 5-2 0,-1 0-6 0,0 4 0 15,0 4 9-15,-1 0 0 0,2 3-2 0,-1-1-1 16,0 5 8-16,-1-1 2 0,-1 1 0 0,1-1 4 16,1 0-4-16,1-2 2 0,1 3 0 0,-2-2-1 15,0 2 2-15,4-2-1 0,-4-1-4 0,0 0 3 16,1-4-4-16,2 4 3 0,0-2-3 0,0-2-1 16,-6 0 1-16,6-6-3 0,-2 0-1 0,-1 5 8 15,1-5-8-15,1 0 4 0,-1 1 1 0,-2-3-7 16,2 0 2-16,-1-1 3 0,1 1-6 0,-1-6-1 15,0-11-1-15,3 21 1 0,-3-21-5 0,1 18 3 16,-1-18-2-16,-1 12 2 0,1-12-1 0,0 0-2 16,0 17 4-16,0-17-4 0,0 0 1 0,1 12-5 15,-1-12-14-15,0 0-15 0,0 0-14 0,0 0-21 16,0 0-26-16,0 0-26 0,0 0-41 16,0 0-46-16,0 0-145 0,0 0-370 0,0 0 164 0</inkml:trace>
  <inkml:trace contextRef="#ctx0" brushRef="#br0" timeOffset="-209679.22">17326 1584 53 0,'0'0'91'0,"0"0"-5"0,0 0 0 15,0 0-1-15,0 0-8 0,0 0-5 0,0 0 0 16,0 0-16-16,0 0 0 0,0 0-12 0,0 0 5 16,0 0-6-16,0 0-8 0,0 0 5 0,0 0-8 15,0 0 4-15,-11-5-13 0,11 5 2 0,0 0-5 16,0 0-3-16,0 0 5 0,0 0-8 0,0 0 6 16,0 0 2-16,0 0-11 0,0 0 8 0,0 0-9 15,0 0 3-15,0 0-1 0,0 0 2 0,0 0-1 16,0 0-9-16,0 0 5 0,0 0-2 0,0 0-1 15,0 0-2-15,0 0 10 0,0 0-10 0,0 0 2 16,38-2 8-16,-38 2 5 0,26 1-1 0,-7-2-9 16,0-2 8-16,0 3 5 0,3-1-7 15,0-1 2-15,5-2-3 0,1 4 2 0,0 1 5 0,1-2-6 16,2 1 0-16,0-2 1 0,-2-1-2 16,-1 4-1-16,1-2-2 0,-2 1 2 0,1-2-6 15,0 3 2-15,3 0 4 0,-3-1-7 0,4-1 8 16,-2 0-5-16,-1 0 7 0,0 1 3 0,2 0-3 0,-4-1 0 15,1 1-2-15,-6-2 0 0,6 2 6 0,-6 2-9 16,-2-5 4-16,8 3 3 0,-7 0 2 16,-1-2-4-16,1 2 2 0,-1 0-3 0,0-1 1 15,-2 1 4-15,-2-1-6 0,2-1 3 0,-1 2 2 16,1 0-7-16,-18 0 4 0,29 2 0 0,-16-4-3 16,-13 2 2-16,30 0-2 0,-17 0 1 0,-13 0 1 15,27-1 2-15,-10-1 4 0,-4 0-1 0,9 4 0 16,-9-2-2-16,7 0-6 0,-20 0 1 0,32-2 0 15,-18 1 1-15,4 0-1 0,-6-2 0 0,5 3-1 16,-17 0 0-16,27-1-3 0,-15-1 0 16,6-1-1-16,-2 3 0 0,-2-3-2 0,3 5 2 15,1-4-4-15,-1 2 1 0,2 0 0 0,0-1-3 0,-1-1 4 16,1 5-2-16,-2-4-3 0,2 1 4 0,-3 1-1 16,2-4 0-16,-5 3-1 0,-13 0 0 0,31 0-3 15,-17 2 5-15,0-4-4 0,-14 2 5 0,27-1-4 16,-12 1-2-16,-1 1 3 0,4-2-1 0,-1 0 2 15,2 2 0-15,-3-1 1 0,2-2-3 0,-18 2 0 16,32 0 3-16,-14-3-5 0,-6 3-1 0,-12 0 4 16,26 0-5-16,-15-1 3 0,-11 1 2 15,25 1 2-15,-15-1-2 0,-10 0-4 0,27 2 8 16,-14-1-4-16,-13-1-1 0,32 0 3 0,-19 0-4 16,3-1 0-16,-3-2 0 0,5 2 4 0,-4-2 1 15,-14 3 0-15,26 1-1 0,-14-2-1 0,-12 1 2 16,27 0-3-16,-8-1-2 0,-2-1-1 0,1 2 8 15,1 0-6-15,-2 0 4 0,0 0-4 0,-4-3 3 16,8 4-7-16,-4-1 4 0,2 0 0 0,-3 0 3 16,0 0-3-16,1-1 3 0,0 4 1 0,-3-3-6 15,-1 0 4-15,1 0-3 0,-14 0-1 0,31 0 2 16,-19 0-3-16,3-2 6 0,-15 2-2 0,24-1-2 16,-24 1-1-16,24 1 5 0,-11-1-4 0,1 0 0 15,-5 2 1-15,-9-2 0 0,20 0-1 0,-20 0 3 16,20 0-11-16,-20 0 9 0,16-2-2 0,-16 2 1 15,0 0-2-15,23-1 2 0,-23 1 4 16,14 0-1-16,-14 0-3 0,15 3-2 0,-15-3 1 0,20-2 1 16,-20 2-1-16,16 0 6 0,-16 0-6 15,19 0-3-15,-19 0 4 0,18 2-3 0,-18-2 1 0,17 2 0 16,-17-2 1-16,17 4 3 0,-17-4-6 0,20 0 5 16,-20 0 0-16,14 1 1 0,-14-1 0 0,14 1-4 15,-14-1 2-15,0 0 2 0,18 2-1 16,-18-2 1-16,0 0 0 0,16-2-3 0,-16 2 1 15,15-1 3-15,-15 1-3 0,0 0 3 0,21-3-1 16,-21 3-3-16,0 0-2 0,18 2 0 0,-18-2 2 16,14-2 1-16,-14 2-2 0,0 0 3 0,14 3-3 15,-14-3 3-15,0 0-1 0,0 0-1 0,17 1 1 16,-17-1-1-16,0 0 2 0,0 0-1 0,0 0-1 16,0 0-1-16,0 0 0 0,0 0 3 0,0 0-1 15,0 0 2-15,0 0-5 0,17 2 5 0,-17-2-2 16,0 0-3-16,0 0 3 0,0 0-2 0,0 0 1 15,0 0 3-15,0 0-3 0,0 0 0 0,0 0 6 16,0 0-6-16,0 0 6 0,0 0-5 0,0 0 1 16,0 0 5-16,0 0-2 0,0 0 2 0,0 0 2 15,0 0-1-15,0 0-4 0,0 0 1 0,0 0-4 16,0 0 5-16,0 0-2 0,0 0 2 0,15-3-4 16,-15 3 1-16,0 0 0 0,0 0 1 0,0 0-2 15,0 0 0-15,0 0 1 0,0 0 0 16,0 0-5-16,0 0 4 0,0 0-2 0,0 0 2 15,0 0-4-15,0 0-1 0,0 0 2 0,0 0 1 16,0 0 0-16,0 0-3 0,0 0 4 0,0 0-2 16,0 0-1-16,0 0 2 0,0 0-3 0,0 0 0 15,0 0-3-15,0 0 6 0,0 0 0 0,0 0-4 0,0 0 1 16,0 0-1-16,0 0-1 0,2 14 6 16,-2-14-2-16,0 0-2 0,0 0 4 0,0 0-1 15,2 15 0-15,-2-15 5 0,0 0-10 0,1 16 4 16,-1-16 2-16,3 12 1 0,-3-12 2 0,0 11-1 15,0-11-1-15,2 14-1 0,0-7 5 0,-2-7 1 16,1 14-2-16,-1-14 3 0,2 17-1 0,-2-10 9 16,0-7-4-16,0 15 4 0,0-4-4 0,0-11-1 15,4 19 4-15,-4-19-3 0,0 14-2 0,0-7-1 16,0-7 3-16,-1 16-1 0,1-16 0 0,0 13 1 16,0-13-2-16,0 18 1 0,0-8-1 0,0-10 3 15,-3 17 0-15,6-10-1 0,-3-7 5 0,1 16 0 16,-2-5 2-16,1-11 1 0,-4 18-4 0,4-18-3 15,-1 17 3-15,1-17-6 0,-3 18 0 0,3-18 1 16,-2 15-3-16,2-15 1 0,-3 17 0 0,3-17-2 16,-3 15 0-16,3-15 1 0,-1 16-2 0,1-16 1 15,0 15 1-15,0-15 6 0,-1 17-9 0,1-17 3 16,-1 14-5-16,1-14 2 0,0 0 6 16,0 19-1-16,0-19-4 0,0 14 1 0,0-14 3 15,0 0 3-15,2 19-6 0,-2-19 2 0,-1 13-1 16,1-13 5-16,1 14-6 0,-1-14 1 0,0 0-4 15,0 17 4-15,0-17-1 0,1 13 0 0,-1-13 2 16,0 14 6-16,0-14-2 0,0 0-4 0,2 19 0 16,-2-19 0-16,0 14-1 0,0-14 5 0,2 18-4 15,-2-18-1-15,0 0 3 0,2 20-2 0,-2-20-1 16,0 0 0-16,2 17 1 0,-2-17 1 0,3 17-1 16,-3-17 0-16,0 0 5 0,5 21-10 0,-5-21 3 15,2 11 8-15,-2-11 1 0,0 0-5 0,3 21 6 16,-3-21-3-16,4 14-2 0,-4-14-2 0,4 16-3 15,-4-16 5-15,3 15 12 0,-3-15-7 0,4 15-5 16,-4-15-1-16,4 14 2 0,-4-14 3 0,4 15-3 16,-4-15-1-16,5 14 2 0,-5-14 1 0,4 17-2 15,-4-17 0-15,4 17-4 0,-4-17-1 0,4 12 2 16,-4-12-3-16,0 0-2 0,2 24-1 16,-2-24 7-16,4 14-2 0,-4-14-1 0,5 17-2 15,-5-17-1-15,6 12-4 0,-3-3 17 0,-3-9-15 16,0 0-2-16,4 20 4 0,-4-20 6 0,5 12-3 15,-5-12 1-15,4 14-1 0,-4-14 9 0,0 0-3 16,4 20 0-16,-4-20 4 0,4 11-3 0,-4-11-1 16,0 0 2-16,3 19-4 0,-3-19-5 0,2 13 3 15,-2-13-5-15,0 0-1 0,5 19 6 0,-5-19-5 16,0 0 1-16,3 17 0 0,-3-17 1 0,0 0 8 16,4 19-6-16,-4-19-3 0,0 14 5 0,0-14-4 15,0 0-2-15,2 20 4 0,-2-20 3 0,1 16 2 16,-1-16 2-16,0 0-1 0,2 20-2 0,-2-20 3 15,0 0-2-15,2 18 0 0,-2-18 0 0,0 0-4 16,1 18-8-16,-1-18 13 0,0 0-6 0,0 16 4 16,0-16-1-16,0 0-6 0,3 19 3 15,-3-19-2-15,0 0 0 0,0 16 0 0,0-16-2 0,0 0 2 16,1 18 2-16,-1-18-1 0,0 0 1 16,1 18-1-16,-1-18 4 0,0 0-4 0,1 16-1 15,-1-16 0-15,0 0 2 0,2 17-4 0,-2-17-2 16,0 0-6-16,1 18 14 0,-1-18-7 0,0 0-1 15,4 19 5-15,-4-19-4 0,1 13 6 0,-1-13-8 16,0 0-2-16,3 19 6 0,-3-19 0 0,2 14 2 16,-2-14-3-16,0 0-2 0,4 20 5 0,-4-20-2 15,3 16-5-15,-3-16-1 0,2 17 3 0,-2-17 9 16,1 18-3-16,-1-18-8 0,2 16 2 0,-2-16 1 16,2 17 2-16,-2-17-2 0,3 16-1 15,-3-16 4-15,4 16-7 0,-4-16 2 0,3 16 4 16,-3-16 1-16,3 16-7 0,-3-16 3 0,2 13 7 15,-2-13-1-15,3 16-2 0,-3-16-3 0,1 15 0 16,-1-15 4-16,0 0-6 0,4 18 3 0,-4-18 7 16,3 14-3-16,-3-14-5 0,0 0 6 0,2 18-4 15,-2-18 5-15,3 13-12 0,-3-13 12 0,0 0-5 16,3 19 4-16,-3-19-8 0,0 0 0 0,2 17 8 16,-2-17-4-16,5 14 1 0,-5-14 5 0,0 0-2 15,3 19 3-15,-3-19-6 0,0 0 4 0,2 19-4 16,-2-19 3-16,3 13 5 0,-3-13-5 0,0 0 3 15,2 17 1-15,-2-17-1 0,0 0 0 0,2 18-2 16,-2-18 7-16,0 0-7 0,3 16 7 0,-3-16-9 16,0 0 4-16,3 14-1 0,-3-14 1 0,0 0-5 15,0 0 1-15,4 17 2 0,-4-17-2 0,0 0-1 16,1 14 7-16,-1-14-4 0,0 0 2 0,0 0 0 16,3 18-1-16,-3-18 1 0,0 0-1 0,6 12-1 15,-6-12-2-15,0 0 2 0,0 0 0 0,3 18-2 16,-3-18 0-16,0 0-2 0,2 13 0 15,-2-13 3-15,0 0-4 0,0 0 2 0,3 17-3 16,-3-17 2-16,0 0-2 0,0 0-1 0,1 15-2 16,-1-15 3-16,0 0 1 0,0 0-3 0,0 0 0 15,4 15 0-15,-4-15-1 0,0 0 0 0,0 0 4 16,0 0-1-16,0 0-2 0,0 0 1 0,0 0-2 16,0 0 0-16,0 0 2 0,0 0 3 0,0 0 0 15,1 15-1-15,-1-15-1 0,0 0 1 0,0 0 1 16,0 0 3-16,0 0-4 0,0 0-1 0,0 0 3 15,0 0-4-15,0 0-5 0,0 0-29 0,0 0-52 16,0 0-66-16,0 0-51 0,0 0-60 0,0 0-69 16,0 0-80-16,-40-34-261 0,27 21-724 0,1 1 321 15</inkml:trace>
  <inkml:trace contextRef="#ctx0" brushRef="#br0" timeOffset="-207991.68">16703 783 20 0,'0'0'164'0,"0"0"1"0,0 0-2 16,0 0-17-16,0 0-7 0,0 0-16 0,0 0-7 16,0 0-15-16,0 0-8 0,0 0-15 0,0 0 0 15,0 0-13-15,0 0-15 0,0 0-8 0,0 0-3 16,0 0-3-16,0 0-4 0,0 0 1 0,0 0-6 16,0 0-5-16,0 0-1 0,0 0 0 0,0 0-5 15,0 0-1-15,0 0-2 0,0 0 2 0,39 66 0 16,-39-66-4-16,11 25 2 0,-4-12-5 0,-3-2-2 15,5 3 3-15,-1 0-1 0,-3-3-1 0,0 0-7 16,1-1 5-16,-2-2 1 0,0 1 4 16,-2 1-8-16,4-1 2 0,-3-4 1 0,-3-5 5 15,7 11-6-15,-7-11 0 0,4 7-2 0,-4-7 5 16,0 0 7-16,6 11 6 0,-6-11 12 0,0 0 11 16,0 0 8-16,0 0 9 0,0 0 3 0,5 5-12 15,-5-5-1-15,0 0-6 0,0 0-5 0,12-23-4 16,-12 23-4-16,0 0-2 0,21-41 2 0,-21 41-6 15,18-32 3-15,-5 8-8 0,-13 24 8 0,22-38-12 16,-12 15-2-16,2 1 0 0,-12 22-1 0,14-35 0 16,-14 35-5-16,14-30 0 0,-14 30 1 0,0 0 0 15,14-28 2-15,-14 28-10 0,0 0 0 0,0 0-8 16,0 0-17-16,10-24-18 0,-10 24-21 16,0 0-29-16,0 0-14 0,0 0-11 0,0 0-13 0,0 0-22 15,0 0-18-15,0 0-144 0,0 0-338 0,0 0 150 16</inkml:trace>
  <inkml:trace contextRef="#ctx0" brushRef="#br0" timeOffset="-207679.18">17144 893 24 0,'0'0'201'0,"0"0"-10"0,0 0-15 15,0 0-14-15,0 0-18 0,0 0-15 0,0 0-21 16,0 0-5-16,0 0-10 0,0 0-14 0,0 0-10 16,0 0-3-16,0 0-10 0,0 0-5 0,0 0-7 15,10 13-3-15,-10-4-5 0,0 3-3 0,0 0-3 16,-1-2-2-16,2 2-3 0,-1 1 7 16,0-2-14-16,0 1 2 0,-1 0-6 0,3-1 0 15,-2-1 2-15,1 2-3 0,-2-6 1 0,1 5 1 16,1-4 3-16,1 1-8 0,-2-8-8 0,0 0-13 15,0 17-17-15,0-17-25 0,0 9-8 0,0-9-37 16,0 0-18-16,0 12-10 0,0-12-20 0,0 0-94 16,0 0-259-16,-7 7 115 0</inkml:trace>
  <inkml:trace contextRef="#ctx0" brushRef="#br0" timeOffset="-207428.98">17158 839 34 0,'0'0'119'0,"0"0"-6"0,51-6-8 15,-51 6-8-15,0 0-2 0,0 0-13 0,48 12 1 16,-48-12-3-16,22 12 9 0,-22-12-9 0,0 0 1 16,26 27-1-16,-21-17-9 0,0 1-4 0,-2 0-5 15,-1 0-6-15,-2 1-7 0,-1-2 3 0,0 3-8 16,-3-3-7-16,-3 2 6 0,-1 2-8 15,-2-5-3-15,0 4-4 0,1-5-3 0,-1 1-17 16,1-3-14-16,0 2-9 0,1-2-25 0,1-1-18 0,7-5-25 16,-12 4-27-16,12-4-130 0,-10 4-259 0,10-4 116 15</inkml:trace>
  <inkml:trace contextRef="#ctx0" brushRef="#br0" timeOffset="-207128.61">17486 849 129 0,'0'0'222'0,"0"0"-3"16,0 0-10-16,0 0-14 0,0 0-21 0,0 0-17 16,0 0-17-16,0 0-20 0,0 0-15 0,0 0-12 15,0 0-14-15,0 0-7 0,0 0-2 0,0 0-13 16,0 0-6-16,0 0-2 0,0 0-5 0,0 0 0 15,18 34-7-15,-15-19-5 0,-1 2-5 0,1-3-4 16,-2 3 2-16,0-1-2 0,2-4-3 16,-2-1 2-16,0 1-8 0,2 0 3 0,-2-1 0 15,0-2-21-15,2 2-11 0,0-2-26 0,-2 1-21 16,-1-10-31-16,5 16-17 0,-4-10-39 0,-1-6-36 16,5 12-120-16,-5-12-330 0,0 0 146 0</inkml:trace>
  <inkml:trace contextRef="#ctx0" brushRef="#br0" timeOffset="-206878.8">17595 784 130 0,'0'0'137'0,"0"0"-10"16,0 0-2-16,57 6-9 0,-57-6-3 0,0 0 6 15,30 19 2-15,-30-19-11 0,20 20-14 0,-20-20-1 16,19 24-12-16,-19-24-5 0,14 28-5 0,-12-16-14 16,-2 2 0-16,-3 3-3 0,-2 0-4 0,-3 0-2 15,2-1-5-15,-2 1-7 0,-1-1-11 0,-2 2-8 16,-2-1-27-16,-2 2-20 0,-3 0-31 0,-1-2-48 16,-3 1-30-16,8-7-129 0,-8 5-286 0,7-5 127 15</inkml:trace>
  <inkml:trace contextRef="#ctx0" brushRef="#br0" timeOffset="-205846.12">15237 3830 130 0,'0'0'178'0,"0"0"-12"15,0 0-22-15,0 0-17 0,0 0-8 0,0 0-12 16,0 0-12-16,0 0-7 0,0 0-9 0,1 22-3 15,-1-22-10-15,7 22-1 0,-4-5-15 0,3-1 0 16,-3 1-3-16,3 0-4 0,-4-1-5 0,3 2-1 16,0-2-7-16,2-1 1 0,-2 0-1 15,-3-3-5-15,2-2-4 0,0 0 5 0,-4-10-7 0,6 17 1 16,-3-8-3-16,-3-9-1 0,4 13 0 16,-4-13-1-16,4 8-2 0,-4-8 3 0,5 7 7 0,-5-7 16 15,0 0 12-15,5 7 12 0,-5-7 10 0,0 0 3 16,0 0-3-16,0 0-7 0,0 0-9 0,0 0-2 15,0 0-2-15,15-23-4 0,-13 13-3 16,-2 10-1-16,8-22-7 0,-3 5-4 0,0 0-5 16,2 1-2-16,-3-2-2 0,1 0-2 0,-1 0-2 15,3 2-3-15,-2 0 5 0,1 3-11 0,-1 3 1 16,-1-1 6-16,1 0-8 0,-5 11-3 0,6-13-4 16,-6 13-9-16,5-12-10 0,-5 12-14 0,5-8-14 15,-5 8-25-15,0 0-33 0,0 0-31 0,6-11-38 16,-6 11-16-16,0 0-13 0,0 0-156 0,0 0-384 15,0 0 171-15</inkml:trace>
  <inkml:trace contextRef="#ctx0" brushRef="#br0" timeOffset="-205093.11">15670 3903 24 0,'0'0'215'0,"0"0"-8"0,4-8-14 16,-4 8-7-16,0 0-11 0,0 0-18 0,0 0-9 15,0 0-15-15,0 0-14 0,0 0-6 16,0 0-10-16,0 0-7 0,0 0-7 0,0 0-6 16,0 0-5-16,0 0-4 0,0 0-8 0,0 0-5 15,0 0-5-15,0 0-5 0,0 0-2 0,0 0-4 16,-27 0-1-16,27 0-13 0,0 0 6 0,0 0-5 15,0 0 0-15,0 0-4 0,0 0-7 0,-13 10-2 16,13-10 0-16,0 0-1 0,0 0-2 0,-6 6-3 16,6-6 1-16,0 0-2 0,-6 9 1 0,6-9-4 15,-6 7 1-15,6-7-1 0,0 0-2 0,-6 7 2 16,6-7-3-16,-5 7 2 0,5-7 0 0,0 0-2 16,-8 8 0-16,8-8 1 0,0 0 1 0,-5 10 2 15,5-10-2-15,-4 7-2 0,4-7 1 0,0 0-1 16,-4 13-2-16,4-13-1 0,-2 9 1 0,2-4-1 15,0-5 4-15,0 0-3 0,-3 17 0 0,3-17-3 16,-1 11 3-16,1-11 3 0,0 13-3 16,1-7 2-16,-1-6-2 0,3 12-4 0,-2-5 4 0,-1 0-3 15,0-7 1-15,5 10 3 0,-2-4-1 16,-3-6 2-16,5 7 0 0,-1-3-1 0,-4-4 7 0,0 0-8 16,10 11 10-16,-10-11 4 0,9 3 2 15,-9-3 2-15,0 0-1 0,10 4-2 0,-10-4 1 16,10 1-1-16,-10-1-5 0,0 0 2 0,0 0-3 15,16-2-2-15,-16 2 4 0,0 0-2 0,10-5-3 16,-10 5 1-16,0 0-1 0,6-10-5 0,-6 10 3 16,5-8-1-16,-5 8-3 0,0 0-12 0,2-12 14 15,-2 12 0-15,0 0-1 0,0 0 0 0,0 0-12 0,-2-15 12 16,2 15-3-16,0 0 0 0,0 0-1 16,0 0-2-16,0 0 6 0,0 0-5 0,0 0 2 0,2-10-13 15,-2 10 13-15,0 0-2 0,0 0 1 16,0 0-2-16,9-4 0 0,-9 4 1 0,0 0 0 15,0 0-4-15,14-1 0 0,-14 1-1 0,0 0 1 16,0 0-2-16,14 7-6 0,-14-7 8 0,9 7 2 16,-9-7 0-16,5 7-1 0,-5-7 1 0,6 10 2 15,-2-4-3-15,-4-6 0 0,4 13 6 0,-1-7-3 16,-3-6 3-16,5 11-3 0,-2-2-3 16,-3-9 5-16,3 13 1 0,-3-13-3 0,4 13-21 15,-4-13-18-15,4 13-17 0,-3-6-23 0,-1-7-27 0,0 0-26 16,5 16-36-16,-5-16-45 0,1 6-39 15,-1-6-131-15,0 0-414 0,0 0 183 0</inkml:trace>
  <inkml:trace contextRef="#ctx0" brushRef="#br0" timeOffset="-204745.78">15963 4002 197 0,'1'-6'239'16,"-1"6"-5"-16,1-13-5 0,-1 13-1 0,0 0-11 15,0-13-12-15,0 13-23 0,0 0-16 0,0 0-16 16,0 0-17-16,-10-4-13 0,10 4-13 0,0 0-4 16,0 0-12-16,-25 16-11 0,18-9-11 0,1 0-4 0,-1 1-6 15,0-1-18-15,2 0 6 0,-1 2-7 16,6-9-1-16,-3 14-3 0,0-8-5 0,3-6-3 16,-5 15-2-16,5-15-3 0,2 12-11 0,-2-12 7 15,6 11-10-15,-6-11 6 0,9 10-9 0,-5-5 11 16,3 0-7-16,-1 0 2 0,-6-5 0 0,11 9-1 15,-5-7-3-15,-6-2-2 0,10 8-3 0,-10-8 1 16,9 5-11-16,-9-5 11 0,7 7 2 16,-7-7-2-16,0 0-1 0,1 9 4 0,-1-9-2 15,0 0-14-15,-6 15 10 0,6-15-1 0,-11 9-10 0,5-1-7 16,-2-5-14-16,-1 4-16 0,0-1-25 0,-1-1-20 16,10-5-27-16,-19 12-34 0,10-8-62 0,0 1-217 15,9-5-467-15,-14 3 208 0</inkml:trace>
  <inkml:trace contextRef="#ctx0" brushRef="#br0" timeOffset="-204588.03">16066 4117 63 0,'0'0'248'15,"0"0"-22"-15,0 0-20 0,7-6-25 0,-7 6-30 16,0 0-44-16,0 0-48 0,0 0-49 0,0 0-64 15,0 0-146-15,0 0-216 0,0 0 96 0</inkml:trace>
  <inkml:trace contextRef="#ctx0" brushRef="#br0" timeOffset="-191057.14">16728 4189 14 0,'34'-7'23'0,"-1"0"4"0,4 1-2 0,2 0-2 16,0 0-4-16,14-1 10 0,1 0-10 16,-3 0 1-16,2 2-4 0,-14 2 0 0,15-1-4 15,-2-1 0-15,1 3 1 0,-2-1 0 0,-13 3-6 16,13-2 5-16,-11 1-3 0,15 1 5 0,-3 0-5 15,-2 0-4-15,4 0 6 0,-1-1 1 0,-1 1-1 16,-12 1-5-16,13 0 5 0,1 2-2 0,-2 1-3 16,-1 2 4-16,-1-3-8 0,-12 0 5 0,3 2-2 15,-3-1-2-15,1 1 4 0,-2 0-6 0,0 1 0 16,-1 1 2-16,1-1 5 0,-7 0-8 0,2 2 4 16,2 0-1-16,0 1-1 0,-2 0-1 0,-1 2 2 15,-2-1 2-15,-1 3-1 0,0-3-3 0,2 3 2 16,-1 1 1-16,-3-2-1 0,1 0 7 0,-1 1-9 15,-2 1 0-15,1 0 2 0,-2 0 0 0,1 0-3 16,-1 1 2-16,3 1-3 0,-3-3 4 0,1 1-2 16,0 2 8-16,1-2-8 0,-2-1 3 0,0 2-1 15,-5-3 3-15,3 4-7 0,1 1 5 0,0 2-2 16,0-2 4-16,-2 1-4 0,0-1-1 0,0 2 1 16,-1-1 7-16,0 0-7 0,0 3 0 0,-1-1 4 15,-3 0-5-15,2 4-2 0,-3-2 1 0,3 2 5 16,-5 0 6-16,5 4-14 0,-2-1 3 15,3 2-2-15,-4-3 2 0,5 5 5 0,1-2-3 0,0-2 1 16,2 2 0-16,-3 0-1 0,3-1 2 0,-1 1 1 16,1-3-3-16,-1 3 5 0,0-2-2 0,6 13-4 15,-8-12-2-15,3 1 8 0,0 1-4 0,-3 1 4 16,-1 0-4-16,7 9 0 0,-8-9 0 0,1 2 2 16,-4-1-4-16,5 12-5 0,-9-11 10 15,4-1-6-15,-1 14 7 0,-3-11 1 0,-1 0-5 16,4 8-1-16,-4-7-2 0,-1 0 5 0,1 8-2 15,-4-8-2-15,1-1 5 0,-2 14 1 0,1-4 0 0,2 1-5 16,-4-12 5-16,-4 0-5 0,2 12 6 16,-2-12-4-16,1 2-2 0,-2-2 5 0,-2 2-4 15,0-3 0-15,3 2 0 0,-1-3 2 0,-3 3-7 16,3-2 10-16,-1-2-8 0,-1 0 4 0,-2 2-5 16,-3 0 8-16,0-2 0 0,-3 1-1 0,2 0 0 15,-4 1-6-15,1 0 3 0,-2-3 2 0,1 2-1 16,-3-2 3-16,-1-1-2 0,1 3-3 0,-6-1 0 15,3-4 1-15,-1 0 5 0,-3 3-8 0,2-3-2 16,-3-2 4-16,-1 1-1 0,-1-2-2 0,4 1 4 16,-4-3 7-16,0 1-8 0,-1-3-2 0,-2 2 1 15,1 1 5-15,-3-5-6 0,-1 1 0 0,0 2 3 16,-15-2-1-16,14-2 0 0,-15 5-2 0,2-5-4 16,-4 0 2-16,0 1 0 0,1-3 7 0,-2-4-3 15,-3 3-3-15,3-2 2 0,0-3 0 0,-1 4-5 16,-4-4 5-16,1 0-4 0,0-3 4 0,0 1-4 15,-2 0 4-15,-2 3-4 0,0-1 1 0,-4-2-1 16,0-1 3-16,0 1-2 0,-27 3 2 0,29-6-1 16,-3 4-7-16,-25-4-1 0,24 1-2 0,-25 1-3 15,24-4 6-15,-27 1-5 0,1 4 0 0,-1-1 1 16,5 0-4-16,-2-2 3 0,-3 4 1 0,4-7 3 16,25 2 2-16,-31 1-1 0,5-4-1 15,24 1 8-15,-29 0-3 0,5-1-4 0,2-3-4 0,-2 4 11 16,26-1 3-16,-30 0-2 0,3 0 3 0,0-1-2 15,27-1 0-15,-28-2 6 0,3 6-10 0,25-2 11 16,-27-2-12-16,28-1 8 0,-1 0 0 0,-25-1-5 16,29-2-4-16,-5 2 4 0,4-3 2 0,5-1-4 15,-1-3 8-15,1-4 1 0,3-2-6 0,-1 1-3 16,4-4 2-16,0-1 5 0,1-3-6 0,0 2 4 16,3-4 0-16,4-1-5 0,-1-1 4 15,12 6-1-15,-8-9-2 0,0 0 3 0,-4 0-3 16,6-3-1-16,-3-2 2 0,6 1 0 0,-2-3-5 15,4 2-5-15,-5 1 2 0,1-4 5 0,1 2-3 0,-1 0-2 16,-1-2 3-16,2 0-3 0,-3-1 2 16,5 2 0-16,-3 2 4 0,1-4-1 0,4 2 4 15,3-1-7-15,2-4 2 0,0 2-1 0,4-3 2 0,8-2-2 16,-3-1 2-16,7-3 1 0,4 1 3 16,0-5-7-16,2 0 5 0,3-2-2 0,6 2 4 15,2 0 0-15,3-1 3 0,6 1 2 0,5 0-5 16,1-1 4-16,15-19-2 0,-5 24 1 0,1-2-2 15,14-15 5-15,-11 22 3 0,2-3-9 0,2 2 8 0,3 0-8 16,21-16 1-16,-20 25 9 0,2 0-2 16,4 1 9-16,1 4-8 0,1 0 6 0,5 2-4 15,23-9 3-15,-23 12-2 0,27-8-8 0,-24 14 10 16,24-12-13-16,-23 10 5 0,31-8-2 0,-31 10-5 16,27-10-4-16,0 2 13 0,1 2-5 0,0 1-5 15,-25 8 4-15,35-6-7 0,-7 1 4 0,-3-1-10 16,0 1 1-16,-27 7-5 0,35-7 0 0,-4 3 8 15,2 2-3-15,0 3-6 0,1 2-5 0,-6-3 1 16,5-1 0-16,-2 5-7 0,-29 4-4 0,33-1-12 16,-1 1-32-16,0-1-81 0,-3 5 37 0</inkml:trace>
  <inkml:trace contextRef="#ctx0" brushRef="#br0" timeOffset="-186096.08">25385 12566 53 0,'0'0'62'0,"0"0"0"15,0 0 8-15,0 0-12 0,0 0-11 0,0 0-3 16,0 0-9-16,0 0 1 0,0 0-4 0,0 0-9 16,0 0-2-16,0 0 3 0,0 0-18 0,0 0 19 15,0 0-12-15,0 0 1 0,0 0 0 0,0 0-3 16,0 0 0-16,0 0 6 0,0 0-14 0,0 0 5 15,0 0 8-15,0 0-15 0,0 0 0 0,0 0 0 16,0 0-1-16,0 0-4 0,-25-4 2 0,25 4-8 16,-9-1 8-16,9 1 1 0,0 0 3 0,-15 0-3 15,15 0-1-15,-12-2 2 0,12 2 3 0,-11 0-5 16,11 0-14-16,-12 0 5 0,12 0 6 0,-14 3-2 16,14-3 1-16,-12 0 4 0,5 1-5 0,7-1 2 15,-11 0-2-15,11 0 2 0,-11 1 1 0,11-1 1 16,-13 0 3-16,13 0 2 0,-9 1-2 0,9-1-2 15,-10 0 2-15,10 0 2 0,-9 0 5 0,9 0 3 16,-11 3-9-16,11-3 2 0,-13 1 0 0,5-1 1 16,8 0 12-16,-14 3-11 0,5-2-2 0,-1 1 3 15,0-2 3-15,0 1-4 0,-4 2-1 0,2-2 0 16,1 1 6-16,-1-1 2 0,0 1-7 0,1-1 5 16,0 0 11-16,0 1-3 0,1-2-2 0,1 1 2 15,9-1 4-15,-13 0-2 0,5 1-1 0,8-1 1 16,-12 1 3-16,12-1 9 0,-12 2-3 0,12-2 1 15,-8 0-3-15,8 0 12 0,0 0-7 0,-11 0 9 16,11 0-2-16,0 0-6 0,-7 1-3 0,7-1 3 16,0 0 5-16,0 0-1 0,-12 0-3 0,12 0 1 15,0 0 1-15,0 0-6 0,0 0 4 0,0 0-4 16,0 0-4-16,0 0 1 0,-9 0-5 0,9 0 0 16,0 0-3-16,0 0-1 0,0 0-3 0,0 0-1 0,0 0-4 15,0 0 2-15,0 0 7 0,0 0 8 16,0 0-9-16,0 0 5 0,36 0-2 0,-23 0-3 15,-2 0 0-15,5 0-1 0,3 0-2 0,-1 0 0 16,0 0-4-16,0 0 1 0,1 2-3 0,2-4 0 16,0 2 3-16,6 2-2 0,-8-2-1 0,4 0 2 15,5 0-3-15,-6 0 0 0,5-2-2 0,1 4 2 16,1 0-2-16,-1 0 0 0,-5-2 6 0,6 3-5 16,2-2 5-16,-4-1-1 0,0 3-3 0,1-2 2 15,1 1-2-15,2-2 1 0,-2 0 1 0,2 0 1 16,1 0 0-16,-3 0-2 0,3 2-1 0,-3-1 3 15,0-1-2-15,-2 0-2 0,2 2 0 0,-2-2 6 16,0-2-8-16,-4 4 3 0,-2-2-2 0,0-2 1 16,1 2 2-16,-1 2 2 0,-1-4 0 0,3 2 0 15,-3 0 0-15,2 0 4 0,0-1-2 0,-1-1-2 0,1 2 2 16,7-2 2-16,2 1-1 0,-4 0 1 16,1-1-3-16,1 2-2 0,0-1 0 0,0 0-3 15,-4 2 1-15,-2-2 3 0,5 1-2 0,-1-3 6 16,2 3-3-16,-1-2 0 0,3-1-1 0,-2 3-2 15,0-3 1-15,3 2-2 0,1 0 0 0,-3 1-1 0,3-4 4 16,-3 1-3-16,3 3 1 0,-1-1 5 16,-1-1-7-16,1 2 3 0,-1-2-3 0,0 0 2 15,1 1 0-15,1 1 0 0,6-4 7 0,-3 4-2 16,-4-3-2-16,3 4 2 0,-1-2 0 0,1-1-1 16,-1 4 1-16,5-4-5 0,-3 1 3 0,0 1-1 0,2-1 0 15,1 0-2-15,-1-1 4 0,-2 0-4 16,1 2 3-16,-3-1-1 0,2-1-2 0,0 2-1 15,0 0 0-15,0-1 1 0,-1-1 1 0,3-1-1 16,0 0 0-16,-5 2 1 0,3 1-2 0,0-2 4 0,-1 1-4 16,-1 2-1-16,0-2 4 0,-1-2-3 15,1 2 1-15,0 1 1 0,-2-2 0 0,1 1-2 0,-1 1 1 16,0-1 4-16,1 1-6 0,-2-2 2 16,2-1 0-16,-1 0-3 0,-1 2-2 0,-3 0 1 15,1-1 0-15,0 0 2 0,-1 1 2 0,0-1-2 0,-1 3-1 16,0-2 1-16,-6-3 2 0,1 1 0 0,9 3-2 15,-2-2 2-15,-2 0-1 0,-1 2-2 0,-5-2 3 16,9 1-4-16,-2 1 1 0,0-1 0 0,-7-1 1 16,5 2-2-16,-4 0 0 0,1 0-2 15,-2 0 5-15,7 0-4 0,2-1 3 0,-2-1-21 0,2 0 1 16,-2 2 4-16,0-1 0 0,0-2 2 0,1 2 6 16,-2 0-5-16,-4 1 4 0,4-3 0 0,2 3 1 15,0-1 0-15,-1 2-1 0,-7-1 2 16,1 0-2-16,0-1 1 0,6-1 5 0,-1 3-3 15,0-2 4-15,-7-1-1 0,8 2-5 0,-9 0 5 0,8 0-1 16,-8 0-1-16,1 0 1 0,8 0-2 0,-9 0 3 16,2 0 0-16,-1 0 2 0,0 0-1 0,2 0 2 15,-2-1 0-15,2 1-1 0,-2 0 0 0,0 0-1 16,8 0-1-16,-7 0 5 0,1-2-3 16,-1 2 6-16,-1 0-9 0,2-2 3 0,-3 2-4 0,0 0 5 15,-1 0 6-15,1-2-7 0,0 2-3 0,-2 0 2 16,1 0 0-16,-1 0-1 0,2 0-3 0,-3 0 1 15,-2 0 0-15,5 0 4 0,-2 0-1 0,2 0-3 16,-2-2 4-16,2 2-3 0,-1-1 4 16,-4 1-6-16,3 0 1 0,-3-1 1 0,2 1 0 15,-3-2 2-15,1 2-1 0,0 0-4 0,-2 0 3 0,-2 2-1 16,3-4-2-16,-3 2 2 0,1-1-1 0,-2 1 2 16,-9 0 4-16,13 0-4 0,-5-1-3 0,-8 1 0 15,14 1-1-15,-8-1 5 0,-6 0 1 0,14 0-1 16,-9 1-1-16,-5-1 9 0,15-1-8 15,-15 1-1-15,13-1 0 0,-6 1-1 0,-7 0 9 0,13 0-7 16,-13 0-1-16,14 1 1 0,-14-1-3 0,10-1-1 16,-10 1 3-16,13-2 2 0,-13 2 0 0,11 0 1 15,-11 0-1-15,11 0 0 0,-11 0 0 0,10 0 0 16,-10 0-2-16,0 0-2 0,9 0 0 16,-9 0 0-16,0 0-1 0,0 0 0 0,0 0 4 0,9 0 1 15,-9 0-3-15,0 0-2 0,0 0 1 0,0 0-1 16,0 0 2-16,0 0 1 0,0 0-6 0,7-2 6 15,-7 2-1-15,0 0-4 0,0 0 2 0,0 0 0 16,0 0 0-16,0 0 0 0,0 0 0 0,0 0-2 16,0 0 1-16,0 0 1 0,0 0 0 0,0 0 0 15,8 4-3-15,-8-4 5 0,0 0-2 0,0 0-2 16,0 0 1-16,0 0 2 0,0 0-1 0,0 0 2 16,0 0-3-16,0 0-4 0,0 0-5 0,0 0-12 15,0 0-14-15,8 1-18 0,-8-1-26 16,0 0-34-16,0 0-46 0,0 0-66 0,0 0-240 0,-27-6-506 15,15 3 224-15</inkml:trace>
  <inkml:trace contextRef="#ctx0" brushRef="#br0" timeOffset="-183882.77">25010 12075 28 0,'0'0'135'0,"-2"-15"-8"0,2 15 1 16,-1-10 1-16,1 10-12 0,-1-9-7 0,1 9-11 0,-4-11-1 15,3 5 2-15,1 6-6 0,-4-10-5 0,1 5-6 16,3 5 9-16,-5-10-3 0,5 10-5 0,-3-7-9 16,3 7-1-16,-6-9-9 0,6 9-3 0,-2-5 2 15,2 5-2-15,-4-5-4 0,4 5 0 0,0 0-3 16,0 0-7-16,-4-9-4 0,4 9-2 15,0 0-7-15,0 0-2 0,-5-3-1 0,5 3-4 0,0 0 6 16,0 0-9-16,0 0-1 0,0 0-4 0,0 0 1 16,-3-7-3-16,3 7 2 0,0 0-9 0,0 0 2 15,0 0-1-15,0-10 2 0,0 10 0 0,0 0-2 16,-4-5 0-16,4 5 3 0,0 0-3 0,0 0 3 16,0 0-4-16,-2-9-1 0,2 9 0 0,0 0 0 15,0 0 1-15,0 0 0 0,0 0-5 0,-2-8 0 16,2 8-4-16,0 0 4 0,0 0-8 0,0 0-3 15,0 0 1-15,0 0 4 0,0 0-3 0,0 0 0 16,0 0-1-16,0 0 1 0,6 25 1 0,-1-18-3 16,-3 3 3-16,1 2-1 0,1 0 1 0,0 4-1 15,1 1 0-15,-2 1 1 0,0-2-1 0,5 2 5 16,-4 0-4-16,5 6 4 0,-7-6-2 0,1 2 2 16,3-2 1-16,-1 0 0 0,-1 1 4 15,-1-1 1-15,1 0 0 0,-2-1 0 0,1 0-2 0,1-1 2 16,-2 1 0-16,0-2 1 0,0-4 1 0,-1 2 3 15,2-1-1-15,-3-1 0 0,1-1 1 0,-1-2 0 16,-1 4-2-16,2-4 0 0,1 2-2 0,-2-2 1 16,0-1 2-16,0-7 0 0,0 13-1 15,0-13 0-15,-2 13-2 0,2-13 2 0,-1 10-2 0,1-10 3 16,1 10-2-16,1-7 1 0,-2-3 0 0,3 7-2 16,-3-7-1-16,0 0 2 0,0 0-3 0,0 0 5 15,0 0-4-15,-3 11-5 0,3-11 4 0,0 0 0 16,0 0-1-16,0 0-2 0,0 0-2 0,0 0 3 15,0 0-4-15,0 0 1 0,3 8 3 0,-3-8-2 16,0 0 0-16,0 0-2 0,0 0-8 0,0 0-7 16,0 7-9-16,0-7-4 0,0 0-5 0,0 0-1 15,0 0-11-15,0 0-10 0,0 0-10 0,0 0-14 16,0 0-13-16,0 0-31 0,0 0-22 0,0 0-39 16,0 0-18-16,0 0-142 0,0 0-371 0,0 0 165 15</inkml:trace>
  <inkml:trace contextRef="#ctx0" brushRef="#br0" timeOffset="-183225.45">25012 12225 29 0,'0'0'131'0,"0"0"-10"0,-4-14-8 16,4 14-4-16,-2-13-10 0,2 13-2 0,0-13-8 16,-1 3-9-16,1 10-6 0,-3-16-6 0,2 3-6 15,1 4 2-15,-2 3-6 0,2-3-1 0,0-2-6 16,-2 3-1-16,2 8-6 0,0-16 7 0,0 10 9 16,0 6 1-16,0-13-2 0,0 13-3 15,-4-10-5-15,4 10-3 0,-2-11 0 0,2 11-1 0,-2-10 4 16,2 10 0-16,-1-7-4 0,1 7 3 0,-1-7-5 15,1 7 1-15,0 0-1 0,0 0-2 0,-1-9-6 16,1 9-4-16,0 0-5 0,0 0 2 16,0 0-1-16,0-9-10 0,0 9 5 0,0 0-7 0,0 0 0 15,0-10-4-15,0 10 2 0,2-8-7 0,-2 8 2 16,1-7-2-16,-1 7 4 0,4-9-2 0,-4 9-2 16,1-7-3-16,-1 7-3 0,0 0 5 0,3-7 4 15,-3 7-2-15,0 0 0 0,0 0 0 0,0 0-2 16,2-7-2-16,-2 7-4 0,0 0-3 0,0 0 1 15,0 0 0-15,0 0-2 0,0 0 0 0,0 0-1 16,7 25 3-16,-7-13 2 0,0 0-2 0,2 6 0 16,-2 0 1-16,0 6 5 0,0 0 3 0,0 1-2 15,0 2 5-15,2 0 2 0,-4-2 4 0,2 2 0 16,-1 2 3-16,1 0 2 0,3-2 2 0,-1 2 4 16,0-3 5-16,-1 1-5 0,0 0-1 0,1 0 0 15,1-8-1-15,-3 6 2 0,3-6-2 0,-3 1-19 16,2-2-1-16,0-1 2 0,-2-1 1 0,2 0 0 15,-2-3 2-15,1-2 0 0,-2-2 6 0,2 1-4 16,-1-1-4-16,0-1 5 0,2-3-4 0,-2-5-1 16,-2 12-1-16,2-12 4 0,2 7-3 0,-2-7 3 15,0 0-1-15,0 8-3 0,0-8 6 0,0 0 0 16,0 0-1-16,0 0 0 0,0 0-5 0,0 0-15 16,0 0-18-16,0 0-29 0,0 0-32 0,0 0-30 15,-14-25-52-15,13 13-34 0,-1-6-41 0,-2 0-148 16,4-1-423-16,0-7 188 0</inkml:trace>
  <inkml:trace contextRef="#ctx0" brushRef="#br0" timeOffset="-182228.92">25046 11875 47 0,'-6'-7'102'0,"6"7"-8"16,0 0-9-16,0 0 3 0,-3-5-3 0,3 5-14 15,0 0-3-15,0 0 2 0,0 0-1 0,0 0-13 16,0 0 8-16,0 0-11 0,13-4-2 0,-5 3-1 16,-8 1-11-16,17-3 7 0,-3 4-3 0,-3-2 0 15,9 1-6-15,0 0-5 0,7-1 1 16,1-3 0-16,1 2 1 0,2 0 5 0,1-1-10 16,1 1-2-16,1 0-2 0,-1 0 2 0,0 1 0 0,2 0-1 15,-4-2-5-15,1 2-5 0,0 0 5 0,-1 0 0 16,0 1-2-16,-1 0 2 0,1-3-4 0,-2 3 3 15,1-2-6-15,-2 1-1 0,1 0 3 0,0-2 0 16,-8 3-5-16,6-1 5 0,-7 1-3 0,2-3 0 16,-3 1-3-16,3 0 3 0,-2 1 8 0,-2-2-3 15,5 0-4-15,-6 0 6 0,2 0-6 0,-6 2 5 16,1 0-2-16,-1 1 1 0,-2-1-5 0,1 1 3 16,-2 0 0-16,-1-1 3 0,-1 2-11 0,-8-1 2 15,15 0 2-15,-10 0-4 0,-5 0-2 0,15 2 3 16,-6-2 3-16,-9 0-3 0,9 0 2 0,-9 0 0 15,14 0-1-15,-7 1-1 0,-7-1 2 0,11-1-1 16,-11 1-1-16,9 1 0 0,-9-1 0 0,9 2 2 16,-9-2-2-16,0 0-2 0,0 0 0 0,0 0-2 15,8 3 0-15,-8-3 4 0,0 0 5 16,0 0-5-16,0 0-2 0,0 0 6 0,0 0-4 0,0 0 3 16,0 0-5-16,0 0-2 0,7 2 2 0,-7-2 3 15,0 0-9-15,0 0 7 0,0 0 0 0,0 0 3 16,5 6 0-16,-5-6 5 0,3 4-3 0,-3-4 5 15,0 0-4-15,2 14 5 0,-4-8-2 0,2-6-2 16,2 11 3-16,0-6-1 0,-2 3-2 0,2-2-2 16,0 4 2-16,-2-1 1 0,2 1 0 0,0 0-1 15,1 3 2-15,-1-3-1 0,2 4 4 0,-1-1 2 16,0 2-1-16,-1 1 2 0,2-1 10 0,-2 1-9 16,0 1 0-16,1 0 5 0,-1 2-1 0,-2-1-2 15,0 0-1-15,2-1 0 0,0-2-3 0,-2 3-1 16,0-6 0-16,0 5-1 0,2 0-2 0,0 4 4 15,-2-4-2-15,0 1 1 0,0-6 3 0,1 5 1 16,1-2-2-16,-4 1 2 0,1-3-3 0,2 0-3 16,-2 2-1-16,1-4-3 0,0 2 1 0,0 1 3 15,1-2-5-15,-1-1 1 0,0 0 1 0,0 2 3 16,-1-5 0-16,-3 4 0 0,4-2 0 0,-2 1 0 16,4-1-1-16,-4 0-1 0,2 0 1 0,-2-1-1 15,2 0 2-15,0-1-3 0,-2 2 4 0,2-3-4 16,0-7-1-16,-3 11-3 0,3-11-4 0,-2 11 5 15,2-11-7-15,0 8 6 0,0-8-3 0,-2 7-1 16,2-7 10-16,0 0-12 0,0 0 0 0,0 9 1 16,0-9 1-16,0 0-1 0,0 0 0 0,0 0-1 15,0 0 1-15,0 0 2 0,0 0-2 0,0 0 2 16,0 0 0-16,0 0-3 0,0 0 3 0,0 0-7 16,0 0-8-16,0 0-20 0,0 0-20 0,0 0-33 15,0 0-45-15,0 0-52 0,0 0-62 0,-16 0-65 16,16 0-176-16,0 0-516 0,-25-6 228 0</inkml:trace>
  <inkml:trace contextRef="#ctx0" brushRef="#br0" timeOffset="-180772.9">30219 11903 130 0,'-5'-6'123'0,"-1"1"1"0,1-3-1 0,1 2-9 15,-1 1-7-15,5 5 4 0,-6-11 2 0,3 7-4 0,3 4-3 16,-3-10-2-16,0 5-4 0,3 5-2 0,-3-12-4 16,1 7-12-16,2 5-3 0,-3-8-9 15,3 8 0-15,-2-8-5 0,2 8-4 0,-4-6-6 16,4 6 4-16,0 0-11 0,-5-10 2 0,5 10-4 15,0 0-1-15,-3-6-3 0,3 6 0 0,0 0 0 16,0 0-4-16,0 0 1 0,0 0-5 0,0 0-5 0,0 0-2 16,0 0-6-16,0 0-2 0,0 0-3 15,0 0-5-15,0 0 0 0,0 0-2 0,0 0 1 16,0 0-3-16,0 0 1 0,0 0-3 0,0 0 8 16,3 30-7-16,-2-17 0 0,0 2 3 0,2 2 0 0,-1 2 5 15,1-1 6-15,1 7 8 0,0 1 3 0,0 1 3 16,-1-1-3-16,1 0 3 0,0-2-5 0,2 3-1 15,-1 2 3-15,-1-4-3 0,0 2 2 0,0 0-5 16,1-8 3-16,-1 6 1 0,-3 0-5 16,2-7-1-16,-2 1-1 0,-1 0-4 0,1-1 1 0,-2-1 0 15,2-1-3-15,-1 0-1 0,2 1-4 16,-4-2 0-16,4-2 0 0,-2-2 0 0,0 0 9 16,0-1-6-16,-2 0-7 0,1-1 3 0,2-1-5 0,-1-8 0 15,0 13 0-15,0-8 2 0,0-5-1 16,0 10-3-16,0-10 5 0,0 0-5 0,-1 9 2 15,1-9-2-15,0 0 1 0,0 0 3 0,0 0 0 0,1 10 3 16,-1-10-4-16,0 0-5 0,0 0-21 0,0 0-27 16,0 0-28-16,0 0-35 0,0 0-33 15,0 0-46-15,-15-19-46 0,13 13-211 0,0-3-484 16,0-4 215-16</inkml:trace>
  <inkml:trace contextRef="#ctx0" brushRef="#br0" timeOffset="-179860.02">30216 11789 22 0,'-4'-11'111'0,"4"11"0"0,-4-9 8 0,4 9-11 15,-2-7 6-15,2 7-14 0,-4-5 6 0,4 5-8 16,0 0-4-16,0 0-8 0,-4-7-9 16,4 7-7-16,0 0 3 0,0 0-9 0,0 0-3 15,0 0-3-15,0 0 1 0,12-9-3 0,-5 8-11 0,6-2 9 16,0 2-6-16,7-2-5 0,1 2-2 0,7-3-3 15,-6 2-1-15,7-3-3 0,0 2 1 16,3 2-7-16,-2-2-1 0,-1 0-3 0,-1-1 3 16,0 4-1-16,0-3-4 0,-8 2-1 0,1-1 2 0,-3 1-5 15,0 0 4-15,0-1 2 0,-1 2-3 0,-3-3-1 16,2 3-3-16,-3 0 1 0,-1 0-7 0,-2 0 4 16,1-2-2-16,-2 2 1 0,-1-2-3 0,-8 2 3 15,18 2-2-15,-12-2 1 0,-6 0 2 16,13-1 2-16,-13 1 0 0,14-1-3 0,-14 1 3 15,9 0 1-15,-9 0-6 0,0 0 2 0,9 0-5 0,-9 0 0 16,0 0 5-16,11 1-6 0,-11-1 2 0,8 3 3 16,-8-3-3-16,10-2 5 0,-10 2-3 0,9 2 4 15,-9-2-2-15,8 1 1 0,-8-1 1 0,9 2-3 16,-9-2 1-16,10 2-1 0,-10-2 0 16,9 2-1-16,-9-2-3 0,8 3-1 0,-8-3 0 0,9 3-2 15,-9-3 0-15,9 0 6 0,-9 0-6 0,6 4 7 16,-6-4-8-16,0 0 3 0,8 2-3 0,-8-2-1 15,0 0-2-15,0 0 1 0,6 1 0 16,-6-1 1-16,0 0-1 0,0 0 1 0,4 7-2 16,-4-7 2-16,5 3 0 0,-5-3 1 0,3 8 2 0,-3-8-3 15,0 0-1-15,3 11 4 0,-1-7 9 0,0 2 1 16,-2-6-2-16,3 15 2 0,-2-6-10 0,-1 3 5 16,0 0 1-16,0 4 6 0,0-1-4 15,-1 3 2-15,-2 0-1 0,3 0 0 0,-2 0 0 0,-1 1 4 16,2-1 2-16,-2 2-2 0,2-3 4 0,-3 3-1 15,3-1 6-15,-1-1-4 0,2 1 2 0,-3 2-1 16,2-5 9-16,-2 3-5 0,2-2-1 0,-1 2-5 16,2 0 8-16,-1-5-6 0,1 3-1 0,0-2-3 15,0 1-5-15,0-3 3 0,0-2-5 16,0 4 2-16,-1-1-6 0,1-2 5 0,1-1-2 0,-1 0-1 16,0 2-1-16,1-3-1 0,-1 0-4 0,3 1-3 15,-3-1 3-15,1 0 6 0,-1-2-6 0,0-8 4 16,0 14-2-16,0-7 0 0,0 0-2 0,0-7-3 15,2 12 0-15,-2-12 1 0,1 10 2 0,-1-10-2 16,0 8-1-16,0-8 2 0,0 0 1 0,-3 11-1 16,3-11-3-16,0 0 3 0,0 7 2 0,0-7-5 15,0 0-3-15,0 0 4 0,3 6-11 0,-3-6-9 16,0 0-8-16,0 0-7 0,0 0-10 0,0 0-8 16,0 0-17-16,0 0-16 0,3 7-29 0,-3-7-27 15,0 0-26-15,0 0-53 0,0 0-39 0,0 0-182 16,0 0-473-16,0 0 209 0</inkml:trace>
  <inkml:trace contextRef="#ctx0" brushRef="#br0" timeOffset="-179293.02">30449 12421 118 0,'0'0'113'0,"0"0"-12"0,0 0-3 15,0 0-10-15,0 0-4 0,-9-3-4 0,9 3-1 16,0 0-10-16,0 0-3 0,0 0 4 0,0 0-1 16,0 0 8-16,0 0-6 0,0 0 4 0,0 0 4 15,0 0-5-15,0 0-1 0,0 0-8 0,33 1 2 16,-22-2-3-16,0 0-2 0,0 1-2 16,2 0-1-16,1-2-7 0,4-1-4 0,2 1-2 0,1 2-1 15,1-3-2-15,-1 0-4 0,9 0 1 0,-10 0-6 16,10 1 2-16,-1 1-7 0,-2-1-2 0,0-2 2 15,-1 1 4-15,-3 2-2 0,-2 1-5 16,-1-2 5-16,1 1-4 0,-2 1 1 0,-1-1-5 16,-5-2 0-16,-1 1-1 0,0 3 4 0,-1-1-8 0,-2 0 3 15,-1-1-2-15,-8 1-2 0,12 0 0 0,-12 0 3 16,12 0 0-16,-12 0-1 0,9-1 1 0,-9 1 3 16,11 0 0-16,-11 0-1 0,0 0-3 0,12-2 1 15,-12 2-5-15,8-1 4 0,-8 1-5 16,9 0 0-16,-9 0 1 0,0 0-2 0,11 0-4 0,-11 0-1 15,0 0-3-15,0 0-2 0,9-1-2 0,-9 1-10 16,0 0-13-16,0 0-20 0,0 0-32 0,0 0-25 16,0 0-24-16,0 0-28 0,0 0-32 0,0 0-37 15,0 0-125-15,0 0-374 0,0 0 165 0</inkml:trace>
  <inkml:trace contextRef="#ctx0" brushRef="#br0" timeOffset="-176845.96">26342 11837 3 0,'0'0'19'16,"0"0"-1"-16,-7-6 1 0,7 6 2 0,0 0-2 16,-8-4 2-16,8 4 2 0,-5-3-2 0,5 3-4 15,0 0-3-15,-10-2 5 0,10 2 1 0,0 0-1 16,-10-3-5-16,10 3-3 0,0 0 3 0,-9-1-6 15,9 1 0-15,0 0 4 0,0 0-9 0,-12 0 2 16,12 0-3-16,0 0 0 0,0 0-2 0,0 0 4 16,0 0 3-16,-7 3-1 0,7-3-2 0,0 0 3 15,0 0 13-15,0 0 1 0,0 0 3 0,0 0-1 16,17 8-4-16,-6-6-2 0,2-2 3 0,1 0-4 16,-1 1-6-16,7-1 10 0,1 0-5 0,6 0-5 15,4-1 0-15,1 0 7 0,1-2-8 0,1 2 7 16,2-2-7-16,2-1-7 0,18 2 7 0,-18-1 5 15,14-1-3-15,-14 1 3 0,14 1-12 0,-14-3 13 16,2 1-7-16,14 2 0 0,-2-2 0 0,-1 1 2 0,-10-1 1 16,-3 2-2-16,0-2-6 0,1 0 3 15,-1 2 2-15,0-1-3 0,-2 0 1 0,-1-2-7 16,-3 4 5-16,-3-3-10 0,2 3 2 0,-4-2-4 16,-6 2-3-16,0 0-8 0,-2-1 3 0,0 1-13 0,-2 1 0 15,2-1-7-15,-6 1-5 0,1 0-6 0,-3-2-44 16,0 2-98-16,0-2 44 0</inkml:trace>
  <inkml:trace contextRef="#ctx0" brushRef="#br0" timeOffset="-175758">27771 11759 38 0,'31'0'83'0,"1"0"-2"0,1 0-8 0,-1-1-3 0,5 0 1 16,-1 1-6-16,0-3-1 0,1 2-12 0,1-1 0 16,0 1-6-16,0-3 2 0,0 1-3 0,-1 1-5 15,0 1 3-15,0-2-9 0,0-1-2 0,0 4-4 16,-1-3 0-16,0 1 0 0,-5 0-7 0,3-1-1 15,-3 1 2-15,-2-2-3 0,-1 3 1 0,0-1-6 16,-5 2-1-16,-2-1-2 0,2-1-6 0,-2 0 2 16,1 0 6-16,-1-1-8 0,-1-1-4 0,-1 3 0 15,0-1 3-15,-2-1-2 0,2 1 4 0,-1 4-4 16,-5-5 2-16,5 2-4 0,-2-1 2 0,-2 2 1 16,4-1-4-16,1 0 5 0,-6 0-2 0,1 1 2 15,3 0-1-15,-2-2-5 0,-2 1 0 0,3 1-3 16,1-1-1-16,1-2 3 0,-1 1 0 0,1 1-1 15,-1 1 4-15,0-2-1 0,-2 1-3 0,-1 0 5 16,-1 1 0-16,6-2-4 0,-5 1 4 0,-1 1-3 16,1-1 0-16,3-3-1 0,1 4 6 0,-2 0-4 15,0 0-2-15,-3 0 2 0,6 0 4 0,-8 0-6 16,3 0-4-16,0-1 11 0,-1 2-4 0,1-1 13 16,-1-1-2-16,5 0-10 0,-1 1 6 0,-4 0 2 15,-1 0-1-15,2 0 2 0,-1-2 3 0,-3 2-7 16,4-1 8-16,-2-1 6 0,5 2-4 0,-5-1-4 15,1 0-2-15,-3 1-2 0,2-1 5 0,0 1-3 16,-1-2-1-16,0 1 0 0,0 0 1 0,0-1-2 16,-3 2-1-16,2 0-5 0,-10 0 5 0,14 0-7 15,-14 0 3-15,11 0-1 0,-4 2 6 0,-7-2-22 16,0 0 5-16,11-3-24 0,-11 3 11 0,0 0-15 16,0 0-2-16,9 0 2 0,-9 0-8 0,0 0-4 15,0 0-1-15,6 4 0 0,-6-4-6 0,0 0 1 16,0 0 0-16,0 0-1 0,0 0 4 0,0 0 7 15,0 0 1-15,0 0 1 0,0 0 2 0,0 0-5 16,0 0 1-16,0 0 5 0,0 0 1 0,-15 9 4 16,15-9 0-16,-13 2 7 0,13-2 1 0,-15 0 3 15,9 1 8-15,6-1 4 0,-17 0 2 0,7 2 6 16,3-1 3-16,-3-1-2 0,1 3 3 0,9-3 4 16,-15 1 1-16,6 1 4 0,4 0 2 0,5-2-2 15,-10 3 7-15,10-3-3 0,-11 2 1 0,11-2 6 16,-6 2 15-16,6-2 6 0,0 0 14 0,0 0 0 15,0 0 0-15,0 0 5 0,0 0-5 0,0 0 1 16,19 7 2-16,-7-6-5 0,2-1 8 0,2-1-7 16,2 1 5-16,3 0-11 0,-2 0 6 0,9 0 5 0,0 0-5 15,1 0-2-15,0-1-7 0,-3 2-6 0,2-2-4 16,-6 1-2-16,0 1-2 0,0-2-7 0,1 2 0 16,-3-1 3-16,2 0-9 0,0-1-3 15,-3 2 2-15,1-1-1 0,1 0 4 0,-9 1-21 16,5 1-10-16,-4-2-8 0,-3 0-8 0,-1 0-10 0,1 0-10 15,-10 0-8-15,13-2-7 0,-13 2-7 0,10 0-6 16,-10 0-3-16,0 0-1 0,0 0 5 16,0 0-2-16,0 0 9 0,0 0-6 0,0 0 5 15,0 0 7-15,-24 7 6 0,24-7 4 0,-17 2 9 16,11-2 4-16,6 0 7 0,-14 0 8 0,9 3 9 0,5-3 11 16,-14 0 10-16,14 0 10 0,-8 1 11 0,8-1 15 15,-8 2 5-15,8-2 4 0,0 0 3 0,0 0 5 16,0 0-1-16,0 0 3 0,0 0-6 0,0 0 3 15,0 0-11-15,0 0 0 0,32 1-5 16,-20-2 2-16,1 2-2 0,-1-1-8 0,5 0 0 0,-3 0-3 16,-1-1-6-16,6 1-5 0,-5-2-2 15,4 0 3-15,-6 3-17 0,0-1-16 0,-1-1-9 16,-4 1-20-16,-7 0-9 0,14-2-12 0,-14 2-11 16,9 0-9-16,-9 0-10 0,8-2-68 0,-8 2-171 0,0 0 75 15</inkml:trace>
  <inkml:trace contextRef="#ctx0" brushRef="#br0" timeOffset="-175631.22">30318 11703 367 0,'0'0'-16'0,"0"0"15"0,-10 0 4 15,10 0 14-15,0 0 7 0,0 0 18 0,0 0 7 16,0 0 2-16,0 0 0 0,0 0-11 16,0 0 6-16,0 0-10 0,0 0 1 0,0 0-12 0,0 0 3 15,23-9-2-15,-14 3 0 0,-1 5-4 0,1-1-15 16,-9 2-11-16,11-3-16 0,-11 3-14 0,10-2-23 16,-10 2-19-16,8-2-40 0,-8 2-123 0,0 0 54 15</inkml:trace>
  <inkml:trace contextRef="#ctx0" brushRef="#br0" timeOffset="-171829.89">26591 11083 23 0,'3'-5'112'0,"-3"5"-7"0,2-9-6 0,-2 9-5 15,2-10-1-15,-1 6-11 0,-1 4 9 0,4-8-7 0,-4 8-3 16,0 0-9-16,2-8 0 0,-2 8-14 0,0 0-3 16,0 0-6-16,0 0 0 0,0 0 5 0,0 0-1 15,0 0 3-15,0 0 0 0,0 0-5 0,9 23 14 16,-7-13 2-16,0 3 2 0,0 3 0 0,0 2-3 16,4 6 1-16,-2 4-3 0,0-3-5 0,-1 3-2 15,-1-2-6-15,2 5-4 0,0-3-3 0,-1 3-1 16,2 2-2-16,-1 1 2 0,1-2-1 0,-3 1-5 15,0-1-2-15,2-3-4 0,1 0-2 0,1-4 1 16,0 2-3-16,-2-1 0 0,0-1-2 0,1-7-1 16,-1-1-4-16,2-4 1 0,-2 1-5 0,0-2 1 15,0-1-3-15,-1-1 3 0,-1-1-6 0,2-1 3 16,-2 0-2-16,0-4-1 0,-2-4-2 0,3 9 2 16,-3-9-3-16,2 9 2 0,-2-9 0 0,0 7 0 15,0-7 4-15,0 0-11 0,0 0-14 0,2 7-19 16,-2-7-34-16,0 0-33 0,0 0-41 0,0 0-34 15,0 0-31-15,0-25-158 0,0 25-389 0,0-20 172 16</inkml:trace>
  <inkml:trace contextRef="#ctx0" brushRef="#br0" timeOffset="-170679.58">26699 10996 76 0,'0'0'75'0,"0"0"-12"16,0 0-4-16,0 0-6 0,0 0-8 0,0 0 0 15,0 0-3-15,0 0 0 0,0 0-3 0,0 0 3 16,0 0 2-16,0 0 3 0,0 0 2 0,0 0 4 15,0 0-2-15,0 0 1 0,34-4-1 0,-21 3-5 16,5-3 1-16,3 2-4 0,-2-1-3 0,8-2-1 16,-6 1-3-16,8-1 0 0,-2 2-2 0,7 0 0 15,-1 0-1-15,1 0 2 0,4 0 2 0,16-1-3 16,0 1-5-16,-3 3-7 0,1-3-3 0,0 3 4 16,-1-4-4-16,1 2-1 0,0 0-3 0,-1-1-3 15,-12 3 0-15,2-1-2 0,11-4 0 0,-13 3-2 16,-1-2 2-16,2 3 4 0,-1 0-7 0,11-3 2 15,-10 2 3-15,0 0-4 0,-3-1 2 0,0 1-1 16,0-3 2-16,1 4 0 0,0-4 0 0,0 1 4 16,0 4-3-16,-4-4 0 0,0-1 5 15,1 2-5-15,-1-1 0 0,-2 2 1 0,-1-2-1 0,0 1-1 16,-3 0 3-16,1 0-5 0,-5 2 1 0,4-3-2 16,-8 1 1-16,8 2 1 0,-6-4 4 0,0 3-10 15,5-1 3-15,-7 2 1 0,0-3-7 0,-2 2 1 16,2 2 22-16,-9-3-22 0,8-1 0 0,-6 2 0 15,1 1 3-15,-1-1-1 0,-2 0 1 0,-2 0 1 16,-9 2-3-16,16-3 1 0,-16 3 1 0,15-1-1 16,-15 1-3-16,13 0 2 0,-13 0 2 0,14 0-3 15,-14 0-2-15,15 0 0 0,-15 0 6 0,17-2-7 16,-7 2 3-16,-10 0 3 0,23 2-5 0,-13-1 2 16,3-1 2-16,-1 0-1 0,-12 0-1 0,24 0 1 15,-13 0-2-15,2 0 7 0,0 0-3 0,-3 0-2 16,3 0 4-16,-13 0-2 0,19 0-1 0,-8 2-1 15,-11-2 0-15,19-2-2 0,-11 4 2 0,-1-2-3 16,-1 1 3-16,-6-1-1 0,12 1 1 0,-6 2 0 16,-6-3-2-16,10 0-2 0,-10 0 4 0,9 1 0 15,-9-1 0-15,12 1 0 0,-12-1-1 0,7 3-1 16,-7-3 1-16,8 0 1 0,-8 0 1 0,0 0-1 16,8 2-2-16,-8-2 4 0,0 0-1 0,0 0-2 15,9 0 2-15,-9 0 1 0,0 0-2 0,0 0 2 16,0 0 1-16,6 2 2 0,-6-2 1 0,0 0 3 15,0 0-3-15,0 0-2 0,5 5 3 0,-5-5 6 16,0 0 0-16,0 0-2 0,1 8 4 0,-1-8 0 16,3 7-8-16,-3-7-1 0,4 5 3 0,-4-5 2 15,2 9 0-15,-2-9-1 0,2 11-1 0,-2-5 1 16,1 3 9-16,1 1-4 0,1 3 3 0,-2 3 6 16,1 0 4-16,-1 1 1 0,0 0-8 0,0 0 1 15,1 0-2-15,-2 0 4 0,1 0-8 0,-1 1 5 16,1-1-2-16,1 0 1 0,-2 1 5 0,0-2-4 15,0 2-5-15,0 0 3 0,0-1 3 0,1 0-4 16,0 2 1-16,-1-2 0 0,1 0-5 0,-2 9 2 16,2-8 3-16,1 0-6 0,0-1 0 0,-2-2 3 15,0 0-6-15,2 2 0 0,0 0-4 0,-1-3 1 16,3-3 0-16,-1 4 0 0,-1-2 2 0,1-1-4 16,-1-1-4-16,1-1 1 0,0-1-2 0,0 1 5 15,0-4-5-15,0 2-1 0,-1 1 4 0,-2 0-2 16,0 1 0-16,-2 0 1 0,0-2-1 0,0 1 3 15,-1 0-6-15,1 0 5 0,-1-3-13 0,-4 2-19 16,4 1-31-16,-4-3-38 0,7-6-49 0,-7 13-45 16,4-9-51-16,-5 2-163 0,8-6-436 0,-11 4 193 15</inkml:trace>
  <inkml:trace contextRef="#ctx0" brushRef="#br0" timeOffset="-169765.86">27679 9885 183 0,'0'-12'168'0,"-1"0"15"0,0 1-5 0,-1 1 0 0,4 1-14 16,-4 0-8-16,1 1-9 0,1 8-9 16,-2-11-4-16,2 11-11 0,0-12-9 0,0 12-18 15,0 0-8-15,0-8-14 0,0 8-8 0,0 0-8 16,0 0-6-16,0 0-7 0,5 23-5 0,-4-6 4 0,0 9-4 15,3 3 0-15,1 3 1 0,3 13-1 0,-3 1 7 16,-3-10-1-16,3 9-5 0,-1 0 0 0,0 3 18 16,-1-1-4-16,1-11 6 0,0-1-3 15,1 11-3-15,0-14-5 0,-2 2-2 0,3 0-3 16,-4-1 2-16,2-2 0 0,0-1-6 0,-1-4-4 0,-1 0-1 16,-2 1-1-16,6 2 1 0,-4-8-2 0,0-4-4 15,2 4 0-15,0-3-2 0,-3 0 0 16,0 0 5-16,0-1-10 0,1-6 1 0,-2-1-3 15,0-1 3-15,2 1-5 0,-2-4-2 0,0-6-6 0,0 11 8 16,0-11-9-16,2 8 1 0,-2-8-5 0,0 7-3 16,0-7-1-16,0 0-15 0,0 0-6 0,3 9-13 15,-3-9-13-15,0 0-20 0,0 0-31 0,0 0-42 16,0 0-42-16,0 0-47 0,0 0-25 0,0 0-212 16,0 0-502-16,0 0 222 0</inkml:trace>
  <inkml:trace contextRef="#ctx0" brushRef="#br0" timeOffset="-169053.66">27829 10828 36 0,'0'0'108'0,"0"0"4"0,0 0-4 16,-5-6-2-16,5 6-8 0,0 0-5 0,0 0-11 15,0 0-3-15,0 0-6 0,-4-8-10 0,4 8-6 16,0 0 0-16,0 0-9 0,0 0-8 0,0 0-3 16,0 0-6-16,0 0-4 0,0 0 6 0,0 0-10 15,0 0-8-15,0 0 2 0,-3-5 2 0,3 5-12 16,0 0 5-16,0 0-1 0,0 0-1 0,0 0-2 16,0 0 1-16,0 0 2 0,0 0-2 0,0 0-2 15,0 0-1-15,0 0-2 0,0 0 14 0,0 0 2 16,0 0 11-16,0 0 7 0,0 0 5 0,0 0 2 15,0 0 9-15,0 0-5 0,0 0 4 0,0 0 0 16,0 0-2-16,0 0-1 0,0 0-4 0,0 0-6 16,0 0-5-16,0 0 5 0,0 0-12 0,0 0 0 15,0 0-2-15,0 0-3 0,-10-4-4 0,10 4 1 16,-3-6-3-16,3 6-3 0,-6-5 7 0,6 5-6 16,-4-8 5-16,1 3 6 0,3 5 7 15,-5-6 7-15,5 6 1 0,0 0-1 0,-5-8 2 0,5 8-2 16,0 0 2-16,-3-5 0 0,3 5-5 0,0 0-4 15,0 0-4-15,0 0-7 0,0 0-4 0,0 0-3 16,0 0-1-16,0 0-1 0,0 0 2 0,-7 16-1 16,7-6 0-16,-2 1 0 0,2-1-2 0,-2 0 6 15,2 1-1-15,-1 1 0 0,1 0 9 0,1 1 2 16,-2-2-1-16,1 1 1 0,1-2-1 0,1 0-1 16,-2 0-1-16,0-1-3 0,2 1-3 0,-2-3 2 15,2 3 1-15,0-2-6 0,-2-8-2 0,0 11 3 16,3-4-5-16,-3-7-3 0,1 8 1 0,-1-8 1 15,2 9-11-15,-2-9-13 0,0 0-17 0,0 0-14 16,0 8-23-16,0-8-13 0,0 0-37 0,0 0-41 16,0 0-40-16,0 0-49 0,0 0-155 0,0 0-434 15,0 0 192-15</inkml:trace>
  <inkml:trace contextRef="#ctx0" brushRef="#br0" timeOffset="-168362.66">27637 9658 103 0,'0'0'127'0,"-6"-5"-12"0,6 5-7 15,0 0-4-15,0 0-13 0,-9 8 14 0,9-8 3 0,-4 11-4 16,0-4-2-16,3 2-1 0,-1 0-8 0,0 1 0 16,1 1 0-16,-1 0-4 0,0-1-6 0,2-3-7 15,2 3-5-15,1-1-4 0,-1-1-1 0,1 0-2 16,-1-3-6-16,4 1 5 0,-1-1-2 0,1-1 1 16,4 1-5-16,1-3 1 0,0 0-4 0,2-2 1 15,0-1-7-15,0 0-2 0,2-4-4 0,-2 1-2 16,1-1-1-16,-3-2-2 0,1 1-4 0,-2 0 0 15,-3-2-7-15,1-1-1 0,1 1-1 0,-3 0-5 16,-2-2-4-16,0 1 1 0,-1-1-4 0,-3 1-1 16,-1-2-3-16,-1 0-2 0,-2 0-7 0,-3 0 16 15,-1 1-5-15,-6-1-3 0,5 4-6 0,-5 1-2 16,-1-2-9-16,4 4-8 0,-3 0-13 0,1 1-22 16,-3 3-15-16,3 0-27 0,1 0-30 0,-3 3-25 15,3 1-35-15,1-1-29 0,0 2-119 0,7-3-359 16,4-2 159-16</inkml:trace>
  <inkml:trace contextRef="#ctx0" brushRef="#br0" timeOffset="-167862.05">28295 9492 194 0,'-5'-13'216'0,"4"7"-12"0,-3 0-6 16,4 6-9-16,-7-9-11 0,1 4-14 0,6 5-18 15,-9-6-15-15,4 4-11 0,5 2-19 0,-13 0-10 16,13 0-5-16,-14 9-7 0,4 1-2 0,0 4-4 16,-1 2-9-16,-3 8-2 0,3-3-7 0,-1 3-7 15,4 0-2-15,3-4-1 0,-2-1-2 0,1-3-1 16,4 3-5-16,-1-2-3 0,1 0 2 0,2-3-8 15,2-3-3-15,3 0 1 0,-3 1-4 0,2-2 1 16,-1-1-1-16,1 0-2 0,2-2-3 0,-3-2 3 16,5-1-5-16,-2 1 0 0,0-3 2 0,0 1-2 15,-6-3 0-15,15 2 0 0,-8-2 0 0,-7 0-1 16,12-2-2-16,-7-1 4 0,2 0-5 0,-2-1-2 0,1-1-3 16,-1-2 4-16,-1-1-4 0,4-1 2 0,-2 1-3 15,-1-1-2-15,1-1 4 0,1 1-10 16,0-1 3-16,-2 1-6 0,2 0 1 0,-4 3-4 0,1 1 4 15,1 0-1-15,-5 5 0 0,9-7-5 0,-5 5 2 16,-4 2-2-16,0 0 0 0,0 0 0 16,0 0 3-16,16 5 0 0,-13 0 1 0,2 0 1 15,-2 2 1-15,0-1-1 0,0 4-1 0,0-4 5 16,-2 0-1-16,2 4 1 0,-2-3-12 0,-1 3-22 0,4-3-26 16,-3 1-31-16,1-2-31 0,0 0-40 0,3 0-34 15,0 0-192-15,-2-2-422 0,4-2 187 16</inkml:trace>
  <inkml:trace contextRef="#ctx0" brushRef="#br0" timeOffset="-167496.15">28691 9605 25 0,'-6'-6'217'0,"0"3"-6"0,-2-1-3 0,-1 2-10 15,-2 0-10-15,-1 4-11 0,0 1-11 0,-5 3-10 16,-1 4-13-16,1-1-9 0,1 2-10 0,3 1-11 15,-1 0-8-15,3 0-14 0,4 1-5 0,0-3-14 16,2-1 0-16,3 1-11 0,-1-3-4 0,2 1-6 16,1-8 2-16,4 14-8 0,1-9 0 0,-1 0-3 15,2-2-6-15,0-1-1 0,2 1 4 0,5-4-5 16,-5 1-1-16,3-2-5 0,-1 0 4 0,0-2-7 16,-1-2 2-16,2 0-3 0,-2 2-4 0,-4-3 2 15,4-1-2-15,-4-1-3 0,4 0 2 0,-5 0-3 16,2 0-1-16,-2 2 0 0,0 0 5 0,-1 1 1 15,0 0 0-15,-3 6-3 0,4-7 2 0,-4 7-10 16,4-6-2-16,-4 6-7 0,0 0 2 0,0 0 0 16,0 0 0-16,0 0-3 0,0 0 1 0,0 0 2 15,1 23 2-15,-1-14-7 0,0-2-4 0,0-7-13 16,1 17-18-16,1-7-20 0,-1-3-25 0,1 1-36 16,1 1-43-16,1-3-31 0,2 0-37 0,-2-1-194 15,-4-5-456-15,13 8 202 0</inkml:trace>
  <inkml:trace contextRef="#ctx0" brushRef="#br0" timeOffset="-167246.44">28869 9451 184 0,'0'-8'265'0,"0"1"-10"0,0 7-18 0,1-10-27 16,-1 10-24-16,0 0-20 0,0 0-20 0,0 0-10 15,0 0-5-15,0 0-9 0,-6 28-9 0,3-10-11 16,1 1-4-16,1 0-8 0,-2 8-6 0,0-8-9 16,0 0-8-16,3 0-6 0,-3 0-6 0,0-1-3 15,1-2-7-15,2 1-4 0,2-3-12 0,-2-2-23 16,0 1-20-16,2-3-39 0,-4-1-49 0,2-9-46 16,3 15-53-16,-3-10-206 0,0-5-440 0,0 0 195 15</inkml:trace>
  <inkml:trace contextRef="#ctx0" brushRef="#br0" timeOffset="-167108.15">28814 9550 88 0,'0'0'137'0,"6"-6"-16"0,1 4-8 0,-7 2-23 15,13-3-31-15,-1 5-40 0,1-1-40 0,0 1-80 16,-2 1-110-16,6 4 48 0</inkml:trace>
  <inkml:trace contextRef="#ctx0" brushRef="#br0" timeOffset="-166829.9">29079 9722 213 0,'5'-4'210'0,"4"-4"-11"15,-4 5-8-15,2-5-13 0,1 0-4 0,2 1-8 16,-1-1-11-16,-1-1-9 0,-2-3-6 0,3 2-15 15,-1-3-9-15,-2-3-12 0,1 0 1 0,-1 2-12 16,-3 3-5-16,-2 0-11 0,1 1-4 0,-4 0-2 16,2 10 1-16,0-16-9 0,-3 10-3 0,-2 2-7 0,5 4-6 15,-10-5-6-15,10 5-5 0,-19 6-2 16,9 0-5-16,-6 5-1 0,2 0 0 0,1 3-2 16,2 2-3-16,1-1-1 0,2 0-4 0,4 1 0 15,3 0-5-15,1-1-16 0,0-2-22 0,4-2-23 16,4 5-40-16,1-3-41 0,3-1-52 0,1-2-54 15,0 4-186-15,3-6-457 0,0 2 202 0</inkml:trace>
  <inkml:trace contextRef="#ctx0" brushRef="#br0" timeOffset="-164839.84">26454 9794 72 0,'0'0'131'16,"0"0"-14"-16,-13 2-1 0,13-2 2 0,-11 3-13 15,11-3-1-15,-11 0-1 0,11 0-1 0,-9 1 4 16,9-1-10-16,-10 3-1 0,10-3 3 0,-9 0 1 0,9 0-2 16,-8 0-1-16,8 0-6 0,-10 3-9 15,10-3-2-15,0 0-5 0,0 0-6 0,0 0 4 16,-6 1-8-16,6-1 4 0,0 0 2 0,0 0-7 15,0 0-4-15,33-3-2 0,-14 0 0 0,12 1-3 0,0-3-4 16,3 0 4-16,-2 1-10 0,1 0 3 16,-2 0-7-16,-3-2-2 0,-8 3 10 0,-2 2-2 15,-4 1-9-15,-1-2 0 0,-3 2-6 0,0 0 2 16,-10 0-7-16,11-1-4 0,-11 1-2 0,9 0-3 0,-9 0-1 16,9 0-1-16,-9 0-5 0,0 0-5 0,0 0-14 15,9-2-8-15,-9 2-10 0,0 0-21 16,0 0-29-16,0 0-30 0,0 9-37 0,0-9-44 15,0 0-43-15,0 0-170 0,0 0-432 0,-9 12 192 16</inkml:trace>
  <inkml:trace contextRef="#ctx0" brushRef="#br0" timeOffset="-164429.06">26836 9681 60 0,'0'0'252'0,"-3"-7"-3"0,3 7-10 16,0 0-15-16,0 0-18 0,-2-6-24 0,2 6-20 16,0 0-20-16,0 0-11 0,0 0-17 0,0 0-10 15,0 0-8-15,0 0-11 0,5 22-9 0,-3-12-6 16,1 0-3-16,1 2-5 0,-3-2-1 0,3 1-9 16,0 1-6-16,1 0 7 0,-1 0-7 15,-2-1-3-15,2 0-1 0,0-1-6 0,0 1-3 16,0-4-3-16,-2 1 0 0,1 0-4 0,1-2 1 0,-2 1-4 15,3-4 4-15,0 3 2 0,-5-6 0 0,6 7 7 16,-3-4 3-16,-3-3 3 0,0 0 9 0,6 5 5 16,-6-5 10-16,7 3 8 0,-7-3 3 0,0 0-9 15,0 0 9-15,14-7-16 0,-10 3-3 0,0-5-6 16,1 3-3-16,3-3 18 0,-2-1-31 0,4-3-8 16,-5-1-1-16,8-2-4 0,-3 2 0 0,2-2-12 15,0 0-15-15,-1 2-2 0,2 0-7 0,-3 0-13 16,1-1-13-16,-2 5-22 0,0 0-25 0,0 0-30 15,0 3-23-15,-1 1-20 0,2-2-34 0,-5 4-23 16,3 0-13-16,2 1-17 0,-3 3-9 0,-7 0-144 16,15 1-430-16,-9 2 190 0</inkml:trace>
  <inkml:trace contextRef="#ctx0" brushRef="#br0" timeOffset="-164062.37">27263 9768 17 0,'0'7'167'0,"0"-7"6"0,0 0 4 15,0 0-2-15,0 0-1 0,4 7-11 0,-4-7-4 16,0 0-9-16,0 0-4 0,0 0 0 0,0 0-6 16,0 0-7-16,0 0-4 0,0 0-16 0,0 0-5 15,0 0-5-15,19-11-5 0,-15 7-7 0,2-1-5 16,-1 1 0-16,4-1-9 0,-4-2 1 0,3 0 2 16,-4 1-1-16,-1 1-5 0,4-1-4 0,-5-1-7 0,1 2-7 15,-3 5-6-15,6-13-4 0,-6 9-5 16,0 4-4-16,3-10 5 0,-3 10 0 0,0 0-6 15,-5-12-4-15,5 12-2 0,-4-6-3 0,4 6-4 16,-12-3-2-16,1 3-4 0,2 2 6 0,-3 3-14 16,-3 0 6-16,-1 4 3 0,-1-1-11 0,2 4 12 0,0-2-14 15,5 0 12-15,0 2-4 0,1-2-1 16,3-1-3-16,-2-2 2 0,6 3-5 0,-2 0 0 16,4-4 5-16,0 3 0 0,4 1-2 0,-2-5 1 15,6 3 2-15,-2-2 2 0,3 0-7 0,1-1 2 0,2 1 1 16,-1-3-2-16,3 1-3 0,-3-1-30 0,0 1-25 15,-1-2-35-15,-1 1-40 0,-1-3-48 16,0 2-58-16,3-1-56 0,-7 0-223 0,-4-1-551 16,13 0 244-16</inkml:trace>
  <inkml:trace contextRef="#ctx0" brushRef="#br0" timeOffset="-159161.91">26333 12549 17 0,'0'0'78'0,"0"0"-1"0,0 0-3 0,-2-9 2 16,2 9-2-16,0 0-2 0,-5-4-8 0,5 4 0 0,0 0-13 15,-4-9-2-15,4 9-11 0,-4-5 5 0,4 5-1 16,-6-4 3-16,6 4 3 0,0 0-6 0,0 0 0 15,-6-7 5-15,6 7-7 0,0 0 6 16,0 0 1-16,0 0-3 0,-2-7-3 0,2 7-3 16,0 0 0-16,0 0-2 0,0 0-2 0,0 0-4 0,-2-6-3 15,2 6 1-15,0 0-6 0,0 0 1 0,0 0-9 16,0-11 9-16,0 11-1 0,0 0 6 16,0 0-2-16,0 0 3 0,0 0 3 0,-3-8 5 15,3 8-5-15,0 0 1 0,0 0-1 0,0 0-2 0,0 0 0 16,0 0-4-16,0 0-1 0,0 0-2 0,0 0-3 15,0 0-3-15,0 0-2 0,0 0-5 0,0 0 4 16,0 0-5-16,3-10 2 0,-3 10-2 0,0 0 0 16,0 0-2-16,0 0 0 0,0 0-2 0,0 0 0 15,0 0-5-15,0 0 3 0,0 0-3 0,0 0 6 16,0 0 1-16,0 0-1 0,0 0 7 0,0 0-2 16,0 0 1-16,4 27-1 0,-4-27 4 0,-2 8-1 15,4-1 2-15,0 1 11 0,-2 0 4 0,0 2 2 16,0-3-6-16,-2 3 1 0,2-1-4 0,2 3-1 15,-2-4-1-15,0 3 0 0,-4-2-1 0,4-1-2 16,0 0 5-16,0 3 4 0,2-1-3 0,-2 0-1 16,0-1-4-16,-2 1 3 0,2 2-2 0,2-2 1 15,-2 0 0-15,0 1-1 0,2-1 3 0,-2-2-2 16,0 3 3-16,0-3-4 0,0 3-2 0,0-3 1 16,0 3 2-16,0-3-2 0,0 3 2 0,0-1 2 15,0 0-3-15,0-1 0 0,2 1-3 0,-4-1 2 16,4 0-5-16,-2 0 1 0,2-1-1 0,-2 0 1 15,0 1 1-15,0 0-2 0,0 1-2 0,0-4-2 16,1 4 1-16,1-1-2 0,-4 1 0 0,4 0 6 16,-4 0-4-16,1-1 2 0,2 2-2 0,-2 0 4 15,1-1 1-15,0 0 0 0,0 0-5 0,0-1 2 16,0 2 1-16,0-2-2 0,0 1 0 0,0 0-1 16,-2 1-1-16,4-1 3 0,-2 0-3 0,0 0-4 15,1-1 3-15,-2-2 4 0,2 0-1 16,-1 2 0-16,0-9-3 0,-1 15 3 0,2-8-2 15,-1-7-1-15,-1 13 0 0,1-5-2 0,0-8 4 16,0 12 1-16,-2-4-4 0,4 1-1 0,-2-9 5 0,-2 13-3 16,2-5-2-16,0-8 1 0,0 13-1 0,0-6-1 15,0-7-3-15,0 14 5 0,-2-6-1 0,2-8 0 16,0 10-7-16,0-10 7 0,-4 12-7 0,4-7 5 16,0-5-2-16,0 11 5 0,0-11-6 0,0 12 5 15,0-12-5-15,0 10 0 0,2-5 0 0,-2-5 2 16,-2 9-1-16,2-9 0 0,-2 11 2 0,2-5 1 15,0-6 4-15,0 10 0 0,0-10 1 0,2 12-2 16,-2-8 0-16,0-4-2 0,0 10-1 0,0-10-1 16,0 0 2-16,0 10-5 0,0-10 1 0,0 7 3 15,0-7 2-15,0 0-6 0,0 9 4 0,0-9-5 16,0 0-1-16,4 7 2 0,-4-7-2 0,0 0 3 16,-2 9-4-16,2-9 6 0,0 0-1 0,2 9 2 15,-2-9 2-15,0 7 3 0,0-7-7 0,0 0 0 0,0 9 1 16,0-9-3-16,0 0 5 0,2 7-2 15,-2-7-1-15,0 0-4 0,0 0-5 0,2 8 7 16,-2-8-4-16,0 0 2 0,0 0 4 0,0 7 2 16,0-7-7-16,0 0 2 0,0 0-3 0,0 0 1 15,0 0-4-15,0 0 8 0,0 0-2 0,0 0 3 16,0 0-5-16,0 8 0 0,0-8 0 0,0 0 3 16,0 0-2-16,0 0 1 0,3 6 0 0,-3-6 2 15,0 0-2-15,0 0 2 0,3 10 1 0,-3-10-3 16,0 0 5-16,0 0 0 0,2 6-2 0,-2-6 2 15,0 0-2-15,0 0 4 0,2 8-7 0,-2-8 2 0,0 0 4 16,0 0-1-16,0 8 0 0,0-8 3 0,0 0-9 16,0 0 4-16,0 7-5 0,0-7 7 15,0 0 1-15,0 0 2 0,0 0-1 0,0 0-6 16,0 0 5-16,0 0 0 0,4 4-4 0,-4-4 5 16,0 0 7-16,0 0-4 0,0 0 3 0,0 0 8 15,0 0-3-15,0 0-6 0,0 0 19 0,0 0 5 0,0 0-6 16,0 0 7-16,0 0 6 0,0 0-2 15,0 0-1-15,0 0 5 0,0 0-6 0,0 0-9 16,0 0-6-16,0 0 0 0,0 0-2 0,0 0 2 16,0 0 13-16,0 0-27 0,0 0-1 0,-18-15 6 0,18 15-6 15,-4-5-5-15,4 5 8 0,-11-4-5 0,4 2-2 16,7 2-1-16,-16-5 0 0,10 3-18 16,-1 0 12-16,-3 1 6 0,-2-1 1 0,0 2-3 15,1-2-1-15,-2 0-3 0,1 1-2 0,-4 1 4 16,0 0-1-16,-1 0-3 0,-2-2-3 0,6 2 6 0,-5-1-2 15,5 4 7-15,-1-3 3 0,-3 0-10 16,0 0-4-16,4 0 8 0,-5 3-6 0,-2-3 1 16,4 2-4-16,-4-1 3 0,2 1 2 0,0 1-4 15,0-1-2-15,-2 1 2 0,1 0 5 0,2 0-5 0,-1-1-3 16,-2-1 2-16,2 2 5 0,-1-1-3 0,2 1-2 16,-3 0-4-16,1 0 5 0,2 0 3 15,-3-2-5-15,4 2 3 0,2-1 1 0,-4-1 0 16,2 2 1-16,-1-2-1 0,3 1 3 0,-5-2 2 0,6 2-3 15,0-1-2-15,-2-1-1 0,-1 2-4 0,-3-2 10 16,3 2-5-16,-3 0 8 0,1-1-5 0,4-1-3 16,0 1 0-16,-3 1 4 0,3-2 1 15,-5 0-2-15,0 0 3 0,2 0-2 0,-2 0 0 0,1 2-3 16,1-1 3-16,2-1 3 0,2 1-5 0,0 1-1 16,-2-2 1-16,3 0 9 0,-1 1-8 0,2-1 11 15,1 0-16-15,1 0 3 0,0 0 1 0,9 0-2 16,-11 2-2-16,11-2 1 0,-10 0-15 0,10 0-15 15,0 0-5-15,0 0-14 0,-10-2-15 0,10 2-36 16,0 0-11-16,0 0-10 0,0 0-18 0,0 0-16 16,0 0-16-16,0 0-21 0,0 0-44 0,0 0-17 15,13-13-43-15,-13 13-156 0,10-5-493 0,-10 5 218 16</inkml:trace>
  <inkml:trace contextRef="#ctx0" brushRef="#br0" timeOffset="-158413.36">25435 12943 98 0,'0'0'148'0,"0"0"-8"0,0 0 4 16,0 0-4-16,0 0-2 0,7 19-6 0,-3-12-7 15,-2 3-3-15,-2 1-4 0,0 4-9 0,0-3-4 16,2 1-5-16,0 1-7 0,1 2-6 0,-6-4-6 15,3 0-3-15,0-1-7 0,0-1-8 0,3 0-1 16,-3 0-6-16,-3-3 12 0,6-2-2 0,-3-5-3 16,1 12-5-16,-1-12-5 0,-1 8-1 0,1-8 0 15,0 0 8-15,-3 9 1 0,3-9 4 0,0 0 6 16,4 7 1-16,-4-7-2 0,0 0-8 0,0 0-4 16,0 0-8-16,0 0-1 0,0 0-5 0,0 0-6 15,0 0-5-15,-8-20 1 0,8 20-5 0,-4-14-7 16,6 5 1-16,-2-1-1 0,4-2-4 0,-2 0-5 15,2 0 1-15,2-5-2 0,-2 7-1 0,0-1-2 16,5 1-1-16,-4 0-3 0,2 2 1 0,2 1-1 16,-2 0-5-16,4 1 4 0,-2 1-4 0,0 1-1 0,3 2 0 15,-2 1 0-15,1 1 2 0,-11 0-4 0,17 2-2 16,-7 4 3-16,-1 0-1 0,0 2 1 0,0-1-1 16,0 1 0-16,-1 0 3 0,-2 4-2 15,-1-4 1-15,1 3-3 0,-2 0 8 0,-1 1-3 16,1-1-2-16,1 0 0 0,-3 0-3 0,1 1 4 0,1-2 2 15,0 0-2-15,-4-1-3 0,2 1-23 0,-2-4-18 16,0-6-17-16,-2 15-24 0,2-10-37 0,-2 3-38 16,2-8-43-16,-2 11-45 0,2-11-188 15,-5 8-470-15,5-8 208 0</inkml:trace>
  <inkml:trace contextRef="#ctx0" brushRef="#br0" timeOffset="-158079.06">25881 13133 108 0,'0'0'187'0,"0"0"-12"15,0 0-3-15,0 0-10 0,0 0-7 0,-17-5-5 16,17 5-6-16,-9-1-9 0,9 1-3 0,0 0-2 0,0 0-7 15,-12-2-2-15,12 2-2 0,0 0-7 0,0 0-6 16,0 0-8-16,0 0-6 0,-8-2-3 0,8 2-14 16,0 0-9-16,0 0-6 0,0 0-9 15,0 0-4-15,0 0-4 0,0 0 1 0,0 0-9 16,0 0-4-16,0 0-3 0,25-5-3 0,-15 5 1 0,1 0-6 16,3 0-1-16,-5-1-5 0,5 1-18 0,-5-2-19 15,2 2-20-15,-5-1-21 0,-6 1-19 0,18 0-24 16,-11-1-28-16,-7 1-20 0,14-2-23 15,-8-1-11-15,-6 3-13 0,11-5-117 0,-11 5-345 16,0 0 153-16</inkml:trace>
  <inkml:trace contextRef="#ctx0" brushRef="#br0" timeOffset="-157878.98">25944 13003 83 0,'-8'-7'226'0,"8"7"-4"0,0 0-10 16,-5-7-16-16,5 7-20 0,0 0-16 0,0 0-16 0,0 0 3 15,0 0 5-15,0 0-12 0,-2 19-5 0,2-8-10 16,2 1-8-16,-2 0-7 0,-2 7-13 16,0-2-9-16,2 0-8 0,0 0-8 0,0 0-22 0,-4 2-6 15,3-2-2-15,-1-1-5 0,2 0-7 16,-2-3-24-16,-1 3-25 0,1-3-29 0,2-3-54 0,2 2-61 16,1-1-70-16,-6-1-155 0,3-2-420 0,0-8 186 15</inkml:trace>
  <inkml:trace contextRef="#ctx0" brushRef="#br0" timeOffset="-156079.96">30175 12291 14 0,'0'0'38'15,"4"-6"-5"-15,-4 6 0 0,4-5-7 0,-4 5-4 16,5-5 2-16,-5 5-2 0,4-6-4 0,-4 6 1 16,0 0-5-16,2-7-3 0,-2 7 1 0,0 0 1 15,5-6 2-15,-5 6 3 0,0 0 1 0,0 0 1 16,0 0 7-16,3-6-1 0,-3 6-2 0,0 0 2 15,0 0 7-15,0 0 3 0,0 0-1 0,0 0-2 16,0 0 6-16,0 0 6 0,0-9 3 0,0 9 1 16,0 0-2-16,0 0 3 0,0 0-2 0,0 0 3 15,0 0 8-15,0 0-5 0,0 0 0 0,0 0-2 16,0 0-2-16,0 0-4 0,0 0 0 0,0 0-7 16,0 0-6-16,0 0-7 0,0 0 5 0,0 0 11 15,0 0 9-15,0 0-1 0,0 0-3 0,-6 27 1 16,4-17 10-16,0-1-3 0,1 2-3 0,-2 2-6 15,2-2-5-15,-2 0 1 0,2 6-2 0,-2-1-8 16,1 0 2-16,0 0-1 0,1 0 1 0,0 0 2 16,0 0-2-16,-1 0 1 0,1 1 1 0,0-1-4 15,-1 0 1-15,0 1 1 0,1 1-1 0,-2-1-6 16,3 1-2-16,-1-1 3 0,0-1 1 0,2 1 0 16,-1-2 1-16,-1 1-1 0,1-3-1 0,-3 2-1 15,3-1-1-15,0-3-4 0,-1 1 1 0,-1 0 1 16,1 3-7-16,1-2 4 0,-1-1-3 0,0-2 3 15,-1 1-5-15,0 0 1 0,2-1-3 0,-2-1 1 16,1 4-1-16,1-2 5 0,-1-1 4 0,1 1-11 16,-3 1 10-16,3-1-4 0,-1-1-8 0,0 1 0 0,1 0-2 15,0-1 5-15,-3 0-5 0,7-1-2 16,-4-2 3-16,1 4-2 0,1 2 2 0,-1-3-2 16,-1-2 1-16,1 1 2 0,0 1-1 0,1 0-1 15,-1 1 0-15,0-5 2 0,1 3-2 0,-1 1 0 16,0-2-2-16,-1-8 2 0,0 13-1 0,0-6 4 15,1-1-4-15,-1-6-2 0,0 11 2 0,0-11-3 16,0 12 1-16,2-6 0 0,-2-6 1 0,1 9-3 16,-1-9 7-16,0 10 2 0,0-10-12 0,0 11 3 15,0-11 3-15,1 9-4 0,-1-9-1 0,-1 7 4 16,1-7-2-16,3 9 0 0,-3-9-2 0,0 8 1 16,0-8-2-16,0 10 3 0,0-10-3 0,1 9-2 15,-1-9 5-15,2 12 1 0,-2-7-3 0,0-5 0 16,2 12 0-16,-2-12 2 0,1 10-2 0,-1-10 3 15,0 9 9-15,0-9-11 0,2 9-5 0,-2-9 5 16,3 11-3-16,-2-8 0 0,-1-3 3 0,2 7-3 16,-2-7 2-16,0 9 0 0,0-9 2 0,0 0-2 15,1 9 0-15,-1-9 1 0,2 7-2 0,-2-7 1 16,0 0-1-16,2 5 1 0,-2-5 1 0,0 0 0 16,1 7-1-16,-1-7-1 0,0 0 0 0,0 0 3 15,0 0-3-15,3 7 0 0,-3-7 2 0,0 0 4 16,0 0-5-16,0 0 0 0,0 0-2 0,0 0 1 15,5 6 4-15,-5-6 1 0,0 0 2 0,6 3 3 16,-6-3 2-16,10-1 7 0,-10 1 3 0,13 1-2 16,1-1-2-16,-5 0 5 0,3-1-4 0,2 1-1 15,-2-1-2-15,4 0-1 0,0-1-2 0,3 1-1 16,1-3-2-16,1 1 5 0,9-2-10 0,-9 3 1 16,9-3 6-16,-10 3-6 0,9-1-2 0,-1-1 0 15,-8 2 5-15,2 0-4 0,-2-2-1 0,1 2-1 16,-1 0 1-16,-3-1-5 0,-2 1-1 0,-5 0 3 15,1 1 3-15,-4 1-3 0,1-1 3 0,-8 1 0 16,15-3-1-16,-10 2 0 0,-5 1-3 0,16-2 3 16,-11 1-3-16,-5 1 3 0,10-1 4 0,-10 1-1 15,9-1-11-15,-9 1 6 0,0 0 2 0,0 0-1 16,10-2-1-16,-10 2-5 0,0 0 6 0,0 0-2 16,0 0 0-16,0 0-5 0,7-1-2 0,-7 1-12 15,0 0-11-15,0 0-8 0,0 0-31 0,3-6-28 16,-3 6-49-16,0 0-34 0,0-10-15 0,0 10-32 15,0-11-32-15,0 11-153 0,-3-12-447 0,1 4 198 16</inkml:trace>
  <inkml:trace contextRef="#ctx0" brushRef="#br0" timeOffset="-155573.87">30511 12811 175 0,'0'0'175'0,"0"0"-10"16,-2-7-22-16,2 7-7 0,0 0 0 0,0 0-5 16,0 0-7-16,0 0-8 0,10 19-8 0,-6-12-5 15,2 0-6-15,-1 2-1 0,3 0-9 0,-6 0-1 16,2 0-10-16,0 0-9 0,-1-2-1 0,-1-1-4 15,0 2-4-15,-1-2-5 0,-1-6-5 0,4 10-5 16,-1-6-6-16,-3-4 0 0,3 8 2 0,0-4 0 16,-3-4 0-16,0 0 4 0,0 0 6 0,2 8 6 15,-2-8 2-15,0 0 8 0,0 0-1 0,0 0-3 16,0 0-7-16,0 0-3 0,0 0-4 0,0 0-4 16,0 0-6-16,0 0-6 0,4-20 2 0,-3 13-8 15,-1 7-2-15,5-17-3 0,-1 8-3 0,1-2 1 16,3 0-4-16,0 1-3 0,-4 1-2 0,3 0-2 15,1 1-2-15,1 1 1 0,-3 0-3 0,3 3 2 16,3-1-6-16,-6 1 2 0,0 2-4 0,-6 2 2 16,16 2-2-16,-10 1-2 0,2 2 2 0,-2 3 4 15,3 1-1-15,-4-2-4 0,0 6 4 0,0-2-2 16,1 1 0-16,-2 4 2 0,-1-6-3 0,0 2 3 16,-1 0-2-16,1-2 2 0,-2 0 0 0,-1 1-7 15,1 1-13-15,-1 4-21 0,0-8-22 0,0 2-29 16,2-5-43-16,-2-5-63 0,1 7-44 0,-1-7-187 15,0 0-464-15,0 0 206 0</inkml:trace>
  <inkml:trace contextRef="#ctx0" brushRef="#br0" timeOffset="-155367.05">30963 12878 76 0,'0'0'211'0,"11"-3"-9"0,-6 3-10 16,-5 0-15-16,14-4-17 0,-4 2-12 0,1 1-14 16,0-1-15-16,2 2-12 0,0 0-9 0,2-3-11 15,-4 4-9-15,1-2-12 0,-1 1-12 0,-3-1-15 16,1 0-25-16,-9 1-20 0,13-2-29 0,-13 2-34 16,11-1-13-16,-4 0-16 0,-7 1-15 0,9-3-8 15,-9 3-17-15,5-4-79 0,-5 4-235 16,0 0 104-16</inkml:trace>
  <inkml:trace contextRef="#ctx0" brushRef="#br0" timeOffset="-155178.19">31093 12755 35 0,'-5'-5'166'0,"5"5"9"0,-7-9 5 0,5 5-2 0,2 4-11 16,0 0-15-16,-5-6-17 0,5 6-12 16,0 0 7-16,0 0-1 0,0 0 1 0,-9 18-7 15,7-8-9-15,1 0-9 0,-4 3-8 0,1 3-10 0,2-1-7 16,-1-3-13-16,0 3 1 0,0 2-9 0,0 1-4 15,0-1-6-15,1-1-20 0,1-5-30 0,-1 1-34 16,2 2-36-16,-1-2-53 0,2 0-41 16,-1 0-58-16,-1-4-113 0,1 1-364 0,0-9 161 15</inkml:trace>
  <inkml:trace contextRef="#ctx0" brushRef="#br0" timeOffset="-154296">26473 13519 97 0,'-10'2'93'0,"10"-2"-4"0,0 0-5 0,0 0-7 15,-9 0-12-15,9 0-2 0,0 0 2 0,0 0 1 16,0 0 6-16,0 0-4 0,0 0 0 0,0 0 3 15,0 0-6-15,0 0-6 0,23 6-3 0,-23-6-4 16,17 0-1-16,-3 0 1 0,-3-1-7 0,8-2 6 16,2 3-10-16,0-1-1 0,8-2-2 0,0 2 3 15,-1 1-12-15,3-1-6 0,1-2 4 0,-1 3-3 16,3-2 2-16,-3 2-4 0,0-3 0 0,5 2-4 16,0 0 5-16,1-4-15 0,0 2 3 0,18 2 0 15,-17-3 0-15,13 0-2 0,-12 0-1 0,12 3 0 16,-12-1-5-16,1 1 1 0,-2 0 3 0,-1 0-11 15,2 1 9-15,-5-3 0 0,2 2-17 0,-1-2-3 16,-5 3-20-16,3-1-9 0,-3 1-10 0,-1-3-13 16,-6 2-18-16,4-1-24 0,-8-1-16 0,2 1-96 15,-2 0-239-15,-3-1 106 0</inkml:trace>
  <inkml:trace contextRef="#ctx0" brushRef="#br0" timeOffset="-153506.18">27851 13428 93 0,'0'0'103'0,"0"0"5"0,22 6-8 0,-10-3-7 15,2-3 2-15,8 0-6 0,-2 3-5 0,7-2-5 16,4 1-4-16,1-2 2 0,0 2 2 0,1-2-14 16,1 0-9-16,3 0-4 0,0 0-6 0,2 0 3 15,-1-1-10-15,2 4 3 0,9-6 2 0,-13 2 5 16,3-1-12-16,-5 1-8 0,2-2 1 0,-1 3-2 16,-2-1 0-16,-1-1 4 0,0 2-2 0,0 0-4 15,1-1 0-15,-4 0 1 0,2 1-4 0,1-2-3 16,-3 0 1-16,2 0-2 0,-3-1-6 0,-1 1 4 15,1 1 7-15,1-2-6 0,-2 1 0 0,1 0-4 16,-7 0 4-16,6 0-5 0,-4 1 3 0,-2 1-2 16,7-3 3-16,2 3-2 0,-4-1-4 0,-5 1 1 15,7-3-1-15,-1 3 2 0,-4 0-8 0,-2 0 7 16,0-2-4-16,1 1 1 0,-1 1 2 0,-1-2-3 16,0 0 1-16,0 0 2 0,-1 0-3 0,0-1 1 15,-3 1-7-15,0 1 3 0,0-2-2 0,4 1 0 16,-2 2 0-16,1-2 4 0,-3 1-5 0,6 0 1 15,-3-3 0-15,-2 2 0 0,1 0 1 0,-2 0 0 16,0 0 1-16,-3 1-2 0,4-1 2 0,-4 1-4 16,5-1 2-16,0 0 0 0,-5-2-3 0,0 3 3 15,0 0-3-15,-2-1 0 0,-1 2 2 0,3 0-2 16,-3-3 2-16,3 2 0 0,-3 1 3 0,0-2-1 16,3 2-2-16,-3-2-1 0,3-1-2 0,0 1 1 15,-3 2-1-15,4 0-5 0,-2-1 8 0,0 1-1 16,2-1 4-16,-1 0-4 0,4-1 4 0,-4 2-8 15,-2-2 6-15,1 1-1 0,-3 1 0 0,2-1-1 16,-1 0 3-16,-3 0-2 0,-7 1 2 0,14-1-4 16,-14 1 1-16,11 0-1 0,-11 0 1 0,9-1-4 15,-9 1 1-15,12-2 2 0,-12 2-4 0,10-2 5 16,-10 2-4-16,11-2-22 0,-11 2-14 0,8 0-29 16,-8 0-36-16,9-2-46 0,-9 2-173 0,0 0-350 15,6-6 156-15</inkml:trace>
  <inkml:trace contextRef="#ctx0" brushRef="#br0" timeOffset="-152360.81">27108 13258 123 0,'-2'-11'118'0,"2"11"1"0,0-11 2 0,0 11 6 0,-2-9 1 16,2 9-2-16,-3-8 0 0,3 8-8 0,0 0-8 15,0 0-12-15,-2-7-17 0,2 7-4 0,0 0-9 16,0 0 5-16,0 0-4 0,-9 18-4 0,4-5-2 16,1 4 5-16,-1 12 2 0,-4-1-2 0,1 1-1 15,-2 2-7-15,2 1-2 0,1-1-18 0,-3 2-5 16,-1-2-3-16,1 0 0 0,0 0 0 0,3 1-3 15,-3-3-2-15,-1 1 5 0,1-2-8 0,4 0 1 16,-1-4-3-16,0 3-2 0,0-2-1 0,2-7-2 16,1 1 1-16,0-1-4 0,0-3 1 15,-3 3 0-15,0-2-4 0,4-4 1 0,1-2-3 0,0 0-7 16,0-1-18-16,0 0-14 0,2-2-17 0,-3 1-21 16,3-8-17-16,-2 9-30 0,2-9-20 0,-2 9-21 15,2-9-23-15,0 0-130 0,0 0-335 0,0 0 148 16</inkml:trace>
  <inkml:trace contextRef="#ctx0" brushRef="#br0" timeOffset="-152089.02">27122 13343 123 0,'-12'1'129'0,"12"-1"1"0,-15 11-17 0,1-3-6 16,0 2-3-16,0 3-16 0,-1 0-4 0,-3-1-10 0,3 3-1 16,-1-2-11-16,3 2-10 0,-4 3-5 0,4-5-20 15,0-1-23-15,1 0-15 0,2-4-20 16,1 1-27-16,3-2-19 0,0-3-26 0,2 0-54 15,4-4-168-15,0 0 74 0</inkml:trace>
  <inkml:trace contextRef="#ctx0" brushRef="#br0" timeOffset="-151910.02">27072 13357 51 0,'7'5'127'0,"-7"-5"-17"15,9 14-6-15,-2-6-1 0,-1 0-16 0,3 1-4 0,1 1-7 16,1 2-10-16,1 1-15 0,-2 1-19 16,3 0-41-16,1-1-32 0,-1 0-99 0,-2 1-152 15,5-2 67-15</inkml:trace>
  <inkml:trace contextRef="#ctx0" brushRef="#br0" timeOffset="-151411.05">26647 14388 59 0,'0'0'188'0,"0"0"-11"0,12 6-2 0,-10 0-9 16,0 1-8-16,1 3-6 0,-1-1-12 0,0 1-13 16,-2 1 0-16,0 0-12 0,-4 0-10 0,4-1-3 15,0 0-1-15,-3 1 0 0,3-2-5 0,-2-1-7 0,2 1 1 16,0-9 3-16,-2 8 6 0,2-8 4 15,0 0-8-15,-5 6-7 0,5-6-9 0,0 0-10 16,0 0-1-16,0 0-12 0,-13-16-3 0,13 16-2 16,0-13-9-16,0 2-5 0,4 0-3 0,3-3-6 15,2-2-3-15,2 1-3 0,0-1-2 0,3 2-3 16,1-1 0-16,-1 4-5 0,-1-2-4 0,3 4 2 0,-5 3-3 16,0 0-2-16,1 2-4 0,-1 1-1 15,-4 1-5-15,-7 2 1 0,16 4 7 0,-8 1-3 16,2 1 0-16,-3 3-3 0,-1-1 1 0,3 4 1 15,-5-2 3-15,4 2-4 0,-4-2-10 0,3 1-20 16,-1 4-19-16,-2-5-20 0,-1 0-27 0,2 2-29 0,-1-3-22 16,-1-3-34-16,1 0-29 0,0 1-198 15,0-3-445-15,-4-4 197 0</inkml:trace>
  <inkml:trace contextRef="#ctx0" brushRef="#br0" timeOffset="-151246.07">27116 14454 20 0,'0'0'159'16,"0"0"-13"-16,0 0-7 0,6-7-17 0,-6 7-5 15,11-2-10-15,0 1-16 0,0 0-4 0,0-1-11 16,3 1-36-16,-3 0-24 0,8-2-28 0,-2 1-33 16,1-2-27-16,-3 1-27 0,2-1-50 0,-4 2-162 15,5-4 73-15</inkml:trace>
  <inkml:trace contextRef="#ctx0" brushRef="#br0" timeOffset="-151007.76">27476 14269 96 0,'-6'-3'179'0,"-1"-1"1"16,-3 0-6-16,2 4-9 0,8 0-3 0,-21 2-12 16,13 0-9-16,-4 4-10 0,1 5 0 0,-2 0-5 15,2 3-10-15,-1 2-15 0,3-2-6 0,0 2-12 16,2 0-4-16,2 3-9 0,3-1-6 15,1 0-11-15,2-3-2 0,2 1-5 0,1-3-8 0,2-2-12 16,0-2-15-16,3 0-19 0,-1-3-12 0,4 2-15 16,1-4-19-16,5-1-19 0,-4-1-17 0,4-4-26 15,-1 2-6-15,0-4-7 0,1 0-3 0,-1-4 2 16,0 2 0-16,-5-1-1 0,3 0 1 0,0-3-65 16,-4 4-211-16,0-3 93 0</inkml:trace>
  <inkml:trace contextRef="#ctx0" brushRef="#br0" timeOffset="-150461.91">27647 14377 84 0,'3'-11'12'0,"1"-1"17"0,-2 2 14 15,0 0 14-15,1-2 15 0,0 6 6 0,-2 1 31 16,-1 5-12-16,4-10-2 0,-4 10-4 0,3-7-5 16,-3 7-2-16,0 0 12 0,0 0 22 0,0 0 4 15,7 17-6-15,-7-7-4 0,0 3-6 0,4-2-9 16,-6 5-6-16,2-1-4 0,0 2-10 0,2 1 2 16,-2-2 4-16,2-4-10 0,1 3-9 0,-2-3-3 15,2-3-10-15,-1 1-5 0,0-4 0 0,-2 1-5 16,4-3-2-16,-4-4 0 0,0 0-5 0,0 11 12 15,0-11-4-15,3 5 3 0,-3-5-2 0,0 0-7 16,0 0-3-16,0 0-5 0,0 0 0 0,14-13-4 16,-10 8-2-16,4-4-1 0,0 3-6 0,1-2-3 15,0 0-1-15,-3 1-3 0,4-1 1 0,0 2-5 16,0 3 0-16,-3-1-5 0,-1 0 2 0,-1 2-2 16,-5 2-1-16,11 0-3 0,-11 0 7 0,14 1-5 15,-6 2 0-15,-8-3 2 0,17 5-1 0,-9-2 0 16,-1 0 4-16,2 1-1 0,3 0 2 0,0-2-3 15,0-3 3-15,1 4-3 0,3-3 2 0,2-3 1 16,-4 3-1-16,-1-2-3 0,5-1 3 0,-2-1-2 16,-1 1 1-16,-2-1 1 0,-1 0 1 0,0-1 0 15,-2 1-1-15,-1 0-5 0,-1 1 9 0,-4-1-3 16,2 0 5-16,-1 0 8 0,-5 4-4 0,6-8-2 16,-6 8-4-16,0 0 1 0,0 0-1 0,0 0 2 15,-13-9 0-15,13 9-2 0,-18 4 3 0,9 0-4 16,0-1 4-16,-2 1-4 0,2 0 1 0,2-1-2 15,1 0 1-15,6-3-3 0,-9 8 3 0,4-5-4 16,5-3-2-16,-8 7-1 0,8-7 4 0,0 7-1 16,0-7 4-16,0 0 8 0,0 0-14 0,8 10 4 15,-4-6-1-15,-4-4 0 0,12 4-2 0,-7 0 0 16,1-1-1-16,1 0 0 0,-3 2 2 0,4-1-4 16,-4 0-5-16,3 1-20 0,-2 2-15 0,-2-2-20 15,3 0-26-15,-1 0-35 0,2 1-49 0,-2-2-26 16,-5-4-38-16,6 8-140 0,-6-8-407 0,12 4 181 15</inkml:trace>
  <inkml:trace contextRef="#ctx0" brushRef="#br0" timeOffset="-150129.68">28328 14469 108 0,'7'-3'173'0,"-7"3"-9"16,0 0-4-16,0 0 0 0,0 0-5 0,6 9-6 15,-6-9-11-15,2 6-8 0,-2-6-9 0,0 0-2 16,7 7-5-16,-7-7-13 0,1 9-4 0,-1-9-11 16,0 0-1-16,3 5-2 0,-3-5 1 0,0 0 3 15,0 0 11-15,0 0-20 0,0 0-6 0,0 0-6 16,0 0-8-16,0 0-3 0,0 0-6 0,0 0-6 16,9-16-5-16,-5 9-6 0,4 1-1 0,-1-1-2 15,-1-1 3-15,3 0-12 0,-2 2 1 0,3-2-5 16,-2 2-2-16,-1 1 3 0,-1 1-4 0,1-1 2 15,-2 3-2-15,2 0-5 0,-7 2 1 0,9-1-4 16,-9 1 5-16,7 4-4 0,-7-4 2 0,9 7-5 16,-6-3 5-16,-3-4-4 0,3 11 1 0,-1-5 0 15,3-1-3-15,-4 1-8 0,1 2-22 0,-2-8-20 16,-2 11-24-16,2-11-35 0,0 13-44 0,0-13-42 16,2 12-48-16,-2-12-152 0,0 0-424 0,0 0 189 15</inkml:trace>
  <inkml:trace contextRef="#ctx0" brushRef="#br0" timeOffset="-149629.55">28635 14428 117 0,'0'0'184'0,"9"8"2"0,-9-8-4 16,3 9-11-16,-2-4-4 0,0 3-10 15,-1-8-10-15,0 14-3 0,0-5-7 0,2 0-8 0,-2 0-11 16,1-1-10-16,-1-8-9 0,1 11-11 0,-1-5-9 15,0-6-6-15,5 8-8 0,-5-8 0 0,3 5-6 16,-3-5 12-16,0 0 8 0,0 0-14 0,2 6-12 16,-2-6 0-16,0 0-7 0,0 0-2 15,14-13-7-15,-8 9-4 0,0-4-8 0,3 1-8 16,-2-2 3-16,2 1-6 0,2 0-7 0,-1 1 1 0,0 1-4 16,2 0 1-16,-1 2-3 0,-1 1-2 0,-2 1 2 15,-3 0-2-15,-5 2-4 0,14-2 3 16,-6 5 0-16,-1-1 3 0,0 1-2 0,-1 1 1 15,1-4 0-15,2 3 2 0,-3 0-1 0,1 0 4 16,1-2 5-16,1 2 4 0,-1-3 0 0,5 0 3 0,-13 0-2 16,20-4 3-16,-8 0 6 0,-1-1-9 0,-2 2-1 15,3-2-2-15,-2 1 3 0,-2-3-4 0,-2 0 2 16,3 1-5-16,-4 0 2 0,-3 0-2 16,1-1-1-16,0-1-2 0,-2 1-2 0,-1 7 1 15,1-11-1-15,-1 11 0 0,-4-13 0 0,4 13 0 16,-6-7-2-16,6 7 0 0,-10-5-3 0,10 5 2 0,-13 2 2 15,13-2 6-15,-18 10 0 0,9-2 8 0,3-2 0 16,-5 3-5-16,3 1 4 0,1 2-5 0,1-1 6 16,3 0-6-16,1-2 1 0,2 2-6 15,0-11-12-15,2 21-23 0,1-15-23 0,3 1-38 16,-6-7-41-16,19 8-51 0,-6-5-43 0,5-3-52 16,-1 0-139-16,4 0-451 0,-2-4 200 0</inkml:trace>
  <inkml:trace contextRef="#ctx0" brushRef="#br0" timeOffset="-149429.26">29348 14240 101 0,'0'0'271'0,"0"0"2"0,3 15 18 16,-3-4-19-16,-1 0-14 0,-1 2-21 0,-2 2-20 15,2-2-16-15,-1 5-22 0,2-1-21 16,-2-1-15-16,3 0-8 0,0-1-10 0,0 0-26 15,2-3-41-15,-1-2-46 0,2 1-54 0,-3-11-60 16,2 17-81-16,-1-13-85 0,-1-4-139 0,0 0-438 16,0 0 193-16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2-01T04:06:23.21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26911 11409 91 0,'0'0'94'0,"0"0"-5"0,0 0 0 0,-12 2-4 16,12-2-1-16,0 0-11 0,-7 3 4 0,7-3 6 15,0 0-3-15,-9 0-8 0,9 0 4 0,-6 3-9 16,6-3 1-16,-8 2 2 0,8-2 3 0,0 0-7 0,-10 3-4 16,10-3 0-16,0 0 3 0,-11 0-1 15,11 0-2-15,0 0-4 0,-7 1 3 0,7-1-6 16,0 0-7-16,0 0 2 0,-8 4-3 0,8-4 3 16,0 0-5-16,0 0-4 0,0 0-6 0,0 0 2 0,0 0-2 15,0 0-3-15,0 0-1 0,0 0-3 0,0 0 2 16,-8 3 3-16,8-3 0 0,0 0 4 0,0 0-1 15,0 0 0-15,0 0 2 0,0 0 5 16,25 3-8-16,-25-3 1 0,13 0 2 0,-7 0-5 0,4 0-2 16,-1 2-2-16,-9-2 5 0,18 0-9 0,-11 0-4 15,4-2-2-15,-2 2 0 0,-9 0 0 0,18 0-6 16,-10 0 3-16,0 0-5 0,-8 0 0 16,11 0 0-16,-5 0-2 0,-6 0 3 0,12 0-4 0,-12 0 2 15,7 0-1-15,-7 0-3 0,0 0-1 0,10 0-2 16,-10 0 13-16,0 0-14 0,0 0 1 0,9 2-2 15,-9-2 0-15,0 0 2 0,0 0 0 0,0 0-4 16,0 0-12-16,0 0-14 0,0 0-11 0,0 0-17 16,0 0-24-16,8 2-30 0,-8-2-24 0,0 0-35 15,0 0-36-15,0 0-172 0,0 0-408 0,0 0 181 16</inkml:trace>
  <inkml:trace contextRef="#ctx0" brushRef="#br0" timeOffset="368.17">27236 11443 5 0,'9'-4'191'16,"-9"4"-2"-16,0 0-4 0,0 0-14 0,0 0-9 15,0 0-8-15,0 0-12 0,0 0-7 0,0 0-8 16,0 0-13-16,0 0-9 0,0 0-4 0,0 0-7 15,0 0-4-15,0 0-3 0,0 0-2 0,0 0-9 16,0 0-2-16,15 1-3 0,-15-1-4 0,9 0-5 16,-9 0 0-16,14-1-3 0,-14 1-6 0,13-2-4 15,-13 2-6-15,14-1 2 0,-7 1 5 0,-7 0-7 16,11-1-7-16,-11 1-2 0,12-2-4 0,-12 2-1 16,11 0 4-16,-11 0-3 0,8-1-3 0,-8 1-1 0,10-2-2 15,-10 2-3-15,0 0-3 0,9 0 1 16,-9 0-4-16,0 0-5 0,0 0 4 0,0 0-2 0,0 0-1 15,10 2-4-15,-10-2 3 0,0 0-7 16,0 0-19-16,0 0-13 0,0 0-15 0,5 1-20 0,-5-1-35 16,0 0-26-16,0 0-35 0,0 0-52 0,0 0-214 15,0 0-460-15,0 0 203 0</inkml:trace>
  <inkml:trace contextRef="#ctx0" brushRef="#br0" timeOffset="822.11">27706 11394 69 0,'0'0'164'15,"0"0"-3"-15,0 0 0 0,-10-4-6 0,10 4-4 16,0 0-4-16,0 0-12 0,-5-3 0 0,5 3-8 16,0 0-5-16,0 0-5 0,0 0-12 0,0 0-3 15,0 0-13-15,0 0-9 0,0 0-8 0,0 0-7 16,0 0-6-16,0 0-4 0,0 0-7 0,0 0-7 16,0 0 4-16,19-6-8 0,-6 3-5 0,-4 1-1 15,5 2 3-15,-3-1-7 0,1 1 5 0,0-3-3 16,1 2 0-16,2-1 3 0,-2 2-4 0,-1-2 3 15,1-1-2-15,-1 3-3 0,-3-1 0 0,-1 1 1 16,-8 0-5-16,14-1 1 0,-6 1 4 0,-8 0-5 16,11 0-7-16,-11 0 1 0,0 0-2 0,12-1 1 15,-12 1-7-15,0 0 1 0,7-2 3 0,-7 2-3 16,0 0 1-16,0 0-4 0,0 0 1 0,0 0 1 16,8-1-6-16,-8 1 4 0,0 0-2 0,0 0-5 15,0 0-18-15,0 0-16 0,0 0-24 0,0 0-17 0,0 0-20 16,0 0-42-16,7 4-38 0,-7-4-42 15,8 1-161-15,-8-1-410 0,12-1 181 0</inkml:trace>
  <inkml:trace contextRef="#ctx0" brushRef="#br0" timeOffset="1197.98">28224 11339 116 0,'0'0'199'0,"0"0"-13"16,0 0-9-16,0 0-14 0,0 0-10 15,0 0-10-15,0 0-11 0,0 0-16 0,0 0 2 0,0 0-12 16,0 0-2-16,0 0-4 0,0 0-3 0,0 0 0 16,0 0-4-16,0 0-3 0,0 0-5 0,12 0-7 15,-12 0 0-15,13-2-8 0,-4 2 16 0,-9 0-10 16,12 0-2-16,-6 0-7 0,3-1 3 0,-9 1-10 15,15 1-6-15,-7-2-1 0,-8 1-10 0,15-1-2 16,-8 1-4-16,-7 0-1 0,10 0-2 0,-10 0-7 16,10 0-2-16,-10 0 1 0,7-2-5 0,-7 2-2 15,0 0-2-15,11 2 0 0,-11-2 2 0,0 0-7 16,11 0-1-16,-11 0-1 0,0 0 2 0,9 0-3 16,-9 0-1-16,0 0 6 0,0 0-13 0,11-2-17 15,-11 2-18-15,0 0-22 0,0 0-19 0,0 0-29 16,0 0-36-16,0 0-37 0,7-1-39 0,-7 1-50 15,0 0-134-15,9-6-432 0,-9 6 191 0</inkml:trace>
  <inkml:trace contextRef="#ctx0" brushRef="#br0" timeOffset="1584.35">28601 11328 67 0,'0'0'194'0,"0"0"-5"0,0 0-6 16,0 0-10-16,0 0-4 0,0 0-13 0,0 0-7 15,0 0 1-15,0 0-6 0,0 0-4 0,0 0-4 16,7 2-6-16,-7-2-4 0,0 0-5 0,0 0-9 16,0 0-6-16,0 0-5 0,12 0-4 0,-12 0-3 15,7 0-7-15,-7 0-3 0,0 0-9 0,11 0-1 16,-11 0-6-16,0 0-1 0,13-2-9 0,-13 2-4 15,11 2-9-15,-11-2-4 0,12-2-6 0,-12 2 2 16,9 2-3-16,-9-2-2 0,11 0-2 0,-11 0-4 16,10 0-1-16,-10 0 10 0,10 2-13 0,-10-2 1 0,9 0-3 15,-9 0 1-15,0 0 3 0,12 0-3 16,-12 0-7-16,0 0 1 0,10-2-4 0,-10 2-1 16,0 0-3-16,0 0 1 0,10 0-5 0,-10 0 3 15,0 0-2-15,0 0-13 0,0 0-14 0,0 0-13 16,8 0-18-16,-8 0-20 0,0 0-19 0,0 0-28 15,0 0-45-15,0 0-42 0,0 0-56 0,0 0-204 0,0 0-506 16,0 0 223-16</inkml:trace>
  <inkml:trace contextRef="#ctx0" brushRef="#br0" timeOffset="1913.27">28905 11309 19 0,'5'2'222'0,"-5"-2"-12"0,0 0-8 0,0 0-8 0,0 0-12 15,0 0-10-15,0 0 3 0,8 3-11 16,-8-3-1-16,0 0-8 0,0 0-3 0,9 3-8 0,-9-3-7 16,6 1-1-16,-6-1-6 0,0 0-5 0,13 1-9 15,-13-1-6-15,6 0 0 0,-6 0-10 0,0 0-6 16,14 0 2-16,-14 0-17 0,10-1-3 0,-10 1-12 15,9 0-3-15,-9 0-6 0,9 0-6 16,-9 0-8-16,12 0 1 0,-12 0-6 0,9-1-5 0,-9 1-5 16,7-2 11-16,-7 2-14 0,0 0-6 0,12 0-2 15,-12 0-10-15,0 0-16 0,0 0-16 0,0 0-15 16,9-1-20-16,-9 1-23 0,0 0-23 0,0 0-54 16,0 0-40-16,0 0-37 0,2-6-26 0,-2 6-196 15,0 0-498-15,0 0 220 0</inkml:trace>
  <inkml:trace contextRef="#ctx0" brushRef="#br0" timeOffset="2116.27">29121 11304 201 0,'0'0'216'0,"0"0"-8"0,0 0-6 15,0 0-20-15,0 0-9 0,0 0-10 0,6 3-9 16,-6-3-10-16,0 0-12 0,0 0-4 0,0 0-15 15,0 0-9-15,0 0-11 0,0 0-11 0,8 1-5 16,-8-1-11-16,0 0-24 0,0 0-33 0,0 0-46 16,0 0-47-16,11-4-60 0,-11 4-59 0,0 0-135 15,8-8-364-15,-8 8 162 0</inkml:trace>
  <inkml:trace contextRef="#ctx0" brushRef="#br0" timeOffset="9408.23">26538 12049 84 0,'0'0'90'0,"0"0"-7"0,0 0 3 0,0 0 1 16,0 0-11-16,0 0 0 0,0 0 12 0,0 0-15 15,0 0-3-15,0 0-3 0,0 0-7 0,0 0 5 16,0 0-3-16,0 0 2 0,0 0-7 0,0 0-5 16,0 0-4-16,0 0-7 0,0 0 2 0,0 0-9 15,0 0-6-15,0 0-2 0,0 0-5 0,0 0 3 16,0 0 5-16,0 0-6 0,0 0-7 0,0 0-4 16,0 0 2-16,0 0-2 0,0 0-2 0,0 0 4 15,0 0-2-15,-10 0 1 0,10 0-1 0,0 0 1 16,0 0-1-16,0 0-4 0,0 0 1 0,-6 1-6 15,6-1 6-15,0 0 4 0,0 0-8 0,-7 4-1 16,7-4-1-16,0 0 2 0,0 0 0 0,-7 3-2 16,7-3 4-16,0 0 5 0,0 0-2 0,0 0 7 15,0 0-1-15,-11 0 0 0,11 0 0 0,0 0 1 16,0 0-7-16,-9 2 5 0,9-2-4 0,0 0 4 16,0 0-1-16,0 0 0 0,0 0 6 0,-9 0-3 15,9 0 0-15,0 0 5 0,0 0-3 0,0 0 0 16,0 0 0-16,0 0 2 0,0 0-1 0,0 0 3 15,0 0-2-15,0 0 0 0,0 0 0 0,0 0 0 16,0 0-3-16,0 0-3 0,30-2 3 0,-30 2-2 0,19-2 18 16,-13 2-5-16,6-1-1 0,-1 0-7 0,1 1 3 15,-3 0-4-15,0-1-1 0,3 1-2 16,0 0 5-16,-1-2-4 0,1 2-1 0,-1 0 0 16,-4 0-1-16,4-1-1 0,-11 1-3 0,14-2 2 0,-6 1-4 15,-8 1-2-15,14 0 2 0,-14 0-2 16,9-1 3-16,-9 1-6 0,12-2 6 0,-12 2-4 15,6 0 1-15,-6 0-2 0,9-2 3 0,-9 2-5 16,0 0-1-16,14 0 0 0,-14 0-3 0,0 0 3 16,6-4-3-16,-6 4-11 0,0 0-5 0,0 0-10 0,0 0-13 15,0 0-10-15,0 0-24 0,0 0-15 0,0 0-8 16,0 0-20-16,0 0-21 0,0 0-16 16,0 0-17-16,0 0-124 0,0 0-317 0,0 0 142 15</inkml:trace>
  <inkml:trace contextRef="#ctx0" brushRef="#br0" timeOffset="9838.06">26569 11975 153 0,'0'0'205'0,"0"0"-8"0,0-10-6 15,0 10-11-15,0 0-8 0,0 0-12 0,0 0-6 16,0 0-9-16,0 0-14 0,0 0-9 16,0 0-6-16,0 0-12 0,-4-7-14 0,4 7-6 0,0 0-12 15,0 0-7-15,0 0-7 0,0 0-4 16,0 0-10-16,0 0-1 0,0 0-2 0,0 0-3 0,0 0 5 15,0 0-5-15,13 22-3 0,-11-17-1 0,-2-5 1 16,4 9 6-16,-1-3-6 0,-3 1-1 16,0-7-5-16,4 10-1 0,-1-4 3 0,-1 1-5 15,-2-7-1-15,2 11-3 0,-2-5-1 0,0-6-1 16,0 11-2-16,0-11 0 0,1 8-2 0,-1-8-2 0,2 9 2 16,-2-9-4-16,0 7-3 0,0-7-2 15,0 0 2-15,0 9-1 0,0-9-1 0,0 0-10 16,0 9-23-16,0-9-16 0,0 0-22 0,0 7-33 15,0-7-34-15,0 0-39 0,0 0-37 0,0 0-31 16,0 0-141-16,0 0-410 0,0 0 181 0</inkml:trace>
  <inkml:trace contextRef="#ctx0" brushRef="#br0" timeOffset="10172.44">26948 12030 109 0,'0'0'177'16,"0"0"-8"-16,0 0-6 0,0 0-6 0,0 0-2 0,0 0-4 15,0 0-10-15,0 0-14 0,3-3-7 16,-3 3-10-16,0 0-6 0,8-3-2 0,-8 3-7 0,12-2-7 15,-5-1-7-15,1 1-4 0,-1 1-7 16,7-2-10-16,-5 1-2 0,3-1-7 0,-2 0-6 0,3 1-3 16,-1-1-5-16,-3 1-4 0,2-1-2 0,1 2 0 15,-2-1-8-15,3 2 4 0,-5-1-7 0,-8 1-3 16,13-1-10-16,-8-1-17 0,-5 2-20 0,0 0-26 16,18-2-18-16,-18 2-35 0,0 0-26 15,11 0-37-15,-11 0-29 0,0 0-115 0,0 0-341 0,0 0 151 16</inkml:trace>
  <inkml:trace contextRef="#ctx0" brushRef="#br0" timeOffset="10451.54">27067 11939 131 0,'0'0'231'0,"0"0"-9"0,0 0-4 15,0 0-25-15,0 0-15 0,0 0-14 0,0 0-19 16,0 0-14-16,0 0-11 0,0 0-13 0,0 0 0 16,0 0-1-16,0 0-7 0,0 0-4 0,0 0-6 0,-1 20-1 15,1-20-6-15,4 13-4 0,-4-7 1 0,0-6-13 16,0 10-5-16,2-4-3 0,-2-6-10 16,0 13-2-16,2-7-3 0,-2-6-4 0,2 13-5 15,-2-6-2-15,0-7-11 0,-2 12-18 0,2-12-27 0,-2 12-26 16,2-12-34-16,-2 12-49 0,2-12-47 0,0 0-55 15,-2 13-167-15,2-13-435 0,0 0 193 0</inkml:trace>
  <inkml:trace contextRef="#ctx0" brushRef="#br0" timeOffset="10781.4">27454 12033 132 0,'0'0'224'0,"0"0"-15"0,0 0-11 0,0 0-15 0,0 0-18 16,0 0-9-16,0 0-7 0,0 0-20 15,0 0-10-15,7-1-14 0,-7 1-8 0,0 0-7 16,0 0-6-16,0 0-5 0,11-2-7 0,-11 2-4 0,11-3-5 15,-1 3-3-15,-10 0-4 0,14-1-5 16,-5-1-5-16,3 1-4 0,-3 0-2 0,3-2-4 16,1 2-6-16,-3 0 1 0,3 0-6 0,-3-1-2 15,-3 2-9-15,5 0-18 0,-4-1-23 0,-8 1-21 16,18-2-31-16,-18 2-28 0,14 0-31 0,-7 0-25 0,-7 0-43 16,8-3-128-16,-8 3-363 0,0 0 161 15</inkml:trace>
  <inkml:trace contextRef="#ctx0" brushRef="#br0" timeOffset="11036.25">27597 11958 53 0,'0'0'231'0,"-6"-3"-8"0,6 3-12 15,0 0-17-15,0 0-20 0,0 0-19 0,0 0-14 16,0 0-3-16,0 0-8 0,0 0-6 0,0 0-2 15,0 18-11-15,0-18-7 0,0 12-2 0,0-3 1 16,0-9-1-16,0 13-10 0,4-6-6 0,-4 1-9 16,0-8-7-16,0 14-4 0,1-7-10 0,0 0-5 15,-1-7-6-15,0 12-3 0,-1-5-3 0,1-7-5 0,0 16-14 16,0-11-24-16,0-5-22 0,-1 13-25 0,1-13-38 16,0 0-53-16,0 15-52 0,0-15-238 0,0 0-468 15,0 0 207-15</inkml:trace>
  <inkml:trace contextRef="#ctx0" brushRef="#br0" timeOffset="11412.02">28045 12007 162 0,'0'0'181'0,"-8"-4"-9"16,8 4-1-16,0 0-10 0,0 0-4 0,0 0-13 16,0 0-9-16,0 0-2 0,0 0-12 0,0 0-6 15,0 0-5-15,-6-5-11 0,6 5-8 0,0 0-6 16,0 0-11-16,0 0-6 0,0 0 0 0,0 0 0 15,19-4-7-15,-13 2-5 0,-6 2-2 0,13-2-7 16,-2 0-3-16,0 1-3 0,-1 0-7 0,3 0-3 16,-4-1-3-16,0 1-2 0,2 0-1 0,-4 1-3 15,-7 0-3-15,13 0-5 0,-13 0-18 0,10-1-16 16,-10 1-25-16,0 0-28 0,12 0-30 0,-12 0-34 16,0 0-18-16,7 2-33 0,-7-2-161 0,0 0-378 15,0 0 168-15</inkml:trace>
  <inkml:trace contextRef="#ctx0" brushRef="#br0" timeOffset="11674.03">28106 11915 241 0,'0'0'237'15,"0"0"-11"-15,-4-8-15 0,4 8-22 0,0 0-21 16,0 0-16-16,0 0-16 0,0 0-11 0,0 0 2 15,0 0-3-15,0 0-3 0,0 0-12 0,-2 21-1 16,0-13-6-16,2-8-6 0,0 14-3 0,0-6-11 16,0 2-4-16,0-10-1 0,2 14-8 0,-2-5-6 15,1-2-7-15,-1 0-8 0,0-7-6 0,0 12 1 16,0-5-4-16,0-7-2 0,1 13-12 0,-1-7-27 16,0-6-19-16,-1 10-24 0,1-10-34 0,-5 11-52 15,5-6-53-15,0-5-55 0,0 0-182 0,0 0-456 16,-2 13 203-16</inkml:trace>
  <inkml:trace contextRef="#ctx0" brushRef="#br0" timeOffset="12007.4">28543 11992 199 0,'0'0'225'0,"0"0"-14"0,0 0-17 0,0 0-16 16,0-10-15-16,0 10-13 0,0 0-15 0,0 0-14 16,0 0-11-16,0 0-11 0,0 0-4 0,7-2-4 15,-7 2-5-15,11 0-7 0,2 0-2 0,-4-2-10 16,1 2-6-16,1-2-8 0,0 1-3 0,-1 1-3 15,4 0-4-15,-4-2-7 0,3 2-2 0,-4-1-4 16,0 1-4-16,2-1-3 0,-2-1-19 0,-9 2-17 16,14 0-25-16,-14 0-28 0,11-1-32 0,-11 1-33 0,0 0-31 15,9-2-44-15,-9 2-124 0,0 0-356 16,3-4 159-16</inkml:trace>
  <inkml:trace contextRef="#ctx0" brushRef="#br0" timeOffset="12256.27">28652 11921 185 0,'0'0'235'0,"0"0"-5"16,0 0-25-16,0 0-17 0,0 0-20 0,0 0-17 16,0 0-18-16,0 0-9 0,0 0 1 0,0 0 5 15,0 0-8-15,-4 15 3 0,4-15-12 0,0 10-4 16,0-10-3-16,1 11-11 0,-1-11-7 0,0 12-6 15,2-5-6-15,-2-7-2 0,1 12-13 0,-1-6-2 16,0-6-5-16,0 14-6 0,1-9-6 0,-1-5-3 0,0 13-20 16,0-7-23-16,0-6-25 0,3 11-32 15,-3-11-47-15,0 9-52 0,0-9-50 0,2 7-226 16,-2-7-472-16,0 0 209 0</inkml:trace>
  <inkml:trace contextRef="#ctx0" brushRef="#br0" timeOffset="12551.84">29080 11963 197 0,'-5'-13'241'0,"5"13"-12"16,0 0-12-16,0 0-20 0,0 0-18 0,0 0-17 15,0 0-14-15,8-3-12 0,-8 3-8 0,8-2-8 16,-8 2-5-16,12 0-11 0,-12 0-2 0,12-2-5 16,-12 2-11-16,15-3-6 0,-5 2-8 0,1 1-4 0,0-2-7 15,-1 1-5-15,3-2-8 0,-2 3 1 16,1-1-12-16,0-1-2 0,-1 2-6 0,-4-2-18 16,-7 2-24-16,14-3-19 0,-14 3-31 0,12 0-29 15,-12 0-28-15,8-2-43 0,-8 2-47 0,8-2-176 16,-8 2-417-16,0 0 185 0</inkml:trace>
  <inkml:trace contextRef="#ctx0" brushRef="#br0" timeOffset="12827.08">29231 11862 155 0,'0'0'230'0,"0"0"-11"15,0 0-18-15,0 0-21 0,0 0-13 0,0 0-10 16,0 0-2-16,0 0-8 0,0 0-1 0,0 0-3 16,0 0-5-16,0 20 1 0,0-20-3 0,1 14-11 15,0-7-4-15,-1 1-11 0,0-8-12 0,0 14-8 16,3-7-8-16,-3 0-5 0,1 0-5 0,0 1-8 16,1-1-12-16,1 1 1 0,-1-1-3 0,-1-1-7 0,-1-6-12 15,3 12-23-15,-2-6-27 0,0 1-27 0,-1-7-35 16,-1 9-40-16,1-9-48 0,1 7-52 15,-1-7-52-15,0 0-138 0,0 0-443 0,0 0 196 16</inkml:trace>
  <inkml:trace contextRef="#ctx0" brushRef="#br0" timeOffset="13153.98">29569 11941 76 0,'0'0'259'0,"-1"-5"-12"16,1 5-16-16,0 0-17 0,0 0-18 0,0 0-16 16,0 0-18-16,0 0-7 0,0 0-17 0,0 0-13 15,0 0-7-15,5-6-12 0,-5 6-7 0,0 0-6 16,14 0-3-16,-14 0-6 0,14 0-8 0,-5 0-4 15,3-3-5-15,-5 3 1 0,2-1-7 0,3 0-4 16,-2-1-6-16,0 1-4 0,2 0-5 0,-4 0-2 16,2 0-8-16,1 0-1 0,-1 1-2 0,1-1-5 15,-2-1-14-15,-9 2-24 0,11-2-23 0,-11 2-22 16,9-2-31-16,-9 2-33 0,0 0-50 0,11-2-41 16,-11 2-42-16,6-4-130 0,-6 4-418 0,0 0 185 15</inkml:trace>
  <inkml:trace contextRef="#ctx0" brushRef="#br0" timeOffset="13397.14">29701 11846 94 0,'0'0'231'0,"0"0"-12"0,0 0-21 15,0 0-18-15,0 0-20 0,0 0 0 0,0 0 6 0,0 0-12 16,0 0-3-16,-2 16-4 0,-1-10-6 0,3-6-11 15,-1 14-6-15,1-14-6 0,0 12-8 16,0-5-9-16,0-7-10 0,-2 14-3 0,2-6-13 16,0-1-8-16,2 2-2 0,-1-3-8 0,-1-6-4 0,0 12-25 15,3-5-29-15,-3-7-29 0,-2 12-30 16,2-12-49-16,-2 14-54 0,2-14-48 0,-4 10-212 16,4-10-458-16,-5 11 204 0</inkml:trace>
  <inkml:trace contextRef="#ctx0" brushRef="#br0" timeOffset="14496.3">26526 12533 35 0,'-5'-3'108'0,"5"3"-9"0,0 0 5 0,0 0 0 15,-6-5 3-15,6 5-4 0,0 0 7 0,0 0-6 16,-6-5-10-16,6 5-6 0,0 0 2 0,0 0-13 16,0 0-7-16,0 0-5 0,0-9-7 0,0 9-7 15,0 0 2-15,0 0-5 0,0 0 0 0,15-7-1 0,-11 4 3 16,-4 3 5-16,16-3 2 0,-9 1-3 15,1 1-1-15,2 1 4 0,-1-3-2 0,2 0-7 16,-1 1-2-16,0 2-2 0,1-2 6 0,-1 1-7 16,-1 1-6-16,-9 0 3 0,13-2-2 0,-4 2-4 15,-9 0-3-15,11-1 0 0,-11 1-4 0,13 0-4 0,-13 0-3 16,10-2 0-16,-10 2-6 0,0 0 6 16,9 2-4-16,-9-2-4 0,0 0 2 0,0 0-1 15,8 1 2-15,-8-1-2 0,0 0-2 0,0 0 2 16,0 0-1-16,0 0-3 0,0 0-2 0,0 0 1 15,0 0 0-15,0 0-2 0,10 0-4 0,-10 0 2 16,0 0-4-16,0 0-19 0,0 0-23 0,0 0-22 16,2 7-23-16,-2-7-27 0,0 0-36 0,4 9-35 15,-4-9-167-15,3 3-382 0,-3-3 169 0</inkml:trace>
  <inkml:trace contextRef="#ctx0" brushRef="#br0" timeOffset="14885.05">27076 12513 201 0,'0'0'201'0,"0"0"-20"0,0 0-7 0,0 0-11 0,0 0-14 15,0 0-5-15,0 0-12 0,0 0-8 16,0 0-6-16,7 0-16 0,-7 0-8 0,0 0 3 15,0 0-5-15,12 1-1 0,-12-1-2 0,8 0-3 0,-8 0-3 16,11 1 0-16,-11-1-4 0,18 0 1 0,-9-1-5 16,3 1 0-16,-1 0-9 0,2 0-2 15,-1-1-6-15,-1 2-2 0,-1 0-5 0,3-2-3 16,-1 1-9-16,-2 0 3 0,-3 1-6 0,-7-1-2 16,15-1-7-16,-15 1-6 0,12 0-2 0,-4 0 1 0,-8 0 1 15,9-1-1-15,-9 1-4 0,0 0 0 16,10 0 1-16,-10 0-1 0,0 0-4 0,0 0 2 15,0 0-2-15,9 0-4 0,-9 0 2 0,0 0-4 16,0 0-2-16,0 0 1 0,0 0 5 0,0 0-11 0,0 0-16 16,0 0-17-16,0 0-19 0,8 2-23 0,-8-2-22 15,0 0-43-15,0 0-52 0,0 0-36 16,0 8-212-16,0-8-476 0,0 0 212 0</inkml:trace>
  <inkml:trace contextRef="#ctx0" brushRef="#br0" timeOffset="15180.19">27650 12565 2 0,'8'0'196'0,"-8"0"-12"0,0 0-9 0,0 0-5 0,9 1-5 15,-9-1-4-15,0 0-3 0,11 0-1 0,-11 0-2 16,7 0-8-16,-7 0-4 0,7 2-2 15,-7-2-6-15,14-2-6 0,-14 2-8 0,13-2-5 0,-5 1-10 16,0 1-7-16,0-2-6 0,-8 2-1 16,12-3-9-16,-6 2-6 0,2 0-8 0,-8 1-7 0,15-3-7 15,-8 3-3-15,0-3-4 0,-7 3-6 0,13-1-8 16,-13 1 1-16,9-2-14 0,-9 2-20 0,10-1-22 16,-10 1-21-16,0 0-25 0,10-2-30 15,-10 2-30-15,0 0-45 0,9 0-42 0,-9 0-43 16,0 0-148-16,0 0-438 0,14-3 193 0</inkml:trace>
  <inkml:trace contextRef="#ctx0" brushRef="#br0" timeOffset="15449.92">28091 12522 92 0,'0'0'198'0,"0"0"-4"0,0 0-14 0,0 0-9 15,0 0-10-15,0 0-1 0,0 0-4 16,0 0-1-16,0 0-2 0,0 0-5 0,0 0-1 16,0 0-3-16,9-1-4 0,-9 1 1 0,0 0-14 0,10-2-7 15,-10 2-6-15,8-1-18 0,-8 1-7 0,10-4-9 16,-6 1-4-16,6 1-13 0,-2 1-4 16,-8 1-6-16,13-3-7 0,-4 1-12 0,-2 0-16 15,-7 2-22-15,15-1-19 0,-7-1-23 0,-3 0-25 16,-5 2-29-16,14-1-37 0,-6-2-32 0,1 2-32 0,1 0-21 15,3-2-169-15,-2 2-423 0,1-3 188 0</inkml:trace>
  <inkml:trace contextRef="#ctx0" brushRef="#br0" timeOffset="15675.63">28467 12460 122 0,'11'2'168'0,"-11"-2"-4"0,0 0 1 0,0 0-4 16,0 0-4-16,0 0-6 0,7 0-6 0,-7 0-4 15,0 0-3-15,8 1-8 0,-8-1-7 16,0 0-10-16,12 2-6 0,-12-2-12 0,0 0-4 16,13-3-14-16,-13 3-5 0,11 0-5 0,-11 0-8 0,14-2-9 15,-7 2-10-15,4 0-19 0,-11 0-27 0,14-1-27 16,-6 0-34-16,-8 1-33 0,18-3-28 16,-8 2-27-16,0-2-14 0,3 2-8 0,0 0 7 15,-2-2-89-15,3 3-280 0,-1-2 123 0</inkml:trace>
  <inkml:trace contextRef="#ctx0" brushRef="#br0" timeOffset="15827.21">28732 12441 475 0,'0'0'-23'0,"16"-4"27"0,-16 4 10 0,0 0 20 0,11 0 11 16,-11 0 16-16,0 0 8 0,0 0 10 0,0 0 13 16,14-1 3-16,-14 1 9 0,8 0 3 15,-8 0 0-15,0 0 0 0,9 1-5 0,-9-1 0 16,0 0-2-16,7 0-3 0,-7 0-10 0,0 0-4 0,13 2-8 16,-13-2-5-16,9-3-5 0,-9 3-8 0,10-1-4 15,-10 1-10-15,12 0-21 0,-12 0-28 0,14-3-29 16,-14 3-29-16,12-1-20 0,-12 1-49 0,15-4-19 15,-8 3-30-15,0 1-97 0,4 0-302 16,0-2 135-16</inkml:trace>
  <inkml:trace contextRef="#ctx0" brushRef="#br0" timeOffset="15984.95">29025 12421 14 0,'0'0'141'0,"0"0"0"0,9 0 10 0,-9 0-8 0,8-2-1 15,-8 2-7-15,0 0-4 0,9-2-9 0,-9 2-12 16,0 0-8-16,13 1-10 0,-13-1-8 0,11-1-11 15,-11 1 0-15,10 0-26 0,-10 0-29 0,11 0-32 16,-11 0-38-16,12-2-49 0,-3 1-34 0,-9 1-102 16,15-3-255-16,-3 2 113 0</inkml:trace>
  <inkml:trace contextRef="#ctx0" brushRef="#br0" timeOffset="16156.01">29283 12410 96 0,'0'0'181'0,"8"0"-5"0,-8 0-4 16,0 0-7-16,0 0-8 0,10 0-8 0,-10 0-7 0,9 0-12 16,-9 0-17-16,10-2-9 0,-10 2-12 0,12-1-10 15,-12 1-5-15,12 0-20 0,-12 0-29 0,11 0-32 16,-11 0-44-16,11-2-45 0,-5 1-39 16,-6 1-31-16,12-1-85 0,-12 1-266 0,14-3 117 15</inkml:trace>
  <inkml:trace contextRef="#ctx0" brushRef="#br0" timeOffset="16308.3">29536 12407 85 0,'9'0'181'0,"-9"0"-3"15,0 0-9-15,15-2-7 0,-15 2-14 0,12-2-6 16,-6 2-14-16,-6 0-14 0,17-2-8 0,-8 4-11 16,0-2-11-16,-9 0-24 0,14-3-28 15,-14 3-40-15,19-2-40 0,-10-1-40 0,-9 3-37 16,17-2-112-16,-17 2-255 0,14-2 114 0</inkml:trace>
  <inkml:trace contextRef="#ctx0" brushRef="#br0" timeOffset="16552.59">29838 12395 140 0,'0'0'127'0,"11"-2"-9"15,-11 2-10-15,7-2-21 0,-7 2-2 0,14 0-3 0,-14 0-26 16,16-1-25-16,-4 0-15 0,-1 0-22 0,2-1-1 15,-3 1-8-15,2-1-2 0,2 0-4 16,-4 0 2-16,0 1 4 0,2-1 4 0,-4 1 12 16,-1 1 7-16,-7 0 8 0,14-3 17 0,-14 3 17 15,9 0 6-15,-9 0 3 0,0 0 3 0,9-1 4 0,-9 1 6 16,0 0-4-16,0 0-4 0,0 0-7 0,10 1-6 16,-10-1-9-16,0 0-24 0,0 0-24 0,0 0-31 15,0 0-38-15,0 0-52 0,0 0-77 16,0 0-219-16,0 0 98 0</inkml:trace>
  <inkml:trace contextRef="#ctx0" brushRef="#br0" timeOffset="17665.82">26596 13079 119 0,'0'0'106'0,"0"0"-7"0,0 0 2 0,0 0-2 16,-9-6-3-16,9 6-1 0,0 0-8 0,0 0 2 16,0 0-5-16,0 0 1 0,-13 2-2 0,13-2-4 15,0 0-1-15,0 0 2 0,0 0-1 0,-7-3-2 16,7 3 3-16,0 0-4 0,0 0 0 0,0 0-1 16,0 0-3-16,0 0-2 0,-8-3 0 0,8 3-2 15,0 0-2-15,0 0-4 0,0 0 1 0,0 0-3 16,0 0-3-16,0 0-3 0,0 0-6 0,0 0-1 15,0 0-1-15,0 0-6 0,0 0-1 0,0 0-5 16,0 0-1-16,0 0-3 0,0 0-3 0,0 0 4 16,0 0 4-16,0 0 0 0,0 0-1 0,25 6-6 15,-18-6 0-15,-7 0-3 0,18 0-2 0,-7 0-1 16,3-2 1-16,-3 1 0 0,3 0 3 0,-1 1-1 16,0-2-3-16,1 1-2 0,-3 0 4 0,1 0-2 15,-3 2-1-15,-1-2 2 0,-8 1 0 0,16 1-4 16,-16-1 11-16,9-1-2 0,-9 1 3 0,0 0 1 15,9 0 1-15,-9 0 2 0,0 0 0 0,0 0 3 16,10 1 5-16,-10-1-5 0,0 0 0 0,0 0-7 16,0 0-1-16,0 0-1 0,0 0-2 0,0 0-3 15,0 0-2-15,8-2-2 0,-8 2-13 0,0 0-22 16,0 0-22-16,0 0-24 0,0 0-24 0,0 0-26 16,0 0-40-16,0 0-38 0,0 0-42 0,0 0-41 15,0 0-192-15,0 0-501 0,0 0 221 0</inkml:trace>
  <inkml:trace contextRef="#ctx0" brushRef="#br0" timeOffset="18080.9">27079 13065 102 0,'0'0'224'0,"0"0"-11"0,0 0-8 15,0 0-9-15,0 0-11 0,0 0-6 0,0 0-8 16,0 0-6-16,0 0-9 0,0 0-5 0,0 0-9 16,0 0-7-16,0 0-2 0,0 0-12 0,0 0-11 15,0 0-6-15,0 0-9 0,0 0-8 0,0 0-5 16,0 0-10-16,0 0-5 0,0 0-2 0,6 3 1 16,-6-3 1-16,12-2 0 0,-12 2 1 0,11-3-6 15,-1 3 0-15,2 0 2 0,-3-1 0 0,-2 1-5 16,5 0-3-16,-1-2-2 0,-11 2 10 0,18-2-7 15,-7 1-34-15,1-1 21 0,-4 1-1 0,3 1 1 16,-2 0-3-16,0-1-2 0,-2-2 1 0,-7 3-13 16,13 0 6-16,-13 0-6 0,10-1-17 0,-10 1 4 0,0 0 12 15,11 0-6-15,-11 0 3 0,0 0-4 16,0 0-2-16,10-1 6 0,-10 1-9 0,0 0-1 16,0 0-5-16,0 0 4 0,0 0-1 0,0 0 4 0,0 0-27 15,0 0-9-15,0 0-18 0,8-2-30 16,-8 2-31-16,0 0-24 0,0 0-24 0,0 0-35 15,0 0-51-15,0 0-51 0,0 0-273 0,0 0-603 16,0 0 268-16</inkml:trace>
  <inkml:trace contextRef="#ctx0" brushRef="#br0" timeOffset="18474.39">27631 13036 199 0,'0'0'245'0,"0"0"-16"0,0 0-18 16,0 0-24-16,0 0-15 0,0 0-21 0,0 0-12 0,0 0-15 15,0 0-1-15,0 0-10 0,0 0 3 0,14 5 1 16,-14-5-2-16,9 2-3 0,-3-2-2 0,1 3-1 15,-7-3-4-15,14 0-2 0,-6 0-2 16,-1 2-9-16,3-1-9 0,-10-1 2 0,17 1-9 16,-10-1-10-16,-7 0 4 0,14 0-4 0,-6 3-3 15,-8-3 0-15,9 1-6 0,-9-1-7 0,8 0-1 16,-8 0 4-16,0 0-2 0,11-1 1 0,-11 1-1 16,6 2 0-16,-6-2 4 0,0 0-8 0,0 0-6 15,0 0 10-15,0 0-18 0,0 0-4 0,10-2 3 0,-10 2-7 16,0 0-6-16,0 0-14 0,0 0-26 0,0 0-25 15,0 0-34-15,0 0-30 0,0 0-44 0,0 0-59 16,0 0-61-16,0 0-61 0,0 0-176 0,2-9-553 16,-2 9 245-16</inkml:trace>
  <inkml:trace contextRef="#ctx0" brushRef="#br0" timeOffset="19061.93">28184 13041 6 0,'0'0'187'16,"0"0"-12"-16,0 0-10 0,0 0-8 0,0 0-6 16,0 0-14-16,0 0-1 0,0 0-12 0,0 0-5 0,0 0 2 15,0 0-1-15,0 0-9 0,0 0-2 0,0 0-3 16,0 0-1-16,0 0-4 0,0 0-1 0,35 0-10 16,-30 0-6-16,-5 0-2 0,16 0-6 15,-5-1 3-15,-1 1-7 0,-1 1 4 0,2-1-8 0,0-1 1 16,-3 0-5-16,-8 1-2 0,14 0-2 15,-5 0 6-15,0 0-10 0,-9 0 6 0,11 0-8 0,-11 0 6 16,11-3-1-16,-11 3-6 0,8-2 5 16,-8 2-1-16,0 0-2 0,0 0-5 0,8 0-3 15,-8 0-3-15,0 0-3 0,0 0-4 0,7 5 0 0,-7-5-7 16,0 0-2-16,0 0-9 0,0 0-14 0,0 0-16 16,0 0-25-16,0 0-25 0,0 0-26 0,0 0-32 15,0 0-36-15,0 0-47 0,0 0-38 16,0 0-56-16,0 0-175 0,0 0-509 0,0 0 225 15</inkml:trace>
  <inkml:trace contextRef="#ctx0" brushRef="#br0" timeOffset="19504.22">28704 13022 20 0,'0'0'261'0,"0"0"-14"0,0 0-11 0,0 0-23 0,0 0-11 15,0 0-23-15,0 0-11 0,0 0-14 0,0 0-13 16,0 0-12-16,-1-11-10 0,1 11-12 0,0 0-10 15,0 0-1-15,0 0-3 0,0 0-4 0,10-2-6 16,-10 2 0-16,12 0-2 0,-12 0-4 0,12-1 0 16,-12 1 1-16,11 1-3 0,-11-1 6 15,14-1-9-15,-6 1-2 0,-8 0 0 0,16-3-7 0,-16 3 0 16,11 0 0-16,-5-1-6 0,-6 1-1 0,11 0 1 16,-11 0-5-16,8-3 1 0,-8 3-10 0,0 0-9 15,9 0 8-15,-9 0-8 0,0 0-3 0,9-3 0 16,-9 3-4-16,0 0-5 0,9-2 2 0,-9 2-7 15,0 0 4-15,0 0-5 0,7-1-6 0,-7 1-4 16,0 0-15-16,0 0-18 0,0 0-17 0,0 0-25 16,0 0-23-16,0 0-24 0,0 0-32 0,0 0-34 15,0 0-40-15,9 3-36 0,-9-3-252 0,0 0-551 16,0 0 245-16</inkml:trace>
  <inkml:trace contextRef="#ctx0" brushRef="#br0" timeOffset="19991.74">29223 12990 210 0,'0'0'223'0,"0"0"-12"16,0 0-9-16,-6-2-15 0,6 2-10 0,0 0-11 16,0 0-8-16,0 0-9 0,0 0-12 0,0 0-5 15,0 0-10-15,0 0-11 0,0 0-10 0,0 0-7 16,0 0-9-16,0 0-6 0,0 0-4 0,0 0 0 15,0 0 1-15,0 0-5 0,0 0 7 0,0 0-7 16,0 0-2-16,30 0-3 0,-30 0-7 0,14 0-4 16,-6 0 3-16,-8 0-4 0,15 2-1 0,-7-1-6 15,0-1-4-15,-8 0 3 0,12 0-7 0,-4 2 3 16,-8-2-11-16,9 0-2 0,-9 0 1 0,0 0-5 16,14 0-3-16,-14 0 0 0,8-2-1 0,-8 2-7 15,8 2 9-15,-8-2-7 0,0 0-4 0,10 0-2 16,-10 0 2-16,0 0-3 0,9 0 0 0,-9 0-16 15,0 0-10-15,0 0-13 0,0 0-11 0,0 0-26 16,0 0-16-16,0 0-22 0,0 0-26 0,9 1-27 16,-9-1-29-16,0 0-41 0,0 0-32 0,0 0-172 15,0 0-468-15,11-3 207 0</inkml:trace>
  <inkml:trace contextRef="#ctx0" brushRef="#br0" timeOffset="20331.09">29590 12981 39 0,'0'0'176'0,"0"0"-3"16,0 0-1-16,0 0-7 0,8 2 0 0,-8-2-5 16,0 0-4-16,0 0 0 0,0 0-8 0,0 0 0 15,0 0-7-15,0 0-6 0,0 0 0 0,0 0-2 16,12-1-4-16,-12 1-2 0,0 0-10 0,13 0 1 15,-13 0-15-15,10-3-4 0,-10 3-6 0,13 0-7 16,-7-2-7-16,-6 2-1 0,11-1-9 0,-11 1 0 16,12-1-6-16,-12 1-1 0,12-2-4 0,-12 2 0 0,9-1-2 15,-9 1-11-15,0 0-2 0,11-3-5 16,-11 3-4-16,7 0-1 0,-7 0-4 0,0 0-4 16,0 0 1-16,9-1-7 0,-9 1-1 0,0 0-24 15,0 0-17-15,0 0-19 0,0 0-21 0,0 0-22 16,0 0-21-16,0 0-26 0,0 0-32 0,0 0-39 0,9-2-35 15,-9 2-42-15,0 0-159 0,0 0-477 16,7-2 211-16</inkml:trace>
  <inkml:trace contextRef="#ctx0" brushRef="#br0" timeOffset="20570.36">29949 12969 127 0,'8'0'234'0,"-8"0"-10"0,10 0-5 0,-10 0-7 0,8 2-9 16,-8-2-4-16,10 2-10 0,-10-2-6 0,13 0-13 15,-13 0-7-15,9 0-11 0,-9 0-9 16,12 2-14-16,-12-2-15 0,8 0-7 0,-8 0-13 16,0 0-8-16,12-2-6 0,-12 2-9 0,0 0-12 15,10 0-22-15,-10 0-25 0,0 0-31 0,0 0-32 16,0 0-54-16,0 0-69 0,0 0-63 0,0 0-201 0,0 0-473 15,0 0 211-15</inkml:trace>
  <inkml:trace contextRef="#ctx0" brushRef="#br0" timeOffset="70940">19374 6188 13 0,'0'0'34'0,"0"0"-2"0,0 0-7 0,0 0 3 16,0 0-3-16,0 0 2 0,0 0-3 0,0 0-6 15,0 0-1-15,0 0-1 0,0 0 3 0,-5-5-3 16,5 5 2-16,0 0 0 0,0 0-2 0,0 0 1 15,0 0 1-15,0 0-8 0,0 0-4 0,0 0 8 16,0 0 2-16,0 0 0 0,-4-6-3 0,4 6 1 16,0 0-5-16,0 0 4 0,0 0-4 0,0 0 5 15,0 0 0-15,0 0 6 0,-4-7-1 0,4 7 3 16,0 0-6-16,0 0 6 0,0 0-3 0,-4-4 0 16,4 4-1-16,0 0-3 0,0 0 1 0,0 0 3 15,0 0-3-15,0 0-3 0,0 0-2 0,0 0 4 16,0 0-10-16,0 0-5 0,0 0 9 0,0 0-5 15,0 0 0-15,0 0 2 0,0 0 4 0,0 0-5 16,0 0-4-16,0 0-4 0,0 0-1 0,3 25 9 16,-5-20-5-16,5 5 3 0,-1-2-2 0,1 5 8 15,0-4 8-15,0 3-3 0,3 4 4 0,0-2 4 16,3 4-9-16,0-3 9 0,-1 5-8 0,2 4-4 16,0-1 3-16,-1 1 2 0,2-1-1 0,1 4-3 15,-3 0 1-15,4-2-12 0,-1 0 4 0,1 1-3 16,4-1 10-16,-3 1 6 0,4 0-5 0,0-2-7 15,1 1 6-15,0 0-7 0,3 2-7 0,-4-3-8 16,3 1 5-16,2 0 7 0,-1 0-3 0,1 0-11 16,1-1-4-16,2 0 9 0,-2 2-2 0,4-3 2 15,1 1 3-15,0-1 2 0,0 0-8 0,3-2 4 16,0-1-6-16,1 1 0 0,11 4 0 0,-10-7 3 16,10 6 9-16,-11-7-7 0,14 2 8 0,-12-2-5 15,15 2 1-15,-6 1-1 0,-6-7-5 0,10 5-11 16,-11-5 7-16,0 1 1 0,13 1-2 0,-14-5 3 15,0 3-2-15,-2-4 3 0,4 1-3 0,-2 0 3 16,-4 0-1-16,-3 0 5 0,1-5 3 0,-3 4-4 16,2-2 2-16,-8-3 6 0,0 1-6 0,5 0 1 15,-7 1 0-15,0-2 1 0,0-1 2 0,-1 1 8 16,0 0 4-16,0-2-2 0,-4 2 3 0,-1-2-10 16,0-1 1-16,-1 1 0 0,0 2 11 0,1-4-8 0,-2 2 1 15,1 0 2-15,-5 0 7 0,1-2 3 0,-1 1-3 16,1 1-8-16,-8-2-16 0,12 2 16 0,-6-2 8 15,-6 0 2-15,0 0 0 0,14 1 0 0,-14-1-3 16,8 1 0-16,-8-1-5 0,12 0 6 16,-12 0-7-16,12 0-1 0,-4 0-1 0,1 0 3 0,4 0-4 15,-2-1 1-15,2 1-6 0,4 0-3 0,-5 0-11 16,8 0 15-16,0 0-2 0,-1-1-8 0,2-1 10 16,-1 2-9-16,1 0 0 0,0 0-2 15,0 0 5-15,-1 2-4 0,1-4 4 0,-2 0 2 0,-1 2 3 16,-1-1 2-16,2 1-2 0,-6 0 3 0,4 0-10 15,-3 0 9-15,0-2 4 0,4 2-8 0,0-1 2 16,1 2 4-16,2 1-2 0,-1-2 2 16,10 1 1-16,-2 1-2 0,2 0-3 0,5 0 3 0,-1 2 2 15,2-1-2-15,1-3 1 0,0 1-2 0,0 0 6 16,-1 1 1-16,0-1-9 0,-3 0 8 0,-4 0 6 16,2 0-12-16,-5-2 2 0,-6 1 4 0,0 0-2 15,-3 0-4-15,1 0-2 0,-6 1 3 0,2-1 0 16,-2 1 0-16,0-1-16 0,-1 1 16 0,1 1-6 15,-2-2 4-15,3 2 5 0,-3-2 1 0,2 1-8 16,-6-1-1-16,4 1-1 0,-2 1 5 0,-8-2-2 16,17 1 1-16,-11-1 5 0,-6 0-7 0,14-1-13 15,-6 2 19-15,-1-1 0 0,5-1-16 0,-2 1 15 16,3 1-2-16,5-1 1 0,0 3 3 0,3-2-1 16,1-2-2-16,6 2 7 0,1-1-5 0,1 1-2 15,-1-2-6-15,1 2 5 0,-5 0-1 0,-2 0-1 16,5-1 0-16,2-1 5 0,-9 1-8 0,8-1 2 15,-8 1 2-15,6 0 1 0,-5 0 4 0,0-1-13 16,0 0 15-16,-1 1-3 0,1-2-2 0,-3 2 1 16,0-1 1-16,-6 1 3 0,1 0-8 0,-4-1-1 15,-2 1 1-15,-8 0 10 0,14-3 14 0,-9 2-13 16,-5 1 4-16,9-2 3 0,-9 2 3 0,0 0-4 16,9-3 3-16,-9 3 1 0,0 0 1 0,0 0 0 15,6-2-7-15,-6 2 1 0,0 0 1 0,0 0-6 16,0 0 3-16,0 0-2 0,0 0 2 0,0 0-3 15,0 0-3-15,0 0-1 0,0 0-4 0,0 0 6 16,0 0-5-16,0 0-7 0,0 0 11 0,7 7-3 16,-7-7 0-16,0 0-6 0,0 0 14 0,-7 15-9 15,7-15-5-15,-5 12 5 0,-1-3 2 0,2 1 1 16,0-1-2-16,-2 1 2 0,2 0 7 0,-1 2-5 16,0-2-1-16,-2 1 1 0,2 0 0 0,0-1-4 0,-1 1-4 15,1-1-9-15,-3 1-31 0,3-2-15 16,-3 0-21-16,3 0-29 0,-1-2-113 0,-3 2-233 15,0-2 104-15</inkml:trace>
  <inkml:trace contextRef="#ctx0" brushRef="#br0" timeOffset="71165.34">23235 7435 29 0,'-4'-10'205'0,"0"2"-6"0,0 0-10 16,0-1 9-16,0 2-13 0,-1 1-12 0,-1 0-20 0,2-1-10 15,0 3-16-15,4 4-11 0,-7-9-15 0,7 9-10 16,-7-7-21-16,7 7-27 0,-5-5-35 0,5 5-34 16,-4-4-53-16,4 4-33 0,0 0-35 15,0 0-131-15,0 0-301 0,0 0 133 0</inkml:trace>
  <inkml:trace contextRef="#ctx0" brushRef="#br0" timeOffset="72015.89">24133 7614 168 0,'-4'-11'191'15,"-2"0"-9"-15,1 2-5 0,-3-2-16 0,0 2-13 16,-2 1-6-16,0 1-14 0,0 1-15 0,-3 2-13 16,0 2-9-16,-1 2-10 0,-3 2-6 0,-2 4-7 15,0 3-4-15,-1 1-7 0,-5 6-8 0,2 0-1 16,3 3-5-16,1 0-5 0,5 2-3 0,2-5-6 15,5 2-3-15,3 0 0 0,0-2 0 0,4 0 0 16,1 2-6-16,6-1-1 0,-1-3-1 0,7-1 0 16,-1-2 8-16,4-3-15 0,2-2-5 0,0 1 1 15,2-2 0-15,3-2-2 0,6-5 0 0,-7 0-3 16,6-2 6-16,-1-5-3 0,-10-1-2 0,6-4 3 16,-8-1 0-16,-1 0-2 0,-1-1 1 0,2-10-1 15,-5 2 0-15,2-2-2 0,-3-5 1 0,-4 3 2 16,-1 0 1-16,-2-3-1 0,0 0 2 0,-1 0-1 15,-1 1 3-15,0-2 5 0,0 0-4 0,0 3 7 16,-1-2 1-16,1 5 1 0,-2 6 12 0,2 4 0 16,2 5 2-16,-4-2-3 0,2 7-6 0,0 6-3 15,0-13-3-15,0 13-6 0,0-6 1 0,0 6-7 16,0 0 3-16,0 0-4 0,0 0-1 0,0 33 1 16,-2-12 0-16,1 4 1 0,-1 3-3 0,-2 1-1 15,2-1 1-15,-2 3 1 0,4 2 2 0,-1-6-5 0,-2 0-1 16,6 0 5-16,-1-3 0 0,2 1-1 0,0-5 3 15,1-2-3-15,2-4 1 0,0 1-2 0,3-2 1 16,1 1 0-16,-2-8 3 0,1 3 2 16,0-3-4-16,-1-2 4 0,1-1 5 0,-2-2-6 15,0-1 5-15,-8 0-6 0,19-6 1 0,-10 2 1 0,0-2-1 16,-1-3 0-16,-1-1-2 0,1 1 3 16,0-5-3-16,-2-1-4 0,-1 0-1 0,0 0 0 0,-1-2 2 15,1 2-1-15,-2 4 0 0,-1 1-1 0,2 1 0 16,-3 3-3-16,-1 6-4 0,3-7-3 0,-3 7 1 15,0 0-2-15,0 0 2 0,0 0 2 0,0 0 1 16,0 0 2-16,0 0 1 0,1 26-1 0,-2-14 4 16,-1 5-6-16,2-2-5 0,0 2-19 15,2-3-17-15,1 3-19 0,4-2-29 0,-1-5-27 16,2 4-35-16,5 0-36 0,-6-8-188 0,0 0-411 0,4-2 183 16</inkml:trace>
  <inkml:trace contextRef="#ctx0" brushRef="#br0" timeOffset="72395.25">24648 7351 155 0,'0'0'211'0,"-2"-12"-2"0,2 12-16 16,0 0-22-16,0-8-17 0,0 8-16 0,0 0-9 15,0 0-3-15,0 0-2 0,-6 36-5 0,4-12-1 16,-1 5 3-16,-2 1-11 0,-1 5-8 15,1-2-7-15,-3 16-11 0,2-3-2 0,3-10-11 16,2-2-7-16,-3 1-5 0,4-3-7 0,0-1-4 0,0-1-2 16,0-3-3-16,1 2-6 0,2-3-18 0,-2-6-19 15,2-4-25-15,0 1-38 0,-3-5-40 0,2 0-31 16,-1-3-39-16,0-2-29 0,1-1-162 0,-2-6-393 16,0 0 173-16</inkml:trace>
  <inkml:trace contextRef="#ctx0" brushRef="#br0" timeOffset="72717.92">24495 7729 25 0,'16'-7'96'0,"-2"-5"-6"0,12 2-3 16,0-2-17-16,0 1 0 0,4-1-12 0,2-2-5 16,-3-1-6-16,2 1-5 0,-2 1-3 0,-2 0-7 15,0-1-1-15,-5-3-6 0,-5 6 1 0,-4-1-7 16,2-3-2-16,-3-2-4 0,-2 0 14 0,0-2-10 15,-4 0 28-15,-1 2 1 0,-3-2 14 0,1 0 22 16,-1 4-8-16,-2 3-3 0,0 0 13 0,0 1 0 16,2 6 3-16,-2 5-8 0,0-13-14 0,0 13-11 15,0 0-1-15,0 0-6 0,0 0 12 0,0 0 19 16,-7 42 2-16,1-16 4 0,-1 3-7 0,2 3-2 16,-2 14-4-16,0-12 3 0,1 1-9 0,1-1 2 15,0-2-12-15,1-1-3 0,0 1-7 0,3-6-2 16,0 3-7-16,-1-3-4 0,2-1-19 0,0-4-24 15,-1-6-34-15,0 3-43 0,0-6-39 0,1 1-48 16,-2-4-35-16,0 0-152 0,-4-3-390 0,3-1 173 16</inkml:trace>
  <inkml:trace contextRef="#ctx0" brushRef="#br0" timeOffset="73387.87">24826 7631 74 0,'11'-3'144'0,"3"-3"-13"0,-2 2-7 0,0 0-1 16,0 0-1-16,2 0-10 0,-2-1 3 0,-1 1-3 15,1 0-1-15,-5 2-4 0,4-1-1 0,-5 0-4 16,0 1-3-16,-6 2-9 0,9-2-8 0,-9 2-10 16,0 0-9-16,10 0-10 0,-10 0 4 0,0 0 5 15,6 11 0-15,-4-6-5 0,-1 5-2 0,2-1-1 16,-1 3-7-16,-2-2-1 0,2 2-7 0,-1-2-2 15,0 2-2-15,2-2-6 0,1 0-5 0,0 1 9 16,0-5-7-16,-1 0-2 0,4 1-7 0,-2-2 5 16,1-3-5-16,-2 4-6 0,-4-6-3 0,13 3 2 15,-5-3-4-15,-8 0-3 0,16-7 5 0,-5 3-6 16,-4-1-4-16,1-5 6 0,-1 3-6 0,2-8-1 16,1 3 1-16,0-2 3 0,-3 0-2 0,0-1-1 15,-1 2-1-15,0-2 2 0,-2 3-1 0,3-2-3 16,-5 3 1-16,2 0 1 0,-2 5 1 0,1-2 1 15,1 2-6-15,-4 6-2 0,2-8 0 0,-2 8 1 16,0 0-1-16,0 0 1 0,0 0 5 0,0 0-5 16,0 0 2-16,0 28-2 0,-2-17 1 0,2 2 7 15,-4 0-7-15,4 3 6 0,0-4-4 0,0-1 5 16,2-1-2-16,0 2 1 0,3-2 2 0,-1-4 2 16,3 2 4-16,0-2-1 0,-1-3 1 0,4-1 0 15,1-1-2-15,0-1 0 0,2-3 2 0,1 0 1 16,1-2-1-16,-3-2 0 0,-3 1 0 0,0-4 2 15,2 1 2-15,-2-6-4 0,-5 5 0 0,5-3-1 16,-3-2 0-16,-2 3 1 0,0 0-1 0,-2 2 0 16,-2-3-4-16,1 4-2 0,-1-1 3 0,1 3-1 15,-1 7-5-15,1-10 3 0,-1 10-2 0,1-9-4 16,-1 9 0-16,0 0 3 0,0 0-3 0,0 0 2 16,0 0-3-16,0 0-1 0,-14 20 4 0,11-9 0 15,-2 4 2-15,1 1 0 0,1 0 1 0,1 1-3 16,-2-2 0-16,2 1 2 0,0 0-2 0,0 1 4 15,2-4-1-15,-1-4 7 0,1 4 1 0,0-5 4 16,0 3-1-16,0-4-2 0,0 3 1 0,0-10 0 16,-4 12-2-16,2-8-3 0,-2 3-16 0,4-7-19 15,-8 10-6-15,2-4-44 0,-3-1-43 0,-1-3-45 0,2 1-53 16,-4 0-125-16,-1-2-375 0,0-1 166 16</inkml:trace>
  <inkml:trace contextRef="#ctx0" brushRef="#br0" timeOffset="73640.19">25472 7533 176 0,'5'-4'217'0,"-5"4"-8"15,7-7-12-15,-7 7-23 0,7-2-13 0,-7 2-21 16,0 0-15-16,7-2-12 0,-7 2-11 0,0 0-6 0,6 9-7 15,-4-3 1-15,-2-6-5 0,1 15-6 16,-1-6-9-16,1 1-6 0,-2 4-5 0,0 1-3 16,1-1-7-16,-2-2-12 0,0 2-21 15,0-1-19-15,0-2-31 0,1 2-33 0,1-13-25 0,-2 17-42 0,4-8-43 16,-2-2-140-16,0-7-342 0,0 0 152 16</inkml:trace>
  <inkml:trace contextRef="#ctx0" brushRef="#br0" timeOffset="73834.95">25356 7361 81 0,'0'0'160'0,"0"0"-12"16,0 0-16-16,0 0-30 0,0 0-18 15,0 0-40-15,0 0-35 0,0 0-38 0,0 0-94 16,0 0-131-16,0 0 58 0</inkml:trace>
  <inkml:trace contextRef="#ctx0" brushRef="#br0" timeOffset="76377.73">25632 7597 78 0,'0'0'167'0,"0"0"-15"0,-18 6-9 0,9-2-9 16,0 4-14-16,2 1-9 0,-1-2-9 0,-1 7-10 15,2-3-8-15,0 0-8 0,1-1-9 16,2 1-10-16,-2 2-2 0,6-3-4 0,0 1-5 16,0-2-7-16,2 0 3 0,2 0 0 0,0-1-2 0,2-4-7 15,1 4 1-15,-1-4-5 0,2 0 2 0,-2-2-1 16,-6-2-2-16,13 2-2 0,-13-2-2 0,12-3-6 15,-5 2-1-15,-1-7 0 0,-2 2 1 16,1 1-5-16,-1-3 0 0,0-1-2 0,-2-3-5 0,2 2 3 16,-2 0 1-16,0-2 1 0,-2 1-3 0,0-1-3 15,3 2-2-15,-2 0 7 0,0 1-9 0,1 2-1 16,0 1 2-16,-2 6-9 0,4-10 6 16,-4 10-1-16,12-2-2 0,-12 2 0 0,11 2 0 0,-11-2 4 15,13 10 0-15,-3-2 0 0,-3 1 0 0,3-1 5 16,0 5-4-16,-3 1-1 0,1-2-2 0,-3-2 1 15,2 2 4-15,-1-1-3 0,-1-2 2 0,-1 2 0 16,1-4 4-16,-1-2 0 0,-2-1-2 0,-2-4 12 16,5 9 14-16,-5-9 8 0,0 0 4 0,5 3-2 15,-5-3-6-15,0 0 1 0,0 0-5 0,0 0-4 16,2-21-3-16,-2 21-2 0,5-16-2 0,1 5-2 16,1-3-1-16,2 0-5 0,-2-1-2 0,1 6 3 15,1-1-1-15,3-2-4 0,-4 3-4 0,1 1-1 16,3 3-2-16,-1 3-1 0,-2-4 0 0,0 6-3 15,2 3-2-15,-4 1-2 0,-1-1 2 0,2 4 1 16,0 1 0-16,-3 2 1 0,1 5 0 0,2 0-16 16,-6-2-13-16,2 2-25 0,-2-1-20 0,1 1-36 15,-1-2-35-15,0-2-37 0,0 0-126 0,0-1-337 16,-2-3 149-16</inkml:trace>
  <inkml:trace contextRef="#ctx0" brushRef="#br0" timeOffset="77197.62">26272 7444 28 0,'2'-19'216'0,"-4"8"-4"0,4-1-9 0,-1 2-6 16,-1 3-18-16,0 7-21 0,0-11-18 0,0 11-15 16,0 0-15-16,0 0-11 0,0 0-7 0,0 0-11 15,6 32-10-15,-6-15 0 0,0 4-7 0,-2 2-5 16,0-3-8-16,4 6-4 0,-2-1-4 0,0 0 0 0,2 0-5 15,-2-6-5-15,0-2-2 0,0-5-1 16,2-1-5-16,1-2 1 0,-3 0-5 0,0-1 3 16,0-8-5-16,0 11 1 0,0-11 2 0,0 8 3 15,0-8 10-15,2 7-1 0,-2-7-1 0,0 0-5 0,0 0-5 16,0 0-2-16,0 0-1 0,18-18-6 0,-4 6 7 16,1 2-4-16,-1 0-7 0,4-1-3 15,0 2-1-15,0 2-3 0,0 0-6 0,-3 3-4 16,1 3-2-16,-5 1 0 0,1 0 0 0,-5 3-1 15,-1-1-1-15,-2 5-2 0,1 2-10 0,-5 0 0 0,-2 0-10 16,-1-1-3-16,-5 4-8 0,1-3-1 16,-7 3-2-16,1 1 5 0,-5-4-3 0,7 1 8 15,-5-4 5-15,5 1 1 0,2-2 4 0,-1 1 4 16,2-1-1-16,-1 0 7 0,3-3-1 0,6-2 3 0,-8 5 0 16,8-5 5-16,0 0 3 0,0 0-1 0,0 0-1 15,0 0 9-15,0 0 0 0,0 0 1 0,37-7-2 16,-22 2 4-16,8 0-4 0,4-3 3 0,0-1 0 15,2-1 0-15,-3 0 4 0,3 0-3 16,1-3 0-16,-6 1 3 0,1-2 3 0,0 1-1 0,-10 2 4 16,2 3-3-16,-6-2 4 0,0-2-1 0,-2 1 1 15,-2-1 0-15,-1 3-1 0,-1-2 7 0,-3 1 4 16,0 1 14-16,-2 0-4 0,-2-1 1 0,-1 1 3 16,-1 3 0-16,0 1-4 0,-3 0-2 0,1 1-1 15,-4 1-5-15,-1 5 1 0,11-2 5 0,-27 8-6 16,12-1 1-16,-3 5 1 0,4-3-3 0,0 2 0 15,1 4-2-15,2-2-3 0,4 4-1 0,3-1-3 16,-1-1 3-16,5 2-4 0,3-6 3 0,1 3-3 16,2-2-3-16,4 2 0 0,3-5-2 0,2 1 2 15,2-4-2-15,3-1-12 0,2-2-4 0,5 0-8 16,0-3-1-16,-4-3-5 0,-4-3 1 0,4 0 3 16,-3 0-3-16,-2-3 4 0,0 0 4 0,3-7 1 15,-8 3 2-15,1-3-2 0,1 0 3 0,1-3 4 16,-7 3 1-16,2-8 8 0,-4 5 3 0,2-5 5 15,-5 8 4-15,-1-2 2 0,3 0 13 0,-4 7 11 16,1-1 8-16,-3 2 3 0,0 0 2 0,2 5-4 16,-2 5-7-16,2-10-6 0,-2 10-8 0,0 0-3 15,0 0-2-15,0 0 5 0,0 0-5 0,0 0 4 16,-9 32-2-16,5-14-5 0,-1-2-2 0,3 1-2 16,0 3-3-16,2-4-1 0,0 2-2 0,0-1-2 15,2 2-20-15,1 1-16 0,-1-3-23 0,0-1-29 16,0 1-28-16,0-6-44 0,-2 0-49 0,4 0-34 15,-4-5-226-15,1 3-496 0,-1-9 219 0</inkml:trace>
  <inkml:trace contextRef="#ctx0" brushRef="#br0" timeOffset="77355.85">27015 7606 115 0,'0'0'189'0,"3"-9"-9"0,1 3-9 0,2 2-14 16,0 0-15-16,-6 4-18 0,7-9-9 0,-3 7-10 15,3-3-13-15,2 1-18 0,-2 1-34 0,5 0-30 16,-2-1-32-16,4-1-35 0,-2 1-35 0,0-1-27 16,-1 1-85-16,-1-2-221 0,-1-1 97 0</inkml:trace>
  <inkml:trace contextRef="#ctx0" brushRef="#br0" timeOffset="77522.81">27099 7214 21 0,'-6'-15'198'0,"3"3"-4"15,1 4-3-15,-1 0-18 0,3 1-16 0,0 7-21 16,5-8-11-16,-5 8-14 0,0 0-14 0,16 1-8 16,-4 5-10-16,0 1-5 0,1 6-10 0,0 3-4 15,6 4-4-15,-1 4-5 0,-3-2-14 0,0 2-29 16,3 2-38-16,-3 0-38 0,3-4-49 0,-2 0-168 16,-5-5-308-16,9 1 137 0</inkml:trace>
  <inkml:trace contextRef="#ctx0" brushRef="#br0" timeOffset="77747.45">27679 7373 133 0,'4'-8'233'0,"0"-3"-5"0,-2 5-6 0,0 0-14 16,-2 6-22-16,5-7-21 0,-5 7-14 0,0 0-13 15,0 0 6-15,8 20 2 0,-6-1 6 0,-4 7-13 16,1-1-12-16,-2 7-10 0,-1 1-5 0,-3-4-14 15,3 1-12-15,-2 0-5 0,2 2-3 0,-2-5-12 16,4 2-2-16,-1-3-24 0,0-7-24 0,2-2-27 16,-3 0-35-16,4-5-33 0,0 0-49 0,0-2-50 15,0-3-53-15,0-7-179 0,-4 10-444 0,4-10 197 16</inkml:trace>
  <inkml:trace contextRef="#ctx0" brushRef="#br0" timeOffset="78211.5">27710 7564 45 0,'9'-7'176'0,"-3"-2"5"0,1 0-3 0,1 5-4 15,2-6-5-15,-1 3-8 0,1-1-4 0,-4-1-11 16,3 1-7-16,0 0-4 0,0-1-5 0,0 0-10 16,-3-1-1-16,1 1-10 0,1 0 0 0,-2 1-1 0,1-1-12 15,-1 2 0-15,2-1-6 0,-4 4-8 16,-4-2-11-16,0 6-9 0,8-6-7 0,-8 6-13 15,3-4-4-15,-3 4-3 0,0 0-2 0,6 13-6 16,-3-2-5-16,-1 5 3 0,-2 2-4 0,-1 1-5 16,-2 6 4-16,5 0-5 0,-4-6 1 0,1-1-2 15,1 8 0-15,-4-11-4 0,4 4-6 0,0-8-7 16,0 2 1-16,0-4-10 0,2-2 5 0,0-1-3 16,-2-6-2-16,3 12 9 0,-1-8-5 0,3 0-1 15,-5-4 9-15,15 0-5 0,-15 0-2 0,27-8 3 0,-8 2 0 16,7-3-1-16,-4 1 3 0,-1 0-1 15,6 1-1-15,1-6 1 0,-1 5 2 0,0-1 0 16,-6 1-1-16,4 2 1 0,-3-2-2 0,-4 1 0 16,0 0 2-16,0 1 0 0,-6 0 0 0,0-2 2 15,-3 2 0-15,1 2 5 0,-1-3 0 0,-4 1 4 0,-1 3 2 16,-4 3 0-16,4-6 0 0,-4 6-5 0,0 0 5 16,0 0-4-16,-17-8 1 0,7 8-2 0,-8 5-1 15,-2 0-3-15,2 2 1 0,-9 2 2 16,2 2-6-16,7-2-10 0,-3 7-17 0,6-2-25 0,3-2-29 15,5 4-38-15,1-7-56 0,5 4-54 0,0 0-200 16,6-1-465-16,5 1 206 0</inkml:trace>
  <inkml:trace contextRef="#ctx0" brushRef="#br0" timeOffset="78561.48">28705 7707 242 0,'11'-15'248'0,"0"1"-12"15,3-8-16-15,1 1-9 0,-5 4-4 0,6-4-19 16,-6-2-15-16,-1 6-15 0,3-5-17 16,-1-3-11-16,3 2-10 0,-3-3-19 0,0 3-5 0,2-1-11 15,-2 1-7-15,2 0-12 0,-4 9-5 0,-1-2-5 16,-3 5-5-16,-3 3-8 0,1 2-4 0,1-1-4 16,-3 1-7-16,-1 6-6 0,6-7-4 0,-6 7-5 15,0 0 0-15,0 0-6 0,0 0-9 0,0 0-16 16,-21 22-10-16,12-10-3 0,0 4 0 0,2-1-9 15,5 0-5-15,-1 2 0 0,2 0-1 0,4-1-1 16,2 0 6-16,4 0 3 0,5-1 2 0,5 5 5 16,-2-6 5-16,3 2-2 0,-3-3 6 15,0-2-2-15,3 5 3 0,-5-4 4 0,-3-1-2 0,-2-2 4 16,-4 0 3-16,-1 1 3 0,-2-5 4 0,-2 3 5 16,-2-1 1-16,-3 0 1 0,-6 2-3 0,-6 0-20 15,-2-1-21-15,-3 1-37 0,-5-4-34 16,5 1-27-16,0-4-42 0,-8 0-124 0,6 0-331 15,4-2 146-15</inkml:trace>
  <inkml:trace contextRef="#ctx0" brushRef="#br0" timeOffset="78855.67">29121 7495 126 0,'0'0'197'16,"0"0"-14"-16,9 1-6 0,-9-1-2 0,0 0-9 15,9 9-6-15,-7-1-5 0,1-2-10 0,-2 4-16 16,3-1-13-16,-2 1-9 0,2-1-12 0,0-2-7 16,0 5-9-16,1-5-4 0,0 0-8 0,4-1-6 15,1 1-3-15,1-3-7 0,0-1-3 0,2-1-8 16,-2-2 1-16,2-1-4 0,-1-1-3 0,-1-2-3 16,-1-2 6-16,-2 0 5 0,0 1 0 0,-2-1-3 15,-2-2-5-15,-2-3 1 0,1 2 0 0,-3-3-12 16,-1 5-3-16,-2-6-10 0,-2 4-14 0,-1-3-13 15,-2 1-17-15,0 3-17 0,-2-1-24 0,-1 1-28 16,0 4-26-16,2-2-27 0,-1 3-26 0,1 0-32 16,-1 4-119-16,10-1-359 0,-14 2 159 0</inkml:trace>
  <inkml:trace contextRef="#ctx0" brushRef="#br0" timeOffset="79361.88">29337 7448 251 0,'5'-3'241'0,"-5"3"-6"0,5-7-2 15,-5 7-8-15,5-5-13 0,-5 5-21 0,0 0-22 16,8 0-13-16,-8 0-22 0,0 0-13 0,0 0-5 16,4 11-7-16,-4-11-8 0,0 13-8 0,-2-3-8 15,2 1-7-15,0 0-4 0,2 0-13 0,0-1-7 16,-2 0-3-16,1 1-6 0,1-4-1 0,0 2-6 16,-1 1-3-16,2-6-3 0,0 3-2 0,1-2-4 15,-4-5-4-15,9 4-7 0,-9-4-8 0,11 1 3 16,-11-1-7-16,11-5-3 0,-4 2 3 0,3-4 2 15,-5 3-4-15,2-4-1 0,-2 1-1 0,1-2 4 16,-2-1-6-16,1-1 0 0,-3-2 1 0,4 3-1 16,-2-2 0-16,-2 1 1 0,2 0 1 0,-1 2-2 15,-2 3-1-15,-1 6-2 0,1-11 0 0,0 5-1 16,-1 6-3-16,0 0 1 0,0 0-3 0,0 0 5 16,0 0-4-16,0 0 3 0,0 0-2 0,0 0 4 15,3 25-1-15,-3-14 4 0,1-2 1 0,-1 4 1 16,1-5-4-16,2 2 5 0,-2-2-1 0,3-2 1 15,0 1 0-15,-2-1 4 0,2-3-2 0,3 1 1 16,3-3 0-16,-2 1 2 0,-8-2 1 0,17-5 0 16,-8 1 1-16,-1 0 1 0,1-2-2 0,0 1-1 15,-1-2-2-15,-1 0 0 0,-1 0-1 0,1 0 2 16,-1-3-2-16,0 1 1 0,-3 2-2 0,4-3 2 16,-5 5-2-16,1-1 1 0,-3 6-2 0,6-8-3 15,-3 4-4-15,-3 4 0 0,0 0-1 0,0 0-2 16,6-4 2-16,-6 4 1 0,0 0-1 0,4 15 4 0,-3-8-2 15,-1 2 6-15,2 2-3 0,-1 0-3 16,0 0-32-16,-1 1-23 0,2-1-40 0,0-1-47 16,3 1-45-16,0 0-57 0,-1 0-148 0,1-7-430 15,4 0 190-15</inkml:trace>
  <inkml:trace contextRef="#ctx0" brushRef="#br0" timeOffset="79715.42">29871 7429 152 0,'0'0'213'0,"-4"-9"-9"0,4 9-22 16,-1-6-16-16,1 6-19 0,0 0-20 0,0 0-12 15,0 0-8-15,-18 11-8 0,12-1-1 16,-2 3-10-16,-2 0-5 0,3-2-10 0,0 3-6 16,1-4-9-16,4 1 1 0,-1 0-9 0,1 0-4 15,2-1-4-15,2-1-4 0,2 0-4 0,3-2 1 0,0 2 2 16,6-3-7-16,-3-3-1 0,2-2-1 0,2 1-8 15,-3-4 3-15,8 0-4 0,-7-1-3 16,7-3-2-16,-3 1 1 0,-4-1 0 0,0-1-5 16,3-3 2-16,-5 1-1 0,-2-1 0 0,1 3 1 0,-1-5 3 15,-2 1 3-15,-1-1-1 0,-1 1 11 0,1 2 13 16,-1 0 2-16,-3 2-1 0,-1 7-19 16,4-9-3-16,-4 9-2 0,0 0-8 0,0 0 0 15,0 0 0-15,-15-3-2 0,15 3 1 0,-21 13-2 16,12-4-2-16,0-2 0 0,3 2-5 0,0 3-14 0,2-2-20 15,3 2-27-15,1-1-33 0,2-1-51 0,7-2-48 16,1-2-203-16,7 2-428 0,10-1 189 16</inkml:trace>
  <inkml:trace contextRef="#ctx0" brushRef="#br0" timeOffset="80738.19">30639 7323 157 0,'1'-13'225'0,"1"3"-5"16,-4 1-15-16,0 1-16 0,2 8-25 0,-8-9-10 16,8 9-5-16,-15 5-6 0,1 3-8 0,-4 2-4 0,-5 7-14 15,2 0-8-15,-2 1-6 0,6 1-2 0,5-5-14 16,-2 1-7-16,4-1-1 0,3 2-12 0,3-4-9 16,1-1-6-16,4 2-7 0,-2-4 1 15,3 1-5-15,2-4-4 0,4 1-1 0,-1-5-8 16,10 2-7-16,0-1-8 0,1-2-2 0,1-2-1 0,-3-3-5 15,2-1 6-15,-2-2-7 0,-5 1 9 0,2-3-8 16,-3 1 7-16,1-2-8 0,0-3 0 16,-5 6-1-16,3-8 0 0,-3 1-2 0,-2 1 0 15,0 2 0-15,0 0 2 0,-1 1-4 0,0 4 6 16,1 2-1-16,-4 4-1 0,4-8-6 0,-4 8-6 0,0 0 2 16,0 0 8-16,0 0-8 0,0 0 4 0,0 0 3 15,0 0 0-15,-10 27 0 0,7-16 4 0,-1 0-3 16,3 0-1-16,0 0 0 0,1 0 3 15,1-1 3-15,3 2-7 0,0-2 3 0,2-3-1 16,2-1 0-16,1 0 1 0,2-1-16 0,1-1-4 0,1-3 0 16,1 0-2-16,4-1-1 0,-1-2 2 0,-5-1 1 15,1-1 5-15,-2-1-3 0,0 2 9 0,-1-4-6 16,-1-1 3-16,1 1-4 0,-1 0 6 0,-2-2 1 16,0 0 3-16,-1 1 3 0,-3-2-2 15,3 0 0-15,-1 2 2 0,-2 1 4 0,2 1 5 0,-5 6-4 16,5-7 7-16,-5 7-9 0,3-7 1 0,-3 7-4 15,2-6 0-15,-2 6-1 0,0 0 0 0,0 0-2 16,0 0 3-16,0 0-2 0,0 0 1 0,0 0 2 16,13 13-1-16,-13-13-1 0,2 7 2 15,-2-7-2-15,2 7 11 0,-2-7-8 0,4 9 2 0,-4-9-4 16,2 6 2-16,-2-6 2 0,4 6 1 0,-4-6-3 16,5 7 1-16,0-6 2 0,-5-1-2 0,8 3-3 15,-8-3 0-15,11 2-1 0,-4-2-3 0,5 0-2 16,3 0-4-16,1-2-3 0,4 0 4 15,1 1-1-15,1-2 3 0,-3 1-3 0,3 1 3 16,5-1 4-16,-6 0 6 0,-1 4-4 0,0-1 3 0,-2-1 5 16,1 1 2-16,1 0-2 0,-3 3-1 0,1-3 1 15,-3 2 2-15,6-2-2 0,-7 0 5 0,2 1-4 16,4-2 3-16,-6-2 3 0,3 2-6 0,-4 0-1 16,1-1-1-16,-2-3 1 0,1 1 2 0,-2-1 6 15,-2 1 4-15,0-4-2 0,-1 3-1 0,1-2-1 16,-5 0 2-16,-2 2 5 0,2-4 0 0,-3 0-7 15,-1 8 1-15,0-12-4 0,-1 2 2 0,1 10-6 16,-5-14 0-16,0 10 0 0,-2 0-2 0,7 4-5 16,-14-4 0-16,4 5 0 0,1 3-5 0,-4 0 0 15,2 1 3-15,-2 3 6 0,0 2-4 0,2-1-6 16,-3 4 6-16,6-3-3 0,0-1 1 0,2 1 2 16,1 1 0-16,4-1 0 0,1 0-5 0,3 0 1 15,5-1-4-15,-3-3-6 0,4 0-4 16,5 1-7-16,-1-5 3 0,0-1-6 0,6-4 2 0,1 3 3 15,-2-4 7-15,1-3-2 0,-4 1 3 0,1 0 4 16,-7-4 3-16,0 1 3 0,2-5 4 0,-3 0 0 16,0-1 6-16,-4-1 1 0,2-1 1 0,-2-3 1 15,0 3 6-15,0-10-12 0,-4 8 1 0,2-6 3 16,-1 5-2-16,1-5 0 0,0 8 2 0,-2 4 4 16,0 0 9-16,0 4-2 0,0 2 6 0,0-3-4 15,0 10-6-15,2-9-7 0,-2 9-2 0,0 0-3 16,0 0 0-16,0 0 1 0,0 0 1 0,-11 35 2 15,6-17 0-15,-1 0-1 0,1 2 2 0,-2 2-9 16,3 5-21-16,1-2-23 0,3-6-26 0,1-1-48 16,3-3-67-16,2 2-60 0,3-2-147 0,4-3-428 15,5 0 190-15</inkml:trace>
  <inkml:trace contextRef="#ctx0" brushRef="#br0" timeOffset="81465.14">32240 7267 98 0,'0'0'261'0,"-7"-10"-8"15,-1 7-12-15,8 3-16 0,-15-2-8 0,1 4-15 16,1 0-13-16,-5 6 19 0,1 1-17 0,-6 4-11 16,8-3-18-16,-3 2-19 0,4 2-20 0,0 0-4 15,4 0-11-15,2 1-11 0,1-2-12 0,4 0-6 16,3 0-8-16,0-2-2 0,4 1-14 0,2-1 1 15,3-3-6-15,1 0-15 0,-1-1-11 0,5-3-3 16,3 1-13-16,1-1-3 0,-3-2-10 0,2-4-2 16,-3 0 3-16,4-2-2 0,0 0 0 0,-9 0 0 0,5-7 1 15,0 0-1-15,-8 1 7 0,3-4-2 16,-1-3-3-16,-2 0 1 0,-1-2-1 0,-1 1 0 16,3-7 3-16,-4 0-1 0,4 0 1 0,-2-1-5 15,1 1 5-15,-1 0-1 0,-1 4 2 0,2-5-3 16,-2 8 1-16,0-1 16 0,-1 3 5 0,-1 3-1 15,-2 3-3-15,3 0 11 0,-1 5 1 0,-2 5-3 16,2-10-11-16,-2 10-11 0,2-6 4 0,-2 6 2 16,0 0-1-16,0 0-5 0,-5 26 5 0,1-7-2 15,-2-2-1-15,1 8 2 0,-3 1-4 0,4-7 9 16,2 7 0-16,-1-5-1 0,-1 3 3 0,3-4-4 0,0-3 7 16,-1 2-4-16,4-2 0 0,0 0-2 15,2-2-1-15,0-4 2 0,2 3 0 0,3-3 1 16,-1-1-2-16,2-2-1 0,0-1 0 0,2 1 4 15,1-3-1-15,-1-1-6 0,5 0 6 0,-3-1-3 16,0-2 1-16,5-2 8 0,-2-1-12 0,1-2 5 0,1 1-20 16,-7-4 19-16,4-1-20 0,-3-2 12 0,0 0-19 15,-2-3 24-15,-2 6-9 0,-1-9 4 16,1 2-13-16,-4-1 4 0,-3-1 0 0,1 1 0 16,-2 0 7-16,-2-1-11 0,-3 6 5 0,3-4-5 15,-2 3 4-15,-2 3 0 0,3 0 6 0,2 8-4 16,-4-9 1-16,4 9 2 0,-3-8-6 0,3 8-3 15,0 0 2-15,-1-8-1 0,1 8 6 0,0 0-6 16,0 0-8-16,0 0 10 0,0 0 10 0,19 5-4 16,-9-1 0-16,1 5 0 0,-11-9-2 0,0 0 2 15,43 23-6-15,-43-23-28 0,28 21 5 0,-28-21 3 0,19 21 0 16,-19-21 1-16,16 20 8 0,-16-20-1 0,10 24 4 16,-10-24 1-16,0 0 2 0,5 36-1 15,-5-36 5-15,0 0-3 0,0 0-10 0,1 40-11 16,-1-40-21-16,0 0-17 0,0 0-18 0,4 32-21 15,-4-32-27-15,0 0-18 0,0 0-34 0,0 0-25 16,12 23-18-16,-12-23-136 0,0 0-396 0,0 0 175 0</inkml:trace>
  <inkml:trace contextRef="#ctx0" brushRef="#br0" timeOffset="82343.11">32933 7274 126 0,'0'0'148'0,"0"0"-2"16,0 0-1-16,0 0-11 0,0 0-6 0,0 0-9 16,0 0-6-16,0 0-6 0,-79 19-2 0,79-19-9 15,-23 25-7-15,23-25-6 0,0 0-5 0,-21 25-8 16,21-25-4-16,0 0-5 0,-9 27-5 0,9-27-7 16,0 0-3-16,0 0-2 0,0 0-6 0,0 0-2 15,0 0-2-15,0 0 5 0,0 0-8 0,0 0-3 16,0 0-3-16,0 0-2 0,0 0 3 0,41 26-8 15,-41-26 6-15,0 0-4 0,0 0 0 0,0 0 1 16,0 0 0-16,0 0-1 0,0 0 2 0,40-53-3 16,-40 53-4-16,0 0-3 0,11-25 4 0,-11 25-1 15,0 0 5-15,0 0 1 0,0 0-7 0,13-25 0 16,-13 25-6-16,0 0-5 0,0 0-1 0,0 0-6 16,0 0 4-16,0 0 0 0,0 0 1 0,0 0-2 15,0 0 1-15,0 0-3 0,0 0 4 0,0 0-5 16,0 0 7-16,0 0 2 0,0 0-2 0,0 0-3 15,12 70 9-15,-12-70-2 0,0 0 2 0,0 0 0 16,21 24 4-16,-21-24-1 0,0 0 3 0,31 6-5 16,-31-6-2-16,0 0-1 0,37 2 2 0,-37-2-1 15,0 0 3-15,0 0 0 0,42-15 1 0,-42 15 1 16,0 0-1-16,25-20 5 0,-25 20 0 0,0 0-6 16,16-29 0-16,-16 29 0 0,0 0 3 0,16-31-2 15,-16 31-4-15,0 0-5 0,9-33 5 0,-9 33-4 16,0 0 2-16,0 0-1 0,5-30 0 0,-5 30 0 15,0 0-7-15,0 0-1 0,0 0-5 0,0 0 5 16,0 0-4-16,0 0 3 0,0 0-1 0,0 0 0 16,0 0 3-16,0 0-2 0,0 0 3 0,0 0 0 15,0 0-3-15,0 0 4 0,0 0-5 0,-57 62 4 16,57-62 5-16,0 0-8 0,0 0 5 0,-6 32-1 16,6-32 1-16,0 0-1 0,0 0 0 0,0 0 4 15,0 0 1-15,0 0-2 0,31 36 1 0,-31-36-1 16,0 0 3-16,39 6-6 0,-39-6 6 0,0 0-1 15,0 0-3-15,43-6 3 0,-43 6 2 0,0 0-6 16,0 0 1-16,0 0 2 0,42-21 1 0,-42 21-5 16,0 0 3-16,18-23-3 0,-18 23 2 0,0 0-3 15,12-23 1-15,-12 23 5 0,0 0-1 0,0 0-4 16,0 0 2-16,0 0 0 0,14-24-1 0,-14 24-5 16,0 0 0-16,0 0-2 0,0 0-1 0,0 0 2 15,0 0 2-15,0 0-2 0,0 0 2 0,0 0-5 16,0 0 4-16,0 0 1 0,0 0 1 0,0 0-1 15,0 0 2-15,0 0 1 0,0 0 1 0,0 0 2 16,0 0-2-16,0 0 1 0,0 0 8 0,0 0-9 16,0 0 2-16,0 0 1 0,0 0 3 0,0 0-3 15,0 0-3-15,0 0 4 0,0 0-3 0,0 0-2 16,0 0 5-16,0 0 0 0,32 49-3 0,-32-49-3 16,0 0 0-16,0 0-3 0,0 0 2 0,30 14-2 15,-30-14 3-15,0 0-4 0,0 0 5 0,19 15-4 16,-19-15 2-16,0 0-13 0,0 0-9 15,0 0-13-15,17 23-24 0,-17-23-26 0,0 0-36 0,0 0-53 16,0 0-44-16,0 0-145 0,0 0-394 0,0 0 175 16</inkml:trace>
  <inkml:trace contextRef="#ctx0" brushRef="#br0" timeOffset="82519.39">33136 7006 61 0,'0'0'68'0,"0"0"-45"0,0 0-49 0,0 0-27 16,0 0 12-16</inkml:trace>
  <inkml:trace contextRef="#ctx0" brushRef="#br0" timeOffset="82694.12">32386 7557 103 0,'27'8'169'0,"2"-9"-41"16,8 2-26-16,20-5-58 0,2 2-72 0,4 0-59 15,5-6-94-15,23 1 43 0</inkml:trace>
  <inkml:trace contextRef="#ctx0" brushRef="#br0" timeOffset="82833">33446 7470 170 0,'0'0'229'15,"0"0"-23"-15,0 0-22 0,0 0-19 0,0 0-13 16,0 0-11-16,0 0-37 0,0 0-42 0,0 0-54 15,0 0-62-15,0 0-77 0,0 0-75 0,0 0-224 16,0 0 100-16</inkml:trace>
  <inkml:trace contextRef="#ctx0" brushRef="#br0" timeOffset="137642.81">14775 6329 3 0,'0'0'43'0,"0"0"-2"16,0 0-7-16,0 0-3 0,0 0-3 0,0 0-6 16,0 0 4-16,-2-7-8 0,2 7-1 0,0 0-2 15,0 0-4-15,0 0-10 0,0 0-9 0,0 0-3 16,0 0-6-16,0 0-26 0,0 0-46 0,0 0 21 16</inkml:trace>
  <inkml:trace contextRef="#ctx0" brushRef="#br0" timeOffset="138391.7">21091 6028 9 0,'0'0'61'0,"-2"-8"-5"0,2 8-5 15,0 0-3-15,-3-6 6 0,3 6-1 0,0 0-8 0,0 0 1 16,-1-8-11-16,1 8 9 0,0 0-7 15,0 0-16-15,0 0 10 0,0 0-4 0,-5-6-4 16,5 6 1-16,0 0-4 0,0 0-4 0,0 0-2 16,0 0 3-16,0 0-7 0,0 0-1 0,0 0-3 15,0 0 0-15,0 0-1 0,0 0 2 0,0 0 0 16,0 0 0-16,7-11 0 0,-7 11-2 16,0 0-1-16,0 0-5 0,0 0 0 0,0 0-1 0,0 0-1 15,10-1-2-15,-10 1 5 0,0 0-4 0,0 0 7 16,0 0-2-16,11 1-4 0,-11-1 7 0,0 0-6 0,0 0-1 15,10 4-4-15,-10-4-4 0,7 4 7 16,-7-4-1-16,0 0 0 0,7 4 0 0,-7-4-10 16,0 0 6-16,8 2-16 0,-8-2-4 0,0 0 7 15,9 3-5-15,-9-3 1 0,0 0-3 0,2 4 1 0,-2-4-6 16,0 0-5-16,4 5-40 0,-4-5-84 0,0 0 37 16</inkml:trace>
  <inkml:trace contextRef="#ctx0" brushRef="#br0" timeOffset="144828.06">20782 6032 28 0,'0'0'24'0,"0"0"-2"0,0 0-1 16,0 0 1-16,4-12-4 0,-4 12-1 0,0 0-3 0,0 0 3 15,0 0-5-15,0 0-3 0,0 0 5 0,0 0-3 16,0 0 1-16,0 0-1 0,0 0 1 0,0 0 1 16,0 0-4-16,0 0-6 0,0 0 6 0,0 0-3 15,0 0 2-15,0 0-5 0,0 0 0 0,0 0 4 16,0 0-6-16,0 0 6 0,0 0-7 0,0 0 4 15,0 0-4-15,0 0 0 0,0 0-2 0,0 0 2 16,0 0-1-16,0 0 0 0,0 0-2 0,0 0-1 16,0 0 7-16,0 0-5 0,0 0-1 0,0 0 3 15,0 0-3-15,0 0 0 0,0 0-3 0,0 0-2 16,0 0 4-16,0 0-1 0,0 0 3 0,0 0-4 16,0 0 3-16,0 0 0 0,0 0 1 0,0 0-7 15,0 0 2-15,0 0 3 0,13 5-5 0,-13-5-2 16,0 0 3-16,0 0-3 0,0 0 2 0,0 0-3 15,0 0-4-15,0 0-15 0,0 0-33 0,0 0 15 16</inkml:trace>
  <inkml:trace contextRef="#ctx0" brushRef="#br0" timeOffset="156778.84">14701 9016 30 0,'0'0'28'0,"0"0"7"0,0 0-15 16,0 0-11-16,0 0-2 0,0 0-2 0,0 0-10 0,0 0-5 16,0 0-11-16,0 0-21 0,0 0 11 0</inkml:trace>
  <inkml:trace contextRef="#ctx0" brushRef="#br0" timeOffset="182183.73">26899 11440 28 0,'0'0'42'0,"0"0"0"0,-7-4-8 0,7 4 3 16,0 0 3-16,0 0-3 0,-9-3-6 15,9 3 1-15,0 0-3 0,0 0 4 0,0 0-10 16,0 0-3-16,0 0 2 0,-6-1-5 0,6 1 2 0,0 0-6 16,0 0 3-16,0 0-8 0,0 0 2 0,0 0 5 15,0 0-7-15,0 0-3 0,0 0-3 16,0 0 6-16,0 0-4 0,0 0 3 0,0 0 8 16,0 0 1-16,0 0 7 0,0 0 9 0,0 0 1 0,0 0-6 15,20 8 9-15,-13-5-11 0,0-3 1 0,1 2-3 16,-1-1 4-16,5-1-1 0,-2 0-7 0,1 1 5 15,-3-1-4-15,0 3 3 0,1-3-1 0,0 0 2 16,-9 0-3-16,14 0-1 0,-5 0-1 0,-9 0-7 16,14-1-1-16,-14 1 4 0,10 0 4 0,-10 0-7 15,7 0 4-15,-7 0-7 0,0 0-2 0,10-2 2 16,-10 2-1-16,0 0 4 0,0 0-4 0,9-1-2 16,-9 1 2-16,0 0-7 0,0 0-9 0,0 0-7 15,0 0-19-15,0 0-16 0,0 0-29 0,8 1-17 16,-8-1-63-16,0 0-173 0,0 0 76 0</inkml:trace>
  <inkml:trace contextRef="#ctx0" brushRef="#br0" timeOffset="182587.69">27344 11445 27 0,'0'0'66'0,"0"0"2"0,0 0-7 15,-4-5-8-15,4 5 3 0,0 0-2 0,0 0-3 16,0 0 0-16,0 0-5 0,0 0 1 0,0 0 0 16,0 0-2-16,0 0 2 0,0 0-4 0,0 0 1 15,0 0-6-15,0 0 1 0,0 0-16 0,0 0 2 16,8-7-2-16,-8 7-1 0,0 0 4 0,7-1 2 16,-7 1 0-16,10-2-8 0,-10 2-9 0,10-2 9 15,-5 1-6-15,-5 1 1 0,18-3 1 0,-11 2-9 16,1 0 0-16,-8 1-10 0,14-1-10 0,-7-1-17 15,2 2-3-15,-9 0-20 0,14-1-21 0,-14 1-10 16,13-1-63-16,-7 1-159 0,3-1 72 0</inkml:trace>
  <inkml:trace contextRef="#ctx0" brushRef="#br0" timeOffset="182954.66">27771 11372 13 0,'0'0'81'0,"0"0"-8"16,0 0-6-16,0 0 3 0,0 0-3 0,0 0-9 0,0 0 2 15,0 0-1-15,0 0-9 0,0 0-9 0,-5-5-5 16,5 5 2-16,0 0 6 0,0 0-12 16,0 0-5-16,0 0 4 0,22 1-3 0,-22-1-7 0,12 1-2 15,-12-1-1-15,16-1-8 0,-5 2 3 0,0-1-12 16,0 0-8-16,1 0-14 0,-1 0-19 0,1 0-13 15,2 0-21-15,-4 0-53 0,4-1-139 0,3 0 62 16</inkml:trace>
  <inkml:trace contextRef="#ctx0" brushRef="#br0" timeOffset="183382.93">28408 11353 68 0,'0'0'69'0,"0"0"-2"0,0 0-5 0,0 0-5 16,0 0-7-16,0 0-14 0,0 0 6 0,0 0-4 15,0 0 0-15,0 0-5 0,0 0-4 0,0 0-3 16,0 0-6-16,0 0 5 0,20-3-7 0,-20 3-1 16,14 0 4-16,-6 0-8 0,-8 0-5 0,18 0-10 15,-8 0-16-15,-1 0-21 0,1 0-19 0,2 1-46 16,-3-1-111-16,1 0 49 0</inkml:trace>
  <inkml:trace contextRef="#ctx0" brushRef="#br0" timeOffset="183683.21">28902 11345 73 0,'0'0'92'0,"0"0"-11"15,0 0-7-15,7-6-10 0,-7 6 2 0,0 0-12 0,0 0-7 16,0 0-7-16,5-2 4 0,-5 2-12 0,0 0 2 16,11-2-18-16,-11 2 7 0,12 0-4 0,-12 0-15 15,14 0-17-15,-8 0-20 0,6 1-16 0,-3-1-17 16,-2 0-35-16,5 0-108 0,-2-1 48 15</inkml:trace>
  <inkml:trace contextRef="#ctx0" brushRef="#br0" timeOffset="184147.61">29350 11294 61 0,'0'0'84'0,"0"0"-1"0,0 0-9 0,0 0-2 0,0 0-7 16,0 0-5-16,0 0 5 0,0 0-9 0,0 0 2 15,0 0-9-15,9 0-2 0,-9 0-7 0,0 0 4 16,0 0-7-16,0 0 2 0,0 0-11 0,0 0 5 15,0 0-6-15,0 0 3 0,0 0-8 0,0 0 3 16,0 0-9-16,12 0 6 0,-12 0-3 0,0 0 2 16,0 0 3-16,0 0-9 0,7-2-9 0,-7 2 13 15,0 0 1-15,0 0-8 0,0 0 2 0,0 0 8 16,0 0-11-16,0 0 5 0,0 0-3 0,0 0 4 16,0 0-1-16,0 0 5 0,7-1-12 0,-7 1-1 15,0 0 3-15,0 0 3 0,0 0-9 0,0 0 0 16,0 0 0-16,0 0 2 0,0 0 1 0,0 0 0 15,0 0-6-15,0 0 1 0,0 0 3 0,0 0-5 16,0 0 2-16,0 0-2 0,0 0-3 0,0 0 5 0,0 0-1 16,0 0-7-16,0 0-27 0,0 0 0 15,0 0-3-15,0 0-6 0,0 0-16 0,0 0 1 16,0 0-11-16,0 0-10 0,0 0-11 0,0 0-81 16,0 0-183-16,0 0 81 0</inkml:trace>
  <inkml:trace contextRef="#ctx0" brushRef="#br0" timeOffset="201337.87">26643 12786 73 0,'0'0'92'0,"0"0"-12"16,0 0 3-16,0 0-6 0,-4-4 0 0,4 4-10 15,0 0 2-15,0 0-12 0,0 0 4 0,0 0-9 16,0 0-1-16,0 0-7 0,0 0-4 0,0 0-2 16,0 0 0-16,0 0-4 0,0 0 0 0,0 0-6 15,0 0 6-15,0 0-6 0,0 0 5 0,0 0 0 16,20 0 1-16,-20 0-2 0,11 0 6 0,-11 0-6 16,13 2 1-16,-3-4-8 0,-4 4-1 0,-6-2 3 15,19-2-1-15,-13 2-6 0,-6 0 1 0,15 0-6 16,-8 0-11-16,-7 0-24 0,14 0-17 0,-14 0-12 15,11-1-17-15,-11 1-12 0,12 1-13 0,-6-1-10 0,-6 0-85 16,0 0-201-16,11 0 89 0</inkml:trace>
  <inkml:trace contextRef="#ctx0" brushRef="#br0" timeOffset="201611.34">26791 12727 1 0,'0'0'128'15,"0"0"-15"-15,0 0-7 0,0 0-12 0,0 0-9 16,0 0 4-16,0 0-4 0,0 0 1 0,0 0-6 16,0 0 1-16,0 0 6 0,-2 19 2 0,2-19-14 15,0 10-7-15,0-10 0 0,0 10-9 0,0-10-6 16,0 13-5-16,2-8-3 0,-2-5-3 0,0 12-2 15,0-7-4-15,0-5-1 0,0 10-4 0,0-10 5 16,0 11-21-16,0-11-26 0,0 11-24 0,0-11-33 16,3 8-19-16,-3-8-34 0,2 8-122 0,-2-8-262 15,0 0 117-15</inkml:trace>
  <inkml:trace contextRef="#ctx0" brushRef="#br0" timeOffset="201885.24">27388 12731 134 0,'0'0'179'0,"12"-1"-16"16,-12 1-6-16,11 0-9 0,0 0-6 0,1 0-10 15,-2 0-11-15,3 0-7 0,0-1-8 0,2-1-15 16,-1 2-10-16,-1-1-9 0,1 1-6 0,-1 1-23 16,-1-1-20-16,-3-1-30 0,2 0-21 0,-5 0-32 15,-6 1-12-15,14-1-21 0,-6-1-10 0,-8 2-20 16,10-3-92-16,-5 0-232 0,-5 3 103 0</inkml:trace>
  <inkml:trace contextRef="#ctx0" brushRef="#br0" timeOffset="202087.58">27599 12643 39 0,'0'0'161'0,"0"0"-16"0,-8-3-12 15,8 3-10-15,0 0-9 0,0 0 4 16,0 0-2-16,0 0-2 0,0 0 0 0,0 0-10 16,4 22-5-16,-4-22-8 0,1 13-7 0,-1-6-5 15,1 1-10-15,1 0-4 0,-2-8-7 0,0 14-5 16,0-4-4-16,-2-1-4 0,1 0-14 0,1-1-28 15,-1-1-31-15,1-7-36 0,-4 13-41 0,4-13-35 16,0 11-139-16,0-11-302 0,0 0 135 0</inkml:trace>
  <inkml:trace contextRef="#ctx0" brushRef="#br0" timeOffset="202393.54">28102 12698 39 0,'0'0'163'0,"0"0"-8"0,0 0-20 16,0 0 2-16,0 0-10 0,8 0 0 0,-8 0-3 15,0 0-8-15,13 2-6 0,-13-2-5 0,17-2-5 16,-7 4-9-16,-1-2-8 0,5-2-8 0,-3 2-8 16,2 0-7-16,0 0-6 0,-2 0-15 0,3 0-22 15,-5-2-24-15,0 1-21 0,1 0-20 0,3-2-28 16,-4 2-28-16,2-1-18 0,-4 1-135 0,-7 1-278 16,11-4 123-16</inkml:trace>
  <inkml:trace contextRef="#ctx0" brushRef="#br0" timeOffset="202599.25">28303 12611 146 0,'0'0'184'0,"0"0"-13"0,0 0-10 0,0 0 2 16,0 0-3-16,0 0-6 0,0 0-14 0,0 0-12 15,-4 22-10-15,3-14-10 0,1-8-8 0,0 16-5 16,0-11-13-16,-2 2-6 0,2-7-6 0,0 18-7 15,0-11-6-15,0 0-16 0,0-7-31 0,-2 13-36 16,0-5-38-16,2-8-49 0,0 11-65 0,0-11-130 16,-3 11-334-16,3-11 149 0</inkml:trace>
  <inkml:trace contextRef="#ctx0" brushRef="#br0" timeOffset="203026.56">28734 12655 115 0,'0'0'190'15,"0"0"2"-15,0 0-22 0,0 0-10 0,22-8-14 16,-15 7-7-16,3 1-18 0,1-1-9 0,-3-1-9 16,4 0-10-16,1 1-9 0,-3 0-10 0,0-1-11 15,-1 2-15-15,-9 0-30 0,13-1-25 0,-7 0-34 16,-6 1-24-16,12 0-19 0,-12 0-22 0,7-2-17 16,-7 2-111-16,0 0-253 0,8-3 112 0</inkml:trace>
  <inkml:trace contextRef="#ctx0" brushRef="#br0" timeOffset="203243.49">28858 12563 113 0,'0'0'222'0,"-4"-6"-14"0,4 6-16 16,0 0-16-16,0 0-23 0,0 0-10 0,0 0-10 0,0 0-4 15,0 0-3-15,0 0-7 0,-8 21-6 16,7-14-12-16,-1 2-8 0,-3 1-10 0,4 0-8 15,-1-1-8-15,2 1-7 0,-2 2-3 0,2-3-5 16,0 1-9-16,-1-1-20 0,0-1-19 0,1-8-33 16,-3 15-33-16,3-7-39 0,0-8-43 0,1 11-38 15,2-5-147-15,-3-6-354 0,3 8 157 0</inkml:trace>
  <inkml:trace contextRef="#ctx0" brushRef="#br0" timeOffset="203480.8">29185 12637 146 0,'0'0'203'0,"11"2"-7"0,-11-2-14 0,14 1-25 15,-2 2-14-15,-2-3-13 0,4 3-6 0,-2-2-16 16,0 2-8-16,1-3-16 0,-1 0-3 15,-1 2-12-15,-1-1-26 0,-2 0-19 0,0 0-26 16,-8-1-30-16,14-1-36 0,-14 1-29 0,10-1-14 16,-10 1-27-16,8-1-86 0,-8 1-243 0,0 0 108 0</inkml:trace>
  <inkml:trace contextRef="#ctx0" brushRef="#br0" timeOffset="203686.24">29335 12578 126 0,'-5'-6'180'0,"5"6"-7"16,0 0-19-16,0 0-13 0,0 0-6 0,0 0-2 16,0 0-7-16,0 0 2 0,-9 15-11 0,8-8-4 15,1-7-6-15,-1 17-9 0,1-11-7 0,0 4-9 16,-1-1-12-16,1 1-2 0,-2-1-4 0,2 1-8 16,0 0-8-16,0-10-3 0,-1 15-20 0,1-9-28 0,0-6-30 15,-1 13-35-15,1-13-36 0,1 10-45 16,-1-10-40-16,0 10-100 0,0-10-314 0,1 5 139 15</inkml:trace>
  <inkml:trace contextRef="#ctx0" brushRef="#br0" timeOffset="203909.72">29652 12621 157 0,'0'0'186'0,"11"2"-24"16,-11-2-4-16,14 1-21 0,-7 1-3 15,-7-2-17-15,21-2-10 0,-12 4-8 0,2-2-25 16,2 0-24-16,-3 0-18 0,-1-2-24 0,-9 2-38 16,15-2-24-16,-9 1-41 0,-6 1-112 0,9-3-225 15,-9 3 99-15</inkml:trace>
  <inkml:trace contextRef="#ctx0" brushRef="#br0" timeOffset="204085.25">29744 12590 190 0,'-1'5'194'16,"1"-5"-14"-16,-4 13-12 0,4-4-9 0,-1-3-11 15,0 1-16-15,-2 0-8 0,6 3-13 0,-3-2-14 16,0 1-5-16,0-9-17 0,-3 15-32 0,3-8-42 15,0-7-44-15,5 12-49 0,-5-7-53 0,0-5-94 16,0 0-260-16,0 0 116 0</inkml:trace>
  <inkml:trace contextRef="#ctx0" brushRef="#br0" timeOffset="-197324.34">27135 11462 76 0,'0'0'81'0,"0"0"-8"0,0 0 4 16,-3-8 1-16,3 8-4 0,0 0-10 0,0 0-6 16,-2-8-5-16,2 8-7 0,0 0 0 0,0 0-9 15,0 0-9-15,0 0 0 0,0 0-4 0,0 0-9 16,-2-9-11-16,2 9-5 0,0 0-5 0,0 0-18 16,0 0 4-16,0 0-3 0,0 0-18 0,0 0-11 15,21 6-16-15,-21-6-37 0,13 0-113 0,-13 0 50 16</inkml:trace>
  <inkml:trace contextRef="#ctx0" brushRef="#br0" timeOffset="-162964.75">26443 12787 5 0,'0'0'17'0,"0"0"-5"0,0 0 1 0,0 0 9 16,0 0-12-16,0 0 1 0,0 0 2 0,0 0-4 16,0 0-1-16,0 0-1 0,0 0 2 0,0 0-2 15,0 0-1-15,0 0 2 0,0 0-3 0,0 0-4 16,0 0 2-16,0 0 7 0,0 0-8 0,0 0 3 16,0 0-8-16,0 0 5 0,0 0 0 0,0 0 0 15,7-3 2-15,-7 3-1 0,0 0 3 0,0 0 6 16,11 1-7-16,-11-1-4 0,0 0 2 0,12 1 1 15,-12-1 2-15,0 0 1 0,11 3-2 0,-11-3-3 16,0 0 4-16,8 1 1 0,-8-1-5 0,0 0 3 16,12 0 1-16,-12 0 1 0,7 2-5 0,-7-2 6 15,8 2-1-15,-8-2-2 0,9 1 0 0,-9-1-4 16,10 3 0-16,-10-3 9 0,11 0-6 0,-7 3 0 16,-4-3-2-16,12 2 3 0,-8 0 2 0,-4-2-3 15,11 3-3-15,-4-2 2 0,-7-1-1 0,11 2-1 16,-2-2 6-16,-9 0-7 0,13 0 5 0,-3 0 0 15,1 2 0-15,-3-2 1 0,0 1 1 0,1 0-10 16,-1 1 7-16,3-2 1 0,-1 1-3 0,-1-1 2 16,-9 0-5-16,16 2 6 0,-8-1-3 0,-8-1 1 15,16 1-5-15,-4 2 5 0,-4-2 1 0,-1 1 0 0,3 0-2 16,-4-2-3-16,5 2 7 0,1-1 2 0,-4 0-10 16,1 1 1-16,0-1 2 0,1-1 2 15,-2 2-2-15,1-1 1 0,-3 0 1 0,4 2-5 16,-3-2 4-16,1 1 0 0,0 0 3 0,1-2-2 15,-1 1-5-15,1 2 1 0,1-2 1 0,1 0 1 0,-3 0-1 16,4 0 6-16,-3-1-7 0,1 0-2 0,0 0 4 16,-1 2 3-16,4 1-5 0,-3-3 10 15,-2 2-12-15,3-2 3 0,-3 2-2 0,-8-2 1 16,15 0 3-16,-6 0-4 0,3 3 2 0,-2-1 1 16,3-2 0-16,-3 2-3 0,3-2 3 0,-3 2-5 0,1-2 2 15,0 0 4-15,1 1-7 0,-2 1 4 16,-1-4 1-16,3 2 3 0,-3 2-2 0,4-1-2 15,-2-2 4-15,-2 1-3 0,4 1 8 0,-3 1-9 16,3-1 2-16,-4-1-1 0,4 1-1 0,-4-1 0 0,0 0-3 16,3 0 5-16,-1 2-2 0,1-2 2 0,0 0-2 15,0 1 1-15,0 0-3 0,-2-1-1 16,1 2-2-16,1-2 1 0,-3 1-7 0,-1-1-7 16,-8 0-5-16,17 1-7 0,-11 0-27 0,1 1-64 15,-7-2 29-15</inkml:trace>
  <inkml:trace contextRef="#ctx0" brushRef="#br0" timeOffset="-137703.89">17144 15686 55 0,'0'0'57'0,"0"0"-13"0,0 0 2 15,0 0-17-15,0 0 8 0,0 0-7 0,-13 2-2 16,13-2-4-16,-7 3-5 0,7-3 4 0,-7 1-2 15,7-1-4-15,-12 3 0 0,5-1-4 0,7-2 0 16,-13 4-1-16,4-3-3 0,1 1-2 0,-2-1-3 16,1 2 12-16,-2-3-16 0,-1 3-1 0,2-1-4 15,-3 1 1-15,1 1-6 0,-1-3 6 0,0 0-1 16,-1 2 0-16,1 0-1 0,1-1-5 16,0-1 22-16,0 2-17 0,-3-2-3 0,2 1 2 15,1 1 2-15,-3-2 1 0,4 2 1 0,-1-3 4 0,-1 1-5 16,1 1 2-16,0-2 2 0,0 0-3 0,0 1 0 15,0 1 4-15,3-2-2 0,0 0 7 0,9 0-9 16,-15 0 6-16,9 0-1 0,6 0 6 16,-13 0-1-16,13 0 7 0,-10 0-8 0,10 0 9 15,-8 0-1-15,8 0 2 0,0 0 3 0,0 0 5 16,-11-3 0-16,11 3-3 0,0 0-4 0,0 0 0 16,0 0 2-16,0 0-3 0,0 0-4 0,0 0-3 15,0 0 15-15,0 0-18 0,0 0 2 0,-9 1-3 16,9-1 1-16,0 0 3 0,0 0-4 0,0 0-3 15,0 0 3-15,0 0 5 0,0 0 2 0,0 0 2 16,0 0-6-16,0 0-1 0,17 10 10 0,-17-10-1 16,13 3 0-16,-4-1 2 0,3-1-1 0,0 1-9 15,1-2 7-15,0 1-2 0,5 1 2 0,0 0-2 16,2-1 4-16,2 0 11 0,0-1-16 0,8 2 7 16,1-2 1-16,2 0-3 0,4 1-2 0,3-2-1 15,0 1 1-15,11 0 4 0,-1-2-9 0,1 1 12 16,0 2-5-16,-14-1 2 0,15 2-1 0,-1-2-7 15,-11 0 3-15,12 1 3 0,1 0-3 0,-15-1 0 16,17 2 6-16,-1-4-7 0,-4 2 8 0,3-1-3 16,0 4 4-16,-1-3-3 0,2 1-1 0,3 0-2 15,-1-2 3-15,-1 1 0 0,3 0-2 0,0 0 3 16,-2 0-3-16,-1 0 5 0,1 1-4 0,1-1 4 16,0 0-1-16,-6-1-5 0,4 0 0 0,0 1 1 15,-2-3-3-15,1 6 0 0,0-3 0 0,-2-2 3 16,-14 2-8-16,17 2 7 0,-5-4 3 0,1 5-3 15,-11-3-1-15,11-3-2 0,-13 3 7 0,16-2-9 16,-2 2 4-16,-15-2-1 0,3 1-2 0,0 1 1 16,13-3-3-16,-2 4 4 0,-12-2-2 0,1-1 2 15,11-1-4-15,1 3 4 0,-12-3-4 0,11 2 1 16,-13 0-2-16,0-1 1 0,2 1-1 0,11-2 4 16,-14 2-4-16,0 0 2 0,2 0 2 0,11 1-5 15,-13-3 0-15,1 1 2 0,-1-2-8 0,-1 4 9 16,15-4-5-16,-13 4 1 0,2-5-2 0,11 4 2 15,-13-1-5-15,16-4-1 0,-14 3 6 16,11-2-4-16,-12 1 1 0,0 1 4 0,1 1-5 16,12-1-1-16,-12 1-1 0,-1-2 4 0,-1 2-4 15,13-2-1-15,-14 1 6 0,2 1-5 0,-1 0 0 16,0 1 2-16,1-3-1 0,1 1 0 0,-2 0-2 0,1 3-1 16,0-1 4-16,13-3-3 0,-14 2 2 15,1-1 1-15,2 3-6 0,10-2 5 0,-12-1 3 16,0 1-3-16,-2 2-1 0,1-2-1 0,2-1-1 15,-2 1 0-15,12 0 3 0,-13 0-2 0,-1 0-1 16,-2 0 6-16,2 2-7 0,0-2 3 0,-2 2-5 16,3-2 7-16,-3 2-7 0,-5-1 5 0,2-1-2 15,-1 0 3-15,0 1-4 0,-3-1 3 0,1 2-1 16,-5 0 0-16,4-3 0 0,1 2 0 0,-9-1 2 0,1 1 2 16,2-1 0-16,6 0 1 0,-11 0-6 15,3-1 4-15,-1 2 0 0,1 0 2 0,-1-1-1 16,-1 0 4-16,-4 0-3 0,4 2 5 0,-1-3-6 15,-1 2-1-15,0-2-2 0,2 2 1 0,-1-2 4 16,1 3-2-16,-5 0 1 0,3-2 0 0,-2 0-4 16,-1 2 4-16,-1-1-5 0,-1 0 5 0,2-2-2 15,-3 1 0-15,2 2 2 0,-1 0 2 0,1 0 3 16,-1-1-1-16,-1-1-2 0,3 2 3 0,-4-1 0 16,3-1-2-16,-1 1 1 0,2-2 0 0,-2 3-6 15,1-3 2-15,-1 3 4 0,1 0-4 0,1-1-1 16,-1-1 1-16,0-1-6 0,2 3 3 0,-1 0-1 15,-1 0 5-15,1-1 0 0,0 1-3 0,0-1 4 16,1 2-2-16,-1-2-7 0,1 2 3 0,-2-2 0 16,1 2 1-16,1-1-2 0,-1 1 4 0,-1-1 1 15,0 0 0-15,0 0 0 0,-1 2 2 0,0-4-2 16,-2 2 6-16,1-1-3 0,-1 1 3 0,0 0-1 16,-9 0-2-16,15-1 0 0,-7 0-3 0,-8 1 2 15,14 0 1-15,-7 0-2 0,-7 0 2 0,13-1-3 16,-6 0 3-16,-7 1-1 0,12 0-1 15,-12 0 4-15,11 0-6 0,-11 0 2 0,10 0 1 0,-10 0-3 16,9 1 0-16,-9-1 0 0,0 0 2 0,0 0 2 16,10 0-4-16,-10 0-1 0,0 0 4 0,0 0-1 15,9-1-4-15,-9 1 2 0,0 0-2 0,0 0-3 16,0 0 3-16,0 0-3 0,8-1 4 0,-8 1-5 16,0 0 4-16,0 0-2 0,0 0 5 0,0 0-3 15,0 0 0-15,0 0-2 0,0 0 5 0,0 0-6 16,0 0 2-16,0 0-2 0,0 0 1 0,0 0 1 15,0 0-1-15,0 0 2 0,0 0-4 0,0 0 5 16,0 0-3-16,0 0 0 0,0 0 1 0,0 0-2 16,0 0 2-16,0 0-3 0,0 0 0 0,0 0-1 15,10-1 3-15,-10 1-2 0,0 0-1 16,0 0-18-16,0 0-9 0,0 0-15 0,0 0-20 16,0 0-16-16,0 0-21 0,0 0-18 0,0 0-28 15,0 0-43-15,0 0-124 0,-28 1-339 0,28-1 150 0</inkml:trace>
  <inkml:trace contextRef="#ctx0" brushRef="#br0" timeOffset="-126041.23">17669 15031 28 0,'1'-8'73'0,"-1"8"3"0,0 0-5 0,0-8 0 0,0 8-5 15,0 0 1-15,0 0 4 0,0 0-3 16,-1-11-10-16,1 11-1 0,0 0-5 0,0 0 15 15,-4-7-11-15,4 7-5 0,0 0-5 0,0 0 2 16,-4-8-12-16,4 8 13 0,0 0-3 0,0 0-2 16,0 0-2-16,0 0-2 0,3-10 2 0,-3 10-9 0,0 0 5 15,0 0 1-15,0 0 1 0,0 0 2 0,1-10-10 16,-1 10 4-16,0 0-1 0,0 0 3 16,0 0-4-16,0 0 1 0,3-7-1 0,-3 7-2 15,0 0 1-15,0 0 1 0,0 0-3 0,0 0-4 16,0 0-4-16,0 0-1 0,0 0 0 0,0 0-6 0,0 0 0 15,0 0 0-15,0 0-4 0,0 0-3 0,0 0-2 16,0 0-2-16,0 0 1 0,0 0 0 0,0 0-3 16,0 0-1-16,0 0 1 0,0 0 0 15,0 0-5-15,0 0 1 0,0 0 6 0,0 0 1 16,0 0-7-16,7 20 2 0,-5-14-4 0,-2-6 5 16,3 10 0-16,-1-3-3 0,0 1 3 0,1 0 3 0,1 2 0 15,-3-1 4-15,1 2 1 0,1-2-1 0,-2 1 5 16,0 2-6-16,-2-3-1 0,2 3 6 15,-2 0 1-15,1-1-3 0,0-3-1 0,0 5-1 16,-1-1 2-16,0 0 0 0,1 0 1 0,0 0-2 16,-2-2 2-16,2 2-1 0,0-1 1 0,0 2 2 0,-2 3-3 15,1-3 2-15,2 0-2 0,-1-1 1 16,0-2-1-16,-1 3 4 0,1-3-4 0,1 3 2 16,-1-2-2-16,-1 2 1 0,1 1 1 0,-2-1 4 15,4-1-8-15,-2-1 4 0,3 2-1 0,-5-2-1 16,4 1 4-16,-4-1 26 0,6 0-1 0,-4 2-7 15,1-1 2-15,-1-1-3 0,1-2-6 0,-1 4-1 0,0-4 1 16,0 3-1-16,3-3-1 0,-3 2 0 16,0 0-1-16,-2-2-6 0,1 0 1 0,2 1-2 15,-1 0-2-15,2 0 2 0,-1-1 0 0,-1 2-3 16,1-3-2-16,-1 3 1 0,0-1 4 0,2-1-4 16,-1 1-1-16,-1 0 0 0,0 1-1 0,3-2 2 15,-5 0-3-15,2 1 2 0,3-1 0 0,-1 0-2 16,-3 0-2-16,1-1 0 0,0 2 4 0,0-10 4 15,0 15 1-15,1-7-3 0,1 1-3 0,-2-2 1 16,1 2-1-16,0 1 0 0,-1-3-7 0,2 0 9 16,-2-7-4-16,1 14-1 0,-1-5-1 0,0 0 3 15,-1 0-4-15,1 0-2 0,1-2 3 0,0 0 0 16,-1-7-3-16,-1 16-1 0,1-7 5 0,0-2 1 16,1 0-1-16,-1-7-1 0,-4 15-7 0,4-9 15 15,0-6-8-15,0 17 2 0,3-8-3 0,-3 2 5 16,-1-4-1-16,2 4-3 0,-2-1 3 0,1 2 1 15,1-2 1-15,-2 0 3 0,-1 3-3 0,2-1 5 16,0-1-1-16,-1 1 3 0,-2-1-4 0,2 1-2 16,0-6-13-16,1 4 8 0,0 0 6 0,-1 1-2 15,1-2-4-15,0 0 0 0,-2 1 2 0,2-1-3 16,-1-2-1-16,-2 3-32 0,2-1 6 0,0-2 3 16,-1 2-1-16,1-2 4 0,-3 3 3 0,4-5-2 15,-2 3 4-15,2-8-2 0,-1 15 4 0,1-10 0 16,-2 2 0-16,2-7 5 0,0 18-3 0,0-8 4 15,-1-2-5-15,0 2 8 0,-2 0-4 0,3-3 2 16,-2 2-2-16,2-2 2 0,0 3 1 0,0 0 2 16,-2-3-1-16,2-7-1 0,2 16 2 0,-2-16-4 15,0 14 5-15,0-14-4 0,0 13 0 0,0-13 3 16,-2 17-1-16,1-8 0 0,1-9-1 16,-1 19 7-16,0-9-2 0,-1-1 10 0,1 2-11 15,-2-3 1-15,3-8-6 0,-5 17 2 0,3-9 3 16,2 2-4-16,-4-4 2 0,4-6 0 0,-3 12-1 0,3-12 2 15,-1 14-3-15,1-14 4 0,-2 12-2 0,-1-6 4 16,3-6-1-16,-1 12-2 0,1-12-4 16,-2 11 2-16,2-11-1 0,-2 9 1 0,2-9 1 15,-4 7 3-15,4-7-2 0,0 0 0 0,0 0 0 16,-1 12-2-16,1-12 0 0,0 0-1 0,0 0 4 16,0 0 2-16,0 0-4 0,0 0 2 0,0 0-5 15,0 0 0-15,0 11-8 0,0-11-9 0,0 0-11 16,0 0-15-16,0 0-17 0,0 0-31 0,0 0-46 15,0 0-50-15,0 0-46 0,0 0-214 0,-31-14-484 16,20 7 214-16</inkml:trace>
  <inkml:trace contextRef="#ctx0" brushRef="#br0" timeOffset="-124761.79">16537 15772 13 0,'-8'3'26'0,"8"-3"-4"16,-9 1 4-16,9-1-4 0,-10 0 2 0,10 0 8 16,-12 1 0-16,5 1 0 0,7-2-6 0,-12 1 19 15,12-1-19-15,-10 0 2 0,1 1 2 0,9-1-7 16,-12 0 0-16,12 0-9 0,-12 2 1 0,3-2 2 16,9 0 1-16,-13 3-5 0,6-3 1 0,7 0-6 15,-11 2 3-15,3-2-2 0,8 0-1 0,0 0 0 16,-18-2 3-16,18 2 7 0,-12-2-1 15,12 2 6-15,-12-1-4 0,12 1 4 0,-15-3-2 16,15 3 4-16,-12-3-7 0,12 3-2 0,-14-4 5 16,14 4 11-16,-11-4-12 0,11 4 1 0,-13-3-8 0,13 3 7 15,-13-3-5-15,13 3 13 0,-13-2-5 16,13 2 2-16,-12-3-8 0,12 3 15 0,-11-2-11 16,11 2-7-16,0 0 0 0,-12 0 0 0,12 0 0 15,0 0 6-15,-12-3-4 0,12 3 1 0,0 0-1 16,0 0 3-16,-13-1-2 0,13 1-3 0,0 0-3 15,0 0 3-15,0 0 0 0,0 0-2 0,0 0-1 16,0 0 6-16,0 0 4 0,0 0 0 0,-16 1 1 16,16-1 4-16,0 0-15 0,0 0 7 0,0 0 4 15,0 0-9-15,0 0 7 0,0 0-6 0,0 0-5 16,0 0-2-16,0 0-1 0,0 0 5 0,0 0-4 16,0 0 5-16,0 0 1 0,0 0 3 0,0 0 1 15,0 0 3-15,0 0 0 0,0 0 2 0,33 6-4 16,-20-5 5-16,-2 2-1 0,4-3 1 0,-2 1-7 15,6 1 3-15,2-2-4 0,1 0-1 0,-1 0 4 16,10 0-2-16,-3 0-7 0,2 0 6 0,-4-2-8 16,-4 1 2-16,6-1 1 0,-6 2 2 0,-2 0-1 15,1-2 3-15,1 2-3 0,6-1-2 0,-9 1 2 16,1-1-5-16,2 1 4 0,-3 0 0 0,2-1 4 16,-1-2 0-16,-1 2-1 0,2-1-4 0,-2-1 5 15,0 3-6-15,4-3 3 0,-5 2-2 0,3-1 5 16,-4 1-6-16,-4-2 3 0,8 3-3 0,-9-2 5 15,2 2 2-15,-2-1 1 0,2-1-8 16,-2 2 5-16,3 0-3 0,-5 0 1 0,2-1-3 0,-1 1 4 16,-3 0-1-16,1-1 3 0,-2 2-4 0,-7-1 8 15,16 0 0-15,-6 0 6 0,-2 0-5 0,3-1 2 16,-1 1 1-16,-1 0-2 0,3 0-3 0,-12 0 4 16,16-1-2-16,-8 0-2 0,-8 1-4 0,13-1 0 15,-7 0 3-15,-6 1-3 0,14-1-4 16,-7-1 1-16,-7 2-1 0,10 0-3 0,-10 0-4 15,10-2-4-15,-10 2-16 0,0 0-14 0,0 0-16 16,9 0-23-16,-9 0-13 0,0 0-27 0,0 0-21 0,0 0-21 16,0 0-31-16,0 0-103 0,0 0-311 0,0 0 138 15</inkml:trace>
  <inkml:trace contextRef="#ctx0" brushRef="#br0" timeOffset="-121901.89">17605 15007 14 0,'0'0'11'0,"0"0"5"16,0 0-4-16,0 0 2 0,0 0-1 0,0 0 0 16,0 0-1-16,0 0-2 0,0 0 1 0,0 0 4 15,0 0-2-15,0 0 1 0,0 0 0 0,0 0 2 16,0 0 2-16,0 0-1 0,0 0 4 0,0 0 0 16,0 0 10-16,0 0-7 0,0 0 3 0,0 0 1 15,0 0 3-15,0 0 0 0,0 0 0 0,-13 1 8 16,13-1-5-16,0 0 23 0,0 0-26 0,0 0-4 15,0 0-1-15,0 0 4 0,0 0 0 0,0 0 5 16,0 0-5-16,0 0 10 0,0 0-2 0,0 0-8 16,0 0 2-16,0 0-1 0,-2-7-2 0,2 7 15 15,0 0-17-15,0 0-3 0,0 0 0 0,0 0-2 16,0 0 6-16,0 0-5 0,0 0 6 0,0 0 1 16,-4-7-3-16,4 7 3 0,0 0-5 0,0 0 0 15,0 0 3-15,0 0-1 0,0 0-2 0,0 0-3 16,0 0 4-16,0 0-2 0,0 0-1 0,-3-6-3 15,3 6 9-15,0 0-13 0,0 0 2 0,0 0 0 16,0 0-3-16,0 0-1 0,0 0 6 0,0 0-3 16,0 0-6-16,0 0 2 0,-4-6-3 0,4 6 0 15,0 0-4-15,0 0 6 0,0 0-4 0,0 0 4 16,-10-2-4-16,10 2-8 0,0 0 7 0,-10-1-5 16,10 1 0-16,-10 0 1 0,10 0 3 0,-14 1 5 15,14-1-2-15,-16 2 2 0,9-2 7 0,-2 0-2 16,-1 1 0-16,-1-1-1 0,0-1 0 0,-1 2-9 15,-2-1 9-15,4 0-2 0,-2-1-2 0,-1 1 2 16,0 1 1-16,0-1-2 0,0 0 3 16,2 0-1-16,-3 0 1 0,2 0-1 0,-1 1 7 15,3-1-9-15,-2 0-1 0,-1-1-4 0,2 1 0 0,0 0 5 16,-1 1-3-16,-1-1-1 0,0 0-3 0,1 1 0 16,-6-2 1-16,5 2-2 0,0-1-1 0,2 0 3 15,-2 1 1-15,2-2-1 0,-1 4-2 0,2-3-5 16,-1 0 10-16,-2 1-6 0,-5 0 1 15,5 0-1-15,-5 0-3 0,0 0 2 0,0 1-1 16,2 0-1-16,-2-1 2 0,0 0 2 0,0 1 0 0,3-2-3 16,1 1-1-16,0-1 0 0,1 1 3 0,1 0-2 15,1 0-1-15,-1-1 0 0,1 2 0 0,-2-2 1 16,4 0 4-16,-4-2-5 0,4 4 2 0,-1-1 5 16,10-1 0-16,-14 1-1 0,14-1 9 15,-13 0-10-15,13 0 1 0,-10 0-5 0,10 0 4 16,-10 0 0-16,10 0-5 0,-9 3 0 0,9-3 1 0,-9 0 1 15,9 0-1-15,-10 1 1 0,10-1-1 0,-9 0-2 16,9 0 3-16,-12 2 1 0,5-1 1 16,7-1-2-16,-12 2 1 0,6-1-2 0,6-1 2 15,-14 2 1-15,9 0-1 0,5-2 2 0,-13 2-1 16,5-2 2-16,8 0 2 0,-15 1-1 0,7 2 6 16,0-2-1-16,8-1-2 0,-14 1 2 0,8 0 0 0,6-1-4 15,-14 2 1-15,8-2 1 0,6 0-1 16,-13 2-2-16,6-2 0 0,7 0 0 0,-15 1-2 15,7 0 0-15,8-1-1 0,-14 2 0 0,14-2 1 16,-14 1 2-16,9 1-4 0,5-2 0 0,-10 2 0 16,10-2-1-16,-8 2-5 0,8-2 4 0,-7 0 2 15,7 0 1-15,0 0-2 0,-9 1 1 0,9-1 1 0,0 0-2 16,0 0 0-16,-12 0 3 0,12 0 7 16,0 0-3-16,0 0 0 0,0 0 1 0,0 0 2 15,0 0-1-15,0 0-2 0,-6 3 0 0,6-3 2 16,0 0 0-16,0 0-1 0,0 0 3 0,0 0-3 15,0 0-1-15,0 0 2 0,0 0-4 0,0 0 1 16,0 0-2-16,0 0-2 0,0 0-2 0,0 0 2 16,0 0-1-16,0 0-3 0,0 0 3 0,0 0-4 15,0 0 0-15,0 0 3 0,0 0 0 0,0 0-3 16,0 0 2-16,0 0-7 0,0 0 5 0,0 0-2 16,0 0 1-16,0 0 3 0,0 0-2 0,0 0-1 15,0 0 0-15,0 0-1 0,0 0 1 0,0 0 1 16,0 0 8-16,0 0-8 0,-3 8 0 0,3-8 0 15,0 0 2-15,0 0-1 0,1 11 1 0,-1-11-1 16,-1 7 1-16,1-7-2 0,0 0 2 0,1 9-1 16,-1-9-1-16,0 0 1 0,-1 11 2 0,1-11-3 15,0 0 1-15,0 10 0 0,0-10-1 0,1 8 3 16,-1-8-1-16,2 7 3 0,-2-7-3 0,1 8 4 16,-1-8-4-16,0 0 1 0,1 7 0 0,-1-7 2 15,0 0-1-15,0 0 0 0,3 8 0 0,-3-8-3 16,0 0 4-16,0 0-4 0,0 0 4 0,-1 11-4 15,1-11 6-15,0 0-4 0,2 5 3 0,-2-5-2 16,0 0 1-16,1 8 1 0,-1-8-2 0,0 0 4 16,2 6 0-16,-2-6-1 0,0 0 0 0,0 0-1 15,2 7 2-15,-2-7-4 0,0 0 1 0,0 0-2 16,0 0 5-16,0 0-5 0,3 7 4 0,-3-7-3 16,0 0 0-16,0 0-2 0,0 0 2 0,0 0 0 15,0 0-1-15,0 0 0 0,0 0 1 0,0 0 0 16,0 0-1-16,0 0-1 0,0 0 2 0,0 0-1 15,0 0 1-15,0 0 1 0,0 0-2 0,1 8 1 16,-1-8 2-16,0 0-3 0,0 0 2 0,0 0 3 16,0 0-4-16,0 0 3 0,0 0 0 0,0 0-2 15,0 0 2-15,0 0-3 0,0 0 2 0,0 0-1 16,0 0 2-16,0 0-5 0,0 0 1 0,0 0 1 16,0 0 3-16,0 0-6 0,0 0 5 0,0 0-5 15,0 0 4-15,0 0 1 0,0 0-3 0,0 0 0 16,0 0 1-16,0 0 0 0,0 0 1 0,0 0-1 15,0 0-3-15,0 0 0 0,0 0 2 0,0 0 0 16,0 0-1-16,0 0 1 0,0 0 0 0,0 0-1 16,0 0 3-16,0 0-4 0,0 0 2 15,0 0-2-15,0 0-3 0,0 0 1 0,0 0 1 0,0 0 2 16,0 0-2-16,0 0 1 0,0 0 0 0,0 0-2 16,0 0-1-16,0 0 1 0,0 0 1 0,0 0 1 15,0 0-1-15,0 0 1 0,0 0-2 0,0 0 1 16,0 0-1-16,0 0 0 0,0 0 2 15,0 0-1-15,0 0 0 0,0 0 1 0,0 0-1 16,0 0 1-16,0 0-1 0,0 0 2 0,1 6-2 0,-1-6 2 16,0 0-1-16,0 0 0 0,2 8-1 0,-2-8-2 15,0 0 4-15,2 6-1 0,-2-6 0 16,0 0 0-16,0 0 0 0,0 0 2 0,1 7-2 0,-1-7-1 16,0 0 4-16,3 6-4 0,-3-6 1 15,0 0 2-15,3 5-1 0,-3-5-1 0,0 0 0 16,2 10-2-16,-2-10 2 0,0 0 1 0,0 9 0 15,0-9 1-15,3 8-1 0,-3-8 1 0,1 9-1 16,-1-9-4-16,1 6 2 0,-1-6 0 0,2 12 2 16,0-5 0-16,-2-7 4 0,1 11-4 0,-1-5 2 15,0-6-2-15,2 12 0 0,-2-7 4 0,0-5 1 16,0 15 0-16,0-10 2 0,0 3-2 0,0-8 3 16,0 14-4-16,1-6 3 0,-1-8-1 0,2 14-2 15,-2-6 1-15,0-1 0 0,0-7-1 0,-2 15 3 16,4-9-5-16,-2 3 5 0,0 0-7 0,0-9 1 15,0 14 1-15,2-6 3 0,-4 2-1 0,2-2 1 16,0 2-2-16,0-10 6 0,0 17-2 0,0-8-3 16,-2 1-2-16,2-3 3 0,-1 5 2 0,-1-2 4 15,1 2-1-15,0-2-3 0,0 1 4 0,-2-2-3 16,4 2 2-16,-1-1-31 0,-1 1 3 0,0 1 3 16,-1 0-1-16,0-1 1 0,2 1 4 0,-3-2-1 15,2 2 1-15,-2-1 1 0,2 0 4 0,-1-2 0 16,0 1 3-16,1-3-3 0,1 0 1 0,0-7 2 15,-1 15-1-15,1-10 3 0,-3 3-3 0,3-8 5 16,-1 14-4-16,1-8 3 0,0-6-2 0,-1 13 1 16,1-13-1-16,0 10 1 0,-2-2 4 0,2-8 0 15,0 12-2-15,0-12 1 0,-1 9-2 0,1-9 0 16,0 12 1-16,0-6-1 0,0-6-1 0,-1 12 2 16,1-12 1-16,0 11-1 0,0-11 1 0,-1 11-2 15,1-11 0-15,-2 11 3 0,2-11-4 0,-1 10 0 16,1-10 3-16,-1 11 1 0,1-11-5 0,0 12 5 15,0-12-3-15,-2 9 0 0,2-9 2 0,-1 9 0 16,1-9-2-16,-1 10 1 0,1-10-1 0,-3 7 0 16,3-7-1-16,-1 6 4 0,1-6-2 0,0 0-2 15,-1 8 1-15,1-8 0 0,0 0 0 0,0 0 3 16,-2 7-2-16,2-7 0 0,0 0-1 16,0 0-1-16,0 0 0 0,0 0-1 0,-1 8 4 15,1-8-3-15,0 0 0 0,0 0 8 0,0 0-8 16,0 0-8-16,0 0-12 0,0 0-9 0,0 0-21 15,0 0-14-15,0 0-25 0,-5 10-31 0,5-10-29 0,0 0-48 16,-14 2-31-16,14-2-144 0,0 0-403 16,0 0 178-16</inkml:trace>
  <inkml:trace contextRef="#ctx0" brushRef="#br0" timeOffset="-119425.3">17721 16513 24 0,'0'0'68'0,"0"0"-3"0,0 0-2 15,0 0 4-15,0 0-2 0,0 0-4 0,0 0 0 16,0 0 6-16,0 0 5 0,-5-12-7 0,5 12-6 16,0 0 7-16,0 0-2 0,0 0 1 0,0 0-6 15,0 0-3-15,0 0 5 0,0 0-9 0,0 0 7 16,3-8-12-16,-3 8 6 0,0 0-15 0,0 0 9 15,0 0-13-15,0 0 0 0,0 0 6 0,0 0-12 16,0 0 0-16,0 0-3 0,0 0-4 16,0 0 0-16,0 0-8 0,0 0 3 0,0 0-3 15,0 0 0-15,0 0-3 0,0 0 0 0,0 0-3 16,0 0-1-16,0 0-2 0,0 0 6 0,0 0-7 0,0 0 2 16,0 0 7-16,-7 23-8 0,7-23 4 0,0 14 5 15,-1-9 4-15,0 3-3 0,-2 0-3 16,3-1 4-16,-1 3 0 0,1-1 3 0,-1-1-7 15,1-8 0-15,-2 18 1 0,2-12-6 0,-1 5 8 16,1-11 6-16,-3 14-6 0,3-14 2 0,0 13-2 16,0-13 6-16,-3 12-3 0,3-12 3 0,-2 11-4 15,2-11 2-15,2 13 1 0,-2-13-5 0,-2 10 2 16,2-10 2-16,0 0 1 0,-5 13-6 0,5-13 8 16,-2 10-2-16,2-10-5 0,0 0-2 0,0 13 0 15,0-13 1-15,0 0-3 0,-4 12 3 0,4-12-4 16,-1 10 0-16,1-10 1 0,0 0-4 0,0 11 3 15,0-11-5-15,0 0-1 0,-2 11-1 0,2-11 1 16,0 0 6-16,0 0-6 0,2 11 1 0,-2-11 2 16,0 0-4-16,0 0 3 0,0 0 0 0,-2 12-4 15,2-12 7-15,0 0-8 0,0 0-2 0,0 0 8 16,0 0-3-16,0 0 4 0,0 0-8 0,0 0 3 16,0 0-2-16,0 0 7 0,0 0-3 0,0 0 2 15,0 0 2-15,0 0 9 0,0 0 3 0,0 0-1 16,0 0 4-16,0 0 2 0,0 0 1 0,-1 11-1 15,1-11 5-15,0 0 5 0,0 0-4 0,0 0 3 16,0 0 1-16,0 0-5 0,0 0 0 0,0 0-4 16,0 0-5-16,0 0 0 0,0 0-7 0,-14-6 3 15,14 6-4-15,0 0-2 0,-14-3-1 0,14 3 0 16,-13-2-3-16,13 2 0 0,-15 0 0 16,7 0-2-16,8 0 0 0,-20 1 7 0,10-3-9 15,1 3 4-15,-5-1-5 0,1 1-3 0,-2-1 2 16,-5 0-1-16,0 1 2 0,-2-1-5 0,-6 3 6 15,1-2-3-15,-4 4 3 0,1-3-6 0,-1 1 3 16,2 0-3-16,-2 0 4 0,-2-1-3 0,3-1 4 16,1 2-4-16,-2 2 0 0,2 0 2 0,-3-4 3 15,1 1-5-15,1 2 3 0,-6-2-2 0,8 0 2 16,-3 4 0-16,2-5-6 0,-1 1 5 0,1 0-1 16,-2 3 0-16,3-4 0 0,-1 0 3 0,1-1-1 15,0 3-2-15,-1-2 3 0,8-1-3 0,-6 3 0 16,4-3-1-16,-4 0 5 0,4 0 3 0,1-2-8 15,2 1 3-15,-1 0 0 0,3 0-1 0,4-1 1 16,2 1-2-16,-1 0-1 0,3 0-2 0,-2-1 7 16,3 2-6-16,9 0 6 0,-11-2-3 0,11 2-2 15,-11 0 1-15,11 0 1 0,-10-4 6 0,10 4-6 16,0 0-8-16,-9-1-4 0,9 1-6 0,0 0-6 16,0 0-5-16,0 0-6 0,0 0-8 0,0 0-8 15,-19 1-11-15,19-1-20 0,0 0-22 0,0 0-21 16,0 0-31-16,0 0-22 0,-9-3-26 15,9 3-110-15,0 0-339 0,0 0 151 0</inkml:trace>
  <inkml:trace contextRef="#ctx0" brushRef="#br0" timeOffset="-118785.4">16818 16326 76 0,'1'-14'171'0,"-1"14"1"0,0 0-9 16,0 0-13-16,1-8-9 0,-1 8-15 0,0 0-8 16,0 0-16-16,0 0-6 0,0 0-11 0,0 0-11 15,0 0-3-15,0 0-3 0,0 0-3 0,0 0-10 16,13 24 2-16,-13-14 0 0,0-10-2 0,3 15-8 16,-2-5-3-16,3 0-4 0,-4 0 0 0,0-10-7 15,1 15-2-15,-1-15-4 0,1 11-1 0,-1-11 0 16,3 13 0-16,-3-13-2 0,1 7 2 15,-1-7-6-15,0 0 2 0,0 0 0 0,0 11 0 16,0-11 1-16,0 0 0 0,0 0 4 0,0 0 1 16,0 0 2-16,0 0-2 0,0 0-3 0,0 0 3 0,0 0-9 15,0 0 3-15,0 0-3 0,0 0-3 0,0 0-3 16,0 0 1-16,0 0-5 0,1-35 0 16,1 25 2-16,2-1-5 0,1 2 2 0,2-3-5 15,0 0-3-15,3 0 1 0,-4 1-2 0,2 1 1 16,0 0-2-16,-1-1 1 0,7 1-4 0,-3 2 2 15,-1 2-1-15,1 0 0 0,0 0 1 0,-2 1 0 16,2 2 0-16,-1-1 0 0,-10 4-2 0,14 0 3 16,-14 0-2-16,19 5 1 0,-11-1-2 0,1 1 2 15,-3 2-1-15,2-4-1 0,-1 5-1 0,-4 0 3 16,5-2-1-16,-6 2-1 0,2 0-1 0,0 2 6 16,0-3-2-16,-3 2 0 0,2 1-1 0,-2-4 5 15,-1 4 1-15,2-3-3 0,-2 2 3 0,0-9-2 16,-2 14-20-16,2-14-13 0,-4 19-30 0,4-12-17 15,0-7-33-15,-3 12-38 0,3-12-41 0,-3 10-144 16,3-10-364-16,-4 8 162 0</inkml:trace>
  <inkml:trace contextRef="#ctx0" brushRef="#br0" timeOffset="-118433.47">17307 16330 58 0,'-13'0'155'0,"13"0"-2"0,-15-3-8 0,15 3-6 16,-13 0-4-16,13 0-5 0,-12-1-3 0,12 1-3 15,0 0-13-15,-16-3-4 0,16 3 0 0,-9 0-13 16,9 0-1-16,0 0-7 0,0 0-6 0,0 0-8 15,-13 0-1-15,13 0-7 0,0 0-1 0,0 0-7 16,0 0-2-16,0 0-3 0,0 0-3 0,0 0-6 16,0 0-4-16,0 0-3 0,0 0-1 0,26-7-5 15,-16 4-2-15,2 1-6 0,-1 0-2 0,3-1 2 16,0 2-3-16,1-1-4 0,2 1 1 0,-4 1-17 16,1 0-14-16,-1-1-20 0,0-1-23 0,-13 2-18 15,20 0-21-15,-8-1-29 0,-12 1-19 0,12-1-20 16,-12 1-22-16,12-2-100 0,-12 2-310 0,0 0 138 15</inkml:trace>
  <inkml:trace contextRef="#ctx0" brushRef="#br0" timeOffset="-118172.25">17406 16102 78 0,'0'0'169'0,"-8"-8"-5"0,8 8-7 16,0 0-9-16,0 0-14 0,0 0-17 0,0 0-13 16,0 0-6-16,0 0-1 0,0 0 6 0,0 0 6 15,0 0-1-15,-3 28-6 0,3-16-11 0,3 4-6 16,-3-5-13-16,1 5-7 0,1-4-8 0,-1-2-3 16,0 6-5-16,-1 1-3 0,-1-4-9 0,2 4 2 15,-1-2-10-15,-1 2-17 0,0-2-36 0,-1 3-27 16,1-2-29-16,-2-5-37 0,1 5-32 0,-2-3-35 15,-5 2-103-15,3-5-310 0,-1 1 137 0</inkml:trace>
  <inkml:trace contextRef="#ctx0" brushRef="#br0" timeOffset="-117991.63">17531 16383 44 0,'0'0'144'0,"0"0"-31"16,0 0-17-16,0 0-23 0,10-3-26 0,-10 3-24 15,0 0-33-15,0 0-33 0,0 0-39 0,0 0-87 16,0 0 39-16</inkml:trace>
  <inkml:trace contextRef="#ctx0" brushRef="#br0" timeOffset="-114625.18">21877 15183 5 0,'0'0'64'0,"0"0"-3"0,5-8-3 16,-5 8 8-16,4-8-16 0,-4 8 7 0,3-7 6 16,-3 7 5-16,1-7-5 0,-1 7 0 0,0 0-2 15,1-12-5-15,-1 12-3 0,3-7 3 0,-3 7 6 16,3-6-6-16,-3 6-1 0,0 0 6 0,0-12-9 15,0 12 3-15,2-8-5 0,-2 8 7 0,1-7-7 16,-1 7 1-16,0-10-4 0,0 10 0 0,2-8-2 16,-2 8 1-16,0-10 1 0,0 10-3 0,2-7 0 15,-2 7 3-15,2-8 1 0,-2 8 2 0,0 0 7 16,1-8-10-16,-1 8 1 0,0 0-9 0,1-7 3 16,-1 7-2-16,0 0 1 0,0 0-9 0,0 0-1 15,0 0-5-15,1-8-3 0,-1 8-2 0,0 0-3 16,0 0-1-16,0 0-4 0,0 0-4 0,0 0 2 15,0 0-2-15,0 0-1 0,0 0-2 0,0 0 0 16,0 0-4-16,0 0 7 0,7 19-6 0,-5-14 2 16,-1 2 0-16,1 3 4 0,-2 0-3 0,2 2 3 15,1-2 1-15,-2 4 4 0,0-2-4 0,-1 1 5 16,3 2 0-16,-2 2 1 0,-1-1-1 0,2 1 2 16,-5-2-3-16,4 3 2 0,-1 0-1 0,0 0 6 15,0-1-6-15,0 0 2 0,2-2-1 0,-4 2 2 16,4-1 1-16,-4-4-6 0,2 2-3 0,-2-2 4 15,2-1-3-15,0 6-1 0,1-5 1 0,-1 1 32 16,0-1-4-16,3 5-2 0,-2-7 0 0,-1 2-2 16,-1 1-1-16,-1-2 0 0,4 0-6 0,-1 0 4 15,0-1-5-15,-1 1 0 0,0 0-1 16,-1-1 1-16,0 2 3 0,-1-2-11 0,2 1 1 0,-2 0 4 16,2-1-5-16,0-1 0 0,0-9 7 0,-2 14-12 15,2-14 2-15,-1 11-2 0,1-11 3 0,0 10-3 16,0-10-5-16,0 8-2 0,0-8 1 0,1 7 2 15,-1-7-1-15,0 0-1 0,0 0-21 0,0 0-2 16,-1 11-21-16,1-11-16 0,0 0-18 16,0 0-24-16,-1 8-24 0,1-8-41 0,0 0-40 0,-9 3-52 15,9-3-163-15,-13-1-449 0,13 1 198 0</inkml:trace>
  <inkml:trace contextRef="#ctx0" brushRef="#br0" timeOffset="-113251.49">22061 15059 28 0,'0'0'67'0,"0"0"-5"0,-7-5 1 16,7 5-5-16,0 0-7 0,-8-3-4 0,8 3 5 16,0 0-8-16,-6-4 0 0,6 4 1 0,0 0-6 15,0 0 0-15,0 0-6 0,-8-3-1 0,8 3 2 0,0 0-1 16,0 0-8-16,-8-1 9 0,8 1-7 16,0 0-6-16,0 0 4 0,-9-6-1 0,9 6-11 15,0 0 11-15,-7-2-6 0,7 2-4 0,0 0 12 16,-10-1-4-16,10 1-5 0,0 0-3 0,0 0 5 15,0 0-6-15,0 0 7 0,0 0-13 0,0 0 7 16,0 0-2-16,-11 0 3 0,11 0 3 0,0 0 8 0,0 0-8 16,0 0 5-16,0 0 0 0,0 0 1 0,0 0 1 15,0 0 7-15,0 0-1 0,0 0-9 16,0 0 0-16,0 0 2 0,0 0-2 0,0 0 7 16,0 0-2-16,31 0-2 0,-19-2-1 0,5 2 0 0,0-2 5 15,2-1-4-15,0 2-3 0,3-2 4 0,6 2-3 16,-6 0 0-16,6-2-3 0,1 1 0 15,2 1-4-15,-2-1 1 0,2 1-3 0,0 0-1 16,-1 1 0-16,0-4-2 0,0 4 2 0,0-3 5 16,-1 1-1-16,2 2-8 0,-3-3-1 0,0 2-1 15,0-2 1-15,2 2 2 0,-7 0-1 0,-2 1-2 16,7-1 5-16,-7 0 2 0,7 0 0 0,-7 0 2 16,1 1 4-16,-3-1-1 0,2-1 2 0,0 1 1 15,-1-1-4-15,2 2 0 0,-3 0 1 0,-1-1-1 16,1 2-1-16,-6-2 1 0,5-1 1 0,-7 2-4 15,2-1-1-15,-1 1 0 0,-1-4 2 0,2 2 4 0,-2 2-5 16,1 0 1-16,-2 0 4 0,-2 0-3 16,2-3 0-16,1 2 2 0,-3 1-1 0,-8 0-4 15,17-3-1-15,-11 3 2 0,2 0-6 0,-8 0 2 16,15-2 2-16,-15 2-4 0,13-1 3 0,-7 1-1 16,-6 0-6-16,14-1 2 0,-14 1 3 0,12 0-2 15,-12 0 1-15,11 0-4 0,-11 0 4 0,13-1 24 0,-13 1 0 16,13 0-1-16,-4 1-2 0,-9-1-3 15,13-1-1-15,-13 1 0 0,10-1-2 0,-10 1-3 16,10 0 0-16,-10 0-3 0,0 0 3 0,9 0-3 16,-9 0 1-16,0 0 1 0,0 0 0 0,9 0-3 15,-9 0 2-15,0 0-6 0,0 0 5 0,0 0-3 16,0 0 3-16,0 0 0 0,0 0-2 0,0 0 4 0,8 1-1 16,-8-1 0-16,0 0 0 0,0 0 3 15,0 0 0-15,0 0-6 0,0 0-3 0,0 0 4 16,0 0-4-16,0 0-1 0,0 0-3 0,0 0 1 15,0 0-4-15,0 0 5 0,0 0-6 0,0 0 2 16,0 0-4-16,0 0 0 0,0 0 2 0,0 0-2 16,0 0 2-16,0 0-2 0,0 0 1 0,0 0-4 15,0 0-1-15,0 0 2 0,0 0 6 0,0 0-5 16,0 0-2-16,0 0 2 0,0 0 1 0,0 0-1 16,0 0 1-16,0 0-2 0,0 0 1 0,0 0-2 15,0 0 3-15,0 0 0 0,0 0-3 0,0 0 3 16,0 0-6-16,0 0 3 0,0 0 0 0,0 0 0 15,0 0 0-15,0 0 0 0,0 0 3 0,0 0-6 16,0 0 3-16,0 0 0 0,0 0 1 0,0 0-2 16,0 0 4-16,0 0-3 0,0 0 0 0,0 0-2 15,0 0 2-15,0 0-1 0,0 0 1 0,0 0 0 16,0 0-1-16,0 0-1 0,0 0 0 0,0 0 3 16,0 0-3-16,0 0 4 0,0 0-4 0,0 0 1 15,0 0-1-15,0 0 2 0,0 0 1 0,0 0-2 16,0 0 1-16,0 0 0 0,0 0 3 0,0 0-3 15,0 0 0-15,0 0 1 0,0 0-1 0,0 0-1 16,0 0-2-16,0 0 4 0,0 0 0 0,0 0 0 16,0 0-2-16,0 0 2 0,0 0-1 0,0 0 2 15,0 0-3-15,0 0 3 0,0 0-4 0,0 0 3 16,0 0-3-16,0 0 1 0,0 0 3 0,0 0 1 16,0 0-3-16,0 0-1 0,0 0 2 0,0 0 2 15,0 0-1-15,0 0-2 0,0 0 0 0,0 0 2 16,0 0-2-16,0 0-1 0,0 0 1 0,0 0-3 15,0 0 2-15,0 0-13 0,0 0-10 0,0 0-12 16,0 0-15-16,0 0-21 0,0 0-15 0,0 0-18 16,0 0-31-16,0 0-28 0,0 0-35 0,0 0-30 15,0 0-158-15,0 0-419 0,-31-3 187 0</inkml:trace>
  <inkml:trace contextRef="#ctx0" brushRef="#br0" timeOffset="-97006.33">27648 11314 12 0,'0'0'38'0,"0"0"-4"0,0 0 1 0,0 0-7 16,0 0-4-16,0 0-5 0,0 0 4 0,0 0-11 16,0 0-5-16,-8 3-6 0,8-3-21 0,0 0-16 15,0 0-38-15,-5 4 16 0</inkml:trace>
  <inkml:trace contextRef="#ctx0" brushRef="#br0" timeOffset="-90844.52">27626 12372 14 0,'0'0'14'0,"0"0"-7"0,0 0-3 16,0 0-11-16,1-8-7 0,-1 8 3 0</inkml:trace>
  <inkml:trace contextRef="#ctx0" brushRef="#br0" timeOffset="-81823.9">26768 13023 55 0,'7'-5'59'0,"-7"5"-6"16,8-5-7-16,-8 5-3 0,11-1-1 0,-5-2-8 16,-6 3-6-16,14-2-10 0,-8 0-19 0,-6 2-7 15,16 0-12-15,-6-1-39 0,0 1-63 0,1-1 29 16</inkml:trace>
  <inkml:trace contextRef="#ctx0" brushRef="#br0" timeOffset="-71646.56">21976 15483 2 0,'0'0'17'15,"0"0"-6"-15,0 0-5 0,0 0-4 0,0 0 1 16,0 0-2-16,4 16-3 0,-4-16-5 16,1 8-7-16,-1-8 2 0</inkml:trace>
  <inkml:trace contextRef="#ctx0" brushRef="#br0" timeOffset="-69553.69">22024 15620 33 0,'-2'-5'29'16,"2"5"4"-16,-5-6 6 0,5 6-10 0,-6-8-4 0,6 8 0 15,-7-8-2-15,4 5 0 0,3 3-3 0,-5-8-1 16,5 8-1-16,-6-9-5 0,2 6 4 0,4 3-9 15,-5-9 5-15,5 9-1 0,-4-7-5 16,4 7 3-16,-6-6-2 0,6 6-4 0,-8-8 2 0,8 8-6 16,-4-3 5-16,4 3 3 0,-5-7 3 15,5 7 1-15,-5-5 1 0,5 5 5 0,0 0 2 16,-4-7 5-16,4 7 0 0,-6-3-5 0,6 3 0 0,0 0-6 16,-4-10 19-16,4 10-10 0,0 0 12 0,-4-7 4 15,4 7-6-15,0 0-2 0,-4-5-3 16,4 5-5-16,0 0 1 0,-4-7-3 0,4 7 7 15,0 0 0-15,0 0-3 0,-4-3 7 0,4 3-5 16,0 0-1-16,0 0-9 0,0 0 2 0,0 0-4 16,0 0 7-16,0 0-10 0,0 0 2 0,0 0 1 15,0 0-9-15,0 0 4 0,0 0-2 0,0 0 6 0,0 0 7 16,0 0-5-16,0 0-1 0,0 0 10 0,0 24-3 16,2-15 6-16,-2 1-2 0,1 1-4 15,-1 1 2-15,-1-1-2 0,1 5 7 0,1-1-3 16,-1 2-1-16,0-2 1 0,0 2-2 0,-1-1 2 15,-1 1-1-15,1-2-1 0,-1 2 3 0,-1 1-4 16,3-1 0-16,-4 1-3 0,3 1 8 0,-3-1-11 16,3 0 1-16,0 0 2 0,-1 1 4 0,1 1-3 15,1-2 0-15,0 0-2 0,0 1-2 0,0 0-2 16,-1-1 1-16,2 1 3 0,0-1-4 0,-2 3 4 16,2-3 5-16,-1-2-3 0,2 9 1 0,-2-9-4 15,0 2 0-15,2-2-3 0,-2 2 0 0,3-3-1 16,-3-1-3-16,1-2 0 0,0-1-5 0,-1 2 4 15,2-1-24-15,0 1-2 0,-2-2 2 0,0 0 6 16,0 1 2-16,1 1 0 0,-2-2-2 0,-1-1-2 16,4 3 10-16,-2-3-2 0,-2 1 0 0,2 0 8 15,-2 1-3-15,2-1 4 0,-2 0-3 0,1 0 4 16,-1-1-2-16,0 2 0 0,2-2 1 0,0-10 1 16,-2 20-1-16,1-9-1 0,0-2 3 0,-2 1-2 15,3 2-1-15,-1-3-2 0,0 2 3 0,-1-1 3 16,0 0 0-16,0-1 0 0,0 1 0 15,1 0 1-15,-1 2 0 0,-1-2 3 0,0 0-2 16,3 1 4-16,-1 0-6 0,0 0 5 0,2 0-5 0,0-1 1 16,0 2-3-16,1-5 1 0,-1 3 1 0,-1 0 0 15,4 0-3-15,-3 2 13 0,1-4 2 0,1 1 3 16,0 2-1-16,-3-11 4 0,2 12-6 0,1-3-5 16,-3-9 3-16,4 11 0 0,-4-11-2 0,2 11-3 15,-2-11-2-15,4 10-4 0,-4-10-2 0,3 11 7 16,-3-11-3-16,5 11 3 0,-5-11-5 15,2 10 2-15,-2-10-3 0,4 8 1 0,-4-8-2 16,0 0 2-16,4 12-5 0,-4-12 5 0,2 7-3 16,-2-7 5-16,0 0-1 0,0 0-4 0,3 12 0 15,-3-12-1-15,0 0 1 0,0 0-5 0,3 8 4 0,-3-8 2 16,0 0-3-16,0 0 1 0,0 0 1 16,0 0 1-16,5 8 0 0,-5-8-2 0,0 0 0 15,0 0 5-15,0 0-2 0,6 4 7 0,-6-4 3 16,0 0-1-16,12 3-1 0,-12-3-3 0,12 3 0 15,-12-3-3-15,17-2 1 0,-5 4-2 0,-12-2 0 16,21-2 1-16,-8 2-2 0,0 0-2 0,3 2-3 16,4-5 6-16,-1 4 2 0,-1-2-4 0,10-2-4 15,0 5 0-15,-1-5 0 0,3 0 3 0,1 0-2 16,1 1 0-16,-1-1-2 0,2 0 0 0,0 4-1 16,2-1 8-16,-1 0-7 0,-2-3 1 0,6-1 4 15,-3 2-7-15,2 2 0 0,0-2 2 0,-2 1-2 16,3-1-1-16,1-2 0 0,-1 2 4 0,13-3-3 15,-16 2 2-15,3 2-2 0,-1 1 3 0,1-2-4 16,13 0 3-16,-14 3 0 0,16-2 1 0,-18 0-4 16,2 1 0-16,3 1 2 0,-2 0 0 0,-1-1 0 15,1-2 1-15,0 2-1 0,-3 1 1 0,3-2-3 16,-1 3 3-16,1-4-1 0,2 2 3 0,-5 0-4 16,3-3 2-16,-1 4-1 0,0-6 2 0,0 8-2 15,-3-4 2-15,1-1 0 0,0 2 3 0,-4-2-1 16,0 2-2-16,-3 1 3 0,-6-1-1 0,-3-1 4 15,3 1-4-15,-3 0-4 0,-6 0 4 0,-1-1-3 16,2 1 7-16,-1-1 0 0,-3 2 2 16,-2-1-5-16,-8 0 8 0,0 0-5 0,22 0-1 15,-18 0 0-15,-4 0-2 0,0 0 1 0,10-1-3 16,-10 1 1-16,0 0-1 0,0 0 3 0,11 1-1 0,-11-1-2 16,0 0-2-16,0 0-12 0,7 1-12 0,-7-1-13 15,0 0-26-15,0 0-28 0,0 0-34 0,0 0-29 16,0 0-43-16,0 0-31 0,0 0-175 15,-28-15-435-15,16 9 192 0</inkml:trace>
  <inkml:trace contextRef="#ctx0" brushRef="#br0" timeOffset="-66007.36">17769 16692 39 0,'0'0'55'0,"0"0"4"0,-16-2-4 0,16 2-1 15,0 0-8-15,0 0 4 0,-16 2 4 0,16-2-10 16,0 0-2-16,-18 2 5 0,18-2-7 0,-12-1 4 0,12 1-12 16,-13 0 5-16,13 0 3 0,-15 1 1 0,15-1-1 15,-11 1-18-15,11-1 12 0,-13 2-6 16,13-2-5-16,-10 2 0 0,10-2 1 0,0 0-10 16,0 0 4-16,-13 1-6 0,13-1-4 0,0 0 6 15,0 0 2-15,0 0-5 0,0 0-4 0,0 0 6 16,0 0-5-16,0 0 7 0,27 7-1 0,-27-7 3 15,23 0-3-15,-3 1 0 0,-3-2 4 0,-3-1 0 16,14 2 0-16,-9-2 0 0,9 1 1 0,0-3-6 16,0 1 4-16,4-2 0 0,-1 1-10 15,1 4 6-15,0-3 0 0,4 3 1 0,1-3-5 0,0-1 11 16,2 1-6-16,11 0 2 0,-13-1-3 0,3 2-1 16,0 1 1-16,12-3-1 0,-12 3-3 0,12-1-11 15,-17 0 14-15,19 2-7 0,-1-2 6 0,-15 1 0 16,16-2-3-16,0 3-4 0,-2 1 0 0,-1-2 0 15,3 2 3-15,0 1-1 0,-1-2-2 0,1 0 2 16,-2-2-3-16,5 2 1 0,-17 2 0 0,12-2 1 16,-1 1 2-16,0-5-6 0,0 5 10 0,-13-1-9 15,15 0 5-15,-16-1-3 0,15 4 7 16,-14-2-8-16,13-1 5 0,-13 0 0 0,1 0 6 0,1 2-6 16,-1-2 0-16,-1 5-3 0,2-5 3 0,10 0 1 15,-14 2-2-15,4-2-3 0,-3 0 10 0,0 1-4 16,-3 0 2-16,3-1 1 0,-1 0-5 15,0-1 0-15,0 1 1 0,-1 0-2 0,4 0 5 16,-6-1-6-16,3 1-4 0,-2 0 7 0,-1 1-1 0,1 0 3 16,-1-2-5-16,0 2 3 0,2 0-1 15,-1-1 0-15,-2 2 0 0,1-3 0 0,-1 3 1 16,2-2-4-16,-4 2 1 0,3-1 4 0,1-1-5 16,-2 1 3-16,-2-1-3 0,0 0-1 0,3 2 6 15,-1-2-3-15,0-2 2 0,0 2-1 0,-2 2 0 0,2-2 0 16,-2 2-4-16,2-2 4 0,-3 0-2 15,2 1 0-15,-1-4-1 0,0 5-3 0,0 0 4 16,-1-4 0-16,3 2 3 0,-3-2-4 0,2 4 3 16,-1-2-5-16,-2-2 0 0,-1 5 5 0,2-3-5 15,-3 1 4-15,-4-1-5 0,0 2-4 0,3-5 3 16,-3 4 0-16,0-1 1 0,6-1 7 0,-8 1-3 16,1 1-1-16,-1-1-3 0,-1 2 2 0,2-4-1 15,-2 4 6-15,-1-2-7 0,2 0 9 0,-2 0-8 16,3-2 2-16,-1 4-1 0,-1-4 3 0,0 4 2 15,-1-4-2-15,-1 2 0 0,-1 0 5 0,-3 0-9 16,4 2 5-16,0-2-4 0,-2-2 9 0,-4 2-6 16,1-1 4-16,1 0 2 0,-13 1-2 0,23 0 0 15,-17-2 3-15,2 2-1 0,-8 0 4 0,15 0-1 16,-15 0 0-16,9 0 4 0,-9 0 6 0,6-2 2 16,-6 2 0-16,0 0-1 0,0 0 2 15,0 0-4-15,11 0 1 0,-11 0-6 0,0 0 4 16,0 0-5-16,0 0-1 0,0 0-4 0,7-2 0 15,-7 2 4-15,0 0-8 0,0 0-10 0,0 0-14 0,0 0-12 16,0 0-12-16,0 0-19 0,0 0-30 0,0 0-31 16,0 0-46-16,-27-13-32 0,17 11-133 0,-5-5-356 15,-2 1 158-15</inkml:trace>
  <inkml:trace contextRef="#ctx0" brushRef="#br0" timeOffset="-64012.24">17912 15776 2 0,'0'0'1'0,"0"0"2"0,0 0-2 0,0 0 4 16,0 0-7-16,0 0 2 0,0 0 1 0,0 0-2 16,0 0 1-16,0 0-2 0,0 0-2 0,0 0 1 15</inkml:trace>
  <inkml:trace contextRef="#ctx0" brushRef="#br0" timeOffset="-63990.84">17910 15769 2 0,'0'0'0'0,"0"0"-1"0,0 0 3 16,0 0-3-16</inkml:trace>
  <inkml:trace contextRef="#ctx0" brushRef="#br0" timeOffset="-62771.66">17912 15781 14 0,'0'0'33'0,"0"0"-3"0,0 0 6 0,0 0 3 0,0 0-5 15,0 0 10-15,0 0-2 0,0 0 1 0,0 0 2 16,0 0-14-16,0 0-2 0,0 0 4 0,0 0-4 16,0 0 19-16,0 0-19 0,0 0-4 0,0 0 4 15,0 0-1-15,0 0 3 0,0 0 14 0,0 0-24 16,0 0 1-16,0 0-2 0,1-22-4 0,-1 22-2 15,0 0 3-15,0 0 2 0,0 0 10 0,0 0-15 16,0 0 13-16,0 0-11 0,0 0-4 0,0 0 1 16,0 0 5-16,0 0 5 0,0 0 0 15,0 0-8-15,0 0 3 0,0 0 4 0,0 0 0 16,0 0 0-16,0 0-7 0,0 0 0 0,0 0-3 16,1-12-3-16,-1 12-1 0,0 0 6 0,0 0 1 0,0 0-1 15,0 0-3-15,0 0-4 0,0 0 2 0,0 0 4 16,0 0-4-16,0 0 1 0,0 0 7 15,0 0-12-15,0 0 5 0,0 0 3 0,0 0 6 16,-1-7 0-16,1 7-12 0,0 0 6 0,0 0-9 16,0 0-2-16,0 0 1 0,0 0 11 0,0 0-5 15,0 0 2-15,0 0 3 0,0 0-10 0,0 0-3 16,0 0 4-16,0 0-3 0,0 0 0 0,0 0 1 16,1-9 3-16,-1 9-3 0,0 0 9 0,0 0-10 15,0 0 1-15,0 0-2 0,0 0 7 0,-2-8-6 16,2 8-3-16,0 0 9 0,0 0-1 0,0 0-7 15,0 0 3-15,0 0-2 0,0 0 2 0,-4-8 0 16,4 8 1-16,0 0 7 0,0 0 1 0,0 0-1 16,0 0-3-16,0 0-8 0,0 0 3 0,0 0 3 15,2-10 1-15,-2 10 1 0,0 0-1 0,0 0-2 16,0 0 4-16,0 0-3 0,0 0-2 0,0 0-2 16,4-6 3-16,-4 6-2 0,0 0 5 0,0 0 1 15,0 0-3-15,0 0-4 0,0 0 5 0,0 0-8 16,0-10 8-16,0 10-3 0,0 0 0 0,0 0-2 15,0 0 0-15,3-5 1 0,-3 5-2 0,0 0-2 16,0 0 4-16,0 0 1 0,0 0 3 0,0 0 2 16,0 0-4-16,0 0-5 0,1-8 4 0,-1 8-4 15,0 0 2-15,0 0-7 0,0 0 7 0,0 0 1 16,0 0 6-16,0 0-7 0,0 0-1 16,0 0 6-16,0 0-3 0,0 0-4 0,0 0 5 0,0 0-2 15,0 0-4-15,0 0 2 0,0 0 4 0,0 0-4 16,0 0-2-16,0 0 4 0,0 0 0 0,0 0-5 15,0 0 2-15,0 0 5 0,0 0-5 0,0 0-4 16,0 0 2-16,0 0 3 0,0 0-2 16,0 0-3-16,0 0 6 0,0 0 2 0,0 0-5 15,0 0 2-15,0 0 1 0,0 0 1 0,3-6 1 16,-3 6-3-16,0 0-3 0,0 0 0 0,0 0 2 16,0 0-1-16,0 0-3 0,0 0-2 0,0 0-7 0,0 0-3 15,0 0-7-15,0 0-6 0,0 0-10 16,0 0-7-16,0 0-2 0,0 0-8 0,0 0-7 15,0 0 3-15,0 0-11 0,0 0 8 0,0 0 5 16,0 0-10-16,0 0-11 0,0 0-10 0,0 0-67 16,0 0-168-16,0 0 75 0</inkml:trace>
  <inkml:trace contextRef="#ctx0" brushRef="#br0" timeOffset="-61984.37">17737 15786 13 0,'0'0'23'0,"0"0"0"16,0 0-4-16,0 0-4 0,2-10 0 0,-2 10-5 16,0 0-7-16,0 0-3 0,5-9-2 0,-5 9-4 15,0 0 0-15,3-8-13 0,-3 8 20 0,4-8-10 16,-4 8-5-16,5-10-14 0,-5 10 6 16</inkml:trace>
  <inkml:trace contextRef="#ctx0" brushRef="#br0" timeOffset="-60167.61">17656 15218 6 0,'0'0'13'0,"0"0"1"0,0 0-5 16,0 0 4-16,0 0-1 0,0 0-6 0,0 0-1 16,0 0 1-16,0 0 0 0,0 0-4 0,8-10 0 15,-8 10 1-15,0 0 2 0,0 0-1 0,0 0-4 16,0 0 3-16,13-6-13 0,-13 6 13 0,0 0-1 15,0 0-4-15,0 0-5 0,17-2-1 0,-17 2 0 16,0 0 1-16,15-2-1 0,-15 2-3 0,0 0 11 16,14 0-4-16,-14 0-5 0,0 0-8 0,0 0 27 15,16-1-16-15,-16 1-6 0,0 0 18 0,0 0-10 16,0 0 6-16,0 0-3 0,17-2 5 0,-17 2-1 16,0 0 0-16,0 0 5 0,0 0-2 0,0 0 4 15,0 0 3-15,0 0-2 0,15 3 4 0,-15-3 0 16,0 0 7-16,0 0-10 0,0 0 9 15,0 0-4-15,0 0-1 0,0 0-5 0,0 0 12 0,0 0 4 16,0 0-9-16,0 0 8 0,0 0-5 0,0 0-4 16,0 0-5-16,0 0 6 0,0 0 0 0,0 0-1 15,0 0-7-15,0 0 0 0,0 0 0 16,0 0 2-16,0 0-2 0,0 0 3 0,0 0 10 0,0 0 3 16,0 0-8-16,13 4 2 0,-13-4-7 0,0 0 5 15,0 0-1-15,0 0 6 0,10 6-2 16,-10-6 10-16,0 0-2 0,0 0-3 0,16 5-1 15,-16-5 7-15,19 2-5 0,-19-2 8 0,24 0-15 16,-13 2 5-16,-11-2 2 0,34 0-2 0,-13 0-9 16,1 0 7-16,6-2-1 0,0 2-7 0,3 0 3 15,1 0 1-15,0-2-5 0,5 1-7 0,0 0 6 16,-2-1-8-16,3 1 3 0,-2 1-1 0,3-4 7 16,-2 3-3-16,0 0-6 0,2-1 2 0,-1 1-2 15,-1-1 0-15,0 0-1 0,0 1-4 0,-1 2 5 16,1-3-1-16,-1 2 0 0,-2-2 4 0,1 1-11 15,-4 0 9-15,4 0 10 0,-1 1-13 0,-1 0-2 16,0-2-3-16,-1 1 7 0,0 1-8 0,-1 0-3 16,-2 0 17-16,1 1-11 0,-2-1 5 0,0 0-1 15,-7-1-5-15,7 0-4 0,1-1 6 0,0 2 0 16,-3-1-5-16,-3 0 1 0,7 0 17 0,-3-2-17 16,1 4 9-16,2-2-9 0,-9-2 8 0,7 1 0 15,-2 0-1-15,-6 2-3 0,2-3 0 0,6 2-3 16,-1-1-2-16,-9 1 2 0,2-1 8 15,1 2-2-15,-1-1-5 0,3 1-2 0,-2-3 5 16,-1 3 0-16,2-2-6 0,-2 1 2 0,1 0 7 16,1 1 4-16,-1-2-12 0,1 2 6 0,0 0 3 0,-2 0-12 15,1-2 13-15,2 2-6 0,-3-1-5 0,-1 2 4 16,2-2 1-16,-2 1 2 0,0 0 4 0,2 0-8 16,-1 0-3-16,-3-2 14 0,0 2-9 0,1 2-3 15,2-4 5-15,-1 2-7 0,-1-2 8 16,1 2-9-16,0 0 8 0,0-2-3 0,0 1 5 15,-1 2-2-15,1-1-5 0,8 0 2 0,-9 0 4 16,3 0-2-16,-1 0 0 0,-1 0-2 0,3-1 6 0,-2-1-4 16,1 1 1-16,1 1-1 0,6-3-5 0,-2 0 1 15,-5 3 5-15,2-2 1 0,-1 1 4 0,7-1-1 16,-11 1-9-16,1-1 8 0,1 1 1 16,-3-2 1-16,2 1-4 0,-2 2 3 0,1-2-7 15,1-1 7-15,-2 2 3 0,0-1 0 0,-4 1-3 16,1 1-4-16,3-3 1 0,-2 3 4 0,-2-1-4 15,2 0 2-15,-15 1-7 0,27-1 3 0,-13 0 10 16,5-1-13-16,-1 1 3 0,-18 1 4 0,30 0-5 0,-12-3 2 16,0 2-10-16,-6 0 8 0,-12 1 1 15,28 0 0-15,-15-2-1 0,5 0 3 0,-5 1 0 16,1-1 1-16,4 1 0 0,0 1-2 0,-18 0 6 16,32-1-7-16,-16 0-2 0,-2 1 0 0,-1-1 7 15,0 1-9-15,2-2 8 0,-2 1-4 0,5-1 2 16,1 1 0-16,-6 1 2 0,0-1-2 0,5-1 4 15,-6 1 2-15,4 1-4 0,0-2 1 0,2-1 1 16,0 2-2-16,-1 1-3 0,0-3 6 0,2 2-1 16,-6-1-6-16,0 1 7 0,1-1-6 0,0 1 7 15,-2-1-9-15,2 2 3 0,-1-1-2 0,-1-2 0 16,1 3 3-16,0-3-7 0,1 3 2 0,-2-3 5 16,2 2-8-16,-1-2-3 0,-13 3 13 0,24-2 4 15,-13 1-5-15,2 0-2 0,-3 0-3 0,2 0-3 16,-12 1 5-16,19-2 1 0,-19 2-3 0,16-1 5 15,-5 1 2-15,-11 0 1 0,21-2 2 16,-10 2-3-16,-11 0-4 0,20-2 4 0,-20 2 1 0,18-1-8 16,-18 1 3-16,19 0 0 0,-19 0 7 0,18-3 2 15,-18 3-1-15,21-1-1 0,-21 1-3 0,19-1 4 16,-19 1-7-16,14-2-2 0,-14 2 4 0,18 0-3 16,-18 0 1-16,0 0 1 0,16-1-1 0,-16 1 5 15,0 0-5-15,20-1 2 0,-20 1-1 0,0 0-4 16,15-2 0-16,-15 2 5 0,0 0-4 15,0 0-2-15,15-2-2 0,-15 2 5 0,0 0-1 0,0 0-3 16,0 0 0-16,0 0 2 0,0 0 0 0,0 0 0 16,14 0 1-16,-14 0 1 0,0 0-3 0,0 0 4 15,0 0 1-15,0 0-3 0,0 0 2 0,0 0 0 16,0 0-2-16,0 0 3 0,0 0-5 0,0 0 2 16,0 0-5-16,10-2 0 0,-10 2 9 15,0 0-5-15,0 0 4 0,0 0-2 0,0 0-5 16,0 0-9-16,0 0-15 0,0 0-15 0,0 0-32 15,0 0-29-15,0 0-37 0,0 0-117 0,0 0-276 0,0 0 124 16</inkml:trace>
  <inkml:trace contextRef="#ctx0" brushRef="#br0" timeOffset="-57659.23">18787 15138 96 0,'0'0'81'0,"0"0"-10"0,0 0 4 16,0 0-14-16,-4-6-1 0,4 6-12 15,0 0 2-15,0 0-4 0,0 0-5 0,0 0-9 16,0 0 1-16,0 0-4 0,-6 16-1 0,6-16-1 0,0 0-9 16,-8 8 2-16,8-8 5 0,0 0-5 0,-3 4 5 15,3-4 1-15,0 0 14 0,0 0-2 16,0 0 5-16,0 0 10 0,0 0-2 0,0 0-6 16,0 0-5-16,0 0-7 0,0 0 1 0,0 0-3 15,0 0 2-15,0 0-2 0,-11-10-5 0,11 10-8 0,-4-9 2 16,4 9-1-16,-1-11-5 0,0 4-6 15,1-3 9-15,-2 2-2 0,1-2-4 0,1-1 1 0,-1 0-5 16,1-3 2-16,0-2-1 0,0 0 3 16,1-2-5-16,0 0-6 0,2-3 10 0,-2-4-7 15,2 1 0-15,-1-1-5 0,0-2 9 0,2 8-11 16,0-6 3-16,-2 5 0 0,2 1 3 0,-2 0 3 0,1 2-1 16,-1-2-2-16,1 2 8 0,1-1 0 0,-4 2-4 15,2-2 0-15,1 3 0 0,1-1-2 0,-3 3 3 16,0-3 1-16,1 4-4 0,-1 1 0 15,3-5-2-15,-2 5 1 0,0 0 8 0,-2 0-6 16,0 0 2-16,1 0 1 0,-1 0-1 0,1 0-2 0,0 2 3 16,-1-1-2-16,0 1-1 0,0 1 0 0,2 2 4 15,-2 6-5-15,-2-14 5 0,2 14 0 0,0-13-1 16,0 13 1-16,0-12-1 0,0 12-3 16,2-10-1-16,-2 10 5 0,2-9-3 0,-2 9 4 15,2-6 2-15,-2 6-1 0,0 0-2 0,1-8 0 16,-1 8-3-16,0 0 1 0,0 0-3 0,0 0-3 0,4-6-3 15,-4 6 8-15,0 0 0 0,0 0-7 16,12 0 4-16,-12 0-2 0,16 3 4 0,-6-2-2 16,1 1 2-16,2-1-4 0,6-1-1 0,-1 3 7 15,3-2 0-15,7 2-2 0,0-1-4 0,3 0 8 16,2 0-9-16,1 0-1 0,2-1 4 0,4 0 5 0,11 0-8 16,-13-1 0-16,16 0 0 0,1 1 3 0,-1-1-2 15,2 0 3-15,-2-1-1 0,2-1 1 16,1 1 0-16,2 2-3 0,-3-4 2 0,-1 2 1 15,3-2-4-15,-3 0 1 0,-2 0-1 0,0 0-1 16,-15 0 3-16,-1-1 0 0,0 2-2 0,2 0-1 0,1 0 3 16,0-1 2-16,0 2 0 0,-1-2-5 15,1 0 4-15,-3 2-1 0,-1-1-6 0,-2-2 4 16,1 1 1-16,-5 3 0 0,-1 0-1 0,-1-1-3 0,-7-1 3 16,1 2 3-16,-4 0-3 0,2-1-1 15,-2-1 8-15,-1 2-6 0,-3 0 1 0,-2-2 6 16,-1 0-5-16,2 0-2 0,-3 2 1 0,0-1-4 0,-10 1-3 15,16 0 8-15,-10-1-2 0,-6 1-1 16,13-1 0-16,-13 1-2 0,9-3 3 0,-9 3-3 16,0 0 0-16,9 0 3 0,-9 0 0 0,0 0-3 15,6-4-3-15,-6 4 5 0,0 0-5 0,0 0 3 16,0 0 3-16,0 0-5 0,0 0 3 0,0 0 1 0,0 0-4 16,0 0 2-16,0 0-2 0,11 3 5 0,-11-3 5 15,0 0-7-15,0 0-2 0,3 6-2 0,-3-6 6 16,3 7 0-16,-3-7 2 0,2 11 5 15,0-3 3-15,0 1-5 0,1 2 11 0,-2 2-2 16,0 4-2-16,2 8 4 0,-4 1 8 0,-1 2-2 16,1 5 8-16,-2 2-1 0,0-3-4 0,0 16-1 15,-1-13 1-15,0-1-2 0,-2 2-1 0,2-2 6 0,-1-1-9 16,0 1-1-16,2-6 26 0,-1-1-3 16,4-1-2-16,-1-3-3 0,0-4-5 0,1-5-1 15,2 3-5-15,0-6-4 0,0 0 2 0,1-1-7 16,-1-1-21-16,1-3-11 0,2 2-20 0,-4-3-26 15,-1-5-29-15,7 10-40 0,-5-6-36 0,-2-4-35 16,3 5-133-16,-3-5-362 0,0 0 161 0</inkml:trace>
  <inkml:trace contextRef="#ctx0" brushRef="#br0" timeOffset="-57141.34">19683 13682 73 0,'-1'-6'152'0,"1"6"0"16,0-13-9-16,0 13-7 0,-3-9-19 0,3 9-12 15,-1-6-8-15,1 6-9 0,0 0-6 0,0 0 1 16,0 0-3-16,-1 29-3 0,2-11-10 0,-1 7 1 16,-1 0-10-16,-1 1-2 0,1 1-7 0,0 1-1 15,-1-4-6-15,0 5 1 0,3 0-21 0,-2-3-2 16,-2 2-3-16,5 1-1 0,-2 0 0 15,1 0-4-15,-2 1-23 0,1-2-10 0,0 0-18 0,-2-1-28 16,4 3-27-16,-2-4-9 0,-5 1-17 0,3 0-18 16,0-1-83-16,-2-1-240 0,0-7 106 0</inkml:trace>
  <inkml:trace contextRef="#ctx0" brushRef="#br0" timeOffset="-43295.82">19638 13649 59 0,'-6'-5'65'16,"6"5"1"-16,0 0-3 0,0 0-1 0,0 0-2 16,0 0-3-16,0 0 0 0,-3-7-5 0,3 7 6 15,0 0-17-15,0 0-7 0,0 0 0 0,0 0 6 16,0 0-9-16,0 0 6 0,0 0-2 0,0 0 0 16,0 0-5-16,5-12 3 0,-5 12 1 0,0 0-1 15,0 0 3-15,0 0 14 0,0 0-7 0,0-8 0 16,0 8-1-16,0 0 0 0,0 0-8 0,0 0-2 15,0-9-3-15,0 9 1 0,0 0 1 0,0 0 0 16,0 0-5-16,0 0-2 0,0 0-2 0,0 0 1 16,2-7-9-16,-2 7 0 0,0 0-7 0,0 0 2 15,0 0 1-15,0 0 0 0,0 0-6 0,0 0 0 16,0 0 3-16,0 0-4 0,0 0 5 0,0 0 10 16,0 0 0-16,0 0-3 0,7 18 1 0,-7-18-2 15,2 10 14-15,-1-5 3 0,-1-5 1 0,3 12-1 16,-3-7-6-16,1 3 0 0,0-1-2 0,0 0-3 15,-1-7 0-15,0 12-4 0,3-6 2 0,-2 1-2 16,-1 2-2-16,0-9 0 0,3 11 0 0,-2-4-5 16,0 0 2-16,1 2 3 0,-2-3 3 0,0-6 1 15,2 14-4-15,-1-7 1 0,1-2-5 0,-1 3 6 0,-1-8-1 16,1 14-2-16,-1-7 2 0,0 2-2 16,0-9-1-16,3 15 7 0,-3-10 7 0,1 5-1 15,0-1-3-15,-1-1-3 0,0-8-1 0,2 13-1 16,-2-5-2-16,1-2-1 0,-1-6-18 0,1 13 0 15,-1-7 2-15,0-6 3 0,1 13-4 0,1-7 1 16,-2-6 2-16,1 13 1 0,-1-6-1 0,3-2-2 0,-3-5 4 16,0 12-1-16,0-12 3 0,0 13-4 15,0-7 2-15,0-6 2 0,1 11 3 0,-1-11-2 16,0 9 2-16,0-3-3 0,0-6 1 0,0 12-1 16,0-12 7-16,0 11-8 0,0-5 0 0,0-6-4 0,0 13 8 15,-1-6-4-15,1-7 2 0,-2 12 4 0,2-12-1 16,0 13 1-16,0-6 2 0,0-7-6 15,-2 12 1-15,2-5-3 0,0-7 3 0,-3 13-2 16,2-4 8-16,0 1 0 0,-2-3 0 0,2-1-3 16,-2 2 0-16,2 0-1 0,-2-2 4 0,2 1-5 15,1-7 3-15,-4 13-4 0,4-7 1 0,0-6 2 0,-2 10-5 16,2-10 6-16,-1 11-3 0,1-11-2 16,-2 8 0-16,2-8 2 0,-2 9-8 0,2-9 7 15,-2 9-4-15,2-9 3 0,0 0-4 0,-2 8 2 16,2-8-3-16,0 0 9 0,1 9-1 0,-1-9 0 15,0 0-2-15,1 10 3 0,-1-10-1 0,0 0-1 0,2 8-5 16,-2-8 0-16,1 6 4 0,-1-6-2 16,0 0 1-16,0 0-4 0,0 0 5 0,0 0-2 15,0 0-2-15,-1 12 1 0,1-12 0 0,0 0 3 16,0 0-1-16,0 0-2 0,2 5 0 0,-2-5-2 16,0 0 4-16,0 0-5 0,0 0 4 0,0 0-4 0,0 0-1 15,2 8-5-15,-2-8-14 0,0 0-19 0,0 0-22 16,0 0-29-16,0 0-44 0,0 0-32 0,0 0-39 15,0 0-146-15,0 0-381 0,0 0 168 16</inkml:trace>
  <inkml:trace contextRef="#ctx0" brushRef="#br0" timeOffset="-42630.55">18806 13701 108 0,'-11'0'109'0,"11"0"2"0,0 0 0 15,-9 0-4-15,9 0 1 0,0 0 0 0,0 0-5 16,0 0-3-16,0 0-3 0,0 0-2 0,0 0-5 15,-9-2-8-15,9 2-6 0,0 0 2 0,0 0-13 16,0 0-6-16,0 0 0 0,0 0-2 0,0 0-6 16,0 0-4-16,34 2-2 0,-23-4-5 0,-1 4-3 15,3-2-2-15,-3 0 0 0,3 0 0 0,-2 0-1 16,2-2-2-16,1 1-2 0,-2 2-2 0,-1-2 1 16,-1 1-3-16,1 0-7 0,-3 0 2 0,-8 0-6 15,14-1 2-15,-8-1-1 0,-6 2-2 0,11-1-4 16,-11 1-4-16,0 0 5 0,12 1-4 0,-12-1 0 15,0 0-2-15,0 0 0 0,6 0 0 0,-6 0-10 16,0 0-11-16,0 0-18 0,0 0-29 0,0 0-26 16,0 0-25-16,6 3-28 0,-6-3-26 0,0 0-125 15,0 0-316-15,0 0 140 0</inkml:trace>
  <inkml:trace contextRef="#ctx0" brushRef="#br0" timeOffset="-42220.64">18974 13511 85 0,'0'0'134'0,"0"0"-11"15,0 0-7-15,0 0 8 0,0 0 6 0,0 0 2 16,14 12-8-16,-12-5-9 0,3 2-5 0,1 1-10 15,0-2-3-15,-1 1-6 0,3 1-3 0,-3 0-7 16,1 2-8-16,1-2-8 0,-1 1-1 0,2-1-5 16,-3 0-8-16,1-2-4 0,1 0-10 0,-2 0 0 15,1-3 3-15,-2 0 5 0,1 1 0 0,0-3-1 16,-5-3-1-16,5 7 5 0,0-4 7 0,-5-3 3 16,7 5 6-16,-7-5-7 0,0 0-1 0,0 0-4 15,13-8-8-15,-13 8-4 0,7-10-2 0,-3 4-5 16,0 1-4-16,2-3-3 0,-1-1-5 0,0 1 2 15,1-1-7-15,0 0 0 0,2-2 0 0,-5-1-4 16,4 1-1-16,1 1 2 0,-3-2 6 0,6-2-12 16,-6 6-9-16,2-3-4 0,-2 1-11 0,-3 3-16 15,3 2-17-15,-1-1-15 0,-1 0-31 0,-3 6-34 16,2-7-33-16,-2 7-26 0,0 0-3 0,0 0-17 16,0 0-108-16,0 0-344 0,0 0 152 0</inkml:trace>
  <inkml:trace contextRef="#ctx0" brushRef="#br0" timeOffset="-41903.82">19301 13634 115 0,'11'-4'120'0,"-8"0"7"0,-3 4-13 15,13-8 1-15,-7 4-19 0,1-1 3 0,0 0-15 16,0-4-8-16,-1 4-3 0,0-3 4 0,2 1 0 15,-3 0-4-15,0 2-8 0,0-1 3 0,-2-1 2 16,-3 7-1-16,5-10-6 0,-4 5-9 0,-1 5-2 16,0 0-5-16,-1-11-8 0,1 11 3 0,0 0-7 15,-13-5-5-15,13 5-6 0,-13 3 3 0,4 1-4 16,-3 1-4-16,0 3 4 0,2-2-2 0,-3 4 0 16,2 3 7-16,-2-2-4 0,7 0 0 0,-2-1-2 15,4 1 4-15,-1 0-8 0,1-1 3 0,4 1-4 16,1-1 0-16,2-1-5 0,2 1-11 0,3 0-22 15,2-3-19-15,5 1-38 0,4-4-25 0,7 3-37 16,1-2-34-16,1-5-108 0,1-2-306 0,1-1 135 16</inkml:trace>
  <inkml:trace contextRef="#ctx0" brushRef="#br0" timeOffset="-41453.65">20079 13264 61 0,'-11'5'195'0,"-2"2"-15"0,0 3-7 0,-3 2-10 15,1 2-14-15,2 0-11 0,0 3-8 0,2-1-10 16,0 2-11-16,2-3-8 0,1 1-10 0,-1-1-4 15,6-1-11-15,-3-1-2 0,5-2-10 0,2 0-8 16,-1-1-1-16,3 0 1 0,-2-1-11 0,2-1 0 16,-1-3-8-16,3-1-1 0,0 1-2 0,-2 0-3 15,-3-5-3-15,9 6-1 0,-9-6-4 0,9 1 0 16,-9-1-6-16,0 0 0 0,17-5-1 0,-12 1-3 16,-1-1-2-16,1 0 5 0,0 0-9 0,0-1 3 15,-1 0-5-15,2-1 1 0,-2 1 0 0,0 0-3 16,0 1 1-16,1-2 0 0,-1 2-2 0,-4 5 0 15,6-7 0-15,-3 4-3 0,-3 3-5 0,0 0 5 16,5-6-6-16,-5 6 4 0,0 0-1 0,0 0 4 16,0 0-5-16,14 8 4 0,-14-8-5 0,3 9 4 15,-1-1-2-15,-1-3 0 0,0 3 3 0,1 0 4 16,-1 0-3-16,-1 2-1 0,1-4-10 0,-1 4-10 16,-1-1-28-16,0 2-34 0,1-3-34 0,-2 3-42 15,0-4-186-15,-2-1-372 0,1 1 164 0</inkml:trace>
  <inkml:trace contextRef="#ctx0" brushRef="#br0" timeOffset="-41252.49">20308 13477 57 0,'0'0'210'0,"5"-4"-13"15,-5 4-17-15,0 0-21 0,0 0-8 0,0 0-19 16,0 0-14-16,0 0-14 0,0 0-24 0,0 0-37 16,0 0-36-16,0 0-38 0,-19 22-64 0,15-17-124 15,4-5-237-15,-11 11 105 0</inkml:trace>
  <inkml:trace contextRef="#ctx0" brushRef="#br0" timeOffset="-34591.59">19457 13858 48 0,'0'0'48'0,"0"0"-3"0,0 0-7 15,2-6-5-15,-2 6-14 0,0 0 4 0,0 0-2 16,0 0-12-16,0 0-8 0,0 0-8 0,0 0-9 16,0 0-28-16,0 0-48 0,0 0 22 0</inkml:trace>
  <inkml:trace contextRef="#ctx0" brushRef="#br0" timeOffset="-12811.68">5563 13268 44 0,'-3'-6'102'16,"-2"-1"12"-16,1-1-3 0,0-2-15 0,2 3-5 16,-1-1-6-16,2 0-10 0,-2-2 5 0,2 3 9 15,1 7 5-15,1-15-2 0,-2 8-5 0,1 7-7 0,0-13-9 16,1 6-5-16,1-3 4 0,-2 10-5 16,1-12-5-16,-1 5-2 0,0 7-2 0,1-12 4 15,-1 3 2-15,1 2-2 0,-1 7-5 0,2-12 4 16,-2 12 1-16,1-11-3 0,0 5-5 0,-1 6-3 0,0 0-4 15,2-9-1-15,-2 9-2 0,0 0-3 16,2-7-8-16,-2 7 1 0,0 0-7 0,0 0-3 16,0 0-3-16,0 0-1 0,0 0-5 0,0 0-1 15,0 0-2-15,0 0-4 0,0 0 1 0,0 0-4 16,0 0-1-16,0 0 1 0,0 0-2 0,0 0 3 16,0 0-2-16,0 0-1 0,0 0 0 0,4 24-3 15,-3-17 4-15,-1 3 1 0,2-1 1 0,-2 2 5 16,-2 0-3-16,4 1 3 0,-4 1 0 0,2 0 0 15,0 4-3-15,-1-2 6 0,2 2-3 0,-2-1-2 16,1 1 1-16,-1 0 4 0,2 0 5 0,-1 0 5 0,0 0-1 16,1 0-1-16,1 1 2 0,1-3 4 15,0 1-6-15,-2 1 2 0,-1 0 0 0,3-2 0 16,-1 2-3-16,0-4-1 0,-2 4-4 0,3 0 1 16,-3-1-1-16,3-1 2 0,0 1 0 0,-2-1-3 15,1 0 2-15,0-1 3 0,0 1-6 0,-2 1 3 16,3 0-4-16,-2 2-1 0,2-1-1 0,-1-5 2 15,1 6-2-15,-1-2 1 0,0 3-1 0,-1-2-3 16,-1 0 2-16,1 0-2 0,0 1 2 0,2-1 3 16,-3 1-2-16,3 0-4 0,-3 1 1 0,1-1 0 15,-2-2 2-15,2 4 0 0,-1 1-6 0,0-5-1 16,0 4 0-16,0 0 2 0,-1 0 3 0,1-1-4 0,-2-1-1 16,1 0 4-16,0 3-3 0,-1-4 3 0,1 3-2 15,0-2 3-15,0 1-7 0,1-1 3 16,-3 0 0-16,4 0-2 0,1 1 0 0,-1 0 5 15,1-1-4-15,1-1 2 0,-2 2-2 0,2-1 0 16,-2 0 7-16,0 0 0 0,2 0-12 0,1-3 1 16,-1 3-1-16,0-2 4 0,1 1 3 0,-2 0-5 15,2 1-1-15,-1-1 3 0,0 2 0 0,-3-1 3 16,0 3-3-16,2-3 1 0,-1 0-3 0,1 7-1 16,1-5 4-16,-3-2 0 0,0-1 2 0,0 3 5 15,2-1-2-15,0 0 4 0,-2 2-2 0,3-3 3 16,-5 2-5-16,4-1 0 0,-1 7 3 0,-1-3 30 15,1-5 3-15,-1 0-10 0,2 0 1 0,-2-1-4 0,1 3-9 16,1-5 16-16,-2 3-4 0,2 0-5 16,-1-1-2-16,3-2 9 0,0 1-6 0,-2 0-4 15,1-1 3-15,-1 2-4 0,0 0-1 0,-1-2-2 16,0 1-5-16,0 0 0 0,-2-1-3 0,1-2 6 16,0-1-6-16,0 4 2 0,0-4-5 0,0 1 0 15,-1 3 5-15,1-1 0 0,-1 2-3 0,1-6 0 16,0 4 3-16,0-5-19 0,-2 4 16 0,2-1 0 15,2 2-1-15,-2 1-1 0,0 0 1 0,-3-2-1 16,-1-1 4-16,3 0 2 0,1 3-10 0,0 1 0 16,0-5 8-16,-1 4-4 0,1-3-2 0,0 2 4 15,1 2-2-15,-1-1 2 0,-1-1-2 0,3 2 1 16,-3-1-2-16,1 0-4 0,0 1 2 0,-3 0 4 16,5-1-5-16,-5 1 0 0,2-2-3 0,2 1 7 15,0 2-1-15,-1-2 0 0,0-1-6 0,3 2 13 16,-2 1-6-16,-2-3-1 0,5 4-3 0,-3-3 4 15,3 2-1-15,-2-3 4 0,0 4-6 0,-1 1-7 16,-1-4 8-16,1 2 4 0,-2 2 0 0,2-1-2 16,-2 7-13-16,1-10 18 0,0 3 2 0,-3 1-1 15,2-1-2-15,1 0 3 0,-1 2-1 0,0-3-9 16,-2-1 0-16,3-1-6 0,0 2 12 0,-1-1-2 16,1 0-8-16,-4 0 11 0,4-1-3 0,-3 1-4 15,2-1 5-15,-1-1-8 0,0 0-25 0,1 1-6 16,1 1 4-16,-1 2 0 0,-2-2 3 0,2-1 5 15,1 0-1-15,0-1 8 0,-3-1-1 0,5 2-3 16,-4 1 9-16,1-4-5 0,0-1 6 0,-1 1 2 16,0 4 0-16,1-1 1 0,-2 1 0 0,1-5 4 15,0 3-3-15,1 1-7 0,0-6 3 0,0 2 4 16,-1 5 2-16,2-6-6 0,0 0 9 0,2 0-6 16,-2-1 9-16,-2 2-2 0,4-1-2 0,-2 1-2 15,1-2-1-15,-1 0-3 0,1 0 0 0,0 1 2 16,-2-1 5-16,2 2-9 0,-1-2 5 15,0 0-3-15,2 0 2 0,0 2 0 0,-1-3 1 16,1 1-6-16,-4-1 3 0,2 1 6 0,0-2-4 0,-1 3 6 16,-1-1-5-16,-1 1 0 0,1-1 4 0,2-1-7 15,-3-2 6-15,2 2-4 0,-1 0-1 0,0 1-1 16,0-5 5-16,1 3-1 0,0 0 2 16,1-8-10-16,0 11 14 0,0-11-5 0,-3 11 3 0,2-4-9 15,1-7 4-15,-1 10-4 0,-1-3 26 16,2-7-3-16,-1 12 3 0,1-12-1 0,-1 10-6 15,0-4-17-15,1-6 18 0,-4 10 3 0,4-10-15 0,0 10 8 16,0-10-3-16,0 9-7 0,0-9 4 16,0 11 0-16,0-11 3 0,-1 8-2 0,1-8-1 15,-2 8-1-15,2-8 3 0,0 0-3 0,-1 8-12 16,1-8-6-16,0 0-3 0,0 0-8 0,0 0-7 16,0 0-10-16,-6 6-17 0,6-6-24 0,0 0 2 15,0 0-28-15,0 0-33 0,0 0-50 0,0 0-50 0,0 0-57 16,0 0-264-16,0 0-607 0,-13-18 269 15</inkml:trace>
  <inkml:trace contextRef="#ctx0" brushRef="#br0" timeOffset="-11541.62">5255 17047 25 0,'-30'4'63'0,"30"-4"-5"0,0 0 4 16,-19 1-2-16,19-1-2 0,-18 1 3 0,7 0-6 15,0 0-10-15,-2-1 10 0,13 0-9 0,-27 0 3 16,14 2 1-16,-6-4-4 0,2 5-5 0,-1-1 4 15,1-2 1-15,-2 0 0 0,0 1-8 0,4-1-16 16,-4 0 27-16,2 0 0 0,3 0-5 0,1-1 1 16,2 2-1-16,-5-2 3 0,16 1 2 0,-25-2-4 15,13 4-6-15,0-4 1 0,3 2-1 0,-3 0 1 16,2 0-1-16,10 0 0 0,-15 0 1 0,15 0-8 16,-11 0 0-16,11 0-6 0,-10 0 1 0,10 0-8 15,0 0 0-15,0 0-3 0,0 0 4 0,0 0-4 16,-8 2-4-16,8-2 4 0,0 0-4 15,0 0 9-15,0 0-5 0,23 11 12 0,-12-9-8 0,6 2 4 16,-4-2-1-16,9 2 7 0,1-1-3 0,9-2 6 16,1 1-5-16,2-2-5 0,-1 1 6 0,5-1-8 15,13 0 3-15,-14-1-3 0,15 2-1 16,-1-2 5-16,1 2-4 0,-14-1 4 0,16 0-5 16,3-2 1-16,-2 2 0 0,0-1-2 0,0 1 2 15,2-1-10-15,2 2 9 0,0-1-1 0,5-3 3 16,-2 2-4-16,1 2-1 0,2-4 0 0,29 1 0 15,-37 0 1-15,6 1-5 0,-4-2 4 0,7 1 1 0,-1 0-6 16,25-2 2-16,-26 4 1 0,0-2 1 16,2 2 4-16,24-1-3 0,-29 1 1 0,3-2 0 0,0 2-3 15,1 1 5-15,-1-4-4 0,26 3-1 16,-35 0-1-16,6 0-3 0,4 2 8 0,23-5-5 16,-26 1 0-16,-1 2 1 0,2 0 0 0,1 0 1 15,28 0-2-15,-32 2 3 0,3-2-5 0,0 1 5 16,-3-1 2-16,32-3-5 0,-27 3 2 0,-1 0-3 15,27-2 1-15,-31 2-2 0,3-4-1 0,1 3 0 16,23 4 2-16,-25-5 0 0,3 1 0 0,-2 0-3 16,1 1 1-16,30 0-1 0,-32 0-1 0,2-2 5 15,1 1 1-15,24 0-1 0,-26-4-4 0,2 5-1 16,-3-2 1-16,2-1-14 0,3 4 16 0,-5-1-4 16,28-1 8-16,-32 1-1 0,4-4 3 0,0 4 1 15,0-3-12-15,-2 2 14 0,1 1-3 0,-1 0 2 16,0 1 0-16,-2-2-5 0,-1-2 5 0,-2 3-14 15,-1 2 11-15,-1-2 5 0,-4-2-22 0,-11 2 19 16,12 0-1-16,2 0 1 0,-2-1-6 16,-14-1 6-16,0 2-8 0,1 2 6 0,1-4-6 0,-5 0 6 15,2 2-1-15,-4-1-5 0,0 1 5 0,-2-1-5 16,0 2 1-16,-8-1-4 0,-4 0-3 0,-1 1 5 16,-4-1-7-16,0 2 6 0,0-2 0 0,-13 0-8 15,16 0-15-15,-16 0-18 0,13 0-16 0,-9 0-18 16,-4 0-26-16,0 0-28 0,0 0-27 0,0 0-44 15,0 0-52-15,0 0-228 0,0 0-509 16,-38-6 226-16</inkml:trace>
  <inkml:trace contextRef="#ctx0" brushRef="#br0" timeOffset="-10642.39">5570 13157 123 0,'0'0'129'16,"-4"-4"1"-16,4 4-6 0,0 0-8 0,0 0-5 15,0 0-14-15,-5-6-4 0,5 6-15 16,0 0-5-16,0 0-12 0,0 0 2 0,-12 9-5 0,6-2-1 16,0 1 1-16,0 2-7 0,-3 1 2 0,-1 2-5 15,-1 3-2-15,0-1-5 0,1 1-4 0,-2-2-7 16,1 1-4-16,-2 0-1 0,0 2 1 0,0-3-8 15,4 0 1-15,-3-1-14 0,1-1-25 0,2-2-14 16,0-2-20-16,2-1-33 0,2 0-17 0,-1-4-26 16,3 1-99-16,-2 2-246 0,5-6 109 0</inkml:trace>
  <inkml:trace contextRef="#ctx0" brushRef="#br0" timeOffset="-10457.52">5509 13205 56 0,'8'-2'142'0,"-8"2"-1"0,10-2-9 16,-10 2-7-16,14 2-13 0,-6 0-12 0,4 1-7 15,-1 1-8-15,-1 0-3 0,3 2-12 0,-2 0-8 16,1 1-10-16,4 1-18 0,-5 1-31 16,5-1-25-16,-2 1-18 0,-2-1-38 0,-2 0-22 0,-1-2-76 15,0 1-188-15,-4-1 83 0</inkml:trace>
  <inkml:trace contextRef="#ctx0" brushRef="#br0" timeOffset="-9750.06">4226 13222 25 0,'0'0'160'0,"0"0"-25"0,0 0 9 15,0 0-22-15,0 0-6 0,22-11-16 0,-11 7-7 16,7 0-17-16,-1-2-3 0,3-1-8 16,-1 2-3-16,-2 0-26 0,-1 0-16 0,-4 3-23 0,-2-2-21 15,-1 1-16-15,-1 3-10 0,-2-3-9 0,-6 3-11 16,12-4-6-16,-12 4-4 0,3-5 7 0,-3 5 4 16,0 0 4-16,0 0 7 0,0 0 9 0,0 0 12 15,-13-9 8-15,13 9 17 0,-8-2 6 0,8 2 14 16,-8-4 5-16,8 4 8 0,-10-3 0 0,10 3 4 15,-9-2 6-15,9 2 6 0,-6-4 5 0,6 4 4 16,0 0-6-16,0 0 4 0,0 0-5 0,-12 4 28 16,12-4-8-16,-1 7 13 0,1-7 2 0,-3 10-8 15,3 0 2-15,3 0 7 0,-2 1 6 0,-1 5-13 16,1 0 0-16,1 3-6 0,-1-2 0 16,-1 2-7-16,2 1 3 0,0-4-8 0,-2 4 1 0,1-2-7 15,-2 1-6-15,1-2 2 0,-2-2-8 0,1-4-6 16,0 2-2-16,0-1 0 0,-3-2 1 0,1 0-3 15,1 1-4-15,-2 0 0 0,0-3-6 0,0-2 4 16,2 0-2-16,-5 0 0 0,2 0-3 16,-4-1 2-16,0 0-4 0,-1-2-2 0,-1 1 0 0,0-2-5 15,2 1 3-15,-3-2-1 0,1 0 1 0,4 1-6 16,7-2 5-16,-14 0 2 0,14 0 0 0,-12 0-4 16,12 0 3-16,-10 0-1 0,10 0-1 0,0 0-6 15,-8 0 3-15,8 0-6 0,0 0 3 0,0 0 3 16,0 0-1-16,0 0 1 0,0 0-1 15,37-2 3-15,-19 2-1 0,1-1-2 0,2 0 3 0,2-2-9 16,5 1-13-16,-1-1-22 0,3 1-24 0,-3-2-31 16,1 3-22-16,-1-2-7 0,-5-1-20 0,0 0-10 15,-2-1-94-15,-3 1-272 0,0-2 121 0</inkml:trace>
  <inkml:trace contextRef="#ctx0" brushRef="#br0" timeOffset="-9523.41">4645 13451 515 0,'4'-6'-38'0,"1"-2"15"15,-2 3 11-15,-1-5 11 0,-1 3 10 0,1 0 1 0,-2-3 15 16,0 1 10-16,0-1 25 0,0 10-13 0,-2-17 16 15,1 10 1-15,1 7 7 0,0-12 3 0,0 12 13 16,0-10 2-16,0 10-2 0,-1-7-5 0,1 7-10 16,0 0-9-16,0 0-1 0,0 0-8 15,0 0 7-15,0 0 8 0,0 0 0 0,0 0-2 16,10 28-4-16,-7-17-8 0,-2 1-3 0,1 0-1 0,0 4-6 16,-1 0-7-16,2 0-1 0,-1 0-3 0,-1 2-5 15,-1-7 1-15,3 1-7 0,-3-1 2 0,1 0-5 16,1 0 1-16,-2-1-10 0,1 0-23 0,-1-2-18 15,0-8-24-15,-1 14-11 0,-1-6-36 16,2-8-13-16,-4 9-30 0,4-9-14 0,-5 7-112 0,0-5-292 16,5-2 130-16</inkml:trace>
  <inkml:trace contextRef="#ctx0" brushRef="#br0" timeOffset="-9267.43">4632 13333 114 0,'14'-2'184'0,"4"1"-18"0,0 0-8 0,1 2-13 16,-3 2-6-16,3 4-12 0,-4 0-10 15,0 1-4-15,0 2-11 0,0 0-12 0,-2 2-3 16,-1 2-11-16,-1 0-3 0,-5 1-12 0,-1 0-2 16,-2 1-6-16,-4 0-4 0,-2 1-2 0,-4 1-6 15,-2 0-7-15,-3-1 2 0,-4 4-6 0,-3-4-3 0,0-1 1 16,-1 2-3-16,-3-1-11 0,-2-6 0 15,6-3-12-15,-8 2-14 0,0 0-17 0,6-5-23 16,0 1-22-16,1-1-21 0,0-1-33 0,7-1-24 16,-1-2-127-16,2 1-301 0,4-2 134 0</inkml:trace>
  <inkml:trace contextRef="#ctx0" brushRef="#br0" timeOffset="-8296.06">11138 16840 50 0,'0'0'149'16,"-8"-2"-13"-16,8 2-13 0,0 0-11 0,0 0-7 15,0 0-8-15,0 0 3 0,0 0-1 0,0 0-4 0,0 0 7 16,0 0-5-16,0 0-2 0,24 14-3 0,-15-8-4 15,2-2-9-15,2 1-6 0,-1-1-12 0,2 4-3 16,-3-3-7-16,3-2-4 0,2 3-3 0,-4-1-8 16,0 0 1-16,1 1-8 0,-3-2-1 15,-1 3 0-15,2-1 26 0,-3 1-7 0,0 1 0 16,-2-1-9-16,1 3-3 0,-3-1-2 0,-1 3-7 16,1 2 1-16,-8 1-7 0,1 4 5 0,-1-1-5 15,-7 7 0-15,6-7-1 0,-4 6-9 0,-4-2-25 16,2 4-18-16,2-9-25 0,-1-1-27 0,-1 2-29 15,1-2-52-15,-2 1-178 0,-1-2-372 0,1-3 165 16</inkml:trace>
  <inkml:trace contextRef="#ctx0" brushRef="#br0" timeOffset="-7907.05">11254 17366 163 0,'0'0'186'16,"0"0"-3"-16,0 0-15 0,0 0-13 0,0 0-13 0,0 0-14 16,0 0-13-16,24 14-10 0,-18-5-4 0,1-3-7 15,0 2-7-15,0 4-5 0,-1-3-4 0,4 0-6 16,-5 1-7-16,3 1-2 0,-1 0-9 15,-1-3-6-15,3 0 2 0,-3 1-6 0,1-2 5 16,-2-2-6-16,0-1 3 0,2 1 1 0,-4-1 4 16,-3-4 5-16,8 5 6 0,-3-3 3 0,-5-2-2 15,0 0-6-15,14-3-3 0,-9-1-8 0,-5 4-2 16,10-9-1-16,-2 2-3 0,-2-2-5 0,2 0-5 16,-2-2 2-16,5-5-4 0,-1 1-2 0,-3-2-5 15,1 3-3-15,4-1-1 0,-6 2-14 0,-1 4-12 16,0-2-19-16,1 3-20 0,-6 8-25 0,6-11-31 15,-6 11-26-15,0 0-32 0,6-15-39 0,-6 15-27 16,4-4-135-16,-4 4-393 0,0 0 174 0</inkml:trace>
  <inkml:trace contextRef="#ctx0" brushRef="#br0" timeOffset="-7685.57">11615 17383 16 0,'0'0'164'0,"0"0"2"0,4 6 6 0,-4-6-4 16,0 0-4-16,0 10-5 0,0-10-12 0,0 0-1 16,-6 18-8-16,3-8-7 0,2 2-7 0,-2-2-17 15,1 2-7-15,-1-2-10 0,3-10-8 0,-1 21-8 16,0-10-9-16,-1-1-4 0,-1 2-6 0,1-2-7 16,2 0-7-16,0 2-24 0,0-2-23 0,0-10-27 15,0 20-23-15,0-20-26 0,2 12-26 0,-2-12-30 16,5 10-21-16,-5-10-151 0,2 8-334 0,-2-8 148 15</inkml:trace>
  <inkml:trace contextRef="#ctx0" brushRef="#br0" timeOffset="-7411.8">11638 17406 86 0,'0'-10'192'0,"0"10"-13"16,0 0-3-16,10-9-7 0,-10 9-6 0,16-6-8 15,-6 5-8-15,-10 1-14 0,20-1-18 16,-8 2 1-16,1 0-11 0,-4 2-10 0,2 1-8 16,2 1-12-16,-2-1-3 0,-4 2-3 0,-1-1-9 15,2 2-2-15,-4 2-8 0,1 0-1 0,-4-1-6 16,-1-8-4-16,0 21 1 0,-2-13-9 0,2-8 0 16,-13 20-6-16,5-8 3 0,-2-1-5 0,1-2-1 15,-2 0 0-15,2 0-6 0,-2-2-11 0,-3 3-2 16,3-5-13-16,-1-1-13 0,2 1-19 0,10-5-26 15,-16 5-30-15,16-5-49 0,-10 0-52 0,10 0-150 16,0 0-378-16,0 0 168 0</inkml:trace>
  <inkml:trace contextRef="#ctx0" brushRef="#br0" timeOffset="-7089.63">12065 17290 146 0,'0'0'193'0,"0"0"-12"0,0 0-8 16,0 0-11-16,-34 22-13 0,22-15-13 0,3 0-16 15,0 2-7-15,0 0-14 0,2 0-7 0,-1-1-11 16,1 1-9-16,5 0-5 0,2-9-4 0,0 18-10 0,0-9-5 16,0-9-3-16,6 13-7 0,1-5-4 15,-2-1-7-15,6 0 6 0,-4-1-6 0,2-2-3 16,-1 1-4-16,2 1-1 0,-4-2-2 0,-6-4-3 15,11 8-2-15,-7-3-1 0,-4-5 3 0,10 8 3 16,-10-8 15-16,2 10 9 0,-2-10-7 0,0 0 9 16,-12 16-4-16,3-7-7 0,-1-2-3 0,-8 2-3 15,2 1 3-15,-10 1-8 0,7 0-1 0,-6-2-18 16,-4-1-24-16,5 0-33 0,-2 2-42 0,7-7-40 16,1 0-56-16,0 2-165 0,-1-4-387 0,8-1 172 15</inkml:trace>
  <inkml:trace contextRef="#ctx0" brushRef="#br0" timeOffset="-2221.76">15018 6318 30 0,'0'0'26'0,"0"0"2"0,0 0-2 16,0 0-2-16,0 0-1 0,0 0-3 0,0 0 2 16,0 0-6-16,0 0 2 0,0 0-1 15,0 0 0-15,0 0-7 0,0 0 3 0,0 0-2 16,0 0-3-16,-16-13 2 0,16 13 0 0,0 0-5 15,0 0 2-15,0 0-6 0,0 0 3 0,0 0 1 16,0 0-2-16,0 0 2 0,0 0-1 0,0 0 1 0,0 0-4 16,0 0-1-16,0 0 1 0,0 0-2 15,0 0 0-15,0 0-1 0,0 0 2 0,0 0 0 16,0 0 2-16,0 0-4 0,0 0 7 0,0 0-6 16,0 0-1-16,0 0-2 0,0 0 3 0,0 0 0 0,0 0 7 15,0 0-9-15,0 0 0 0,0 0 7 0,0 0 6 16,0 0-9-16,0 0 5 0,0 0-4 0,0 0-2 15,0 0-2-15,0 0 4 0,0 0-2 16,0 0-5-16,0 0 2 0,0 0 0 0,0 0 3 16,0 0-2-16,0 0 1 0,0 0 1 0,0 0-2 0,0 0 4 15,0 0-4-15,0 0 2 0,0 0-11 0,0 0 2 16,0 0-3-16,0 0-5 0,-5 13-8 16,5-13-25-16,-4 7-53 0,1 0 24 0</inkml:trace>
  <inkml:trace contextRef="#ctx0" brushRef="#br0" timeOffset="3922.4">5692 17135 3 0,'0'0'22'0,"0"0"7"16,0 0-8-16,0 0-1 0,0 0-6 0,0 0 0 16,0 0-7-16,0 0 17 0,0 0-19 0,0 0 4 15,0 0-1-15,0 0 1 0,0 0-3 16,0 0 11-16,0 0 3 0,0 0-5 0,0 0-6 0,0 0 6 15,0 0 7-15,0 0-12 0,0 0 0 16,0 0-4-16,0 0 6 0,0 0-4 0,0 0-5 16,0 0 8-16,0 0-4 0,0 0-5 0,-13 6 1 15,13-6 7-15,0 0-9 0,0 0 6 0,0 0-10 16,0 0 9-16,0 0-4 0,0 0-4 0,0 0 5 16,0 0-6-16,0 0 2 0,0 0 3 0,0 0 1 15,0 0 2-15,0 0-3 0,0 0 0 0,0 0 1 16,0 0 0-16,0 0-4 0,0 0 3 0,0 0 1 15,0 0-6-15,0 0 3 0,0 0 6 0,0 0-6 16,-9 3 3-16,9-3-5 0,0 0 4 0,0 0 1 16,0 0 2-16,0 0-1 0,0 0-2 0,0 0 4 15,0 0-4-15,0 0 1 0,0 0-3 0,0 0 4 16,0 0-3-16,-9 4-3 0,9-4 3 0,0 0 3 16,0 0 2-16,0 0 0 0,0 0-3 0,0 0 5 15,0 0 2-15,0 0 2 0,0 0-1 0,0 0 4 16,0 0 1-16,0 0-7 0,0 0 4 15,0 0 4-15,0 0-2 0,0 0-2 0,0 0 1 16,0 0 4-16,0 0 0 0,0 0-2 0,0 0-3 16,0 0 22-16,0 0-20 0,0 0 12 0,0 0 2 15,0 0 3-15,0 0 4 0,0 0 5 0,0 0-7 16,0 0 8-16,0 0-5 0,0 0 0 0,0 0 3 16,0 0-2-16,0 0 4 0,0 0-5 0,0 0-1 15,0 0-4-15,0 0-4 0,0 0 6 0,0 0 1 16,0 0-11-16,0 0 4 0,0 0-4 0,15-24 3 15,-15 24-3-15,0 0 0 0,0 0-8 0,3-9 12 16,-3 9-12-16,0 0 5 0,0 0-5 16,6-10 2-16,-6 10 0 0,0 0-2 0,3-9 5 0,-3 9 0 15,0 0-1-15,0 0-5 0,2-9 5 16,-2 9-2-16,0 0-6 0,0 0 1 0,0 0-2 16,4-10 1-16,-4 10 5 0,0 0-3 0,0 0 2 0,3-11-4 15,-3 11-1-15,0 0-5 0,2-9 7 0,-2 9-6 16,0 0-1-16,0-12-4 0,0 12 1 15,0 0 2-15,3-9 3 0,-3 9-2 0,0 0-4 16,3-12 2-16,-3 12 5 0,2-9-5 0,-2 9 4 16,0 0-3-16,3-13-2 0,-3 13 5 0,0 0 0 15,0 0-5-15,6-16 1 0,-6 16 1 0,0 0-1 16,2-13 1-16,-2 13 4 0,0 0-3 0,4-10-3 16,-4 10 0-16,0 0 3 0,0 0-1 0,4-16-2 15,-4 16 2-15,3-10-6 0,-3 10 10 0,0 0-4 16,4-14-8-16,-4 14 9 0,0 0-2 0,5-14-1 15,-5 14 1-15,4-8-6 0,-4 8 6 0,0 0 3 16,6-16-4-16,-6 16 2 0,4-12-1 0,-4 12 0 16,0 0 2-16,5-11-4 0,-5 11 2 0,0 0 1 15,2-17-1-15,-2 17 3 0,3-10-1 16,-3 10-3-16,0 0 2 0,4-16-3 0,-4 16-1 16,5-7 10-16,-5 7-8 0,0 0 3 0,8-13 0 0,-8 13-1 15,0 0-1-15,2-10 2 0,-2 10-2 0,0 0 2 16,4-12 1-16,-4 12-2 0,0 0-4 15,4-11 3-15,-4 11 0 0,0 0 4 0,4-11-1 16,-4 11-1-16,0 0-4 0,5-12 2 0,-5 12-3 16,0 0 0-16,5-12 0 0,-5 12 4 0,0 0-4 15,7-12 0-15,-7 12 2 0,4-10 0 0,-4 10-5 16,0 0 3-16,4-14 1 0,-4 14-3 0,5-11 1 16,-5 11-2-16,6-9 7 0,-6 9-7 0,0 0 4 15,3-13-1-15,-3 13 1 0,3-8-2 0,-3 8 1 16,6-7 0-16,-6 7 0 0,0 0-2 0,4-10 1 15,-4 10 3-15,4-8-6 0,-4 8 0 0,0 0 6 16,2-11-3-16,-2 11 4 0,6-10-8 16,-6 10 5-16,4-9-1 0,-4 9 1 0,3-9-2 15,-3 9 6-15,4-11-6 0,-4 11 4 0,5-9-2 16,-5 9-1-16,4-10 0 0,-4 10 1 0,3-9 0 16,-3 9 0-16,2-11 1 0,-2 11-1 0,5-9-1 15,-5 9 0-15,5-11-3 0,-5 11 2 0,3-9 1 0,-3 9-2 16,4-12 3-16,-4 12 1 0,4-8-2 15,-4 8-4-15,2-12 4 0,-2 12-1 0,4-8 0 0,-4 8 2 16,0 0 2-16,4-13-5 0,-4 13 3 16,2-11 2-16,-2 11-3 0,4-11 3 0,-4 11-1 15,0 0-3-15,5-17 3 0,-5 17 0 0,5-12-1 16,-5 12-2-16,3-12-1 0,-3 12 1 0,5-12-1 16,-5 12 2-16,4-12-1 0,-4 12 4 0,0 0-2 15,4-17-1-15,-4 17 2 0,1-10-3 0,-1 10-1 16,0 0 2-16,0-16 1 0,0 16 4 0,3-13-4 15,-3 13-2-15,2-12 4 0,-2 12 2 0,0 0-3 16,4-18 3-16,-4 18-1 0,1-12-3 16,-1 12 2-16,4-15 0 0,-4 15 0 0,0 0 2 15,3-17 1-15,-3 17-3 0,2-11 1 0,-2 11 1 16,0 0-2-16,3-18 5 0,-3 18 0 0,4-15-1 16,-4 15 0-16,2-14-1 0,-2 14-1 0,3-12 3 15,-3 12-3-15,1-14 4 0,-1 14-6 0,4-17 3 16,-4 17 0-16,2-13-1 0,-2 13 1 0,4-11 0 15,-4 11-4-15,5-16 2 0,-5 16 0 0,4-16 1 16,-4 16 0-16,5-15 0 0,-5 15 0 0,4-13 1 16,-4 13 2-16,3-15-8 0,-3 15 5 0,4-12 3 15,-4 12-3-15,5-16 0 0,-5 16 1 0,5-11 1 16,-5 11 0-16,3-12 1 0,-3 12-5 0,3-13 3 16,-3 13-3-16,5-12 2 0,-5 12 1 0,5-11 0 15,-5 11-1-15,4-13-2 0,-4 13 1 0,5-10 2 16,-5 10-4-16,0 0 4 0,3-16-2 0,-3 16-1 15,6-12 1-15,-6 12-2 0,4-10 1 0,-4 10 0 16,5-13-1-16,-5 13 4 0,4-11-3 16,-4 11 2-16,4-13 0 0,-4 13 3 0,2-12-2 15,-2 12 1-15,7-10-1 0,-7 10-3 0,5-16 4 16,-5 16-1-16,5-13 3 0,-5 13-5 0,4-12-2 16,-4 12 3-16,5-12-2 0,-5 12-1 0,6-15-1 15,-6 15 2-15,8-15-1 0,-3 7 0 0,-5 8 0 16,5-16-1-16,0 9 0 0,-5 7 5 0,6-16-7 15,-3 7 1-15,-3 9 1 0,10-18-2 0,-7 11 3 16,-3 7-1-16,9-16 0 0,-9 16 2 0,5-14 0 16,-5 14-3-16,7-13 4 0,-2 4-1 0,-5 9 2 15,6-16 5-15,-6 16-6 0,6-12 3 0,-6 12-2 16,6-11-1-16,-6 11-2 0,6-15 3 0,-6 15 3 16,6-12-7-16,-6 12 5 0,5-14-3 0,-5 14-3 15,4-13 1-15,-4 13 1 0,7-13 1 0,-7 13-3 16,6-14 2-16,-6 14 0 0,4-12-2 0,-4 12-2 15,6-11 2-15,-6 11-2 0,5-12 7 0,-5 12-2 16,5-12-3-16,-5 12 0 0,0 0 3 0,7-17 2 16,-7 17-4-16,5-13 5 0,-5 13-6 15,0 0 1-15,8-19 0 0,-8 19-1 0,3-13 1 16,-3 13 0-16,6-13-3 0,-6 13 4 0,0 0 6 16,7-18-3-16,-7 18 1 0,4-11 1 0,-4 11-1 15,0 0 0-15,5-16-1 0,-5 16-2 0,0 0 4 16,7-13-5-16,-7 13 2 0,0 0-3 0,6-11 1 15,-6 11 2-15,0 0-4 0,6-14-1 0,-6 14 5 16,0 0-2-16,6-14-2 0,-6 14 2 0,0 0 1 16,7-14-5-16,-7 14 6 0,0 0-2 0,6-12-5 15,-6 12 3-15,0 0 3 0,7-12-2 0,-7 12 1 16,4-10-3-16,-4 10 1 0,0 0 0 16,0 0 3-16,6-16-3 0,-6 16 0 0,0 0 3 15,5-13-4-15,-5 13 2 0,3-8-1 0,-3 8 5 16,0 0-5-16,5-12 0 0,-5 12 0 0,0 0 2 15,8-13-1-15,-8 13-4 0,3-11 2 0,-3 11 0 0,0 0 1 16,6-15-1-16,-6 15 0 0,0 0 3 0,3-11-3 16,-3 11 2-16,0 0 1 0,7-13-6 15,-7 13 5-15,0 0 2 0,5-11 0 0,-5 11 0 16,0 0-1-16,4-11-4 0,-4 11 2 0,0 0 4 16,6-14-2-16,-6 14-3 0,3-10 0 0,-3 10 3 15,0 0-1-15,6-11-5 0,-6 11 4 0,0 0 5 16,3-12-7-16,-3 12 1 0,0 0 3 0,5-12-3 15,-5 12 1-15,0 0-4 0,3-9 8 0,-3 9-3 16,0 0-1-16,0 0 1 0,4-16-1 0,-4 16 1 16,0 0 1-16,3-12-4 0,-3 12 2 0,0 0-1 15,5-11 0-15,-5 11 1 0,0 0 3 0,0 0-2 16,4-13 2-16,-4 13-4 0,0 0 1 16,0 0 2-16,6-15 0 0,-6 15 0 0,0 0-4 15,0 0 11-15,5-15-7 0,-5 15 1 0,0 0 6 16,0 0-8-16,5-15 3 0,-5 15 1 0,0 0-5 15,0 0 2-15,4-16-1 0,-4 16-3 0,0 0 4 16,3-14-1-16,-3 14 4 0,0 0-5 0,0 0-3 16,5-16 6-16,-5 16-2 0,0 0-3 0,0 0 1 15,4-17 4-15,-4 17 1 0,0 0-6 0,0 0 6 16,3-14 0-16,-3 14-1 0,0 0-1 0,0 0-4 16,5-15 2-16,-5 15 0 0,0 0 2 0,0 0-2 15,6-16 1-15,-6 16 2 0,0 0-3 0,6-12 0 16,-6 12-2-16,0 0 8 0,5-11-7 0,-5 11 5 15,0 0-4-15,6-16 0 0,-6 16 1 0,0 0-3 16,5-13 3-16,-5 13 0 0,0 0-1 0,6-14 3 16,-6 14-1-16,0 0-3 0,4-13 3 0,-4 13-2 15,0 0-1-15,6-15 2 0,-6 15 2 0,0 0-4 16,4-16 3-16,-4 16-2 0,5-12-1 16,-5 12 1-16,0 0-1 0,5-19 1 0,-5 19 2 15,0 0 0-15,7-15 3 0,-7 15 0 0,0 0-1 16,3-15 1-16,-3 15 2 0,0 0-3 0,7-16 1 15,-7 16-2-15,4-12-1 0,-4 12 3 0,0 0-3 16,5-13 2-16,-5 13-2 0,0 0 2 0,5-13 0 16,-5 13-2-16,0 0-2 0,5-15 1 0,-5 15-2 15,0 0 5-15,6-13-1 0,-6 13 0 0,0 0-1 16,6-12 0-16,-6 12-1 0,0 0 6 0,6-15-9 16,-6 15 3-16,0 0 2 0,8-12-5 0,-8 12 4 15,0 0-2-15,7-13 2 0,-7 13 1 0,0 0-4 16,0 0 1-16,8-17-3 0,-8 17 4 15,0 0 3-15,6-13-2 0,-6 13-5 0,0 0 10 0,8-10-8 16,-8 10 2-16,0 0 1 0,9-10-2 0,-9 10 3 16,0 0-6-16,10-15 5 0,-10 15-1 0,0 0 5 15,9-11-6-15,-9 11-1 0,0 0-1 0,10-13 4 16,-10 13-2-16,0 0 0 0,8-13 0 16,-8 13 0-16,0 0 3 0,9-12 0 0,-9 12-4 15,0 0 2-15,8-11 1 0,-8 11-4 0,0 0 3 16,0 0 1-16,7-14-5 0,-7 14 3 0,0 0 0 15,0 0 1-15,7-11 4 0,-7 11-5 0,0 0 0 16,0 0 5-16,7-13-10 0,-7 13 5 0,0 0 1 16,0 0-3-16,8-11 4 0,-8 11 0 0,0 0-2 15,0 0-2-15,9-14 5 0,-9 14-5 0,0 0 5 16,0 0-5-16,0 0 3 0,6-14-3 0,-6 14 2 16,0 0-2-16,8-13 3 0,-8 13-4 0,0 0 5 15,7-10-4-15,-7 10 4 0,0 0-2 0,0 0-1 16,10-15 1-16,-10 15 2 0,0 0-3 15,9-11 1-15,-9 11 0 0,0 0 1 0,7-11-1 16,-7 11 0-16,0 0 0 0,9-10 0 0,-9 10 1 16,0 0-1-16,0 0 3 0,10-13 0 0,-10 13-5 15,0 0 4-15,0 0 0 0,8-11-2 0,-8 11 0 16,0 0-1-16,0 0 0 0,9-11 1 0,-9 11 0 0,0 0 0 16,0 0-3-16,12-10 5 0,-12 10-1 0,0 0 1 15,0 0-2-15,11-9 1 0,-11 9-1 16,0 0-2-16,9-7 4 0,-9 7-2 0,0 0-4 15,13-9 2-15,-13 9 2 0,0 0 1 0,11-11-2 16,-11 11 4-16,0 0-3 0,11-9 0 0,-11 9 3 16,0 0-3-16,0 0 2 0,11-9 0 0,-11 9-1 15,0 0-1-15,10-8 0 0,-10 8 0 0,0 0-2 16,14-13 1-16,-14 13 2 0,9-6 0 0,-9 6-3 16,0 0 5-16,13-10 3 0,-13 10-5 0,0 0-1 15,13-9-3-15,-13 9 4 0,0 0 7 0,11-7-9 16,-11 7 0-16,0 0-2 0,12-8 4 15,-12 8-1-15,11-7-1 0,-11 7 1 0,0 0-1 16,16-9 1-16,-16 9 2 0,11-5-4 0,-11 5 4 16,0 0-2-16,16-9 0 0,-16 9 1 0,0 0 1 15,15-7-2-15,-15 7 0 0,0 0 0 0,14-9 1 16,-14 9 1-16,0 0 0 0,15-7 1 0,-15 7-2 16,10-7 1-16,-10 7-2 0,0 0 3 0,18-9-1 15,-18 9 0-15,11-3-1 0,-11 3 5 0,0 0-3 16,12-8-1-16,-12 8 5 0,0 0-8 0,17-9 1 15,-17 9 1-15,0 0-3 0,15-9 3 0,-15 9-1 16,14-7-1-16,-14 7 5 0,13-3-2 0,-13 3-3 16,14-7 0-16,-14 7 1 0,0 0 1 0,17-6-3 15,-17 6 0-15,0 0 2 0,15-4 0 0,-15 4 0 16,0 0-1-16,14-4 0 0,-14 4 0 0,0 0 1 16,14-6 1-16,-14 6-1 0,0 0 0 0,16-6-3 15,-16 6 3-15,0 0 0 0,15-6 0 0,-15 6 2 16,0 0-1-16,15-6-1 0,-15 6-2 15,0 0 2-15,17-7-1 0,-17 7 3 0,0 0-1 0,17-4 1 16,-17 4-2-16,0 0 0 0,15-6 1 16,-15 6 0-16,0 0 0 0,15-3-1 0,-15 3 3 15,0 0-3-15,18-5 0 0,-18 5 2 0,0 0-2 16,19-4 1-16,-19 4-4 0,16-4 2 0,-16 4 0 16,14-3 0-16,-14 3 4 0,0 0-6 0,19-5 3 15,-19 5-2-15,0 0 3 0,24-3 0 0,-24 3 3 16,14-4-4-16,-14 4-1 0,0 0 4 0,0 0 4 15,18-1-5-15,-18 1-3 0,0 0 3 0,15-3-3 16,-15 3 1-16,0 0 0 0,16-6 0 0,-16 6 1 16,0 0 0-16,18-7-1 0,-18 7 0 15,0 0-2-15,15-4 7 0,-15 4-5 0,14-5-1 0,-14 5-2 16,17-6 2-16,-17 6-1 0,0 0 3 0,21-4-3 16,-21 4 3-16,14-5 0 0,-14 5-2 0,13-4 2 15,-13 4 0-15,0 0-3 0,21-5 0 0,-21 5 4 16,15-2-1-16,-15 2-5 0,0 0 3 15,22-4 2-15,-22 4-1 0,16-2 2 0,-16 2-3 16,17-3 2-16,-17 3-2 0,18-3 0 0,-18 3 0 16,21-5 1-16,-21 5 0 0,22-3 0 0,-22 3-1 15,25-1 1-15,-25 1 0 0,23-4-1 0,-23 4 4 16,20-2-2-16,-20 2-1 0,19-3 1 0,-19 3 0 16,22-4 0-16,-22 4 0 0,20-3-1 0,-20 3 0 15,17-2 0-15,-17 2 1 0,22-2 0 0,-22 2 2 16,23-3-4-16,-23 3 3 0,20-3-2 0,-20 3 1 15,21-2-2-15,-21 2 2 0,21-5-1 0,-9 2 2 16,-12 3 0-16,23-2-2 0,-23 2 0 0,20-2 2 16,-20 2-4-16,19-2 4 0,-19 2-3 15,0 0 0-15,23-5 1 0,-23 5 2 0,16 0 0 16,-16 0-3-16,18-3 0 0,-18 3 1 0,21-4 1 0,-21 4 1 16,20-1 1-16,-20 1-3 0,20-2 3 0,-20 2-3 15,22-1 1-15,-22 1-1 0,19 0-3 0,-19 0 4 16,23-1 0-16,-6 0 1 0,-17 1-1 0,30-4-1 15,-30 4 2-15,26-2-1 0,-26 2 0 16,24 0-3-16,-24 0 2 0,23-2 3 0,-23 2-3 16,22-1 1-16,-22 1-2 0,22 1 0 0,-22-1 2 15,17-1-1-15,-17 1 1 0,0 0 1 0,26 0 0 16,-26 0-4-16,18 0 4 0,-18 0-3 0,0 0 1 16,25-1 2-16,-25 1-4 0,18-2 1 0,-18 2 4 15,0 0-2-15,25 0 1 0,-25 0 0 0,17 0-2 16,-17 0 4-16,20-2-5 0,-20 2 1 0,19-2 0 15,-19 2-1-15,20-1 3 0,-20 1 3 0,23-2-5 16,-23 2 0-16,22 0-1 0,-22 0 2 0,24-2-1 16,-24 2 0-16,26-1-3 0,-13 0 6 15,-13 1-3-15,25-3-1 0,-25 3 2 0,32 0-3 0,-14-2 4 16,-1 2-3-16,2-3 2 0,0 2 2 0,-1 1-2 16,1-3-2-16,-2 2-2 0,4-1 5 0,-3 1-1 15,2-2-1-15,0 3-2 0,7-3 1 0,-9 2-1 16,1-1 3-16,1 0-5 0,2 0 3 15,0 0-1-15,-2 1 1 0,1 1 4 0,2-3-3 0,-3 2 1 16,8-3-1-16,-9 1 3 0,0 2-2 16,3-1-3-16,-4 0 2 0,3 2 3 0,-2 0 1 15,-1-2-5-15,1 1 4 0,-1 1-3 0,1-2 0 16,1 0-1-16,-2 0-1 0,1 1 1 0,-1 0 5 16,1-2-4-16,-1 3 2 0,2-3 0 0,-20 3 1 15,34-2-5-15,-15 1 3 0,0 1-2 0,-19 0 1 16,35-3 1-16,-18 1 4 0,-1 0-6 0,1 1 2 15,-17 1-1-15,30-1 1 0,-14-1-1 0,-16 2 0 16,29-1 2-16,-12-1-1 0,-17 2-2 0,28 0 1 16,-14-1 1-16,-14 1 0 0,25-3-2 0,-25 3 3 15,25-1 0-15,-25 1-5 0,25 0 4 0,-11-2-2 16,-14 2 1-16,30-2 8 0,-30 2-11 0,25 0 1 16,-11 0 1-16,-14 0 2 0,27-3 0 0,-10 3 0 15,-17 0-2-15,28-4 0 0,-10 4 1 0,-18 0-2 16,34-1 4-16,-13 0-1 0,-3 0 1 0,-18 1 1 15,34 0 0-15,-16-2 1 0,0 2-2 0,1-1 1 16,-19 1 2-16,35-1-1 0,-15-1-3 16,-2 2 5-16,1-1-2 0,1 1 2 0,-20 0 3 15,39-1-1-15,-20 1 2 0,0 0 4 0,0 0-7 16,1 0 0-16,-1-2-2 0,-19 2 7 0,37-1-9 16,-18 0 2-16,-1 1 3 0,-18 0-4 0,37 0 1 0,-20 0 0 15,-2-2-4-15,-15 2 4 0,28 0 0 16,-28 0 2-16,26-1-3 0,-26 1 0 0,24 0-1 15,-24 0-1-15,22-1-1 0,-22 1 2 0,20 0-1 16,-20 0 1-16,0 0 3 0,27-1-5 0,-27 1 4 16,14 1-4-16,-14-1 4 0,0 0 0 0,0 0-3 15,25-1 1-15,-25 1 4 0,0 0-2 0,16 1-2 16,-16-1 5-16,0 0-1 0,0 0-3 0,23 0 4 16,-23 0-3-16,0 0-1 0,19 0 5 0,-19 0 7 15,0 0-9-15,18 0 3 0,-18 0-3 0,0 0-3 16,0 0-1-16,22 1 1 0,-22-1-2 15,0 0 3-15,0 0-1 0,15 1-5 0,-15-1 2 16,0 0 0-16,0 0 0 0,0 0 4 0,18 3-2 16,-18-3 0-16,0 0-3 0,0 0-2 0,0 0 2 0,18 3-1 15,-18-3 5-15,0 0-2 0,0 0-2 0,0 0 1 16,0 0-1-16,16 1 0 0,-16-1 1 0,0 0-1 16,0 0 1-16,0 0-4 0,0 0 3 15,17 3 0-15,-17-3-3 0,0 0 11 0,0 0-9 16,0 0-7-16,0 0 9 0,15 2-1 0,-15-2 3 15,0 0 0-15,0 0-2 0,0 0 2 0,18 3-3 16,-18-3 2-16,0 0 0 0,0 0 2 0,18 1 4 16,-18-1-5-16,0 0-1 0,0 0-2 0,0 0 2 15,21 1-11-15,-21-1-6 0,0 0-10 0,0 0-14 16,0 0-14-16,0 0-18 0,0 0-15 0,0 0-12 16,14 2-29-16,-14-2-33 0,0 0-34 0,0 0-31 15,0 0-209-15,0 0-469 0,0 0 208 0</inkml:trace>
  <inkml:trace contextRef="#ctx0" brushRef="#br0" timeOffset="4632.5">11516 13771 134 0,'-4'-8'192'0,"4"8"-17"0,0 0-16 16,0 0-20-16,0 0-14 0,-3-8-8 0,3 8-15 15,0 0-3-15,0 0 1 0,0 0-17 16,13 30-2-16,-10-20-2 0,1 2-6 0,-1 3-2 16,4 0-7-16,-3 5-5 0,-1-2-3 0,0-2-7 15,2 2-4-15,-3 0-1 0,0-2-6 0,3 0-6 0,2 0 3 16,-4-7-7-16,2 3-1 0,0-3 7 0,-1 3 3 15,-1-3 0-15,1-1 0 0,1-3-1 0,-3 2 4 16,1-3 2-16,-3-4 5 0,4 6 4 16,-4-6 0-16,0 0 3 0,6 3-1 0,-6-3-8 15,0 0-2-15,0 0-1 0,0 0-1 0,17-13-4 16,-17 13-2-16,7-13 0 0,-5 2-7 0,2 0-1 16,1 1-4-16,-2-1-2 0,3 0-1 0,1-6 0 15,-1 1-5-15,-3 0 3 0,4-1-3 0,-2 2-5 16,3-4-1-16,-2 2 5 0,0 0-4 0,-1 0-1 15,-1 5-2-15,1 1 7 0,-5 11-11 0,6-14 1 16,-6 14-11-16,4-12-25 0,-4 12-28 0,0 0-23 16,0 0-15-16,8-7-21 0,-8 7-24 0,0 0-15 15,0 0-32-15,0 0-21 0,0 0-151 0,0 0-392 16,-4 45 174-16</inkml:trace>
  <inkml:trace contextRef="#ctx0" brushRef="#br0" timeOffset="5088.54">11884 13934 80 0,'0'0'150'0,"0"0"-5"0,0 0-20 16,0 0 4-16,0 0-12 0,0 0-4 0,0 0-12 16,0 0 1-16,0 0-7 0,0 0-4 15,-38 9-3-15,38-9-7 0,-12 9-2 0,4-1 0 16,-1 0-12-16,-1 0 2 0,2 2-4 0,1 2-4 0,-1-1-2 15,2 0-6-15,-1 0-3 0,2-2-3 0,4 2-4 16,-3 1-7-16,1-2-2 0,1 0-1 0,2-10-1 16,-2 16-1-16,2-16-4 0,0 12-3 15,0-12 0-15,3 9 0 0,-3-9 4 0,9 7-1 0,-9-7 1 16,12 4-6-16,-12-4 0 0,14 0 0 16,-7 0 0-16,-7 0-2 0,16-4-4 0,-10 3-3 15,1-2 8-15,0-2-6 0,2 1-5 0,0-1-1 0,-1-2-2 16,-1 0 1-16,3 2 0 0,-2-3-2 15,1 3 2-15,-2-4-2 0,1 2-1 0,0 0-2 16,-5 2 3-16,3-1-2 0,0 0 0 0,-2 3-4 16,-4 3 0-16,10-6-3 0,-10 6 3 0,6-3-2 15,-6 3-3-15,7-1 1 0,-7 1 0 0,10 4 2 16,-10-4-3-16,7 6 4 0,-3-3 1 0,-2 4-2 16,-2-7-1-16,6 11 3 0,-4-4-4 0,4-1 4 15,-4 3 1-15,0-3-1 0,-1 2 3 0,3 1 1 16,-2-1-5-16,0 1-22 0,-2-3-25 0,0-6-32 15,2 13-28-15,-2-13-50 0,2 11-49 0,-2-11-134 16,3 8-368-16,-3-8 163 0</inkml:trace>
  <inkml:trace contextRef="#ctx0" brushRef="#br0" timeOffset="5466.39">12289 13982 114 0,'0'0'190'0,"0"0"-8"16,-11-5-10-16,11 5-8 0,0 0-12 0,-17 8-17 15,9-4-3-15,1 2-16 0,-3 0-9 0,4 1-13 16,0-2-5-16,1 2-13 0,-1-1-4 0,1-1-10 16,4 1-3-16,1-6-4 0,-6 12-5 0,6-6-7 15,0-6-5-15,0 11-9 0,2-5 3 0,2-1-5 16,1 0 1-16,3 2-3 0,0-2-2 0,0 1-3 15,3-1 0-15,-1 1-4 0,-1-2-3 0,0 1-1 16,1 0 0-16,-4 0-6 0,1-1 4 0,0-1-5 16,-3 1 2-16,1 0 2 0,1 0-5 15,-6-4 0-15,6 4-1 0,-6-4 4 0,7 2 2 16,-7-2 5-16,0 0 9 0,4 5 4 0,-4-5 1 16,0 0 0-16,0 0-4 0,-15 6-1 0,15-6-3 0,-10 3-3 15,3-2-3-15,-1 1 3 0,8-2-3 0,-15 1 5 16,3 2-19-16,3-3-14 0,9 0-28 0,-17 1-30 15,17-1-37-15,-14 0-39 0,6 0-37 16,8 0-169-16,0 0-383 0,0 0 170 0</inkml:trace>
  <inkml:trace contextRef="#ctx0" brushRef="#br0" timeOffset="5645.63">12408 14047 177 0,'7'-3'174'16,"-7"3"-7"-16,0 0-17 0,14-5-17 0,-14 5-13 16,13-3-11-16,-13 3-16 0,12-2-16 0,-12 2-19 15,15 0-31-15,-15 0-34 0,12-3-13 0,-12 3-53 16,12-1-20-16,-12 1-89 0,0 0-198 0,13 4 88 16</inkml:trace>
  <inkml:trace contextRef="#ctx0" brushRef="#br0" timeOffset="5825.44">12437 14089 134 0,'-9'4'140'0,"9"-4"-4"0,0 0-6 15,-10 5-7-15,10-5-7 0,0 0-9 0,-6 4-13 16,6-4-4-16,0 0-3 0,0 0-11 16,0 0-3-16,0 0-1 0,0 0-12 0,21 9-8 0,-21-9-13 15,19-2-28-15,-5 1-28 0,1-3-25 16,6 1-27-16,-3 1-10 0,2-2-23 0,-2-1-9 0,4 0-76 15,-3-1-202-15,3 0 89 0</inkml:trace>
  <inkml:trace contextRef="#ctx0" brushRef="#br0" timeOffset="6159.06">12760 14025 288 0,'14'-7'-3'0,"-5"2"17"15,2 0 15-15,0-1 18 0,-2 2 8 0,-4 0 14 16,-5 4 9-16,12-10-2 0,-12 10 8 0,6-7 10 16,-6 7 4-16,6-5 9 0,-6 5 0 0,0 0-5 15,0 0-5-15,0 0-4 0,3-9-2 0,-3 9-5 16,0 0-6-16,0 0-4 0,0 0 3 0,0 0 0 15,0 0-1-15,-16 18-1 0,11-13 4 0,1 4-5 16,1 0-3-16,-3-2-5 0,2 4 0 0,1-2-6 16,3 1 6-16,-2 0-5 0,0 0-4 0,2-2-5 15,0-8-1-15,4 14 0 0,-1-5-2 0,1-1-2 16,0-1-1-16,3-2-4 0,2 1 1 0,2-1-1 16,-2-2-3-16,5-1-2 0,3-3-4 0,2 2 0 15,1-1-7-15,0-2-3 0,-1 1 1 0,0-4-4 16,2-1-1-16,-1 0-1 0,-3-2 2 0,2 1-4 15,-1-3 3-15,-3 2 0 0,-2-3 3 0,-3 2 8 16,1-5-4-16,-5 4 7 0,0-4-3 0,-4 1 0 16,-2-2-6-16,-5 3 0 0,0 1-8 0,-1 0 1 15,-5-1-6-15,-5 3-2 0,-2 0-3 0,-2 5-12 16,-11-2-27-16,1 4-39 0,-5 7-46 0,-1 1-59 16,-3 0-83-16,-14 8-270 0,0 2-571 0,-1 1 253 15</inkml:trace>
  <inkml:trace contextRef="#ctx0" brushRef="#br0" timeOffset="18152.12">5724 17139 2 0,'0'0'14'0,"0"0"3"0,0 0 0 15,0 0-1-15,0 0 2 0,0 0 2 0,-4-14-5 16,4 14 1-16,0 0-2 0,0 0 0 0,0 0-2 16,0 0 4-16,0 0-5 0,0 0 4 0,0-16 3 15,0 16-3-15,0 0 7 0,0 0-5 0,0 0 9 16,0 0-1-16,0 0 6 0,0 0-4 0,0 0 0 15,0 0-1-15,0 0 9 0,0 0-9 0,0 0 2 16,0 0-5-16,0 0 4 0,0 0 2 16,0 0-5-16,0 0 10 0,0 0-8 0,0 0-2 15,0 0 0-15,0 0-10 0,-3-13 3 0,3 13-3 16,0 0 4-16,0 0-5 0,0 0 0 0,0 0 1 16,0 0 2-16,0 0-1 0,0 0 6 0,0 0-1 15,0 0 0-15,0 0 1 0,0 0-1 0,0 0-4 16,-7-9-3-16,7 9-5 0,0 0 6 0,0 0-2 15,0 0-4-15,0 0-4 0,0 0 11 0,0 0-5 16,0 0 3-16,0 0-9 0,0 0-1 16,0 0 2-16,0 0 2 0,0 0-2 0,-7-11 2 0,7 11 0 15,0 0 3-15,0 0-4 0,0 0 5 0,0 0-2 16,0 0 2-16,0 0 6 0,0 0-3 0,0 0-6 16,0 0-5-16,-5-10 9 0,5 10-4 0,0 0 0 15,0 0 2-15,0 0-1 0,0 0-4 0,0 0 4 16,0 0 0-16,-4-13 1 0,4 13 0 15,0 0-3-15,0 0 3 0,0 0 4 0,0 0-2 0,7-17 2 16,-7 17-1-16,0 0 1 0,5-11-3 16,-5 11 3-16,5-9 7 0,-5 9-1 0,6-13-1 15,-6 13-2-15,4-11 3 0,-4 11-4 0,8-17 0 16,-8 17-3-16,8-16-1 0,-8 16-3 0,3-15 1 16,-3 15-3-16,8-15-1 0,-8 15-4 0,5-13 6 15,-5 13-4-15,5-14 3 0,-5 14 0 0,0 0-2 16,4-16-2-16,-4 16 3 0,0 0 0 0,5-16 1 15,-5 16-7-15,0 0 0 0,0 0 5 0,4-18 0 16,-4 18-2-16,0 0 4 0,4-14-5 0,-4 14 2 16,0 0-5-16,0 0 4 0,4-17-2 0,-4 17 1 15,0 0 0-15,0 0 4 0,1-16-5 0,-1 16 3 16,0 0-14-16,0 0 14 0,1-16-2 0,-1 16 2 16,0 0-2-16,4-12 7 0,-4 12-5 0,0 0 1 15,1-12 1-15,-1 12-4 0,0 0-2 16,0 0 3-16,0 0-1 0,4-13-2 0,-4 13-2 15,0 0 6-15,5-11-2 0,-5 11 0 0,0 0 1 16,0 0 14-16,3-14-7 0,-3 14 3 0,0 0-2 16,0 0 2-16,0 0 1 0,4-11-2 0,-4 11-7 15,0 0 10-15,0 0-7 0,5-14-1 0,-5 14 1 16,0 0-2-16,3-10 4 0,-3 10 2 0,0 0 2 16,0 0 1-16,6-12 2 0,-6 12-4 0,0 0 1 15,4-11-2-15,-4 11-2 0,0 0 13 0,0 0-8 16,1-13 4-16,-1 13-3 0,0 0-4 0,0 0 2 15,5-12 2-15,-5 12-6 0,0 0 1 0,0 0 2 16,5-11 1-16,-5 11-5 0,0 0 0 0,6-10-2 16,-6 10 2-16,0 0-3 0,5-14-1 0,-5 14-1 15,0 0-1-15,6-8 1 0,-6 8 3 0,0 0-3 16,0 0 1-16,6-14 0 0,-6 14 3 0,0 0-5 16,5-10 2-16,-5 10-3 0,0 0 6 0,5-9 0 15,-5 9 3-15,0 0-8 0,0 0 7 0,7-14 0 16,-7 14 1-16,0 0-4 0,5-11 4 15,-5 11 4-15,0 0 2 0,5-9-8 0,-5 9 1 0,0 0-3 16,5-14-1-16,-5 14 2 0,5-11 1 16,-5 11-1-16,0 0 1 0,5-13-3 0,-5 13 4 15,7-10-2-15,-7 10 1 0,3-9-7 0,-3 9 9 16,0 0-1-16,6-12 1 0,-6 12-2 0,0 0-4 16,3-12 9-16,-3 12-3 0,0 0 0 0,4-12-1 15,-4 12-1-15,0 0 1 0,0 0 2 0,5-14-3 16,-5 14 0-16,0 0-2 0,5-11-3 0,-5 11-3 15,4-11 3-15,-4 11 1 0,0 0 0 0,4-11-3 16,-4 11 2-16,0 0 0 0,5-11-3 0,-5 11 5 16,0 0 0-16,0 0 1 0,7-16-3 0,-7 16 2 15,4-8 3-15,-4 8-1 0,0 0-3 0,7-12 4 16,-7 12-1-16,4-10-4 0,-4 10 1 0,0 0 2 16,5-15-3-16,-5 15 4 0,0 0-2 0,5-13-3 15,-5 13 1-15,0 0 2 0,4-10-9 0,-4 10 4 16,0 0 3-16,0 0 1 0,1-13-2 15,-1 13 3-15,0 0-2 0,0 0 2 0,0 0-2 16,3-13-9-16,-3 13 10 0,0 0 0 0,0 0 0 16,4-14-1-16,-4 14-2 0,0 0 3 0,0 0-3 15,2-12 2-15,-2 12-1 0,0 0-1 0,4-12 1 16,-4 12-2-16,0 0 1 0,0 0 0 0,1-14 1 16,-1 14-1-16,0 0 1 0,3-13-4 0,-3 13-5 15,0 0 9-15,2-12-4 0,-2 12 2 0,0 0-1 16,0 0 0-16,4-19 0 0,-4 19 2 0,0 0-4 15,4-10-1-15,-4 10 5 0,0 0-1 0,3-13-2 16,-3 13 0-16,0 0 3 0,4-15 1 0,-4 15-2 16,0 0 1-16,3-12-3 0,-3 12 0 0,0 0 5 15,3-14-5-15,-3 14 3 0,0 0 0 0,5-10-2 16,-5 10-2-16,0 0 4 0,0 0-2 0,4-13 1 16,-4 13-7-16,0 0 6 0,0 0-1 0,0 0 2 15,2-17-1-15,-2 17-3 0,0 0 5 0,3-11 2 16,-3 11-2-16,0 0-2 0,0 0 0 0,3-12 2 15,-3 12-1-15,0 0-2 0,0 0 2 16,0-15-1-16,0 15 1 0,0 0-2 0,3-11 1 16,-3 11 0-16,0 0 1 0,0 0 1 0,4-12-5 15,-4 12 4-15,0 0 1 0,4-10-5 0,-4 10 3 16,0 0 4-16,0 0-2 0,6-15 0 0,-6 15-1 16,0 0 2-16,3-12-1 0,-3 12-1 0,0 0-1 15,0 0 4-15,2-13-3 0,-2 13-1 0,0 0 3 16,0 0-4-16,3-14 0 0,-3 14 3 0,0 0-2 15,4-11 4-15,-4 11-2 0,0 0 0 0,0 0-3 16,0 0 2-16,4-16 1 0,-4 16-1 0,0 0 2 16,5-9 0-16,-5 9-2 0,0 0 2 0,2-13-2 15,-2 13-1-15,0 0 3 0,0 0-2 0,7-10-2 16,-7 10 2-16,0 0-1 0,0 0 2 0,4-13-5 16,-4 13 3-16,0 0 0 0,0 0 2 0,3-13-1 15,-3 13 2-15,0 0-2 0,0 0 1 0,0 0-1 16,3-11 2-16,-3 11-2 0,0 0 0 15,3-12 0-15,-3 12 1 0,0 0 1 0,5-11-2 16,-5 11 3-16,0 0-2 0,0 0-1 0,4-16 1 16,-4 16 1-16,0 0-8 0,5-11 7 0,-5 11 4 15,0 0-3-15,5-14-2 0,-5 14 4 0,0 0-5 16,5-12-1-16,-5 12 4 0,0 0-3 0,2-10 4 16,-2 10-2-16,0 0 0 0,0 0 1 0,6-14 1 15,-6 14 0-15,5-9-3 0,-5 9-8 0,0 0 10 16,4-16 3-16,-4 16-11 0,3-9 8 0,-3 9 4 15,0 0-6-15,7-12 1 0,-7 12 3 0,3-11-12 16,-3 11 11-16,0 0-2 0,7-12 1 0,-7 12-1 16,4-10 1-16,-4 10-3 0,0 0 1 0,4-16 4 15,-4 16-4-15,4-8 1 0,-4 8 3 0,0 0-2 16,7-14-2-16,-7 14 4 0,5-9-5 0,-5 9-1 16,0 0 2-16,7-13 2 0,-7 13-1 0,0 0-4 15,5-14 3-15,-5 14-6 0,4-9 6 16,-4 9 4-16,0 0-5 0,5-13 2 0,-5 13-1 0,6-8 2 15,-6 8 1-15,0 0-4 0,5-14 2 0,-5 14 3 16,0 0-2-16,7-12 3 0,-7 12-2 16,0 0-2-16,3-13 4 0,-3 13-4 0,0 0 1 15,6-13 0-15,-6 13-4 0,3-10 4 0,-3 10 1 16,0 0-2-16,8-14-3 0,-8 14 1 0,2-10 3 16,-2 10-10-16,0 0 9 0,7-11 2 0,-7 11 1 15,0 0-3-15,4-13 1 0,-4 13-1 0,0 0 0 16,0 0 1-16,0 0-4 0,5-16 6 0,-5 16-3 15,0 0-3-15,0 0 1 0,6-14 2 0,-6 14-2 16,0 0 0-16,0 0 0 0,8-11 0 0,-8 11-2 16,0 0 4-16,0 0-3 0,9-16 2 0,-9 16-2 15,0 0 2-15,6-9-1 0,-6 9 0 0,0 0 0 16,0 0 3-16,9-16-1 0,-9 16 5 0,0 0-3 16,7-10 3-16,-7 10-2 0,0 0 1 0,0 0-3 15,6-15 0-15,-6 15 1 0,0 0 4 0,5-11-2 16,-5 11-10-16,0 0 9 0,0 0 1 15,0 0 2-15,5-13-1 0,-5 13-2 0,0 0 0 16,0 0-8-16,0 0 14 0,0 0-2 0,7-12 0 16,-7 12 1-16,0 0-1 0,0 0-4 0,0 0 1 15,6-14 3-15,-6 14-2 0,0 0-2 0,0 0 3 16,0 0-3-16,6-15-2 0,-6 15 2 0,0 0-1 16,7-11-3-16,-7 11 2 0,0 0 0 0,0 0 1 15,0 0-1-15,4-18-1 0,-4 18 1 0,0 0 3 16,0 0-3-16,4-15 4 0,-4 15-3 0,0 0 0 15,0 0 0-15,3-16-3 0,-3 16-10 0,0 0 15 16,5-12-2-16,-5 12 0 0,0 0-2 0,0 0 2 16,4-17-1-16,-4 17 2 0,0 0-2 0,0 0-3 15,5-17 3-15,-5 17-9 0,0 0 8 0,0 0 3 16,4-15-2-16,-4 15-2 0,0 0 2 0,0 0 1 16,4-16 1-16,-4 16-5 0,0 0 3 0,4-10-3 15,-4 10 4-15,0 0-2 0,4-14 1 0,-4 14-2 16,0 0-14-16,6-14 18 0,-6 14 1 0,0 0-11 15,4-11 12-15,-4 11 0 0,0 0 2 16,0 0-4-16,5-16-1 0,-5 16 2 0,0 0-3 16,0 0 3-16,0 0 0 0,6-15-2 0,-6 15-14 15,0 0 19-15,0 0-2 0,6-13 0 0,-6 13 1 16,0 0-4-16,0 0 3 0,5-16-5 0,-5 16 2 16,0 0-2-16,6-12-1 0,-6 12 1 0,0 0-3 15,0 0 4-15,6-16 0 0,-6 16-2 0,0 0 1 16,0 0 2-16,6-14-2 0,-6 14 1 0,0 0 1 15,0 0-14-15,3-13 14 0,-3 13 2 0,0 0-4 16,0 0-10-16,0 0 14 0,6-16 2 0,-6 16-5 16,0 0 1-16,0 0-1 0,5-12-10 0,-5 12 12 15,0 0-3-15,0 0 4 0,7-14 2 0,-7 14-2 16,0 0 1-16,0 0-3 0,4-13 0 0,-4 13-2 16,0 0-2-16,6-13 6 0,-6 13-6 0,0 0 0 15,7-11 4-15,-7 11-17 0,0 0 15 0,0 0 2 16,6-14-2-16,-6 14-3 0,0 0 5 0,0 0-4 15,0 0 3-15,7-14 0 0,-7 14 0 0,0 0 3 16,0 0-3-16,6-11 0 0,-6 11-1 16,0 0-6-16,0 0 6 0,0 0 0 0,9-14 1 15,-9 14-1-15,0 0-3 0,0 0 1 0,8-10 2 16,-8 10-3-16,0 0-1 0,10-9 5 0,-10 9-3 16,0 0 2-16,0 0-1 0,9-11-6 0,-9 11 10 15,0 0-3-15,0 0-5 0,10-10 3 0,-10 10-1 16,0 0 0-16,9-10 3 0,-9 10-3 0,0 0 4 15,0 0 2-15,10-10-1 0,-10 10-5 0,0 0 6 16,0 0 1-16,0 0 0 0,9-11-1 16,-9 11 4-16,0 0-4 0,0 0-4 0,9-10 0 0,-9 10 4 15,0 0-2-15,0 0-3 0,0 0 1 0,0 0 3 16,13-10-1-16,-13 10-1 0,0 0 4 0,0 0-4 16,8-9-2-16,-8 9-13 0,0 0 14 0,0 0 0 15,11-9 3-15,-11 9-13 0,0 0 11 0,0 0 7 16,0 0-12-16,10-12 4 0,-10 12-4 0,0 0 5 15,0 0 1-15,11-10 0 0,-11 10 3 16,0 0-1-16,0 0-3 0,11-11 2 0,-11 11-2 16,0 0 1-16,0 0 0 0,12-8-1 0,-12 8 1 15,0 0 1-15,9-8-3 0,-9 8 2 0,0 0-4 16,12-9 5-16,-12 9-8 0,0 0 3 0,13-10 1 16,-13 10 0-16,10-7 3 0,-10 7-14 0,0 0 12 15,14-9 2-15,-14 9-4 0,9-7 3 0,-9 7 7 16,0 0-11-16,15-7 1 0,-15 7 5 0,0 0-8 15,13-10 4-15,-13 10-12 0,11-6 12 16,-11 6 3-16,0 0 0 0,16-8-1 0,-16 8-4 0,12-8 7 16,-12 8-7-16,0 0-8 0,18-10 15 0,-18 10-5 15,11-3 1-15,-11 3-12 0,0 0 14 0,18-7 0 16,-18 7 1-16,0 0 0 0,15-8-5 0,-15 8 5 16,0 0-2-16,18-5 0 0,-18 5-3 0,12-6 0 15,-12 6 3-15,0 0-3 0,16-5 2 0,-16 5-4 16,0 0-1-16,17-6 1 0,-17 6 3 0,0 0 0 15,19-5 1-15,-19 5-15 0,13-2 17 16,-13 2 0-16,0 0 3 0,19-4-5 0,-19 4 0 16,0 0 1-16,18-4 1 0,-18 4 0 0,0 0 0 15,17 0-2-15,-17 0 2 0,0 0-8 0,19-2 7 16,-19 2-2-16,0 0-2 0,18-7 8 0,-18 7-5 16,0 0 2-16,23 0-2 0,-23 0-2 0,15-4 4 15,-15 4-2-15,0 0-1 0,24-3 2 0,-24 3-2 16,18-4-1-16,-18 4 0 0,18-2 0 0,-18 2 1 15,18-2 3-15,-18 2-3 0,0 0 0 0,24-2-2 16,-24 2 3-16,14-2-1 0,-14 2-13 0,18-3 14 16,-18 3 1-16,0 0-1 0,23-1-2 0,-23 1 5 15,16-1-1-15,-16 1-3 0,0 0 0 0,24-4 3 16,-24 4-3-16,18-1 1 0,-18 1-1 0,0 0 0 16,20-1-2-16,-20 1 7 0,18-2-2 0,-18 2-6 15,18-1 5-15,-18 1 2 0,18 0-2 0,-18 0 5 16,18-3-3-16,-18 3-2 0,18-3-1 0,-18 3 0 15,0 0 0-15,26-4-2 0,-26 4 6 16,21-3-14-16,-21 3 15 0,19-4-3 0,-19 4 3 16,23-3 0-16,-23 3 1 0,20-2-2 0,-20 2 3 15,20-1-2-15,-20 1-4 0,21-6 3 0,-21 6 1 16,17 0-1-16,-17 0-3 0,19-3 7 0,-19 3-8 16,22-3 3-16,-22 3-1 0,19-1 0 0,-19 1-21 15,18-3 25-15,-18 3 0 0,20-3 3 0,-20 3-7 16,20 0 4-16,-20 0 0 0,19-1 1 0,-19 1 0 15,18-2-3-15,-18 2 4 0,0 0-12 0,24-3 12 16,-24 3-1-16,20-1 3 0,-20 1 7 0,17-1-9 16,-17 1 4-16,17-2-6 0,-17 2-5 0,21-2 13 15,-21 2 1-15,23-2 4 0,-23 2-12 0,21 2 11 16,-21-2-9-16,19 0 2 0,-19 0 1 0,20-4 7 16,-20 4-8-16,17 0-2 0,-17 0 7 0,0 0 0 15,27-2-9-15,-27 2 7 0,15-1-1 0,-15 1-3 16,23 0 0-16,-23 0 3 0,21-2-11 15,-21 2 6-15,21-1 1 0,-21 1 0 0,21-3-2 0,-21 3-6 16,22-1 7-16,-22 1-1 0,21-3 1 16,-21 3-2-16,20 0 1 0,-20 0 3 0,21-2 2 15,-21 2 1-15,19-1 1 0,-19 1-2 0,17-2 2 16,-17 2 1-16,19-2-2 0,-19 2 3 0,21-2-10 16,-21 2 0-16,20-2 7 0,-20 2-12 0,22-1 16 15,-22 1-1-15,23-3 3 0,-23 3-6 0,16-3-6 16,-16 3 7-16,17-2-4 0,-17 2 4 0,23-1-4 15,-5-1 3-15,-18 2-6 0,27-3 3 0,-14 1 1 16,-13 2-6-16,24-4 12 0,-24 4-3 0,27-3-4 16,-16 1-3-16,-11 2 6 0,26-3-5 0,-26 3-1 15,21-5-2-15,-9 4 1 0,-12 1 7 0,19-2-7 16,-19 2 1-16,17-3-3 0,-17 3 3 0,21-4 5 16,-21 4-1-16,23-5 0 0,-23 5-2 0,17-2-3 15,-17 2-4-15,23-2 12 0,-23 2-6 0,24-4-2 16,-12 1 1-16,-12 3 0 0,23-2 0 0,-23 2-3 15,25-3 6-15,-12 2 0 0,-13 1-10 16,26-4 9-16,-12 2-2 0,-14 2-3 0,24-3 2 16,-10 2-1-16,-14 1 3 0,24-3-9 0,-24 3 2 15,26-3 1-15,-13 0 6 0,-13 3-5 0,26-1 0 16,-13-2 1-16,-13 3-6 0,23-3 9 0,-23 3 1 16,23-3-3-16,-23 3 0 0,20-1-4 0,-20 1-1 0,17-3 7 15,-17 3-1-15,17-1 3 0,-17 1-3 16,22-3-5-16,-22 3 4 0,21-1 5 0,-21 1-3 15,18-2 0-15,-18 2-6 0,22-2 4 0,-22 2-1 16,18-1 1-16,-18 1 1 0,17-1-1 0,-17 1 6 16,0 0-13-16,21 0 8 0,-21 0 1 0,0 0 0 15,18-4-4-15,-18 4-2 0,0 0 9 0,18-1-1 16,-18 1 0-16,0 0 0 0,19-3-3 0,-19 3 5 16,0 0 1-16,0 0-4 0,0 0 0 0,0 0-2 15,21 3 8-15,-21-3-4 0,0 0-1 0,0 0 2 16,0 0-3-16,0 0-2 0,0 0 2 0,0 0 2 15,0 0-5-15,20-3 0 0,-20 3 7 0,0 0-8 16,0 0 7-16,0 0-3 0,0 0-3 0,26-3 7 16,-26 3-7-16,18 0 0 0,-18 0 2 0,23-2-2 15,-23 2 4-15,26 0 0 0,-26 0-5 0,31-1-4 16,-10 0 5-16,-2-1 1 0,1 1-3 0,3 1 4 16,-2-3-8-16,7 2 6 0,0-2 0 0,0 1-1 15,3 2 1-15,-4-3-1 0,1-1 0 16,2 4 1-16,-2-2-2 0,3 1 3 0,-10 1 4 15,9-3-5-15,-8 3-11 0,7-4 16 0,-7 1-4 16,6 1 3-16,-1 1-6 0,-8 1 7 0,3-4-3 16,0 2 0-16,-3 1 0 0,9-1-2 0,-6-1 0 15,-2 3-2-15,-2-3 2 0,1 3 0 0,-19 0-1 16,32-1-9-16,-15 0 7 0,1 1 2 0,-18 0-2 16,26-1-3-16,-26 1 3 0,26 0 0 0,-26 0 3 15,21-3-1-15,-21 3 1 0,22 0-8 0,-22 0 5 16,22 0-2-16,-22 0 2 0,22-1-2 0,-22 1-2 15,23 0 5-15,-23 0-2 0,22-1-2 0,-22 1 5 16,23 0-2-16,-23 0-10 0,24 0 11 0,-24 0-6 16,24 0 4-16,-24 0 1 0,27 0 4 0,-27 0-8 15,24 0-3-15,-24 0 12 0,27 0-5 16,-14 0 5-16,-13 0-2 0,28 1-4 0,-28-1 3 16,27 0-2-16,-14 0 3 0,-13 0 1 0,27 0-4 15,-27 0-1-15,25 0-3 0,-12 1 5 0,-13-1 0 0,27 0 0 16,-12 0-2-16,-15 0-2 0,31 0 2 0,-20 2 0 15,-11-2-5-15,28 1 3 0,-9-1 4 16,-19 0 3-16,26 2-3 0,-9-2 3 0,-17 0 0 16,30 1-6-16,-16-2 2 0,-14 1 0 0,32 1 1 15,-19 1-3-15,-13-2-6 0,32 1 11 0,-20-1-6 16,-12 0-3-16,24 0 7 0,-24 0-1 0,24 1-5 16,-24-1 5-16,23 0-1 0,-23 0 1 0,21 2 0 15,-21-2-3-15,19 0 4 0,-19 0-2 0,20 0 1 16,-20 0-1-16,16 1 0 0,-16-1-2 0,0 0-2 15,0 0 4-15,23 1 0 0,-23-1 3 0,0 0-2 16,0 0-11-16,16 0 8 0,-16 0 2 0,0 0 1 16,0 0-3-16,18 2 1 0,-18-2 0 0,0 0-3 15,0 0 8-15,0 0-5 0,20 1 1 0,-20-1-2 16,0 0 2-16,0 0 1 0,16 2-3 0,-16-2 3 16,0 0-1-16,0 0-4 0,20 0 5 0,-20 0-1 15,0 0-1-15,0 0 0 0,0 0-8 0,0 0 8 16,22-2 1-16,-22 2 1 0,0 0 0 0,0 0 1 15,0 0-3-15,0 0 0 0,0 0-1 0,0 0-1 16,0 0 0-16,0 0 0 0,17 4 3 16,-17-4 1-16,0 0-7 0,0 0-6 0,0 0-20 0,0 0-17 15,0 0-28-15,0 0-35 0,0 0-49 16,0 0-43-16,19 0-37 0,-19 0-37 0,0 0-68 16,0 0-390-16,0 0-794 0,0 0 351 0</inkml:trace>
  <inkml:trace contextRef="#ctx0" brushRef="#br0" timeOffset="18761.88">11563 14402 115 0,'0'0'261'0,"0"0"-15"0,0 0-23 16,0 0-19-16,0 0-20 0,0 0-24 0,2-8-10 15,-2 8-21-15,0 0-15 0,0 0-8 0,0 0-11 16,0 0-7-16,12 17-7 0,-8-12-5 0,1 4-1 16,1 0-11-16,1-2-4 0,-4 2-3 0,4 1-6 15,-2-1-1-15,0-1-7 0,0 3-1 0,2-1-2 16,-1 0-4-16,-1-1-3 0,1-4-1 0,-2 4-3 15,-1-1-3-15,3-3 0 0,-2 1-3 0,0 1 0 16,0-3-6-16,-4-4 3 0,4 10-5 0,-3-5 0 16,-1-5-2-16,6 3 2 0,-6-3 1 0,0 0 7 15,7 5 16-15,-7-5 10 0,0 0-7 0,0 0 12 16,0 0-6-16,0 0 10 0,11-8-1 0,-11 8-2 16,7-9 2-16,-3 3 0 0,-1 1-5 0,2-4-6 15,-1 1-8-15,0-1 1 0,0 0-8 0,-3-1 5 16,3-1-6-16,0 1-5 0,1-1-1 0,0 1-7 15,0 3 3-15,-1-5 0 0,0 5-10 0,0 0 1 16,1 1-2-16,-3 2-13 0,-2 4-13 0,3-9-23 16,-3 9-23-16,4-5-35 0,-4 5-28 0,0 0-26 15,0 0-17-15,0 0-43 0,0 0-49 0,0 0-216 16,0 0-516-16,-12 23 229 0</inkml:trace>
  <inkml:trace contextRef="#ctx0" brushRef="#br0" timeOffset="19211.97">11920 14519 250 0,'0'0'249'0,"0"0"-11"0,-12-11-15 0,12 11-18 16,-11 0-12-16,11 0-14 0,-11 0-13 0,3 4-12 15,8-4-14-15,-17 6-6 0,9-1-11 0,-1 2-10 16,-1-3-11-16,2 6-5 0,-1 0-9 15,2 1-6-15,0 0-9 0,3-2-5 0,0 1-4 16,1-1-4-16,1 0-7 0,0 0-5 0,4-1-2 16,-2-8-7-16,0 17-1 0,0-11-1 0,3-1-1 0,-2 3 1 15,2-4-10-15,-3-4 3 0,6 9-5 16,-2-6-1-16,-4-3-2 0,10 5 1 0,-5-5-1 0,-5 0-1 16,11 0-2-16,-11 0-2 0,0 0-1 15,16-6-2-15,-9 4-2 0,1-1 1 0,-4-1-1 16,6 0-4-16,-2-2-2 0,1 1 0 0,1-2 2 0,1 0-4 15,-2 1 3-15,2 2-2 0,-4-1 0 0,0 1 3 16,1 1-2-16,-4 0-5 0,-4 3 2 0,11-6 4 16,-7 3-2-16,-4 3-2 0,9-2-1 0,-9 2 4 15,8-2-10-15,-8 2 5 0,10 6-5 16,-4-4 3-16,-2 3 0 0,-4-5-10 0,7 10 17 16,-3-4-6-16,0 0 3 0,2 4-3 0,-4-6 0 0,2 5 0 15,1 0 1-15,-1-2-5 0,-3 1-19 0,2-1-16 16,-2-2-21-16,-1-5-27 0,5 12-35 15,-3-5-40-15,-2-7-49 0,0 9-51 0,0-9-195 16,0 0-496-16,0 0 220 0</inkml:trace>
  <inkml:trace contextRef="#ctx0" brushRef="#br0" timeOffset="19568.09">12222 14579 189 0,'0'0'238'0,"0"0"-18"0,0-7-20 16,0 7-15-16,0 0-15 0,0 0-12 0,0 0-12 16,0 0-9-16,0 0-17 0,-19 12-9 0,17-6-12 15,-4-1-8-15,3 2-11 0,1-1-9 0,2-6-3 16,-6 15-9-16,3-10-2 0,3-5-6 0,0 13-8 16,2-4-2-16,-2-9-6 0,2 12-3 0,1-6-3 15,1-1-1-15,1-1-3 0,-1 1-3 0,2 2-3 16,0-2 0-16,0-1-4 0,0 3-4 0,-1-1 7 15,1-2-8-15,2 1-2 0,-4 0 2 0,1 0-4 16,1-1 4-16,-3 1 1 0,1 0 6 0,0-1 5 16,-4-4 4-16,7 7 4 0,-6-3 3 0,-1-4 5 15,4 7 8-15,-4-7 1 0,0 0 0 0,0 10 0 16,0-10-7-16,0 0 8 0,-7 7-9 0,0-4-3 16,7-3-4-16,-7 5-13 0,3-2-12 0,4-3-19 15,-10 1-19-15,10-1-30 0,-12 3-33 0,12-3-55 16,0 0-34-16,-15-3-53 0,15 3-206 0,-10-3-478 15,10 3 211-15</inkml:trace>
  <inkml:trace contextRef="#ctx0" brushRef="#br0" timeOffset="19734.92">12392 14658 106 0,'7'-1'238'0,"-2"-2"-16"16,3 1-17-16,-8 2-23 0,11-5-15 0,-3 3-18 15,-8 2-13-15,17-5-26 0,-17 5-36 0,14-3-39 16,-14 3-38-16,0 0-40 0,17-3-56 0,-10 3-40 16,-7 0-85-16,0 0-241 0,0 0 106 0</inkml:trace>
  <inkml:trace contextRef="#ctx0" brushRef="#br0" timeOffset="19906.42">12448 14718 118 0,'0'0'235'0,"0"0"-3"0,0 0-7 15,0 0-8-15,0 0-13 0,0 0-13 0,-2 7-16 16,2-7-12-16,0 0-3 0,0 0-14 16,0 0-11-16,0 0-7 0,0 0-7 0,16 1-17 15,-16-1-16-15,15-4-36 0,-3 2-32 0,1-3-34 16,0-1-35-16,4 1-35 0,3-1-41 0,-1-1-41 16,2 1-43-16,-3 0-136 0,-4 2-373 0,3-3 165 0</inkml:trace>
  <inkml:trace contextRef="#ctx0" brushRef="#br0" timeOffset="20066.74">12736 14602 64 0,'0'0'212'0,"0"0"-16"16,0 0-17-16,0 0-17 0,0 0-13 0,9-4-16 16,-9 4-8-16,13-3-12 0,-13 3-16 0,16-1-24 15,-3-3-36-15,-1 1-36 0,1 1-53 0,-2-1-54 16,1 2-125-16,-12 1-249 0,17-2 110 0</inkml:trace>
  <inkml:trace contextRef="#ctx0" brushRef="#br0" timeOffset="20284.41">13059 14432 185 0,'4'-4'294'15,"-1"-1"2"-15,-3 5-15 0,6-6-21 0,-6 6-22 16,0 0-20-16,0 0 6 0,0 0 23 0,0 0-1 15,5 20-12-15,-5-20-12 0,-5 30-13 0,1-11-15 16,-1 6-19-16,1-6-17 0,2-1-21 0,0 0-6 16,0 0-17-16,-1 0-11 0,3 1-7 0,2-3-15 15,-1 3-26-15,3-2-37 0,-2-1-32 0,2-5-47 16,1 1-39-16,-5 1-48 0,4-1-48 0,-4-2-55 16,3-2-74-16,-3 3-229 0,0-11-600 0,-7 19 266 15</inkml:trace>
  <inkml:trace contextRef="#ctx0" brushRef="#br0" timeOffset="21171.45">13225 14548 3 0,'3'-7'166'0,"-3"7"-11"0,0 0-23 0,4-5-8 16,-4 5-12-16,0 0 6 0,0 0 3 15,0 0-9-15,0 0-1 0,0 0-2 0,15 14-3 0,-12-8 0 16,-1 0 5-16,5 4-8 0,-2 0-8 0,-3 2-6 16,2-2-11-16,-1 1-5 0,1-2-5 15,0 1-4-15,-2 0-7 0,3 0 0 0,0-2-8 16,-1 0-3-16,-1-1-7 0,-1-2-2 0,2 0-1 16,-4-5-4-16,4 9 0 0,-4-9 8 0,5 3 6 15,-5-3 10-15,0 0 6 0,7 3-2 0,-7-3 1 0,0 0-7 16,0 0-1-16,15-11-11 0,-10 6-2 0,1-4 0 15,4 1-6-15,-1-5 0 0,-1 2-2 0,6-1 3 16,-1-3-7-16,-4-1-9 0,3 1 4 16,-3 0 1-16,3 1-6 0,-6 0-2 0,3 1-7 15,0 3 2-15,-2 0-4 0,-1 1 1 0,-3 4-7 0,-1-2-14 16,-2 7-13-16,8-9-22 0,-8 9-30 0,1-5-33 16,-1 5-26-16,0 0-18 0,0 0-31 0,0 0-28 15,-18 17-191-15,4-6-438 0,1-2 194 0</inkml:trace>
  <inkml:trace contextRef="#ctx0" brushRef="#br0" timeOffset="22303.22">5750 17147 6 0,'0'0'-1'16,"-12"-2"-2"-16</inkml:trace>
  <inkml:trace contextRef="#ctx0" brushRef="#br0" timeOffset="24832.12">5615 17134 30 0,'0'0'51'0,"0"0"5"0,0 0-4 15,0 0 3-15,0 0-6 0,0 0-7 0,-9-4 3 16,9 4-8-16,0 0 3 0,0 0-12 0,0 0 2 15,0 0-2-15,0 0-2 0,0 0 6 0,0 0-3 16,0 0 3-16,0 0 2 0,0 0-1 0,-6-6 3 16,6 6-2-16,0 0 6 0,0 0-9 0,0 0 0 15,0 0 11-15,0 0-11 0,0 0 5 0,0 0 8 16,0 0-15-16,0 0-10 0,0 0 10 0,0 0 0 16,0 0-11-16,0 0-3 0,0 0 11 15,0 0-7-15,0 0 1 0,0 0 2 0,0 0 4 16,0 0-12-16,0 0 5 0,0 0 1 0,0 0 0 15,0 0-4-15,5-18-3 0,-5 18 5 0,0 0 4 16,4-13-4-16,-4 13 7 0,2-10 1 0,-2 10-5 16,5-12-1-16,-5 12 4 0,4-10 6 0,-4 10-1 15,4-10 3-15,-4 10-4 0,2-13 8 0,-2 13-4 16,3-8-8-16,-3 8 2 0,4-11 0 0,-2 3-5 16,-2 8-1-16,2-11-4 0,-2 11 1 0,4-13-2 15,0 7-3-15,-4 6 1 0,0 0-2 0,5-17-2 16,-5 17 7-16,2-12-5 0,-2 12 3 0,5-12-2 15,-5 12 0-15,5-12 7 0,-5 12 1 0,3-13-6 16,-3 13-1-16,5-13 4 0,-5 13-4 0,5-13 1 16,-5 13 2-16,5-16-2 0,-1 8-5 0,-4 8 3 15,5-14-1-15,-5 14-3 0,5-14 0 0,-1 6 2 16,-4 8-1-16,8-20-3 0,-4 12 2 0,-4 8-3 16,7-15-2-16,-2 5 4 0,-5 10-1 0,7-16-4 15,-2 8 0-15,-5 8 6 0,3-14 5 16,-3 14-1-16,3-13 3 0,-3 13 0 0,7-12-3 15,-7 12-1-15,3-15-1 0,3 7 1 0,-6 8 1 16,0 0-2-16,6-17 0 0,-6 17-1 0,4-11 1 16,-4 11 0-16,4-11-2 0,-4 11-2 0,0 0 2 15,5-16-2-15,-5 16 2 0,4-12-2 0,-4 12-2 16,3-14 3-16,-3 14-2 0,7-14-8 0,-7 14 8 16,4-11-4-16,-4 11 4 0,2-14-1 0,-2 14-2 15,7-16 1-15,-7 16 1 0,5-13-1 16,-5 13 2-16,5-11-2 0,-5 11-2 0,4-11 5 0,-4 11 1 15,4-12-3-15,-4 12 1 0,5-14 3 0,-5 14-1 16,5-16 0-16,-5 16-4 0,5-17-1 0,0 8 4 16,-5 9-2-16,6-18-2 0,-3 9 2 0,-3 9 0 15,6-19-4-15,-6 19 6 0,6-12 0 0,-3 2-4 16,-3 10 3-16,9-17-1 0,-9 17 0 16,4-13 0-16,-4 13 1 0,5-13 0 0,-5 13 1 0,3-10 1 15,-3 10-2-15,5-11 0 0,-5 11-2 16,0 0 4-16,5-16-5 0,-5 16 1 0,6-13 3 15,-6 13 0-15,5-10-4 0,-5 10 1 0,0 0 3 16,6-14-2-16,-6 14-4 0,3-12 2 0,-3 12 4 16,6-11-4-16,-6 11-3 0,0 0 4 0,3-16 0 15,-3 16 1-15,3-12-2 0,-3 12 2 0,6-10-3 16,-6 10 1-16,5-12 2 0,-5 12-4 0,4-10-5 16,-4 10 10-16,5-10-2 0,-5 10 0 0,4-12-1 15,-4 12-1-15,0 0-1 0,4-17 2 0,-4 17-2 16,6-11 4-16,-6 11-3 0,3-16-3 15,-3 16 2-15,4-12 1 0,-4 12-1 0,6-11 3 16,-6 11-3-16,7-11 1 0,-7 11-3 0,6-12 1 0,-6 12 2 16,9-10-4-16,-9 10 1 0,5-13 3 0,-5 13 6 15,8-9-5-15,-8 9-4 0,7-13 2 0,-7 13 0 16,10-11 3-16,-4 2-8 0,-6 9 7 16,9-9-2-16,-9 9 0 0,9-11 0 0,-9 11 0 15,11-9-1-15,-11 9 3 0,8-9-3 0,-8 9 1 16,7-10 3-16,-7 10 0 0,11-9-1 0,-11 9-4 15,9-10 4-15,-9 10 1 0,10-8-2 0,-10 8 1 16,12-9-1-16,-12 9 2 0,12-7-4 0,-12 7 5 16,13-10-2-16,-4 4-1 0,-9 6 1 0,13-8 2 15,-13 8-3-15,16-8-1 0,-7 1 6 0,-9 7-4 16,19-10 1-16,-11 4-3 0,1 0 0 0,-9 6 0 16,19-9 0-16,-11 5 2 0,-8 4 2 0,16-10 1 15,-7 5-5-15,-9 5 1 0,18-8 0 0,-8 3 3 16,-2-1-4-16,-8 6 2 0,17-5-1 15,-17 5 2-15,13-8-2 0,-13 8 1 0,12-6-3 16,-12 6 1-16,17-7-1 0,-17 7 2 0,15-8-1 16,-3 4 12-16,-3-1-11 0,2-1 1 0,1 0 1 15,-12 6 3-15,21-11-10 0,-8 7 6 0,-1-2 1 0,2 1-1 16,-3-1 1-16,1 1-1 0,-1-1 3 0,-11 6-2 16,22-8 0-16,-12 2 1 0,1 2-1 15,-11 4 0-15,24-8 1 0,-14 4 1 0,1-2 3 16,1 5 1-16,1-5-6 0,-2 3 3 0,2-1-2 15,0-1 2-15,-2 0 1 0,3 3-3 0,3-5 3 16,-4 2 1-16,-3 2 1 0,2-2-7 0,1 1 2 16,-13 4 1-16,27-10 1 0,-15 6-3 0,1 0-1 15,-1 2 5-15,1-3-2 0,0 1 3 0,-2 1-5 16,7-2 2-16,-2 1-3 0,-2 1 2 0,2-1 0 16,-3-1 0-16,1 5-1 0,3-6 6 0,-4 4-6 15,-1 0 1-15,2 0 0 0,-14 2 1 0,26-4-2 16,-14 3 1-16,0-1-2 0,-12 2 8 0,29-4-8 15,-16 1 0-15,0 2 0 0,5-2 2 16,-2 1 2-16,1-1-1 0,1 1 2 0,0-1 3 16,-1-1-2-16,-17 4 2 0,29-6-1 0,-13 4-2 15,-16 2 0-15,25-3 0 0,-11 0-1 0,-14 3 3 16,30-7-3-16,-17 7 2 0,-13 0 2 0,29-6-3 16,-18 3 0-16,-11 3 2 0,27-5-3 0,-10 0 4 15,3 5 4-15,-20 0-2 0,31-6 5 0,-18 3-10 16,6 1-3-16,0-1 3 0,-2 1 3 0,2-2-1 15,-19 4-1-15,32-4-2 0,-16 1 5 0,2 1-4 16,0-2 3-16,-1 0 2 0,2 2 0 0,-2-2 0 16,3 2 2-16,-2 0-2 0,0-3-3 0,-1 1 3 15,-17 4 1-15,30-6-4 0,-17 4-2 0,5 1 0 16,-3-5 3-16,-15 6-3 0,28-4-2 0,-10 2 6 16,-1 1-3-16,-17 1 1 0,32-4-3 0,-15 2-1 15,-17 2 0-15,32-4-3 0,-14 4 0 0,0-2 1 16,0 0-1-16,-3-2 4 0,4 3-4 15,-2-2 2-15,1 0 1 0,-18 3-2 0,31-3 1 0,-15 2 2 16,2-1 3-16,0-2 2 0,-18 4-2 16,27-3 3-16,-13 1-6 0,-14 2-4 0,24-3 2 15,-7 1-1-15,-17 2 1 0,31-4 2 0,-19 3-1 16,-12 1-3-16,30-2 5 0,-15-2-4 0,-15 4-2 16,28-2 3-16,-9 1 2 0,-19 1-3 0,32-2 0 15,-19-1 3-15,5 2 2 0,0-3 0 0,1 2 1 16,-2 0-2-16,1 0 2 0,-18 2-4 0,35-3 3 15,-16 2 2-15,-2-1-1 0,2 0-4 16,-1 1 6-16,1-1-6 0,-1 0 0 0,-18 2 1 0,32-2 1 16,-14 2-2-16,0 0 2 0,-18 0-7 0,36-3 2 15,-16 3 4-15,-3-2 1 0,5 2 0 16,-3-1-3-16,-1-2 3 0,3 3-1 0,-3-1 5 0,-18 1-2 16,40 0 0-16,-21-3-2 0,1 2 2 0,0-1-3 15,-1 2 1-15,0 0 0 0,3-3 4 0,-3 3 0 16,1-1 3-16,8 1-3 0,-7 0-1 0,7-3 0 15,-5 3 1-15,4 0 3 0,1-1-8 16,-1-2 3-16,-5 2 1 0,4 1-2 0,-3 0 0 16,4 0-5-16,1-1 8 0,-1-3-1 0,-6 4-7 15,2 0 5-15,-2 0-8 0,7 0 0 0,-1 1 4 16,-6 2 2-16,-1-3-7 0,2 1 14 0,-2 3-7 16,1-4 1-16,-1 0-1 0,0 1-5 0,1-1 3 15,1 1-3-15,-3-1 2 0,0 0 1 0,0 0-1 16,-1 2 4-16,1-2-5 0,1 2-1 0,-20-2 3 15,32 2-2-15,-13 0 4 0,4-1-3 0,-7 2-2 16,4-2 2-16,-1-1-2 0,-1 4 1 0,1-5-2 16,-1 1 5-16,-18 0-4 0,32 0 3 15,-18 1 2-15,-14-1-2 0,32 2 2 0,-19-2 4 16,-13 0-5-16,25 0 2 0,-6 3 8 0,-19-3-14 16,28 2-2-16,-15-1 6 0,6 0-1 0,-19-1 2 15,31 2-3-15,-18-2 4 0,-13 0-4 0,28 1 1 16,-13-1 4-16,-15 0-3 0,27 1-6 0,-13 1 5 15,-14-2 1-15,27 2 4 0,-27-2 8 0,25 1-14 16,-12-1 1-16,-13 0 1 0,26 2-5 0,-26-2 6 16,25 1-2-16,-25-1 2 0,25 1-3 0,-11-1 6 15,-14 0-1-15,28 2-4 0,-12-4 6 0,2 4-1 16,-18-2 4-16,26 3-3 0,-9-4 16 0,0 2-16 16,-17-1-1-16,32 3 0 0,-19-3 3 0,6 1-6 15,0 2 3-15,-2-3 1 0,-17 0-2 0,33 0-3 16,-15 2 1-16,0-1 1 0,-18-1 3 0,32 0-2 15,-12 0 4-15,-2 0 1 0,0 0-3 0,0 2 0 16,3-1 2-16,-2 2-1 0,0-3-5 0,-1-3 14 16,-18 3-11-16,28 1-6 0,-14 1 6 15,-14-2-2-15,27 1-2 0,-27-1 0 0,24-1 2 16,-24 1-1-16,18 0 2 0,-18 0 4 0,0 0-2 16,22 0-9-16,-22 0 3 0,0 0-5 0,16 3 13 15,-16-3 4-15,0 0-14 0,0 0 3 0,17 2 0 16,-17-2 1-16,0 0 2 0,0 0 1 0,19 0 7 15,-19 0-11-15,0 0-1 0,0 0-2 0,21 0 1 16,-21 0 1-16,0 0 1 0,0 0 3 0,18 1-2 16,-18-1 0-16,0 0 2 0,0 0-4 0,19 1 6 15,-19-1-10-15,0 0 6 0,20 2 5 0,-20-2-10 16,0 0 2-16,19-4-2 0,-19 4-1 0,0 0 2 16,20-2 2-16,-20 2-4 0,0 0 3 0,0 0-19 15,0 0-21-15,0 0-33 0,20 3-32 0,-20-3-30 16,0 0-33-16,0 0-31 0,0 0-38 0,0 0-50 15,0 0-55-15,0 0-218 0,0 0-602 0,-37 30 266 16</inkml:trace>
  <inkml:trace contextRef="#ctx0" brushRef="#br0" timeOffset="25336.3">11512 15322 177 0,'0'0'193'0,"0"0"-15"0,0 0-23 0,0 0-11 0,0 0-14 15,0 0-4-15,0 0-13 0,0 0-5 0,0 0-2 16,13 19 0-16,-13-19-9 0,6 16-7 0,-6-16-3 16,10 15 0-16,-7-4-2 0,2-1-3 0,-3 2-7 15,5 3-4-15,-5-4-2 0,6 1-9 16,-6-1-3-16,4 1 1 0,-3-2-6 0,1 0-7 16,-4-10-3-16,6 21-2 0,-3-10-5 0,-3-11 0 15,7 15-7-15,-7-15 0 0,7 12-3 0,-7-12-2 16,5 10-2-16,-5-10 0 0,0 0-3 0,6 9 0 15,-6-9-1-15,0 0 6 0,10 6 1 0,-10-6 5 16,0 0 3-16,0 0 2 0,0 0 5 0,21-12-3 16,-21 12 0-16,10-13-1 0,-4 5-2 0,3 0 3 15,-4-3-4-15,1 0-4 0,-1-1 0 0,2-3-6 16,2 1-1-16,-1-3 1 0,2 1-7 0,-3 1 1 16,1-2-10-16,4 1 0 0,-4 1-3 0,0 1-6 15,-3 5-8-15,-5 9-10 0,10-17-15 0,-10 17-23 16,9-9-30-16,-9 9-39 0,0 0-35 0,0 0-20 15,0 0-27-15,9-6-37 0,-9 6-138 0,0 0-417 16,0 0 185-16</inkml:trace>
  <inkml:trace contextRef="#ctx0" brushRef="#br0" timeOffset="25736.26">11935 15372 53 0,'0'0'235'16,"0"0"-6"-16,0 0-12 0,0 0-15 0,0 0-14 16,-49 8-10-16,41-2-14 0,-2 2-12 0,-1 0-13 15,4 2-9-15,-2 3-12 0,1-3-8 0,1-1-10 16,-1 0-6-16,8-9-10 0,-5 19-8 0,2-10-9 16,3-9-7-16,-3 12-5 0,3-12-4 0,0 0-5 15,6 18-1-15,-6-18-7 0,8 7 0 0,-8-7-3 16,9 4-5-16,-9-4 2 0,0 0-7 0,18 0 0 15,-18 0-3-15,0 0-5 0,20-6 0 0,-20 6-2 16,16-8 1-16,-16 8-1 0,13-10-2 16,-13 10 1-16,13-7-3 0,-13 7-2 0,12-6 6 15,-12 6-10-15,11-8 0 0,-11 8 1 0,12-7 0 0,-12 7-1 16,8-4 1-16,-8 4-2 0,0 0-5 16,0 0 3-16,17 0 0 0,-17 0-2 0,0 0-2 15,0 0 3-15,16 9 2 0,-16-9-1 0,6 11 0 16,-1-2 2-16,-5-9-2 0,3 13 1 0,-3-13 4 15,6 14-17-15,-2-6-10 0,-4-1-23 0,0-7-20 16,4 15-28-16,-4-15-28 0,3 12-41 0,-3-12-27 16,0 0-37-16,6 13-164 0,-6-13-420 0,0 0 186 15</inkml:trace>
  <inkml:trace contextRef="#ctx0" brushRef="#br0" timeOffset="26059.27">12181 15454 135 0,'0'0'194'0,"0"0"6"0,-7-15-6 0,7 15-11 16,0 0-11-16,0 0-14 0,-7-8-6 15,7 8-15-15,0 0-10 0,0 0-15 0,0 0-10 0,0 0-9 16,-27 21-9-16,27-21-10 0,-10 14-5 16,7-8-9-16,1 2 2 0,2-8-12 0,-4 11-4 15,4-11-1-15,-1 12-7 0,1-12-1 0,5 14-8 16,-1-9 0-16,-4-5 1 0,9 13-7 0,-3-8-2 15,2 2-1-15,-2-2-7 0,1 2 3 0,-1-2-7 16,-1 1 2-16,-5-6-1 0,12 10-2 0,-8-4-1 16,-4-6-1-16,6 12 0 0,-3-5 3 0,-3-7-3 15,4 10 1-15,-4-10 5 0,0 10 0 0,0-10 7 16,0 0-2-16,-4 15-3 0,4-15 0 0,-7 11-12 16,7-11-8-16,-10 6-13 0,10-6-17 0,-10 6-23 15,10-6-45-15,-9 7-49 0,9-7-50 0,0 0-180 16,-18 3-414-16,18-3 183 0</inkml:trace>
  <inkml:trace contextRef="#ctx0" brushRef="#br0" timeOffset="26216.97">12313 15551 19 0,'14'-4'206'0,"-14"4"-18"0,18-7-18 16,-18 7-18-16,15-2-13 0,-15 2-22 0,20-4-33 15,-20 4-44-15,0 0-49 0,21-5-47 0,-21 5-48 0,0 0-54 16,0 0-171-16,0 0 75 0</inkml:trace>
  <inkml:trace contextRef="#ctx0" brushRef="#br0" timeOffset="26365.09">12389 15598 174 0,'-4'7'216'0,"4"-7"-8"0,0 0-9 16,0 0-10-16,0 0-13 0,0 0-9 0,0 0-10 15,0 0-14-15,0 0-9 0,0 0-13 0,0 0-11 16,0 0-33-16,21 7-42 0,-21-7-52 16,0 0-62-16,44-13-57 0,-19 7-177 0,6-2-338 15,1 0 150-15</inkml:trace>
  <inkml:trace contextRef="#ctx0" brushRef="#br0" timeOffset="26551.34">12965 15491 127 0,'0'0'203'0,"0"0"-23"16,0 0-14-16,0 0-18 0,0 0-18 0,0 0-23 16,38-8-28-16,-24 6-31 0,-14 2-27 0,21-4-44 15,-9 2-58-15,-12 2-104 0,18-5-199 0,-18 5 89 16</inkml:trace>
  <inkml:trace contextRef="#ctx0" brushRef="#br0" timeOffset="26863.51">13220 15302 222 0,'0'0'236'16,"12"-3"-12"-16,-12 3-17 0,0 0-11 0,0 0-16 15,30 8-7-15,-22-3 2 0,1 1-1 0,-2 3-14 16,2-2-12-16,-2 2-8 0,1 1-7 0,-3 2 0 16,-1-2-19-16,1 0 0 0,-5-10-6 0,3 23 3 15,-1-13-10-15,-2-10 0 0,-5 22 2 0,-4-11-14 16,4-1-5-16,-3-1-6 0,3 1-10 0,5-10-3 16,-14 15-7-16,10-8-6 0,4-7-4 0,-9 9-6 15,9-9-8-15,-6 7-1 0,6-7-4 0,0 0-2 16,-5 11-3-16,5-11-5 0,0 0 6 0,0 0-15 15,0 0-7-15,0 0-31 0,26 6-26 0,-11-7-28 16,4 0-33-16,-3-3-28 0,-16 4-36 16,36-5-47-16,-18-1-49 0,0 3-216 0,-4-1-529 15,-14 4 234-15</inkml:trace>
  <inkml:trace contextRef="#ctx0" brushRef="#br0" timeOffset="27166.35">13598 15356 183 0,'0'0'245'0,"0"0"-12"0,0 0-9 0,0 0-5 16,0 0-10-16,0 0-9 0,27 16-5 0,-20-8-1 15,-2 1-10-15,1 0-4 0,-2 2-17 0,3-2-8 16,0 2-14-16,-2 0-3 0,3-2-17 0,-3 1-8 16,3-2-6-16,-8-8-13 0,10 14-2 0,-5-9-5 15,-5-5 2-15,13 8 4 0,-13-8 1 0,14 4-6 16,-14-4-3-16,19 0-9 0,-19 0-8 0,19-7-3 15,-6 4-2-15,0-2-2 0,-2-3-5 0,3-1-8 16,0 0-4-16,0-3-3 0,-1 1 7 0,-1-2-11 16,0 0-7-16,-1-2-10 0,-2 2-14 15,3-1-16-15,-3-2-23 0,-3 5-9 0,2 1-12 16,-4 1-18-16,-4 9-32 0,5-12-38 0,-5 12-42 16,0 0-41-16,0 0-54 0,0 0-62 0,-36-14-177 15,17 14-560-15,-10 4 248 0</inkml:trace>
  <inkml:trace contextRef="#ctx0" brushRef="#br0" timeOffset="29984.38">5683 17061 36 0,'0'0'107'0,"0"0"-30"0,0 0 11 0,0 0-15 15,0 0 8-15,0 0-9 0,0 0 7 0,0 0-3 16,0 0-5-16,0 0-5 0,0 0 3 0,0 0-7 16,0 0-3-16,0 0-1 0,0 0-2 0,0 0-10 15,0 0 3-15,-4-14-13 0,4 14 5 0,0 0-4 16,0 0-4-16,0 0 3 0,0 0-8 15,0 0 5-15,0 0 2 0,0 0-6 0,0 0 7 0,0 0-10 16,0 0 0-16,0 0 3 0,0 0-5 16,9-8-1-16,-9 8-1 0,0 0-4 0,0 0-2 15,11-10 4-15,-11 10 1 0,9-10-3 0,-9 10-8 16,9-8 3-16,-9 8-1 0,8-11 1 0,-8 11-3 16,8-11-1-16,-8 11 4 0,7-14-3 0,1 5-1 0,-8 9 3 15,13-15-1-15,-5 8-3 0,-2-2 6 16,1 1-1-16,-7 8-6 0,9-14 2 0,2 2 0 15,-6 4 1-15,-5 8 0 0,9-10 0 0,-3 0-6 16,-6 10 6-16,13-15-2 0,-8 11-1 0,-5 4 3 16,10-14-1-16,-10 14-1 0,12-14-2 0,-6 7 2 15,0 0-1-15,2-2-4 0,-8 9 4 0,14-14 2 16,-7 6-6-16,-7 8 4 0,15-11-3 0,-7 3-1 16,-1 3 2-16,1-3 2 0,-8 8-4 0,14-11 9 15,-5 6-4-15,0-4-1 0,-1 2 1 0,2-1 2 16,-3 2 3-16,4 3 2 0,-4-4-5 15,3 0 1-15,-2 2 6 0,-1-1-5 0,-1 1 2 16,3-1 1-16,0 0-3 0,-3 0 3 0,2 1-6 16,1-2 4-16,-9 7-2 0,14-12-3 0,-6 7 2 0,2 0 1 15,-1-4-3-15,-1 4 6 0,2-2-3 0,0 0 2 16,-1 2-2-16,1-4 3 0,-1 3-1 0,0-2-3 16,0 3-2-16,0-1 7 0,0 0-4 15,0-1-2-15,0 3 3 0,-2-3-3 0,2 1-2 16,-1 0 3-16,1-1 0 0,-1 2 1 0,-1-2-2 15,2 2 3-15,-9 5-6 0,14-12 1 0,-7 6 4 16,-2 3-1-16,5-4-1 0,-4 1-1 0,1 0 0 16,1-2 0-16,0 1-1 0,0 1 0 0,-3-2 2 15,4 3 2-15,-9 5-2 0,17-15-1 0,-10 8 4 16,1-2-4-16,2 3 3 0,-10 6 1 0,14-15 1 16,-7 8-4-16,-7 7 0 0,14-13 1 0,-9 8 0 15,-5 5-3-15,12-12 3 0,-12 12 0 0,12-9-2 16,-7 3 1-16,-5 6-1 0,12-8 0 15,-12 8-1-15,10-10 2 0,-10 10-1 0,8-6 0 16,-8 6-5-16,7-10 5 0,-7 10-2 0,14-9-3 0,-14 9 1 16,13-12 0-16,-6 7-5 0,2-3 5 0,1 0 1 15,-1 3-1-15,-9 5 1 0,20-14 1 0,-10 7 5 16,2-1-3-16,1 1 0 0,-3 1 3 16,5-3-4-16,-5 4-1 0,-10 5 2 0,22-13-2 15,-13 9-1-15,-9 4-1 0,19-11 3 0,-8 6-1 16,-2 0 2-16,-9 5 3 0,21-9-2 0,-12 4-1 15,3-1 3-15,-2-1-2 0,3 1 0 0,-1 0-3 16,0 0 2-16,-1 1-1 0,0 0-1 0,0 2 2 16,-11 3-3-16,24-7 4 0,-12 4-2 0,-1-1-4 15,1-1 2-15,-12 5-2 0,23-8 1 0,-13 5 1 16,3-2-1-16,-13 5-2 0,20-6 0 0,-9 2 3 16,-1-1-2-16,-10 5 0 0,20-6 2 0,-11 4-6 15,-9 2 1-15,21-7-7 0,-11 5 8 0,-10 2 1 16,20-5-2-16,-11 1 3 0,-9 4 0 0,22-5-1 15,-10 1-1-15,-12 4 2 0,22-5-3 16,-10 1-2-16,-12 4 6 0,23-3-2 0,-11 1 1 16,-12 2-10-16,20-5 9 0,-11 4 0 0,-9 1 2 0,19-4-4 15,-19 4 0-15,18-3 0 0,-7 2 2 0,-11 1-1 16,21-4 2-16,-21 4-1 0,19-2 3 16,-9 0-2-16,-10 2-1 0,22-5-2 0,-10 5 0 0,-12 0 3 15,24-1-3-15,-24 1 2 0,23-4-1 16,-23 4 0-16,25-5-1 0,-12 2 3 0,0 3-3 15,-13 0 3-15,24-3-5 0,-8 2 4 0,-16 1 0 16,25-3-1-16,-8 3-1 0,-2 0 3 0,-15 0-5 16,31-3 4-16,-18 1 5 0,6 1-5 0,-4 1 0 15,3-2 0-15,-1 1 0 0,0 1-12 0,1 0 12 16,0-1-2-16,0 1-7 0,-1-2 8 0,-1 2 5 16,2 2-2-16,-4-2-3 0,-14 0-1 0,30 0 4 15,-14 0-3-15,0-2-2 0,-16 2 3 16,26 0 3-16,-11 0-1 0,-15 0 0 0,28 0-4 0,-11 0 5 15,-4 0-3-15,6 0 2 0,-4 0-13 0,-15 0 15 16,30-1-2-16,-16 2 3 0,3-3-1 16,-3 0 3-16,3 2-2 0,-17 0-1 0,28 0 0 0,-14 0 0 15,0 0-1-15,5-2 0 0,-2 2-10 16,2 0 9-16,-6-1 1 0,-13 1 1 0,35 0-1 16,-17 0 5-16,-18 0 0 0,31 0-8 0,-17 0 5 0,4 1 3 15,1-1-1-15,-1-1-1 0,0 1 1 16,1 0-14-16,0 0 18 0,0 0-4 0,-2-2 2 15,3 1 0-15,-2 1 6 0,3 0-9 0,0-1 4 16,-1-1 0-16,1 1-1 0,0-1 4 0,-3 2-2 16,2-1-5-16,-1 1 2 0,-1-2 2 0,1 2-5 15,1-1 0-15,-1-1 1 0,1 1-1 0,-2 1 4 16,1-1-3-16,2 1-4 0,-3-1 0 0,2 1-1 16,-1 0 1-16,-2 1-14 0,-3-1 18 0,4 0-1 15,2 2-11-15,-7-2 14 0,6 0-4 0,-2 0-12 16,-2 2 17-16,-15-2 3 0,35 3-13 15,-16-3 6-15,-19 0 2 0,33-2 4 0,-19 2-1 16,-14 0-3-16,27-1 0 0,-27 1 1 0,28 0-2 0,-15 0 3 16,6-2 4-16,-19 2-2 0,32 0-5 0,-19 2 3 15,7-4-2-15,-1 4 5 0,1-5 2 0,0 2-4 16,0 1 4-16,0 0 1 0,0 0-3 0,7-2 1 16,-5 2 3-16,-1-1-5 0,9 0 4 15,-2 0-3-15,1 1-3 0,-1 0 2 0,3-2-6 16,0 4 0-16,-3-4 6 0,2 1-2 0,1 2 3 15,-2-3-12-15,0 3 5 0,-1-1 11 0,0-2 4 16,1 2-3-16,2-2 2 0,0 0 0 0,-1 1-1 16,6-2 0-16,-4 3-5 0,-1-1 6 0,-1-2-7 15,1 2 1-15,-4-1-2 0,1 4 6 0,0-5-11 16,-1 3 5-16,-7 0-5 0,0-1 2 0,1 1 3 16,-2-1-5-16,2 0-4 0,-2 2-1 0,-19-1 5 15,36 0 5-15,-16 1-6 0,-2-1-3 0,1 0-9 16,-19 0 13-16,32 1-9 0,-14-1 10 15,-18 0-4-15,26 3 1 0,-26-3 6 0,24 1-9 0,-10-1 13 16,-14 0 0-16,26 1-6 0,-26-1 9 0,23 0-9 16,-23 0 4-16,25-1 7 0,-25 1-13 0,26 1 9 15,-8 1 6-15,-18-2-17 0,24 1 8 0,-10 0-2 16,4 1-2-16,-18-2 1 0,37 0-10 16,-20 1 15-16,2-1-4 0,0 1 0 0,1 0 3 15,2 1 2-15,7-1 0 0,-9 0 0 0,1 0-9 16,1-1 3-16,-1 0-5 0,0 2 8 0,6-2-7 15,-5 2 6-15,-2-2 4 0,2 2-7 0,0-2 2 16,7-1 3-16,-10 2-2 0,4 0 2 0,-5 0-5 16,0 0 0-16,0 1 4 0,-18-2-8 0,27 0 2 15,-27 0 0-15,22 1-7 0,-22-1 7 0,0 0 0 16,23-1-2-16,-23 1-2 0,0 0-1 0,0 0 1 16,19 1 0-16,-19-1 2 0,0 0-2 0,0 0-5 15,0 0 6-15,0 0-11 0,0 0 2 0,15 2-8 16,-15-2-13-16,0 0-7 0,0 0-17 0,0 0-35 15,13 6-7-15,-13-6-29 0,0 0-23 0,0 0-34 16,13 10-30-16,-13-10-42 0,9 8-61 0,-9-8-36 16,12 10-185-16,-12-10-574 0,21 6 253 0</inkml:trace>
  <inkml:trace contextRef="#ctx0" brushRef="#br0" timeOffset="30466.29">11873 15947 234 0,'0'0'257'0,"-5"-7"-10"0,5 7-10 15,0 0-19-15,-2-6-20 0,2 6-24 0,0 0-16 16,0 0-17-16,0 0-17 0,0 0-9 0,0 0-7 16,0 0-4-16,14 16-11 0,-10-10 5 0,1 3-1 15,1-2-8-15,4 5 0 0,-3-3-2 0,-1 2-3 16,5 0-10-16,-5 1-1 0,0-2-5 0,0-3-9 16,-2 3 0-16,3 0-8 0,-2-3 3 0,0 1-19 15,-1-4 17-15,-2 2-9 0,1 0 0 16,1-1-4-16,0 0-1 0,-4-5 0 0,6 7-7 0,-6-7 1 15,6 5-6-15,-6-5 5 0,5 2 1 0,-5-2 8 16,0 0 3-16,10 2 7 0,-10-2 2 16,0 0-5-16,0 0-4 0,17-14 5 0,-9 5-9 15,-2-1-2-15,5-2-12 0,-1-1 11 0,-1 0-16 16,0-2 11-16,2 2 1 0,-2-1-4 0,0-1 5 16,0-1-5-16,0 2-13 0,0 0-9 0,-3 3-12 15,2 1-11-15,-3 0-20 0,1 3-9 0,-4 1-15 16,2-2-23-16,1 4-29 0,-5 4-33 0,4-8-31 15,-4 8-21-15,0 0-9 0,0 0-28 0,0 0-34 16,0 0-213-16,0 0-521 0,3 18 231 0</inkml:trace>
  <inkml:trace contextRef="#ctx0" brushRef="#br0" timeOffset="30826.39">12286 15990 149 0,'0'0'233'0,"0"0"-4"15,0 0-6-15,0 0-13 0,0 0-8 0,0 0-14 16,0 0-9-16,0 0-15 0,0 0-4 0,-27 10-11 16,18-4-7-16,0 0-11 0,1 2-9 0,1 0-13 15,5-1-14-15,-3 1-2 0,1-3-14 0,-1 5-4 16,2-1-9-16,-1-3-4 0,4 4-6 0,0-4-6 16,0-6-4-16,0 0-2 0,4 13-3 0,-1-10-8 15,-3-3 3-15,10 4 0 0,-4-2-5 0,-6-2-1 16,15-3-2-16,-7 3-5 0,-8 0-4 0,17-3-1 15,-8 1 2-15,-2 1-3 0,4-2-3 0,-2-1-1 16,2 1-3-16,-2-3 3 0,-3 3-7 16,2 1-1-16,-1-2 0 0,-7 4-13 0,11-2 15 15,-5 0-4-15,-6 2-5 0,10 3 5 0,-10-3-5 0,11 5 2 16,-5 0 6-16,-4 1-5 0,1 2 3 0,2-3 1 16,-1 5-7-16,-3-1 11 0,2 1-6 0,-2-4-17 15,1 2-20-15,0 2-24 0,-2-5-27 16,0-5-29-16,0 14-47 0,2-8-34 0,-2-6-50 15,2 10-218-15,-1-6-501 0,-1-4 222 0</inkml:trace>
  <inkml:trace contextRef="#ctx0" brushRef="#br0" timeOffset="31154.02">12558 16059 203 0,'0'-6'246'16,"0"6"-13"-16,2-8-3 0,-2 8-20 0,0 0-17 15,0 0-22-15,0 0-21 0,0 0-7 0,0 0-12 16,0 0-10-16,0 0-13 0,0 0-12 0,0 0-8 16,-18 13-11-16,18-13-6 0,-4 13-11 0,4-5-2 15,0-1-4-15,0 2-6 0,0-9-7 0,4 13 0 16,-4-5-10-16,5-2 0 0,0 1-3 0,-1 2-2 16,3-3-3-16,-5 1-5 0,0 0 4 0,2-3-6 15,-4-4-3-15,5 11 1 0,-1-7-1 0,-1 2 8 16,-3-6 6-16,2 11 6 0,-2-11 6 0,5 9 3 15,-5-9-3-15,0 8 5 0,0-8-1 16,0 0-8-16,-6 10 1 0,6-10-7 0,-8 6 2 16,5-2-2-16,3-4-10 0,-6 7-18 0,6-7-19 15,-7 2-17-15,7-2-29 0,-4 5-21 0,4-5-25 16,0 0-32-16,-12 2-35 0,12-2-30 0,0 0-33 16,0 0-160-16,0 0-433 0,0 0 192 0</inkml:trace>
  <inkml:trace contextRef="#ctx0" brushRef="#br0" timeOffset="31410.84">12736 16133 112 0,'13'-4'114'0,"-4"1"-14"16,-9 3-6-16,16-4-8 0,-16 4-27 0,17 0-20 16,-11 0-30-16,-6 0-13 0,13 0-13 0,-13 0-4 15,8 4-4-15,-5-1 5 0,-3-3-1 0,4 7 5 16,-4-7 5-16,3 8 11 0,-3-8 9 0,0 10 19 15,0-10 7-15,0 8 27 0,0-8 0 0,0 9 17 16,0-9 10-16,0 0 0 0,-3 10-4 0,3-10 0 16,-2 8-3-16,2-8 1 0,5 8-9 0,-5-8-6 15,4 8-2-15,1-6-9 0,1 0 4 0,1 0-15 16,3-2-23-16,3 0-8 0,7 0-28 0,2-4-60 16,7-1-66-16,-2 2-104 0,2-2-261 0,1-1 116 15</inkml:trace>
  <inkml:trace contextRef="#ctx0" brushRef="#br0" timeOffset="31569.69">13205 16086 87 0,'0'0'250'0,"0"0"-20"16,-4-3-17-16,4 3-27 0,0 0-15 0,0 0-19 16,0 0-11-16,0 0-22 0,17-6-21 0,-7 5-28 15,1 0-36-15,-11 1-34 0,25-5-54 16,-14 2-50-16,2 2-40 0,-4 1-98 0,-9 0-262 15,22-4 116-15</inkml:trace>
  <inkml:trace contextRef="#ctx0" brushRef="#br0" timeOffset="31888.03">13440 15995 31 0,'0'0'189'0,"8"-3"6"0,-8 3-3 16,9-2-4-16,-9 2-8 0,0 0 2 0,11 0-4 15,-11 0-1-15,0 0-9 0,11 4-5 0,-6 0-13 16,1 0-11-16,-1-1-10 0,-5-3-14 0,4 10-8 15,-2-4-10-15,-2-6-5 0,5 13-10 0,-5-8-4 16,0-5-8-16,0 0-8 0,-3 19-5 0,1-10-7 16,2-9-4-16,-4 17-7 0,2-11-11 0,2 0-14 15,0-6-6-15,-3 12-11 0,3-4-6 0,0-8-8 16,0 13-10-16,2-7-4 0,-1-1 3 16,3 0-2-16,0 1 3 0,1-2 3 0,-4 2-2 0,3 0 2 15,0-1 1-15,-2 0 5 0,1 1-1 0,-3-6 6 16,6 11 0-16,-4-7-1 0,-2-4 3 0,3 10 0 15,0-6-2-15,-3-4 4 0,2 8 2 0,-2-8 5 16,0 0 1-16,0 10 0 0,0-10 0 0,0 0 0 16,-5 10 3-16,5-10-1 0,-3 5-17 0,3-5-31 15,0 0-29-15,0 0-46 0,-13 3-50 16,13-3-224-16,0 0-428 0,0 0 189 0</inkml:trace>
  <inkml:trace contextRef="#ctx0" brushRef="#br0" timeOffset="32185.09">13685 16050 45 0,'0'0'233'0,"12"2"-5"0,-5 2-2 16,-1 2-6-16,3 2 2 0,-2 2-13 0,0 0-2 16,2 3-9-16,-5 0-16 0,6 1-11 0,-4-4-4 15,-1 1-9-15,1-1-5 0,0 0-8 0,0-2-11 16,0-4 0-16,1 3-2 0,-1-1-2 15,1-1 8-15,0-3-3 0,-2 0 3 0,3 1-13 0,-8-3-16 16,15-3-3-16,-4 0-10 0,-3-1-17 0,4-4 3 16,-1 4-14-16,2-6-3 0,-1 1-7 0,1-4-5 15,1 2-10-15,-3 1 2 0,0-2-8 0,2-2-10 16,-1 2-17-16,-1 0-19 0,-4 0-22 0,-3 3-22 16,1-1-22-16,-1 3-34 0,-4 1-31 0,0 6-36 15,-4-10-38-15,4 10-45 0,-21-8-71 0,2 0-222 16,-4 6-598-16,-6 0 264 0</inkml:trace>
  <inkml:trace contextRef="#ctx0" brushRef="#br0" timeOffset="34542.41">5777 17134 26 0,'0'0'31'0,"0"0"7"0,0 0-9 0,0 0 2 15,0 0-6-15,0 0 3 0,0 0 3 0,0 0-3 16,0 0 9-16,0 0 5 0,0 0-3 0,0 0 6 16,0 0 7-16,0 0 10 0,0 0-4 0,0 0-7 15,0 0 2-15,0 0 4 0,0 0-1 0,0 0 9 16,0 0-3-16,0 0-6 0,0 0 3 0,0 0 0 15,0 0-1-15,0 0-6 0,-18-1 3 0,18 1-4 16,0 0-2-16,0 0-5 0,0 0-4 0,0 0-4 16,0 0 0-16,-3-2 0 0,3 2-9 15,0 0 3-15,0 0-6 0,0 0 8 0,0 0-8 16,0 0 0-16,-3-7 0 0,3 7 2 0,0 0 1 0,0 0-2 16,0 0-4-16,0 0 3 0,0 0-9 0,0 0 8 15,0 0-6-15,0 0 4 0,0 0-3 0,0 0 2 16,-5-5-11-16,5 5 13 0,0 0-2 0,0 0 1 15,0 0 2-15,0 0-3 0,0 0 2 16,0 0 2-16,0 0 2 0,0 0 0 0,0 0-1 16,0 0 1-16,0 0-3 0,0 0 5 0,0 0-4 15,0 0 0-15,0 0 1 0,0 0-2 0,0 0-6 16,0 0 1-16,0 0-3 0,0 0 0 0,0 0-4 16,0 0 3-16,0 0-6 0,0 0 3 0,0 0-5 15,0 0-1-15,0 0 1 0,0 0-1 0,0 0 1 16,0 0-3-16,0 0-2 0,0 0 1 0,0 0-4 15,-13 6 7-15,13-6-5 0,0 0-3 0,0 0 5 16,0 0-1-16,0 0 1 0,0 0 3 0,0 0-2 16,0 0 0-16,-9 1 1 0,9-1-3 0,0 0 0 15,0 0 0-15,0 0-1 0,0 0 3 0,0 0-3 16,0 0 1-16,-8 3-2 0,8-3 1 0,0 0 4 16,0 0-3-16,0 0-1 0,0 0 2 0,0 0-4 15,0 0 0-15,0 0-1 0,0 0 3 0,0 0-1 16,0 0-1-16,-8 1 2 0,8-1 0 15,0 0 2-15,0 0-3 0,0 0 6 0,0 0-5 16,0 0 1-16,0 0-2 0,-8 1 2 0,8-1 4 16,0 0-6-16,0 0 1 0,0 0 2 0,0 0-2 0,0 0-1 15,0 0 2-15,0 0 0 0,0 0 2 0,-10-1 0 16,10 1 6-16,0 0 1 0,0 0 4 16,0 0 3-16,0 0 0 0,0 0 0 0,0 0 4 15,0 0-2-15,0 0-1 0,0 0-6 0,0 0 7 16,0 0 0-16,0 0 0 0,0 0-2 0,0 0-2 15,0 0-2-15,0 0 0 0,-7-6-2 0,7 6 1 16,0 0-5-16,0 0 0 0,0 0 2 0,0 0-4 16,0 0 7-16,4-12-9 0,-4 12 2 0,0 0 1 15,7-9-1-15,-7 9-1 0,3-8 1 0,0 3-3 16,1 1 1-16,1-2 0 0,-1 0-2 0,1 2 0 16,0-3 3-16,-5 7-3 0,9-8 3 0,-9 8-2 15,11-10-6-15,-6 6 5 0,-5 4 1 0,9-7 0 16,-3 2-1-16,-6 5 1 0,11-7 0 0,-11 7-4 15,9-6 2-15,-5 3 3 0,-4 3-3 0,9-7 0 16,-3 3 2-16,-6 4-4 0,9-7 2 0,-9 7-2 16,10-7 1-16,-10 7 4 0,7-9-6 0,-7 9 6 15,10-8-1-15,-10 8-1 0,9-7 0 0,-9 7-1 16,9-6 4-16,-9 6-6 0,10-6 1 0,-10 6 5 16,9-5-6-16,-9 5 3 0,9-7-2 15,-9 7 0-15,9-5 2 0,-9 5-2 0,9-6 1 16,-9 6-4-16,9-4 5 0,-9 4-1 0,9-4 1 15,-9 4-10-15,10-5 12 0,-10 5-3 0,9-5-1 16,-9 5 0-16,10-2 1 0,-10 2-1 0,12-3 1 0,-12 3-1 16,11-2-7-16,-11 2 9 0,12-3 1 15,-12 3-2-15,15-4 5 0,-15 4-8 0,14-2 4 16,-5 0-6-16,-9 2 7 0,15-3 0 0,-6-1-1 16,-9 4-1-16,19-3 5 0,-8 0-5 0,-2 0-2 15,-9 3 4-15,14-4-2 0,-14 4 2 0,14-3 2 16,-7 1-4-16,-7 2 0 0,13-2 3 0,-13 2 0 15,14-3-1-15,-14 3 0 0,14-1-2 0,-5 0 4 16,-9 1-2-16,16-4-2 0,-16 4 3 0,16-3-2 16,-16 3 1-16,16-2 0 0,-16 2-2 0,12-1-1 15,-12 1 4-15,14-4-3 0,-6 2-1 0,-8 2 5 16,17-2-4-16,-17 2-1 0,18 0 6 0,-7 0-7 16,-11 0 2-16,19-3-1 0,-7 3 0 0,-12 0 4 15,18 4-1-15,-18-4-2 0,16 0 5 0,-16 0-4 16,17-1 2-16,-8-1-1 0,-9 2-3 0,18-2 3 15,-7 2-2-15,-11 0 1 0,18-1-11 0,-18 1 14 16,19 0-6-16,-7-1 4 0,-12 1-2 0,18 1 1 16,-18-1-4-16,14 1 6 0,-7 0-1 0,-7-1-1 15,20-1 2-15,-10 1-3 0,-10 0 2 16,20 2-1-16,-7-2 0 0,5 2-2 0,-5-2 3 16,1 1 0-16,2 2-1 0,2-2 1 0,-5 0-1 15,1 1-2-15,-2-2 5 0,2 0-2 0,-2 0-4 16,1 3 4-16,-1-3-12 0,2 0 11 0,0 2 2 0,-1-1-3 15,4-2 1-15,-4 1-3 0,5-2 7 16,-5 2-5-16,1 0 0 0,4 2-7 0,0-2-5 16,-2 2 4-16,4-3-5 0,-4 2 0 0,2-2-6 15,0 0-8-15,-4 3 0 0,4-3-16 0,0 1-8 16,-2 4-5-16,1-4-8 0,3 0-11 0,1 2-8 16,-3-2-41-16,1 3-30 0,-2-2-42 0,-1 3-151 15,-3-2-375-15,1 2 167 0</inkml:trace>
  <inkml:trace contextRef="#ctx0" brushRef="#br0" timeOffset="37447.39">5750 17017 39 0,'0'0'70'16,"-17"2"-8"-16,17-2-1 0,0 0-6 0,0 0 5 0,-12 3 1 16,12-3-1-16,0 0 10 0,0 0-12 15,0 0 6-15,0 0-3 0,0 0 0 0,-11 4-10 16,11-4-1-16,0 0-6 0,0 0-1 0,0 0-7 16,0 0 4-16,0 0-8 0,0 0 2 0,0 0-5 15,0 0-1-15,0 0-2 0,0 0 9 0,0 0-14 16,29 9 3-16,-29-9-1 0,14 1 8 0,-14-1-5 15,17 2 7-15,-5-1-4 0,-1 1 6 0,-11-2-8 16,24 0 9-16,-10 2-3 0,4-2 3 0,1 1-5 16,-1 0-4-16,9 1 7 0,-6-2-9 0,6 1 4 15,0 0-4-15,1 1-2 0,2-1-3 0,0-1-2 16,2 1 1-16,0-1-2 0,0 2 1 0,0 0-3 16,3-4-1-16,-1 4 4 0,-1-4-1 0,-1 2-4 15,0 0-2-15,0-1 2 0,-1 0 5 0,1 1-9 16,1 0 7-16,-1-1-3 0,3-3-3 0,-2 3 7 15,1-2-3-15,0 0 0 0,0 1-2 0,0 1 0 16,-2 1-3-16,0-4 1 0,3 1-1 0,-2 1-2 16,0-1 4-16,1 1-1 0,-2 0 2 0,-2 2-1 15,1-1-3-15,-2-1 0 0,-1 2-1 0,2 0 6 16,-8-2-10-16,7 2 6 0,-3-2-2 0,-5 2 3 16,1-2-2-16,-3 0-1 0,3 3 0 0,1-2-3 15,4 1 6-15,-8 0-2 0,3 0-2 0,6-2 1 16,0 0-8-16,-1 0 4 0,-6-3 3 0,8 3-1 15,-3-2 4-15,4-1-6 0,-2 4 5 16,-6-3 0-16,-1 3-4 0,-1 1 0 0,6-3-4 16,-4 2 3-16,6-5 3 0,-7 4-1 0,7 1 1 15,0-2 0-15,3-1-2 0,-2 3 3 0,2-2-4 0,-1 1 4 16,-2 1-4-16,4 1 4 0,-4-2-1 0,4 0 1 16,-2 1-3-16,-1-1 4 0,-1 1 0 0,4 1-1 15,0-1 3-15,0-1-7 0,1 2 8 16,2 0 0-16,-2-1-7 0,3-2 3 0,0 2-3 15,-3 1 7-15,1 1 1 0,1-2-5 0,-2 1 1 16,0-2-3-16,3 3 0 0,-4 0 3 0,1 0-5 16,-1 1 0-16,0-1 3 0,-2-1-3 0,0 0 1 15,1-1 0-15,-3 2 0 0,-6-1-2 0,6 0-8 16,-8 1-3-16,0-1-2 0,0 2-3 0,-2-2-13 16,-3 1-3-16,-3-1-11 0,2 1-7 0,-14-1-14 15,24 0-12-15,-24 0-9 0,13 0-22 0,-13 0-14 16,9 0-19-16,-9 0 1 0,0 0-11 0,0 0-108 15,0 0-278-15,0 0 123 0</inkml:trace>
  <inkml:trace contextRef="#ctx0" brushRef="#br0" timeOffset="37874.42">8663 16998 42 0,'0'0'149'0,"0"0"0"16,0 0-16-16,21 11-5 0,-11-8-9 0,5 0-2 15,2 1-6-15,3-1-20 0,7 1 9 0,2-1-2 0,1-1-3 16,6 0-7-16,1-2-10 0,1 3-1 16,13-3-6-16,-12 2-6 0,15-2-1 0,1 0-11 15,-5 0 1-15,3 0-2 0,-16 0 5 0,15-2-1 16,-12 4-10-16,12-2 6 0,-14 0-1 0,15-2-5 15,-13 4 6-15,12-2-6 0,-14 0-2 0,15-2-3 0,-15 5-4 16,0 1 2-16,0-6-7 0,1 5 3 16,-3-2-5-16,17 2 0 0,-3 1 1 0,-14-3-2 15,0 1-6-15,1-2 5 0,0 3-2 0,-1-3-5 16,-4 2 0-16,0-1-1 0,0-2-1 0,-2 3-2 16,-2-2-1-16,2 1-1 0,-3 1-3 0,-6-2 4 15,2 1-2-15,5 2-1 0,-8-2-4 0,-1-2 3 16,0-1-3-16,1 2-2 0,-2-1-3 0,-5 1 4 15,1 0-1-15,-2 0-1 0,-12 0-14 0,19 0-10 16,-12 1-15-16,-7-1-11 0,13 0-12 0,-13 0-17 16,0 0-23-16,14-1-25 0,-14 1-36 0,0 0-35 15,0 0-178-15,0 0-399 0,0 0 177 0</inkml:trace>
  <inkml:trace contextRef="#ctx0" brushRef="#br0" timeOffset="38041.51">10402 17089 13 0,'0'0'26'0,"9"1"-33"15,-9-1-7-15,0 0 3 0</inkml:trace>
  <inkml:trace contextRef="#ctx0" brushRef="#br0" timeOffset="39931.08">10051 16870 42 0,'0'0'107'0,"0"0"4"15,0 0-5-15,0 0 1 0,0 0-2 0,0 0-13 16,-10-9-2-16,10 9-8 0,0 0-2 0,0 0-1 16,0 0-8-16,0 0-3 0,0 0 2 15,0 0 4-15,0 0-3 0,0 0-2 0,0 0 4 0,0 0-5 16,0 0 1-16,0 0-5 0,0 0-4 16,0 0-6-16,0 0-5 0,0 0-7 0,0 0 2 15,0 0-7-15,0 0-3 0,0 0-5 0,0 0-6 16,0 0 1-16,0 0-4 0,0 0 4 0,0 0-6 15,0 0 7-15,0 0-7 0,0 0 4 0,0 0-3 16,15 36 5-16,-10-25 4 0,-5-11-2 0,9 20 3 16,-4-9-3-16,-1 1 2 0,4 3 2 0,-2 0 1 15,1 3 2-15,-2-1 6 0,2 1-5 0,2 0-2 16,-4 1-3-16,4-2 6 0,-2 2-2 0,0-2-3 16,1 0 5-16,-2-1-8 0,-2 0 2 0,2 4 5 15,-1-5 2-15,0 2 0 0,1-2 1 0,-3-3-6 16,-1 1 1-16,3-1-3 0,-2 0 1 0,-2-1-2 15,3 0 1-15,0-1-2 0,-2-2-3 0,-1 1 3 16,-1-9-5-16,3 15-2 0,-3-15 5 16,1 13-7-16,-1-13 4 0,0 11-8 0,0-11 3 15,0 0-5-15,2 11-1 0,-2-11 4 0,0 0-5 16,0 0 0-16,1 10-6 0,-1-10-4 0,0 0-18 0,3 5-15 16,-3-5-26-16,0 0-20 0,0 0-33 0,0 0-44 15,-17 4-30-15,17-4-49 0,-14 2-189 0,14-2-458 16,-24 0 202-16</inkml:trace>
  <inkml:trace contextRef="#ctx0" brushRef="#br0" timeOffset="40189.68">9930 17043 57 0,'0'0'185'0,"0"0"-11"0,0 0-5 0,-3-12-12 16,3 12-11-16,0 0-10 0,0 0-13 0,0 0-9 15,0 0-10-15,0 0-8 0,0 0-6 0,-29 21-13 16,21-13-2-16,-2-1-10 0,-3 0-5 0,4 2-8 16,-1-3-15-16,0 2-14 0,2-2-23 0,-1-1-25 15,0 2-29-15,1-2-33 0,1 0-18 0,7-5-30 16,-12 8-121-16,12-8-277 0,-11 8 123 0</inkml:trace>
  <inkml:trace contextRef="#ctx0" brushRef="#br0" timeOffset="40379.07">9999 16992 19 0,'0'0'139'0,"0"0"-12"16,16-3-9-16,-16 3-4 0,0 0-4 0,18 1-9 15,-18-1-21-15,13 5 3 0,-13-5-10 0,13 7-10 16,-13-7-4-16,14 10-7 0,-8-6-9 0,-6-4-11 16,15 9-18-16,-7-3-31 0,2 1-21 0,0-2-28 15,2 1-44-15,-3 0-56 0,1-1-181 0,-1 1 80 16</inkml:trace>
  <inkml:trace contextRef="#ctx0" brushRef="#br0" timeOffset="41393.51">9634 17540 59 0,'-11'5'168'0,"-1"2"-5"16,-4 5-7-16,-5 3-11 0,1 3-3 16,6-4-7-16,1 3-11 0,-2 3-3 0,1-5-16 15,5 1-7-15,1 1-11 0,3-1-5 0,0 2-9 16,0-3-7-16,1 3-3 0,4-6-9 0,1 0-6 16,2-2-3-16,3 0-6 0,-2 0 3 0,2-1-9 15,1-2-6-15,2-1-13 0,2-3-18 0,-1 2-12 16,2-3-9-16,-1 0-6 0,1-2-4 0,-12 0-8 15,23-4-6-15,-13 2-2 0,3-1 2 0,-3-1-1 16,2 1 0-16,0-2-1 0,-3 0 5 0,2-1 5 16,0-2-7-16,-2 1 12 0,0 0-10 0,0-3 9 15,-3 2 3-15,-6 8 4 0,13-18 5 0,-8 8 2 16,3 0 9-16,-3 1 17 0,-5 9 11 0,8-12 12 16,-8 12 19-16,0 0 5 0,7-12-5 0,-7 12-1 15,0 0-5-15,0 0 4 0,8-6 1 0,-8 6 6 16,0 0 3-16,0 0-7 0,0 0-5 0,0 0 1 15,0 25-9-15,0-25 2 0,2 14-3 16,2-4-1-16,-1-3-9 0,-3-7 11 0,9 16-3 16,-5-10-3-16,7 3 1 0,-3-5-2 0,1 2 0 15,3-2 1-15,1-1-10 0,4-3 8 0,1 0-2 16,-4 0-6-16,-4-2 3 0,9 0-5 0,-7-2 2 16,-1 0-2-16,1-1 0 0,-2-1-2 0,-10 6 1 15,22-9-5-15,-15 5 10 0,-7 4-6 0,12-12-1 16,-12 12 1-16,8-9-1 0,-8 9 0 0,5-12-2 15,-5 12-3-15,4-12-1 0,-4 12-4 0,0 0 1 16,3-14-2-16,-3 14 10 0,0 0-9 0,0 0 3 16,0 0-3-16,2-14-2 0,-2 14 0 0,0 0 0 15,0 0-6-15,0 0 1 0,0 0 5 0,0 0-4 16,0 0 2-16,0 0 7 0,0 0-5 0,-5 44 0 16,5-44 0-16,2 14 1 0,-2-14-2 0,7 11-1 15,0-6 4-15,-7-5-1 0,18 12 1 0,-11-8 3 16,-7-4 1-16,16 2 1 0,-4-1-2 15,0-1 3-15,-12 0 1 0,0 0-4 0,27-6 4 16,-15 3 0-16,-12 3 0 0,11-7 1 0,-3 0-4 16,-8 7 4-16,10-11-4 0,-5 3 1 0,-5 8-1 15,7-14 0-15,-3 4-5 0,-4 10 7 0,8-19-5 16,-6 10 2-16,-2 9-1 0,2-29-1 0,-1 19-1 0,-1 10 4 16,-1-21 8-16,1 21 2 0,1-14 3 15,-1 14 3-15,0 0-1 0,0-15-5 0,0 15-4 16,0 0 3-16,0 0-4 0,0 0-5 0,0 0 5 15,0 0-4-15,0 0 1 0,0 0 3 0,3 50-2 16,-4-33-1-16,1-1 6 0,-2 3-2 0,1-2-5 16,-3 1 2-16,1-1 0 0,1-2-18 0,2-1-31 15,2 0-22-15,-4-3-27 0,2-11-38 0,-3 20-57 16,1-10-41-16,-2-3-140 0,4-7-395 0,-7 10 175 16</inkml:trace>
  <inkml:trace contextRef="#ctx0" brushRef="#br0" timeOffset="42014.05">10153 17762 67 0,'22'-6'139'0,"-12"2"-8"16,-10 4-10-16,22-7-13 0,-12 3-9 0,2 2 2 15,-12 2-9-15,19-4-2 0,-19 4-7 0,15-4 1 16,-15 4-3-16,0 0-6 0,17 0-8 0,-17 0-6 15,0 0 11-15,9 4-2 0,-9-4 8 0,2 8 8 16,-2-8-10-16,0 0 1 0,2 14-2 0,-2-14-6 16,1 11-10-16,1-2 3 0,-2-9-5 0,3 13-4 15,1-8-8-15,-4-5-6 0,4 11 8 0,-4-11-11 16,7 9-4-16,-2-5 2 0,-5-4-6 0,16 6 0 16,-7-5 1-16,1-1-6 0,-10 0-1 0,18-1-8 15,-18 1-11-15,15-3-3 0,-15 3-14 0,14-5 2 16,-10 0-11-16,-4 5-1 0,6-6-7 0,-6 6 0 15,3-11-1-15,-3 11-2 0,0 0 0 0,-6-18 5 16,6 18 0-16,-16-16 5 0,11 9 3 16,-1-3 3-16,-2 1 10 0,8 9 17 0,-6-10-5 15,6 10 9-15,0 0 1 0,-8-12-8 0,8 12 4 16,0 0-6-16,-6-7 0 0,6 7 6 0,0 0-4 16,0 0 2-16,0 0 2 0,19-12-3 0,-9 7 5 15,7 0-2-15,-1-3-2 0,-2 6 7 0,3-9-4 16,-1 3 3-16,1-2 5 0,-4 4 2 0,-3 0 2 15,0-1 5-15,0 0-4 0,-2-1 4 0,-8 8 4 16,12-12-4-16,-12 12-5 0,7-12 4 0,-7 12-5 16,5-12 1-16,-5 12 1 0,2-13-5 0,-2 13-2 15,0 0 3-15,-3-17 5 0,3 17 5 0,0 0 1 16,0 0 1-16,-7-12-7 0,7 12-4 0,0 0-2 16,0 0 6-16,0 0 3 0,0 0 6 0,0 0 2 15,-14 41-1-15,10-25 0 0,-2 2 0 0,5 0 7 16,0-1-12-16,0 1 1 0,-2 1-3 15,3 0-3-15,-1-1-1 0,-2-1-3 0,2 0 1 0,1 0-2 16,0-4-5-16,1-1 0 0,-1 1-20 16,3-2-5-16,-3-2-21 0,0-9-33 0,-1 18-31 15,1-18-28-15,0 11-37 0,0-11-33 0,-2 9-48 16,2-9-187-16,0 0-462 0,0 0 204 0</inkml:trace>
  <inkml:trace contextRef="#ctx0" brushRef="#br0" timeOffset="42315.48">10570 17741 16 0,'8'-7'136'0,"-8"7"-13"15,16-18-6-15,-7 10-13 0,5-3-10 0,-6 3-10 16,0 2-12-16,0-3-8 0,-3 0-9 0,2-1 0 16,-7 10-1-16,9-16-2 0,-5 8 0 15,-4 8-7-15,4-15-1 0,-4 15 11 0,3-13-6 0,-3 13 8 16,0 0 4-16,-3-16-7 0,3 16 3 15,0 0-5-15,0 0-1 0,0 0-10 0,0 0 3 16,0 0 1-16,0 0 11 0,0 0 13 0,0 0 6 16,-20 32 2-16,16-13-2 0,1 0 2 0,-5 4 2 15,2 3-6-15,3-7 8 0,1 7-7 0,-2-3-3 16,2-4-7-16,1-1-15 0,-1 0 1 0,3 1-4 16,-2-2-2-16,1 1-7 0,0-6-5 0,-2 0-23 15,4 0-36-15,-4-2-29 0,2-10-40 0,0 15-47 16,-1-8-80-16,1-7-165 0,-8 7-420 0,8-7 186 15</inkml:trace>
  <inkml:trace contextRef="#ctx0" brushRef="#br0" timeOffset="57300">18842 13737 53 0,'1'-6'65'0,"-1"6"-3"0,0 0 5 0,2-10 1 16,-2 10 3-16,1-6-7 0,-1 6 12 0,0 0-6 16,0-8-1-16,0 8-10 0,0 0 2 0,0 0-10 15,0 0-4-15,0-10-2 0,0 10 2 0,0 0 5 16,0 0 2-16,1-8-2 0,-1 8 1 0,0 0-8 0,0 0 4 16,0 0 0-16,0 0 3 0,0 0-6 15,0 0 4-15,0 0-2 0,0 0 0 0,0 0 0 16,0 0-5-16,0 0 2 0,0 0-6 0,0 0-1 15,0 0-1-15,1-9-2 0,-1 9 7 0,0 0-2 0,0 0-1 16,0 0 3-16,0 0-1 0,0 0-1 0,0 0-3 16,0 0-2-16,0 0 4 0,0 0-7 0,0 0 0 15,0 0-4-15,0 0-3 0,0 0-2 16,0 0-6-16,0 0-3 0,0-9 1 0,0 9-4 16,0 0 3-16,-1-11-5 0,1 11-1 0,1-10 5 0,-1 10-4 15,2-7 0-15,-2 7-1 0,1-7 4 0,-1 7-1 16,0 0 0-16,0 0 3 0,0 0-5 0,1-9 0 15,-1 9 1-15,0 0-4 0,0 0 8 0,0 0-6 16,0 0-2-16,0 0-2 0,0 0-1 0,0 0-1 16,0 0-2-16,0 0 1 0,0 0 1 0,0 0-3 15,0 0 0-15,0 0 5 0,0 0 3 0,12 16 5 16,-11-6 1-16,2 8 1 0,-2 8 3 16,-1 3-2-16,-3 6-3 0,-5 13-17 0,-2 2-35 0,-1 2-47 15,-2 3-83-15,-3 0-229 0,-10 25-432 0,3-26 191 16</inkml:trace>
  <inkml:trace contextRef="#ctx0" brushRef="#br0" timeOffset="66132.69">19059 14654 50 0,'0'0'121'0,"0"0"-6"16,0 0-3-16,0 0-1 0,-15-2-7 0,15 2-5 15,0 0-8-15,-10 0 7 0,10 0 0 0,0 0-1 16,0 0-1-16,-9-2-2 0,9 2-1 0,0 0-3 16,0 0-11-16,0 0 0 0,0 0 0 0,0 0-3 15,0 0-3-15,-12 4-2 0,12-4-4 0,0 0-2 16,0 0-8-16,0 0 1 0,0 0-4 0,0 0-4 16,0 0 1-16,0 0 2 0,0 0 0 0,0 0-1 15,0 0 7-15,0 0-17 0,0 0 9 0,0 0-11 16,0 0 0-16,30-7-3 0,-18 7-2 0,0 0-5 15,6-3-1-15,-1-1-4 0,2 1-4 0,-6 3-2 16,6-3-10-16,-6 3-18 0,-1 0-19 0,2 0-29 16,-1-1-24-16,-3 1-28 0,1-2-27 0,0 2-34 15,-2-3-16-15,1 1-26 0,-1 1-111 0,-9 1-349 16,13-3 155-16</inkml:trace>
  <inkml:trace contextRef="#ctx0" brushRef="#br0" timeOffset="66381.78">19210 14491 168 0,'-4'-3'185'0,"4"3"-10"16,0 0-19-16,0 0-22 0,-6-6-9 0,6 6-1 16,0 0 2-16,0 0 1 0,-6 15-8 0,3-8-6 15,2 2-4-15,1 2-3 0,-3 1-7 0,2 0-8 16,0 0-8-16,1 4-3 0,0-1-9 0,1-2-5 15,0 0-6-15,0-2-9 0,1 0-3 0,-1 2-1 16,2 2-7-16,-3-3-5 0,0-1-2 0,0-1-16 16,0 1-21-16,0-1-29 0,0-1-35 0,-2 1-36 15,2-2-55-15,0-8-37 0,-1 14-142 0,0-7-365 16,1-7 161-16</inkml:trace>
  <inkml:trace contextRef="#ctx0" brushRef="#br0" timeOffset="66626.83">19499 14639 190 0,'6'-2'187'0,"-6"2"-12"16,20-1-4-16,-9-1-16 0,0 2-14 0,1-4-11 15,3 2-13-15,-2 0-12 0,6 0-10 0,-7 2-10 16,2-1-12-16,-1-1-15 0,-3 2-27 0,1 0-33 16,-2 0-38-16,2-3-40 0,-11 3-25 0,15-1-33 15,-10 1-87-15,-5 0-244 0,8-2 108 16</inkml:trace>
  <inkml:trace contextRef="#ctx0" brushRef="#br0" timeOffset="66843.03">19652 14554 101 0,'0'0'190'0,"-3"-6"-6"0,3 6-9 0,0 0-13 0,0 0-13 15,0 0-16-15,0 0-5 0,0 0 11 0,0 0-7 16,0 0-8-16,-3 18-7 0,2-8 3 0,-1-1 2 16,2 0-18-16,0 1-11 0,0-1-9 15,0 0-7-15,2 2-7 0,-5-1-3 0,2 1-7 16,-1 1-5-16,1-1-5 0,0-1-17 0,0-1-21 15,1 2-35-15,-2-1-37 0,2-4-32 0,-2 1-52 0,2-7-46 16,2 11-172-16,-2-3-393 0,0-8 174 0</inkml:trace>
  <inkml:trace contextRef="#ctx0" brushRef="#br0" timeOffset="67065.81">19899 14627 157 0,'0'0'194'0,"10"-2"-8"15,-2 0-8-15,1 0-15 0,1-1-14 0,3 2-14 16,-2 1-16-16,3 0-10 0,-1-2-10 0,0 2-9 0,0 0-22 16,-3-2-27-16,3 0-22 0,-6 0-31 15,0 1-32-15,1 0-24 0,-8 1-27 0,12-3-17 16,-12 3-23-16,8 0-73 0,-8 0-223 0,0 0 99 15</inkml:trace>
  <inkml:trace contextRef="#ctx0" brushRef="#br0" timeOffset="67256.42">20065 14521 85 0,'0'0'165'16,"0"0"-4"-16,-5-6-14 0,5 6-11 0,0 0 5 15,0 0 6-15,0 0 0 0,0 0-6 0,-6 21-8 16,4-16-7-16,1 4-5 0,0 1-8 0,-2 2-7 15,2-2-12-15,0 1-5 0,1 0-10 0,-2 0-7 16,2 0-8-16,-1 0-3 0,1 2-7 0,-1-4-12 16,1 1-34-16,-1 1-28 0,1-1-45 0,-2-1-44 15,2-9-43-15,2 12-42 0,-2-12-122 0,1 10-341 16,-1-10 150-16</inkml:trace>
  <inkml:trace contextRef="#ctx0" brushRef="#br0" timeOffset="67473.97">20325 14604 118 0,'0'0'205'0,"9"0"-7"16,-9 0-13-16,16 0-18 0,-6-2-11 0,3 2-16 15,-3 0-13-15,7 0-12 0,1-3-14 0,-5 3-9 16,1-4-12-16,-3 4-16 0,1 0-31 0,-1-1-22 15,-3 0-33-15,-8 1-25 0,18-4-36 0,-11 1-27 16,0-1-18-16,-2 3-106 0,-5 1-253 0,9-5 112 16</inkml:trace>
  <inkml:trace contextRef="#ctx0" brushRef="#br0" timeOffset="67633.03">20482 14509 70 0,'-11'6'180'0,"11"-6"1"0,-7 9 1 0,3-2-7 15,0-1-9-15,2 1-15 0,-1 3-12 0,-1-1-10 16,0 4-13-16,2-2-9 0,-1 2-6 0,2-1-10 16,0 0-13-16,1 1-28 0,0-3-40 0,-3 1-38 15,3-2-52-15,3 1-58 0,-2-1-142 0,-2-1-304 16,2-2 135-16</inkml:trace>
  <inkml:trace contextRef="#ctx0" brushRef="#br0" timeOffset="70686.23">18013 15390 98 0,'0'0'140'16,"0"0"-7"-16,0 0-10 0,0 0-1 16,0 0-8-16,0 0-10 0,0 0-2 0,0 0-1 0,2-7-11 15,-2 7-1-15,0 0-5 0,0 0-2 16,0 0-5-16,0 0 1 0,0 0-13 0,0 0 2 16,0 0-10-16,0 0-1 0,0 0-7 0,0 0-5 15,0 0-2-15,0 0-3 0,0 0-5 0,-9-11 5 0,9 11 0 16,0 0 0-16,0 0 3 0,-7-4 0 0,7 4-7 15,0 0-6-15,0 0-1 0,-5-5 2 16,5 5-7-16,0 0 8 0,0 0-5 0,0 0-4 0,0 0 0 16,-6-6-2-16,6 6 0 0,0 0-2 15,0 0-3-15,0 0-1 0,0 0-2 0,0 0 4 16,0 0-5-16,0 0-4 0,0 0-3 0,0 0 3 0,0 0-4 16,0 0 6-16,22 2 1 0,-12-3-4 15,1 1 2-15,3 1 2 0,1-1 1 0,4 0 3 16,-1 0 0-16,-3-1-6 0,4 0 7 0,0 0 4 15,-3-1-1-15,-2 2 5 0,0 0-2 0,3-1 1 16,1 0-3-16,-7-1 2 0,1 2-1 0,-1 0-4 16,-1-2-2-16,-1 2 0 0,-9 0-2 0,13-1-1 15,-13 1-2-15,9-3-1 0,-9 3 1 0,9 0-3 16,-9 0-1-16,0 0 1 0,0 0-4 0,10-1 1 16,-10 1-11-16,0 0-15 0,0 0-19 0,0 0-35 15,0 0-18-15,0 0-26 0,0 0-44 0,0 0-26 16,0 7-184-16,0-7-405 0,0 0 180 0</inkml:trace>
  <inkml:trace contextRef="#ctx0" brushRef="#br0" timeOffset="71053.95">18722 15373 25 0,'0'0'155'0,"0"0"-17"0,0 0 19 15,-15-16-5-15,15 16-3 0,0 0 0 0,-9-1-7 16,9 1-7-16,0 0-5 0,-8-3-11 0,8 3-11 16,0 0-6-16,0 0-15 0,0 0-6 0,0 0-8 15,0 0-6-15,0 0 2 0,0 0-1 0,0 0-4 16,18-3 1-16,-7 2-4 0,0 1 2 0,1 0-10 15,6-2-3-15,-5 0-5 0,5 1 0 0,0 1-4 16,-1-1 2-16,0-1-7 0,0 1 2 0,1 1-2 16,-4 0-6-16,0 0 1 0,-1-1-3 0,1-1-3 15,-4 2 1-15,4-2-4 0,-2 1-3 0,-2 0-2 16,-4-1-2-16,-6 2-5 0,14-2-3 0,-14 2-16 16,9-1-21-16,-9 1-30 0,8 0-32 0,-8 0-25 15,0 0-47-15,10 2-35 0,-10-2-186 0,0 0-415 16,0 0 184-16</inkml:trace>
  <inkml:trace contextRef="#ctx0" brushRef="#br0" timeOffset="71450.03">19559 15293 92 0,'0'0'148'0,"0"0"-6"15,0 0-7-15,0 0 1 0,0 0 5 16,0 0 2-16,0 0-6 0,0 0-7 0,0 0 3 15,0 0-12-15,0 0-3 0,18 9-10 0,-13-7-2 0,-5-2 0 16,10 1-14-16,-10-1-2 0,16 2-9 0,-9-1 0 16,2-1-12-16,-1 1-2 0,3-1-5 0,0 0-3 15,-5 0-2-15,-6 0 2 0,18 0-10 16,-10 3-9-16,-2-2 0 0,-6-1-3 0,14 2-5 16,-8-2-3-16,-6 0-3 0,12 0 5 0,-12 0-9 15,0 0-11-15,14-2-16 0,-14 2-19 0,0 0-27 0,9 2-34 16,-9-2-35-16,0 0-28 0,13 3-46 0,-7-1-191 15,-6-2-415-15,0 0 184 0</inkml:trace>
  <inkml:trace contextRef="#ctx0" brushRef="#br0" timeOffset="71788.22">20392 15365 160 0,'0'0'183'0,"0"0"-7"0,0 0-2 16,0 0-12-16,0 0-6 0,7 1-5 0,-7-1-12 15,11 1-6-15,-6 0-7 0,-5-1-8 0,13 0 2 16,-4 0-6-16,-1 0-5 0,2 2-7 0,3-2-5 15,-3 0-6-15,2-2-6 0,-1 2-2 0,0-1-6 16,-2 1-10-16,-9 0-4 0,17-1-3 0,-11 0-5 16,-6 1-7-16,16 0-4 0,-10 1-2 0,-6-1-7 15,8 0-3-15,-8 0-8 0,0 0-21 0,11-4-26 16,-11 4-24-16,0 0-27 0,0 0-38 0,0 0-38 16,13 0-29-16,-13 0-27 0,0 0-167 0,8 1-405 15,-8-1 179-15</inkml:trace>
  <inkml:trace contextRef="#ctx0" brushRef="#br0" timeOffset="72053.3">21038 15349 172 0,'0'0'199'0,"7"1"-5"0,-7-1-20 0,0 0-4 16,0 0-12-16,0 0-7 0,0 0-7 0,11-1-7 16,-11 1-10-16,0 0-3 0,10 1-15 0,-10-1-7 15,10-1-10-15,-10 1-8 0,19-1-9 0,-10 1-5 16,4-3-6-16,-4 3-8 0,2-1-7 0,2 1-26 16,-3-3-24-16,-10 3-28 0,19-2-39 0,-11 0-31 15,3-1-47-15,-11 3-30 0,13-4-151 0,-5 2-352 16,-8 2 156-16</inkml:trace>
  <inkml:trace contextRef="#ctx0" brushRef="#br0" timeOffset="72227.42">21499 15277 177 0,'0'0'198'0,"8"-1"-5"0,-8 1-12 0,11 3-20 16,-11-3-17-16,14 0-11 0,-2-2-11 0,-2 1-15 15,-2 1-16-15,1 0-23 0,-9 0-47 16,0 0-34-16,20 0-43 0,-13 0-46 0,-7 0-136 16,0 0-258-16,0 0 115 0</inkml:trace>
  <inkml:trace contextRef="#ctx0" brushRef="#br0" timeOffset="72840.86">18184 15673 176 0,'0'0'181'0,"0"0"-15"0,0 0-11 0,0 0-7 16,0 0-12-16,0 0 2 0,0 0-4 0,0 0-10 16,0 0-9-16,0 0-5 0,34-3-13 0,-18 1-6 15,4-2-9-15,1 2-9 0,6-3-7 0,-6 4-7 16,0-1-11-16,-2-1-26 0,1 1-31 0,-1 1-31 15,-7 1-42-15,0-1-47 0,-2-1-30 0,-3 1-125 16,-7 1-308-16,12-5 137 0</inkml:trace>
  <inkml:trace contextRef="#ctx0" brushRef="#br0" timeOffset="73075.56">18350 15545 174 0,'0'0'184'16,"-6"-4"-8"-16,6 4-5 0,0 0-5 0,0 0-4 15,0 0-13-15,-5 19-8 0,3-12-14 0,2 3-8 16,-1-1-15-16,0 2-10 0,-2-1-10 0,2 1-4 0,0 1-10 16,-1-1-7-16,2 1-2 0,-1-1-5 0,0 0-5 15,1 0-28-15,0 1-11 0,-1-1-24 16,1 1-35-16,-2-3-31 0,4 1-45 0,-2-3-57 15,0-7-125-15,0 14-330 0,0-9 146 0</inkml:trace>
  <inkml:trace contextRef="#ctx0" brushRef="#br0" timeOffset="73287.61">18909 15709 84 0,'11'-1'139'0,"3"1"-16"0,-4 0-8 0,3 0-16 16,0-2-22-16,-1 2-27 0,-1 0-26 0,-1 0-36 16,0 0-31-16,3 0-67 0,-5 0-118 15,-8 0 52-15</inkml:trace>
  <inkml:trace contextRef="#ctx0" brushRef="#br0" timeOffset="73510.11">19094 15616 177 0,'-5'9'187'0,"3"-4"-11"0,2-5-13 15,-1 10-5-15,0-2-12 0,1 1-10 0,0 0-15 16,0 0-9-16,0-9-10 0,1 14-7 0,0-4-15 16,1-1-4-16,-1-4-20 0,0 5-20 0,2-2-43 15,-2-1-36-15,2 2-42 0,-1-4-72 0,-2-5-99 16,2 11-275-16,-2-11 122 0</inkml:trace>
  <inkml:trace contextRef="#ctx0" brushRef="#br0" timeOffset="73763.45">20014 15621 171 0,'0'0'187'0,"10"-1"-12"16,-2 1-9-16,1-2-18 0,1 2-14 0,2-2-12 16,0 2-12-16,1-1-10 0,2 1-23 0,-2-2-26 15,3 2-30-15,-5-2-46 0,2 0-44 0,0 1-49 16,-2 0-91-16,-11 1-225 0,14-5 99 0</inkml:trace>
  <inkml:trace contextRef="#ctx0" brushRef="#br0" timeOffset="73963.37">20178 15533 197 0,'0'0'191'0,"0"0"-4"0,0 0-17 16,0 0-12-16,-8 16-3 0,5-10-16 0,3-6-10 15,-2 14-14-15,6-6-11 0,-4-2-5 0,0 4-15 16,0 0-5-16,-2 2-15 0,2-4-42 0,0 3-35 15,0-11-43-15,0 17-43 0,2-11-55 0,-1 1-109 16,-1-7-282-16,3 12 124 0</inkml:trace>
  <inkml:trace contextRef="#ctx0" brushRef="#br0" timeOffset="74170.83">20891 15621 87 0,'11'0'182'0,"-11"0"-23"0,20 1-14 0,-8-1-27 16,1 1 2-16,5-2-12 0,-1 1-23 0,0-1-28 16,-2 2-32-16,4-2-40 0,2-2-30 0,-1 3-33 15,-1-2-80-15,-3-1-172 0,2-1 77 0</inkml:trace>
  <inkml:trace contextRef="#ctx0" brushRef="#br0" timeOffset="74375.36">21290 15563 135 0,'0'0'185'0,"0"0"-1"0,0 0-13 15,0 0-2-15,0 0-11 0,0 0-9 0,0 0-14 16,0 0-12-16,0 0-12 0,0 0-10 0,0 0-13 15,0 0-6-15,2-5-9 0,-2 5-5 0,0 0-21 16,0 0-16-16,0 0-31 0,0 0-27 0,0 0-21 16,10 8-22-16,-10-8-27 0,0 0-21 0,0 0-19 15,0 0-116-15,0 0-272 0,0 0 120 0</inkml:trace>
  <inkml:trace contextRef="#ctx0" brushRef="#br0" timeOffset="74564.47">21312 15529 88 0,'0'0'137'0,"0"0"-11"15,0 0-3-15,0 0-16 0,0 0-10 0,0 0-6 16,0 0-13-16,0 0-1 0,0 0-16 0,0 0-1 16,0 0 0-16,0 0-10 0,0 0-29 15,0 0-25-15,0 0-11 0,0 0-30 0,0 0-24 16,0 0-23-16,0 0-67 0,8 20-171 0,-8-20 75 15</inkml:trace>
  <inkml:trace contextRef="#ctx0" brushRef="#br0" timeOffset="74725.2">21527 15529 64 0,'0'0'78'0,"4"4"-2"0,-4-4-18 0,0 0-21 16,4 7-30-16,-4-7-23 0,0 0-35 0,-4 12-55 16,4-12 24-16</inkml:trace>
  <inkml:trace contextRef="#ctx0" brushRef="#br0" timeOffset="76459.87">18099 16486 10 0,'0'0'144'0,"-20"-13"-1"15,20 13-7-15,0 0-9 0,0 0 2 0,0 0 1 16,-14-1-5-16,14 1-4 0,0 0-1 0,-7 0-6 16,7 0-3-16,0 0-3 0,0 0-8 0,0 0-3 0,0 0-7 15,0 0-3-15,0 0-8 0,-12 1-8 16,12-1-6-16,0 0-4 0,0 0-7 0,0 0-4 16,0 0-5-16,0 0-6 0,0 0-2 0,0 0-7 15,0 0 1-15,34-1-2 0,-23-1-9 0,1 3-10 16,3-1-24-16,2-1-18 0,1 0-30 0,0-1-34 15,1 0-34-15,-1-1-56 0,0 3-147 0,-5-2-359 16,5-1 159-16</inkml:trace>
  <inkml:trace contextRef="#ctx0" brushRef="#br0" timeOffset="76713.14">18762 16427 173 0,'0'0'187'16,"0"0"-13"-16,14 0-17 0,-14 0-13 0,14 2-12 15,-3-4-13-15,-11 2-13 0,25-1-7 0,-10 1-9 16,-2-2-27-16,7 0-18 0,-2 1-24 0,1-1-39 15,0 0-34-15,-3 0-40 0,4-2-15 0,-2 0-101 16,-3 2-223-16,-2-1 99 0</inkml:trace>
  <inkml:trace contextRef="#ctx0" brushRef="#br0" timeOffset="76893.88">19412 16364 98 0,'13'2'193'0,"-13"-2"-19"0,10 1-11 0,-10-1-20 16,12 2-10-16,-12-2-13 0,15-2-11 0,-15 2-22 0,19 0-38 15,-19 0-37-15,22-2-44 0,-7 1-42 16,2-2-40-16,-5 3-64 0,-12 0-191 0,26-7 85 16</inkml:trace>
  <inkml:trace contextRef="#ctx0" brushRef="#br0" timeOffset="77062.07">19947 16350 90 0,'0'0'132'0,"13"1"-6"0,-13-1-18 16,19 0-13-16,-19 0-13 0,25 0-43 0,-14-1-16 15,-11 1-23-15,31-5-14 0,-18 4-4 0,7-2-29 16,1 1-56-16,-3-2-111 0,1 2 48 0</inkml:trace>
  <inkml:trace contextRef="#ctx0" brushRef="#br0" timeOffset="77209.28">20487 16323 78 0,'0'0'90'0,"14"2"-8"0,-14-2-8 0,15 0-9 16,-15 0-12-16,23 0-7 0,-11 0-27 0,2-3-26 15,-1 2-39-15,6 0-30 0,-1-1-82 0,1-3 37 16</inkml:trace>
  <inkml:trace contextRef="#ctx0" brushRef="#br0" timeOffset="77372.33">21126 16284 121 0,'0'0'112'0,"0"0"-13"0,0 0-30 16,23-3-23-16,-23 3-24 0,14-4-30 0,-14 4-70 15,22-4-83-15,-13 2 38 0</inkml:trace>
  <inkml:trace contextRef="#ctx0" brushRef="#br0" timeOffset="77515.39">21495 16248 5 0,'0'0'133'0,"19"-1"-16"0,-19 1-1 15,0 0-20-15,0 0-51 0,17-4-48 0,-10 1-45 16,-7 3-30-16,16-6-83 0,-6 2 38 0</inkml:trace>
  <inkml:trace contextRef="#ctx0" brushRef="#br0" timeOffset="77673.62">21854 16172 50 0,'0'0'221'0,"0"0"1"0,0 0-9 15,0 0-18-15,0 0-18 0,0 0-22 0,0 0-13 16,0 0-12-16,0 0-22 0,14-2-24 0,-14 2-39 16,0 0-56-16,0 0-42 0,0 0-42 0,0 0-56 15,0 0-88-15,0 0-259 0,0 0 115 0</inkml:trace>
  <inkml:trace contextRef="#ctx0" brushRef="#br0" timeOffset="100063.95">5797 16581 28 0,'-4'8'25'0,"4"-8"-8"16,0 0 8-16,-3 8-9 0,3-8-4 0,0 0 1 15,-2 9 1-15,2-9-4 0,-3 5 2 0,3-5-6 16,-4 8 6-16,4-8-9 0,0 0-1 0,0 9 2 16,0-9 3-16,0 0-7 0,0 10 8 0,0-10-3 15,3 7 1-15,-3-7-3 0,1 9 2 0,-1-9-3 16,0 8 0-16,0-8 1 0,4 7 5 0,-4-7-2 15,0 0 3-15,1 10-10 0,-1-10 6 0,4 4-2 16,-4-4-3-16,0 0 7 0,0 0-2 16,3 7 5-16,-3-7 4 0,0 0-2 0,3 4 8 15,-3-4-2-15,0 0 2 0,0 0 1 0,4 5 0 16,-4-5 4-16,0 0-1 0,0 0-2 0,0 0 7 16,0 0-4-16,0 0-4 0,0 0 6 0,0 0 0 15,0 0 16-15,0 0-18 0,0 0 1 0,0 0 0 16,0 0 7-16,0 0 1 0,0 0-9 0,0 0 5 15,0 0 0-15,0 0 0 0,0 0-2 0,0 0 3 0,0 0-8 16,4-19-9-16,-4 19 11 0,0 0-11 16,5-7 0-16,-5 7 6 0,1-7-14 0,-1 7 5 15,0 0 3-15,2-7-1 0,-2 7-4 0,0 0 1 16,1-8 4-16,-1 8-4 0,3-6 0 0,-3 6 13 16,0 0-5-16,2-8-2 0,-2 8 2 0,0 0 10 15,0 0-2-15,0 0-10 0,1-10 1 0,-1 10 3 16,0 0-6-16,0-9-3 0,0 9-3 0,3-7 4 15,-3 7 6-15,0 0-13 0,0-8 9 0,0 8-12 16,0 0 5-16,0 0-6 0,3-13 0 0,-1 9 10 16,-2 4-8-16,0 0 0 0,1-11 2 0,-1 11 9 15,0-8-6-15,0 8 0 0,3-6 1 0,-3 6 3 16,2-7-5-16,-2 7 11 0,3-6 5 0,-3 6-2 16,0 0 6-16,0-10-6 0,0 10-4 0,0 0-1 15,4-7 0-15,-4 7-5 0,2-7 3 0,-2 7-2 16,4-8 2-16,-4 8-6 0,3-7 9 0,-3 7-11 15,0 0 8-15,2-10-12 0,-2 10 8 0,3-4 3 16,-3 4-2-16,4-6 1 0,-4 6-6 0,4-8 2 16,-4 8 0-16,5-8 0 0,-5 8-1 0,2-10-1 15,-2 10-4-15,3-8 1 0,-2 4 10 0,-1 4-8 16,5-10 2-16,-5 10-1 0,5-8 0 0,-1 1 5 16,-1 2-5-16,-3 5 0 0,5-12 0 0,-3 6 3 15,1 1 1-15,-1-3 6 0,-2 8-2 16,3-15 3-16,-3 7-7 0,1-1 5 0,2 2-2 0,-3 7 4 15,2-11-3-15,1 5 7 0,-2-2-2 0,-1 8-4 16,4-13-1-16,-3 8 0 0,-1 5-3 0,5-9-5 16,-2 3 0-16,-3 6 1 0,2-8 5 0,-2 8-5 15,7-10-2-15,-5 5 0 0,-2 5-2 16,4-7 3-16,-4 7-2 0,4-9 3 0,-1 4-3 16,-3 5 2-16,6-9-7 0,-3 6 6 0,-3 3-2 15,3-10 4-15,0 5-6 0,-3 5 2 0,4-10 2 16,0 5-1-16,-4 5-2 0,4-11 1 0,-3 5 0 0,-1 6 2 15,5-9-2-15,-4 4 4 0,-1 5-3 16,4-7-5-16,-4 7 6 0,5-8-4 0,-5 8 2 16,4-9-2-16,-1 4-1 0,-3 5 6 0,5-8-6 15,-4 3 3-15,-1 5-1 0,5-8-3 0,-5 8 5 16,4-7 2-16,-4 7-3 0,5-7 2 0,-5 7-1 16,2-9 3-16,1 5-1 0,-3 4-3 0,0 0 0 15,3-10 2-15,-3 10 2 0,2-6-2 0,-2 6 1 16,3-7 2-16,-3 7 3 0,2-7-11 0,-2 7 8 15,6-7 1-15,-6 7-5 0,2-9 6 0,-2 9-10 16,4-8 3-16,-4 8 6 0,5-7-7 0,-5 7 4 16,2-10-8-16,1 6 7 0,-3 4-4 0,5-9 3 15,-2 5-3-15,-3 4 4 0,5-9 0 0,-3 4-2 16,-2 5 3-16,7-8-6 0,-6 2 8 0,-1 6 1 16,5-10 4-16,-2 5-4 0,-3 5 3 0,4-10-1 15,-2 5-5-15,-2 5 6 0,4-13-10 0,-1 7 2 16,-1 1 5-16,-1-2-2 0,-1 7 4 0,4-9-1 15,0 2 5-15,-2 1-7 0,-2 6 0 0,2-10 1 16,0 3 0-16,1 0-2 0,-3 7 1 0,5-13 8 16,-4 8-12-16,-1 5 1 0,3-13 1 0,0 8-2 15,-3 5 2-15,2-14 1 0,-1 7-2 0,2-1 1 16,-1 0 1-16,0 2-4 0,0-3 6 0,-1 0-6 16,3 0 2-16,-2 2-1 0,-1 0-1 15,1 1 2-15,-2 6 2 0,4-16-2 0,-2 10-2 16,0-4 1-16,0 1 4 0,0 3-3 0,1-4-2 0,-1 3 3 15,1 1-6-15,-3 6 1 0,2-14 3 0,-1 10-3 16,1-4 6-16,0 3-2 0,-2 5 1 0,3-12-2 16,-1 7 2-16,-2 5-5 0,2-12 4 15,-1 5 3-15,-1 7 1 0,0 0-3 0,4-15 5 16,-2 10-5-16,-2 5 2 0,3-10 0 0,-3 10-2 16,4-10 2-16,-4 10-3 0,4-10 6 0,-4 10-7 15,3-9 4-15,-3 9-1 0,4-11 1 0,-4 11 0 16,3-9-1-16,-3 9 6 0,2-12-5 0,-2 12-2 15,4-9 2-15,-4 9-2 0,5-11 0 0,-5 11-1 16,5-12 0-16,-2 7-1 0,-3 5 1 0,2-13 1 16,-2 13-3-16,4-10 6 0,-4 10-6 0,4-11 4 15,-4 11-3-15,4-12 3 0,-4 12-5 0,3-11 1 16,-3 11-3-16,5-10 3 0,-5 10-5 0,2-10 4 16,-2 10-3-16,7-13 1 0,-7 13 2 0,2-10 1 15,-2 10 0-15,5-13-2 0,-1 7 1 0,-1-4-4 16,-3 10 2-16,5-16 1 0,-3 9-3 0,-2 7 5 15,8-15 5-15,-7 9-7 0,-1 6-2 0,7-14 2 16,-3 7 1-16,-4 7 2 0,5-15-6 16,-5 15 3-16,5-13 4 0,-5 13-5 0,2-10-2 0,-2 10 5 15,7-10-3-15,-7 10 2 0,3-12 2 0,1 6-2 16,-4 6-2-16,4-10 2 0,-4 10-3 0,5-13 5 16,-2 8-2-16,-3 5-1 0,3-12 2 0,-3 12 0 15,3-9 0-15,-3 9 2 0,2-10-2 0,-2 10 2 16,5-9-1-16,-5 9 1 0,3-10 1 0,-3 10-2 15,3-10-3-15,-3 10 1 0,3-9-1 0,-3 9 4 16,3-11-1-16,-3 11 1 0,3-9-5 16,-3 9 6-16,3-10-6 0,-3 10 4 0,3-12-1 15,-3 12-1-15,3-9 3 0,-3 9-2 0,0-11-2 0,0 11 1 16,4-10-1-16,-4 10 4 0,1-11-3 0,-1 11 1 16,4-10 0-16,-4 10-1 0,4-10 0 0,-4 10-1 15,1-10 3-15,-1 10-3 0,0 0 3 16,3-14-1-16,-3 14-3 0,2-10 2 0,-2 10 3 15,1-11-4-15,-1 11 2 0,3-11-2 0,-3 11-2 16,3-8 4-16,-3 8-3 0,0 0 3 0,5-13-1 16,-5 13 1-16,0-10-3 0,0 10 3 0,2-9 0 15,-2 9 0-15,4-11-1 0,-4 11 4 0,2-13 0 16,-2 13-6-16,0 0 7 0,2-15 0 0,-2 15-4 16,1-10 0-16,-1 10 2 0,3-10 1 0,-3 10-1 15,0 0 1-15,2-13-1 0,-2 13 4 0,3-9-1 16,-3 9-1-16,1-12-2 0,-1 12 2 0,4-11 0 15,-4 11 1-15,1-10 4 0,-1 10-4 0,0 0-4 16,0 0 1-16,2-20 0 0,-2 20-1 0,0 0 0 16,3-14 0-16,-3 14 1 0,0 0-2 0,3-13 6 15,-3 13-6-15,0 0 1 0,2-15-2 0,-2 15 2 16,0 0-1-16,3-13 0 0,-3 13-2 0,0 0 7 16,0 0 0-16,2-14-2 0,-2 14 2 15,0 0-5-15,3-14 4 0,-3 14 0 0,0 0-6 0,0 0 6 16,3-14-3-16,-3 14-3 0,0 0 2 0,2-15 3 15,-2 15-4-15,0 0 0 0,0 0-2 0,1-17 5 16,-1 17-5-16,3-10 2 0,-3 10 1 0,0 0 6 16,0 0-11-16,3-17 3 0,-3 17 3 15,0 0-9-15,2-12 9 0,-2 12-1 0,5-9 1 0,-5 9-2 16,0 0 2-16,0 0 3 0,4-16-4 16,-4 16 0-16,0 0 3 0,4-12-4 0,-4 12 0 15,0 0-2-15,0 0 1 0,4-15-1 0,-4 15 4 16,0 0-6-16,2-17 1 0,-2 17 3 0,4-8-4 0,-4 8 4 15,0 0 1-15,4-16 1 0,-4 16-5 16,0 0 2-16,5-13 3 0,-5 13-3 0,1-12-1 16,-1 12 2-16,4-10 0 0,-4 10-4 0,0 0 8 15,5-17-8-15,-5 17 4 0,5-10 1 0,-5 10 1 16,0 0-2-16,3-13 1 0,-3 13-1 0,0 0 3 16,3-14-2-16,-3 14 3 0,0 0-3 0,5-11 3 15,-5 11-4-15,0 0 4 0,6-15-5 0,-6 15 4 16,0 0-5-16,4-11 12 0,-4 11-8 0,0 0-1 15,5-13 1-15,-5 13-5 0,0 0 5 0,2-10 6 16,-2 10-5-16,0 0 4 0,0 0-10 0,3-13 3 16,-3 13 0-16,0 0-1 0,3-12 4 0,-3 12-3 15,0 0 2-15,0 0-2 0,2-15 1 0,-2 15-2 16,0 0-1-16,1-13 4 0,-1 13-3 0,0 0 1 16,3-12 3-16,-3 12-3 0,0 0 2 0,3-13 1 15,-3 13-1-15,0 0 3 0,1-16 7 0,-1 16-6 16,0 0-2-16,1-14-2 0,-1 14 6 0,0 0-3 15,0-16 2-15,0 16-1 0,4-11 2 0,-4 11-6 16,6-10 2-16,-6 10-8 0,0 0 8 0,3-15 2 16,-3 15-1-16,0 0-1 0,4-17 0 0,-4 17 2 15,2-12 6-15,-2 12-1 0,3-10-2 0,-3 10-3 16,4-14 2-16,-4 14 6 0,5-12-13 16,-5 12 4-16,4-10 10 0,-4 10-12 0,2-13 1 0,-2 13 0 15,7-10-6-15,-7 10 5 0,0 0-5 16,9-16 3-16,-9 16-2 0,0 0 0 0,6-18 5 15,-6 18 0-15,0 0-3 0,5-16-4 0,-5 16 5 16,8-9 0-16,-8 9-3 0,0 0 0 0,9-15 2 16,-9 15-3-16,0 0-1 0,9-16 5 0,-9 16-2 0,5-11 1 15,-5 11 0-15,0 0 2 0,9-15-2 16,-9 15-3-16,6-10 3 0,-6 10-2 0,0 0-3 16,9-17 0-16,-9 17 5 0,6-13-7 0,-6 13 2 15,9-12 6-15,-9 12 1 0,9-11-3 0,-9 11-2 16,9-9 6-16,-9 9 1 0,8-13-6 0,-8 13 5 15,11-13-1-15,-11 13 0 0,9-13 5 0,-9 13-2 16,9-10-5-16,-9 10 3 0,9-11-9 0,-9 11 11 16,8-10-2-16,-8 10-3 0,14-16-5 0,-14 16 9 15,10-12-4-15,-10 12 1 0,12-14 4 0,-7 5-3 16,-5 9-3-16,14-16 2 0,-9 8-3 0,-5 8 2 16,10-12 0-16,-10 12-2 0,10-11 2 0,-10 11-3 15,8-13 0-15,-8 13 0 0,9-11 0 0,-9 11 2 16,8-13-1-16,-8 13 15 0,14-16-12 0,-9 9 1 15,-5 7 0-15,13-16-3 0,-4 8-3 0,-9 8 7 16,14-11 1-16,-9 4 0 0,1 0-5 0,-6 7 6 16,14-12-2-16,-7 8-5 0,-7 4 3 0,12-12 1 15,-4 4 0-15,0 1-5 0,-8 7 5 0,16-11-2 16,-7 4 0-16,-1 1-1 0,-8 6 12 0,15-13-13 16,-7 6 1-16,0 1-4 0,-1-1 7 0,3-1-3 15,-10 8-6-15,17-13 9 0,-8 7-3 0,0-1 2 16,-1 1-8-16,-8 6 7 0,16-11-8 15,-8 5 9-15,1-1-2 0,0 1-7 0,1-1 7 0,-10 7-2 16,18-12 0-16,-8 5 0 0,-10 7 3 16,19-12 2-16,-7 7-5 0,-2-3-2 0,-10 8 5 15,20-13-6-15,-9 7 11 0,-11 6-5 0,20-13-1 16,-11 7-1-16,-9 6-2 0,19-9-2 0,-19 9 4 16,17-12 3-16,-7 7-5 0,-10 5 6 0,21-11-7 0,-12 7 4 15,-9 4 0-15,17-8-4 0,-17 8 2 16,15-7-5-16,-15 7 8 0,15-6-6 0,-15 6 6 15,19-7-6-15,-19 7-4 0,21-8 23 0,-9 4-20 16,-12 4 4-16,23-9 8 0,-10 4-8 0,0 1-2 16,-13 4 2-16,25-8-3 0,-12 3 2 0,4 0 2 15,-17 5 0-15,25-7-5 0,-12 1 3 0,1 2 1 16,-14 4 3-16,26-7-2 0,-13 3 4 0,-13 4-10 16,24-6 8-16,-13 4-8 0,-11 2 8 0,25-7-7 15,-13 4 7-15,-12 3 0 0,25-5-6 0,-13 1 3 16,-12 4-3-16,26-4 4 0,-11 1-1 0,-15 3 4 15,30-6-5-15,-16 4 2 0,2-2-6 0,-1 1 8 16,-15 3 0-16,30-5-2 0,-12 1 1 0,-1 2-2 16,-17 2 0-16,30-4-1 0,-14 1 11 0,-3-1-11 15,4 2 4-15,-17 2-4 0,31-5 7 0,-17 4-6 16,0-3-1-16,-14 4-3 0,32-4 4 0,-15-1 0 16,-1 2 3-16,2 1-1 0,-18 2-4 0,27-6-2 15,-9 5 5-15,0-4-8 0,-18 5 11 16,27-5-8-16,-15 1 11 0,8 1 4 0,0 2-16 15,-1-5 6-15,-1 4-3 0,1-1-2 0,0 0 6 0,1 1-3 16,-1 0 2-16,-3 1-2 0,5-1-2 16,-2 1 2-16,-2-2 3 0,2 3 12 0,-1-4-10 0,2 0-6 15,0 1 0-15,1 1 8 0,-2 2-4 16,3-4-4-16,-4 2 5 0,2 0-2 0,1-1-2 16,-3 0 2-16,1 0 11 0,-1 3-12 0,0-2 3 15,-2-1-1-15,3 0-6 0,0 1 4 0,-19 2 0 16,35-5-3-16,-18 4 3 0,1-1 0 0,-1 1-1 15,0-1-1-15,-17 2 0 0,32-2-1 0,-16-2 4 16,4 1-3-16,-20 3 2 0,27-1 3 0,-10 0-3 16,0 0-5-16,1-1 10 0,0 2-5 0,0-3 4 15,0 1 0-15,0 1-1 0,1-2-2 0,-1 2 1 16,1-1-7-16,0 1 7 0,-19 1-5 0,34-1 2 16,-16 0 3-16,0 0-3 0,-1-2 4 0,1 1-7 15,0-1 1-15,-18 3 3 0,32-4-1 0,-16 4 4 16,2 0-4-16,-18 0 0 0,35-4 3 0,-21 4-1 15,4-1-1-15,-2-3 7 0,5 3-10 0,-21 1 3 16,32 0 6-16,-17-1-11 0,3-1 2 0,-18 2 5 16,36 0-8-16,-19 0 10 0,3-2-4 0,-2 3-2 15,-1-4 4-15,-17 3-2 0,36 0 5 0,-18 0-8 16,-1 2 5-16,-17-2 0 0,33-2-6 0,-15 2 4 16,-18 0-3-16,33-1 1 0,-15-1-1 0,4 2 4 15,-1 0-2-15,-1-3 5 0,1 2 10 0,7 0-12 16,-5-2 12-16,4 0-14 0,1-1-2 0,-8 3-5 15,-1 0 10-15,-1 1-1 0,2-2-2 16,-2 0 1-16,-18 2-9 0,36-4 17 0,-17 0-4 16,0 4-4-16,1-3 2 0,-3 1-3 0,1 1 4 15,0-2 7-15,-18 3-5 0,36-1 0 0,-24 0 0 0,8 1-1 16,-20 0 0-16,23-1-2 0,-23 1 0 0,28 0 3 16,-13 0 2-16,-15 0-4 0,27 1-2 0,-12 0 6 15,-15-1-8-15,32 0 7 0,-18 0-6 16,-14 0 3-16,26 0 1 0,-26 0-4 0,27 0 1 15,-12 0 5-15,-15 0 4 0,33-2 0 0,-14 2 1 16,-1-2-3-16,-18 2 1 0,27-1 4 0,-27 1-1 16,27-1 4-16,-27 1-14 0,25-1 9 0,-25 1-2 15,19-2-1-15,-19 2 4 0,25-1-1 0,-25 1-3 16,22-4 3-16,-22 4 4 0,19 1-2 0,-19-1-4 16,0 0-4-16,26-3 2 0,-26 3-1 0,17-3-3 15,-17 3 6-15,15-3-2 0,-15 3 1 0,0 0-7 16,21-1 5-16,-21 1-5 0,0 0-2 0,0 0 10 15,27-1-6-15,-27 1-5 0,13-2 2 0,-13 2 2 16,0 0 0-16,24-2 5 0,-24 2-8 0,0 0-5 16,23 0 8-16,-23 0-1 0,14-1 6 0,-14 1-6 15,0 0 8-15,22-3-7 0,-22 3 3 0,0 0 0 16,19-3 2-16,-19 3 1 0,0 0 0 0,0 0 0 16,21 0 0-16,-21 0-2 0,0 0 3 0,0 0-4 15,17-3-2-15,-17 3 3 0,0 0 1 0,0 0-5 16,0 0 3-16,0 0-3 0,0 0 3 0,0 0-4 15,0 0 1-15,18 0 0 0,-18 0 0 0,0 0 0 16,0 0 0-16,0 0-3 0,0 0-1 16,0 0 0-16,0 0-1 0,0 0 3 0,21-2-3 15,-21 2 3-15,0 0-2 0,0 0-6 0,0 0-1 0,0 0-6 16,23-1-3-16,-23 1-5 0,0 0-3 0,19 0-3 16,-19 0-4-16,18-1 1 0,-18 1-3 0,23-1 0 15,-23 1 5-15,24-4-7 0,-24 4 12 0,23-1 0 16,-23 1 3-16,23-3 1 0,-23 3 2 15,19-1 3-15,-19 1 5 0,0 0-5 0,18-2 2 0,-18 2 5 16,0 0 0-16,0 0-3 0,17-2 8 16,-17 2-3-16,0 0 3 0,0 0-6 0,0 0 0 15,0 0-11-15,0 0-2 0,0 0-9 0,0 0-8 16,0 0-5-16,0 0-8 0,0 0-4 0,0 0-8 0,0 0-10 16,0 0-19-16,0 0-17 0,0 0-17 15,0 0-22-15,0 23-28 0,0-23-39 0,0 0-36 16,0 0-44-16,0 0-150 0,-18 23-482 0,18-23 214 15</inkml:trace>
  <inkml:trace contextRef="#ctx0" brushRef="#br0" timeOffset="100900.08">11302 12894 190 0,'-2'-5'222'0,"2"5"-9"0,1-14-9 16,-1 14-14-16,0-9-16 0,0 9-18 0,1-8-18 15,-1 8-13-15,0 0-14 0,8-3-11 0,-8 3-3 16,0 0-10-16,16 7-6 0,-8-1-8 0,0 1-7 15,1 3 0-15,2 3-3 0,1 0-6 0,-3 0-5 16,3 0-3-16,0 0-7 0,-1 3-3 0,0 0-3 16,-1 0-3-16,-3-3-6 0,1-3 4 0,2-1-2 15,-3 0 3-15,0-2 1 0,1 0 8 0,-3-2 4 16,1-3 9-16,-3 1-2 0,-3-3-1 0,12 3-2 16,-12-3-4-16,0 0 1 0,15-7-4 0,-10 2-5 15,2-5-4-15,-2-1-4 0,1 1 0 0,2-5-3 16,2 0-1-16,-4 1-2 0,1-3-7 0,4 0-1 15,-4 0 1-15,0 0-4 0,-2 0 0 0,-1 1-1 16,3 1 1-16,-2 3-5 0,-1 0 9 0,-2 3-12 16,1 1 5-16,-2 1-13 0,6 1-20 0,-5 0-27 15,-2 6-28-15,0 0-25 0,0 0-19 0,0 0-15 16,0 0-24-16,0 0-31 0,0 0-27 0,0 0-193 16,3 17-447-16,-2-10 198 0</inkml:trace>
  <inkml:trace contextRef="#ctx0" brushRef="#br0" timeOffset="101305.26">11882 12845 21 0,'3'-8'207'0,"-3"8"-2"0,0 0-9 16,-7-12-9-16,7 12-10 0,-10-5-11 0,10 5-14 16,-9-3-9-16,9 3-13 0,-14 4-8 0,5 3-10 15,1-1 1-15,-7 5-9 0,3 2-11 0,1 2-8 16,-3 2-4-16,3 4-13 0,-1-4-3 0,2 5-10 15,5-3-2-15,3-2-5 0,2-2-4 0,0-2-6 16,-2 2-5-16,6 0 4 0,-1-4-5 0,-2-1-6 16,4 0-1-16,1-3-3 0,2 1-1 0,0-2-2 15,-3-1 2-15,0-2-5 0,-5-3 5 0,11 4-6 16,-11-4-1-16,7-1-2 0,-7 1 1 0,13-4-1 16,-5-1-3-16,0-1 2 0,0 0-4 0,-3 1 2 15,2-1 0-15,0-4 2 0,-1 3-4 0,1-5-5 16,0 5 3-16,-2-2-1 0,-1 2-2 0,1 2-1 15,1-4 0-15,-4 5 0 0,-2 4-4 0,5-7 3 0,-5 7-5 16,7-3 1-16,-7 3 2 0,0 0-4 16,0 0 1-16,0 0 2 0,11 13 2 0,-8-4-1 15,-2 0 2-15,3-1-1 0,-3 2-1 0,1 1 3 16,0-1 1-16,-2 1-7 0,0-2-22 0,2 1-18 16,-2-4-25-16,0 4-23 0,3-3-27 0,-3-7-35 0,3 12-21 15,-2-8-19-15,4 1-18 0,-5-5-113 16,8 6-353-16,-1-6 157 0</inkml:trace>
  <inkml:trace contextRef="#ctx0" brushRef="#br0" timeOffset="101609.9">12130 12979 115 0,'3'-10'157'0,"-4"5"7"16,1 5-1-16,0-14-6 0,0 14-10 0,-3-10-14 15,3 10-8-15,-6-5-5 0,6 5-5 0,0 0-2 16,-18 5-9-16,18-5-12 0,-13 9-7 0,5-4-9 0,1-1-8 15,3 2 1-15,-1 2-13 0,1 2-7 0,2-1-3 16,0 1-7-16,2-2 0 0,0-8-5 16,4 18-1-16,-2-11-3 0,5 2-2 0,-1-2-4 15,4 1 3-15,-1-3 3 0,0 3-2 0,0-2 7 0,4 2 5 16,-6-2 0-16,0 1 0 0,2-4-6 0,-4 4 0 16,1-4-3-16,-2 1-3 0,-4-4 3 15,7 7 0-15,-7-7 3 0,2 8 1 0,-2-8 0 16,-2 7-1-16,2-7-3 0,-7 9-6 0,3-4-2 15,-2-1 0-15,1-2-2 0,-4 3-15 0,9-5-24 0,-13 4-24 16,8-1-38-16,-4 0-49 0,9-3-53 0,-11 0-64 16,2 1-151-16,9-1-430 0,-12-1 191 0</inkml:trace>
  <inkml:trace contextRef="#ctx0" brushRef="#br0" timeOffset="101779.15">12350 13011 115 0,'0'0'225'0,"12"-4"-11"16,-4 1-19-16,-2-1-18 0,7 2-19 0,-5 2-13 0,-1-2-17 15,-7 2-33-15,14-2-41 0,-7 2-40 0,-7 0-43 16,12 0-40-16,-12 0-30 0,6 4-25 0,-6-4-77 16,0 0-216-16,5 13 97 0</inkml:trace>
  <inkml:trace contextRef="#ctx0" brushRef="#br0" timeOffset="101917.28">12391 13104 64 0,'-2'7'180'0,"2"-7"6"16,0 0 1-16,0 0 0 0,0 0-11 0,13 2-8 15,-13-2-15-15,15 0-13 0,-7-2-13 16,4 0-9-16,-1 1-17 0,3-2-7 0,3-1-19 0,-2 1-37 16,2-3-47-16,1 0-56 0,9-3-60 0,-10 3-175 15,0-2-324-15,0 2 144 0</inkml:trace>
  <inkml:trace contextRef="#ctx0" brushRef="#br0" timeOffset="102097.51">12751 12968 8 0,'7'-4'240'0,"-7"4"-7"0,12-2-11 0,-4 0-18 0,-8 2-18 15,16-2-19-15,-2-1-10 0,-1 1-20 0,1-1-14 16,3-1-11-16,4 1-12 0,-10 3-29 0,3-3-28 15,1-1-35-15,-3 3-41 0,1-1-44 0,-3 0-29 16,-2 1-36-16,-8 1-134 0,11 0-298 16,-11 0 131-16</inkml:trace>
  <inkml:trace contextRef="#ctx0" brushRef="#br0" timeOffset="102298.98">12873 12849 116 0,'-5'-5'217'0,"5"5"-9"0,0 0-9 15,0 0-19-15,0 0-16 0,0 0 1 0,0 0 0 16,0 0 2-16,0 0 0 0,-2 22-5 0,2-10 3 16,0 2-16-16,0-1-5 0,-2 5-10 0,2-1-17 15,0 2-6-15,0 1-14 0,0-3-7 0,-2 1-7 16,4 0-9-16,-2-6-10 0,0 6-27 0,0-8-36 16,2 5-41-16,0-4-40 0,-2 0-54 0,2-3-63 15,-2-3-73-15,0-5-140 0,0 11-443 0,0-11 197 16</inkml:trace>
  <inkml:trace contextRef="#ctx0" brushRef="#br0" timeOffset="102513.38">12998 12916 178 0,'5'-7'273'0,"-5"7"-20"0,2-5-12 16,-2 5-10-16,0 0-2 0,0 0-18 0,0 0-10 15,16 13-15-15,-12-7-19 0,1 4-13 0,-3 0-13 16,2 0-9-16,-1 6-19 0,2-4-11 0,-3 0-7 16,2 2-25-16,-1 2-37 0,-1-6-36 0,0 1-37 15,0-1-55-15,0-1-56 0,0-3-51 0,-2-6-48 16,0 13-129-16,2-10-409 0,-2-3 181 0</inkml:trace>
  <inkml:trace contextRef="#ctx0" brushRef="#br0" timeOffset="102845.52">13216 12898 14 0,'7'-9'240'0,"2"-1"8"15,0 2-10-15,-5 3-7 0,5 0-16 0,-2 1-17 16,0 3-8-16,-7 1-7 0,13 5-6 0,-3 0-7 16,-1 4-5-16,-1 2-8 0,-1 4-12 0,0 0-6 15,-2 2-11-15,1 2-8 0,-2-2-11 0,1 0-3 16,1-2-6-16,-2-2-18 0,0-3-7 0,-2 0-1 15,2-3-11-15,1 1 0 0,-1-2 4 0,0 1 10 16,-4-7 15-16,0 0-8 0,10 4-2 0,-10-4-5 16,0 0-10-16,20-11-5 0,-11 2-9 0,0 0 2 15,0-5-4-15,3 2-9 0,1-3-5 0,-2 1-3 16,7-6 0-16,-9 3 0 0,5-5-8 0,-1-1-6 16,1 2 7-16,-3 4-7 0,1-8-4 0,1 5-9 15,-3 4-13-15,-1-1-8 0,-1 4-6 0,-2 4-9 16,1 0-29-16,-1 0-15 0,-6 5-28 0,5-3-29 15,-5 7-31-15,2-8-32 0,-2 8-30 0,0 0-40 16,0 0-39-16,0 0-219 0,-24 8-563 0,10-2 250 16</inkml:trace>
  <inkml:trace contextRef="#ctx0" brushRef="#br0" timeOffset="105448.19">6570 14561 8 0,'0'0'10'0,"-5"6"-2"0,5-6 0 0,0 0 0 16,0 0-5-16,0 0 1 0,-8 2 2 0,8-2-5 16,0 0-4-16,-5 4 5 0,5-4 6 0,-5 7-7 15,5-7 1-15,-8 6 0 0,4-2 1 0,4-4-1 16,-5 9 2-16,0-4 2 0,5-5 1 0,-8 7 1 15,3-3 0-15,0-1-2 0,5-3 1 0,-9 8 6 16,5-6-6-16,4-2 4 0,-6 8 2 0,2-5 2 16,4-3 2-16,-7 4 0 0,7-4 1 0,-6 4-4 15,6-4 3-15,0 0 0 0,-5 3 6 0,5-3 13 16,0 0 0-16,0 0 4 0,-4 4-11 0,4-4 20 16,0 0-9-16,0 0 12 0,0 0-8 0,0 0 16 15,0 0 0-15,0 0 1 0,0 0-4 0,0 0 3 16,0 0-6-16,0 0 9 0,0 0-21 0,0 0-4 15,0 0-2-15,0 0-6 0,0 0 1 0,0 0-2 16,-5-14-5-16,5 14 2 0,0 0-1 0,0 0-3 16,0 0 4-16,0 0-1 0,0 0-4 0,-2-7 8 15,2 7-2-15,0 0 0 0,0 0-4 0,0 0 2 16,0 0 3-16,0 0-2 0,0 0-8 0,-4-8 3 16,4 8-1-16,0 0 0 0,0 0 3 0,-5-10-7 15,5 10-5-15,0-10 0 0,0 10 4 0,-1-10 2 16,1 10-1-16,-2-13-5 0,2 8 9 0,0 5-2 15,0-15 6-15,0 6-4 0,0 9-4 0,2-14-3 16,-1 5 13-16,1 0-7 0,0-3 1 0,-1 3-5 16,3-1 3-16,-3-1 2 0,0-1-1 0,3-3 0 15,-3-1-5-15,1 6-5 0,0-2-2 0,1 0 1 16,-2 0 4-16,0-1 0 0,2 2-1 0,-3-5 2 16,1 3-2-16,1 1 3 0,-1 0 3 0,-1-2-3 15,0 1 2-15,2-3-3 0,0 1 3 0,0 4-6 16,-1-6 2-16,-1 7-2 0,4-6-1 0,-3 1-2 15,1 2 1-15,-1 0 1 0,0-2-3 0,2 0 1 16,-3-1-3-16,2 0 3 0,2-1-1 0,-4 2-3 16,3 3 3-16,-1-1 0 0,0 2 0 0,-1-1 1 15,0 1-1-15,-1-1 3 0,3-1 2 0,-2 2 0 16,2 0 1-16,-2 1 0 0,0-1 4 0,0 2-1 16,-1-2 0-16,2 0-3 0,-2 11-3 0,4-22 2 15,-2 13 0-15,-2 0 0 0,3-2-1 0,1 1 0 16,-1 0 3-16,0 0-6 0,1-1 2 0,-1 0-1 15,1-1 2-15,1 1-6 0,-1 1 6 0,-1 0-3 16,1-1 1-16,-2 1 0 0,2 0 1 0,1 0-3 16,-1 0 3-16,0 0-2 0,1 0 3 0,-2 1-3 15,2 0-1-15,-3-1 0 0,5 2 0 0,-2-1 2 16,0 0-2-16,-1-1 3 0,0 2 0 16,1 0-1-16,0-1 2 0,0 0-3 0,1 2 3 0,-2-3 3 15,1 3-3-15,2-3-4 0,-1 1 6 0,-1 2-4 16,3-2 2-16,-3-1 4 0,-1 2-6 0,5 0 3 15,-3-2-1-15,0-1-1 0,1 0 1 0,-2 1-3 16,2-1 0-16,1 0-1 0,-3 0 2 0,3-4 1 16,2 2 0-16,-3 3-1 0,-2-1 0 15,1 2-2-15,1-3 4 0,1 3-4 0,-1-2 7 0,1 0-3 16,-3 1 1-16,4 1-3 0,-3 0 2 0,2-1-1 16,-1 1 0-16,3-3-3 0,-2 3 0 0,3-3 2 15,1 0-2-15,-5 3 0 0,2 0-1 0,2-2-2 16,3 0 0-16,-2 1 4 0,2-5-4 15,1 4-1-15,-1-2 3 0,1 1 1 0,1 0-2 0,-2-1 1 16,2 0 0-16,1 2 1 0,1 0 1 0,-1-2-2 16,-1 0 2-16,2 1-1 0,-1 1 2 0,6-2-2 15,-8 1 3-15,2 2 2 0,-2 0-3 0,3 0 0 16,0-1-2-16,0 2 0 0,-2 0 2 0,2-1-1 16,1 1-3-16,-1-1-1 0,3 2 0 15,-2-2 0-15,8 0 4 0,-2-3-2 0,2 3-3 16,0 0 3-16,1-2 7 0,0 1-10 0,2 0 1 0,-1 0 0 15,-1 1 2-15,0 3-3 0,-1-2 0 0,1 1 1 16,-2 0-3-16,1 1-2 0,-7 0 2 16,0 1 1-16,-2 0 1 0,4 0-1 0,0 0 1 0,2 0-1 15,-2 0-1-15,1 1 0 0,3-4 3 0,3 2 0 16,-10 2-1-16,9-1-1 0,-2-2 8 16,-5 2-1-16,6-1-8 0,-3 0-3 0,-2 1 6 0,6-1-4 15,0 0 2-15,0-1-2 0,0-1-1 0,1 1 2 16,-4 2 2-16,5-2-1 0,-2 0 0 15,1 1-1-15,-2 1 1 0,2 0-1 0,1 1 0 16,0-1 2-16,0 1 1 0,1 1 0 0,-1-3 3 16,1 1-4-16,1 2 0 0,0-2 2 0,1 1-2 15,0 0-1-15,-1 0 1 0,-1 1-1 0,1 1 1 0,-4 0-3 16,1 2 0-16,1-2 0 0,0 2 4 16,0-1 3-16,-2 2-5 0,1-3 2 0,-1 0-1 15,2 1-1-15,0-1 3 0,-2 1-6 0,2-1 7 16,-4 2-4-16,2-1 2 0,-7-2-3 0,7 1 2 15,2 0-4-15,-8 2 2 0,8-2 2 0,0 0 1 16,2 1-4-16,-2-2 3 0,5 2 0 0,-2-1 1 0,0 1 2 16,-1-1-6-16,0 1 1 0,0 1 2 15,-1-3-1-15,-1-2-2 0,1 4 1 0,1-2 2 16,-3 0 0-16,2 0-1 0,0 0 1 0,3 0-2 16,-3 1 4-16,1 0-7 0,-1 2 6 0,-2-5-6 15,3 4 5-15,-4 0-1 0,3-1-1 0,2 1 0 16,-2-1 0-16,1 0 3 0,-2-1-1 0,4-2 0 15,-2 2 1-15,-1 3-2 0,1-2 0 0,-1-3-1 0,-2 4 2 16,1-3-3-16,1 2 1 0,1-3 1 16,-2 2-4-16,2-2 5 0,-1 3 0 0,-2-3-1 15,2 1 3-15,-2 3-2 0,1-1-2 0,-9 3 3 16,9-3 1-16,-9 1-3 0,8-2 1 0,-8 3 2 16,0-2 10-16,8 1-11 0,-10 0 6 0,2 3-2 0,0-4 3 15,0 2 1-15,2-2 1 0,4-1 7 16,-6-1-9-16,-1 3 5 0,4-2-4 0,-4 1 1 15,0-1 1-15,1-1 2 0,1 2-1 0,0 0 0 16,3 0-3-16,-4 1 3 0,-1-2 10 0,-1 0-14 16,1-1-1-16,-5 2 2 0,-1 2 2 0,-3-2-3 15,-11 3 5-15,22-3-5 0,-22 3-5 0,13-2 5 16,-13 2-3-16,0 0-1 0,0 0 1 0,18-1-4 16,-18 1 1-16,0 0-8 0,0 0-20 0,0 0-19 15,13-1-10-15,-13 1-24 0,0 0-32 0,0 0-31 16,0 0-32-16,0 0-41 0,21-1-44 0,-21 1-197 15,0 0-491-15,0 0 218 0</inkml:trace>
  <inkml:trace contextRef="#ctx0" brushRef="#br0" timeOffset="105870.26">11592 12060 33 0,'0'0'231'0,"0"0"-4"15,-2-10-9-15,2 10-7 0,0 0-16 0,0 0-9 16,-3-11-15-16,3 11-13 0,0 0-16 0,0 0-15 16,0 0-16-16,0 0-10 0,0 0-11 0,0 0-10 15,0 0 1-15,0 0-10 0,0 0-4 0,0 0-6 16,0 0-4-16,23 26-2 0,-16-15-2 0,-1-1 0 16,4 2 0-16,-5 0 1 0,5 1-5 0,0 1 2 15,-2-1-5-15,-1-1-2 0,1-3-1 0,3 4 1 16,-5-5-2-16,-1 0-1 0,3 0 1 0,-8-8-2 15,9 11-4-15,-9-11-2 0,9 7 1 0,-9-7 0 16,5 9 5-16,-5-9 4 0,9 4-3 0,-9-4 9 16,0 0 11-16,0 0 2 0,0 0 17 0,0 0-8 15,0 0 5-15,0 0-13 0,0 0-8 0,24-11 0 16,-17 3-11-16,2 1 0 0,-2-3-4 0,2 1-8 16,0-4-4-16,3-3-2 0,-1 1-3 0,2 4 2 15,-2-4-3-15,0-1-4 0,1 1 3 0,-3-1-10 16,1 3-11-16,-2 2-9 0,-3 1-5 0,3 2-12 15,-5 1-17-15,1 1-25 0,-4 6-24 0,6-8-32 16,-6 8-38-16,0 0-23 0,6-5-9 0,-6 5-12 16,0 0-15-16,0 0-22 0,0 0-18 0,0 0-188 15,4 23-485-15,-4-23 215 0</inkml:trace>
  <inkml:trace contextRef="#ctx0" brushRef="#br0" timeOffset="106327.24">12116 12113 78 0,'0'0'183'0,"9"-6"-10"0,-9 6-4 16,0 0 3-16,0 0 1 0,0 0-10 0,0 0-5 16,0 0-10-16,0 0-11 0,0 0-12 0,0 0-4 15,0 0-4-15,0 0 1 0,0 0-14 0,0 0 5 16,-34 7-1-16,24 2-3 0,-3 3-12 0,-1 2-1 16,1-1-10-16,1 0-1 0,0-2-5 0,0 4-6 15,1-2-5-15,3 0 1 0,0 1-10 0,2-4-6 16,2 1-1-16,-1 0 1 0,2-2-7 0,1 1-10 15,2-10 4-15,0 15-9 0,-2-8 2 0,2-7-2 16,4 13-3-16,-4-13 2 0,10 10-10 0,-10-10 4 16,11 6-3-16,-5-3 2 0,-6-3-3 0,15 1-2 15,-15-1-5-15,21-2 0 0,-21 2 2 0,18-4 0 16,-9 2-1-16,-9 2-5 0,16-7 2 0,-9 3-2 16,-7 4 4-16,11-9-1 0,-3 3 2 0,-8 6-9 15,8-10 4-15,-5 4 6 0,-3 6-10 0,8-12 1 16,-4 5 2-16,-4 7-1 0,5-10 0 0,-5 10-1 15,5-6 1-15,-5 6-6 0,0 0-1 0,0 0 3 16,5-8-6-16,-5 8 2 0,0 0-3 0,0 0 2 16,0 0 4-16,0 0-2 0,0 0-2 0,0 0-1 15,22 15 6-15,-20-9-1 0,-2-6-2 0,3 14-1 16,-2-6 1-16,-1-8 2 0,3 16 2 0,-1-10-1 16,-2-6-20-16,0 16-20 0,2-6-16 0,-2-5-20 15,0-5-20-15,-2 15-24 0,2-15-22 0,0 12-29 16,0-12-21-16,2 12-18 0,-2-12-7 0,2 9-11 15,-2-9-136-15,9 6-393 0,-9-6 174 0</inkml:trace>
  <inkml:trace contextRef="#ctx0" brushRef="#br0" timeOffset="106676.27">12318 12269 77 0,'4'-12'116'0,"-2"0"19"0,0 0-2 0,-2 2 1 15,0 10 5-15,0-20 3 0,0 20-4 0,-1-13-6 16,1 13-8-16,-3-8-9 0,3 8-10 0,0 0-8 15,-10-9-4-15,10 9-9 0,0 0-4 0,-15 2-10 16,15-2 2-16,0 0-11 0,-15 11-1 0,8-3-3 16,0-2-7-16,2 2-4 0,5-8-1 0,-4 14-9 15,2-8-3-15,2-6 2 0,-4 19-7 0,4-19-3 16,2 14 0-16,-2-14-1 0,4 14-1 0,0-8-4 16,1 2 1-16,2-3-3 0,0 1-2 0,2 2-2 15,-3-2 0-15,4-2-1 0,-3 5 5 0,3-3 2 16,-3-2-3-16,-1 2 0 0,2-2 1 0,-8-4-2 15,11 8 1-15,-11-8 2 0,8 9 2 0,-8-9 2 16,6 8 7-16,-6-8 6 0,4 9 2 16,-4-9 2-16,0 0 1 0,-7 14-4 0,0-9-3 0,1-1-5 15,-1 2-2-15,-3-1 2 0,-1 1-7 0,1-1 1 16,-1-1-14-16,1 2-16 0,-1-3-20 0,-1-1-23 16,12-2-31-16,-13 5-36 0,13-5-33 0,-10 2-43 15,10-2-49-15,0 0-145 0,0 0-420 0,0 0 186 16</inkml:trace>
  <inkml:trace contextRef="#ctx0" brushRef="#br0" timeOffset="106906.88">12479 12250 163 0,'0'0'256'16,"0"0"-6"-16,0 0-13 0,0 0-13 0,0 0-23 0,7-6-14 15,-7 6-16-15,0 0-16 0,12-4-13 0,-12 4-11 16,17-4-10-16,-7 3-12 0,0-4-14 0,1 5-3 16,-11 0-15-16,23-3-5 0,-16 2-10 0,5 0-17 15,-2-2-28-15,-10 3-34 0,0 0-36 16,0 0-42-16,19-2-45 0,-19 2-38 0,0 0-15 0,11-1-20 16,-11 1-107-16,0 0-347 0,0 0 154 0</inkml:trace>
  <inkml:trace contextRef="#ctx0" brushRef="#br0" timeOffset="107065.49">12525 12301 46 0,'0'0'193'0,"0"0"8"0,0 0 3 0,0 0-7 0,0 0-3 15,-8 7-7-15,8-7-10 0,0 0-17 0,0 0-14 16,0 0-13-16,0 0-14 0,0 0-13 0,0 0-7 16,0 0-12-16,27-1-7 0,-27 1-13 15,21-3-30-15,-8 0-31 0,1 1-46 0,3 0-46 0,4-3-62 16,-2-1-52-16,0 1-128 0,2 2-355 0,-1-3 157 15</inkml:trace>
  <inkml:trace contextRef="#ctx0" brushRef="#br0" timeOffset="107298.81">12812 12171 45 0,'0'0'218'0,"0"0"0"0,0 0-7 0,0 0-18 15,0 0-4-15,0 0-10 0,0 0-8 0,0 0-16 16,0 0-14-16,29-4-9 0,-18 4-15 16,3-2-10-16,-1 0-14 0,1 1-7 0,-3-1-9 15,0 0-8-15,3 0-13 0,-5 2-21 0,-1 0-26 0,-8 0-21 16,0 0-21-16,19-2-32 0,-19 2-15 0,0 0-30 16,9-4-23-16,-9 4-20 0,0 0-11 0,0 0 1 15,0 0-102-15,-1-7-287 0,1 7 127 16</inkml:trace>
  <inkml:trace contextRef="#ctx0" brushRef="#br0" timeOffset="107495.83">12958 12130 476 0,'-6'-8'5'0,"6"8"12"0,-6-9 15 0,6 9 23 16,-4-8 9-16,4 8 9 0,-7-10 10 16,7 10 13-16,-6-8 15 0,2 4 6 0,4 4 7 15,-5-7 5-15,5 7 1 0,0 0-4 0,-5-7-6 0,5 7-7 16,0 0-5-16,-4-5-16 0,4 5-6 16,0 0 12-16,0 0 3 0,0 0 16 0,-5 19 3 0,5-19-7 15,-2 20-6-15,0-9-1 0,2 5-6 0,0 0-4 16,0-3-12-16,-2 3-6 0,2 1-5 0,0-1-3 15,0 1-13-15,0-2-2 0,2 3-10 0,-2-5-16 16,2-2-34-16,0 4-23 0,-2-3-48 16,0-4-39-16,2 5-40 0,0-4-46 0,-2-9-47 0,5 13-215 15,-5-13-503-15,0 8 223 0</inkml:trace>
  <inkml:trace contextRef="#ctx0" brushRef="#br0" timeOffset="107847.93">13065 12104 8 0,'12'-8'254'0,"-3"5"-6"16,2-3-4-16,1 4-12 0,1-2-10 0,-2 2-9 16,5 2-14-16,-5 0-8 0,1 2-9 0,-2 0-21 15,-1 2-15-15,1-1-11 0,-1 2-11 0,-9-5 2 0,11 10-21 16,-7-5-4-16,-4-5-9 0,5 14-7 0,-5-14-14 15,-2 13 2-15,2-13-2 0,-10 19-16 16,2-10-10-16,1 1 0 0,-3-1 1 0,2-3-10 0,1 0-2 16,1 1-2-16,6-7-8 0,-12 8 4 15,12-8-11-15,-5 7 4 0,5-7 0 0,0 0-3 0,0 0 2 16,-8 5-2-16,8-5-4 0,0 0-4 0,0 0-1 16,0 0 4-16,0 0 1 0,0 0-3 0,0 0-1 15,31 4-1-15,-20-5-1 0,3 0-9 16,-1-1-25-16,3 1-23 0,0-3-31 0,-2 0-30 15,-3 3-16-15,2-1-28 0,-13 2-36 0,24-8-29 0,-12 3-21 16,-3 2-6-16,-3-1-154 0,-6 4-434 0,0 0 192 16</inkml:trace>
  <inkml:trace contextRef="#ctx0" brushRef="#br0" timeOffset="108183.27">13362 12087 78 0,'0'-15'144'15,"0"15"14"-15,-2-14 11 0,2 14 3 0,-2-12-1 0,2 6 5 16,0 6 1-16,-2-10-3 0,2 10-3 0,0 0-23 15,0-9-16-15,0 9-7 0,0 0 7 0,0 0-3 16,0 0 6-16,0 0-2 0,13 26-1 16,-11-15 1-16,2 0 1 0,-2 1-8 0,1 5-7 15,2-5-8-15,-1 4 0 0,-1-1-10 0,1 0-3 0,-2-3-19 16,2 4 9-16,-1-4-13 0,-3-12 2 0,6 15-6 16,-6-15 1-16,8 16-13 0,-8-16 7 15,4 10-1-15,-4-10-5 0,7 6 12 0,-7-6-8 16,0 0-10-16,18 1 2 0,-18-1-12 0,13-5 2 15,-13 5-7-15,14-9-9 0,-5 2 5 0,-1-1-7 0,-1-2-1 16,5-3 3-16,-1 0-11 0,-3-1 11 0,2-2-12 16,1 3 0-16,-2 0-6 0,-2 2 0 0,0 2-4 15,-1-3-10-15,-1 2-15 0,1 0-4 16,1 1-18-16,-4 4-30 0,-3 5-16 0,6-11-29 0,-4 6-29 16,-2 5-24-16,0 0-22 0,0 0-10 0,0 0-17 15,0 0-20-15,0 0-12 0,0 0-32 0,-25 12-207 16,25-12-527-16,-24 18 234 0</inkml:trace>
  <inkml:trace contextRef="#ctx0" brushRef="#br0" timeOffset="117643.9">3782 9047 101 0,'-11'-2'91'16,"2"-1"-10"-16,-1 1 5 0,-2 0-8 0,3 0 0 16,2 1 3-16,-2 1-10 0,-1-3 6 0,10 3-7 15,-16-1-8-15,8-1-6 0,0-1-2 0,8 3-10 16,-15 0 4-16,8 0 2 0,7 0-5 0,-13-3-5 16,13 3 11-16,-13-1-1 0,13 1 4 0,-10 0 3 15,10 0 0-15,-8-1 0 0,8 1-4 0,0 0-2 16,0 0-7-16,-10-3-1 0,10 3-2 0,0 0-5 15,0 0-2-15,0 0-4 0,0 0-6 0,-8-1-2 16,8 1 0-16,0 0-3 0,0 0-5 0,0 0 2 16,0 0-3-16,0 0-1 0,0 0-3 0,0 0-2 0,0 0 3 15,0 0-6-15,0 0 2 0,0 0 0 0,0 0-3 16,27 1 8-16,-8-1 3 0,2 0 2 16,8-1 10-16,6-1 0 0,-3 0-1 0,5 0 0 15,2-3-2-15,14-1 1 0,3 6 10 0,0-3-6 0,-1 2-5 16,3-3 6-16,1 2-2 0,2-2 0 15,2 4-2-15,2-3 0 0,-3 1-1 0,2 1 0 0,3-4-6 16,-4 3 9-16,4 0-5 0,-2-2-4 16,26 2 3-16,-30 1-1 0,3-2-3 0,27-3 2 15,-26 2-4-15,30 0 5 0,-30 1-6 0,29 1-2 0,-30-1 1 16,4-1-3-16,24-2 0 0,-31 4 7 0,3 0-6 16,-1-1 2-16,1 3-4 0,1-4-4 0,0 2 3 15,0-1 0-15,1 0 1 0,-2 3-2 16,-4-4 2-16,-2 4-3 0,1 0 2 0,-3 0-1 0,2 0-1 15,2 0-2-15,1-3 8 0,-2 1-4 0,0 0-2 16,-3-4-2-16,2 0 1 0,-1 0-1 0,3-3-3 16,-2 0 5-16,-1 0 1 0,-4 0-5 15,0-1-2-15,0 0 2 0,-15 4-6 0,0-3 6 16,2 2-4-16,9-6 2 0,2 5 0 0,-14 0-1 0,2 2 5 16,1-3-2-16,10 4-4 0,-12-2 3 0,0 1-1 15,1 0 5-15,0-1-2 0,0 2-3 0,-2 0 0 16,-1 1 1-16,-3-3-2 0,-4 3 1 0,1-2-1 15,-4 2 2-15,-5 3 1 0,-2-1-3 0,-2-1 0 16,-5 2 4-16,1 0-2 0,-1-2 4 0,-5 3-3 16,2 0 1-16,-9 0-1 0,14-1 4 0,-14 1-2 15,9-1 1-15,-9 1-1 0,11 0 1 0,-11 0-3 16,0 0 6-16,10-2-5 0,-10 2 4 0,0 0 0 16,5-3 3-16,-5 3-3 0,0 0 2 0,0 0-4 15,0 0 2-15,0 0-2 0,0 0 2 0,0 0-6 16,9 4 6-16,-9-4-3 0,0 0-2 0,0 0 4 15,0 0-3-15,0 0 0 0,0 0 3 0,0 0-3 16,0 0-1-16,0 0-2 0,0 0-1 0,0 0-13 16,0 0-13-16,0 0-21 0,0 0-22 0,0 0-13 15,0 0-16-15,0 0-23 0,0 0-27 0,0 0-26 16,0 0-39-16,0 8-139 0,0-8-381 0,0 0 168 16</inkml:trace>
  <inkml:trace contextRef="#ctx0" brushRef="#br0" timeOffset="120710.18">3653 10610 74 0,'-12'-2'93'16,"12"2"-6"-16,-11-1 6 0,11 1-6 0,-7-3-9 15,7 3-3-15,-9-1-2 0,9 1-10 0,0 0 3 16,0 0-14-16,-9-2-3 0,9 2-3 0,0 0-5 15,0 0-10-15,0 0 5 0,0 0-11 0,0 0 11 16,0 0 10-16,0 0-9 0,33 3 3 0,-13-3-1 16,10 1-3-16,3-2 0 0,2 0-7 0,3-2 6 15,16-1-5-15,0 1-2 0,5 0-5 0,1-4 4 16,-1 1-1-16,5 3 2 0,0-2-7 0,28 0 2 16,-27 0-4-16,27-1 2 0,0 3-8 0,0-5 10 15,0 2-11-15,3 3 0 0,2-6-1 0,0 6 2 16,4-4 3-16,5 3-6 0,-1-2-1 0,0 1-4 0,-4-2 1 15,6 2 4-15,-6-4 0 0,5 3-5 16,3-2 4-16,-1-1-1 0,1 1-6 0,-7 0 4 16,-3-2-5-16,-3 2 4 0,-31 2-2 0,29-2-1 15,-26 2 2-15,-4-3 1 0,28 0-5 0,-31 4 2 16,6-1-1-16,-1-1 0 0,-3 2 7 0,-2-2-6 0,-3 0-1 16,-4 3 1-16,-2-2-2 0,-15 2 0 15,-2 1 0-15,0 0 2 0,-2 0-1 0,0 2 3 16,-2-2-5-16,-3 2-1 0,3 0-1 0,-9 1 6 15,-3 0-2-15,3-2-3 0,-1 4 2 0,-1-2 5 0,-1 1-2 16,-3-1 2-16,-2 1 0 0,-1-1 2 0,1 1-4 16,-1-2 9-16,1 1 3 0,-1 1 2 15,2 1-2-15,-2-2 3 0,0 0-1 0,-2 1 1 0,-1-1-3 16,-2 0-4-16,2 1 1 0,-2-1-1 0,-8 0-3 16,11-1 1-16,-11 1 2 0,11 0-3 0,-11 0-1 15,0 0-2-15,9-1 1 0,-9 1-3 0,0 0 0 16,0 0-6-16,0 0-20 0,0 0-25 15,0 0-40-15,0 0-39 0,0 0-51 0,0 0-98 16,-38-5-298-16,18 0 133 0</inkml:trace>
  <inkml:trace contextRef="#ctx0" brushRef="#br0" timeOffset="129910.17">14076 14490 11 0,'0'0'28'15,"0"0"0"-15,0 0-2 0,0 0 13 0,0 0-11 16,0 0 2-16,0 0 5 0,0 0 3 0,0 0 3 16,0 0 3-16,0 0-2 0,0 0 1 0,-2-23-5 15,2 23 1-15,0 0-2 0,4-9 18 16,-4 9-11-16,3-8 9 0,-3 8 2 0,8-3 10 0,-2-1-11 15,-6 4 12-15,15-6 3 0,-6 3-8 0,3-3-7 16,-4 3 7-16,6 0 3 0,-5-2-12 0,2 4-5 16,1 0 2-16,-3-1-11 0,-1 2 7 15,-8 0-3-15,16 0-9 0,-9 2 6 0,3-2-4 0,-5 2-7 16,4 2-2-16,-9-4-2 0,9 6 1 0,-4-1 2 16,-3-1 6-16,3 3-6 0,2 0-6 0,-7 0 3 15,4 2 4-15,0 0-1 0,-2 1 4 0,-1 2-5 16,1-2 2-16,-2 1-1 0,0 2 0 0,2 1-3 15,-4 3-2-15,2 0 9 0,-3-1-3 0,4 0-2 16,-1 1-1-16,0 0-6 0,2 3 1 0,-2-3 5 16,-2 3-4-16,2-1-4 0,2-1 2 0,-4 0-2 15,1 0 0-15,1 1 1 0,0 1-3 0,1 3 2 16,1-3-4-16,-2-1 2 0,4 0-2 0,-2-1 6 16,0-1-3-16,0 1-4 0,-1 0-5 0,1 0 5 15,1-1-5-15,2-3 5 0,-1 3-3 0,0-2 4 16,-1 1-6-16,1 1 6 0,2-3 0 0,0 1 0 15,-2 1-3-15,5-1 0 0,-3 1-2 0,1-2 3 16,2 1-5-16,-2 0 2 0,1 0-1 16,1 1 1-16,1 0-1 0,-2 0 0 0,-1 0-5 15,1 0 10-15,0-2-1 0,-3 3-5 0,4-2-3 16,0 2 0-16,-1-3 1 0,-5 3-3 0,8-1 2 0,-7 3 25 16,5-3-1-16,-4-2-7 0,2 4-2 0,-1-2-1 15,-3 1 1-15,2-2-2 0,-1 0-2 0,1-2-2 16,-1 1-2-16,0 3 2 0,0-3-4 15,-1 5 1-15,-1-5 1 0,3 3-1 0,-1-1-5 0,-1-2 1 16,-1 4 2-16,-2-3-1 0,-2 2-3 16,4-2 2-16,-2-1-3 0,2-2 3 0,0 0-1 0,-2 5-5 15,2-3 1-15,0 1 5 0,-1-1-4 0,-1 2 2 16,1-5-2-16,-2 5 6 0,1 1-5 16,0-5-1-16,-1 0-1 0,2 2 1 0,-2 2-1 15,-1 1 1-15,2-1 1 0,-2-1-1 0,0 0 2 16,0-4-2-16,2 5-1 0,0 1 4 0,0-1-1 15,-3 0-4-15,2-3 0 0,-1 2 2 0,-1-3-1 16,0 3 3-16,1-4-1 0,2 5 0 0,-1-4-1 0,1-2 2 16,0 2-2-16,-3-2-2 0,1 1-25 15,-1-2 6-15,3 3-1 0,-2-6 5 0,2 2-1 16,-3-2 6-16,0 3 0 0,1 0 3 0,-1-1-3 16,1-2-1-16,2-6 1 0,-7 12-1 0,4-4 7 15,-1 0-1-15,1-1 1 0,-1 2 4 0,0-4-2 16,1 3-1-16,-4-1 0 0,3 1-2 0,2 0 4 15,-2-3-1-15,-1 4 0 0,1-4 1 0,0 2 1 16,-1-1 0-16,0-1 5 0,5-5-4 0,-9 11 1 16,5-5 3-16,2-1-5 0,-3-2 2 0,3 4-4 15,2-7 1-15,-6 12-4 0,2-5 4 0,0-2-3 16,-1 3 3-16,3-2 3 0,-2 1 2 0,-1-1-6 16,1 0 4-16,-3 0 0 0,2-1 0 0,-1 3-1 15,-2-1 4-15,-1 0-7 0,1-1 5 0,1 1 0 16,-1-4-2-16,-2 5 3 0,4-2-3 0,-5 1-4 15,2-1 8-15,-1-1-5 0,2 2 4 0,-3-2-5 16,1 3 2-16,1-3 2 0,0 0 0 16,-2 0 1-16,2 0-6 0,-2-1 5 0,0 1 3 15,0 0-7-15,-1-1 3 0,-1-1-16 0,-4 4-16 0,5-5-17 16,-4 4-15-16,2-3-31 0,1-1-34 0,1 0-36 16,-1-1-56-16,0-2-127 0,13 1-375 0,-22-8 166 15</inkml:trace>
  <inkml:trace contextRef="#ctx0" brushRef="#br0" timeOffset="135176.81">14066 14186 10 0,'-5'-7'30'0,"-2"0"1"0,0-2-6 0,1 1-3 15,-1 0-4-15,5-3 2 0,-5 2-5 0,0 2-1 16,3-2 7-16,-1 2-5 0,1 1 6 0,0-1-7 0,-2 1-2 16,2 0 2-16,4 6 3 0,-5-8-4 15,3 3 1-15,2 5-1 0,-6-8 1 0,6 8-3 16,-2-7 2-16,2 7-3 0,-2-7 5 0,2 7 9 15,0 0-5-15,-5-10 1 0,5 10 5 0,-3-6-2 16,3 6 10-16,0 0 5 0,-4-10-9 0,4 10-1 0,-5-7 7 16,5 7 1-16,-4-7-3 0,4 7 9 0,-4-8 1 15,4 8 0-15,-7-6-2 0,7 6-1 16,-5-8 0-16,5 8 0 0,-5-3 7 0,5 3 1 16,0 0-16-16,0 0 13 0,-4-7-3 0,4 7-6 15,0 0 3-15,0 0-13 0,0-10 1 0,0 10-3 0,0 0 0 16,4-13-1-16,-1 8 8 0,-3 5 2 0,5-10 0 15,-3 6-8-15,-2 4 3 0,4-12 4 0,-3 6-5 16,-1 6-2-16,4-11-6 0,2 4 4 16,-1 1-1-16,-3 0 1 0,7-3-9 0,-2 4 2 15,1-3 1-15,4 0 3 0,-3 1-10 0,2-1 3 0,1 2 0 16,-3 1 2-16,4 0-6 0,-3 0-3 0,0 2 1 16,-3 1-4-16,-1-2 1 0,-6 4 0 0,14 0-2 15,-14 0 5-15,11 1-3 0,-6 2-2 16,2 0-1-16,-2 5 5 0,-1 0 3 0,-2 2-5 15,2 0-2-15,0 0 5 0,-1 2-3 0,1 1-2 0,0-2 2 16,-1 2 3-16,-2 0-1 0,1-1-3 16,0 0 0-16,2 4-4 0,-3-3 3 0,3 1 2 15,-2 2 1-15,0 0 2 0,0 0 1 0,-2 0-1 16,-2 0 1-16,2 2-1 0,-4-1 0 0,4 2 4 16,-4 1 1-16,-1-3-1 0,1 2 0 0,3-4-4 0,-2 2 5 15,-3 1-3-15,4-6-4 0,4 4 2 0,-4-5 0 16,4 5 0-16,-2-4-1 0,2 0 4 15,2 5-4-15,-1-5-3 0,0 0 3 0,-1-1 0 16,4-1-1-16,1 0-2 0,-1 0 3 0,0 0 1 16,0 2-2-16,-1-2-2 0,3 2 2 0,0-2 0 0,-1 0 0 15,-1 1-3-15,3 1 4 0,0-3-4 0,-4 0-3 16,5 7 3-16,-3-1-3 0,-1-5 5 0,0 2-3 16,0 0 1-16,-1 0 5 0,-1 3-3 0,0-2-1 15,-1 5 0-15,-1-2-2 0,1 0 0 16,-1-1-2-16,1 1 8 0,-3 1-5 0,2-3-2 0,0 0 4 15,-4 1 1-15,6 1 0 0,-4 0-1 0,4 1-1 16,-1-2 1-16,1 1-1 0,-4 0-3 0,2 0 2 16,0 0 3-16,-2 1-6 0,3-5 5 0,0-1-2 15,-3 6-3-15,-3-5 2 0,5 5 2 16,-4-2-4-16,-1 1-9 0,1-5-9 0,0 1-13 16,-2 0-23-16,1-2-23 0,-1 2-27 0,0-2-14 0,2-3-28 15,-3 3-18-15,-2-1-129 0,0-2-315 0,2-4 140 16</inkml:trace>
  <inkml:trace contextRef="#ctx0" brushRef="#br0" timeOffset="136430.04">14505 13811 77 0,'0'0'103'15,"0"0"0"-15,0 0-15 0,0 0-1 0,0 0-2 16,-4-9-2-16,4 9-6 0,0 0 10 0,0 0-10 16,0 0 1-16,-4-4-1 0,4 4-4 0,0 0-2 15,0 0-3-15,0 0-11 0,0 0-3 0,0 0 3 16,-1-8-12-16,1 8-5 0,0 0-1 0,0 0-3 16,0 0-1-16,0 0-3 0,0 0 2 0,-3-8 1 15,3 8 1-15,0 0-3 0,0 0 1 0,0 0-5 16,0 0-1-16,-4-9-3 0,4 9-2 0,0 0 2 15,-2-7 6-15,2 7 0 0,0 0-3 0,0 0 3 16,0 0-1-16,0 0-1 0,-2-7-2 0,2 7-4 16,0 0 0-16,0 0-2 0,0 0-2 0,0 0-4 15,0 0-2-15,0 0-3 0,0 0-1 0,0 0-1 16,0 0 2-16,0 0-5 0,0 0 4 0,0 0 2 0,0 0 0 16,4 25-2-16,0-16 2 0,-3 2 0 15,1 1 3-15,-1-1 0 0,1 2 1 0,2 2-3 16,0-1 0-16,-1 3 1 0,-3-2-1 0,2-3-15 15,0 1 1-15,-2 0-1 0,3 0 4 0,-3-2 5 0,2 2 1 16,1 0 3-16,-1-3-4 0,0 4 2 0,-2-3-2 16,3-1 1-16,-6 0-4 0,7-1 3 0,-3-3 3 15,1 1-4-15,-1 4-5 0,0-5 0 16,1 4-4-16,-2-3-16 0,0-7-20 0,-4 16-15 16,2-7-18-16,0-3-15 0,-1 0-15 0,1 2-25 0,-2-3-9 15,4-5-12-15,-6 12-11 0,2-10-100 0,0 1-281 16,4-3 125-16</inkml:trace>
  <inkml:trace contextRef="#ctx0" brushRef="#br0" timeOffset="137391.77">14470 13859 24 0,'0'0'166'0,"0"-14"-7"0,0 14-11 15,4-9-8-15,-4 9-15 0,11-9 2 0,0 4-4 16,3-3-9-16,2 3-3 0,1 0-11 0,0 2-7 16,0 1-6-16,3 1-5 0,-1 3-9 0,-4 2-5 0,5 1-4 15,-4 2-8-15,2 2-3 0,-3 0-8 16,0 1-2-16,0 0-6 0,-3 2-6 0,-2-3 0 16,-3 5-2-16,3 1-3 0,-6-1 0 0,1 2-2 15,-4-1-6-15,-1 1 1 0,-2 1-3 0,0-1-7 16,-4-1 4-16,-1-1-1 0,-1-4-1 0,-3 4 1 15,0-1-2-15,-2-1 1 0,-1-2-5 0,5-3 0 16,-2 0 2-16,-2 0 2 0,1-3-1 0,3-3-1 16,-4-1-4-16,2 0 3 0,0-1-4 0,1-2 2 15,1 0-2-15,-1 0-1 0,2 0 2 0,8 3-1 16,-13-5 1-16,9 2-1 0,4 3 0 0,-12-2 5 16,12 2-4-16,-6-6-5 0,6 6 2 0,0 0 1 15,0 0-5-15,0 0 0 0,0 0 3 0,0 0 0 16,0 0-1-16,18-6 1 0,-18 6-3 0,13-1 4 15,-1 1 0-15,1-3 5 0,5 1 2 0,-1-1-3 16,2 1 1-16,0-2 11 0,2 1-8 0,0 1 1 16,-2-2-3-16,2 1 1 0,1 0-3 0,-4-1 4 0,3 1-2 15,-3 0-3-15,2 0 1 0,0 0-1 16,-2-1 1-16,-5 1-1 0,-1-3 3 0,-1 3-4 16,0-1-2-16,-3 0 3 0,2-1 0 0,-4 1 0 15,-1 0-1-15,1-1 0 0,-1-2-1 0,0 4 2 16,-1-4-4-16,-4 7 3 0,2-10-1 0,1 2-2 15,-3 8 1-15,0-10-3 0,0 10 3 0,0-10-2 16,0 10 0-16,-3-10 4 0,3 10-6 0,-5-9 3 16,5 9-5-16,-8-3 7 0,8 3-4 0,-11-3 2 15,11 3-4-15,0 0 1 0,-17 5-3 0,11-2 3 16,-3 2-1-16,1 0 1 0,-2 2 0 0,2 0-1 16,1 2 0-16,0 0 3 0,0 0-1 0,3 4 3 0,0-3 2 15,-1 3 4-15,5-2 1 0,0 5 5 16,2-4-4-16,1-1 2 0,1 1-3 0,2-2 1 15,2 0-2-15,1-2 2 0,2 5-1 0,0-6-1 16,0-3 0-16,3 0-1 0,-1-3 1 0,6-1-2 16,-2 0 3-16,-3-1-2 0,1 0-1 0,-1-2-1 15,-3-1 0-15,0-1 3 0,0-2-8 0,0 0 4 16,-2-3-3-16,-2 2 2 0,0-1-2 0,-1-3 0 16,0 2 0-16,0-5 0 0,-4 2 0 0,2-4-1 15,0 1-2-15,-3-1 2 0,0 1-4 0,-3-2 6 16,3-1-3-16,-1 0 1 0,-1 0 3 0,-1 1-3 15,0 0-1-15,0 3 2 0,0 3 1 0,2 2-3 0,0 10 2 16,-1-15 5-16,1 15 2 0,-1-14 2 16,1 14-3-16,-3-9-1 0,3 9 0 0,0 0-2 15,0 0-3-15,0 0 5 0,0 0 8 0,0 0 8 16,0 0-2-16,4 36 4 0,-3-19 8 0,3 1 0 16,-2 2-3-16,1 4 5 0,-1-4-5 0,1-2 1 15,1 9-1-15,-3-10-5 0,1 4-1 0,-1 4 1 16,3-6-3-16,-3 0-3 0,3-2-2 0,-2 1 2 15,3-6-4-15,-2 5 3 0,1-2-6 0,-2-4-8 16,0 1-23-16,-1-2-16 0,1 1-12 0,0 0-18 16,0-3-22-16,0 1-22 0,-2-9-16 0,0 13-20 15,0-13-13-15,0 0-1 0,0 11 4 0,0-11-13 16,0 0-2-16,0 0-118 0,0 0-312 0,0 0 139 16</inkml:trace>
  <inkml:trace contextRef="#ctx0" brushRef="#br0" timeOffset="137610.4">15146 14139 449 0,'-4'-19'-13'0,"-2"-7"8"16,0 3 16-16,2 3 12 0,1 2 18 0,3-2 8 15,1 1 7-15,-1 0 17 0,4 3 0 0,-2 0-3 16,2-1 3-16,2 5 2 0,0 2 7 0,3-4 2 16,0 5-6-16,0 1 1 0,2-3 2 0,-2 4-7 15,3 5-4-15,-4-1-4 0,3 3-8 0,3 0 1 16,-3 2 4-16,1 0-5 0,-3 7-6 0,-1-3 2 16,-2-2-13-16,3 4 9 0,-4 4-5 0,-2-1-1 15,-1 0-3-15,2 1-3 0,-4 1-6 16,0-3-4-16,-1 3 0 0,0-1-3 0,-3-1-3 0,0 1-1 15,1-2-12-15,-2 0-18 0,3-2-25 0,1-1-17 16,1-7-33-16,-6 10-15 0,6-10-23 0,-2 5-32 16,2-5-147-16,0 0-326 0,0 0 145 0</inkml:trace>
  <inkml:trace contextRef="#ctx0" brushRef="#br0" timeOffset="138259.91">15362 13685 48 0,'0'-12'163'0,"0"12"-18"0,1-5 1 16,-1 5 14-16,0 0-8 0,0 0 4 0,0 0-6 16,8 23-7-16,-5-11-7 0,-1 6-9 0,1 2-15 15,2 5-9-15,-1 3-11 0,-3-1-9 0,-1-1-5 16,2-2-8-16,0 1-6 0,0 1-12 0,0-1-17 16,0-6-19-16,1 0-19 0,1-5-12 0,-1 4-19 15,4-2-3-15,-3-8-9 0,1 4-7 0,0-4-2 16,0-3 6-16,1 0 0 0,2-3 3 15,-8-2 4-15,12 2 8 0,-12-2 11 0,16-6 6 0,-8 0 12 16,1-1 2-16,0 0 11 0,1-3 11 0,0-2-1 16,2 0 2-16,-1 1 3 0,-2-3 2 0,0 0-3 15,1 0 3-15,-3 2 1 0,4-4-3 0,1 1-1 16,-3 1 2-16,1-1 2 0,-4 0 2 0,1 5 2 16,-3-3-6-16,1 5 1 0,-2-5-1 0,1 4-2 15,-2 1 5-15,-2 2 0 0,0 6 2 0,1-14-2 16,-1 14-2-16,-3-9 0 0,3 9 2 0,-5-6 2 15,5 6 0-15,-10 1 10 0,10-1 7 0,-14 11-6 16,6-1 3-16,0 0-3 0,1 5-1 0,-1-4 1 16,0 6-7-16,1 0-4 0,2 0 0 0,0 0-1 15,2 0-8-15,0-2 3 0,6 2-5 0,0-4-1 16,3 2-17-16,-2-6-15 0,2 2-13 0,5 0-13 16,1-2-22-16,-2 0-24 0,2-4-22 0,0-1-25 15,2-1-2-15,-2-2-37 0,0 1 7 0,2-5 6 16,-3 0-2-16,1-1 11 0,-1-2-92 0,0 0-264 15,-2-3 117-15,-3-2 1019 0,3 1-719 0,-4-5 21 16,-2-1 21-16,-1-1 15 0,2-2 14 0,-3 1 20 16,-2-3 8-16,1-4 14 0,-1-1 11 0,1 0 8 15,-2 1 16-15,2 5 4 0,0 5 25 0,-1 0 20 16,1 2 6-16,1 4 13 0,-1 2 3 0,0-1-8 16,0 8-8-16,0-9-14 0,0 9-10 0,0 0 1 15,0 0 13-15,0 0 10 0,0 0-3 0,0 0-3 16,0 32-15-16,2-13-4 0,-2 1-5 0,0-1-7 15,0 8-11-15,1-1-4 0,-2-2-7 0,1-4-4 16,1 4-3-16,0-4-7 0,1-2-18 0,1-2-12 16,1 1-22-16,-1-5-31 0,0 3-26 0,0-3-33 15,0-1-42-15,-1-2-43 0,1-3-29 0,-1 1-175 16,0-1-421-16,-2-6 187 0</inkml:trace>
  <inkml:trace contextRef="#ctx0" brushRef="#br0" timeOffset="138537.91">15767 13876 129 0,'-4'-10'144'16,"4"10"-4"-16,0 0-2 0,0 0 0 0,0 0-7 15,12-3-5-15,-4 2-5 0,0-1-10 0,3 4-11 16,0-2-5-16,2 0-2 0,0-3-5 0,6 3 2 16,-2-1-8-16,0-2 0 0,-4 2-11 0,1 1 2 15,-1-2 0-15,-1 0 1 0,-1 2-6 0,-1-1-2 16,-10 1-8-16,17 0 2 0,-17 0-7 0,12 0-1 15,-12 0-3-15,12 1-1 0,-12-1 1 0,8 5 4 16,-8-5 9-16,8 11 0 0,-7-5-9 0,3 4 1 16,-4 1-9-16,0-2-5 0,1 1-3 0,-1 1-2 15,0 0-6-15,0 1-7 0,0-1-23 0,1-2-26 16,-1 2-27-16,0-11-38 0,0 19-36 16,3-11-45-16,-3-8-29 0,1 11-37 0,-1-11-124 0,0 0-394 15,0 0 174-15</inkml:trace>
  <inkml:trace contextRef="#ctx0" brushRef="#br0" timeOffset="138688.87">15928 13711 51 0,'0'0'132'0,"0"0"-42"15,0 0-28-15,0 0-29 0,0 0-30 0,0 0-37 16,0 0-23-16,0 0-60 0,35 17 26 0</inkml:trace>
  <inkml:trace contextRef="#ctx0" brushRef="#br0" timeOffset="139138.12">16116 13787 56 0,'0'0'170'0,"-1"10"-2"0,1-10 9 0,0 0-1 16,-7 19-14-16,6-10-16 0,-1 0-5 0,0 1 4 15,1-2-8-15,1 3-7 0,-1-2-14 16,-1 1-10-16,4-1-8 0,-4-2-8 0,4 4-2 0,-1-5-12 15,2 2-8-15,-1-1-7 0,-2-7-2 0,5 11-2 16,-2-6-12-16,-3-5 1 0,9 3-4 16,-4-2-3-16,-5-1-3 0,10-1-5 0,-10 1 0 0,12-6-8 15,-6 3 0-15,-1-3 1 0,0 2 4 16,-2-3-11-16,-1-1-3 0,4 1-8 0,-3-3-4 16,2 0-1-16,-3-1-1 0,-1 0-7 0,0 0-2 0,0 0-3 15,2-3 8-15,-2 2-7 0,1 2 6 0,0 0 1 16,1 2-4-16,-1 2 3 0,-2 6-3 0,3-9 2 15,-3 9-2-15,0 0 5 0,6-4 0 16,-6 4 8-16,0 0 2 0,0 0 1 0,16 8 0 16,-13-2 0-16,1-2 0 0,0 0 2 0,0 2-2 0,1-3 6 15,0 3-3-15,-5-6 1 0,8 6 2 0,-4-2 0 16,-4-4 0-16,6 7 2 0,-6-7 2 0,5 5 7 16,-5-5 4-16,3 4 2 0,-3-4-3 0,0 0-1 15,0 0-7-15,14-7 5 0,-14 7-6 16,8-6-1-16,-5 1-1 0,-3 5 5 0,9-5-10 0,-4 2 7 15,-5 3-10-15,8-6-1 0,-8 6-2 0,8-1-2 16,-8 1-2-16,10 0-7 0,-10 0-8 0,8 6-15 16,-8-6-22-16,6 7-26 0,-3 1-31 0,-3-8-31 15,1 23-29-15,-2-9-31 0,-5 3-34 16,0 2-139-16,-3 5-402 0,-1-6 179 0</inkml:trace>
  <inkml:trace contextRef="#ctx0" brushRef="#br0" timeOffset="139975.68">14830 14755 45 0,'-8'8'191'0,"5"-2"-3"0,0 0-1 0,3-6-4 15,0 14-9-15,0-14-13 0,2 12-9 0,0-8-12 16,-2-4-5-16,4 12-13 0,-1-7-10 0,0 0-10 16,-3-5-8-16,4 8-7 0,-4-8-8 0,4 6-4 15,-4-6 4-15,0 0-3 0,3 6 4 0,-3-6-6 16,0 0-8-16,0 0-7 0,0 0-3 0,0 0-8 16,0 0-7-16,0 0 0 0,0 0-4 0,-17-17-4 15,13 8-6-15,2-1-2 0,0 0-2 0,2-2-6 16,2-1 2-16,-1-2-2 0,0 3-1 0,3 0-3 15,0-3 7-15,2 4-11 0,1 0-1 0,-1 2-5 16,4 0 2-16,0 4-1 0,-1-2 0 0,2 3 0 16,3 1 3-16,1 5-3 0,-1 0 4 0,-1 1-5 15,3 4 0-15,-1 1 3 0,-3 3 2 0,4 0-2 16,-9-1-3-16,5 3 2 0,-6-6 2 0,1 5-5 16,-1-4 5-16,-1-2-5 0,-2 1-1 0,-1-2 2 0,-2-5 0 15,3 10 0-15,-3-10 6 0,1 6-6 16,-1-6 6-16,0 0-4 0,2 5 0 0,-2-5 1 15,0 0 0-15,0 0-4 0,0 0 0 0,0 0 2 16,0 0-7-16,-2-29-8 0,2 16 2 0,0 13-5 16,0-23 3-16,4 9-1 0,1-1 1 0,-1-1-3 15,0 5 4-15,1-2 1 0,0 5-3 0,-3 1 2 0,-2 7 4 16,6-11-1-16,-6 11-2 0,5-6 7 0,-5 6-6 16,0 0 1-16,14 0 6 0,-14 0-6 15,0 0 3-15,11 11 4 0,-3-5 0 0,-3 1-5 16,1-2 4-16,4 1-2 0,0-2 3 0,-3 3 3 15,-7-7-3-15,17 6 5 0,-7-3-4 0,-2-2 0 16,-8-1-1-16,15 0-2 0,-15 0 1 0,17-7-2 16,-11 5 4-16,-6 2-4 0,10-11 1 0,-7 4-1 15,-3 7 1-15,8-12 1 0,-8 12 1 0,3-13-2 16,-2 3 2-16,-1 10 3 0,0-12-4 0,0 12 6 16,0 0 3-16,-2-17-10 0,2 17 2 0,0 0-3 15,-5-9 1-15,5 9 5 0,0 0-5 0,0 0 1 0,0 0 7 16,0 0-3-16,0 0-6 0,0 0 6 15,-1 35-1-15,1-35 1 0,4 12 0 0,-4-12 0 16,6 10-3-16,-6-10 1 0,9 9 3 0,-5-7 0 16,-4-2 1-16,0 0-1 0,9 5 0 0,-9-5 2 15,0 0 1-15,0 0-6 0,0 0 4 0,0 0 5 16,14-12-7-16,-14 12-3 0,4-10 3 0,-4 10-1 16,0 0-2-16,-4-14-1 0,4 14-3 0,-8-11-6 15,8 11-15-15,-13-8-8 0,13 8-7 0,-17-4-8 16,5 4-11-16,12 0-14 0,-21 0-14 0,21 0-16 15,-19 4-31-15,19-4 2 0,-11 8-11 0,11-8-7 16,0 0-16-16,0 0-8 0,0 13-122 0,0-13-321 16,0 0 143-16</inkml:trace>
  <inkml:trace contextRef="#ctx0" brushRef="#br0" timeOffset="140527.94">15439 14569 64 0,'15'-10'119'0,"-2"1"11"0,0 0 5 0,-8 2 20 15,1 1-2-15,-1 0-10 0,-5 6-8 0,4-9 1 16,-4 9-3-16,0 0-4 0,0 0-9 0,0 0-6 15,-15-8 1-15,15 8-10 0,0 0-6 16,-27 12-5-16,18-5-3 0,0 3-9 0,-1 3-2 0,0 1-8 16,6 2 0-16,-4 0-5 0,2-1-6 0,1 0-7 15,3-2-4-15,2 3 0 0,2-5-5 0,0 3-5 16,3-4-1-16,2 1-4 0,0-1-2 0,2 0-2 16,2-3-4-16,0-2-3 0,1 2-1 15,-2-5-5-15,4 0 3 0,-4-3-4 0,3 0 3 0,-2-3-8 16,0-3 3-16,0 0-3 0,-2-2-4 0,-3 1 3 15,1-2 1-15,0-7-1 0,-2-1-2 0,-2-1-1 16,0 1-1-16,-2 0-1 0,-1-1 1 0,-3-6 0 16,2 6 3-16,-2-5-9 0,0 0 3 0,0 4-4 15,-1 4 3-15,0-2-1 0,2 2 0 0,-1 4-2 16,3 1 2-16,-2 2 6 0,1 2-9 16,1 7 7-16,-2-11-14 0,2 11 3 0,0 0-1 0,0 0 7 15,0 0 4-15,0 0 8 0,2 29-1 0,0-12 6 16,1 8 1-16,2 0 0 0,-1 5-2 0,3 1 1 15,0-4-5-15,2 1 1 0,1-2-2 0,0-3-5 16,-4-4 7-16,6-4-4 0,-1 0-1 16,1-3-1-16,3-5 3 0,-3 0 0 0,2-2 3 15,0-2 0-15,-1-5 0 0,5-2-8 0,-1-2 2 0,-1-1 0 16,0-2-2-16,-5 1 0 0,-1-4-5 0,1-1-2 16,0-4 5-16,-4 3 1 0,-2-2-8 0,-2 1-2 15,1 0 1-15,-4-2 1 0,0 2-3 0,-2 2-4 16,2 13 4-16,-2-19 2 0,1 9-1 0,1 10-3 15,-4-12-2-15,4 12 0 0,0 0 4 0,-12-3 1 16,12 3-1-16,0 0-1 0,-14 18 4 0,9-7 0 16,3-2-3-16,0 2-4 0,2-11-16 0,0 19-18 15,3-9-22-15,-2-1-20 0,8-2-25 0,-1 3-29 16,-2-2-22-16,6-3-28 0,3 0-26 0,-2-2-190 16,-1 3-438-16,-12-6 194 0</inkml:trace>
  <inkml:trace contextRef="#ctx0" brushRef="#br0" timeOffset="141927.96">13419 11785 87 0,'8'0'106'0,"1"1"-1"16,3-1-4-16,-1 1-11 0,-2 1-3 15,5 0-13-15,-1 3-7 0,1-1-5 0,-3 3-3 16,1-2 4-16,0 2-4 0,1 4-11 0,2 0 4 0,-3 2-1 15,-1 1-2-15,1 0 4 0,-1 4 1 0,-2-4-8 16,1 2-3-16,-4 1-1 0,3 1-6 16,-3-1-3-16,0 0-3 0,0 1 0 0,0 0 11 15,-3 1-5-15,1 0 3 0,-2 1 1 0,1 0-8 0,-1 0-2 16,-1 6 1-16,-1 1 6 0,2 1-1 0,-2-1 5 16,-2 0-4-16,-1-1-4 0,2 1-5 0,-3-1-2 15,4-1 1-15,-4 1-2 0,4-1-3 0,-2 0 4 16,1-5 9-16,1 6-5 0,1-1 0 0,1 1-3 15,-2 0 0-15,2-3-2 0,0-3 1 0,3 5 1 16,0-2-7-16,1 2-1 0,-3-5 0 0,5 4 0 16,-3 1 1-16,2 1-3 0,0-1 5 0,-1 0 1 15,3-1 2-15,1 2-4 0,-4 3-5 0,1-4 1 16,1 3 0-16,2-1-3 0,-2 1-1 0,1 1 0 16,0 0 0-16,1-2-1 0,0 2 1 0,-1-1-3 15,1-2 0-15,-1 1 3 0,-1-1-5 0,2-2 2 16,-3 0-3-16,-1-7-3 0,-1 3 0 0,-1-1 1 15,-2-1-15-15,-2-1 3 0,-2-1 4 0,0-6-2 16,-3 7 7-16,-3-3 1 0,-4 0 1 0,1 0 1 16,-2-1 6-16,-6-1-2 0,1-2-1 0,1 2 5 15,-10-2-5-15,6-4 2 0,1 1 1 0,-2-2-4 16,1 0-2-16,2-2-3 0,-2-1-13 0,1-1-17 16,2-1-12-16,4 0-24 0,3 0-26 0,11 0-36 15,-16-5-37-15,9 1-36 0,3 0-151 0,4 4-379 16,0 0 168-16</inkml:trace>
  <inkml:trace contextRef="#ctx0" brushRef="#br0" timeOffset="142569.24">13989 13208 93 0,'0'0'111'0,"-15"0"6"16,7 0-2-16,-1 1-3 0,1 1 3 0,-1-1-2 15,-1-1 0-15,10 0 6 0,-13 2-7 0,9 0-3 16,4-2-12-16,-10 1-10 0,10-1-6 0,0 0-8 16,-7 2-5-16,7-2-1 0,0 0 7 0,0 0 1 15,0 0-1-15,21 12 0 0,-8-8-1 0,6 0-11 16,10 0 0-16,2 0-3 0,7-4 0 0,-2 3-8 16,14-3-3-16,-12 0-6 0,14-3-2 0,-1 5 0 15,1-4-6-15,0-2 1 0,2 4-4 0,-3 0-5 16,5-4-3-16,0 1 2 0,3 0-1 0,-3 0-4 15,-2-3-1-15,2 1-1 0,-5 2-5 0,0-2-2 16,-1-1 3-16,-16 4-2 0,-1-3 0 16,1 2-4-16,-7 2 3 0,0-3-5 0,-6 1 4 0,1 2-3 15,-4 0-2-15,-4 1 3 0,-1 0 0 0,-1-2-2 16,-2 1-1-16,-2 0-3 0,-8 1 3 0,11-2 0 16,-11 2 3-16,9 0 2 0,-9 0 4 0,0 0-2 15,13 0 4-15,-13 0 2 0,0 0 2 0,0 0-3 16,6 1 1-16,-6-1-5 0,0 0 0 0,0 0-3 15,0 0-1-15,0 0-2 0,0 0 3 0,4 6-2 16,-4-6 7-16,0 0 1 0,-9 18 4 0,5-8-3 16,-4 0 0-16,0 5-5 0,0 0-1 0,-5 2 2 15,-1 3 2-15,-1 1-2 0,-4-2-1 0,7-2-3 16,-7 1 8-16,6-3-11 0,-1-1 2 0,-1-1 1 16,-1 0-3-16,7-4-20 0,-2 2-14 0,1-1-21 15,-1-2-24-15,4-1-29 0,-1 3-27 0,1-4-59 16,3-1-28-16,-1 0-21 0,1 0-151 0,4-5-418 15,0 0 185-15</inkml:trace>
  <inkml:trace contextRef="#ctx0" brushRef="#br0" timeOffset="142776.64">15232 13222 160 0,'-8'-11'209'0,"2"1"-14"0,-5-4 1 0,0 2 3 16,1 3-2-16,-3-1-8 0,-1-1 0 0,1 2-1 15,3-1-14-15,-2 2-9 0,2 1-13 0,-1 0-10 16,2 1-11-16,2 0-13 0,7 6-11 0,-10-7-8 16,10 7-9-16,-10-6-11 0,10 6-14 0,-5-7-26 15,5 7-31-15,-6-7-31 0,6 7-29 0,0 0-33 16,-2-12-44-16,2 12-41 0,0 0-46 0,8-14-187 16,-8 14-436-16,0 0 192 0</inkml:trace>
  <inkml:trace contextRef="#ctx0" brushRef="#br0" timeOffset="143588.43">16051 13021 118 0,'4'-9'135'0,"-4"9"3"15,1-8-6-15,-1 8-12 0,3-9-3 0,-3 9-10 16,1-7-3-16,-1 7-2 0,0 0-3 16,-1-11-7-16,1 11-8 0,0 0-7 0,-7-8-5 0,3 3-4 15,4 5-4-15,-10 0-7 0,10 0-4 0,-18 2-5 16,11-2 2-16,-6 3-3 0,1 1 0 0,2-1-2 16,-1 2-1-16,0 4 2 0,1-1-2 0,1 1-4 15,0 1-3-15,-1 3-3 0,2 3-2 0,0-2 0 16,2 2-4-16,2-1-4 0,3-2 1 0,1 0-1 15,0 2-3-15,3-3 16 0,-1 0-3 0,4 1-5 16,1-3 0-16,5 1-2 0,-3-2 0 0,1 0-4 16,1-3-3-16,1-1-1 0,2-1-4 0,-1 0 1 15,1-3-2-15,-3-1 8 0,2 2-10 0,-4-4 0 16,-9 2-1-16,14-2 3 0,-8-1-6 0,1 1-1 16,-7 2 3-16,9-7-4 0,-9 7 0 0,4-7-1 15,-4 7 0-15,0 0-2 0,-6-13 0 0,6 13 0 16,-7-8-3-16,-1 4 3 0,0 2-5 0,8 2 0 15,-16-4 4-15,3 4-3 0,1 2 1 0,-1 0 3 16,1 0 5-16,-1 5 0 0,0-2 6 0,3 1 1 16,-5 3 7-16,6 0 0 0,1 1-2 0,2 1 0 15,-2-1 6-15,4 1-1 0,0 0-3 0,1 1 2 16,3 0 0-16,0 0 1 0,2-1-1 0,-1 0-2 16,5 1 0-16,0-4 1 0,2 1-5 0,1-1 1 15,1-1-13-15,3-1-20 0,2-1-21 0,3-2-25 16,-5 0-28-16,2-1-33 0,-2 0-27 0,1-1-23 15,-1-2-18-15,-2-2-6 0,2 2-7 0,-3-4-134 16,-1 2-363-16,0-2 160 0</inkml:trace>
  <inkml:trace contextRef="#ctx0" brushRef="#br0" timeOffset="143941.01">16135 13252 28 0,'0'-19'79'0,"0"5"-8"0,0-1 16 16,0 3 16-16,0 1-4 0,2-2 12 0,-2 4 11 15,2 4 4-15,-2 5-23 0,1-11-2 0,-1 11 0 16,4-6 9-16,-4 6 2 0,0 0-4 0,0 0 5 15,18 18-7-15,-14-9-4 0,0 2-4 0,2 4 1 16,-3-2-7-16,3 2-7 0,-2 0-7 0,0 2-5 16,1-1-5-16,-3-3-9 0,1-3-4 0,-2-1-5 15,1-2-3-15,0-1 2 0,-2-6 4 0,3 10 10 16,-3-10 1-16,0 6 5 0,0-6-7 0,0 0-4 16,0 0-6-16,0 0-1 0,0 0-12 0,0 0-1 15,0 0-4-15,0 0-4 0,2-32-4 0,2 22 0 16,-1-2-4-16,-1 2 1 0,2-3-4 0,1-1-4 15,2-1 0-15,-2 5-2 0,1-3-1 0,0 1 1 16,0 4-7-16,-1-1 0 0,-1 4-5 0,1 0-1 16,-5 5 1-16,8-4 0 0,-8 4-1 0,11 0 4 15,-11 0-5-15,9 7 0 0,-4-3 1 0,1 5 0 16,-3 1 0-16,2 0 0 0,-1 4 0 0,0-2 3 16,-3 0-1-16,3 0-4 0,1 2-21 0,-3-2-22 15,2-1-26-15,-1 0-35 0,1-3-48 0,-1 3-38 16,3-2-31-16,-4-5-34 0,4 1-141 0,-6-5-429 0,9 4 191 15</inkml:trace>
  <inkml:trace contextRef="#ctx0" brushRef="#br0" timeOffset="144496.04">16428 12981 104 0,'0'0'169'0,"0"-9"-11"0,0 9 2 0,0 0 6 15,0 0 7-15,0 0-7 0,0 0-12 0,13 22-10 16,-12-11-5-16,3 6-5 0,0 0-3 0,-2-2-9 16,2 0-11-16,-1 1-8 0,0 0-8 0,1-2-3 0,-1-3-9 15,-1 0-7-15,0-4-4 0,-2 0-8 0,2-1-8 16,-2-6-4-16,3 9-3 0,-3-9-3 16,1 7 4-16,-1-7-4 0,0 0 3 0,3 7-2 15,-3-7-6-15,0 0-5 0,0 0-4 0,0 0-2 0,17-9-3 16,-11 4-2-16,0-2-6 0,-1 4 1 0,5-2-6 15,-5 1 0-15,3 2-1 0,0 0-4 0,-1-2 0 16,4 2-1-16,-5 1-1 0,3-1 0 16,-9 2 2-16,20 3-3 0,-9-3 2 0,-2 2-5 15,1 0 2-15,1 1 0 0,1-1 0 0,-1 2-3 0,3-4 4 16,-1 1 1-16,5-2-4 0,-5 1 0 0,1-3 4 16,-3 2-6-16,2-2 2 0,0-1 3 0,0 1 0 15,-2-3-2-15,2 3 5 0,-7-1-6 0,1-1-3 16,-1 1 4-16,2-1-1 0,-6-1 2 0,2 1-3 15,1 1-1-15,-5 4-1 0,7-9-1 0,-7 9 3 16,0-8-1-16,0 8-3 0,0 0 1 0,0 0 2 16,-7-9-6-16,7 9 4 0,0 0 0 15,0 0-1-15,-19 8 2 0,19-8 0 0,-14 9 0 16,8-2-1-16,1-1 1 0,-4-1 1 0,5 1-1 0,1-1-1 16,0 1 4-16,3-6-3 0,-7 10-1 0,7-6-1 15,0-4 6-15,-1 10 0 0,1-10-3 0,4 7 2 16,-4-7 0-16,5 5-3 0,-5-5 2 15,8 6 2-15,-3-5-1 0,-5-1-17 0,10 5-19 0,-6-2-25 16,1 1-20-16,-5-4-36 0,10 5-35 0,-10-5-28 16,10 7-25-16,-5-2-23 0,0 0-9 0,1-2-128 15,-3 1-391-15,-3-4 173 0</inkml:trace>
  <inkml:trace contextRef="#ctx0" brushRef="#br0" timeOffset="144693.81">16921 13183 92 0,'3'-8'151'0,"1"-4"-5"0,-1-2 7 15,3 2-9-15,-1-4 3 0,-1-1-3 0,2 2-1 16,2 1 4-16,-3-2-8 0,0 5-5 0,1 3-8 16,-1-1-2-16,0 4-8 0,-2 1-9 0,-3 4-12 15,9-7-9-15,-9 7-11 0,9-2-6 0,-9 2-7 16,0 0-4-16,11 9-4 0,-7-5-7 0,0 2-4 16,0 3-3-16,-2 0-5 0,1 0-19 0,0 1-20 15,-1 2-27-15,2-3-34 0,1 1-34 0,-1-2-35 16,1 1-29-16,1-4-34 0,0 0-137 0,-1-2-361 15,2-1 160-15</inkml:trace>
  <inkml:trace contextRef="#ctx0" brushRef="#br0" timeOffset="145063.78">17170 12998 47 0,'-2'-9'163'16,"2"9"-2"-16,-3-12 6 0,1 7 1 0,2 5-1 15,-4-6-11-15,4 6-11 0,-4-7-2 0,4 7 1 16,0 0 0-16,0 0-6 0,-13 12-7 0,6-4-7 15,3 4-3-15,-1 2-3 0,1 3-11 0,1-2-7 16,-1 1-14-16,4-4-4 0,0 0-8 0,0 1-4 16,3-2-7-16,0-1-5 0,2 0-3 0,3-1-7 15,3-2 0-15,0 0-8 0,6-2-2 0,1-3 0 16,4 0-8-16,-3-5 0 0,1-1-2 0,1-3-5 16,-3 1 0-16,1 0-4 0,-3-3-2 0,1 0-3 15,-3-2 0-15,-4 2-3 0,-2-1 2 0,1-3-1 16,-2-3 0-16,0 0-3 0,-3 3 2 0,-3-1-3 15,-1 2 3-15,-1 0-8 0,0 1 3 0,-1 3-4 16,-2 2 2-16,4 6 1 0,-6-8-5 0,0 5 0 16,6 3 4-16,-14 3 1 0,6 1 10 0,-2 6 0 15,1 3 8-15,-2 10-3 0,0 0-2 0,3 0-2 16,3 2 0-16,3-5-4 0,-2 4-13 0,6-6-22 16,1 2-23-16,2-4-34 0,2 2-24 0,3-1-25 15,0 0-35-15,3-5-27 0,1 2-22 0,-1-6-13 16,2 0-3-16,-6-3-136 0,2-2-395 0,-1-3 175 15</inkml:trace>
  <inkml:trace contextRef="#ctx0" brushRef="#br0" timeOffset="145833.81">17478 13243 563 0,'7'-7'-6'0,"-2"-2"20"16,-1-1 12-16,0 0 18 0,0-2 18 0,-2 2 11 15,-1 0 12-15,4-1 19 0,-2 3 13 0,-1-2 10 0,-2 10 4 16,4-7-2-16,-4 7-4 0,5-7-5 16,-2 3-9-16,-3 4-2 0,0 0-7 0,0 0-4 15,3-8 2-15,-3 8-3 0,0 0-4 0,0 0-1 16,0 0 5-16,0 0-6 0,0 0 12 0,0 0 2 0,0 0 8 15,5-5 10-15,-5 5-10 0,0 0-15 0,5-10-8 16,-4 6-8-16,2-3-9 0,0-1-6 16,0 1-11-16,2-4-3 0,-1 0-16 0,0-5 3 15,2 0 1-15,1 4-3 0,-2-3-1 0,1 2-8 16,1 1-3-16,-1 3-2 0,-1 0-4 0,-1 4 9 0,1-2-17 16,-1 3-4-16,-4 4-6 0,10-6-4 0,-5 3 7 15,-5 3-3-15,0 0 4 0,15 9-5 16,-8-5 4-16,-2 5-6 0,0 1 8 0,-1-1-6 15,-2 3-1-15,4 1 0 0,-3-2 6 0,3 0-3 0,-4-4-2 16,2 0 1-16,0 1 0 0,-3-2 1 0,-1-6 0 16,5 7 2-16,-5-7 1 0,4 6 0 0,-4-6 2 15,0 0 1-15,0 0-2 0,0 0-5 16,0 0 9-16,0 0-7 0,0 0 5 0,0 0-7 16,6-26 2-16,-6 26-3 0,7-16-1 0,-3 7 5 0,2 1-6 15,-2 2 3-15,3 0-2 0,-3 1-4 0,2 1 1 16,-6 4-4-16,8-8 3 0,-3 6-4 0,-5 2 5 15,11 0-3-15,-11 0 3 0,15 3 0 0,-6 1-2 16,-3-1-1-16,2 0 3 0,2 0 6 0,2 0-5 16,-3-3 7-16,3 3-5 0,-1-1 4 0,0-2-3 15,2-3-4-15,-3 2 4 0,2-1 5 0,-2-3-4 16,-1-1 6-16,1-1-2 0,-1 1-3 0,-1-3 5 16,-1 1-9-16,0-1 5 0,-3 0-8 15,-2-2 7-15,-1 2 1 0,1-2-4 0,-4 0 2 0,1 1-1 16,0 3-5-16,-2-3 2 0,1 1-1 0,2 9 3 15,-7-11-4-15,5 6 2 0,2 5-6 0,-5-4 5 16,5 4-3-16,0 0 4 0,-14 9-2 0,7-4-18 16,1 4-23-16,-2 0-14 0,2 5-22 0,2 2-14 15,-1 0-21-15,4-3-23 0,-2 3-21 0,4 1-13 16,1 0-9-16,1-1-7 0,2 1 18 0,-1-9 17 16,1 2 4-16,3-3 20 0,-3-2 20 0,2 0 18 15,-1-1 27-15,-6-4 9 0,9 1 16 0,-9-1 20 16,0 0 23-16,15-10 20 0,-11 6 8 0,3-3 18 15,-4-3 9-15,3 2 1 0,-1-2-3 0,-2 1-5 16,1-4 8-16,1 3-2 0,1-1 2 0,-1-1-3 16,-1 2-8-16,3-3 5 0,-2 1-1 0,0 2 6 15,0 4-5-15,-1-4-4 0,0 4-2 0,0 2-3 16,2-1-11-16,-6 5-2 0,8-3-2 0,-8 3-2 16,0 0-2-16,10 5-2 0,-10-5-4 0,3 10 1 15,-1 0-3-15,0-1-3 0,-1 3-16 0,1-3-16 16,0 1-19-16,-2-1-27 0,2 5-35 0,-1-5-42 15,3 2-37-15,-2-3-37 0,2 1-187 0,-3-2-434 16,-1-7 193-16</inkml:trace>
  <inkml:trace contextRef="#ctx0" brushRef="#br0" timeOffset="146041.73">18179 12776 149 0,'2'-17'194'16,"2"1"10"-16,-1 6 11 0,-2 1-3 0,0 3-12 15,2 0-23-15,-3 6-12 0,0 0-4 0,0 0 10 16,0 0-1-16,0 0-8 0,0 0-3 0,8 27-10 16,-10-12-13-16,2 4-6 0,0-1-18 0,2 2-10 15,-4 5-10-15,2-5-7 0,0-1-7 0,2 0-34 16,0-2-27-16,-2 5-31 0,1-2-44 0,1-4-43 16,-1 0-44-16,-1-7-60 0,0 2-60 0,-4-2-151 15,4-9-451-15,-5 10 199 0</inkml:trace>
  <inkml:trace contextRef="#ctx0" brushRef="#br0" timeOffset="146167.5">18130 12869 8 0,'5'-3'118'16,"2"-1"-29"-16,2-1-31 0,2 1-47 0,-1-2-59 15,-1 2-51-15,4-2 23 0</inkml:trace>
  <inkml:trace contextRef="#ctx0" brushRef="#br0" timeOffset="146911.41">18484 12894 89 0,'3'6'226'0,"1"1"-15"16,1-2-11-16,0 1-1 0,-3-1-9 0,-2-5-13 15,6 7-11-15,-4-4-13 0,-2-3-6 0,5 4-5 16,-5-4-1-16,0 0 1 0,0 0-15 0,0 0-11 15,0 0-10-15,0 0 0 0,0 0-5 0,0 0-2 16,0 0-14-16,0 0-9 0,0 0-3 0,-7-26 0 16,5 15-7-16,5 1-6 0,-1-2-3 0,0 2-7 15,3-7-4-15,2 3-9 0,-2-2-2 0,2 3-4 16,1-1-6-16,-2 4 1 0,0 2-9 0,1-1 5 16,2 4-7-16,-2-2-4 0,2 5 4 0,-2-1-6 15,-7 3-1-15,14-1 0 0,-4 5-3 0,-1 1-2 16,-1 0 4-16,1 3 6 0,-1 0-8 0,1 0 1 0,1 3 2 15,-4-2 0-15,1 1 0 0,-1-2 4 0,-1 0-9 16,0-2 6-16,-1-1-4 0,1 0 2 16,-2-1-2-16,-3-4 0 0,6 6 3 0,-6-6 4 15,5 3-1-15,-5-3-3 0,0 0-5 0,0 0 3 16,0 0 0-16,0 0-2 0,8-15 0 0,-6 11-5 0,1-3 4 16,0-1-5-16,0 0-1 0,1-1-3 15,1-1-5-15,0 0-1 0,-1 0-1 0,2-2 2 16,2 3-2-16,-4 0 1 0,0 4 2 0,-1 0 0 15,1 0-4-15,-4 5 3 0,9-5 0 0,-1 5 2 0,-8 0-2 16,10 1 1-16,-10-1 3 0,10 8 1 16,-3-5-1-16,-1 0 2 0,2 2 1 0,-2 0 3 15,6 1 1-15,-3-2-4 0,-3-2-6 0,2 2 1 16,2 0 0-16,0-1 2 0,-3-3-2 0,1 2 8 16,-8-2-6-16,13-2-2 0,-13 2 3 0,11-4-2 0,-6 1 4 15,1-1-1-15,-6 4 0 0,6-9 2 0,-3 4 0 16,-3 5 3-16,2-8-2 0,-2 8-3 0,6-7 1 15,-6 7 4-15,0 0-5 0,4-6 4 16,-4 6-4-16,0 0 2 0,0 0 4 0,0 0 2 0,0 0-1 16,-3 21 7-16,3-21-3 0,0 13 1 0,1-7-4 15,1 2 0-15,-1-2 3 0,-1-6-2 16,6 11 2-16,-2-8 1 0,1 1-2 0,1-2 4 16,3-2-4-16,-9 0 3 0,18-4-5 0,-9 1 5 0,3-2-4 15,-5-4 3-15,1 4-3 0,-1-3 2 0,0-2 5 16,-1 0 0-16,-2 0-3 0,-1-1 8 0,-1 0-7 15,0-1 2-15,-5 1-1 0,-1 1-5 0,-1-1 4 16,0 3-2-16,-2-2-3 0,-1 1-5 16,-1 4 4-16,-1 0-5 0,1 0-18 0,0 3-11 0,1 2-14 15,8 0-15-15,-15 2-21 0,8 0-23 0,1 1-36 16,6-3-29-16,-8 9-31 0,8-4-31 0,0-5-19 16,4 12-154-16,-4-12-437 0,9 9 194 15</inkml:trace>
  <inkml:trace contextRef="#ctx0" brushRef="#br0" timeOffset="147473.71">19162 12664 34 0,'6'-5'183'16,"3"0"3"-16,-5 0 5 0,1-1-3 0,-3 0 2 16,-2 6-5-16,6-7-7 0,-6 7-3 0,3-9-8 15,-3 9-13-15,2-7-9 0,-2 7-10 0,0 0-12 16,0 0-11-16,0 0-8 0,0 0 2 0,0 0-1 16,0 0-1-16,-30 16-6 0,24-7-5 0,-1 1-3 15,2-1-5-15,0 2-12 0,1 1-2 0,1 0-9 16,0-1-3-16,4-1-9 0,1 0-2 0,3-1-6 15,-2-2-3-15,4-1 3 0,1 1-4 0,3-1-5 16,-1-3-5-16,2-3-1 0,2 0-2 0,-3-2-7 16,3 0 9-16,-1-5-10 0,-2 0 0 0,4-3-1 15,-5 2-3-15,-2-1-1 0,4-4-1 0,-3-2 0 16,-1-2-5-16,0 2 5 0,-2-3-8 0,-1 0 0 16,-1-8 0-16,0 7 3 0,-1-6-6 0,-3 6 6 15,3-8-1-15,-3 3-1 0,2-2-3 0,-4-2 7 16,4 1-8-16,-4 2-2 0,4 0 0 0,0 7 1 15,1-1 1-15,-3 1 1 0,1 6 13 0,-1 12 5 16,0-14-7-16,2 8 3 0,-2 6-9 0,0 0-4 16,0 0 8-16,0 0 16 0,0 0 6 0,-3 31 6 15,-2-4 3-15,-2 1 8 0,2 0 4 0,1 3 7 16,0 0-13-16,3-1 1 0,4-1-3 0,-2-4 6 16,5 2-5-16,1-8-4 0,4-3 0 0,-1-1-2 15,2-2-17-15,5-3 18 0,-2-2-5 0,4 0 4 16,0-6-9-16,2 0-6 0,6-5 0 0,-10-1-5 15,3-2-2-15,0-1-5 0,-1-3-11 0,-5-2-9 16,3 1 1-16,-4-1-19 0,-1-4-4 0,-3 0-11 16,-1 0-2-16,0-1 20 0,-4-1-19 0,-1 2 3 15,0-1 4-15,-3 4-1 0,-1 1-1 0,-2 2 11 16,-2 5 9-16,1 0-17 0,4 5 6 0,-17-5 17 16,9 7 3-16,-3 5 16 0,2-2 9 0,-5 8 1 15,4-1-2-15,0 2 8 0,1 0-4 0,3 2-2 16,2-4 2-16,3 0-14 0,-1 1 10 0,6-2-31 0,-1 0-35 15,3-3-52-15,3-1-52 0,-1 0-61 16,2-4-75-16,4-1-64 0,-4-2-231 0,7-2-632 16,-1-2 280-16</inkml:trace>
  <inkml:trace contextRef="#ctx0" brushRef="#br0" timeOffset="147607.93">19746 12487 122 0,'-7'-6'227'0,"7"6"-23"0,-5-6-20 0,5 6-29 16,-6-4-50-16,6 4-44 0,-13-4-69 0,7 2-79 0,-3 2-74 16,9 0-174-16,-25-3 77 0</inkml:trace>
  <inkml:trace contextRef="#ctx0" brushRef="#br0" timeOffset="174533.67">13557 11868 7 0,'0'0'12'0,"0"0"0"0,0 0-1 0,0 0-2 16,0 0-5-16,0-8 4 0,0 8-1 0,0 0-1 16,0 0-4-16,0 0 2 0,0 0 0 0,0 0 0 15,0 0-4-15,0 0 5 0,-4-6-3 0,4 6 2 16,0 0-2-16,0 0 3 0,0 0-2 0,0 0-2 15,0 0 1-15,0 0 0 0,0 0-4 0,0 0 6 16,-2-8-2-16,2 8-1 0,0 0-1 0,0 0-3 16,0 0 4-16,0 0 2 0,0-9 1 0,0 9-4 15,0 0 5-15,0 0 2 0,0 0-1 0,4-11 2 16,-4 11-6-16,0 0 5 0,2-8 3 0,-2 8-3 16,0 0 0-16,0-8-1 0,0 8-3 0,0 0 1 15,-4-10 0-15,4 10 0 0,0-9 3 0,0 9-2 16,-4-8 2-16,4 8 2 0,-5-10-1 0,5 10-1 15,-4-5-5-15,4 5 5 0,-4-6-4 0,4 6 4 16,-6-3-12-16,6 3 12 0,0 0-6 0,-13-1 0 16,13 1-3-16,0 0-2 0,-11 2 10 0,11-2-5 15,0 0 1-15,-11 5-6 0,11-5 4 0,0 0-1 16,0 0 0-16,-5 2 9 0,5-2 5 0,0 0-2 16,0 0 10-16,0 0-8 0,0 0 1 0,0 0-7 0,0 0 12 15,0 0 2-15,0 0-3 0,0 0-5 16,0 0 0-16,0 0-4 0,0 0 2 0,0 0 1 15,0 0 1-15,0 0-6 0,0 0-4 0,0 0-1 16,0 0 4-16,0 0 1 0,18 8-4 0,-18-8-4 16,5 3 7-16,-5-3-1 0,4 5-2 0,-4-5 2 15,7 5 3-15,-7-5-8 0,4 6 1 0,1-3 7 16,-5-3-7-16,9 10 6 0,-5-6-3 0,1 0-4 16,-1 3 3-16,0-3-4 0,1 2 0 0,0 1 4 15,-2-1-5-15,-1-1 4 0,2 3 0 0,0-3 0 0,-1 3-2 16,-1-2 0-16,2 1-2 0,-4 0 3 0,4 2 0 15,-4-2-2-15,4 1 0 0,-2 2 7 0,-2 0-10 16,2-1 4-16,0 2-4 0,-2-1 0 16,4 0 2-16,-4 1 4 0,2 2-1 0,1-1-1 0,-1-1 4 15,0 2-2-15,0 4 0 0,1-1-8 0,-2-1-1 16,0 2 0-16,1 0 1 0,1-1 0 0,-1 1 1 16,-2 0-4-16,0 1 1 0,0 0-7 0,-2 0 4 15,-1-2-8-15,1 2 9 0,0-1-3 0,1 0 2 16,-1-1 4-16,0 1 3 0,0 0 0 0,0 1-6 15,2-2 3-15,-2 2 0 0,2-1 6 0,0 1-4 16,0-1-1-16,0-1 1 0,0 0 1 0,0 1 3 16,2-1-3-16,-2 1 1 0,2-2-2 0,0 2 5 15,3 1-4-15,-1-3-2 0,1 2 6 0,-3-2-2 16,5 0 0-16,-1 2-7 0,1-2 3 0,-5 2-3 16,6-3 2-16,-4 1 1 0,0-3-3 0,3 4-1 15,-3-3-8-15,1-2 2 0,0 1 2 0,-1 3 1 16,5-1-1-16,-5-2 1 0,1 4 1 0,-1-2 4 15,1 2-3-15,-3-1-1 0,-1 1 4 0,1 1 2 16,2 0-1-16,-2 1 1 0,-2-1 0 0,2 2-1 16,0-1 0-16,1 0 3 0,-3-2 1 0,0 2-4 15,0-2 8-15,-2 2-2 0,2-2-2 0,-1 1 1 16,-1 0 0-16,0-1-5 0,0 1-8 0,0-2-15 16,0 2 49-16,-1 0-30 0,1 1-11 0,2-2 6 15</inkml:trace>
  <inkml:trace contextRef="#ctx0" brushRef="#br0" timeOffset="183902.02">16174 13441 44 0,'-11'-19'49'16,"11"19"-8"-16,0 0-1 0,-5-5-7 0,5 5 2 15,-7-6-10-15,7 6 0 0,-7-3-5 0,7 3 2 16,-10-3-1-16,10 3-2 0,-10-4 0 0,3 2-7 16,7 2 0-16,-11-3 4 0,4 2 0 0,7 1-3 15,-13-4 1-15,5 3-7 0,0-2 5 0,8 3 1 16,-19-1-1-16,11 1-1 0,-1 0 3 0,9 0 0 16,-18 0 0-16,12 0-2 0,6 0-3 0,-14-1-5 15,14 1 3-15,-14 0 1 0,14 0-2 0,-10 0-2 16,10 0-2-16,-10 1 3 0,10-1 9 0,0 0 7 15,-9 0-5-15,9 0 12 0,0 0-5 0,0 0 10 16,-8 1-4-16,8-1-1 0,0 0 8 0,0 0 1 16,0 0-2-16,0 0 0 0,0 0 6 0,0 0-11 15,0 0 2-15,0 0-8 0,0 0 4 0,0 0 0 16,0 0-5-16,0 0-2 0,32-1-2 0,-19 1-1 0,4-2-6 16,1-1 6-16,2 3-4 0,1-2 0 15,7-2 2-15,2 1 1 0,-2 0-7 0,1 1 3 16,7 0-1-16,-3 0-2 0,4 1-1 0,-1-1-4 0,1 0 4 15,16-3 5-15,-15 3-8 0,0 1-9 16,13-1 6-16,-11 1 0 0,11 1 1 0,-14 0-5 16,3-1 8-16,10-1-9 0,-12 1 10 0,0-3-10 15,1 1 10-15,-1 3-10 0,2-3 7 0,-2 3-1 16,0-1-5-16,1-1 2 0,-2 2 6 0,1-3-4 0,-2 2-5 16,1-1 2-16,-1-1-1 0,1 0 1 0,-3 0-1 15,1 1-5-15,-1-2 12 0,1 2-8 16,-5 0 2-16,1-2 0 0,0 1 3 0,-1-2-6 15,0 1 1-15,-1 1 2 0,-1-1-4 0,-1 1 2 0,1 0 6 16,-5 2-3-16,4-1-6 0,-4 1 4 0,-2 0 2 16,0-1 1-16,9 1-6 0,-9-3 6 15,9 3 1-15,-12 0-9 0,3-1 9 0,1 0-4 16,-3-2 0-16,3 3 2 0,0-2 8 0,-2 0-5 0,2-1-3 16,0 4-3-16,4-6 3 0,1 0-2 0,-5 5 2 15,5-3 2-15,-5 1 4 0,1-1-10 0,-3 2 1 16,2-1-4-16,-2 1 4 0,1-1 1 0,-1 1-1 15,-1-1 4-15,-1-1-4 0,0-1 2 0,-1 4 3 16,2-2-4-16,0 1 3 0,0-2-1 16,3 2 4-16,-3 0-2 0,2 0 0 0,-2 1-4 0,-1-1 0 15,0 1 6-15,-6-1 5 0,6-2-10 0,-1 3 8 16,-3-1-5-16,-1-2 2 0,2 1 0 0,-2 1-2 16,1 1 3-16,0-2-5 0,0-1 6 0,3 2 7 15,0-2 2-15,0 1-8 0,-3 2 4 0,0-1-6 16,-1-1 14-16,1 1-8 0,-2 0-5 0,0-1 3 15,-1 1 0-15,1-1 6 0,-1 1-8 0,0 0 0 16,3 1 6-16,-4-3-4 0,2 0-4 0,-1 2 2 16,1-1-2-16,-1 0-3 0,1 2 3 0,-2-1-1 15,2-2-2-15,-2 4 4 0,1-3-5 0,1 2 6 16,-2-2-8-16,0 2 7 0,2-1-8 0,-3 0 1 16,1-1-3-16,1 1 10 0,1-2-3 0,1 3 3 15,-13 1-8-15,22-5-2 0,-11 3 5 0,0-1 2 16,0 1-4-16,1 0 2 0,-1-2 0 0,0 1-1 15,1 2 0-15,-2-1-2 0,1 0 1 0,2-1 0 16,-4 0 4-16,5-1 1 0,-2-1-8 0,-2 1 0 16,3 2 8-16,-3-1-5 0,3-1 3 0,-2 1-1 15,1 1-6-15,0 0 9 0,0-2-5 0,2 1-3 16,-2 0 5-16,0 0-1 0,1 1-2 0,1 0 2 16,-1-1 4-16,-2 1-2 0,2 1-2 0,0-2 0 15,0 1 1-15,0-2 1 0,-2 2-2 0,-1-2 6 16,2 2-7-16,-1 0 2 0,0-1 1 0,0-1 8 15,-3 0 4-15,-2 1-2 0,3 2-1 0,-9 1 5 16,12-4 0-16,-7 4-2 0,-5 0 1 0,7-5-5 16,-7 5-2-16,9-2-1 0,-9 2 0 0,0 0-2 15,0 0-6-15,0 0-17 0,0 0-19 0,0 0-16 16,0 0-25-16,0 0-36 0,0 0-31 0,0 0-111 16,0 0-274-16,0 0 121 0</inkml:trace>
  <inkml:trace contextRef="#ctx0" brushRef="#br0" timeOffset="211773.77">10855 16884 50 0,'0'0'77'0,"0"0"-19"0,-5-14-3 15,5 14-11-15,0 0 3 0,0 0-5 0,0 0-2 16,0 0-13-16,0 0-9 0,0 0-3 0,0 0-15 16,0 0 4-16,0 0-4 0,0 0 2 0,0 0 0 0,0 0-8 15,-13-3-1-15,13 3 1 0,0 0 2 16,0 0-4-16,-15 12-4 0,11-8-4 0,4-4-2 15,-7 7-2-15,4-3 0 0,0 1 3 0,3-5-2 16,-5 10 9-16,1-6-7 0,0 2 8 0,4-6-5 16,-6 9 5-16,3-3 2 0,3-6 4 0,-4 10-3 15,2-6 7-15,2-4-2 0,-7 8-4 0,7-8 4 16,-7 7 5-16,4-4 10 0,-2 1 0 0,5-4 3 16,-10 6-3-16,7-2 3 0,3-4 6 0,-7 4 1 15,7-4-9-15,-8 5 10 0,8-5 7 0,-6 5-1 16,6-5-1-16,-5 4 7 0,5-4-5 0,-6 4 14 15,6-4-5-15,0 0-4 0,0 0-1 0,-6 1 21 16,6-1-25-16,0 0-2 0,0 0-2 0,0 0-1 16,0 0 9-16,0 0-11 0,-9 3-18 0,9-3 11 15,0 0-9-15,0 0 8 0,0 0 0 0,0 0 1 16,0 0 5-16,0 0-6 0,0 0 3 0,0 0-13 16,0 0 9-16,0 0 1 0,0 0-3 0,0 0-1 15,36-4 2-15,-19 1 10 0,4-2-5 0,6-1 1 16,4 1-2-16,-3-3 0 0,3 2-4 0,2-4 4 15,1 5-8-15,1-4 7 0,1 1 6 0,-1-2-8 16,2 3 1-16,-1-1-4 0,1 0 1 0,-2 3-3 16,1-1-5-16,-3-1 5 0,-1 0-5 0,1 3 1 15,-1-1 5-15,-3 2-4 0,1-4-7 0,-1 4 5 16,0-3-4-16,3 3 4 0,-1-4-1 0,-3 4 3 16,2-1 4-16,3 0-5 0,-3-2 0 0,0 1-2 15,-2-2 0-15,4 2 3 0,-5 0-11 0,2 2 7 16,-1-2-5-16,-5 2 8 0,-2 1-6 0,0-1 2 15,0 0-3-15,-1-1 8 0,-1 1-8 0,-2 0 4 16,-4 1-4-16,1 1 6 0,-5 0-6 16,3-2 2-16,-7 2-6 0,-5 1 5 0,11-3-7 0,-11 3-9 15,0 0-16-15,11 0-19 0,-11 0-12 0,0 0-16 16,0 0-13-16,0 0-17 0,0 0-87 0,0 0-212 16,0 0 94-16</inkml:trace>
  <inkml:trace contextRef="#ctx0" brushRef="#br0" timeOffset="212188.48">11370 16567 39 0,'0'0'115'0,"-9"-7"-25"0,9 7-5 15,-10-6-5-15,10 6-7 0,-13-1 4 0,13 1-4 16,-17 4 7-16,5 2-5 0,-3 2-14 0,0 4 8 16,-10 3-1-16,0 2-5 0,-2 1-4 0,-5 5-9 15,3-4-2-15,0 4-6 0,-10 9 1 16,-3-5-7-16,13-7-6 0,2-1 1 0,-2 0-2 0,4-2 0 15,6-6-4-15,-4 3-5 0,9-4-12 0,0-4 11 16,5-2 1-16,3 0 0 0,0 1 4 0,6-5 3 16,-11 4 1-16,11-4-1 0,0 0 2 15,0 0-8-15,0 0 6 0,0 0-3 0,28 3 3 0,-7-1 0 16,-3-3-3-16,11 2-3 0,1 2-4 16,-1 2-4-16,1 0 0 0,3 0 4 0,-2 1-15 15,4 1-14-15,-1 4-26 0,-1-4-30 0,1 3-30 16,2 1-34-16,-1 1-132 0,-3 0-284 0,-2-1 127 0</inkml:trace>
  <inkml:trace contextRef="#ctx0" brushRef="#br0" timeOffset="212733.06">12419 16793 52 0,'0'0'158'0,"0"0"-7"16,0 0-5-16,0 0-3 0,-4 33-7 15,3-18-13-15,-7 4-11 0,3 0-11 0,-4 8-4 16,0-3-5-16,3-6-17 0,1 1-3 0,0-2-4 15,0-1-4-15,3-3-5 0,0-4-9 0,0 3 2 16,0-5-4-16,-1 1 5 0,3-8 5 0,-2 9 19 16,2-9 14-16,0 7 2 0,0-7-12 0,0 0-1 15,0 0-13-15,0 0-7 0,28-29-4 0,-14 14-6 16,5-4-6-16,0-2-7 0,2-1 0 0,-5 0-3 0,2 1-2 16,0-2-3-16,0 0-3 0,-3 4-3 15,-3 2-3-15,6-6-1 0,-5 8-5 0,-1-1 0 16,-1 5-7-16,-3 2-8 0,-2 2-19 0,0 1-13 15,-6 6-22-15,9-9-13 0,-9 9-7 0,0 0-18 16,0 0-23-16,0 0-34 0,0 0-33 0,-27 28-22 16,16-14-112-16,-1 2-344 0,3 1 152 0</inkml:trace>
  <inkml:trace contextRef="#ctx0" brushRef="#br0" timeOffset="213119.08">12709 16944 81 0,'0'0'166'0,"0"0"-9"0,0 0-1 16,-4-15-10-16,4 15-13 0,0 0-7 0,-10-7-15 15,10 7-3-15,0 0-9 0,0 0-1 16,-23 15 1-16,14-7-7 0,-4 6-7 0,-1 2-2 0,3-1-10 16,1 2-9-16,0-2-1 0,2 2-10 15,5-3-6-15,-1 0-4 0,0-2-3 0,6-2-4 16,-4 0-2-16,2-1-1 0,0-9-7 0,4 14 0 15,0-7 0-15,-1-3-1 0,3-2-3 0,0 1 0 0,-6-3-5 16,14 3 1-16,-7-5-1 0,2 4-2 16,2-6-6-16,0 0 2 0,-2 0-7 0,3-1 5 15,-5 0 1-15,1-1-5 0,0 0 1 0,0 2 5 16,-3-2-8-16,1 3 4 0,-6 3-2 0,7-6 0 16,-7 6-6-16,7-4 1 0,-7 4 0 0,0 0-2 15,7-3 4-15,-7 3-4 0,0 0 2 0,6 9 0 16,-6-9 3-16,0 13-8 0,2-3 8 0,0-1-8 15,-2 2 7-15,0-1-2 0,0 1 3 0,-1 1-1 16,0-2-7-16,-1 1-19 0,2-1-22 0,0-10-36 16,-2 15-20-16,2-15-44 0,0 13-35 0,0-9-143 15,0-4-350-15,0 0 156 0</inkml:trace>
  <inkml:trace contextRef="#ctx0" brushRef="#br0" timeOffset="213435.62">12990 17011 143 0,'0'0'144'0,"-5"-12"-3"16,5 12-12-16,-11-7-6 0,11 7-9 0,-12-4-1 15,12 4-8-15,-14 2-4 0,14-2-7 0,-15 10-9 16,5-3-5-16,2 3-9 0,-1-2-8 0,3 3-2 16,-1 0-4-16,2 0-7 0,3 2-7 15,0 0 1-15,1-2-10 0,2 0 1 0,1-1-7 16,3 1-2-16,-1-3 2 0,-1 4-6 0,3-3-3 15,-1-2 4-15,1 0 0 0,-1 2 1 0,-2-4-2 16,1 0 2-16,0-2-4 0,-4-3 2 0,4 7-4 16,-4-7 1-16,7 7-4 0,-7-7 1 0,2 3-2 0,-2-3 1 15,0 0-3-15,0 0-3 0,-6 14 0 0,-1-11-3 16,1 1 11-16,-4 1-9 0,1 0-2 0,-1-1-1 16,0-1-13-16,1 2-16 0,2-3-26 15,7-2-11-15,-14 7-53 0,10-5-43 0,4-2-26 16,-7 2-98-16,7-2-304 0,0 0 135 0</inkml:trace>
  <inkml:trace contextRef="#ctx0" brushRef="#br0" timeOffset="213699.39">13174 17130 83 0,'0'0'101'0,"0"0"-6"0,11-4-9 0,-11 4-8 0,0 0-9 16,11-1-7-16,-11 1-25 0,0 0-11 0,14-3-4 15,-14 3-22-15,8-2-8 0,-8 2-13 0,0 0-7 16,12-2-12-16,-12 2 1 0,0 0 8 0,0 0 1 16,13 1 1-16,-13-1 3 0,0 0 7 0,0 0-1 15,11 2 12-15,-11-2 24 0,0 0-7 16,0 0 1-16,0 0 15 0,0 0 0 0,-2 13 3 16,2-13-6-16,0 0 10 0,0 0-16 0,-11 15 9 15,11-15-13-15,-4 7 3 0,4-7 1 0,0 0-5 16,-5 7-2-16,5-7-15 0,0 0-22 0,2 7-21 15,-2-7-43-15,0 0-98 0,0 0 43 0</inkml:trace>
  <inkml:trace contextRef="#ctx0" brushRef="#br0" timeOffset="214296.91">13407 17070 56 0,'-18'11'153'0,"9"-4"-15"0,0-1 3 0,0 3 0 16,3 3-5-16,-6 0-5 0,1 2-12 0,3 1-13 16,-2-1-2-16,5-3-7 0,1 5-3 0,0-5-8 15,4 0-7-15,0-2-10 0,0 2-6 0,0-3-3 16,0-1-6-16,0-7-4 0,6 11-3 0,-2-6-3 16,3 0-9-16,-1-1 1 0,2-4-1 0,1 1-1 15,1-2-8-15,-10 1 1 0,17-5 2 0,-8-2-5 16,-2 1 0-16,2-1-5 0,-1-2-4 0,-1-1 0 15,0 0-5-15,-6-2 4 0,3 2-1 0,-4-3-6 16,-2 0-2-16,0-3-8 0,-4 0 3 16,-2 2-5-16,1-1-2 0,0 5 5 0,-2-1 0 15,4 3 2-15,-3-2-3 0,3 3 0 0,5 7 0 16,-6-9-3-16,6 9 1 0,-10-8 0 0,10 8-1 16,0 0 0-16,-4-6 1 0,4 6 1 0,0 0 6 15,0 0-6-15,0 0 6 0,0 0-3 0,0 0 6 16,0 0-3-16,29 5-2 0,-29-5 2 0,25 0-3 15,-4-1 5-15,0-1 1 0,0-2-3 0,1 0 4 16,-4-1 4-16,-4 3 4 0,3-5 1 0,0-1 4 16,-5 4 1-16,-2-4 3 0,-1 1-1 0,-2-1-1 15,-1 2-2-15,-6 6-1 0,10-11 0 0,-6 5 2 16,-4 6-4-16,4-11-1 0,-4 11 0 0,5-7-2 16,-5 7-4-16,0 0-7 0,0 0 4 0,0 0-4 15,0 0 2-15,0 0 1 0,0 0 8 0,-13 32 14 16,7-9 2-16,-2 2-2 0,-1 2 6 0,-5 4 4 15,3-1-4-15,4 2 2 0,-3-2-6 0,0 0 3 16,3-2-1-16,1-3-8 0,2 0 2 0,-2-6-5 16,-2 4-2-16,5-5 1 0,-3-4-5 0,2 2 5 15,1-4-11-15,-1 0-17 0,1-2-20 0,1-1-23 16,0-2-18-16,2-7-18 0,-5 10-26 0,5-10-10 16,-9 9-31-16,9-9-16 0,-10 6-15 0,10-6-6 15,-14 0-123-15,9-2-339 0,5 2 150 0</inkml:trace>
  <inkml:trace contextRef="#ctx0" brushRef="#br0" timeOffset="214605.71">13390 17390 647 0,'-1'-13'-51'0,"1"-2"34"0,3-2 1 16,3 3 10-16,-1 0 15 0,3-1 4 0,2 2 6 16,3-1 2-16,1 1 1 0,1 0-3 0,1 2 1 15,0-1-2-15,8-3-1 0,-1 1-8 16,2 1 6-16,-1-1 0 0,3 2 5 0,0-3 9 16,0 3-7-16,0 0-2 0,-2-1 4 0,-3-2 8 15,3 1-4-15,-2 0-6 0,-8 4 29 0,1-4-7 16,-3 4 4-16,1-2-1 0,-3 0 5 0,-3 2 8 15,-2-4-4-15,0 3 12 0,-3 0-2 0,1 0-8 16,-2 2-2-16,-2 9 4 0,2-12-5 0,-2 12-8 16,0 0-7-16,0 0 3 0,0 0 6 0,0 0 6 15,0 0 4-15,-17 18-2 0,5 4 15 0,1 3-4 16,-3 2-1-16,5 5 10 0,-3-2-7 0,0 4 6 16,3 0-4-16,0-2-1 0,0-2-6 0,0-2-6 15,2-2 1-15,1-1-5 0,4-6-9 0,0 0-2 16,1-3-6-16,1 1-2 0,-3-1 0 0,1-5-20 15,2-2-23-15,0-9-22 0,-2 18-26 0,2-18-30 16,-4 11-42-16,4-11-58 0,-2 7-58 0,2-7-144 16,0 0-418-16,-16 5 184 0</inkml:trace>
  <inkml:trace contextRef="#ctx0" brushRef="#br0" timeOffset="214745.49">13769 17293 39 0,'0'0'109'0,"8"-9"-13"16,-8 9-4-16,0 0-17 0,17-1-30 16,-5-3-15-16,1 0-31 0,2-1-37 0,5 0-37 15,-2-1-80-15,-2-1 35 0</inkml:trace>
  <inkml:trace contextRef="#ctx0" brushRef="#br0" timeOffset="-214617.82">14158 17226 51 0,'0'0'118'0,"-1"19"-9"16,1-19-10-16,-3 16-9 0,3-16-14 0,-8 15-6 16,8-15-33-16,-4 11-14 0,4-11-22 15,0 0-6-15,-7 10-29 0,7-10-73 0,-6 5-113 0,6-5 50 16</inkml:trace>
  <inkml:trace contextRef="#ctx0" brushRef="#br0" timeOffset="-214457.93">14170 17338 117 0,'9'5'111'0,"-9"-5"-24"0,0 0 3 0,0 0-21 16,0 0-42-16,0 0-46 0,23-13-62 0,-23 13-87 15,0 0 39-15</inkml:trace>
  <inkml:trace contextRef="#ctx0" brushRef="#br0" timeOffset="-214229.2">12974 17619 180 0,'-28'3'209'0,"13"0"-1"0,1-2-18 16,6 2-6-16,8-3-4 0,0 0-9 0,0 0-12 15,0 0-11-15,60 2-16 0,-8-5-9 0,9-3-12 16,31-5-13-16,-27 2-11 0,27-9-33 16,-2 1-22-16,-25 8-27 0,25-4-20 0,-29 5-14 15,4-4-30-15,0-1-15 0,-5 5-25 0,-4-4-40 16,-2 1-25-16,-17 7-118 0,-6 1-306 0,-2-1 135 16</inkml:trace>
  <inkml:trace contextRef="#ctx0" brushRef="#br0" timeOffset="-196615.08">28305 3574 20 0,'0'0'146'0,"0"0"-12"16,0 0-14-16,0 0-11 0,0 0-11 15,0 0 4-15,0 0-10 0,0 0 5 0,0 0-7 0,0 0-3 16,-21-11-13-16,21 11-5 0,0 0-7 0,-8-4-8 16,8 4-4-16,-5-4-10 0,5 4-1 0,0 0-5 15,-10-3-4-15,10 3-2 0,-12-3-1 16,12 3-2-16,-11-1-2 0,11 1-1 0,-14-1-2 0,5 2-3 16,-2 0-9-16,-1-1 3 0,-1 1-1 15,-7 1-1-15,1-1-2 0,0-1 1 0,-1 3 1 0,0 0 3 16,2 0-2-16,-2-1-2 0,1-1 4 0,-1 0-1 15,2 0 0-15,-2 1 1 0,4-1 5 0,-2 1-3 16,-2-1-3-16,4-1 9 0,-2 1 7 16,5 0-9-16,2-1 1 0,1-1 9 0,0 4 2 0,-2-3-4 15,3 1 0-15,9-1 1 0,-13 1-3 16,13-1 1-16,-9-1-8 0,9 1 11 0,0 0 2 0,0 0-6 16,0 0-2-16,0 0-3 0,0 0 4 0,0 0 2 15,0 0-1-15,40-1 4 0,-10-2 1 16,4 0 4-16,3-2 5 0,19-1 1 0,1-1-5 0,3 1 5 15,1-2 1-15,4 3-4 0,0-2-1 16,26 0 8-16,-31 2-12 0,7 0 6 0,21-4-1 16,-23 6 1-16,27-7 4 0,-29 7-7 0,29-1 0 15,1-2-6-15,-4 1-23 0,-23 1 1 0,28-3 0 0,-2 4 3 16,-27 4 7-16,26-9-1 0,3 6-3 16,-2 1 7-16,-3-2-3 0,0 1-6 0,-23-4 3 15,28 5-2-15,2-3 1 0,-4-1-1 0,0 5 5 16,-27-1-3-16,27-2 9 0,-25 3-2 0,26-4-5 15,-27 2 2-15,24-3-3 0,-25 4-2 0,-1-2-2 16,25 0 3-16,-30 2 4 0,5 0-3 0,0 1 0 16,28-3-3-16,-27 2 1 0,2 0-3 0,-2 0 1 15,26 0 31-15,-31-2-6 0,1 0-9 0,2 0-1 16,-6 3-3-16,-1 0 3 0,-17 0-6 0,-1 0-1 16,-2 0-3-16,0 0-2 0,-4-1-3 0,-4-1-4 15,0 2 4-15,-8 0 0 0,1 0 4 0,-3 0-4 16,-1 0-8-16,-5 0 4 0,1-2 2 0,-13 2-4 15,22 0 2-15,-15-1-4 0,-7 1-2 0,14-1-5 16,-14 1-15-16,11 1-13 0,-11-1-24 0,0 0-33 16,0 0-25-16,13-9-19 0,-13 9-19 0,0 0-17 15,0 0-35-15,-2-18-41 0,2 18-178 0,-13-13-459 16,4 4 203-16</inkml:trace>
  <inkml:trace contextRef="#ctx0" brushRef="#br0" timeOffset="-195490.33">29764 1001 39 0,'0'0'101'15,"0"0"-10"-15,0 0 1 0,0 0-5 0,0 0-15 16,0 0-2-16,0 0-9 0,-3-11-12 0,3 11 6 16,0 0-6-16,0 0-13 0,0 0 1 0,0 0-4 15,0 0-1-15,0 0-9 0,0 0 3 0,0 0 17 16,0 0 6-16,0 0-5 0,-5 30-7 0,5-30 23 15,-4 17-15-15,3-9-3 0,0 4-3 0,-2 0 0 16,-1 2 3-16,0-2 2 0,-2 4 1 0,2-1-10 16,-1 0-2-16,1 0 7 0,2 3-5 15,-2-1-2-15,4 0 0 0,-2 1-8 0,0-1-2 16,-1 3 6-16,2 1-1 0,0 4-4 0,-3 0 3 16,2 1-6-16,-1 1 5 0,3-1 5 0,0 2 0 15,-1 1-5-15,-2 1 5 0,-1-1-6 0,3 0 1 16,1 0 2-16,-1 3-3 0,1-4-3 0,0 3 3 15,2 0-5-15,-6 1 0 0,6-1 7 0,-2 2-3 16,0-1-4-16,-2-3-1 0,2 1 5 0,2 0-7 16,-4 0-4-16,2-1 9 0,-4-1-5 0,7-3-3 15,-4 4 3-15,2 0 3 0,-1 0-3 0,1-5 1 16,-2 7-1-16,2-6 4 0,-2 5-1 0,1-3 1 16,-1 0-2-16,2 1-3 0,-2 0 2 0,1 0 1 15,2 0-2-15,-2-2-3 0,-1-1 3 0,2-4-4 16,-1 3-4-16,2 2 6 0,-2 0-5 0,-2-1 1 15,2-4-2-15,2 1 5 0,2 6-3 0,-1-4-2 16,-1-5 2-16,-2 4-3 0,4 3 4 0,-2-7 0 16,-1 0-2-16,3 8 5 0,-1-2 1 15,-1-1-4-15,-2 0-5 0,3-6 5 0,-1 6-5 16,0 2 4-16,-2 1 2 0,2-2 0 0,-2 0-3 16,3 1 1-16,-5-2 0 0,5 3 4 0,-2-10-4 15,1 3-1-15,-1 5 0 0,-1-8 2 0,3 9-3 16,-6-1 0-16,6-6-3 0,-2-1 11 0,0 9-11 15,0-8 4-15,-1 1-5 0,5 5 2 0,-3-5 2 16,-2 0-1-16,2 5-2 0,-1-6 2 0,1 1-2 16,-4-1 2-16,4 1-4 0,-1-1 3 0,-1 1-1 15,-1 6 1-15,1-6-1 0,1-2 0 0,-1 0 0 16,0 1 0-16,0-2 0 0,1 0 1 0,-2 0 0 16,1 1 0-16,0-18 0 0,-1 28-1 0,-1-12 1 15,2-16-5-15,0 27 6 0,0-27 2 16,2 20-4-16,-2-20 0 0,0 19-1 0,0-19 5 15,0 0-7-15,0 17 3 0,0-17-3 0,0 0-1 16,0 0-14-16,-3 18-14 0,3-18-9 0,0 0-15 16,0 0-16-16,0 0-17 0,0 0-23 0,0 0-24 15,1 17-33-15,-1-17-56 0,0 0-182 0,0 0-433 16,0 0 191-16</inkml:trace>
  <inkml:trace contextRef="#ctx0" brushRef="#br0" timeOffset="-189723.08">29738 599 49 0,'0'0'98'16,"0"0"-9"-16,0 0 4 0,0 0 6 0,0 0-19 15,0 0-8-15,0 0 6 0,0 0-4 0,0 0-6 16,0 0 5-16,0 0-9 0,0 0-2 0,0 0-2 16,0 0 0-16,0 0-8 0,0 0 5 0,0 0-6 15,0 0-1-15,0 0 0 0,0 0-9 0,0 0-1 16,0 0-4-16,0 0 0 0,0 0-3 0,0 0-2 16,0 0-6-16,0 0 1 0,0 0-9 15,0 0-1-15,0 0 1 0,0 0-3 0,0 0-5 16,0 0-10-16,0 0 13 0,0 0-1 0,0 0-10 15,0 0 5-15,0 0-2 0,0 0 3 0,0 0 2 16,0 0-1-16,0 0 3 0,0 0-5 0,0 0 2 16,0 0 8-16,0 0 4 0,0 0-3 0,-10 89 2 15,10-89-6-15,0 0-2 0,-3 35 5 0,3-35-2 16,-2 33-1-16,2-33 2 0,-5 32-6 0,5-32-1 16,0 0 3-16,-4 47-4 0,4-47 3 0,-5 35 1 15,3-18 1-15,1 1-2 0,0-6-3 0,-3 5 1 16,3-2 5-16,1 4-2 0,-1-7-2 0,-2 6 0 15,-1-3 2-15,0 2 0 0,2-5-7 0,-1 1 7 16,2 2 0-16,-2-4-2 0,1 5-1 0,0-3-2 16,2 1 5-16,0-1-6 0,0-1 0 0,-1 1 5 15,1-1-2-15,-2-2-2 0,-1 2 2 16,4 0 4-16,-2-1 2 0,1-11-1 0,1 22-1 0,-1-12 5 16,-1 1 2-16,0 0-1 0,1-11-3 15,-3 16 1-15,2-6 1 0,1 1-3 0,0-11-3 16,-3 13 1-16,3-3 1 0,0-10-4 0,0 0-3 15,-1 22 0-15,1-22 5 0,0 0-1 0,-1 14-4 16,1-14 1-16,0 0-2 0,2 15 4 0,-2-15 0 16,4 10-11-16,-4-10-11 0,0 0-9 0,0 0-18 15,0 0-13-15,7 12-19 0,-7-12-33 0,0 0-14 16,0 0-37-16,0 0-27 0,0 0-106 0,0 0-313 16,0 0 140-16</inkml:trace>
  <inkml:trace contextRef="#ctx0" brushRef="#br0" timeOffset="-189318.35">29718 685 37 0,'0'0'134'0,"0"0"-7"0,0 0-8 0,0 0-16 16,0 0-5-16,0 0-9 0,0 0-9 0,0 0 0 16,0 0-1-16,0 0-10 0,0 0-3 0,0 0 1 15,-82 41-8-15,63-25-12 0,19-16 2 0,-35 27-9 16,19-16-4-16,16-11 3 0,-34 23-13 0,34-23-29 16,-28 21-19-16,28-21-21 0,-21 11-24 0,21-11-26 15,0 0-20-15,0 0-72 0,-22 14-198 16,22-14 88-16</inkml:trace>
  <inkml:trace contextRef="#ctx0" brushRef="#br0" timeOffset="-189143.85">29852 624 122 0,'0'0'151'0,"46"-1"-29"0,-46 1 1 0,0 0-16 16,0 0-8-16,38 7-5 0,-38-7-13 0,0 0-6 15,0 0-19-15,32 13-21 0,-32-13-40 0,0 0-9 16,0 0-36-16,23 19-29 0,-23-19-75 0,0 0-165 16,0 0 74-16</inkml:trace>
  <inkml:trace contextRef="#ctx0" brushRef="#br0" timeOffset="-188447.83">28553 617 124 0,'0'0'132'0,"0"0"-13"0,0 0-10 0,0 0-11 0,0 0-16 16,0 0 5-16,0 0-15 0,0 0-10 15,0 0 3-15,0 0-16 0,0 0-7 0,54-43-5 16,-54 43 7-16,0 0-15 0,0 0 1 0,0 0-6 16,0 0 1-16,0 0-2 0,27-12 2 0,-27 12-8 15,0 0-6-15,0 0 3 0,0 0 8 0,0 0-11 16,0 0 4-16,0 0-3 0,0 0 1 0,0 0-10 16,0 0 3-16,0 0-5 0,0 0 6 0,0 0-12 15,0 0 5-15,0 0-10 0,0 0 6 0,0 0 2 16,0 0 6-16,0 0-2 0,0 0 3 0,0 0 3 15,6 68 4-15,-6-68-11 0,0 0 9 0,-4 50 1 16,4-50-2-16,-5 35-2 0,5-35 0 16,-10 34 4-16,10-34 1 0,-9 32-1 0,9-32-8 15,0 0 3-15,-10 32 4 0,10-32 3 0,0 0-10 16,-14 20 2-16,14-20 6 0,0 0-2 0,0 0 4 16,0 0-3-16,0 0-7 0,0 0 11 0,-18 20 0 15,18-20-6-15,0 0 4 0,0 0 18 0,0 0 0 16,0 0-1-16,0 0-6 0,0 0-6 0,0 0-6 15,0 0 1-15,0 0-12 0,0 0 3 0,0 0-4 16,0 0-5-16,0 0-10 0,0 0-1 0,0 0-8 16,91-47-9-16,-91 47-9 0,37-11-10 0,-37 11-3 15,37-10 10-15,-37 10-9 0,33-10 12 16,-33 10 6-16,24-12-3 0,-24 12 7 0,0 0 0 0,32-20 9 16,-32 20 0-16,0 0 10 0,21-20-6 15,-21 20 6-15,0 0 5 0,10-21 4 0,-10 21 19 16,0 0 3-16,0 0 5 0,0 0 3 0,0 0 7 15,6-35 1-15,-6 35-3 0,0 0-6 0,0 0-6 16,0 0-13-16,0 0 3 0,0 0 9 0,0 0-5 16,0 0 4-16,0 0 4 0,0 0 6 0,0 0 2 15,0 0-4-15,-26 89 3 0,26-89 0 0,-7 38-6 16,7-38-2-16,-6 39 0 0,6-39-5 0,-9 36-9 16,6-21-16-16,0 2-18 0,1-5-26 0,0 1-29 15,2-13-36-15,-4 19-104 0,0-11-243 0,4-8 107 16</inkml:trace>
  <inkml:trace contextRef="#ctx0" brushRef="#br0" timeOffset="-188209.9">28847 635 18 0,'0'0'119'0,"0"0"-13"0,52 3 5 0,-52-3 11 15,0 0 2-15,30 23-4 0,-30-23-6 0,19 33-3 16,-19-33-8-16,11 38-14 0,-9-14-2 0,-2-24-12 16,-1 50-9-16,1-50-7 0,-10 47 0 0,-2-23-4 15,-3 0-12-15,-8 1 1 0,5-2-6 0,-4-3-25 16,0-2-20-16,-2 1-23 0,0-2-30 0,0-2-31 16,-3-1-38-16,1-2-98 0,-1-1-245 0,7-5 109 15</inkml:trace>
  <inkml:trace contextRef="#ctx0" brushRef="#br0" timeOffset="-187387.85">32031 3779 63 0,'0'-10'173'0,"0"10"-23"0,0 0-16 16,0 0-18-16,2-7-8 0,-2 7-6 0,0 0-6 15,0 0-1-15,14 27 7 0,-6-10 0 0,-2 0-10 16,1 2-4-16,2 6-8 0,0-1-11 0,1 2-3 15,-4-7-7-15,2 0-4 0,-2 0-8 0,2-2-3 16,0-1 3-16,-4-3-10 0,2-3 2 0,-1 1-5 16,-1-1 2-16,-1-5 1 0,-1-1 7 0,-2-4 13 15,3 9 9-15,-1-5 9 0,-2-4 16 0,0 0 1 16,0 0-9-16,0 0-9 0,0 0-6 0,13-14-7 16,-5-2-6-16,-3 1-7 0,0 0-5 0,-2-3-4 15,5-7-4-15,-5 1-2 0,-1-1-3 0,0 6-7 16,4-8-1-16,-5 2-3 0,1 6-21 0,-1 2-10 15,-2-2-14-15,5 3-20 0,-4 1-15 0,1 7-22 16,0 1-24-16,-1 7-30 0,3-12-52 0,-1 7-39 16,-2 5-145-16,0 0-405 0,0 0 179 15</inkml:trace>
  <inkml:trace contextRef="#ctx0" brushRef="#br0" timeOffset="-187007.11">32510 3776 148 0,'5'-2'175'0,"-5"2"-9"0,0 0-7 0,0 0-5 16,0 0-12-16,0 0-8 0,0 0 0 15,0 0-7-15,-33 21-14 0,16-11-6 0,4 2-8 16,-2 2-9-16,1 1-3 0,-2-2-13 0,3 0 0 16,0 0-15-16,5-5-2 0,2 2-11 0,-1 0-1 15,2 1-3-15,2-1-7 0,3 0-2 0,0-10-5 16,0 15 0-16,0-15-1 0,5 13 0 0,-5-13-4 15,7 7-6-15,1-4-5 0,-8-3 32 0,18 0-2 16,-7-2-7-16,1-1-8 0,1 0 0 0,-2-3-5 16,2 1-1-16,1-5-1 0,-4 3-4 0,0-2 1 15,-1-1-5-15,3-2-3 0,-3 4 1 0,-1 1-3 16,-1-2-2-16,0 3 0 0,-7 6 4 0,8-8 2 16,-8 8-2-16,6-5-4 0,-6 5-8 0,0 0 1 15,7-5 4-15,-7 5-14 0,0 0 13 0,0 0-9 16,8 21 5-16,-7-13 3 0,-1 5 3 0,3-1 1 15,-6 5-1-15,3-2 3 0,0 1-5 0,0 0-10 16,0 1-26-16,-1-2-17 0,1-4-28 0,0 0-41 16,0-11-64-16,1 16-203 0,-1-16-420 15,4 8 186-15</inkml:trace>
  <inkml:trace contextRef="#ctx0" brushRef="#br0" timeOffset="-186711.29">32772 3810 168 0,'0'0'207'0,"0"0"-20"0,0 0-12 0,0 0-5 15,0 0-10-15,0 0-5 0,-18-22-5 0,8 27-12 16,10-5-15-16,-21 14-8 0,10-7-11 0,1 0-11 16,2 3-8-16,1-1-7 0,-1 1-9 0,3-1-5 15,1 2-7-15,1 0-7 0,3 0-1 0,0 3-10 16,0-3 1-16,3-1-7 0,1 0-6 0,-1 0-3 15,-3-10-1-15,0 0-4 0,0 0 0 0,30 36-2 16,-30-36-1-16,19 18-6 0,-19-18 4 0,0 0-7 16,0 0 2-16,21 23 0 0,-21-23-1 0,0 0-6 15,0 0 5-15,16 17-4 0,-16-17 0 0,0 0-9 16,0 0-12-16,0 0-25 0,0 0-29 0,0 0-45 16,-16 32-60-16,4-30-206 0,-10-1-414 0,-8 1 184 15</inkml:trace>
  <inkml:trace contextRef="#ctx0" brushRef="#br0" timeOffset="-186295.69">30952 3972 51 0,'0'0'123'0,"0"0"-7"0,0 0-9 0,0 0-10 0,24 5-7 15,-13-5-6-15,0 2-10 0,2-3-5 16,0 1-14-16,1 0-32 0,-1 1-37 0,1-3-28 0,-3 0-98 15,-3 2-149-15,-8 0 66 0</inkml:trace>
  <inkml:trace contextRef="#ctx0" brushRef="#br0" timeOffset="-186102.99">30992 3834 18 0,'0'0'176'16,"-5"-3"-32"-16,5 3-8 0,0 0-15 0,0 0-1 15,0 0 6-15,0 0 10 0,1 26 2 0,0-13-9 16,1 4-13-16,0-1-12 0,-1 4-10 0,4 3-5 16,0 1-11-16,-3-5-1 0,0 2-10 0,1-1-8 15,-2-3-25-15,1 2-34 0,1-3-38 0,-1-3-42 16,0-2-36-16,1 0-172 0,-3-1-312 0,0-10 138 16</inkml:trace>
  <inkml:trace contextRef="#ctx0" brushRef="#br0" timeOffset="-185827.47">31219 3855 23 0,'3'-8'144'0,"-3"8"-19"0,0 0 5 0,9-5 2 0,-9 5-2 16,0 0 11-16,0 0-2 0,11 14-6 0,-7-3 3 15,1 0-7-15,2 3-2 0,-4-1-11 16,3-3-5-16,-2 2-14 0,-1 0-9 0,4-1-4 15,-2 0-12-15,0-2-5 0,-1 1-2 0,-2-3-6 16,1-2-4-16,1 0 7 0,-4-5 9 0,7 7 13 16,-7-7 1-16,4 3-5 0,-4-3-6 0,0 0-5 15,0 0-20-15,26-11-23 0,-17 2-12 0,2-4-25 16,2 2-18-16,1-5-29 0,-5-1-25 0,4 2-19 16,0-8-32-16,-5 6-43 0,-1 2-12 0,0 2-15 15,0 2-118-15,-3 2-348 0,1-3 153 0</inkml:trace>
  <inkml:trace contextRef="#ctx0" brushRef="#br0" timeOffset="-185520.97">31522 3930 69 0,'0'0'206'0,"0"0"-6"15,0 0-9-15,0 0 3 0,13-16-9 0,-10 10-19 16,-1 0-7-16,2-3-13 0,0 3-7 0,-3-2-15 15,4 2-11-15,-2-3-12 0,-1 1-12 0,2 0-5 16,-3 2-11-16,-1 6-6 0,3-12-5 0,-3 12-9 16,-1-13-4-16,1 13-6 0,-2-7-8 15,2 7-6-15,-5-9-5 0,5 9 1 0,-11 0-8 0,11 0 0 16,-17 9-6-16,6-2 1 0,0 1-1 0,0 4-2 16,-1 3-1-16,5-5-3 0,-2 3 4 0,1-1-6 15,4-1 3-15,1-1-3 0,4 2 3 0,1-2 0 16,5 1-1-16,-2-2-3 0,2 0-19 0,2-2-13 15,3 1-14-15,-2-2-31 0,-1-1-18 16,1 1-41-16,-3-2-32 0,-2-2-30 0,-1 2-138 16,-4-4-362-16,0 0 161 0</inkml:trace>
  <inkml:trace contextRef="#ctx0" brushRef="#br0" timeOffset="-185117.18">28411 4178 53 0,'-14'-1'194'0,"14"1"-8"0,0 0-8 0,0 0-7 0,-15-2-16 16,15 2-9-16,0 0-11 0,0 0-11 15,0 0-21-15,0 0-2 0,0 0-12 0,0 0-7 16,0 0-14-16,0 0-16 0,36-3-18 0,-19 1-19 16,3 1-32-16,2-2-27 0,-2 1-26 0,6-5-23 0,-3 3-28 15,3-2-23-15,-6 1-90 0,-1-3-252 16,-1 2 113-16</inkml:trace>
  <inkml:trace contextRef="#ctx0" brushRef="#br0" timeOffset="-184603.15">28704 3957 11 0,'-1'-4'176'0,"1"4"5"0,-5-9-2 16,5 9-6-16,0 0-14 0,-4-11-17 0,4 11-17 15,0 0-12-15,0 0-15 0,0 0-16 0,0 0-5 16,0 0-11-16,0 0-7 0,0 0-5 0,0 0-3 16,0 0-3-16,8 33 1 0,-5-21-4 0,1 3-2 15,0 2-3-15,-1-4-2 0,-2-1-4 0,3 0 0 16,-2 0-8-16,1-2 0 0,-3-10-4 0,4 13 0 15,-2-7-4-15,-2-6 4 0,4 7 0 0,-4-7-2 16,0 0 8-16,0 0 9 0,3 10 8 0,-3-10 6 16,0 0-6-16,0 0-1 0,0 0-10 15,0 0-2-15,0 0-2 0,0 0-4 0,0 0-4 16,-3-34-3-16,6 25-3 0,-2-2-3 0,2 1 0 0,-3 10-3 16,2-20-4-16,1 15 2 0,-3 5-5 0,5-12-3 15,-5 12 5-15,6-9-4 0,-6 9 1 0,9-7-4 16,-9 7 1-16,10-3-2 0,-10 3 2 0,12-3 7 15,-12 3-8-15,11 0 2 0,-11 0 2 0,16-3 0 16,-9 1 3-16,-7 2-2 0,16-4-1 16,-16 4 3-16,12-4-1 0,-12 4 1 0,9-6-3 15,-2 3 2-15,-7 3 1 0,10-7 1 0,-10 7 2 16,8-7-2-16,-8 7 0 0,5-10 0 0,-5 10-5 16,0-13 4-16,0 13-6 0,-4-15 10 0,0 5-12 15,4 10 2-15,-9-11-1 0,9 11 0 0,-9-13-1 16,4 10-3-16,5 3 1 0,-9-5-2 0,9 5-1 15,0 0 5-15,-22 7-5 0,15-1 2 0,-1 4 1 16,-2-1 0-16,3 6-2 0,0-1-5 0,0 1-10 16,2 0-11-16,3 1-19 0,8 0-9 0,0-3-15 15,6 1-12-15,3-2-18 0,5-2-32 0,12-2-29 16,0-1-22-16,4-3-113 0,0-2-328 0,4-2 146 16</inkml:trace>
  <inkml:trace contextRef="#ctx0" brushRef="#br0" timeOffset="-183537.65">28592 3895 36 0,'0'0'130'0,"0"0"4"0,-7-6 0 16,7 6 7-16,0 0-1 0,-6-6-7 0,6 6-5 16,0 0-4-16,-5-9-3 0,5 9-6 0,0 0-7 15,0 0-7-15,0 0-5 0,0 0-11 0,0 0-8 16,0 0-6-16,0 0-11 0,-7-7-7 0,7 7-7 16,0 0-6-16,0 0-7 0,0 0-2 15,0 0-4-15,0 0-4 0,0 0-3 0,0 0 0 16,0 0-2-16,18 33-1 0,-13-19-5 0,3-1 1 15,0 4 0-15,-2-1-4 0,3 1 2 0,-1 1 0 0,1 1 0 16,0-3 1-16,-3 1-4 0,5-1-2 0,-3-1-1 16,-1-4 3-16,-2-2 2 0,2 2-4 0,0-3-1 15,-3-2 6-15,-4-6-3 0,6 11 2 16,-6-11-6-16,6 8 2 0,-6-8 1 0,3 6 2 16,-3-6 6-16,0 0 7 0,0 0 4 0,5 7-6 15,-5-7-1-15,0 0-18 0,0 0-18 0,0 0-14 16,0 0-8-16,9-30-23 0,-8 22-10 0,-1 8-26 15,5-21-35-15,-1 10-43 0,0-4-146 0,4 4-350 0,1-6 155 16</inkml:trace>
  <inkml:trace contextRef="#ctx0" brushRef="#br0" timeOffset="-179647.72">29669 3762 4 0,'-6'4'86'0,"-5"-1"-7"16,4 2-4-16,-1-1-1 0,0 0-10 0,3 2 1 16,-1 1 2-16,-4 2-2 0,5 1-4 0,-2-3 1 15,3 3 4-15,0-1-7 0,3-1 2 0,-1-1-14 16,2-7 3-16,1 14 5 0,1-9-7 0,1 2-4 15,1-3-2-15,1 0 0 0,4-1 2 0,2 1 12 16,-4-2-1-16,4 0 5 0,0-2 2 0,0 0 6 16,1-2-3-16,-2-4 4 0,7 2 1 0,-6-2-3 15,3-3-2-15,0-2-4 0,-6 5-2 0,2-2-1 16,-2 1-4-16,6-5-4 0,-7 2-8 0,0 2-1 16,-1-2-4-16,-1 0 25 0,-2 0-10 0,1-1-4 15,-3 1-3-15,-1 1-4 0,1-1-8 0,-2-1-1 16,0 2-8-16,-3 1 0 0,1 0-3 0,3 8-13 15,-6-9-13-15,0 5-17 0,6 4-29 0,-12-4-34 16,12 4-40-16,-22 1-59 0,9 3-186 0,-4-1-401 16,-5-2 179-16</inkml:trace>
  <inkml:trace contextRef="#ctx0" brushRef="#br0" timeOffset="-178545.09">29654 1742 104 0,'0'0'128'0,"0"0"0"0,0 0-22 15,0 0 3-15,0 0-6 0,0 0-4 0,0 0-9 16,0 0-3-16,0 0-4 0,0 0-4 0,0 0-15 16,0 0 10-16,0 0-14 0,0 0-2 0,0 0-9 15,0 0-6-15,0 0 6 0,0 0-15 0,-28 4-3 16,20-3-3-16,8-1-3 0,-13 5 0 0,7-5-5 15,-1 3 3-15,7-3-13 0,-16 4 9 0,8-3-3 16,3 1-1-16,5-2 5 0,-14 5-8 16,9-1 5-16,5-4-3 0,-9 1-2 0,9-1-2 0,-5 3 1 15,5-3-1-15,0 0 6 0,0 0-7 0,-8 3-5 16,8-3 5-16,0 0-3 0,0 0-3 0,0 0 7 16,0 0 2-16,0 0-9 0,0 0 14 0,0 0-4 15,0 0 0-15,15 9 4 0,-15-9-1 0,12 0-3 16,-4 0 2-16,-1 1-7 0,4-1 4 15,0 0-4-15,1 0 7 0,0 0 2 0,1-1-4 16,0-1 0-16,6 1 1 0,-2 0-5 0,-1-1 3 16,-2 2-3-16,0-3-1 0,-2 2 1 0,-3-1-4 15,-2 1 1-15,1 1-1 0,-8 0 1 0,15-2 4 16,-10 0-11-16,-5 2 5 0,12 0-6 0,-12 0 4 16,8-1 2-16,-8 1-2 0,10-2-7 0,-10 2-11 15,0 0-1-15,0 0-11 0,11-1-18 0,-11 1-2 16,0 0-24-16,0 0-14 0,10-1-29 0,-10 1-30 15,0 0-131-15,0 0-298 0,0 0 133 0</inkml:trace>
  <inkml:trace contextRef="#ctx0" brushRef="#br0" timeOffset="-176277.17">29645 1746 21 0,'0'0'81'0,"0"0"-8"0,0 0-9 0,0 0-3 15,0 0-4-15,0 0-8 0,0 0 3 0,0 0-2 16,0 0-5-16,0 0 5 0,0 0-5 0,0 0 5 16,0 0-6-16,0 0 11 0,0 0-11 0,0 0 6 15,0 0 1-15,0 0-11 0,0 0 5 0,0 0 3 16,0 0-10-16,0 0 5 0,0 0-2 0,0 0-2 16,0-9-2-16,0 9 2 0,0 0-5 0,0 0-1 15,0 0-2-15,0 0-5 0,0 0 5 16,0 0-5-16,0 0 4 0,0 0-7 0,0 0 5 15,0 0-3-15,0 0-7 0,0 0 6 0,0 0 1 16,0 0-6-16,0 0-7 0,0 0 5 0,0 0 0 16,0 0-4-16,0 0-4 0,0 0 6 0,0 0-7 15,0 0 0-15,0 0-7 0,0 0 7 0,0 0-2 16,0 0-3-16,0 0 8 0,0 0-2 0,0 0-10 16,0 0 11-16,0 0-3 0,0 0-1 0,0 0 1 15,0 0 0-15,0 0 7 0,0 0 6 0,0 0-6 16,-7 23 2-16,7-23-4 0,-3 10-1 0,3-10 5 15,-3 11-1-15,3-11 1 0,-3 10-2 0,2-5 0 16,1-5 1-16,-2 12-2 0,-1-7-3 16,3-5 3-16,-1 12 1 0,-2-7 1 0,3-5 2 0,-1 13 5 15,-2-7-3-15,3-6-1 0,-5 12 3 0,4-6-5 16,1-6 6-16,-4 12-5 0,3-8-5 0,1-4 6 16,-3 11 1-16,1-6-6 0,2-5 8 0,-4 14 0 15,1-8-4-15,3-6 1 0,-4 11 0 16,1-7-3-16,3-4-2 0,-3 9 2 0,-2-3-4 15,5-6 1-15,-5 10-1 0,1-7-2 0,4-3 1 16,-6 12 1-16,6-12-2 0,-8 9-1 0,8-9 3 16,-6 12 1-16,1-6 0 0,5-6 0 0,-8 11 0 15,3-3 3-15,1 0-5 0,-1-1 2 0,5-7-3 16,-8 14 2-16,4-4-2 0,0-4-2 0,4-6-1 16,-9 13 4-16,6-6-5 0,-1-1 0 0,4-6 2 15,-10 15-2-15,7-10 0 0,-3 4 1 0,2 1-4 16,0-3 4-16,-1 2 0 0,5-9 0 0,-9 14 1 15,3-8 0-15,0 1-2 0,0 2 3 0,1-3-2 16,-1 2 1-16,-1 0 4 0,1-1-2 16,6-7-5-16,-12 15 3 0,6-4 1 0,1-2 2 15,0 2-1-15,-2-3 9 0,2 0-9 0,0 0 0 0,-1 2-1 16,2-4-1-16,-3 2 0 0,2 1 2 0,5-9-3 16,-10 12 3-16,5-5-3 0,-3-1-2 0,3 3 3 15,1-2 0-15,-3 0-6 0,2 1 3 16,0 0 1-16,5-8 1 0,-10 11-2 0,7-6 0 0,3-5 1 15,-10 13-2-15,3-6 1 0,5 0-1 16,-5 1-4-16,2-1 5 0,-3 3-3 0,3-3 5 16,-2 3-4-16,1-2 2 0,-1 2 3 0,-1-3-3 15,0 1-4-15,2 0 6 0,-2 1 1 0,0-1 0 16,0 3 3-16,-2 0-3 0,-1-2 0 0,1 1 2 16,-1 2-1-16,1-3 0 0,0 1-1 0,1-2 1 15,-1 1 1-15,1 0-4 0,0 2 2 0,2-2 1 16,-5 1-6-16,5-2 7 0,-2 1-5 0,0 0 0 15,2 1 1-15,-2-1-1 0,0 0 0 0,2-1 2 16,-1 0-5-16,-1 0 5 0,3 1-1 16,6-9 2-16,-18 15 3 0,11-7-4 0,0-1-2 15,-2 1 0-15,0-1 3 0,2 1-1 0,-3 2-2 16,1-3-2-16,0 1 4 0,-1 1-1 0,-3-4-4 16,4 2 2-16,-2 1 2 0,2 0 0 0,1-2 2 15,-1 2-4-15,-1-2-1 0,10-6 0 0,-14 14 4 16,6-6-4-16,-2-3 1 0,1 3 0 0,0 0 3 15,-1-3-2-15,10-5-1 0,-15 14 1 0,8-9 0 16,-2 2-1-16,9-7-1 0,-16 11-3 0,8-3 6 16,-2 0-5-16,10-8 0 0,-16 15 4 0,10-6-4 15,-5 0 0-15,3 0 3 0,-2 0 1 0,1 0-1 16,-3 0-1-16,3-4 0 0,0 4-1 0,0 2 4 16,0-3-1-16,-2 0 1 0,3-1-1 0,-1 3-3 15,-3 1 1-15,3-2-3 0,0-1 2 0,0-1 4 16,-1 1-4-16,2-1 0 0,0 1 2 0,-1 0 0 15,2 1 0-15,-2-1-1 0,0-1 0 0,1 2 8 16,0-1-9-16,8-8-2 0,-15 14 0 16,7-5 2-16,2-1 1 0,-1 1-4 0,0-2 2 15,-1 2 0-15,8-9 6 0,-14 15-6 0,5-8 0 16,9-7 5-16,-12 11 0 0,5-4-1 0,7-7-2 16,-13 11-2-16,6-4 2 0,-1 0 0 0,8-7-2 15,-14 11 1-15,6-3 2 0,8-8-3 0,-14 11 3 16,7-3 1-16,7-8-2 0,-12 12-2 0,6-7 4 15,6-5-2-15,-14 9 0 0,5-2 0 0,9-7-1 16,-11 11-1-16,11-11 1 0,-11 8-1 0,11-8 0 16,-11 7 2-16,11-7 0 0,-11 9-3 0,11-9 2 15,-9 7 1-15,9-7-1 0,-10 7-2 0,10-7 3 16,0 0-2-16,-13 10 2 0,13-10 1 0,-8 3-2 16,8-3 0-16,0 0-2 0,0 0-2 0,-12 11 6 15,12-11 1-15,0 0-1 0,0 0-1 0,-12 7-3 16,12-7 1-16,0 0 1 0,0 0-1 0,-11 7-1 15,11-7 2-15,0 0 1 0,0 0-2 0,0 0 3 16,-14 10-4-16,14-10 5 0,0 0-7 0,0 0 1 16,-11 10 11-16,11-10-6 0,0 0 5 15,0 0-4-15,-13 7-3 0,13-7 1 0,0 0-1 16,0 0 4-16,0 0-6 0,0 0 3 0,-13 5 0 16,13-5 6-16,0 0-2 0,0 0-3 0,0 0 0 15,0 0 1-15,-17 7 1 0,17-7-1 0,0 0-4 16,0 0 4-16,0 0 3 0,0 0-4 0,0 0 0 15,0 0-1-15,-13 5-1 0,13-5 5 0,0 0-4 16,0 0-1-16,0 0 2 0,0 0 1 0,0 0 1 16,0 0-2-16,0 0-1 0,0 0-2 0,-18 5 2 15,18-5-1-15,0 0-2 0,0 0 3 16,0 0 0-16,-19 2-1 0,19-2-1 0,0 0 0 16,0 0 1-16,-19 3-1 0,19-3-1 0,0 0-1 0,0 0-10 15,-15 2-2-15,15-2 0 0,0 0-9 0,0 0-5 16,0 0-10-16,0 0-15 0,0 0-21 15,0 0-22-15,0 0-22 0,0 0-27 0,-21-7-33 16,21 7-40-16,0 0-208 0,0 0-462 0,0 0 204 16</inkml:trace>
  <inkml:trace contextRef="#ctx0" brushRef="#br0" timeOffset="-175785.35">27990 3398 138 0,'0'0'163'0,"-13"-9"-6"16,13 9-9-16,0 0-3 0,0 0-4 0,0 0-18 15,-9-9-4-15,9 9-5 0,0 0-5 16,0 0-13-16,0 0-6 0,0 0-3 0,0 0-8 16,0 0-9-16,0 0-8 0,0 0-6 0,0 0-7 15,-9-5-3-15,9 5-8 0,0 0-5 0,0 0-7 16,0 0-1-16,0 0-1 0,0 0-1 0,0 0-5 16,0 0 4-16,9 53-3 0,-4-38-5 0,-1 5 2 15,1-4-1-15,4 11 2 0,-5 0-1 0,2-3 0 16,-3 4-9-16,1 0-18 0,-1-3-36 0,0 2-35 15,-1-1-54-15,0 1-39 0,-2 4-137 0,0-6-338 16,4 1 150-16</inkml:trace>
  <inkml:trace contextRef="#ctx0" brushRef="#br0" timeOffset="-175210.96">27963 3943 75 0,'0'0'240'0,"-5"-5"-14"0,5 5-10 16,-5-6-12-16,5 6-19 0,0 0-19 0,0 0-20 15,-5-5-16-15,5 5-18 0,0 0-8 0,0 0-14 16,0 0-7-16,0 0-6 0,0 29-8 0,3-19-4 15,-1 9-2-15,0-2-8 0,-2 9-5 0,0-9 0 16,4 1-7-16,-4 0-2 0,0 1-2 0,4 0-4 16,-4-2-3-16,0-1 2 0,1-1-7 0,-1 0-5 15,0-2-1-15,4-2-13 0,-6 0-23 0,2-1-18 16,2 0-21-16,-2-10-31 0,0 14-23 0,0-14-30 16,0 0-21-16,-4 14-28 0,4-11-135 0,0-3-349 15,0 0 156-15</inkml:trace>
  <inkml:trace contextRef="#ctx0" brushRef="#br0" timeOffset="-174995.98">27955 3953 98 0,'0'0'169'0,"-16"3"6"0,16-3-6 15,-9 7-10-15,5-4-9 0,-6 4-12 0,6-1-7 16,-5-2-14-16,5 2-16 0,1 1-8 0,-1-1-8 15,-3 2-8-15,5-2-27 0,-1-1-24 0,-1 4-24 16,2-4-19-16,2-5-27 0,-4 10-27 0,4-10-21 16,0 10-22-16,0-10-6 0,-3 5-4 0,3-5-69 15,0 0-210-15,0 0 93 0</inkml:trace>
  <inkml:trace contextRef="#ctx0" brushRef="#br0" timeOffset="-174868.04">27905 4004 36 0,'4'-7'51'15,"3"-1"12"-15,0 1 5 0,0 0 9 0,-7 7 5 16,6-7-5-16,-6 7-1 0,10-7 9 0,-5 5-6 15,-1-2-2-15,-4 4-1 0,9-4-7 0,-9 4 6 16,13 0-19-16,-13 0-3 0,11 2-11 0,-4 0 1 16,-1 0-1-16,1 4-12 0,1-3-31 0,-1 0-41 15,-1 5-40-15,1 0-107 0,-3-2-205 0,1 2 91 16</inkml:trace>
  <inkml:trace contextRef="#ctx0" brushRef="#br0" timeOffset="-174150">27840 4377 144 0,'2'11'168'0,"-2"-11"-7"0,2 13-2 15,1-7-18-15,1 2-9 0,2 2-6 0,0-4-13 16,1 1-6-16,-1 3-15 0,1-2-5 0,0 1 0 16,-1 0-12-16,1-1-6 0,-1-1-10 0,1 2-6 15,-1-4-4-15,-6-5-3 0,8 12-5 0,-4-8-4 16,-4-4-2-16,5 8-9 0,-5-8 10 16,4 7 10-16,-4-7 8 0,0 0 12 0,5 7 17 15,-5-7 3-15,0 0 6 0,0 0 5 0,0 0-3 0,0 0-10 16,0 0-6-16,0 0-9 0,0 0-5 0,0 0-4 15,0 0-13-15,5-24-5 0,-5 16-11 0,0-1-14 16,0 9-17-16,0-17-25 0,2 9-15 16,-2 8-13-16,-2-12-12 0,2 12-21 0,0 0-22 15,2-13-20-15,-2 13-18 0,0 0-13 0,4-9 4 16,-4 9 8-16,0 0-2 0,0 0-1 0,0 0 12 0,0 0 4 16,17 4 12-16,-17-4 12 0,0 0 14 0,19 3 11 15,-10-3 10-15,-9 0 13 0,20 0 17 16,-20 0 23-16,18-1 5 0,-10 0 17 0,-8 1 11 15,13 0 10-15,-13 0 21 0,0 0 18 0,15-1 12 16,-15 1 14-16,5 0 3 0,-5 0 8 0,0 0 2 16,0 0-6-16,9 2-11 0,-9-2-10 0,0 0 2 15,0 0-2-15,0 0 5 0,-13 20-7 0,9-12 1 0,-2 2-11 16,0 0-6-16,-1 0-2 0,1 0-3 0,3 0-5 16,-1-1-5-16,1-1-10 0,3-8 4 15,-5 15-8-15,3-6-2 0,2-2-3 0,0-7 2 16,-2 12-3-16,2-12 2 0,5 11-2 0,-1-8-4 15,-4-3 2-15,10 6-3 0,-4-5 0 0,1 1 1 0,-7-2-4 16,14 0 1-16,-14 0 1 0,12-4-5 0,-5 2-1 16,-7 2 5-16,12-5-5 0,-6 3 0 15,0-2-1-15,-6 4 3 0,10-6-6 0,-3 4 2 16,-7 2-7-16,6-1 2 0,-6 1-1 0,7-5-3 16,-7 5 1-16,0 0-1 0,0 0-1 0,0 0 0 15,9 8 3-15,-9-8 0 0,2 8-1 0,0-2-4 16,-2-6-10-16,3 14-12 0,-3-14-12 0,0 0-20 0,0 15-17 15,0-15-27-15,1 12-24 0,-1-12-32 16,0 10-27-16,0-10-123 0,0 0-336 0,0 0 149 16</inkml:trace>
  <inkml:trace contextRef="#ctx0" brushRef="#br0" timeOffset="-173885.51">28275 4518 72 0,'0'0'165'15,"0"0"-9"-15,0 0-22 0,0 0-8 0,0 0-10 16,0 0-14-16,0 0-6 0,0 0-9 0,0 0-9 16,0 0-14-16,0 0-2 0,0 0-4 0,0 0-6 15,0 0-9-15,0 0-1 0,0 0-3 0,0 29 0 16,1-26-14-16,-1-3 2 0,7 6 6 0,-1-1 6 16,-3-2 0-16,-3-3 1 0,7 8-6 0,-7-8-4 15,4 7-4-15,0-3 6 0,-4-4-2 0,6 6 4 16,-6-6-6-16,3 7-3 0,-3-7-2 0,3 6 2 15,-3-6-2-15,0 8-4 0,0-8-4 0,0 0-24 16,-5 11-28-16,5-11-22 0,0 0-37 0,0 0-28 16,-5 11-36-16,3-9-106 0,2-2-288 0,0 0 128 15</inkml:trace>
  <inkml:trace contextRef="#ctx0" brushRef="#br0" timeOffset="-173613.18">28445 4520 105 0,'0'0'162'16,"5"-2"-7"-16,-5 2-7 0,0 0 0 0,0 0-14 16,0 0-4-16,0 0-6 0,8 7-11 0,-8-7-7 15,0 0-16-15,5 7-9 0,-5-7-5 0,4 5-5 16,-4-5-6-16,7 4-3 0,-2-2-2 0,-5-2 9 16,8 1 1-16,-8-1 5 0,0 0-5 0,15-3 6 15,-15 3 0-15,10-3 9 0,-10 3 2 0,8-4-5 16,-8 4-3-16,3-4-7 0,-3 4-7 0,4-6-5 15,-4 6-7-15,0 0-8 0,0 0-7 0,-9-11-8 16,9 11-15-16,-9-4-9 0,9 4-22 0,-13-1-21 16,13 1-20-16,-13 0-26 0,13 0-21 15,0 0-39-15,-18 0-24 0,13 1-30 0,5-1-167 0,-6 5-393 16,6-5 174-16</inkml:trace>
  <inkml:trace contextRef="#ctx0" brushRef="#br0" timeOffset="-173383.32">28581 4455 123 0,'6'-3'220'0,"-6"3"-5"16,0 0-11-16,6-4-8 0,-6 4-16 16,0 0-14-16,0 0-9 0,0 0-11 0,0 0-13 15,0 0-7-15,0 0-10 0,-18 13-10 0,18-13-12 16,-5 12-7-16,2-3-7 0,-3 0-7 0,5 2-2 0,0 1-2 16,-3 5-7-16,2-2-8 0,2-1-4 15,-1 0-8-15,-1 1 1 0,2-2-7 0,0-1-1 16,0-2 3-16,0 1-12 0,3-1-3 0,-3 0-2 15,2-2-5-15,-2-8-17 0,2 12-22 0,0-5-17 16,-2-7-19-16,0 9-22 0,0-9-26 0,0 0-37 16,0 0-29-16,-2 13-54 0,-2-10-133 0,4-3-388 15,0 0 173-15</inkml:trace>
  <inkml:trace contextRef="#ctx0" brushRef="#br0" timeOffset="-173081.08">28539 4659 35 0,'5'-3'148'0,"1"-3"-16"0,3-2-13 0,1 3-8 16,1-8-6-16,-1 9-7 0,2-2-13 0,-1 0-7 0,5-3-13 16,-6 2-4-16,0 0-6 0,2 1-13 15,-1 0-5-15,-3-3-6 0,3 4-4 0,-6-1-1 16,3-1-3-16,-3 0-9 0,3 0 17 0,-8 7 3 16,8-11 7-16,-6 5 5 0,2 0 14 0,-4 6 12 15,1-9 12-15,-1 9-2 0,0-11 0 0,0 11-5 16,0 0 3-16,-2-8-4 0,2 8 0 0,0 0-5 15,0 0-9-15,0 0-5 0,0 0-4 0,0 0 1 16,0 0 2-16,0 0-3 0,-11 17-1 0,9-6-3 16,1 0 0-16,-2 1-13 0,1 3 4 0,-1 1-9 15,0 0 2-15,2-3-5 0,1 3-2 0,0-1-2 16,-1-3-17-16,1-1-24 0,-1 0-18 0,-1 0-29 16,2-11-28-16,-1 21-47 0,0-14-59 0,-1 1-198 15,2-8-427-15,-7 14 190 0</inkml:trace>
  <inkml:trace contextRef="#ctx0" brushRef="#br0" timeOffset="-172921.13">28835 4498 12 0,'6'-6'19'0,"2"-1"-25"15,-8 7-5-15,12-11 2 0</inkml:trace>
  <inkml:trace contextRef="#ctx0" brushRef="#br0" timeOffset="-167500.16">29643 1746 11 0,'0'0'33'0,"0"0"-12"0,0 0 13 16,0 0-16-16,0 0-3 0,0 0-1 0,0 0-2 15,0 0-3-15,0 0 1 0,0 0 4 0,0 0-13 16,-5-4 4-16,5 4-7 0,0 0 6 0,0 0-9 15,0 0 5-15,0 0 0 0,0 0-4 0,0 0-1 16,0 0 3-16,0 0 4 0,0 0-8 0,0 0 11 16,0 0-8-16,-11 10 1 0,11-10-3 0,-7 3 7 15,7-3-6-15,0 0-3 0,-7 4 3 16,7-4-3-16,-8 3 13 0,8-3-11 0,-5 4 0 16,5-4 7-16,0 0-5 0,-8 5 1 0,8-5-5 15,-4 3 9-15,4-3-11 0,0 0 11 0,0 0-5 16,0 0 1-16,-5 5 1 0,5-5 0 0,0 0-4 15,0 0 6-15,0 0-2 0,-5 6 6 0,5-6-5 16,0 0 3-16,0 0-3 0,0 0 0 0,0 0 1 16,0 0 9-16,0 0-11 0,0 0 2 0,0 0-1 15,-3 6 1-15,3-6 5 0,0 0-9 0,0 0 6 16,0 0 0-16,0 0 0 0,0 0-2 0,0 0-1 16,0 0 7-16,0 0-5 0,2 10 1 0,-2-10-3 15,0 0 3-15,0 0-2 0,0 0 0 0,0 0-1 16,0 0 4-16,0 0-1 0,6 6 6 0,-6-6-4 15,0 0 4-15,0 0 1 0,0 0 1 0,0 0-2 16,0 0 4-16,0 0 3 0,0 0-3 0,0 0 3 16,0 0 1-16,0 0 1 0,0 0 3 15,0 0-3-15,0 0 3 0,0 0-1 0,0 0 9 16,0 0-4-16,0 0 4 0,0 0-12 0,0 0 1 16,0 0-1-16,0 0 2 0,0 0-8 0,0 0 2 15,0 0 5-15,0 0-1 0,0 0-1 0,0 0-9 16,0 0 4-16,0 0-1 0,0 0 0 0,0 0-2 15,0 0-5-15,0 0 7 0,15 1 8 0,-15-1-10 16,0 0 2-16,0 0-3 0,0 0 4 0,0 0 4 16,0 0-4-16,0 0 9 0,0 0 0 0,0 0-6 15,0 0 2-15,0 0-2 0,0 0 0 0,0 0 1 16,0 0 1-16,0 0-8 0,0 0 6 0,0 0 4 16,0 0-4-16,0 0 17 0,0 0-4 0,0 0-1 15,0 0 5-15,0 0-1 0,0 0-4 0,0 0 1 16,0 0-1-16,0 0 13 0,0 0-11 0,0 0 2 15,0 0 3-15,0 0 2 0,0 0-9 0,0 0 0 16,0 0 2-16,0 0-8 0,0 0-2 0,0 0 4 16,0 0-2-16,0 0 0 0,0 0-1 0,0 0-9 15,6-10 3-15,-6 10 6 0,0 0-7 0,0 0 1 16,0 0 4-16,0 0-11 0,0 0 4 16,0 0-5-16,0 0 3 0,0 0 6 0,0 0-9 15,0 0-2-15,0 0-3 0,0 0 4 0,0 0 0 16,0 0 6-16,0 0-8 0,0 0 4 0,0 0 0 15,0 0-6-15,0 0-3 0,0 0 5 0,0 0 1 16,0 0 3-16,0 0-6 0,0 0 3 0,0 0 4 16,0 0-6-16,0 0 4 0,0 0-1 0,0 0-3 15,0 0 3-15,0 0 2 0,0 0-6 0,0 0 5 16,0 0-4-16,0 0 4 0,0 0-1 0,0 0-2 16,0 0 0-16,0 0-3 0,0 0-3 0,0 0 7 15,0 0-5-15,0 0 3 0,9-1 4 0,-9 1-3 16,0 0 0-16,0 0 6 0,0 0-2 0,0 0 4 15,0 0 3-15,0 0-5 0,10 0 1 0,-10 0 3 16,0 0 1-16,9-1-4 0,-9 1 3 0,0 0-5 16,0 0-2-16,9-2 7 0,-9 2-1 15,0 0 0-15,11 0 2 0,-11 0 1 0,0 0-4 0,9-2 2 16,-9 2 5-16,8-1 1 0,-8 1-1 0,10 0 0 16,-10 0-2-16,11-2-4 0,-11 2 4 0,9-1 0 15,-9 1-2-15,10-4-2 0,-10 4 0 16,9 0-2-16,-9 0 2 0,10-3 0 0,-10 3 0 15,0 0 3-15,15-3-5 0,-15 3 3 0,12-4 1 16,-12 4-2-16,12-2-1 0,-7 1 3 0,1-3-5 16,-6 4 4-16,10-2-1 0,-4-1-3 0,-6 3 7 15,13-3-8-15,-8-1 2 0,-5 4 4 0,13-4-3 16,-5 1 0-16,-2 1-3 0,0-1-3 0,2 2 1 16,-8 1 5-16,13-5-4 0,-7 3-1 0,1 0 3 15,-7 2-2-15,16-7 1 0,-9 5 2 0,-1-2-1 16,2 1-5-16,-1 0 6 0,1 1-1 0,-2 0 0 15,2-1 0-15,0 1-2 0,-8 2-1 0,13-3 6 16,-13 3-2-16,12-4 2 0,-12 4-2 0,14-5 4 16,-5 4-3-16,-9 1 0 0,13-7-1 15,-13 7 4-15,12-4-5 0,-12 4 0 0,10-3-1 16,-10 3 0-16,14-4 2 0,-6 1-3 0,-8 3-1 16,14-6 1-16,-7 3 1 0,2-2-4 0,-9 5 3 15,14-5-1-15,-5 4 2 0,-1-5-3 0,1 1 2 16,-9 5 0-16,16-3-2 0,-9 0 0 0,2-2-1 15,-9 5 2-15,15-5 1 0,-7 2 3 16,1-1 3-16,-9 4-1 0,15-4-2 0,-7 0-2 16,-8 4-2-16,15-5 4 0,-5 2-2 0,-3-1 1 15,-7 4 0-15,18-8 1 0,-9 4-5 0,-2 0 2 0,3 0 3 16,1-2-2-16,-2 2-3 0,-9 4 1 0,16-5 1 16,-9 2-3-16,0-4 2 0,-7 7 1 0,14-4-3 15,-7 0 3-15,-7 4 1 0,11-5 8 16,-11 5-9-16,17-9 2 0,-9 9 6 0,-8 0-4 0,16-9 0 15,-8 4-1-15,-2-1 2 0,3-1-1 16,0 2 0-16,0-2-3 0,-1 3 2 0,-2-2-1 16,-6 6-2-16,15-9 0 0,-9 4 4 0,0 2-3 15,4-2-1-15,-2-1 8 0,-8 6-6 0,15-7 1 16,-5 2-7-16,-2 0 7 0,-2 2 0 0,3-4-6 16,2 2 3-16,-4 1 4 0,2-1-4 0,0 0-3 15,0 0 7-15,-1 0-1 0,-2 0-2 0,4 0-1 16,-1-1-2-16,2 0 4 0,0 0-5 0,-2 1-1 15,0 0-1-15,1-1 2 0,-1 0 20 0,-1 1 0 16,1 1-4-16,-9 4-2 0,15-9-2 16,-7 3 1-16,0 2 5 0,0-2-5 0,0 3 1 15,0-2-3-15,1-1-3 0,1 1 5 0,-1-2-7 16,-1 3 3-16,2-1-2 0,-4 0-1 0,2-3 3 16,-2 3 2-16,3-2 2 0,-1 3-3 0,1-2-1 15,-2 0-2-15,2-1-8 0,0 2 4 0,2-1-5 16,-3 0 11-16,1 1-5 0,2-1 3 0,-1 0-12 15,-3 1 8-15,1-3-2 0,0 3 2 0,2-1-6 16,-2 1 9-16,-2 0 4 0,3-1-12 0,-1 1 4 16,-8 5 5-16,11-9 3 0,-3 2-2 0,1 1-8 15,-4 0 1-15,3 0 2 0,-1 0 9 0,-7 6-4 16,14-11 6-16,-6 5-8 0,-2 0 2 16,0-1-8-16,-6 7 5 0,11-8-5 0,-3 0 9 15,-3 4-1-15,-5 4 2 0,11-12 2 0,-3 5-5 16,-8 7-2-16,11-16 7 0,-3 11-5 0,0-3 5 15,-8 8-3-15,11-11 3 0,-3 6-1 0,-8 5-1 16,0 0-1-16,0 0-3 0,0 0 7 0,31-32 3 16,-31 32-4-16,0 0-5 0,0 0 3 0,24-28-7 15,-24 28 3-15,15-17 3 0,-15 17-6 0,0 0 8 16,25-23-4-16,-25 23-2 0,0 0 1 0,17-22-2 16,-17 22 0-16,0 0-3 0,18-20 5 0,-18 20 2 15,0 0 2-15,17-21 0 0,-17 21 1 16,0 0-9-16,0 0 10 0,19-22-4 0,-19 22 3 15,0 0 3-15,0 0-1 0,23-24-8 0,-23 24 1 16,0 0-3-16,15-18 5 0,-15 18 0 0,0 0 2 16,0 0-9-16,17-22 6 0,-17 22 0 0,0 0-10 15,0 0 5-15,21-24 3 0,-21 24 9 0,0 0-7 16,0 0-2-16,21-18 1 0,-21 18-4 0,0 0 1 16,16-19 3-16,-16 19-1 0,0 0-6 0,0 0 2 15,21-22 4-15,-21 22 2 0,0 0-5 0,0 0-1 16,21-24-1-16,-21 24 12 0,0 0-9 0,0 0 1 15,19-21-1-15,-19 21 5 0,0 0 0 0,0 0-4 16,18-26-8-16,-18 26 7 0,0 0-2 0,0 0 1 16,18-19-3-16,-18 19 3 0,0 0 3 15,0 0-4-15,19-20 1 0,-19 20 2 0,0 0-4 16,0 0 4-16,23-25-1 0,-23 25 1 0,0 0 10 16,15-18-4-16,-15 18-3 0,0 0-3 0,0 0 0 15,22-24 2-15,-22 24-1 0,0 0-2 0,15-18-1 16,-15 18 4-16,0 0 3 0,0 0-8 0,25-25 3 15,-25 25 7-15,0 0-4 0,16-16-1 0,-16 16 0 16,0 0 3-16,19-22-13 0,-19 22 3 0,0 0 13 16,17-19-10-16,-17 19-1 0,0 0-7 0,0 0 13 15,17-21-13-15,-17 21 10 0,0 0 5 0,0 0-13 16,19-22 3-16,-19 22-7 0,0 0 11 16,0 0-2-16,0 0-2 0,20-21-3 0,-20 21 2 15,0 0-3-15,0 0 5 0,0 0 1 0,17-21-4 16,-17 21-4-16,0 0 9 0,0 0-19 0,0 0 16 15,0 0-1-15,19-22 7 0,-19 22-6 0,0 0 9 16,0 0-5-16,0 0 0 0,0 0 0 0,0 0 5 16,0 0-4-16,17-19 1 0,-17 19-3 0,0 0 4 15,0 0-4-15,0 0 5 0,0 0-6 0,0 0 7 16,0 0-3-16,0 0-21 0,0 0 15 0,0 0 3 16,0 0 2-16,0 0 4 0,18-20 2 0,-18 20-6 15,0 0-3-15,0 0-1 0,0 0 1 0,0 0-1 16,0 0-4-16,0 0 6 0,0 0-2 0,0 0 1 15,0 0 7-15,0 0-2 0,0 0-7 0,0 0 10 16,0 0-7-16,0 0 2 0,0 0-6 0,0 0 3 16,0 0-4-16,0 0 5 0,0 0-4 15,0 0 9-15,0 0-7 0,0 0 3 0,0 0-4 16,0 0 7-16,0 0-3 0,0 0-4 0,0 0 1 0,0 0 3 16,0 0 0-16,0 0 1 0,0 0-2 15,0 0-4-15,0 0 0 0,0 0 3 0,0 0 11 16,0 0-5-16,0 0-7 0,0 0 7 0,0 0-5 15,0 0 2-15,0 0-5 0,0 0 4 0,20-18 0 16,-20 18-1-16,0 0-1 0,0 0 2 0,0 0-1 16,0 0-6-16,0 0 2 0,0 0-10 0,0 0 12 15,0 0-4-15,0 0 3 0,0 0 2 0,0 0-4 16,0 0 1-16,0 0-7 0,0 0 5 0,0 0-1 16,0 0 4-16,0 0 1 0,0 0-6 0,0 0 4 15,0 0 11-15,0 0-14 0,0 0 11 16,0 0-12-16,0 0-7 0,0 0 20 0,0 0-11 15,0 0 4-15,0 0 12 0,0 0-3 0,0 0-24 16,0 0 13-16,0 0 1 0,0 0-2 0,0 0-2 16,0 0 2-16,0 0 5 0,0 0-2 0,0 0-3 15,0 0-1-15,0 0-1 0,0 0 2 0,0 0 3 16,0 0-1-16,0 0 1 0,0 0-3 0,0 0 3 16,0 0-2-16,0 0-2 0,0 0 0 0,0 0 2 15,0 0-1-15,0 0 3 0,0 0 3 0,0 0-3 16,0 0 2-16,0 0-5 0,0 0 0 0,0 0 3 15,0 0-9-15,0 0-9 0,0 0-33 0,0 0-21 16,0 0-29-16,0 0-30 0,0 0-52 16,0 0-34-16,0 0-41 0,0 0-32 0,0 0-58 15,0 0-244-15,0 0-637 0,0 0 282 0</inkml:trace>
  <inkml:trace contextRef="#ctx0" brushRef="#br0" timeOffset="-164249.4">30350 2239 3 0,'7'-11'172'0,"-5"6"-10"0,-2 5-7 16,1-12-7-16,-1 12 19 0,-1-8-17 0,1 8-4 15,0-9-1-15,0 9-8 0,0-9-9 0,0 9-11 16,0 0-10-16,-6-8-16 0,6 8-10 0,-13-3-8 16,4 3-8-16,-5 3-6 0,-1 2-11 0,-3 0-2 15,-1 2-4-15,-1 0-5 0,0 1-5 0,2-1-2 16,0 1-3-16,7-2-5 0,-5 4-2 0,4 1-3 16,4-3 4-16,-1-2-14 0,7 2 8 0,-2 0-6 15,1 2-3-15,7-3 1 0,-4-7-7 0,4 14 10 16,3-7-1-16,2-3-2 0,4 1 0 0,1-2-1 15,4 1 0-15,3-1 5 0,-2-2-5 0,1-2-1 16,1 2 1-16,-1-1-3 0,-3-2 3 0,-3 1-4 16,-3 0 1-16,0-1 1 0,1-2 0 0,-5 4-1 15,-1-2 3-15,-6 2-1 0,8-3-2 0,-8 3 3 16,0 0 1-16,8-3 2 0,-8 3 3 0,0 0-6 16,0 0 2-16,0 0-7 0,0 0 1 0,0 0-1 15,0 0 1-15,0 0 1 0,-30 14 0 16,15-8-4-16,-1 2 7 0,2 0-3 0,0 2-1 15,0 0 4-15,5-2-3 0,1 1 4 0,-1 2-3 16,2-3 2-16,2 3-3 0,0-2 2 0,2 1-1 16,2-1 2-16,2-1-3 0,0 1 1 0,2-1 0 0,2 0-9 15,1 1-15-15,2-4-15 0,2 3-13 0,2-4-25 16,2-1-23-16,-1-1-17 0,1 1-28 16,-2-2-10-16,6-1-13 0,-1-1-7 0,1-1 10 15,-5 0 12-15,-2-2 17 0,-1-1 10 0,-1 2 22 16,-1-3 18-16,3 1 18 0,0-2 20 0,-4 0 11 15,2-1 21-15,-2 0 13 0,0 1 30 0,-1-2 8 16,-1-1 11-16,1 1 10 0,0 1 18 0,0-1-4 16,-6 9 12-16,7-10 1 0,-7 10 1 0,4-9-8 15,-4 9-8-15,0 0-7 0,8-7-3 0,-8 7-11 16,0 0-10-16,0 0-4 0,0 0-3 0,0 0-4 16,0 0 12-16,0 0 5 0,5 26-1 0,-5-19-4 15,0 0-2-15,1-1-2 0,-1 2-5 0,0-8-1 16,-1 13 0-16,2-7-4 0,-1-6 4 0,3 9 3 15,-3-9 24-15,1 7 19 0,-1-7 10 0,0 0 16 16,0 0 12-16,0 0 0 0,1 6-2 0,-1-6-13 16,0 0-13-16,0 0-6 0,0 0-9 15,0 0-6-15,3-28-5 0,-1 23-8 0,2-4-10 16,2-1-3-16,-2 0-14 0,1 0 6 0,1 0-4 16,1 2-7-16,3-2-7 0,-2 4-7 0,0-1 7 15,-2 0-10-15,3 4-5 0,-3 2-5 0,2-1-1 16,-8 2-3-16,17 3-2 0,-8 3 5 0,-3-3-3 15,2 4 3-15,-1 0-7 0,1 3-9 0,-3 2-14 16,-2 0-16-16,3 2-23 0,-4-4-19 0,0 2-20 16,-3 0-22-16,1-12-39 0,1 19-44 0,0-10-46 15,-1-9-154-15,-1 12-455 0,1-12 202 0</inkml:trace>
  <inkml:trace contextRef="#ctx0" brushRef="#br0" timeOffset="-163625.22">30827 2268 22 0,'0'-17'198'0,"1"6"-8"0,-2 1-4 0,1-1 4 15,0 11-9-15,0 0-17 0,0-17-18 0,0 17-17 16,0 0-20-16,0 0-14 0,0 0-8 0,0 0-7 16,0 0-5-16,0 0-4 0,0 0-3 15,5 40-6-15,-4-22-1 0,-1 1-2 0,0 0-4 16,0-1-8-16,3-3-3 0,-3 1-7 0,3 1-2 15,-3-7-1-15,1-3-1 0,-1-7-3 0,1 17-3 16,-1-17-3-16,0 10 1 0,0-10-6 0,0 0 3 16,0 11 1-16,0-11-2 0,0 0 3 0,0 0 0 15,0 0-6-15,0 0 2 0,0 0-2 0,0 0-6 16,0 0 3-16,0 0-3 0,0 0 0 0,0 0-3 16,0 0-7-16,0 0 1 0,22-21-1 0,-15 14-3 15,4 5 3-15,0 0-2 0,-11 2-2 0,23-3-2 16,-11 4 4-16,0-1 0 0,0 2-2 0,1 0 4 15,-1 0-3-15,5-1 1 0,1 1 0 0,-5 2-1 16,1-2-2-16,4 1-3 0,-4-1 6 0,0 0 2 16,4 1 0-16,-5-3-2 0,0 0 0 0,4 0 5 15,-4-2-9-15,-13 2 8 0,23-3-2 16,-10 0-4-16,-3-1 6 0,1 0 1 0,0-2 4 16,-5 2 0-16,-6 4-1 0,14-12 12 0,-6 6 0 15,-3 2 1-15,-5 4-2 0,8-10-10 0,-8 10 13 16,5-13 0-16,-5 13-17 0,5-9 10 0,-5 9 0 15,0 0-3-15,-4-14-2 0,4 14-4 0,0 0-1 16,0 0 0-16,-14-2-4 0,14 2 0 0,0 0 3 16,-27 10-3-16,21-5 0 0,-2 1 3 0,-2-2-7 15,1 3 3-15,1-4 0 0,8-3-2 0,-11 8 1 16,7-3-4-16,4-5-1 0,-7 8 5 0,7-8-3 16,0 0 2-16,-3 11 0 0,3-11-6 0,0 0 8 15,0 0 0-15,0 0 1 0,0 0-1 0,0 0 3 16,14 8-1-16,-14-8-5 0,0 0 3 0,11 2-2 15,-11-2 0-15,0 0 1 0,8 3 3 0,-8-3-12 16,0 0-9-16,11 4-14 0,-4 1-17 0,-7-5-27 16,11 5-33-16,-11-5-48 0,11 7-50 0,-5-3-187 15,-6-4-427-15,0 0 189 0</inkml:trace>
  <inkml:trace contextRef="#ctx0" brushRef="#br0" timeOffset="-163404.81">31385 2388 84 0,'4'-5'208'0,"-4"5"-3"0,8-16-11 0,-2 8-15 15,1 0-10-15,-2-1-7 0,-1 3-9 0,-4 6-7 16,11-9-14-16,-5 6-26 0,-6 3-6 0,13-7-7 16,-13 7-12-16,14 0-9 0,-14 0-5 0,16 7-16 15,-11-2 6-15,5 0-10 0,-2-1 0 0,-2 4-7 16,2-2-23-16,-1 2-17 0,0 2-30 0,-2-2-35 15,-1-1-34-15,0 2-51 0,-4-9-55 16,5 9-106-16,-5-9-336 0,7 7 149 0</inkml:trace>
  <inkml:trace contextRef="#ctx0" brushRef="#br0" timeOffset="-163027.45">31727 2259 25 0,'-3'-12'192'0,"3"12"3"16,-4-7-16-16,4 7-14 0,-2-6-13 0,2 6-17 16,0 0-15-16,0 0-15 0,0 0-6 0,0 0-2 15,-21 17 7-15,16-6-11 0,-1 0 5 0,-1 0-8 16,0 5-9-16,2-2-11 0,2 2-1 0,-1-3-11 16,4-3-6-16,0 1-4 0,1-2 0 0,3 2-2 15,0-3-12-15,5 0 2 0,-1-2 0 0,1-2-8 16,1-3 0-16,3 2 0 0,3-2-3 15,2-1-6-15,0-2-1 0,-1 0 0 0,-1-1 1 16,-4 0 1-16,1-2-3 0,-2-1-4 0,-1 1-1 16,-2-1 1-16,1 1 4 0,-1-2-2 0,-5-4-7 15,3 2 0-15,-1 1-2 0,1-2 0 0,-3 3 3 16,-3 7-2-16,3-16-3 0,-1 8 9 0,-1 3-4 16,-1 5-3-16,1-10-1 0,-1 10-6 0,0 0 1 15,0 0-2-15,0 0 2 0,-17 14 0 0,7-4 3 16,-1 2-3-16,0 3-7 0,0 0-22 0,1 1-24 15,4-2-24-15,1-5-42 0,-2 2-41 0,5 0-40 16,-1-1-160-16,3-10-388 0,-5 14 173 16</inkml:trace>
  <inkml:trace contextRef="#ctx0" brushRef="#br0" timeOffset="-162367.36">32027 2400 73 0,'10'-4'214'0,"-10"4"-10"0,0 0-11 0,0 0-10 16,0 0-11-16,0 0-9 0,0 0-5 0,0 0-4 15,2-9-7-15,-2 9-1 0,0 0-5 0,0 0-3 16,0 0-10-16,0 0-9 0,0 0-8 0,0 0-12 16,-6-18-7-16,6 18-5 0,0 0 6 0,0 0-6 15,2-14-11-15,-2 14-8 0,4-9-9 0,-4 9-4 16,5-13-11-16,-5 13 1 0,11-10-6 15,-11 10-9-15,13-9-6 0,-4 4-2 0,-9 5-3 16,15-5-3-16,-15 5-7 0,17-3 1 0,-17 3 4 16,16 5-8-16,-16-5 1 0,17 6 0 0,-17-6 2 15,15 11-4-15,-8-3-1 0,-7-8-3 0,11 12 2 16,-6-3 2-16,-1-4-5 0,-4-5-5 0,9 9-4 16,-9-9-2-16,4 7 3 0,-4-7 0 0,0 0-6 15,6 6 5-15,-6-6 6 0,0 0 2 0,0 0-1 16,0 0-1-16,0 0 1 0,8 4-1 0,-8-4-5 15,0 0 4-15,0 0-4 0,0 0-3 0,0 0 4 16,0 0-2-16,8-26-9 0,-8 26 0 0,5-12-2 16,-5 12 5-16,11-14 1 0,-4 9-5 0,-1-4 5 15,1 1-1-15,3 1-1 0,-4 0-1 16,0 4 3-16,-6 3 0 0,12-5-1 0,-3-1 2 16,-9 6 0-16,10 0-1 0,-10 0 3 0,0 0-1 15,18 6 2-15,-18-6 0 0,13 5 3 0,-5-2 2 0,-8-3 0 16,17 5 2-16,-5 0 4 0,2-1-3 0,-1-3 1 15,5 0 2-15,0-1 1 0,1 3-1 16,0-6 7-16,-3-1 3 0,0 3 3 0,-5-3 3 0,7 0 2 16,-5 1 2-16,-4 0 5 0,4-1-2 15,-4-1-1-15,-2 0 0 0,2 0 4 0,-1-3-1 16,-3 0-4-16,0 0-2 0,-1 1 5 0,-4 7-4 16,5-12-7-16,-5 12 5 0,1-13 23 0,-1 13-7 15,3-10-5-15,-3 10 1 0,0 0-4 0,0 0-6 16,0 0-4-16,0 0-1 0,-12-9 0 0,12 9-3 15,0 0-4-15,-29 15-11 0,20-9-15 0,1 2-10 16,-2-2-19-16,4 0-26 0,3 4-19 0,1-2-21 16,-1 1-17-16,3-9-24 0,0 0-26 0,4 25-30 15,0-19-28-15,1 2-162 0,0-3-430 0,3-1 190 16</inkml:trace>
  <inkml:trace contextRef="#ctx0" brushRef="#br0" timeOffset="-162167.15">32694 2319 154 0,'0'0'151'15,"0"0"8"-15,0 0-1 0,26-27 1 0,-26 27 3 16,0 0-13-16,14-26 5 0,-14 26-9 0,0 0 1 16,14-27-9-16,-14 27-1 0,0 0-1 0,0 0-10 15,16-24-16-15,-16 24-9 0,0 0-12 0,0 0-12 16,0 0-8-16,0 0-9 0,0 0-5 0,0 0-5 16,0 0-3-16,0 0-5 0,34-4-18 0,-34 4 11 15,0 0-13-15,0 0-16 0,0 0-30 16,0 0-28-16,29 38-33 0,-29-38-42 0,0 0-35 15,17 19-61-15,-17-19-137 0,0 0-391 0,0 0 173 16</inkml:trace>
  <inkml:trace contextRef="#ctx0" brushRef="#br0" timeOffset="-161943.66">33019 2121 146 0,'0'0'251'0,"0"0"-7"0,0 0-5 15,0 0-13-15,0 0-29 0,6-46-20 0,-6 46-19 16,0 0-18-16,0 0-17 0,0 0 0 16,0 0 8-16,0 0 1 0,0 0-6 0,0 0-5 15,0 0-3-15,0 0-11 0,-5 105-9 0,5-105-10 16,1 39-7-16,-1-39-10 0,4 40-15 0,-4-40-30 0,6 33-29 16,-6-33-46-16,8 31-44 0,-8-31-43 15,0 0-61-15,0 0-65 0,9 26-145 0,-9-26-440 0,0 0 195 16</inkml:trace>
  <inkml:trace contextRef="#ctx0" brushRef="#br0" timeOffset="-161814.5">33099 2226 21 0,'0'0'-4'16,"0"0"-4"-16,0 0 2 0</inkml:trace>
  <inkml:trace contextRef="#ctx0" brushRef="#br0" timeOffset="-161017.22">31538 2914 2 0,'-7'7'180'0,"1"0"-7"0,6-7-5 16,-12 9 10-16,7-5 2 0,5-4 1 0,-9 6-10 15,9-6-7-15,0 0-10 0,-11 6-9 0,11-6-3 16,0 0-4-16,-8 2-18 0,8-2-4 16,0 0-2-16,0 0-4 0,0 0-5 0,-14-8-8 0,14 8-10 15,-5-9-11-15,5 9-3 0,-6-10-6 16,6 10-4-16,-4-16-7 0,1 6-3 0,2 1-3 15,1-5-9-15,2 3-4 0,-2-1-1 0,4-1-2 16,0 2-8-16,5-4 1 0,-1 4-3 0,1 3-6 16,5-3-1-16,-4 4-5 0,8 2-4 0,-5 3 1 15,6-1-6-15,-4 3 2 0,-2 1 0 0,-2 3 9 16,0-1-12-16,0 1 4 0,-1 2-5 0,-2 1 0 16,2-1 1-16,-2 0-1 0,-2 2 1 0,-1-2-1 15,1 0 2-15,-6-6-5 0,10 11 0 0,-7-8 1 16,-3-3 2-16,8 8-3 0,-8-8-6 0,5 8-2 15,-5-8-4-15,0 0-6 0,0 0 3 0,8 5 6 16,-8-5-2-16,0 0-1 0,0 0-10 0,0 0-6 16,0 0-1-16,0 0 1 0,0 0-9 0,11-15 5 15,-11 15-4-15,3-8-10 0,0 1 3 0,-1 2-1 16,3-1 3-16,2-1 1 0,-2 0 2 0,-2 4 8 16,3-2-6-16,-3 1 6 0,-3 4-2 15,10-6 7-15,-10 6-6 0,7-2 6 0,-7 2 1 16,9 0 3-16,-9 0 5 0,0 0 2 0,10 4 2 15,-5-1-1-15,-5-3-1 0,11 3 8 0,-11-3-1 16,9 4 2-16,-9-4 6 0,6 4-5 0,-6-4 1 16,11 2 5-16,-11-2-4 0,11 3 3 0,-5-3-5 15,-6 0 5-15,13-1-3 0,-13 1 3 0,14-3 4 16,-6 1-1-16,-2 0-4 0,3-1 1 0,-1 2-1 16,-3-2 3-16,1-1-1 0,0 0 2 0,-6 4-5 15,0 0 3-15,13-8 6 0,-13 8-7 0,0 0-4 16,9-4 5-16,-9 4-6 0,0 0-2 0,0 0 0 15,0 0-2-15,0 0 3 0,0 0 3 0,0 0-3 16,13 9 0-16,-13-9 1 0,2 10 6 0,-2-10-2 16,0 0 3-16,7 9 3 0,-7-9-2 0,4 4 4 15,-4-4 10-15,0 0 1 0,9 4 4 16,-9-4 1-16,0 0 2 0,0 0-2 0,0 0-1 16,18-10 5-16,-18 10 1 0,6-10-6 0,-6 10 1 15,6-9-3-15,-6 9-2 0,5-12-3 0,-5 12 1 16,0-11-10-16,0 11-15 0,0-13-19 0,0 13-14 15,-6-13-10-15,6 13-25 0,-5-12-24 0,5 12-18 16,-6-10-33-16,6 10-20 0,-6-5-22 0,6 5-104 16,0 0-324-16,0 0 144 0</inkml:trace>
  <inkml:trace contextRef="#ctx0" brushRef="#br0" timeOffset="-160453.28">32274 2719 102 0,'0'0'210'0,"6"-4"-7"16,-6 4-12-16,0 0-5 0,0 0 1 0,0 0-19 16,0 0-18-16,-23-13-10 0,12 12-18 0,11 1-13 15,-21 2-11-15,11 2-7 0,-2-1-14 0,2 4-5 16,0-3-5-16,0 4-13 0,1-4-1 0,1 2-5 0,2 2-9 16,0 1-5-16,6-9-1 0,-3 14-1 15,3-14-4-15,0 12-4 0,0-12 6 0,6 13-7 16,-6-13-4-16,9 8-4 0,-2-5 5 0,-7-3-2 15,17 4-2-15,-5-3 2 0,2-2-3 0,-1-2-2 16,1 0 1-16,-1 1-2 0,-2-3 0 0,0 0 1 16,0 0-2-16,-2-2-2 0,0-2-1 0,-3 1 2 15,2 1-1-15,-3-3-4 0,0-2 2 0,0 2-1 16,0-1 2-16,0 0-4 0,-3-6 4 0,0 2-3 16,-1 1 4-16,-1 3-2 0,0-6-3 0,-1 6 11 15,1 11 8-15,1-16 0 0,-1 16-8 16,2-10-1-16,-2 10-6 0,0 0-3 0,1-10-7 15,-1 10 2-15,0 0-3 0,0 0 2 0,0 0 2 16,0 0 1-16,4 33-3 0,-4-23-2 0,1 1 3 16,0 2 1-16,1-1-1 0,1 0-1 0,4 4 2 15,-3-4 6-15,5-2-4 0,-2-1 3 0,5-1 3 16,4 1-2-16,4-2 5 0,1-3-2 0,6 2 6 16,-1-2-3-16,2-4-4 0,-6-1-2 0,0 1 24 15,-2-3-7-15,-2-1 3 0,-18 4-1 0,0 0 0 16,0 0-5-16,48-17-1 0,-48 17-2 0,0 0-2 15,25-18-6-15,-25 18 9 0,0 0-8 0,0 0-3 16,15-26-1-16,-15 26 3 0,1-13-7 16,-1 9 3-16,0 4-6 0,0 0-3 0,0 0 2 0,0 0-4 15,0 0-1-15,-20-4-4 0,20 4 4 0,-20 11-12 16,12-4-9-16,2 0-18 0,0 2-19 0,6-9-23 16,-12 13-29-16,9-4-40 0,3-9-44 0,-8 10-234 15,8-10-470-15,-8 10 208 0</inkml:trace>
  <inkml:trace contextRef="#ctx0" brushRef="#br0" timeOffset="-159351.53">27782 2348 121 0,'0'0'119'0,"0"0"7"0,0 0-10 16,0 0-2-16,0 0-6 0,0 0 3 15,35 9-9-15,-14-6-4 0,8-1-3 0,5-2 0 16,4 0-7-16,14 3 1 0,2-6-7 0,-14 1-7 15,14-1-2-15,-2 5-10 0,-1-2-5 0,-13-2-1 16,-2 2-6-16,3-2-3 0,-1 2-3 0,-2 2-12 16,-1 0 2-16,-3-1 1 0,-5 1-9 0,-4-2 2 15,-3 0-4-15,-3 0-6 0,2 0 0 0,-8 2-3 16,-11-2 0-16,18 0 2 0,-18 0-4 0,11 0 3 16,-11 0 1-16,0 0 3 0,11-2 3 0,-11 2-5 15,0 0 7-15,10 0 0 0,-10 0 1 0,0 0 0 16,0 0-1-16,4 5 2 0,-4-5-5 0,0 0-1 15,0 0-1-15,-20 14-5 0,9-6 30 0,0 0-7 16,-3 3-6-16,0 2 2 0,-2-1-5 0,2 1-5 16,0 0 0-16,2 1-13 0,-2 0-25 0,2-2-19 15,-1 2-22-15,2-3-30 0,2 3-22 0,1-5-31 16,2 0-51-16,1-1-178 0,0-1-396 16,5-7 176-16</inkml:trace>
  <inkml:trace contextRef="#ctx0" brushRef="#br0" timeOffset="-159153.13">28680 2334 191 0,'-13'-17'256'0,"-3"-2"-2"0,-1 0-26 0,0 6-4 16,-3-4-14-16,-2 2-9 0,4 4-16 0,2 2-20 15,0-1-13-15,3 4-18 0,3 0-12 0,3 2-11 16,1 0-24-16,1 1-30 0,5 3-35 0,-10-6-36 15,10 6-41-15,0 0-51 0,-6-9-57 0,6 9-55 16,0 0-123-16,0 0-369 0,14-15 164 0</inkml:trace>
  <inkml:trace contextRef="#ctx0" brushRef="#br0" timeOffset="-158645.44">26207 1730 194 0,'-2'-7'232'0,"2"7"-20"0,0 0-15 0,0 0-19 15,0 0-25-15,0 0-17 0,0 0-17 0,0 0-8 16,0 0-11-16,0 0-8 0,0 0 0 0,9 35 5 16,-7-16-6-16,0 5-6 0,0-5-11 0,4 10-2 15,-6-4-10-15,4 0-2 0,0 3-4 0,-1-4-12 16,-1-4-19-16,0-3-18 0,0 1-16 0,-2-7-13 15,0 2-18-15,2-1-30 0,-2-12-23 0,2 20-45 16,-2-20-32-16,-2 10-15 0,2-10-109 0,0 0-318 16,0 0 141-16</inkml:trace>
  <inkml:trace contextRef="#ctx0" brushRef="#br0" timeOffset="-157924.32">26194 1832 22 0,'2'-12'152'0,"1"3"-17"15,-3 9-1-15,4-17-15 0,0 14 0 0,-1-4-9 16,5 1-1-16,2 2 0 0,1 0-1 0,-3 3-8 16,6 2 4-16,-1 3-4 0,4 5-9 15,0 2-7-15,1 6-4 0,-5-1-5 0,0 6-9 16,-3 2-3-16,-3 1-9 0,-7 1 1 0,2-1-6 16,-6 1-4-16,-1-1-9 0,-3-8 5 0,0 1-5 15,-3-1-6-15,0-2-2 0,-3-3-8 0,1 1-4 16,-3-3-12-16,-1-2-3 0,0-3-5 0,2 1 5 15,1 0 1-15,1-6 0 0,2 3 2 0,-1-3-2 16,12 0 3-16,-13 0-3 0,13 0-6 0,-9-3 1 16,9 3 2-16,-5-6-3 0,5 6 2 0,0 0-6 15,0 0 7-15,0 0-4 0,23-14 2 0,-7 12 2 16,2-3 1-16,0-1 9 0,2 3-3 0,9-3-1 16,-2 2 2-16,4-3 3 0,-10 4-7 0,8-2 7 15,-2 1 0-15,2-1-6 0,-4-3 3 0,-5 4 4 16,-2-4-4-16,0 0 8 0,-4-1-1 0,1 1 4 15,-3 2 4-15,-1-2 1 0,-3-1-6 16,2 1 2-16,-5-3-2 0,3 2 2 0,-6-3-4 16,1 2 4-16,-3-3-11 0,0 2 7 0,-3-1-5 15,-1 1-2-15,-3 2 2 0,-4-5-7 0,4 7 3 0,-4-2-4 16,1 5 1-16,2 1-2 0,8 3-2 0,-23-2-1 16,12 6 1-16,0 3-3 0,-3 4 3 15,-5 7 0-15,0 1 2 0,9-3-2 0,-2 0 4 0,3 2 0 16,5-2-5-16,4 0 3 0,0 0 1 15,4 0-1-15,2-5 5 0,6 2-7 0,-3-5 4 16,4 0 1-16,5 0 2 0,0-3-3 0,5-3 4 16,-1 0 2-16,8-3-7 0,-8-1-6 0,4-3-5 15,-1-4-7-15,-6 1-3 0,-2 0 4 0,-1 0-1 16,-3-4 3-16,-1 2-2 0,-5-1 6 0,1 2-5 16,2-9 2-16,-3 4 1 0,-1-2-1 0,-4-1 4 15,3 1 7-15,-3 0-6 0,-2 0 10 0,0-3 1 16,-2 1 6-16,1 0 6 0,-5 0-6 0,6 7 5 15,-4-2 25-15,4 4 11 0,-3-1 3 16,3 10 0-16,-4-11-10 0,4 11-10 0,0 0-1 16,-2-10-15-16,2 10 0 0,0 0 1 0,0 0-6 15,0 0-1-15,-5 31 2 0,3-14-3 0,-1 7 0 0,3 2 2 16,2 0-2-16,-2-7 0 0,0 7 3 0,0-1-3 16,-2-5 1-16,5 3-6 0,-3-4-15 0,2-3-20 15,3 1-19-15,-5-1-22 0,4-6-26 16,-2 3-28-16,-2-13-43 0,3 18-56 0,-3-13-158 15,0-5-412-15,0 0 183 0</inkml:trace>
  <inkml:trace contextRef="#ctx0" brushRef="#br0" timeOffset="-157729.96">26785 1860 28 0,'0'0'146'0,"11"-1"-5"0,-11 1-2 15,11 7 2-15,-11-7-16 0,11 9-5 0,-4-1-7 16,-3 1-12-16,0 1-4 0,-1 1-10 0,-3-1-12 16,0 2 1-16,-3-1-8 0,-1 0-18 0,0 0-18 15,-1-1-22-15,-1-1-43 0,-2-1-47 16,2-1-51-16,0-2-87 0,6-5-236 0,-17 6 105 16</inkml:trace>
  <inkml:trace contextRef="#ctx0" brushRef="#br0" timeOffset="-157345.18">26859 1749 95 0,'4'-7'189'0,"-4"7"-20"16,0 0-13-16,0 0-22 0,0 0-2 0,0 0-3 16,0 0 10-16,0 0-4 0,12 28-3 0,-10-9-11 15,0-2-9-15,-4 2-8 0,2 7-8 0,2-7-13 16,-4-2-6-16,4 0-5 0,-2-5-10 0,2 0-10 15,0-1 0-15,-2-1-6 0,0-10-4 16,7 10-2-16,-3-4-5 0,-4-6-1 0,12 9-2 16,-3-8-1-16,-9-1-4 0,23-2-3 0,-12-1 3 15,1-3-6-15,3-3-6 0,-3 1 7 0,-2 1-13 16,3-6 8-16,-4 1-1 0,3-2-2 0,-4-2-1 16,-1 0-1-16,3 0-4 0,-6 7 3 0,2-5 2 15,-1 3 4-15,-3 2-3 0,0-1 8 0,-2 10-1 16,-2-13 6-16,2 13-2 0,0 0 2 0,-2-15-4 15,2 15-4-15,0 0-3 0,0 0-4 0,0 0-4 16,0 0 1-16,-25 28-6 0,18-13-1 0,-3 0 5 16,4 1-2-16,0-1 0 0,1 1 0 0,3-5-7 15,0 2-12-15,2 2-14 0,2-4-20 0,0-1-17 16,-2-10-24-16,9 18-38 0,-3-14-51 0,4 2-233 16,-10-6-446-16,13 4 197 0</inkml:trace>
  <inkml:trace contextRef="#ctx0" brushRef="#br0" timeOffset="-157131.83">27214 1694 162 0,'0'0'227'0,"-4"-15"-18"0,4 15-17 16,0 0-23-16,0 0-20 0,0 0-1 0,0 0 8 15,0 0 11-15,0 0-5 0,2 38-12 0,0-19-14 16,-2 0-7-16,0 0-13 0,0 5-11 0,0-6-13 15,0 2-5-15,0 5-5 0,0-11-17 0,4 2-29 16,-4-3-22-16,2-1-33 0,1 0-32 0,-3-12-45 16,4 18-42-16,0-12-70 0,-4-6-166 0,0 0-405 15,0 0 180-15</inkml:trace>
  <inkml:trace contextRef="#ctx0" brushRef="#br0" timeOffset="-156891.37">27175 1848 119 0,'10'-4'159'0,"1"2"13"0,1-1-6 16,2 0-7-16,0 1-6 0,4-2-9 0,-3 1-6 15,-1-3-5-15,-1 5-5 0,5-3-11 16,-5 1-9-16,-1 3-5 0,-3-2-4 0,2 1-9 16,-3 1-2-16,-8 0-12 0,13 1-2 0,-7 1-3 15,-1 5 0-15,-5-7-6 0,11 9-4 0,-9-2 4 16,1 1-9-16,-3-8-11 0,4 18 8 0,-2-9-7 15,-4 1-12-15,2-10-20 0,0 21-35 0,-2-12-26 16,2-9-40-16,-4 19-48 0,3-12-57 0,-3-1-196 16,4-6-420-16,0 0 186 0</inkml:trace>
  <inkml:trace contextRef="#ctx0" brushRef="#br0" timeOffset="-156258.8">27553 1770 114 0,'2'13'163'0,"-2"-4"-7"0,0-9-3 15,-2 18-2-15,2-8 1 0,0 0-18 16,0-10-10-16,-2 19-10 0,2-19-11 0,2 16-12 16,0-11-9-16,-2-5-7 0,7 15-4 0,-5-11-13 15,-2-4-3-15,13 7-2 0,-3-2-2 0,-2-3-6 16,-8-2-6-16,21 0 0 0,-14-1-1 0,-7 1-5 15,0 0-2-15,20-5 1 0,-13 2 1 0,-7 3-6 16,8-9-4-16,-2 3 0 0,-6 6 2 0,5-13-9 16,-2 6-1-16,-1-1 4 0,-2 8-7 0,3-18 0 15,-2 8-1-15,-1 10-6 0,-1-16 4 0,1 10 0 16,0 6-2-16,0-10-3 0,0 10-3 0,0-10-3 16,0 10 1-16,0 0-6 0,0 0-3 15,0 0 1-15,0 0 3 0,0 0-5 0,0 0 5 0,0 0 4 16,0 0-6-16,12 20 6 0,-12-20-3 0,5 12 1 15,-5-12 4-15,2 12-4 0,0-7 2 0,1-2 7 16,-3-3-3-16,0 0 0 0,3 10 4 0,-3-10-1 16,0 0 6-16,0 0-1 0,4 3 3 0,-4-3-1 15,0 0-3-15,0 0 3 0,0 0-1 16,0 0-7-16,15-19 3 0,-9 11-3 0,0 2-5 0,3-2 1 16,-1 0 0-16,1 2-2 0,1 0-4 0,-1 0 6 15,3 4 1-15,-12 2-8 0,19-3 4 16,-19 3-1-16,18 3 2 0,-7-1-3 0,-4 2-3 15,4 2 10-15,-6 1 0 0,5 4-6 0,-5-7-14 16,2 5-23-16,3 1-21 0,-4-1-33 0,1 1-33 16,-3 0-34-16,5-3-155 0,-5-2-343 0,-4-5 152 15</inkml:trace>
  <inkml:trace contextRef="#ctx0" brushRef="#br0" timeOffset="-155461.41">28015 1794 11 0,'0'0'175'0,"0"0"-6"0,0 0-4 0,0 0-14 16,0 0-14-16,0 0-20 0,0 0-12 0,0 0-8 15,0 0-17-15,0 0-1 0,0 0 1 0,0 0-6 16,0 0-5-16,0 0-9 0,0 0-8 0,0 0 2 16,11 25-6-16,-11-25-3 0,0 0 2 0,0 0 12 15,2 8 10-15,-2-8 20 0,0 0 13 0,0 0 7 16,0 0-7-16,0 0-6 0,0 0-8 0,0 0-7 15,0 0-10-15,0 0-5 0,0 0-8 0,0 0-5 16,3-27 6-16,-3 27-5 0,2-12-4 0,-2 12-5 16,4-13-6-16,1 3-5 0,-2 1-5 0,3 1-3 15,1-2-6-15,-1 3-2 0,1 2-2 0,2-1-4 16,-9 6-3-16,12-8-3 0,-4 7-1 0,-8 1-4 16,12-2 2-16,-12 2 1 0,0 0-2 0,18 5-4 15,-9 0 2-15,-2 2 0 0,0 1 8 16,1-3-7-16,-2 3-1 0,2 0 0 0,-2-1-3 15,-2 0 4-15,-4-7-2 0,8 10 2 0,-3-5-2 16,-5-5 1-16,0 0 2 0,6 10 3 0,-6-10-1 16,0 0 5-16,6 4-4 0,-6-4 4 0,0 0 1 15,0 0-1-15,0 0 3 0,0 0 0 0,0 0-7 16,0 0 0-16,0 0 2 0,0 0-8 0,0 0 1 16,19-13 3-16,-14 9-1 0,1-3-7 0,-6 7 1 15,11-12-4-15,-1 5 3 0,-1 0-1 0,-3 1-3 16,4-1 0-16,-2 3 0 0,1-1-3 0,-1-1 1 15,0 3 0-15,-8 3 2 0,11-5 1 0,-11 5-1 16,11-3-4-16,-11 3 11 0,12 0-7 16,-12 0 0-16,11 3-2 0,-7 1 6 0,-4-4-3 0,14 4 0 15,-10 0 0-15,1 1 0 0,-1-1 7 0,-4-4-2 16,9 6 0-16,-5 0-2 0,1-4 2 0,-5-2 1 16,6 8 0-16,-6-8 2 0,3 1 0 0,-3-1 3 15,0 0 1-15,0 0 0 0,5 6 5 16,-5-6-4-16,0 0 1 0,0 0 1 0,0 0 4 15,0 0-5-15,0 0-3 0,0 0 6 0,0 0-7 16,0 0 1-16,0 0 2 0,0 0-1 0,16-13-1 16,-16 13-4-16,0 0 4 0,0 0-1 0,2-7-9 15,-2 7 1-15,0 0-4 0,0 0 1 0,0 0 0 16,0 0-1-16,0 0 5 0,13 7 0 0,-13-7 0 16,7 6 0-16,-3-2 3 0,-4-4 3 0,5 7-2 15,-5-7 1-15,10 4 5 0,-10-4-4 0,9 4 3 16,-9-4 1-16,0 0-3 0,17-2 2 0,-17 2-2 15,0 0 6-15,13-6-2 0,-13 6 0 0,7-8-1 16,-7 8 4-16,7-10-1 0,-7 10 1 0,2-9-6 16,-2 9 0-16,0 0 4 0,0 0 2 15,-9-20-22-15,9 20-12 0,-7-9-18 0,2 4-14 16,-3 1-19-16,8 4-25 0,-12-6-20 0,12 6-25 16,-13 0-30-16,13 0-31 0,-11 2-181 0,11-2-419 15,0 0 186-15</inkml:trace>
  <inkml:trace contextRef="#ctx0" brushRef="#br0" timeOffset="-154874.3">28705 1659 4 0,'0'0'204'0,"0"0"-22"0,0 0-15 16,0 0-15-16,0 0-11 0,0 0-7 0,-28-10-6 15,28 10-9-15,-18 8-15 0,7-4-1 0,-2 5-10 16,0 0-6-16,4-1-9 0,-2 3-3 0,-3 1-8 15,5-5-14-15,2 4-4 0,2-2 0 0,1 0-11 16,2-2-4-16,1-1 1 0,1 2-8 0,0-8 1 16,0 0-5-16,3 11 0 0,-3-11-1 15,8 6 0-15,-8-6-3 0,12 0 1 0,-12 0-2 16,14-5-2-16,-14 5 1 0,16-9 8 0,-7 4 8 16,2-1 5-16,-4-1 5 0,0-2-1 0,-1 0-2 15,2 1-2-15,-2-4-4 0,-1-2-3 0,-1 2-5 16,0 2 1-16,0-3 0 0,-3 3-3 0,0-3 4 15,3 0-3-15,-3 1-3 0,2 0 5 0,-3 3-2 16,0-4-2-16,-2 0 2 0,4 2 5 0,-2 11 1 16,-2-15 2-16,2 15-9 0,-1-11-7 0,1 11-5 15,0 0-5-15,0 0 1 0,0 0-2 0,0 0-2 16,0 0-1-16,0 0 1 0,0 0-1 0,-2 37-1 16,-1-20-2-16,3 0 3 0,0-4-2 15,3-1 2-15,-2 4 5 0,1-5-8 0,2-2 3 16,3 2 0-16,-1-3 3 0,2 0 0 0,2 0 5 0,-1-3 4 15,5-1 1-15,3-3 3 0,4 0 4 0,1-5-6 16,5-1 2-16,-6 1-1 0,-1-1 1 16,-2-1-4-16,-2 0 4 0,-4 1-4 0,3-3 1 15,-6 1-4-15,0 1 3 0,-2-3-2 0,-1 0-2 16,-1-2 1-16,-2 1-4 0,-1-2 2 0,-2 12-1 16,2-19 8-16,-2 19 5 0,0 0 12 0,-3-17-3 15,3 17-5-15,0 0-10 0,0 0-2 0,-3-9 0 16,3 9 0-16,0 0 0 0,0 0-8 0,-25 24 5 15,17-11-2-15,0-4-6 0,2 1 0 0,1 1 4 16,2 1-2-16,1-1-29 0,2-11-27 0,4 21-30 16,0-13-49-16,1 1-52 0,5-3-62 0,0-1-256 15,-1-1-541-15,5-3 240 0</inkml:trace>
  <inkml:trace contextRef="#ctx0" brushRef="#br0" timeOffset="-154734.18">29100 1674 11 0,'0'0'304'15,"0"0"-16"-15,7-5-2 0,-7 5-8 0,0 0-10 16,0 0-16-16,0 0-17 0,0 0-29 0,8-7-18 16,-8 7-25-16,0 0-39 0,0 0-44 0,0 0-55 15,0 0-70-15,0 0-86 0,6-1-85 0,-6 1-170 16,0 0-419-16,0 0 186 0</inkml:trace>
  <inkml:trace contextRef="#ctx0" brushRef="#br0" timeOffset="-79589.27">26429 9800 8 0,'0'0'6'0,"0"0"1"15,0 0-3-15,0 0 1 0,-10 0 6 0,10 0 0 16,0 0-4-16,0 0-3 0,0 0 0 0,0 0 4 16,0 0-1-16,-9-1-1 0,9 1-8 0,0 0 6 15,0 0-2-15,0 0 9 0,-10 1-11 0,10-1 5 16,0 0-1-16,0 0-1 0,0 0 4 0,0 0-5 16,0 0 3-16,0 0 3 0,-9 1-4 0,9-1 1 15,0 0-5-15,0 0 7 0,0 0 6 0,0 0-4 16,0 0-1-16,0 0 5 0,0 0-2 0,0 0 6 15,0 0 0-15,0 0-3 0,0 0 6 0,0 0-3 16,0 0-3-16,0 0-2 0,0 0 2 0,0 0 8 0,0 0-6 16,0 0-1-16,0 0-1 0,0 0 4 15,0 0-5-15,0 0 4 0,0 0-2 0,0 0-1 16,0 0-3-16,0 0 6 0,0 0-5 0,0 0-2 16,0 0-7-16,0 0 4 0,0 0 0 0,0 0 1 0,0 0-6 15,0 0 5-15,0 0-3 0,0 0-1 0,0 0 1 16,0 0-1-16,0 0 3 0,0 0-7 0,0 0 5 15,0 0 1-15,0 0 2 0,0 0-3 16,0 0 0-16,0 0-1 0,0 0 4 0,0 0 2 0,0 0-5 16,0 0 3-16,0 0-8 0,0 0 10 15,0 0-8-15,0 0 10 0,0 0-8 0,0 0 6 0,0 0-7 16,0 0 2-16,0 0 4 0,0 0 5 0,0 0-2 16,0 0-8-16,0 0-1 0,0 0 6 0,0 0 5 15,0 0-5-15,0 0 1 0,0 0-7 0,0 0 10 16,0 0-9-16,0 0 7 0,0 0 2 0,0 0 4 15,0 0-7-15,0 0 6 0,0 0-3 16,0 0 0-16,0 0-9 0,0 0 9 0,0 0-3 0,0 0 2 16,0 0-8-16,0 0 7 0,0 0-2 0,-10 0-1 15,10 0-7-15,0 0-8 0,0 0 24 0,-10 2-14 16,10-2 8-16,0 0 1 0,0 0 1 0,0 0-6 16,0 0 4-16,0 0 1 0,0 0-4 0,0 0 6 15,0 0-10-15,-9 0 9 0,9 0-2 0,0 0-1 16,0 0-4-16,0 0 4 0,0 0-4 0,0 0 10 15,0 0-10-15,0 0 4 0,0 0-4 0,0 0-3 16,0 0 5-16,0 0 1 0,0 0-16 0,0 0 11 16,0 0 0-16,0 0-4 0,0 0 4 0,0 0 10 15,0 0-15-15,0 0 3 0,0 0 8 0,0 0-13 16,0 0 10-16,32-2 11 0,-26 1-6 0,4 0-2 16,3-2 3-16,-2 1-1 0,1-2-9 0,1 1 6 15,1 2-1-15,-1-2 1 0,0 1 0 0,-1-1-1 16,1 0 1-16,1 1 4 0,-3 1-1 0,0-2-1 15,0-1-2-15,2 3-2 0,-3-2-3 0,1 0 6 0,-4 1 1 16,3 0 5-16,2-1-7 0,-3 1 2 16,-3 1-2-16,2-1 2 0,-8 2-4 0,9-3 7 15,-9 3-14-15,11-2 8 0,-11 2 1 0,6-2-3 16,-6 2 2-16,0 0 5 0,10-2-12 0,-10 2 9 0,0 0-7 16,0 0 5-16,6-2-3 0,-6 2 7 0,0 0-6 15,0 0 18-15,9-2-18 0,-9 2 1 0,0 0-1 16,0 0 1-16,0 0 0 0,7-2 3 0,-7 2-1 15,0 0 0-15,0 0-8 0,0 0 3 0,0 0 6 16,0 0-7-16,0 0 1 0,0 0-6 0,0 0 6 16,0 0 0-16,0 0 1 0,0 0 6 0,0 0-6 15,0 0-4-15,0 0-4 0,0 0 10 16,0 0 0-16,0 0-7 0,0 0 1 0,0 0 1 0,0 0 2 16,0 0 6-16,0 0-9 0,0 0-1 0,0 0 6 15,0 0 4-15,0 0-1 0,0 0-1 0,0 0 5 16,0 0-10-16,9-2 8 0,-9 2-1 15,0 0 4-15,0 0-1 0,0 0-3 0,0 0 4 0,0 0-5 16,0 0 0-16,0 0-3 0,0 0 8 0,0 0-3 16,0 0 0-16,0 0 1 0,0 0-3 0,0 0-2 15,0 0 6-15,0 0-5 0,0 0 0 0,0 0-5 16,0 0 0-16,0 0 2 0,0 0 1 0,0 0-2 16,0 0 3-16,0 0-3 0,0 0 2 0,0 0-2 15,0 0 3-15,0 0-3 0,0 0 1 0,0 0 0 16,0 0 1-16,0 0-6 0,0 0 6 0,0 0-4 15,0 0 1-15,0 0-5 0,0 0 5 0,0 0 0 16,0 0 1-16,0 0 2 0,0 0 0 0,0 0-6 16,0 0 4-16,0 0-8 0,0 0-5 0,0 0-11 15,0 0-13-15,0 0-12 0,0 0-12 0,0 0-10 16,0 0-7-16,0 0-10 0,-23 6-14 0,23-6-13 0,-8 2-6 16,8-2-73-16,-14 4-208 0,7-3 93 15</inkml:trace>
  <inkml:trace contextRef="#ctx0" brushRef="#br0" timeOffset="-75508.21">26506 9762 52 0,'0'0'57'0,"0"0"0"0,0 0 1 0,0 0-6 0,0 0 1 15,0 0-6-15,0 0 0 0,0 0-6 0,0 0-1 16,0 0-3-16,0 0-7 0,0 0 1 16,0 0 2-16,0 0-4 0,0 0-6 0,0 0 7 15,0 0-4-15,0 0-3 0,0 0 1 0,0 0 5 16,0 0-1-16,0 0 1 0,0 0-13 0,0 0-8 0,0 0 18 15,0 0-9-15,0 0-3 0,0 0 0 16,0 0-2-16,0 0-1 0,0 0-1 0,0 0 3 0,0 0-3 16,0 0-1-16,0 0-6 0,0 0-6 0,0 0 6 15,0 0 7-15,0 0-5 0,0 0 2 0,0 0 6 16,-12-4-15-16,12 4-2 0,0 0 2 0,0 0 0 16,0 0 2-16,-8 2 7 0,8-2-12 0,0 0 6 15,0 0-1-15,0 0-5 0,0 0 10 0,-9 2 3 16,9-2-8-16,0 0 0 0,0 0 0 0,0 0 0 15,-9 3 6-15,9-3-15 0,0 0 15 0,-5 2-9 16,5-2 3-16,0 0-5 0,0 0 7 16,0 0 1-16,0 0 0 0,-11 1-3 0,11-1 0 15,0 0 3-15,0 0-11 0,0 0 5 0,0 0 5 16,0 0-1-16,0 0-4 0,-6 4 8 0,6-4-8 0,0 0 6 16,0 0-4-16,0 0 3 0,0 0-5 0,0 0 1 15,0 0 5-15,0 0-8 0,-10 1 6 0,10-1-4 16,0 0 5-16,0 0 4 0,0 0-12 0,0 0-5 15,0 0 20-15,0 0-6 0,0 0 5 0,0 0-13 16,0 0 4-16,0 0-1 0,0 0 2 0,0 0 8 16,0 0-5-16,0 0-6 0,0 0 6 0,0 0-6 15,0 0-2-15,0 0 3 0,0 0-1 0,0 0 6 16,0 0-8-16,0 0 3 0,0 0 4 0,-9 1 4 16,9-1-3-16,0 0 1 0,0 0-8 0,0 0 4 15,0 0 2-15,0 0-1 0,0 0-5 0,0 0 3 16,0 0-3-16,0 0 2 0,0 0 4 0,0 0 0 15,0 0-3-15,0 0 1 0,0 0-9 0,0 0 4 16,0 0 1-16,0 0 13 0,0 0-12 0,0 0 9 16,0 0-1-16,0 0 1 0,0 0-4 0,0 0 2 15,0 0 2-15,0 0-6 0,0 0 2 0,0 0 4 16,0 0-9-16,0 0 6 0,0 0 4 0,0 0 2 16,0 0 1-16,0 0 2 0,0 0 3 0,0 0-5 15,0 0-8-15,0 0 8 0,0 0 2 0,0 0-6 16,0 0 6-16,0 0 2 0,0 0-4 0,0 0 7 15,0 0-16-15,0 0 18 0,0 0-6 0,0 0 4 16,0 0 2-16,0 0-6 0,0 0 2 0,0 0 2 16,0 0-2-16,0 0-4 0,0 0-4 0,0 0 4 15,0 0-8-15,0 0 14 0,0 0-15 0,0 0-2 16,0 0 3-16,0 0 3 0,0 0-3 0,0 0 1 16,0 0 3-16,0 0-13 0,0 0 9 0,0 0 1 0,0 0 4 15,0 0-6-15,0 0-2 0,0 0-2 16,0 0 10-16,0 0-7 0,0 0-2 0,0 0 12 15,0 0-11-15,0 0 5 0,0 0-11 0,0 0 4 16,0 0 2-16,0 0-5 0,0 0 7 0,0 0 5 0,0 0 1 16,0 0-11-16,0 0-1 0,0 0 2 0,0 0-1 15,0 0 9-15,0 0-9 0,0 0 0 16,0 0 5-16,0 0 1 0,0 0-2 0,0 0 5 0,0 0-6 16,0 0-4-16,0 0-4 0,0 0 10 0,0 0-1 15,0 0-5-15,0 0 6 0,0 0 4 0,0 0-5 16,0 0 1-16,0 0-2 0,0 0 4 0,0 0-2 15,0 0 0-15,0 0-6 0,0 0 0 0,0 0 3 16,0 0 1-16,0 0-7 0,0 0 9 0,0 0-3 16,0 0 6-16,0 0-1 0,0 0-5 0,0 0-3 15,0 0 5-15,0 0 3 0,0 0-13 0,0 0 7 16,0 0 9-16,0 0-13 0,0 0 0 0,0 0 8 16,0 0 1-16,0 0-4 0,0 0 2 0,0 0 1 15,0 0 0-15,0 0-4 0,0 0 8 0,0 0-20 16,0 0 20-16,0 0-6 0,0 0 2 0,0 0-1 15,0 0 0-15,0 0-3 0,0 0 3 16,0 0 1-16,0 0-8 0,0 0 9 0,0 0-1 16,0 0-1-16,0 0 0 0,0 0 1 0,0 0-4 0,0 0-3 15,0 0 9-15,0 0-4 0,0 0 2 0,0 0-6 16,0 0 6-16,0 0 1 0,0 0-3 0,0 0 0 16,0 0 9-16,0 0-7 0,0 0 1 0,0 0 0 15,0 0-12-15,0 0 14 0,0 0-4 0,0 0-3 16,0 0 6-16,0 0-6 0,0 0 2 0,0 0 4 15,0 0-3-15,0 0 5 0,0 0-4 0,0 0-2 16,0 0 1-16,0 0-10 0,0 0 6 0,0 0-9 16,0 0 11-16,0 0 2 0,0 0 8 0,0 0-7 0,0 0-2 15,0 0-4-15,0 0 7 0,0 0-6 16,0 0 5-16,0 0-7 0,0 0 2 0,0 0 5 16,0 0 3-16,0 0-5 0,0 0 2 0,0 0 0 15,0 0 4-15,0 0-4 0,0 0-3 0,0 0 2 16,0 0-6-16,0 0 3 0,0 0 7 0,0 0 1 15,0 0-7-15,0 0 4 0,0 0 0 0,0 0-5 16,0 0 7-16,0 0-15 0,0 0 15 0,0 0-8 16,0 0 2-16,0 0-1 0,0 0 7 0,0 0-2 0,0 0-6 15,0 0 1-15,0 0 5 0,0 0-4 0,0 0-3 16,0 0 1-16,0 0 2 0,0 0 4 0,0 0-5 16,0 0-2-16,0 0 5 0,0 0 10 15,0 0-14-15,0 0 2 0,0 0 5 0,0 0-1 0,0 0-1 16,0 0-1-16,0 0-6 0,0 0 7 0,0 0-6 15,0 0 4-15,0 0 2 0,0 0 0 0,0 0 1 16,0 0-5-16,0 0 6 0,0 0-16 16,0 0 16-16,0 0 1 0,0 0-7 0,0 0 9 15,0 0-6-15,0 0 2 0,0 0 0 0,0 0-3 0,0 0-2 16,0 0 2-16,0 0 2 0,0 0-2 0,0 0-3 16,0 0 10-16,0 0-6 0,27-1 2 15,-27 1-3-15,0 0 0 0,0 0 2 0,0 0-1 0,0 0-2 16,0 0 5-16,0 0 1 0,0 0-5 0,0 0 9 15,0 0-13-15,0 0 1 0,0 0-1 0,0 0 6 16,0 0-5-16,0 0 2 0,0 0 5 0,0 0-6 16,0 0-1-16,0 0 0 0,0 0 3 0,0 0 1 15,0 0 4-15,0 0-3 0,0 0-8 0,0 0 7 16,0 0-1-16,0 0 4 0,0 0-13 0,0 0 8 16,0 0 6-16,0 0-8 0,0 0 2 0,0 0 3 15,0 0 0-15,0 0 3 0,0 0-4 0,0 0-3 16,0 0-1-16,0 0 6 0,0 0 2 0,0 0-4 15,0 0 4-15,0 0-9 0,0 0 5 0,0 0-3 16,0 0-2-16,0 0 7 0,0 0 0 0,0 0 3 16,0 0-3-16,0 0-4 0,0 0-1 0,0 0 7 15,0 0-8-15,9-2 6 0,-9 2 0 0,0 0-3 16,0 0-3-16,0 0 5 0,0 0-5 0,0 0-1 16,0 0 2-16,0 0-1 0,0 0 8 0,0 0-5 15,0 0 0-15,0 0-3 0,0 0 3 0,0 0 1 16,0 0 1-16,0 0 0 0,10-3-1 0,-10 3 1 0,0 0-1 15,0 0-3-15,0 0 2 0,0 0 3 16,0 0-5-16,0 0-1 0,0 0 2 0,6-3 4 16,-6 3 1-16,0 0-1 0,0 0-9 0,0 0 9 15,0 0 6-15,0 0-5 0,0 0 0 0,0 0-4 16,0 0 0-16,0 0-3 0,0 0 1 0,7-3 2 0,-7 3-2 16,0 0-2-16,0 0 4 0,0 0 4 15,0 0-6-15,0 0 1 0,6-1 8 0,-6 1-8 16,0 0-2-16,0 0 3 0,0 0 0 0,0 0 1 0,0 0 1 15,0 0 2-15,0 0-7 0,10-3 0 0,-10 3 1 16,0 0 4-16,0 0-1 0,0 0 4 16,0 0-6-16,0 0-1 0,0 0 2 0,9 0 9 15,-9 0-9-15,0 0-6 0,0 0 1 0,0 0 2 0,0 0 5 16,0 0-4-16,0 0 1 0,0 0 2 16,0 0-13-16,0 0 15 0,6-3-2 0,-6 3-4 0,0 0 0 15,0 0 1-15,0 0 0 0,0 0 1 16,0 0 0-16,0 0 5 0,0 0-4 0,11 0 2 0,-11 0-1 15,0 0 0-15,0 0-2 0,10-1 0 0,-10 1-4 16,0 0 5-16,0 0 1 0,0 0 2 0,9 0-11 16,-9 0 5-16,0 0 5 0,0 0 0 0,0 0 0 15,0 0-5-15,10 0 0 0,-10 0 0 16,0 0 5-16,0 0 7 0,0 0-11 0,0 0 5 0,0 0-4 16,10 1-4-16,-10-1 1 0,0 0 5 0,0 0-3 15,0 0 7-15,7 0-5 0,-7 0 0 0,0 0 3 16,0 0-1-16,0 0-3 0,0 0 2 0,10 0-3 15,-10 0 15-15,0 0-14 0,10-2 5 0,-10 2-9 16,0 0 5-16,11 1-6 0,-11-1 21 0,9-1-16 16,-9 1 2-16,11 0-7 0,-11 0 8 0,9-2-8 15,-9 2 5-15,9 0 4 0,-9 0-1 0,9-1-16 16,-9 1 20-16,0 0-4 0,11 0 2 0,-11 0 6 16,0 0-6-16,13 0 2 0,-13 0-4 0,0 0-4 15,9 0 1-15,-9 0 2 0,0 0 1 0,8-1-7 16,-8 1 7-16,0 0-3 0,0 0-1 0,11 0 0 15,-11 0 0-15,0 0 3 0,0 0-1 0,8-1-2 16,-8 1 4-16,0 0-2 0,0 0 0 0,0 0-11 16,10-2 21-16,-10 2-8 0,0 0-5 0,0 0 6 15,0 0-1-15,0 0-6 0,0 0 12 0,0 0-4 16,0 0-9-16,0 0-1 0,0 0 10 0,0 0-3 16,0 0 1-16,7 3-6 0,-7-3 0 0,0 0 3 15,0 0 2-15,0 0-1 0,0 0-4 0,0 0 1 16,0 0 4-16,0 0 3 0,0 0-6 0,0 0 6 15,0 0-3-15,0 0 4 0,0 0-4 0,0 0-6 16,0 0 5-16,0 0 5 0,0 0-1 0,0 0-4 16,0 0 1-16,0 0-1 0,0 0 3 0,8-3-9 0,-8 3 4 15,0 0 1-15,0 0 2 0,0 0-3 16,0 0 4-16,0 0-1 0,0 0-8 0,0 0 13 16,0 0-8-16,0 0 5 0,0 0-3 0,0 0-4 15,0 0 7-15,0 0-7 0,0 0 9 0,0 0-2 16,0 0-4-16,0 0-2 0,0 0 4 0,0 0 1 15,0 0-3-15,0 0-4 0,0 0 5 0,0 0-2 0,0 0 4 16,0 0 1-16,0 0 1 0,0 0-8 0,0 0 8 16,0 0-1-16,0 0-5 0,0 0 3 0,0 0-3 15,0 0-3-15,0 0 1 0,0 0 4 16,0 0-4-16,0 0 0 0,0 0 6 0,0 0-5 0,0 0 4 16,0 0 1-16,0 0 0 0,0 0-2 0,0 0 1 15,0 0-4-15,0 0 1 0,0 0 1 16,0 0 0-16,0 0 0 0,0 0-2 0,0 0 2 15,0 0 12-15,0 0-4 0,0 0-9 0,0 0-1 0,0 0 3 16,0 0 3-16,0 0 0 0,0 0 0 0,0 0 0 16,0 0-4-16,0 0 2 0,0 0-3 0,0 0 0 15,0 0 4-15,0 0-3 0,0 0-4 0,0 0 8 16,0 0-3-16,0 0-4 0,0 0 8 0,0 0-3 16,0 0-1-16,0 0-1 0,0 0 11 0,0 0-9 15,0 0-4-15,0 0 1 0,0 0 2 0,0 0-1 16,0 0 2-16,0 0-4 0,0 0 5 0,0 0-2 15,0 0 0-15,0 0 5 0,0 0-1 0,0 0-7 16,0 0 1-16,0 0 9 0,0 0 1 0,0 0 5 16,0 0-4-16,0 0 1 0,0 0-7 0,0 0 4 15,0 0 1-15,0 0-4 0,0 0 0 0,0 0 4 16,0 0-3-16,0 0 4 0,0 0-4 0,0 0 1 16,0 0-5-16,0 0 7 0,0 0 2 0,0 0-6 15,0 0 3-15,0 0-5 0,0 0 1 0,0 0 3 16,0 0-2-16,0 0-2 0,0 0 0 0,0 0 4 15,0 0 1-15,0 0-4 0,0 0-2 0,0 0-1 16,0 0 1-16,0 0-2 0,0 0 3 0,0 0 3 16,0 0-3-16,0 0-1 0,0 0 0 0,0 0 4 0,0 0 1 15,0 0-4-15,0 0-2 0,0 0 0 16,0 0-3-16,0 0 13 0,0 0-11 0,0 0 4 16,0 0-6-16,0 0 6 0,0 0 0 0,0 0 0 15,0 0 5-15,0 0 0 0,0 0-2 0,0 0 4 16,0 0-4-16,0 0 6 0,0 0-6 0,0 0 6 15,0 0 1-15,0 0-4 0,0 0-1 0,0 0 2 16,0 0 1-16,0 0-1 0,0 0 1 0,0 0 1 0,0 0-4 16,0 0 4-16,0 0-4 0,0 0-1 0,0 0 1 15,0 0-1-15,0 0 4 0,0 0-5 0,0 0 5 16,0 0-3-16,0 0 6 0,0 0-8 0,0 0 5 16,0 0-1-16,0 0-4 0,0 0 4 15,0 0 0-15,0 0-5 0,0 0 8 0,0 0-4 0,0 0 2 16,0 0-3-16,0 0-5 0,0 0 0 0,0 0 3 15,0 0-4-15,0 0 1 0,4-7 1 16,-4 7-2-16,0 0 0 0,0 0 1 0,0 0-2 16,0 0 0-16,0 0-1 0,0 0 3 0,0 0-2 0,0 0-1 15,0 0 6-15,0 0-4 0,0 0-1 0,0 0-1 16,0 0 0-16,0 0-1 0,0 0 4 0,0 0-3 16,0 0 1-16,0 0-10 0,0 0 8 0,0 0 2 15,0 0 1-15,0 0-5 0,0 0 1 0,0 0 6 16,0 0-5-16,0 0 2 0,0 0 1 0,0 0-5 15,0 0 2-15,0 0 1 0,0 0-2 0,0 0 4 16,0 0-3-16,0 0 2 0,0 0 0 16,0 0-3-16,0 0 4 0,0 0-2 0,0 0 3 0,0 0 0 15,0 0 0-15,0 0 2 0,0 0-4 0,0 0-4 16,0 0 2-16,0 0 3 0,0 0-4 0,0 0 1 16,0 0 0-16,0 0 0 0,0 0-3 0,0 0 7 15,0 0-3-15,0 0-3 0,0 0 2 0,0 0 1 16,0 0 1-16,0 0-1 0,0 0-3 0,0 0 5 15,0 0-2-15,0 0 1 0,0 0 1 0,0 0-2 16,0 0-3-16,0 0 6 0,0 0-3 0,0 0-2 16,0 0 2-16,0 0-5 0,0 0 4 0,0 0 0 15,0 0 3-15,0 0-1 0,0 0-4 0,0 0 8 16,0 0-8-16,0 0-3 0,0 0 7 0,0 0-1 16,0 0 1-16,0 0 1 0,0 0-8 0,0 0 4 15,0 0 0-15,0 0 1 0,0 0-5 0,0 0 3 16,0 0 1-16,0 0 0 0,0 0 1 0,0 0 1 15,0 0 5-15,0 0-10 0,0 0 2 0,0 0 3 16,0 0 1-16,0 0-8 0,0 0-1 0,0 0 10 16,0 0 2-16,0 0-6 0,0 0 1 0,0 0 3 0,0 0-7 15,0 0 1-15,0 0 5 0,0 0-2 16,0 0-2-16,0 0 0 0,0 0 2 0,0 0-6 0,0 0 5 16,0 0-3-16,0 0-1 0,0 0-2 15,0 0 2-15,0 0 6 0,0 0-2 0,0 0 3 16,0 0-5-16,0 0 3 0,0 0-4 0,0 0-1 15,0 0 4-15,0 0 1 0,0 0-4 0,0 0 2 0,0 0 4 16,0 0-1-16,0 0-5 0,0 0 3 0,0 0 2 16,0 0 0-16,0 0-1 0,0 0-1 15,0 0 0-15,0 0 3 0,0 0-3 0,0 0 0 0,0 0 4 16,0 0 4-16,0 0-8 0,0 0-2 0,0 0 2 16,0 0 2-16,0 0 7 0,0 0-8 0,0 0 1 15,0 0-1-15,0 0 4 0,0 0 0 16,0 0-5-16,0 0 6 0,0 0-4 0,0 0-5 0,0 0 11 15,0 0-3-15,0 0 0 0,0 0-4 0,0 0-1 16,0 0 4-16,0 0 1 0,0 0 0 0,0 0-2 16,0 0 1-16,0 0 1 0,0 0 1 15,0 0-3-15,0 0-1 0,0 0 0 0,0 0-2 0,0 0 2 16,0 0 4-16,0 0-5 0,0 0 3 0,0 0-5 16,0 0 6-16,0 0 1 0,0 0-4 0,0 0-4 15,0 0-4-15,0 0-10 0,0 0-4 0,0 0 1 16,0 0-18-16,0 0 3 0,0 0-9 0,0 0-8 15,0 0-5-15,0 0-2 0,0 0-8 0,0 0-5 16,0 0-1-16,0 0-15 0,0 0-7 0,0 0-10 16,0 0-3-16,0 0-79 0,0 0-203 0,1-7 90 15</inkml:trace>
  <inkml:trace contextRef="#ctx0" brushRef="#br0" timeOffset="-69945.51">27002 11426 35 0,'0'0'60'0,"0"0"-6"0,0 0 2 0,0 0 0 0,0 0-6 16,0 0-9-16,0 0 1 0,0 0-1 15,0 0 7-15,0 0-11 0,0 0-4 0,0 0 6 16,0 0 2-16,0 0-4 0,0 0-6 0,-9-3-6 15,9 3 3-15,0 0 0 0,0 0-8 0,0 0 2 0,0 0-7 16,0 0 6-16,0 0-11 0,0 0 4 0,0 0-6 16,0 0 7-16,0 0-5 0,0 0 3 15,0 0-5-15,0 0 0 0,0 0-12 0,0 0 13 16,0 0-1-16,23 7-16 0,-23-7 5 0,8 3-3 0,-2-1-8 16,-6-2-10-16,15 1-10 0,-15-1-2 0,16-1-12 15,-5-1-14-15,2 2-59 0,1 0-131 16,-1-3 58-16</inkml:trace>
  <inkml:trace contextRef="#ctx0" brushRef="#br0" timeOffset="-58969.39">27141 12607 1 0,'0'0'1'0,"0"0"-2"0</inkml:trace>
  <inkml:trace contextRef="#ctx0" brushRef="#br0" timeOffset="-58465.65">27141 12607 7 0,'0'0'12'16,"0"0"2"-16,0 0 3 0,0 0-5 0,0 0-4 15,0 0 2-15,0 0-1 0,0 0-2 0,0 0-2 16,0 0 4-16,0 0-5 0,0 0 3 0,-9-2 1 0,9 2 0 16,0 0-4-16,0 0 3 0,0 0-2 15,-4-7-2-15,4 7 4 0,0 0 0 0,0 0-4 16,0 0-2-16,-4-6 3 0,4 6 1 0,0 0 4 15,0 0 1-15,0 0 1 0,0 0 3 0,-4-7-3 16,4 7 7-16,0 0-8 0,0 0 5 0,0 0 1 0,0 0-1 16,0 0-4-16,0 0 0 0,0 0 0 15,-2-7 0-15,2 7-1 0,0 0-2 0,0 0 3 16,0 0-4-16,0 0-2 0,0 0 1 0,0 0 3 16,0 0-7-16,0 0 9 0,0 0-10 0,0 0 0 15,0 0 2-15,0 0-4 0,0 0 0 0,0 0-2 16,0 0 5-16,0 0-4 0,0 0 2 0,0 0 0 0,0 0 7 15,0 0-7-15,4 25 1 0,-4-25-3 16,4 8 3-16,-2-3 3 0,-2-5-3 0,5 8-1 16,-3-2-7-16,-2-6 11 0,4 7-7 0,-4-1 7 0,0-6-4 15,5 9-3-15,0-6 3 0,-5-3-1 0,4 10 2 16,-1-6-3-16,-1 2 6 0,-2-6-3 16,10 8 0-16,-5-3-2 0,-1 0 7 0,2-2-5 15,-2 2-4-15,2 1 4 0,-2-2-9 0,1-1 2 16,1 2-1-16,0-1 3 0,0 0-3 0,1 0 1 0,-1 1-2 15,2 0-1-15,-1 2 4 0,-1-2 2 0,1 1-5 16,-1-2-1-16,1 1-1 0,0 2 0 16,0-3-5-16,-1 2-2 0,1-1 0 0,-2 0 1 0,4 1 4 15,-5-2-7-15,2 2 4 0,-1-3-3 16,3 3 1-16,-2-1-3 0,1 0-9 0,-1 2-32 0,2-3 103 16,-2 4-63-16,2-2-23 0,-3-2 10 0</inkml:trace>
  <inkml:trace contextRef="#ctx0" brushRef="#br0" timeOffset="-56811.38">27507 12982 15 0,'0'0'14'0,"7"5"2"0,0-1-2 0,-2-1 3 15,0 1-4-15,-1-1-3 0,4 1 0 0,-2-1-2 16,0 0 0-16,1 0-4 0,-1 1 7 0,1 1-5 15,0-2 2-15,-2 3-4 0,3-1 1 0,-3-1-3 16,4 1 4-16,0 2-6 0,-3-2 3 0,-1-1 0 16,3 0 0-16,0 1-2 0,1 1 3 0,0-1-1 0,-3-2-1 15,4 2 2-15,0 0-4 0,-1 1 1 16,1-2 0-16,1 2 0 0,-1-3-2 0,3 1 2 16,-4 1 1-16,1-1 1 0,0-1 0 0,1 1 0 15,0-1 0-15,0 0-4 0,0 1 2 0,-2-1-1 16,3 1-1-16,-3-1-1 0,3-1 5 0,-2 0-1 15,3 1-8-15,-3-1 2 0,1-1 1 0,0 1 3 16,3 0-2-16,1 2 1 0,-3-3-4 0,-1 1 4 16,2-1-1-16,1 1-2 0,-1-1 2 0,-1 1 0 15,0 0-2-15,-2 1 1 0,4-2 1 0,-2 1-2 16,-1-1-1-16,-1-1 0 0,1 1 1 0,1 0-1 16,0 1 8-16,-2-2-6 0,2 0-4 0,-4 0 0 15,3 1 3-15,1-2 5 0,-4 1-4 0,4 1 6 16,-1-2-3-16,0 1 2 0,-2 1-2 0,2-1 1 15,-3 0-7-15,2 2 3 0,-10-2 3 0,19 0 0 16,-11 0 3-16,2 0-5 0,-1 0-1 0,-1 1 4 16,4-2 2-16,-1 2 1 0,-1-1-3 0,1 0-3 15,-2 0 0-15,1 0-1 0,-1 0 5 0,0 0-4 16,2 0 6-16,-2 0-1 0,2-1-3 0,-1 1 5 16,-10 0-3-16,16-2-7 0,-6 2 7 0,-2 0-4 15,0-1-1-15,4-1 0 0,-3 1-1 0,-1 0 2 16,2 0 2-16,-2-1 1 0,-8 2 4 0,19-1-4 15,-10 0 0-15,1-1-2 0,-3 1 4 0,2-1-3 16,-1 1-2-16,-8 1 2 0,18-3 2 0,-8 2-1 16,-3-1-5-16,3 2 4 0,-10 0 2 0,15-2-3 15,-8 0 2-15,4 1 4 0,-3-1-1 0,0 0-5 16,-8 2-1-16,15-2-1 0,-6 1 1 0,-3-2 1 0,4 1 2 16,2 2 0-16,-4-1-7 0,2-1 0 15,-3-1 0-15,4 0-1 0,-1 1-12 0,1 0 17 16,0-1-13-16,-4 0-16 0,5 2 7 0</inkml:trace>
  <inkml:trace contextRef="#ctx0" brushRef="#br0" timeOffset="-56069.63">29080 13075 8 0,'10'-6'9'16,"-1"3"-5"-16,3-1 5 0,-2 0-3 0,3-1 3 15,-2 1-3-15,1-1-3 0,-1 1 2 0,-1 0 0 16,3-1 2-16,-3 0-2 0,3 2-6 0,-1-2 6 16,-1 1-2-16,1-1-2 0,-2 1 1 0,1 0-1 15,1 1 2-15,-3 0 2 0,1-2 0 0,1 1-4 16,0 1 4-16,-2-1-7 0,2-2 4 0,-1 2-2 15,1 1 0-15,-3-3-2 0,2 1 4 0,-4 2-2 16,0 0 0-16,4-3-4 0,-2 2-3 0,-1 0-1 16,3-1 3-16,-3 3 5 0,-1-2 1 0,0 1-4 15,0-1 1-15,2 1 0 0,-2 0 3 0,1 0-2 16,-1 0-2-16,-6 3 0 0,13-6 0 0,-7 5 2 16,1-3 2-16,-1 2-6 0,2-3 6 0,-2 3-6 15,3-2 1-15,-2-1 0 0,3 4-5 0,-4-3-9 16,-1-1 4-16</inkml:trace>
  <inkml:trace contextRef="#ctx0" brushRef="#br0" timeOffset="-55583.72">29724 12633 26 0,'-18'24'26'0,"-2"-2"-8"16,1 3-8-16,-2-2-11 0,-2 1-13 0,0 0-14 15,-2-1 7-15</inkml:trace>
  <inkml:trace contextRef="#ctx0" brushRef="#br0" timeOffset="30162.42">16899 6079 16 0,'0'0'14'0,"0"0"1"0,0 0-7 0,0 0 4 16,0 0-1-16,0 0-4 0,0 0 3 0,0 0 3 15,0 0-5-15,0 0 1 0,0 0 2 0,0 0 2 16,0 0-5-16,0 0 4 0,-15 16 0 0,15-16 1 15,-5 5-2-15,5-5-1 0,-8 8 6 0,6-3-4 16,-3-2 6-16,5-3-7 0,-9 9 6 0,4-3-15 16,1-2 15-16,-1 1-5 0,-2 0-2 15,0 0 2-15,2-1 1 0,-1-1-3 0,1 3-2 0,-1-1-1 16,2 0 2-16,4-5 1 0,-11 8-4 0,6-2-1 16,1-2 7-16,-2 0-6 0,1 0-1 0,5-4 1 15,-10 7 3-15,6-3-2 0,4-4-4 0,-9 5 5 16,4-1-5-16,5-4 0 0,-7 6 0 0,7-6 5 15,-8 6 1-15,8-6-10 0,-8 3-1 0,8-3 2 16,-5 4 0-16,5-4 6 0,-5 4-4 0,5-4 0 16,0 0 2-16,-7 3-1 0,7-3-5 0,0 0 7 15,0 0-5-15,-7 6 5 0,7-6-5 0,0 0 2 16,-5 4-1-16,5-4-6 0,0 0-10 0,0 0-9 16,0 0-14-16,0 0-35 0,-4 5-77 0,4-5 34 15</inkml:trace>
  <inkml:trace contextRef="#ctx0" brushRef="#br0" timeOffset="30704.14">16988 6114 92 0,'0'0'106'15,"-12"-14"-9"-15,12 14-7 0,0 0 0 0,0 0 0 16,0 0-16-16,0 0-5 0,0 0-3 0,0 0-9 15,0 0-3-15,0 0 1 0,0 0-7 0,0 0-5 16,0 0-3-16,0 0-2 0,0 0-7 0,0 0-5 16,0 0-3-16,0 0-5 0,0 0-2 0,0 0-1 15,0 0-5-15,0 0 0 0,0 0-1 0,23 4 2 16,-15-2-5-16,2 1 5 0,0-1-3 0,2 1 3 16,1 1-2-16,-2-1-4 0,2 4 1 0,0-3-9 15,5 1 4-15,-2-2 6 0,3 3-1 0,-3-1-1 16,3 1 0-16,-2-3 5 0,-1 4-11 0,0-1 5 15,-3-2-7-15,0 0 4 0,1 1-4 0,2 1 3 16,-4-2 11-16,0 2-8 0,-2-3-4 0,2 2 7 16,-5-1-10-16,2 0 1 0,-1-1 1 0,0 0 2 15,-2 0 3-15,-1-1-1 0,0 1 5 0,-5-3-9 16,12 4 0-16,-12-4 6 0,7 4-5 0,-7-4 7 16,7 1-5-16,-7-1-2 0,0 0-1 0,8 5 3 15,-8-5-18-15,5 4-7 0,-5-4-15 0,6 5-15 16,-6-5-10-16,4 4-10 0,-4-4-4 0,0 0-16 15,2 8-64-15,-2-8-171 0,0 0 76 0</inkml:trace>
  <inkml:trace contextRef="#ctx0" brushRef="#br0" timeOffset="32448.64">16929 6156 10 0,'0'0'60'0,"0"0"-8"0,0 0-6 15,0 0-6-15,0 0 2 0,0 0-5 0,0 0-6 16,0 0-4-16,0 0-1 0,0 0-5 0,0 0 4 16,0 0-7-16,0 0-4 0,0 0 1 0,0 0-6 15,0 0 2-15,0 0-3 0,0 0 5 0,0 0-1 0,0 0-2 16,0 0-3-16,0 0 2 0,0 0-1 0,0 0 2 15,0 0 1-15,0 0-1 0,0 0 0 16,0 0-3-16,0 0 1 0,0 0-2 0,0 0-3 16,0 0 2-16,0 0-1 0,0 0-3 0,0 0 7 15,0 0-3-15,0 0-1 0,0 0 8 0,0 0-14 0,0 0 4 16,0 0 1-16,0 0-3 0,0 0 3 16,0 0 0-16,0 0 3 0,0 0-5 0,0 0 9 0,0 0-2 15,0 0-5-15,0 0 8 0,0 0-5 0,0 0 1 16,0 0 0-16,0 0 2 0,0 0-5 0,0 0 5 15,0 0-2-15,0 0 1 0,0 0-2 0,0 0-3 16,0 0 0-16,0 0-4 0,0 0 6 16,0 0-4-16,0 0 1 0,0 0 0 0,0 0 4 15,0 0-10-15,-23 8 7 0,16-4 0 0,1-2 2 0,-1 1 0 16,-1 1 0-16,-1 0-3 0,-1 1 2 0,1 0-6 16,1-1 6-16,-2 2-2 0,-2-2 0 0,3 0 0 15,0 0-3-15,-1 1 0 0,4-2 4 0,-1-1 4 16,-2 3-6-16,1-2 2 0,1 0-4 0,1-1-1 15,-1 0 5-15,0 1-6 0,7-3 4 0,-12 5-4 16,7-3 6-16,5-2-5 0,-9 3 4 0,9-3 0 16,-9 4-1-16,9-4-3 0,-7 2 3 0,7-2 2 15,-6 3 3-15,6-3-10 0,-7 1 2 0,7-1 2 16,0 0 3-16,-8 4 1 0,8-4 0 0,0 0-10 16,0 0 4-16,-8 2 5 0,8-2-3 15,0 0-3-15,0 0 6 0,0 0 0 0,0 0-5 0,0 0 6 16,0 0 1-16,0 0-10 0,0 0 2 0,0 0 1 15,0 0 4-15,0 0-2 0,0 0-2 0,0 0-4 16,0 0 6-16,0 0-1 0,0 0 2 16,0 0-1-16,0 0 1 0,0 0 0 0,0 0-3 0,0 0 2 15,0 0-1-15,0 0 1 0,0 0 2 16,0 0 0-16,0 0-7 0,0 0 4 0,0 0 0 16,0 0-1-16,0 0 7 0,0 0-10 0,0 0 2 0,0 0 5 15,0 0 2-15,0 0-3 0,0 0 2 0,0 0-4 16,0 0 1-16,0 0 2 0,0 0 1 0,0 0 0 15,0 0-1-15,0 0 3 0,0 0-1 0,0 0-5 16,0 0 8-16,0 0-1 0,0 0-2 0,0 0 0 16,0 0 2-16,0 0-3 0,0 0 3 0,0 0-4 15,17-17 3-15,-12 14-3 0,2-2-1 0,0-1-5 16,2 1 6-16,0-4-5 0,1 0 1 0,2 2 1 16,1-2 1-16,-3 1 1 0,2 2-2 0,0-1 1 15,0 1-1-15,3-4-1 0,-5 4-1 0,5-4-1 16,-4 0 3-16,-1 4-2 0,1-1 3 0,-2 1-2 15,2 1 3-15,-4 0 1 0,-2 2-3 0,2-2-2 16,-3 1-1-16,-4 4 5 0,10-4 0 0,-10 4 0 16,6-4 0-16,-6 4 2 0,0 0 1 0,7-5-3 15,-7 5 1-15,0 0-4 0,5-2 8 0,-5 2-5 16,0 0 4-16,0 0-2 0,0 0 0 0,0 0-1 16,5-5 1-16,-5 5 1 0,0 0 6 0,0 0-4 15,0 0 4-15,0 0-3 0,0 0 6 0,0 0-4 16,0 0-2-16,4-5 3 0,-4 5-1 0,0 0-1 15,0 0 5-15,0 0 0 0,0 0-2 0,0 0-11 16,0 0 8-16,0 0-3 0,0 0 1 0,0 0 1 16,0 0-5-16,0 0 5 0,0 0 0 0,0 0-6 15,0 0 3-15,0 0-2 0,0 0 1 0,0 0 4 16,0 0 1-16,0 0-3 0,0 0 2 0,0 0-3 16,0 0 6-16,0 0-8 0,0 0 6 0,0 0-12 15,0 0 5-15,0 0-2 0,0 0 1 0,0 0 5 16,0 0-3-16,0 0-5 0,0 0 4 0,0 0-4 15,0 0 3-15,0 0 0 0,0 0-3 0,0 0 0 16,0 0 2-16,0 0 3 0,0 0-3 0,0 0-4 16,0 0 9-16,11 9-5 0,-11-9 2 0,8 1-1 15,-8-1 4-15,6 2-5 0,-6-2 2 0,8 5 5 16,-8-5-12-16,10 4 3 0,-10-4 10 0,9 4-9 16,-5-2 6-16,-4-2-6 0,11 4 0 0,-6-1 1 15,1 0 9-15,0 1-9 0,-1 0 6 0,3-1-7 16,-2 0 5-16,2 1-2 0,0 2 0 0,2-1 1 0,-1-2-3 15,-2 0 0-15,2 3 1 0,3-1 1 16,-2-2 1-16,0 2-3 0,0-1 6 0,1 1-5 16,-1 0 3-16,3-2-1 0,-2 0 1 0,1 1 2 15,-1 1-4-15,-2-1-7 0,1-1 9 0,-3-1-8 0,0 2 7 16,1-1-6-16,-3-1 8 0,3 2 0 0,-2-2-5 16,1 0 1-16,-1 2-1 0,2-3 3 15,-8-1 1-15,11 5-11 0,-6-2-22 0,2-1-12 16,-1 0-14-16,0 1-10 0,1 1-12 0,-2-1-71 15,0 2-160-15,-1-1 71 0</inkml:trace>
  <inkml:trace contextRef="#ctx0" brushRef="#br0" timeOffset="33124.25">16856 6144 14 0,'0'0'56'0,"0"0"-8"0,0 0-6 16,0 0-5-16,0 0-4 0,0 0-1 0,0 0-5 0,0 0-1 16,0 0-8-16,0 0 4 0,-15 15-4 0,11-10 0 15,-1 0-4-15,-1 0 0 0,0 0-4 0,1 3 1 16,-3-2-3-16,0 2 0 0,-1-3 3 0,4 0-5 15,-3 1 2-15,1 0 0 0,-1 2 0 16,2-3-3-16,1 0 2 0,0 0-2 0,1-1-7 0,4-4-4 16,-7 9-5-16,4-5-12 0,3-4-7 0,-6 6-44 15,6-6-80-15,-5 5 35 0</inkml:trace>
  <inkml:trace contextRef="#ctx0" brushRef="#br0" timeOffset="33395.1">17032 6074 27 0,'0'0'43'0,"12"3"-3"16,-3-2 2-16,-1 0-14 0,1 2 3 0,3 2-7 15,-1 0-3-15,0-1-10 0,2 2-12 0,1 3-16 16,-3-1-25-16,3 1-45 0,-3-2 21 0</inkml:trace>
  <inkml:trace contextRef="#ctx0" brushRef="#br0" timeOffset="35142.11">15730 6138 33 0,'0'0'46'0,"0"0"-2"16,0 0-6-16,0 0 0 0,0 0 5 0,0 0-7 15,0 0-10-15,0 0 0 0,0 0-3 0,0 0 4 16,0 0-8-16,0 0-3 0,0 0 1 0,0 0 3 16,0 0-3-16,0 0-1 0,0 0 1 0,0 0-5 15,0 0 0-15,0 0 0 0,0 0-4 0,0 0-2 16,0 0 6-16,0 0-3 0,0 0-9 0,0 0 5 16,0 0-2-16,0 0 3 0,0 0-1 0,0 0-3 15,0 0 5-15,0 0-5 0,0 0 4 16,0 0 6-16,0 0-6 0,0 0 3 0,0 0-9 15,0 0 5-15,0 0-6 0,0 0 3 0,0 0 9 0,0 0-8 16,0 0-3-16,0 0 0 0,0 0 1 0,0 0 3 16,0 0-1-16,0 0 0 0,13 8-3 15,-5-8-4-15,0 3-7 0,3-2-12 0,0 0-11 0,3 0-10 16,-1 1-49-16,6-4-99 0,-2 4 45 0</inkml:trace>
  <inkml:trace contextRef="#ctx0" brushRef="#br0" timeOffset="35417.41">16482 6072 10 0,'15'-4'46'0,"-9"3"-7"0,-6 1-8 0,16-1-14 16,-5-1-10-16,2 1-19 0,1 1-11 0,1 1-26 15,-1-2 12-15</inkml:trace>
  <inkml:trace contextRef="#ctx0" brushRef="#br0" timeOffset="35631.61">17041 6075 18 0,'13'-2'71'0,"-13"2"-13"0,13-1 0 0,-4-1-8 16,2 2-13-16,2-2-11 0,0 2-18 0,1-1-14 15,4 2-15-15,0-1-30 0,0 0-53 0,0 0 24 16</inkml:trace>
  <inkml:trace contextRef="#ctx0" brushRef="#br0" timeOffset="35831.18">17602 6063 22 0,'12'0'53'0,"-12"0"-5"0,9 0-8 0,-9 0-7 16,13 0-8-16,-7 0-15 0,2 1-12 0,2-1-16 15,1 2-18-15,1-2-38 0,1 1 18 0</inkml:trace>
  <inkml:trace contextRef="#ctx0" brushRef="#br0" timeOffset="35992.11">17940 6064 68 0,'0'0'69'0,"10"-3"-8"16,-4 1-5-16,-6 2-15 0,18-3-14 0,-9 1-15 16,2 2-21-16,2-1-46 0,-1-1-58 0,0-2 26 15</inkml:trace>
  <inkml:trace contextRef="#ctx0" brushRef="#br0" timeOffset="36295.57">18858 6066 83 0,'0'0'64'16,"10"-2"-4"-16,-10 2-30 0,12-1-29 0,-12 1-41 15,13 0-43-15,-6 0 19 0</inkml:trace>
  <inkml:trace contextRef="#ctx0" brushRef="#br0" timeOffset="51229.2">15395 5744 5 0,'0'0'2'0,"0"0"2"15,0 0-1-15,0 0-1 0,0 0 0 0,-5-6-1 16,5 6 0-16,0 0 0 0,0 0-5 0,0 0-4 16,0 0 2-16</inkml:trace>
  <inkml:trace contextRef="#ctx0" brushRef="#br0" timeOffset="53628.68">19844 5995 2 0,'0'10'3'15,"0"-4"1"-15,0-6-2 0,1 14 1 0,-1-8-2 16,2 1 1-16,-1 0-2 0,1 1 2 0,0-1-1 15,-2-7-1-15,2 14-4 0,1-6 4 0,-2-1 1 16,2 3 1-16,-2-5-1 0,2 2 0 0,0 1 0 16,0 2 0-16,1-1-6 0,0 0-3 0,1 0 12 15,-2 1-7-15,1-2-3 0,3 0 3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2-01T09:54:10.8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16836 3536 1 0,'0'0'8'0,"0"0"-2"0,0 0-5 0,0 0 4 0,0 0-2 15,0 0-2-15,0 0 2 0,0 0-1 0,0 0 1 16,0 0-3-16,-4-6 2 0,4 6-3 0,0 0 1 15,0 0 2-15,0 0 2 0,0 0-4 0,-6-5 2 16,6 5-3-16,0 0-1 0,0 0 2 0,0 0 2 16,-7-5-2-16,7 5-2 0,0 0 3 15,0 0 1-15,0 0-3 0,0 0-1 0,0 0 2 16,-5-5-2-16,5 5 4 0,0 0 3 0,0 0-4 0,0 0-1 16,0 0 0-16,0 0-3 0,0 0 3 0,0 0 0 15,0 0 0-15,0 0-1 0,0 0 3 16,0 0-1-16,0 0-2 0,0 0 0 0,0 0-2 0,0 0 3 15,0 0-2-15,0 0 3 0,0 0-1 16,0 0 0-16,0 0 0 0,0 0 1 0,0 0 1 16,0 0-1-16,0 0-2 0,0 0 0 0,0 0-6 15,0 0-7-15,0 0 2 0</inkml:trace>
  <inkml:trace contextRef="#ctx0" brushRef="#br0" timeOffset="6381.84">6887 14201 25 0,'0'0'38'16,"0"0"-3"-16,-25-7 9 0,25 7-3 0,0 0-3 15,0 0 0-15,0 0-7 0,-9-2 0 0,9 2 8 16,0 0-22-16,-11-2 4 0,11 2-2 0,-9-1 3 15,9 1-3-15,-8-1 9 0,8 1-22 0,0 0 9 16,-14 0 9-16,14 0-6 0,-9-2 0 0,9 2 0 16,-10 0-3-16,10 0 5 0,-11 0-8 0,11 0-3 15,-13 0 8-15,13 0 0 0,-17 0-3 0,10 0-7 16,-4 0 9-16,0 0 9 0,1 2-14 0,-2-1 1 16,-1 0-4-16,3 2-2 0,-4-2 7 0,3 0-2 15,-2 0 1-15,0 1-7 0,1 1 2 0,0-2-4 16,-1 2-1-16,0-1 11 0,0-2-3 0,0 2-9 15,1 1 4-15,0 0 2 0,-2-2 3 0,3 1 3 16,-1 1 3-16,0-2-9 0,1 1 1 0,0-1 1 16,-2 0-4-16,1 2 0 0,0-2 5 0,3 1 1 15,-3 1-6-15,1-2 1 0,-1 2-3 0,1-2-3 16,-2 2 8-16,0-1-10 0,-5 1 9 0,3-2-11 16,-3 3 1-16,0-3 3 0,-1 3 5 0,1-3-8 15,-1 1 9-15,1-1-3 0,0 1-2 0,1 0 13 16,3-2-7-16,0-2-1 0,1 4 9 0,0-2-10 15,0 0 5-15,1 0 1 0,1 1-4 0,-1-1 3 16,1 0-3-16,1 0 5 0,-1-1-11 0,-1 2 5 16,1-1 4-16,4 0 0 0,-5-1-4 0,12 1-3 15,-15 1-1-15,7-1 4 0,8 0 8 0,-17-1-11 16,7 3 2-16,0 0 3 0,0 0-6 0,0-1 5 16,-1 2-4-16,5-2 5 0,-2 1-3 0,-1-1-6 15,-1 1 5-15,10-2 8 0,-11 4-1 0,5-4 4 16,6 0-4-16,-11 2-7 0,11-2 11 0,-11 2-7 15,3-2-8-15,8 0 2 0,-13 2 6 0,7 0-6 16,6-2 3-16,-12 1-1 0,6 0-1 0,6-1 8 16,-12 2-11-16,12-2 1 0,-11 0 3 0,4 1 2 15,7-1-4-15,-14 0-7 0,8 3 11 0,6-3-3 16,-14 1 3-16,6-1 1 0,-1 0-3 0,-1-1-2 16,-3 1 0-16,2 0-5 0,-1 1 8 0,1-2 4 15,-1 2-3-15,1 0 4 0,2-1-9 0,-1 0 4 16,1 1 3-16,9-1-2 0,-14 2 1 0,6-2-6 15,8 0 3-15,-14 1-1 0,6 0 1 0,-1 1-5 16,9-2 3-16,-14 2-3 0,7-2-1 0,7 0-5 16,-11 3-12-16,11-3-20 0,-9 2-16 0,9-2-24 15,0 0-21-15,-9 0-86 0,9 0-200 0,-6 4 90 16</inkml:trace>
  <inkml:trace contextRef="#ctx0" brushRef="#br0" timeOffset="6766">4318 14430 5 0,'0'0'71'16,"-8"0"-10"-16,8 0-2 0,0 0-8 0,0 0-5 15,0 0 3-15,0 0-14 0,0 0-1 0,0 0-6 16,0 0 0-16,0 0 0 0,0 0-4 0,31-7-6 16,-21 6 0-16,2 0-1 0,-1-2 0 0,2 2-14 15,0-1-25-15,-3 1-5 0,1 1-21 0,-3-1-35 16,-8 1-89-16,13 2 40 0</inkml:trace>
  <inkml:trace contextRef="#ctx0" brushRef="#br0" timeOffset="7140.03">4382 14472 12 0,'-1'14'94'0,"1"2"-20"16,0 9 4-16,0-2 3 0,-3-2-4 15,4 4-15-15,-1 1 4 0,-1-8-1 0,2 1-8 0,-2 1-7 16,0 0-2-16,1-1-1 0,-3-3 5 0,3 0-16 15,-1 0-3-15,1-5-3 0,-1-2-9 0,-1 1 0 16,2-1 4-16,-1 2-4 0,0-4-2 0,1-7 1 16,-3 12 0-16,-1-6-1 0,2-2-4 15,-5 1 2-15,7-5-5 0,-9 8 1 0,3-5-2 0,0-2 3 16,-2 1-7-16,8-2-2 0,-13 0 5 16,13 0-6-16,-11-2 5 0,11 2 5 0,-13-5 2 15,8 3-13-15,5 2 8 0,-11-6 0 0,11 6 3 0,-7-4-2 16,7 4 2-16,-5-2-6 0,5 2-2 0,0 0 0 15,-3-7-4-15,3 7-1 0,0 0 0 0,0 0 12 16,15-11-8-16,-7 8 1 0,3-3-6 16,1 1 2-16,4-2-22 0,1 4-12 0,0-3-27 15,4 2-16-15,-1-1-11 0,-1-2-16 0,2 3-68 16,5-3-183-16,-8 1 81 0</inkml:trace>
  <inkml:trace contextRef="#ctx0" brushRef="#br0" timeOffset="7367.44">4603 14639 104 0,'-5'-5'129'0,"5"5"-1"0,0 0-13 15,-3-7-14-15,3 7-8 0,0 0-10 0,0 0-10 16,0 0-11-16,0 0-5 0,0 0-10 0,0 0 3 16,0 0-4-16,0 0-2 0,5 25-5 0,-2-15-5 15,1 3-5-15,-2-3 2 0,1 3 2 0,-1-2-8 16,1 1 1-16,-1 1-7 0,0-2 1 0,0 1-4 15,1-1 0-15,-2 0-5 0,1 1-18 0,1-1-29 16,1 1-13-16,-4-2-23 0,3 0-11 0,-3 1-10 16,0-2-12-16,0-2-60 0,0-7-178 0,0 11 79 15</inkml:trace>
  <inkml:trace contextRef="#ctx0" brushRef="#br0" timeOffset="7607.26">4636 14615 50 0,'0'0'85'0,"13"-4"-10"0,-13 4-7 0,13 1 3 15,-13-1-8-15,14 5 10 0,-5-1 0 0,-3 0-6 16,2 5 4-16,-2 0-21 0,-1 2 8 0,-1 0-5 16,-1 1-7-16,-3 7 4 0,0-4-2 15,-2 4-2-15,-2-1-6 0,-2 0 2 0,0-1-11 16,-7 5 5-16,3-3-13 0,-4 2 2 0,3-4-6 15,1-2 2-15,-1 1-14 0,0-4-18 0,2 1-14 0,1-4-28 16,1-1-20-16,3-3-23 0,1 0-77 16,-1 0-186-16,4-5 83 0</inkml:trace>
  <inkml:trace contextRef="#ctx0" brushRef="#br0" timeOffset="7930.09">4819 14582 11 0,'0'0'174'0,"4"-11"-19"0,-4 11-13 16,1-10-5-16,-1 10-23 0,0 0-16 0,0 0-7 15,0 0-8-15,0 0-10 0,0 0-8 0,-23 14-6 16,18-4-6-16,1-1-8 0,-1 1-8 0,1 3-6 16,3-4-2-16,0 2 3 0,2 2-6 0,-1-5-1 15,1 4-8-15,2-1 2 0,3-2-7 0,-2 0 3 16,1 0-7-16,0 1 2 0,2-2 3 0,1-3-10 15,0 3 5-15,0 0 0 0,-3-5 1 0,1 1-9 16,2 0 6-16,-3 0-7 0,0 0 3 16,-5-4-1-16,7 6 0 0,-7-6 4 0,5 4-2 0,-5-4 3 15,2 5-4-15,-2-5-2 0,0 0 0 0,0 0 6 16,-10 13-4-16,5-8-17 0,-2 0-10 16,1-2-16-16,-3 4-2 0,0-1-20 0,1-2-19 0,3 1-16 15,-2-1-24-15,3 0-69 0,-2-1-208 0,6-3 93 16</inkml:trace>
  <inkml:trace contextRef="#ctx0" brushRef="#br0" timeOffset="8242.59">5018 14560 22 0,'0'0'143'0,"0"0"-19"16,0 0-19-16,0 0-10 0,0 0-10 0,0 0-6 15,0 0-10-15,-33 21-6 0,24-13-7 0,1 2-1 16,3-1-13-16,-1 1-3 0,2 2-2 0,-1-1-14 16,4 0 6-16,-1-1-1 0,2-10-11 0,3 20 0 15,2-10 1-15,0 0 1 0,0-1 0 0,3-2-6 16,2-2-1-16,0 2-1 0,2-2-1 16,1 0-10-16,-2-1 9 0,2 1 6 0,-3-2-5 0,0-1 1 15,-1 2-6-15,-2 0 3 0,-2-2 1 0,-5-2-4 16,9 4 5-16,-9-4-2 0,2 4-2 0,-2-4-1 15,0 0 1-15,-12 19 4 0,0-8-1 0,-5 3-14 16,-4 3-4-16,5-5-14 0,-5 6-21 16,4-6-24-16,0-1-32 0,2 1-85 0,-3 2-200 0,3-5 89 15</inkml:trace>
  <inkml:trace contextRef="#ctx0" brushRef="#br0" timeOffset="11797.23">13005 14853 12 0,'0'0'42'16,"0"0"6"-16,0 0-13 0,0 0 7 0,0 0-12 15,0 0 3-15,0 0-8 0,0 0 6 0,0 0-11 16,0 0 0-16,0 0-12 0,0 0-3 0,0 0-6 0,0 0-22 16,0 0-6-16,0 0-21 0,6 4-54 0,-6-4 24 15</inkml:trace>
  <inkml:trace contextRef="#ctx0" brushRef="#br0" timeOffset="48347.25">26959 11501 43 0,'0'0'73'0,"0"0"-5"0,0 0-8 0,0 0-3 0,-4-7 3 15,4 7-8-15,0 0 2 0,0 0-12 16,0 0 1-16,0 0 8 0,0 0-11 0,0 0-13 16,0 0 9-16,0-7 5 0,0 7 11 0,0 0-26 15,0 0 0-15,0 0 7 0,0 0 0 0,-4-8-7 0,4 8 2 16,0 0-15-16,0 0 8 0,0 0-2 16,0 0 15-16,0 0-19 0,0 0-2 0,0 0-3 0,0 0-2 15,-3-8 2-15,3 8 5 0,0 0-9 0,0 0-9 16,0 0-4-16,0 0 4 0,0 0-3 0,0 0 1 15,0 0 0-15,5-9-5 0,-5 9 7 0,0 0-2 16,0 0-12-16,0 0 14 0,0 0 1 0,0 0 3 16,0 0-2-16,0 0 8 0,0 0-13 0,0 0 6 15,6-4 2-15,-6 4-11 0,0 0 7 0,0 0-2 16,0 0-3-16,0 0 1 0,0 0 6 0,0 0-1 16,0 0 1-16,0 0 0 0,0 0 0 0,0 0-1 15,0 0 2-15,0 0-2 0,0 0 4 0,19 7 4 16,-19-7 3-16,10 2 4 0,-5-1-2 0,-5-1 2 15,14-1 4-15,-6 1-11 0,-1 1 11 0,-7-1-6 16,16 0 8-16,-7 1-5 0,-2-1 2 0,2 0-6 16,0 0-1-16,-9 0-1 0,21-1 8 0,-10 2-4 15,-3-1 6-15,-8 0-7 0,14-2-11 0,-14 2 14 16,9 0 4-16,-9 0 0 0,9-3 0 0,-9 3 5 16,9-2 4-16,-9 2-4 0,0 0 0 0,0 0-2 15,9 0-2-15,-9 0-6 0,0 0 0 0,0 0-4 16,0 0-2-16,0 0-2 0,0 0-15 0,0 0-18 15,0 0-14-15,0 0-16 0,9-2-13 0,-9 2-18 0,0 0-18 16,0 0-89-16,0 0-211 0,0 0 95 0</inkml:trace>
  <inkml:trace contextRef="#ctx0" brushRef="#br0" timeOffset="48654.73">27389 11443 112 0,'0'0'111'0,"0"0"-5"16,0 0-30-16,0 0 6 0,0 0-5 0,0 0-3 16,0 0-15-16,0 0 8 0,0 0-6 0,14 3 5 15,-14-3-9-15,0 0-13 0,10-1 7 0,-10 1-5 16,7-2 8-16,-7 2-9 0,12 0 3 0,-12 0-2 15,13-3 0-15,-7 2 0 0,4-1-4 0,-1 1-6 16,1 0-4-16,0-1 4 0,-1 1-11 0,-3-1 2 16,-6 2-3-16,11-3-1 0,-11 3-10 0,10-1-2 15,-10 1-12-15,9-3-20 0,-9 3-18 0,0 0-29 16,9-1-17-16,-9 1-23 0,0 0-9 0,0 0-84 16,0 0-218-16,0 0 97 0</inkml:trace>
  <inkml:trace contextRef="#ctx0" brushRef="#br0" timeOffset="48946.21">27815 11365 104 0,'0'0'124'0,"0"0"-13"15,0 0-18-15,0 0-9 0,0 0 1 0,0 0-13 16,0 0-6-16,0 0-4 0,0 0-9 0,0 0-9 0,0 0-3 16,0 0 0-16,0 0-5 0,0 0-2 0,0 0 2 15,0 0 4-15,0 0-6 0,0 0 10 16,0 0-6-16,0 0-5 0,0 0-2 0,0 0 3 0,0 0-2 16,23 7-7-16,-23-7-3 0,13 0-3 15,-6 0 0-15,-7 0-18 0,13-1-23 0,-6-2-25 16,0 2-23-16,3 1-27 0,-10 0-107 0,14 0-221 0,-7-3 98 15</inkml:trace>
  <inkml:trace contextRef="#ctx0" brushRef="#br0" timeOffset="49249.01">28362 11339 128 0,'0'0'122'16,"0"0"-3"-16,0 0-5 0,0 0-15 0,0 0-12 16,0 0-10-16,0 0-7 0,0 0 0 0,0 0-9 15,0 0 2-15,0 0-3 0,6 3 3 0,-6-3-3 16,0 0-3-16,0 0-5 0,10 1 3 0,-10-1-13 15,0 0-1-15,12 0-3 0,-12 0-5 0,0 0-5 16,11-1-2-16,-11 1-17 0,12 1-18 0,-12-1-28 16,9 0-22-16,-9 0-38 0,11 1-25 0,-6 0-87 15,-5-1-225-15,14 1 99 0</inkml:trace>
  <inkml:trace contextRef="#ctx0" brushRef="#br0" timeOffset="49530.32">28862 11339 48 0,'0'0'134'0,"0"0"-12"0,0 0-6 0,0 0-21 15,0 0-5-15,0 0-1 0,0 0-5 16,0 0-7-16,7 4-12 0,-7-4-3 0,0 0-8 16,0 0-1-16,0 0-6 0,11 0 1 0,-11 0-14 0,0 0-14 15,9 1-13-15,-9-1-26 0,10-2-23 0,-10 2-22 16,11-2-32-16,-11 2-75 0,11 0-185 16,-4-1 82-16</inkml:trace>
  <inkml:trace contextRef="#ctx0" brushRef="#br0" timeOffset="49686.28">29195 11333 39 0,'0'0'48'0,"8"-1"-5"0,-8 1-36 0,0 0-31 16,0 0-24-16,0 0 12 0</inkml:trace>
  <inkml:trace contextRef="#ctx0" brushRef="#br0" timeOffset="51000.92">26859 11018 28 0,'8'-3'33'0,"-8"3"-6"0,12-1-3 0,-3 0 2 15,5-1-4-15,1 0-3 0,6-2 0 0,6 0-2 16,1 3-2-16,3-2-7 0,6 0 3 0,-1-1-1 16,2 0-4-16,2 1-1 0,12-3 0 0,2 1-2 15,0 0-4-15,-1 0-6 0,2 3 1 0,1-2 3 16,-2-1-2-16,-3 2 3 0,3 0-7 0,0 1 0 16,-1-2-1-16,-14 2 0 0,16-2 2 0,-3 0 1 15,-1 1-4-15,-12 0 8 0,0 0-7 0,12-2 0 16,-15 2 2-16,-2-1-5 0,3 3 6 0,-1-5 1 15,-5 2-1-15,2 1 4 0,-3-1 0 0,-3-1 0 16,4 1-7-16,-3 0 1 0,0-1 2 0,-7 4 3 16,8-6-11-16,-1 3-15 0,0 1 47 0,-1 0-28 15,-8 1-9-15,2-1 4 0</inkml:trace>
  <inkml:trace contextRef="#ctx0" brushRef="#br0" timeOffset="51507.87">29107 10823 5 0,'0'0'10'0,"6"3"5"16,-6-3-7-16,10 2-1 0,-10-2 0 0,12 2 0 0,-7 0-1 15,-5-2 3-15,11 1 0 0,-4 1 3 16,-7-2-2-16,14 2 6 0,-5 0-8 0,-4 0 4 16,5 0-7-16,-1 2 0 0,-1-1 1 0,2 0 4 15,-1 1-5-15,-1-2-4 0,3 1 0 0,-1 0 1 0,-1 1-3 16,1-1-6-16,1 0 7 0,0 0 0 16,-1 1-2-16,-2-4 2 0,1 4-5 0,-1-2 1 15,-2 0 0-15,1-1 3 0,-7-1 0 0,11 4 4 16,-5-2-5-16,-6-2 3 0,7 4-6 0,-7-4 4 15,6 4 5-15,-6-4 7 0,5 5-2 0,-5-5 5 0,4 5-1 16,-4-5-1-16,4 9 0 0,-4-9 2 16,1 8-2-16,2-3-1 0,-1 1 1 0,-2-6-5 15,3 13-1-15,-2-4 5 0,2 1-2 0,-1-2 2 16,-2 3-3-16,0-2 3 0,0 3-2 0,0 0 4 0,0 0-5 16,2-1 2-16,-4 2-5 0,2-1 4 0,-1 5-2 15,0-2-3-15,-1 2 5 0,0-1-4 0,-2-1 5 16,0 2-6-16,2-4 3 0,-2 3-3 0,1-4 0 15,0 1-4-15,1 0 0 0,-2 2 5 16,0-1-5-16,3-1 0 0,-3 2-8 0,3-3-6 0,-3 0 2 16,3 1-4-16,0 0-4 0,0-1-6 0,-2 1-2 15,2-3-1-15,-2 1-20 0,3 0-54 0,-1-1 24 16</inkml:trace>
  <inkml:trace contextRef="#ctx0" brushRef="#br0" timeOffset="52291.31">27294 11376 14 0,'0'0'42'16,"0"0"-15"-16,0 0-20 0,0 0-22 0,0 0-17 15,0 0 7-15</inkml:trace>
  <inkml:trace contextRef="#ctx0" brushRef="#br0" timeOffset="58769.57">26538 12069 8 0,'0'0'13'0,"0"0"0"16,-8 4 2-16,8-4-3 0,0 0 0 0,0 0-4 16,0 0 9-16,-6 5-5 0,6-5 3 0,0 0-5 15,0 0 4-15,0 0 2 0,0 0-1 0,0 0 5 16,-5 3 2-16,5-3 3 0,0 0-5 0,0 0 5 16,0 0-2-16,0 0-1 0,0 0 7 0,0 0-8 15,-10 1 3-15,10-1-2 0,0 0-8 0,0 0 0 16,0 0 3-16,-12 1-7 0,12-1 0 0,-7 2-2 15,7-2-2-15,0 0 1 0,-9 2-3 0,9-2 1 16,0 0 1-16,-4 3 0 0,4-3-4 0,0 0-3 16,0 0 6-16,-9 3-3 0,9-3 6 0,0 0-1 15,0 0-12-15,0 0 6 0,0 0 1 0,0 0-3 16,-5 2 2-16,5-2 6 0,0 0 0 0,0 0 3 16,0 0 1-16,0 0 6 0,0 0-17 0,0 0 26 15,0 0-15-15,23 5 3 0,-17-5 3 0,-6 0 1 16,14 0-1-16,-5 0-4 0,2-2-8 0,1 2 21 15,1 0-3-15,-2-3-5 0,3 2-6 0,-3 0 3 16,3-1-2-16,-1 0 5 0,1 1 2 0,-3-1-5 16,2 1-4-16,1-1 9 0,-3 1-8 0,0 0 2 15,-4-2-5-15,1 2 4 0,-8 1-9 0,12-1 12 16,-5 0-4-16,-7 1 5 0,7-2-10 0,-7 2 10 16,8-1-1-16,-8 1 4 0,0 0-1 0,0 0 4 15,0 0-1-15,9-1-2 0,-9 1 6 0,0 0-5 16,0 0 2-16,0 0-4 0,0 0 4 0,0 0-7 15,0 0 0-15,9-2 3 0,-9 2-2 0,0 0-8 16,0 0 6-16,0 0-6 0,0 0 5 0,0 0-5 16,0 0-12-16,0 0 6 0,0 0-12 0,0 0-11 15,0 0-8-15,0 0-13 0,0 0-8 0,0 0-13 16,0 0-22-16,0 0-102 0,0 0-200 0,0 0 90 16</inkml:trace>
  <inkml:trace contextRef="#ctx0" brushRef="#br0" timeOffset="59291.96">26594 11994 64 0,'0'0'71'0,"-5"-11"-4"0,5 11-10 16,0 0-2-16,0 0 5 0,2-8 2 0,-2 8 3 15,0 0-15-15,0 0 10 0,3-10-13 0,-3 10-4 16,0 0 2-16,2-7 3 0,-2 7 5 0,0 0-5 15,2-7 0-15,-2 7-3 0,0 0 3 0,0 0-9 16,0 0-2-16,0 0-4 0,5-6 2 0,-5 6-9 16,0 0-3-16,0 0-5 0,0 0-2 0,0 0 0 0,0 0-5 15,0 0 2-15,0 0-4 0,0 0 2 16,0 0-5-16,-2 24 4 0,2-24-1 0,-3 16 0 16,3-6 4-16,-2 3-2 0,0-2-4 0,2 0 12 0,0 2-2 15,0-1 3-15,0-1-2 0,0 1 1 0,-3 0-6 16,3-1 7-16,0 0-3 0,0-1 1 15,-2-1-8-15,2 1 2 0,0-3-2 0,0-7-2 0,0 14 7 16,0-8-4-16,0-6-1 0,0 10 3 16,0-10-3-16,0 0-5 0,0 9 1 0,0-9 1 0,0 0 0 15,0 0-1-15,2 11 1 0,-2-11-1 0,0 0-14 16,0 0-11-16,0 0-12 0,0 0-10 16,0 0-24-16,0 0-18 0,0 0-20 0,0 0-121 0,0 0-243 15,0 0 108-15</inkml:trace>
  <inkml:trace contextRef="#ctx0" brushRef="#br0" timeOffset="59821.11">26949 12043 5 0,'0'0'73'0,"0"0"-2"0,0 0-18 0,0 0-2 0,0 0-3 16,0 0 0-16,0 0-6 0,0 0-3 0,0 0-9 15,0 0-2-15,-23 6-8 0,23-6 12 0,0 0-15 16,0 0 12-16,0 0-13 0,0 0-1 0,-11-2 7 16,11 2-5-16,0 0-4 0,0 0-1 0,0 0-1 15,0 0 2-15,0 0-3 0,0 0-2 0,0 0-9 16,0 0 14-16,0 0-10 0,0 0 3 0,0 0-2 15,0 0 5-15,-11 0-6 0,11 0 9 0,0 0-2 16,0 0 1-16,0 0 1 0,0 0-1 0,0 0 1 16,29 0 2-16,-20 2-6 0,-9-2 7 15,17-3-3-15,-3 3-3 0,-3-1 1 0,1-1 1 0,1 0-2 16,-2 1 4-16,3 0-5 0,-1-1 2 0,-3 1-7 16,-10 1-2-16,23-3 2 0,-13 2-1 0,-1-1-10 15,-2 2-4-15,-1-2-16 0,-6 2-11 0,10-2-11 16,-10 2-10-16,11 0-14 0,-11 0-41 0,8-2-123 15,-8 2 55-15</inkml:trace>
  <inkml:trace contextRef="#ctx0" brushRef="#br0" timeOffset="60088.44">27057 11930 9 0,'0'0'93'0,"0"0"-7"15,0 0-11-15,0 0-6 0,0 0-5 0,0 0-11 16,0 0 7-16,0 0 5 0,0 0-25 0,-4 17 16 16,4-17 2-16,1 11-16 0,-2-4-1 0,1-7-1 15,-1 15-5-15,1-7-7 0,0 2-2 16,-1-4-4-16,-1 3-5 0,2-9-7 0,-2 13-14 0,2-6-15 15,0 3-31-15,0-10-29 0,0 14-61 0,0-14-151 16,2 12 67-16</inkml:trace>
  <inkml:trace contextRef="#ctx0" brushRef="#br0" timeOffset="60482.36">27480 12060 66 0,'0'0'58'0,"0"0"8"0,0 0 1 0,0 0-6 0,0 0-8 16,0 0-1-16,0 0 3 0,0 0-9 0,0 0-4 15,0 0-5-15,0 0-9 0,0 0 2 0,0 0 3 16,0 0-8-16,0 0 7 0,10 0 0 0,-10 0 4 16,15-1 1-16,-6 0-8 0,5 0-3 0,-1-2-7 15,1 1 0-15,3-1 7 0,2 0-4 0,-6 0-5 16,1 0 0-16,3 2-7 0,-2-1 1 0,-2 0 1 0,1 0-1 15,-4 1-12-15,-1 1-11 0,1-2-16 16,-2 2-14-16,-8 0-13 0,11 0-15 0,-11 0-75 16,10-2-157-16,-10 2 71 0</inkml:trace>
  <inkml:trace contextRef="#ctx0" brushRef="#br0" timeOffset="60728.1">27637 11922 39 0,'0'0'95'0,"0"0"-2"0,0 0-1 16,-8 17-11-16,6-12-6 0,1 2 8 0,-1 0-6 15,0 3-14-15,-2-2-4 0,2 3-8 0,-1 0 0 0,-1-1-5 16,1-1-8-16,1 2-2 0,0-2 4 0,0 1-9 15,2-2-23-15,0 2-20 0,0-10-10 0,0 18-24 16,0-11-35-16,0 1-69 0,0-8-162 16,2 12 72-16</inkml:trace>
  <inkml:trace contextRef="#ctx0" brushRef="#br0" timeOffset="61660.24">26626 12484 58 0,'0'0'79'0,"0"0"-8"0,0 0-2 16,0 0-6-16,0 0 4 0,0 0-7 0,0 0-1 15,-19-3-1-15,19 3-12 0,0 0 6 0,0 0-8 16,0 0 4-16,0 0-14 0,0 0 1 0,0 0-1 15,0 0-3-15,-11 1 8 0,11-1-12 16,0 0-1-16,0 0-4 0,0 0-2 0,0 0-3 0,0 0 5 16,0 0-1-16,0 0-6 0,0 0 9 0,0 0 3 15,0 0 13-15,0 0-4 0,0 0 4 0,0 0 2 16,22 5 3-16,-22-5-7 0,18 3 6 16,-9-3-5-16,3-1 1 0,1 1-5 0,-2 0 5 15,1-2 0-15,1 1-7 0,1 1 0 0,1-2 14 0,-4 2-19 16,1 0-3-16,1-2-2 0,-3 1-5 0,-4 1 2 15,-6 0-5-15,13-2 1 0,-13 2-2 0,10 0-1 16,-10 0 2-16,0 0-1 0,10-2-4 0,-10 2 2 16,0 0-8-16,7-2 5 0,-7 2-4 0,0 0-4 15,0 0-12-15,0 0-19 0,0 0-22 0,0 0-19 16,0 0 3-16,6 7-18 0,-6-7-24 0,0 0-35 16,-4 13-94-16,4-13-258 0,-6 8 115 0</inkml:trace>
  <inkml:trace contextRef="#ctx0" brushRef="#br0" timeOffset="62154.12">27183 12554 121 0,'0'0'126'0,"0"0"-7"0,0 0-9 15,0 0 2-15,0 0-13 0,0 0-2 0,0 0-7 16,0 0 0-16,0 0-7 0,0 0 0 0,0 0-5 16,0 0-7-16,0 0-2 0,0 0-1 0,0 0-12 15,0 0 0-15,0 0 1 0,0 0-7 0,0 0 0 16,0 0-4-16,0 0-7 0,0 0-3 0,0 0-3 15,0 0 0-15,0 0-5 0,0 0-1 0,14-13 0 16,-7 12-3-16,3-3 0 0,1 1 1 0,0 2-3 16,1-1-2-16,0-1-2 0,2-1 1 15,0 2-6-15,4-2 5 0,-3 0-5 0,4 0 0 0,0 2 3 16,-2-2 0-16,-4 2-3 0,3-1 2 0,-1 0-1 16,-3 0 0-16,-2 2-2 0,-1-1-2 0,-1 0-3 15,-8 2 2-15,11-2 2 0,-11 2 0 0,9-3 4 16,-9 3 4-16,0 0 4 0,9 0 5 0,-9 0 5 15,0 0 6-15,0 0-3 0,8-1 2 0,-8 1 1 16,0 0-7-16,0 0 1 0,0 0-5 0,0 0-2 16,0 0-4-16,0 0 1 0,0 0-6 0,0 0-9 15,0 0-14-15,0 0-22 0,0 0-25 0,0 0-31 16,0 0-29-16,0 0-42 0,0 0-34 0,0 0-168 16,0 0-387-16,0 0 171 0</inkml:trace>
  <inkml:trace contextRef="#ctx0" brushRef="#br0" timeOffset="62893.83">28029 12511 76 0,'0'0'120'16,"0"0"-10"-16,0 0-2 0,-5-7-2 0,5 7-1 15,0 0-4-15,0 0-5 0,0 0 0 0,0 0-2 16,0 0-8-16,-6-6-1 0,6 6-4 0,0 0-2 16,0 0-7-16,0 0-7 0,0 0-5 0,0 0-6 15,0 0-5-15,-4-4 0 0,4 4-7 0,0 0 0 16,0 0-5-16,0 0-4 0,0 0-4 0,0 0-4 15,0 0-6-15,0 0 0 0,-6-5-3 0,6 5-2 0,0 0 1 16,0 0 3-16,0 0-5 0,0 0-6 0,0 0-1 16,0 0 5-16,0 0-2 0,-9-4-2 0,9 4 0 15,0 0-1-15,0 0 9 0,0 0 0 16,-11-3 8-16,11 3-5 0,0 0-2 0,0 0 0 0,0 0-2 16,0 0-1-16,0 0-4 0,0 0 0 0,-6-1-1 15,6 1 0-15,0 0-3 0,0 0-2 0,0 0 4 16,0 0-5-16,0 0 5 0,0 0-4 0,0 0 5 15,0 0-1-15,0 0-2 0,21-4 3 0,-21 4 1 16,17-2-1-16,-6 2 6 0,3-2-5 0,-1 0 1 16,6-2 6-16,-2 2-3 0,-3 0-2 0,5-1 6 15,-2 1-2-15,-4 2 0 0,1-2 0 16,-4 0-7-16,1-2 3 0,-1 4 5 0,1 0-5 0,-11 0-1 16,16-1 1-16,-10 0 1 0,-6 1 3 0,9-2 0 15,-9 2 2-15,0 0 5 0,13 0 5 0,-13 0 2 16,6-2 1-16,-6 2-2 0,0 0 5 0,0 0-2 15,0 0-3-15,0 0-1 0,8-1 1 0,-8 1-5 16,0 0 0-16,0 0-4 0,0 0-5 0,0 0 1 16,0 0-8-16,0 0-13 0,0 0-19 0,0 0-28 15,0 0-32-15,0 0-46 0,0 0-50 0,0 0-32 16,0 0-163-16,0 0-407 0,4 7 180 0</inkml:trace>
  <inkml:trace contextRef="#ctx0" brushRef="#br0" timeOffset="63390.09">28727 12423 70 0,'0'0'138'0,"-15"-2"-11"0,15 2-6 16,0 0-10-16,0 0 3 0,0 0-14 0,-9 0-4 15,9 0-5-15,0 0-2 0,0 0-8 0,0 0-6 16,0 0-7-16,0 0-7 0,0 0-4 0,0 0-3 15,0 0-7-15,0 0 3 0,0 0-1 16,0 0 3-16,0 0 6 0,0 0-2 0,0 0-2 0,0 0-1 16,33 1-3-16,-24 0 0 0,3-2-8 0,1 1 0 15,1-1-4-15,-2 1-2 0,0-2-7 0,-3 1 2 16,1 0-2-16,3-1-2 0,-2 1-1 0,-3 0-3 16,-8 1-1-16,15 0 0 0,-10-1 1 0,-5 1 5 15,8-1-3-15,-8 1 5 0,0 0 0 0,13 0 1 16,-13 0 3-16,0 0 0 0,9-1 2 0,-9 1-3 15,0 0-2-15,0 0-2 0,0 0-2 0,0 0-1 16,0 0-6-16,0 0-1 0,9 1-4 0,-9-1-15 16,0 0-10-16,0 0-23 0,0 0-31 0,0 0-23 15,0 0-38-15,0 0-26 0,0 0-31 0,0 0-178 16,0 0-390-16,0 11 173 0</inkml:trace>
  <inkml:trace contextRef="#ctx0" brushRef="#br0" timeOffset="63798.71">29292 12437 36 0,'0'0'158'0,"0"0"-6"16,0 0-9-16,0 0-4 0,0 0-13 0,0 0-4 16,0 0-7-16,0 0-6 0,0 0-5 0,0 0-5 15,0 0-6-15,0 0-8 0,0 0-7 0,0 0-2 16,0 0-14-16,0 0-1 0,0 0-7 0,0 0-5 16,0 0 1-16,13-8-5 0,-8 6-2 0,-5 2 1 15,14-1-4-15,-8 1 1 0,-6 0-2 0,14-4-2 16,-7 3 4-16,-7 1-5 0,13-2 3 0,-6 1-2 15,-7 1-3-15,12-1-3 0,-12 1-1 0,8-4 0 16,-8 4-2-16,10-3-3 0,-10 3-2 0,7 0-2 16,-7 0 2-16,0 0-4 0,8-2-3 0,-8 2-1 15,0 0-2-15,0 0-2 0,0 0 0 0,0 0-5 16,9 0-1-16,-9 0-13 0,0 0-20 0,0 0-29 16,0 0-20-16,0 0-26 0,0 0-47 0,10 2-32 15,-10-2-167-15,0 0-376 0,5 3 166 0</inkml:trace>
  <inkml:trace contextRef="#ctx0" brushRef="#br0" timeOffset="64088.21">29738 12408 106 0,'0'0'186'16,"0"0"-5"-16,0 0-8 0,0 0-9 0,0 0-13 15,0 0-14-15,0 0-9 0,0 0-8 0,0 0-7 16,0 0-4-16,0 0-5 0,0 0 0 0,0 0-14 16,0 0-9-16,0 0-10 0,31-1-5 0,-24-1-6 15,4 0-6-15,-11 2-5 0,20 0-2 0,-10-2-8 16,3 1-15-16,-3 1-30 0,-2-2-40 0,1 2-32 15,-9 0-50-15,19 2-37 0,-11-2-158 16,-1 0-349-16,-7 0 154 0</inkml:trace>
  <inkml:trace contextRef="#ctx0" brushRef="#br0" timeOffset="64260.59">30054 12417 150 0,'0'0'167'0,"9"-4"-23"0,-9 4-8 16,9-2-20-16,-2-1-15 0,-7 3-36 0,13-1-41 15,-5-1-47-15,2 1-63 0,-2-2-47 0,1 0-143 16,1 0 64-16</inkml:trace>
  <inkml:trace contextRef="#ctx0" brushRef="#br0" timeOffset="73787.39">26791 12823 68 0,'0'0'86'0,"0"0"-1"0,0 0-17 0,0 0 0 0,0 0-1 16,0 0 4-16,0 0-8 0,-4-10-1 0,4 10-3 15,0 0-3-15,0 0-4 0,0 0-4 0,-6-5-6 16,6 5 0-16,0 0-5 0,0 0 5 16,-10-3-3-16,10 3 0 0,0 0-6 0,-7-2 2 0,7 2-4 15,0 0-1-15,-9-2-3 0,9 2-2 0,0 0-2 16,0 0 4-16,-11 0-1 0,11 0 6 0,0 0-5 15,0 0 0-15,-7-3 0 0,7 3-2 0,0 0-5 16,0 0 1-16,0 0-6 0,0 0 1 0,0 0-6 16,0 0-1-16,0 0 0 0,0 0-1 0,0 0-1 15,0 0-1-15,0 0 0 0,0 0 4 0,0 0-9 16,0 0 12-16,0 0-4 0,25 3 2 0,-16-1-2 16,5-2 0-16,-3-2 3 0,5 2 1 0,-1-1-2 15,3-1-3-15,-2 0 5 0,2 0-2 0,-5 0-2 16,1 1 1-16,-1 0-4 0,-2 0 5 0,1-1-3 15,-3 1-1-15,-3 0-3 0,-6 1 0 0,12-1 7 16,-12 1-4-16,7-2-3 0,-7 2 1 0,0 0-2 16,0 0 2-16,0 0 1 0,10 2-3 0,-10-2 1 15,0 0 4-15,0 0 4 0,0 0-9 0,0 0-4 16,0 0-19-16,0 0-11 0,0 0-27 0,0 0-36 16,0 0-27-16,0 0-138 0,-17 14-280 0,17-14 124 15</inkml:trace>
  <inkml:trace contextRef="#ctx0" brushRef="#br0" timeOffset="74204.39">27357 12776 65 0,'0'0'169'16,"0"0"-4"-16,0 0-8 0,0 0-6 0,0 0-12 16,0 0-6-16,0 0-12 0,4-4-5 0,-4 4-9 15,0 0-8-15,0 0-11 0,0 0-8 0,0 0-10 16,8-6-7-16,-8 6-8 0,10-3-3 0,-5 0-7 16,7-1-3-16,-1 2-4 0,0-3-5 0,2 2 0 15,1 0-2-15,4-1-6 0,-1-1 1 0,2 2-5 16,-4-1-1-16,3 2 1 0,-4 0-4 0,-1 0 2 15,0-1-5-15,0 0 4 0,-1 1-4 0,-1 1 2 16,-3 0-2-16,0-2 1 0,-8 3 1 0,13-1 1 16,-5 1 2-16,-8 0 5 0,0 0 1 0,9-2 5 15,-9 2 2-15,0 0 0 0,9-2 1 0,-9 2 0 16,0 0 4-16,0 0-4 0,6-2-1 0,-6 2-3 16,0 0-3-16,0 0-4 0,0 0-4 0,0 0-2 15,0 0-20-15,0 0-16 0,0 0-20 0,0 0-24 16,0 0-23-16,0 0-34 0,0 0-37 0,0 0-26 15,0 0-164-15,-9 18-377 0,9-18 166 0</inkml:trace>
  <inkml:trace contextRef="#ctx0" brushRef="#br0" timeOffset="74584.17">28107 12739 84 0,'0'0'177'15,"0"0"0"-15,0 0-10 0,0 0-7 0,0 0-11 16,3 4-11-16,-3-4-11 0,0 0-6 0,0 0-10 16,0 0-10-16,0 0-6 0,0 0-7 0,11-2-3 15,-11 2-8-15,0 0-7 0,14-2-5 0,-7-1-2 16,3 1-7-16,-1 0-2 0,3 1-4 0,0-1 2 15,1-2-4-15,0 3-3 0,0-1-2 0,1-1-1 0,-1 1-4 16,-1-1-4-16,0 2-4 0,-1 0-1 16,-2 0-5-16,-2-2-1 0,-7 3 2 0,10-1-1 15,-10 1-6-15,10-3 1 0,-10 3-3 0,0 0 1 16,8 0-2-16,-8 0 3 0,0 0-5 0,0 0 1 16,7-4-4-16,-7 4-1 0,0 0-3 0,0 0 1 15,0 0-1-15,0 0-10 0,0 0-22 0,0 0-28 16,0 0-29-16,0 0-41 0,0 0-36 0,9 3-22 15,-9-3-15-15,0 0-138 0,7 5-364 0,-7-5 162 16</inkml:trace>
  <inkml:trace contextRef="#ctx0" brushRef="#br0" timeOffset="74973.98">28855 12687 113 0,'0'0'189'0,"0"0"-5"16,0 0-8-16,0 0-5 0,7 0-13 0,-7 0-11 16,0 0-13-16,0 0-9 0,0 0-10 0,0 0-9 15,0 0-6-15,0 0-5 0,0 0-8 0,0 0-8 16,0 0-4-16,0 0-9 0,0 0-5 0,0 0-6 15,0 0-2-15,0 0-5 0,12-2-1 0,-4 0-4 16,-8 2-9-16,11-2 3 0,-11 2-4 0,13-2-5 16,-3 0-3-16,-2 0 1 0,3 0-6 0,0 1-4 0,-2 0 1 15,2-1 1-15,-2-1 0 0,0 1-6 16,1 0 1-16,-1 2-6 0,-9 0 2 0,13-4 4 16,-7 4-4-16,-6 0 5 0,0 0-6 0,14 1 4 15,-14-1-4-15,7-1 2 0,-7 1 2 0,0 0-7 16,0 0-1-16,9-1 0 0,-9 1-15 0,0 0-19 0,0 0-34 15,0 0-40-15,0 0-35 0,0 0-30 16,0 0-30-16,0 0-156 0,0 0-382 0,0 0 169 16</inkml:trace>
  <inkml:trace contextRef="#ctx0" brushRef="#br0" timeOffset="75268.03">29439 12676 76 0,'0'0'195'0,"0"0"-3"0,0 0-9 0,0 0-7 16,0 0-10-16,0 0-12 0,0 0-10 0,0 0-11 16,0 0-12-16,0 0 0 0,0 0-9 0,0 0-2 15,0 0-28-15,0 0 0 0,0 0-7 0,0 0-5 16,0 0-5-16,0 0-4 0,0 0-9 0,0 0-2 0,0 0-7 15,25-5-3-15,-25 5-4 0,13 0 1 16,-5-2-7-16,-8 2-4 0,18-1-2 0,-8-1-1 16,2 1 1-16,-2 0-13 0,0-1-25 0,3 2-31 15,-3 0-33-15,-10 0-47 0,18-2-47 0,-10 1-42 16,-8 1-131-16,0 0-373 0,14 1 165 0</inkml:trace>
  <inkml:trace contextRef="#ctx0" brushRef="#br0" timeOffset="75455.86">29848 12673 5 0,'0'0'178'0,"0"0"6"0,0 0-8 16,0 0-15-16,0 0-18 0,8-4-13 0,-8 4-18 15,0 0-10-15,0 0-8 0,10 0-16 0,-10 0-21 16,0 0-35-16,0 0-32 0,13 0-46 0,-13 0-46 15,6 2-111-15,-6-2-230 0,0 0 102 0</inkml:trace>
  <inkml:trace contextRef="#ctx0" brushRef="#br0" timeOffset="76068.32">26781 13164 118 0,'0'0'134'0,"0"0"-7"0,6-3-7 0,-6 3 3 0,11-4-20 16,-2 1-9-16,2-2-12 0,0 1-2 16,1 0-13-16,1 2 1 0,-2 0-24 0,1-1-24 15,-1-1-32-15,3 4-28 0,-5 0-27 0,-1 0-23 16,1 2-73-16,-9-2-174 0,14 2 77 0</inkml:trace>
  <inkml:trace contextRef="#ctx0" brushRef="#br0" timeOffset="76294.88">27286 13175 30 0,'0'0'122'0,"0"0"-14"0,8-4 2 16,-8 4-12-16,0 0-9 0,14 0-5 0,-8-3-13 0,-6 3 2 15,13 0-13-15,-5 0-3 0,3-2-8 0,0 2-29 16,3 0-13-16,-1 0-25 0,5 0-8 0,-2 0-26 16,2 0-23-16,0 0-60 0,0 0-145 15,0-2 64-15</inkml:trace>
  <inkml:trace contextRef="#ctx0" brushRef="#br0" timeOffset="76493.73">28020 13109 8 0,'0'0'134'0,"0"0"-16"16,11 0-1-16,-11 0-13 0,0 0-5 0,11-2-11 15,-11 2-10-15,10 0-9 0,-10 0-7 16,13-3-15-16,-3 2-9 0,2-1-29 0,1 2-22 16,2-3-32-16,0 1-38 0,3 1-56 0,0 1-150 0,1-5 67 15</inkml:trace>
  <inkml:trace contextRef="#ctx0" brushRef="#br0" timeOffset="76666.14">28651 13073 13 0,'0'0'127'0,"19"-1"4"0,-12 0-35 16,5-2-12-16,1 3-11 0,-2-2-26 0,4 1-31 16,-2-1-35-16,1 1-34 0,-2 1-34 0,-1-2-92 0,2 0 41 15</inkml:trace>
  <inkml:trace contextRef="#ctx0" brushRef="#br0" timeOffset="76842.89">29172 13048 110 0,'14'-4'134'0,"-6"3"-11"0,1 1-10 0,3-2-13 0,0 0-17 16,-1-1-27-16,7 0-24 0,-5 1-20 0,5 0-19 15,-6-1-35-15,4 0-22 0,-2-1-45 0,0 3-117 16,3-3 52-16</inkml:trace>
  <inkml:trace contextRef="#ctx0" brushRef="#br0" timeOffset="76989.39">29649 13000 3 0,'9'-2'152'0,"-9"2"-1"0,9 0-11 0,-9 0-6 0,12-3-15 15,-7 2-11-15,3 0-17 0,0-1-7 0,4 1-16 16,0 0-29-16,-2 0-34 0,4 0-38 0,-1-1-43 16,1 0-89-16,-1-2-177 0,2 2 78 0</inkml:trace>
  <inkml:trace contextRef="#ctx0" brushRef="#br0" timeOffset="77154.33">30055 12959 105 0,'0'0'232'0,"0"0"8"0,0 0-11 16,5-4-11-16,-5 4-19 0,0 0-16 16,0 0-20-16,0 0-16 0,0 0-17 0,0 0-19 15,0 0-26-15,10-1-32 0,-10 1-34 0,0 0-37 16,0 0-48-16,0 0-46 0,9-1-52 0,-9 1-129 0,0 0-316 16,0 0 140-16</inkml:trace>
  <inkml:trace contextRef="#ctx0" brushRef="#br0" timeOffset="78747.07">25843 14941 16 0,'3'36'28'0,"3"-4"-3"0,3-3 2 0,0 2 2 16,2-2-2-16,-3 0 0 0,2-4-1 0,2 2 2 15,0-2-11-15,0 2 3 0,-3-2-1 0,5 0 2 16,-9-6-8-16,5 5-6 0,-2 0-4 0,-2-6-7 16,1-1-7-16,-1 2-9 0,-1 0-30 0,0-3-54 15,2 1 24-15</inkml:trace>
  <inkml:trace contextRef="#ctx0" brushRef="#br0" timeOffset="79369.64">25904 14436 55 0,'0'0'86'0,"4"-6"-14"0,-4 6 2 0,4-7-8 16,-4 7-3-16,6-4-15 0,-6 4-3 0,0 0 0 15,0 0-11-15,0 0 1 0,17 9-6 0,-14-3-9 16,3 3 2-16,0 2 2 0,0 4 0 0,-2 2 11 16,-1 8-2-16,-3-2 3 0,1 8-1 0,-3 0 6 15,-2 3-2-15,-2 13-4 0,-6-1 2 16,3 3-6-16,-4-1-6 0,-1 0 3 0,3 1-4 16,-3-5 5-16,3 2-5 0,0-15 1 0,2 4-4 0,2-1 1 15,-2-3-2-15,5 3 4 0,0-1-7 0,1-1 3 16,3 0 2-16,5-2-3 0,-1 0-1 0,1 0-1 15,1 0 0-15,1-1-2 0,2 0-2 0,2-4-8 16,0 1-17-16,-1-8-19 0,3 4-20 0,3-1-27 16,-5-7-20-16,0 1-17 0,5-5-66 0,-5-3-196 15,5-1 87-15</inkml:trace>
  <inkml:trace contextRef="#ctx0" brushRef="#br0" timeOffset="80511.77">26252 14940 53 0,'0'19'96'0,"0"1"-29"0,0-1 1 16,0 0-12-16,2 8 0 0,-2-4-10 0,3 1-8 16,-1-4 2-16,0 0-18 0,1 6-4 0,-1-10-15 15,0 0-20-15,0 0-17 0,0 1-52 0,-2-5-92 16,0-2 41-16</inkml:trace>
  <inkml:trace contextRef="#ctx0" brushRef="#br0" timeOffset="80769.31">26281 14839 58 0,'14'0'82'16,"-1"2"0"-16,1 2-9 0,1 5-5 15,-1 1-8-15,-7 1-10 0,2 3-1 0,-1 2-11 16,-6 1 0-16,2 1 3 0,-8 8-2 0,0-1-10 16,-2-5 14-16,-3-2-3 0,-3 4-6 0,-5-1-8 15,0-2-4-15,0 1-22 0,3-5-19 0,1-4-20 16,-3 2-34-16,3-3-51 0,2-3-134 0,1-1 59 16</inkml:trace>
  <inkml:trace contextRef="#ctx0" brushRef="#br0" timeOffset="81143.97">26559 15141 2 0,'10'-4'125'0,"-1"-6"-14"15,0 1-6-15,0 0-12 0,2 3-3 0,-6-4-6 16,3 2 8-16,0-1-10 0,-2-1 0 0,-1 2 7 15,-1 3 5-15,-2-3-7 0,0 0 1 0,0 3-9 16,-2 5-3-16,-2-13-8 0,2 13-3 0,-8-8 0 16,8 8-10-16,-9-7-7 0,9 7-2 0,-12-1-6 15,12 1-5-15,-15 5-3 0,6 0 0 0,-1 0-5 16,2 2-7-16,-1 2 3 0,1-2-10 0,4 2-4 16,0-1-7-16,0 1-7 0,4-9 5 0,4 13-9 15,2-4-6-15,2-1-2 0,3-2-8 0,-3-1 7 16,6 2-3-16,-5-3 2 0,4 3-1 0,-5-4 3 15,2 2 0-15,-3 2 6 0,0 0 0 0,-2-2-1 16,-3 2 2-16,-2 0-5 0,0-7-5 0,-7 19 0 16,2-7-14-16,-6 2 2 0,1-2-14 0,-4-1 1 15,5 1-14-15,-5 0-17 0,5-2-19 0,3-4-26 16,-3-1-75-16,1 0-210 0,8-5 93 0</inkml:trace>
  <inkml:trace contextRef="#ctx0" brushRef="#br0" timeOffset="81727.1">26741 15043 112 0,'0'0'108'0,"3"-6"-5"16,-3 6 0-16,0 0-24 0,0 0-2 0,0 0-12 0,0 0-3 15,11 16-4-15,-10-12-9 0,-1-4-4 0,4 9-14 16,0-3 6-16,-2-2-3 0,-2-4-2 0,7 9-8 15,-7-9-4-15,8 4-6 0,-6 0-5 0,-2-4 0 16,6 5-16-16,-6-5 10 0,7 3 1 16,-7-3-3-16,0 0-9 0,0 0 5 0,0 0-8 0,11-8 6 15,-11 8-3-15,3-7-7 0,-3 7 6 16,0-9 6-16,0 9 0 0,0-10-5 0,0 10 8 0,2-7 6 16,-2 7-1-16,0 0 9 0,-2-9-8 0,2 9-3 15,0 0 4-15,0 0-8 0,0 0 12 0,0 0-2 16,0 0-7-16,0 0 1 0,0 0 0 0,0 0 0 15,0 0-1-15,0 0 6 0,0 0 1 16,19 15-12-16,-14-12 6 0,4-2 0 0,-9-1 5 16,13 0-5-16,-6 0 0 0,-7 0-2 0,16-6-1 0,-7 0 10 15,-1 2 1-15,-2-3-5 0,2-3-2 0,-3 2 6 16,3-2-7-16,-5 3 5 0,4-3 3 16,-7-1 1-16,4 2 3 0,-3-1 0 0,3 0 6 15,-4 3 4-15,0 0 6 0,0 7-3 0,0-12 3 16,0 12-6-16,2-7-5 0,-2 7-5 0,0 0-1 15,0 0 1-15,0 0-1 0,0 0-1 0,0 0-2 0,0 0 0 16,0 0 2-16,0 0 2 0,-4 25-8 0,2-16 0 16,2 1 1-16,0 0-4 0,0-3 4 15,0-7 2-15,2 13-8 0,-2-7 5 0,2 0-6 16,-2-6-4-16,7 10-6 0,-5-5-7 0,-2-5-1 16,4 5 6-16,-4-5-8 0,6 5-3 0,-6-5 7 15,0 0-5-15,8 3-9 0,-8-3 16 0,0 0-14 0,6 2-4 16,-6-2-20-16,0 0-7 0,0 0-3 15,9 2-10-15,-9-2-7 0,0 0 4 0,0 0 1 16,0 0 2-16,5 3-7 0,-5-3-43 0,2 6-129 16,-2-6 57-16</inkml:trace>
  <inkml:trace contextRef="#ctx0" brushRef="#br0" timeOffset="83488.48">26672 12544 56 0,'0'0'96'0,"0"0"-4"0,0 0-14 0,0 0-1 15,0 0 1-15,0 0-9 0,0 0-3 0,0 0 2 0,0 0 1 16,0 0 5-16,0 0-5 0,0 0 8 0,0 0-6 16,0 0-7-16,0 0-3 0,0 0-3 0,0 0-5 15,0 0 2-15,0 0-9 0,0 0 1 0,0 0 3 16,0 0-12-16,0 0-3 0,0 0-7 0,0 0-1 15,0 0-8-15,0 0-23 0,0 0-23 0,0 0-18 16,0 0-17-16,0 0-7 0,0 0-21 0,0 0-28 16,-11 19-83-16,11-19-218 0,0 0 96 0</inkml:trace>
  <inkml:trace contextRef="#ctx0" brushRef="#br0" timeOffset="83890.04">27393 12530 93 0,'0'0'145'0,"0"0"-15"0,0 0 1 0,0 0-14 16,0 0-14-16,0 0-9 0,0 0-9 0,0 0-11 15,0 0-7-15,0 0-6 0,0 0-7 0,0 0-6 16,0 0-8-16,0 0-13 0,0 0-16 0,0 0-25 16,0 0-3-16,0 0-16 0,0 0-9 0,0 0-18 15,0 0-18-15,0 0-19 0,0 0-60 0,0 0-170 16,0 0 76-16</inkml:trace>
  <inkml:trace contextRef="#ctx0" brushRef="#br0" timeOffset="84153.07">28064 12449 101 0,'0'0'133'15,"0"0"-6"-15,0 0-11 0,0 0-13 0,0 0-8 16,0 0-14-16,0 0-4 0,0 0-6 0,0 0-10 16,0 0-6-16,0 0-10 0,0 0-23 0,0 0-15 15,0 0-19-15,13 1-20 0,-13-1-10 0,0 0-31 16,11 1-84-16,-11-1-168 0,10-1 75 0</inkml:trace>
  <inkml:trace contextRef="#ctx0" brushRef="#br0" timeOffset="84336.86">28712 12456 81 0,'0'0'92'0,"0"0"-6"16,10 0-8-16,-10 0-28 0,0 0-15 0,12-1-27 15,-12 1-27-15,10 0-50 0,-10 0-74 0,0 0 32 16</inkml:trace>
  <inkml:trace contextRef="#ctx0" brushRef="#br0" timeOffset="84505.53">29139 12383 49 0,'0'0'103'0,"0"0"-8"0,0 0-16 16,0 0-18-16,0 0-37 0,0 0-25 0,0 0-33 15,0 0-29-15,0 0-68 0,0 0 30 0</inkml:trace>
  <inkml:trace contextRef="#ctx0" brushRef="#br0" timeOffset="86027.09">27555 12525 42 0,'0'0'87'0,"0"0"-8"0,0 0-8 0,0 0-11 15,0 0-17-15,0 0-8 0,0 0-10 0,0 0-20 16,0 0-13-16,0 0-22 0,0 0-39 0,0 0-73 16,0 0 32-16</inkml:trace>
  <inkml:trace contextRef="#ctx0" brushRef="#br0" timeOffset="87443.83">26647 12857 102 0,'0'0'128'0,"0"0"2"0,0 0-8 0,0 0 1 0,0 0-8 15,0 0 1-15,-4-7-6 0,4 7-3 16,0 0 2-16,0 0-4 0,0 0-1 0,0 0-9 0,0 0-4 16,0 0-7-16,0 0-7 0,-4-7-5 0,4 7-7 15,0 0-11-15,0 0 1 0,0 0-10 0,0 0-6 16,0 0-3-16,0 0-6 0,0 0-6 0,0 0 3 16,0 0-6-16,18-3-2 0,-7 0 0 0,6 0-1 15,12-1-5-15,-8 0-1 0,8-4 0 0,1 3-2 16,-1-3 1-16,2 3-4 0,-2-4 3 0,-8 3-2 15,-1 3-2-15,-2 0 0 0,-1 0-2 0,-3 0 3 16,-3 2-6-16,1-2 5 0,-5 3-4 16,-7 0-1-16,13-1 0 0,-13 1 3 0,8-2-3 0,-8 2 4 15,10 0 6-15,-10 0 3 0,0 0-1 0,0 0 1 16,0 0-2-16,0 0-1 0,0 0 0 0,0 0-2 16,0 0-4-16,0 0-12 0,-18 11-18 0,18-11-19 15,-9 4-21-15,9-4-34 0,0 0-30 16,-5 5-25-16,5-5-40 0,-4 6-98 0,4-6-317 0,0 0 140 15</inkml:trace>
  <inkml:trace contextRef="#ctx0" brushRef="#br0" timeOffset="87767.81">27496 12676 82 0,'0'0'138'0,"-8"-1"-9"0,8 1-14 0,0 0-11 15,0 0-11-15,0 0-14 0,0 0 6 0,0 0-20 16,0 0-2-16,0 0-8 0,0 0-5 0,0 0-3 16,0 0-1-16,0 0 0 0,0 0 12 0,0 0 4 15,0 0-1-15,0 0 4 0,0 0-4 0,0 0 0 16,0 0-2-16,0 0-7 0,33 4 0 0,-23-4-3 15,2 0-4-15,0-2-5 0,-1 1-4 16,0 1-2-16,3-1-3 0,-3 1-9 0,1 0 3 0,0-2-3 16,-2 1-2-16,1 0-11 0,-2 1-15 15,-9 0-28-15,16 1-18 0,-9 0-27 0,1 1-24 0,-1 0-32 16,0 0-141-16,-2 1-298 0,-5-3 132 0</inkml:trace>
  <inkml:trace contextRef="#ctx0" brushRef="#br0" timeOffset="88033.65">28280 12729 156 0,'0'0'193'15,"0"0"-6"-15,0 0-8 0,0 0-15 0,0 0-15 16,0 0-13-16,0 0-18 0,4-8-10 0,-4 8-14 16,0 0-7-16,0 0-8 0,14-3-10 0,-9 2-7 15,5-2-13-15,2 2-24 0,-1 0-22 0,3 0-26 16,-1-1-27-16,6 0-27 0,-2 0-32 0,2 1-19 16,-2 0-118-16,2-2-265 0,-2-1 117 0</inkml:trace>
  <inkml:trace contextRef="#ctx0" brushRef="#br0" timeOffset="88595.77">28213 12410 37 0,'0'0'142'15,"0"0"1"-15,0 0-2 0,0 0-6 0,0 0-13 16,0 0-3-16,0 0-8 0,0 0-4 0,0 0-5 16,0 0 1-16,0 0-5 0,0 0-3 0,0 0-5 15,0 0 0-15,0 0-8 0,0 0-6 0,0 0-5 16,0 0-6-16,0 0 2 0,0 0-3 0,0 0-2 16,0 0 1-16,0 0-10 0,0 0-5 0,0 0-5 15,0 0-4-15,0 0-3 0,0 0-4 0,0 0-3 16,0 0-5-16,0 0-20 0,0 0-28 0,0 0-32 15,0 0-28-15,0 0-33 0,0 0-32 0,0 0-26 16,7 7-140-16,-7-7-341 0,0 0 151 0</inkml:trace>
  <inkml:trace contextRef="#ctx0" brushRef="#br0" timeOffset="89383.75">28242 13530 128 0,'0'0'162'0,"0"0"-40"0,0 0-36 0,0 0-16 0,0 0-18 16,0 0-8-16,0 0-16 0,0 0-14 0,0 0-26 15,-12 0-38-15,12 0-58 0,0 0-116 0,0 0 52 16</inkml:trace>
  <inkml:trace contextRef="#ctx0" brushRef="#br0" timeOffset="90149.89">28284 13443 31 0,'0'0'92'0,"5"10"-35"16,-5-10-27-16,5 5-32 0,-5-5-33 0,5 6-38 0,-5-6 18 16</inkml:trace>
  <inkml:trace contextRef="#ctx0" brushRef="#br0" timeOffset="90330.48">28348 13547 66 0,'0'0'69'0,"0"0"-21"0,0 0-33 0,0 0-30 0,0 0-16 15,0 0-33-15,0 0 15 0</inkml:trace>
  <inkml:trace contextRef="#ctx0" brushRef="#br0" timeOffset="93467.79">28339 13482 15 0,'0'0'71'0,"0"0"-5"0,0 0-5 15,0 0-10-15,0 0-3 0,0 0-10 0,0 0-11 16,0 0 4-16,0 0-7 0,0 0-25 0,0 0-19 15,0 0-16-15,0 0-27 0,0 0-67 0,0 0 29 16</inkml:trace>
  <inkml:trace contextRef="#ctx0" brushRef="#br0" timeOffset="95778.32">28219 14066 30 0,'0'0'33'0,"3"-15"0"15,-1 10-4-15,1-7-12 0,1 2 11 0,-1-3-1 16,1 3 4-16,0-4-9 0,-1-2-3 16,3 4-2-16,-4 1-1 0,4-1 9 15,-2 0-3-15,3 1-5 0,-2 0 1 0,-2 0-6 0,0 1 8 16,1-2 0-16,1 3-6 0,0-1-3 0,0 0 10 16,-2 3-3-16,1 1 5 0,-2 0-4 0,2-1 8 15,-1 1-3-15,0-1 5 0,-3 7-15 0,7-12 11 16,-5 4-4-16,0 2-1 0,2-1 0 0,-2 0-10 15,-1 1 6-15,2-2 4 0,-2 0 10 0,1 1-4 16,-2 0-9-16,3 0-8 0,-1 0 12 0,-2 7-3 16,2-13 9-16,-1 6 5 0,-1 7-3 0,0-12 0 15,3 6-25-15,-3 6 18 0,1-11-10 0,-1 6 2 16,0 5-3-16,4-10-1 0,-4 10-1 0,3-8 3 16,-3 8 3-16,2-9-7 0,-2 9-1 0,3-7-2 15,-3 7-7-15,1-9 9 0,-1 9-2 0,2-7 4 16,-2 7-1-16,3-7-3 0,-3 7 4 0,3-7 2 15,-3 7-7-15,2-7-11 0,-2 7 7 0,0 0-7 0,0 0 4 16,4-7-4-16,-4 7 1 0,0 0-9 16,0 0-4-16,0 0-3 0,4-7 3 0,-4 7-5 15,0 0-4-15,0 0-15 0,0 0-13 0,0 0-9 16,0 0-3-16,0 0 3 0,0 0-8 0,0 0-38 0,0 0-120 16,0 0 53-16</inkml:trace>
  <inkml:trace contextRef="#ctx0" brushRef="#br0" timeOffset="99051.69">27131 11417 27 0,'-13'0'32'0,"13"0"2"0,0 0 5 15,-10-1 0-15,10 1 4 0,0 0 3 0,0 0-7 16,-9-2 2-16,9 2-1 0,0 0 9 0,0 0-3 15,0 0-6-15,0 0-1 0,0 0 6 0,0 0-5 16,-9 0-9-16,9 0 13 0,0 0-15 0,0 0-4 0,0 0 5 16,0 0-1-16,0 0-18 0,0 0 9 15,0 0 5-15,22-7-18 0,-10 4 9 0,-1 2-7 16,-2-1 5-16,2 0-2 0,-2 0-8 0,2 2 6 16,-1-3-12-16,1 3-8 0,-1-2-25 0,-2 2-12 15,3 0-25-15,0 0-60 0,-11 0-142 0,18 0 62 16</inkml:trace>
  <inkml:trace contextRef="#ctx0" brushRef="#br0" timeOffset="99249.83">27604 11376 45 0,'0'0'36'0,"16"0"-20"0,-7 0-21 0,2-1-11 15,1 1-16-15,-1-2 7 0</inkml:trace>
  <inkml:trace contextRef="#ctx0" brushRef="#br0" timeOffset="99423.46">28098 11333 41 0,'12'-3'71'0,"-3"3"-4"0,0 0-4 0,0 0-8 16,4-2-18-16,-2 1-17 0,3 0-28 0,8 0-50 15,-6 1-62-15,6-3 27 0</inkml:trace>
  <inkml:trace contextRef="#ctx0" brushRef="#br0" timeOffset="99595.69">28711 11278 74 0,'0'0'96'16,"10"-3"-13"-16,-4 3-10 0,2-2 0 0,0 1-19 15,0 0-28-15,4-1-18 0,0 2-31 0,1-1-55 16,0 0-84-16,5-1 38 0</inkml:trace>
  <inkml:trace contextRef="#ctx0" brushRef="#br0" timeOffset="99768.86">29113 11231 100 0,'10'-5'150'0,"-6"2"-3"0,-4 3-3 0,8-5-5 0,-8 5-5 16,8-5-16-16,-5 2-17 0,-3 3-10 0,8-5-15 16,-8 5-1-16,8-1-16 0,-8 1-29 0,0 0-25 15,7-1-23-15,-7 1-19 0,0 0-37 0,0 0-26 16,3 10-90-16,-3-10-207 0,0 0 92 0</inkml:trace>
  <inkml:trace contextRef="#ctx0" brushRef="#br0" timeOffset="100145.13">27418 11453 22 0,'22'-12'83'0,"-15"11"-14"0,5-3-1 15,1 1-10-15,5 0-7 0,4 1-20 0,0 0-22 0,6-1-38 16,1 4-32-16,3-3-65 0,-1 2 29 0</inkml:trace>
  <inkml:trace contextRef="#ctx0" brushRef="#br0" timeOffset="100484.08">28976 11362 2 0,'6'-4'148'0,"-6"4"-11"0,0 0-14 15,5-3-15-15,-5 3-21 0,0 0-25 0,12-2-16 16,-12 2-25-16,11-2-31 0,-1 1-33 0,3 0-71 16,-3-2-123-16,8 0 55 0</inkml:trace>
  <inkml:trace contextRef="#ctx0" brushRef="#br0" timeOffset="100650.12">29347 11287 51 0,'0'0'154'0,"0"0"-5"16,0 0-10-16,0 0-2 0,8-2-21 0,-8 2-19 0,0 0-11 16,0 0-27-16,0 0-13 0,0 0-4 0,0 0-39 15,0 0-34-15,2 12-31 0,-2-12-28 16,0 0-60-16,-5 13-162 0,5-13 72 0</inkml:trace>
  <inkml:trace contextRef="#ctx0" brushRef="#br0" timeOffset="101630.05">26594 15067 51 0,'0'0'140'0,"0"0"-6"0,0 0-15 0,0 0-14 15,0 0-4-15,0 0-13 0,4-5-11 0,-4 5-11 16,0 0-11-16,0 0-10 0,0 0-23 16,0 0-23-16,0 0-12 0,0 0-28 0,0 0-12 0,0 0-11 15,0 0-75-15,0 0-150 0,0 0 66 0</inkml:trace>
  <inkml:trace contextRef="#ctx0" brushRef="#br0" timeOffset="102195.64">26695 15234 13 0,'-16'-12'24'0,"16"12"-16"16,0 0-6-16,-9-7-11 0,5 3-8 0,4 4 5 15</inkml:trace>
  <inkml:trace contextRef="#ctx0" brushRef="#br0" timeOffset="103054.35">27193 11621 17 0,'0'0'18'0,"0"0"5"0,0-16-9 0,0 16 3 16,0 0-9-16,0 0 8 0,5-11-6 0,-5 11 2 16,0 0-7-16,4-15 5 0,-4 15-6 0,4-10-1 15,-4 10 4-15,6-10 3 0,-6 10 7 0,4-13-6 16,-4 13 0-16,2-13 6 0,-2 13 4 0,5-10 0 16,-5 10 0-16,0 0 4 0,2-19-8 0,-2 19 3 15,0 0 5-15,0-14 4 0,0 14-1 0,0 0 2 16,0 0-1-16,0 0 0 0,0 0 0 0,0 0-1 15,2-14-2-15,-2 14 4 0,0 0 4 0,0 0-11 16,0 0 1-16,0 0-4 0,0 0-8 0,0 0 12 16,0 0-11-16,0 0 1 0,0 0 0 0,0 0-4 15,0 0 0-15,0 0-11 0,0 0 10 0,0 0-2 16,0 0 3-16,0 0-7 0,0 0 0 16,0 0-7-16,0 0-11 0,0 0-9 0,0 0-12 15,0 0-10-15,0 0-21 0,0 0-46 0,0 0-122 0,0 0 54 16</inkml:trace>
  <inkml:trace contextRef="#ctx0" brushRef="#br0" timeOffset="104468.6">26652 14634 14 0,'0'0'38'0,"0"0"-3"0,0 0 3 0,0 0-11 16,0 0 9-16,0 0-11 0,0 0-1 0,-2-25-3 15,2 25 0-15,-1-10 1 0,1 2 2 0,0 8-6 16,1-15 12-16,-2 4 7 0,-1 2-9 0,2-4 7 16,-2 2-4-16,2 0 7 0,2-5-13 0,-2-1 3 15,2 1 4-15,-1-2-5 0,1 1 3 0,-2 1-8 16,5-2 10-16,-5 1-8 0,4 0-5 0,-2-3 3 15,5 1 0-15,-3-6-8 0,3 0-3 0,-3 0 3 16,4-3 6-16,2 2-12 0,-5-2 5 0,5 2 1 16,-2 0-1-16,-1 0 2 0,-1 3-8 0,1-2-1 15,0 0 16-15,-2 7-12 0,1-10 0 0,1 1-6 16,-3 2-1-16,2-1 5 0,0 0-6 0,-2 1 1 16,1-3-2-16,-1 3 3 0,-2 0 2 0,2 0-6 15,0 6 5-15,-4-8-3 0,4-2-3 0,0 3-5 16,3-5 0-16,-3 4-1 0,1-5-1 0,2 0 5 15,-2 0-13-15,1-1 5 0,1-1 1 0,-1-1-3 16,2 2-7-16,-4-2 13 0,5 2-7 0,-3-1 20 16,4 0-9-16,-4 3-10 0,1-1 0 0,1-1-4 15,-3 3 10-15,2 1-2 0,0-1 12 0,-3 4-14 16,-1 0 4-16,1-1 0 0,2 3 3 0,-4 5-5 16,4-7 0-16,-2 2 16 0,-4 4-13 0,4-4-4 15,-1-2 3-15,1 2 0 0,0-2-2 0,3 0-1 16,-2-2-2-16,0 0 2 0,-1-1-2 0,0-1-1 15,3 2 3-15,-1-1 6 0,2 0-3 0,-2 1 5 16,-1 2-1-16,-1 1-2 0,2-2 1 0,-2 4-1 16,2-3 4-16,-2 7-1 0,-1 0 1 0,-3-1 0 15,4 1-10-15,1-6 5 0,-3 8 10 0,2-1-5 16,1-1-7-16,-2 1 10 0,-1-2-1 0,2 1-2 16,-2-5-1-16,2 6 5 0,-1-1-4 0,1-7 5 15,0 7-5-15,0 0 6 0,-2-1-2 0,2-3 1 16,1 2 3-16,-4 3 1 0,2-7-5 15,-1 5 0-15,0 1 2 0,2 2 4 0,-4 2-3 0,1-4-3 16,-1 3 10-16,0 1-17 0,0 1 13 0,0-1-5 16,0 15 8-16,5-28 1 0,-5 11-7 0,0 5 0 15,0-3-7-15,0-2 2 0,4 0-1 0,-4 5 14 16,3-6-18-16,-1 7 8 0,-2 11 2 0,0-25-7 16,0 25 8-16,2-25-6 0,0 14 2 0,-2 11-2 15,0-24-1-15,0 24-2 0,4-20 10 0,-2 11-1 16,-2 9-6-16,3-16 4 0,-3 16 4 0,2-12-7 15,-2 12 0-15,0 0 3 0,0-17-6 0,0 17-3 16,0 0 6-16,0 0 0 0,-2-15 7 0,2 15 0 16,0 0-12-16,0 0 5 0,4-13-1 0,-4 13 1 15,0 0 0-15,0 0 0 0,0-16-3 16,0 16 5-16,0 0-9 0,0 0 9 0,5-15 3 0,-5 15-5 16,0 0 11-16,0 0-12 0,0 0 7 0,0 0 6 15,2-12 3-15,-2 12-8 0,0 0-4 0,0 0 2 16,0 0-4-16,0 0-10 0,0 0 4 0,0 0-1 15,0 0 8-15,0 0-4 0,0 0-4 16,0 0 10-16,0 0-8 0,0 0 6 0,-29 36-2 16,22-27-5-16,0 2-3 0,7-11 6 0,-13 21 3 0,6-10 0 15,-2 3-1-15,0 0-1 0,1 0-3 0,0-4-2 16,3 0 8-16,-3 2 6 0,3-1-12 0,-1-2 3 16,-2 3-5-16,2-3-2 0,-3 2 3 15,3-2 6-15,1 2 0 0,-2-2-3 0,2 1-3 16,-3-1-3-16,8-9-5 0,-9 13-11 0,4-8-6 0,5-5-6 15,-5 11-10-15,1-4-25 0,4-7-55 16,-4 9-133-16,4-9 58 0</inkml:trace>
  <inkml:trace contextRef="#ctx0" brushRef="#br0" timeOffset="104707.53">27149 11476 8 0,'17'6'77'0,"-8"-2"-9"0,3-1-10 15,1 3-11-15,-3-3 4 0,3 3-7 0,-1-2 0 16,3 5-13-16,-4-3-18 0,2 1-20 15,1 2-19-15,-1 1-42 0,1 0-74 0,-2-1 32 16</inkml:trace>
  <inkml:trace contextRef="#ctx0" brushRef="#br0" timeOffset="107199.03">27411 13208 4 0,'-23'10'14'0,"0"3"4"15,6-1-1-15,1-3-6 0,1 2-5 0,-1-1 0 16,3 2-6-16,0-2-3 0,1 2-10 0,3-2-12 15,2 0 5-15</inkml:trace>
  <inkml:trace contextRef="#ctx0" brushRef="#br0" timeOffset="108893.36">28128 12572 22 0,'-12'4'28'0,"2"1"0"16,-2 1 0-16,1 1-8 0,-3 2 6 0,-3-1-6 15,-2-1 2-15,4 3-2 0,-4-1 2 0,0 1-10 16,1 0 1-16,-1 1 5 0,1-2-1 0,-8 4-2 0,8-3 0 15,-5 3 3-15,5-2-2 0,0-1-4 16,2 2-2-16,-2-3 2 0,5 2-4 0,-3 2 6 16,3-5-6-16,2 5 5 0,-1-2 5 0,-1 0-4 15,1 1-1-15,2 1 1 0,1-3-2 0,-1 5-6 16,4-6 7-16,-3 2 2 0,3-2-6 0,1 2-1 0,-2 0-1 16,2 1 1-16,0-1 4 0,1 0-5 0,-4 3-3 15,5-3 4-15,-2 0-3 0,3 0 4 16,-2-2-2-16,3 2 3 0,-2 2 3 0,0-4-6 15,1 3-2-15,2-3 11 0,-2 3-10 0,0-4-7 16,4 3 7-16,-2-1-3 0,2 0 7 0,0-2-6 0,0 0-4 16,2 1 0-16,-3-1 3 0,3 2 1 15,0 0 1-15,1-1-2 0,-2 0 1 0,1 1 5 0,2-1-5 16,-3 0 5-16,4 2-1 0,0-2 4 16,1 1-4-16,-1 0 5 0,2 1-7 0,1-2 5 15,2 2-5-15,0 1 5 0,3-1-5 0,-3 0 0 0,2-2 5 16,-5 0-5-16,5 1 3 0,-4-2 1 0,-1 0-4 15,3-1 0-15,0 2-7 0,0-1 6 16,4 0-4-16,-5-2 6 0,3 1-3 0,-3 0-2 16,5-2 3-16,-5 0 1 0,1 0-3 0,2 1-3 15,-2-2-1-15,1 0 4 0,0-1-1 0,4 1 0 0,-2-2 2 16,1 1-1-16,1 0 0 0,0-1 2 16,1 0-7-16,-1-2 4 0,1 3-5 0,2-1 9 15,-3-1-6-15,1 2 5 0,1-3-10 0,0 1 1 16,0-1 8-16,-2 0-2 0,3 0-5 0,0 0 1 15,-2 1 0-15,2 1-4 0,1-2 8 0,-1-2-7 0,1 2 8 16,-1-2-5-16,-1 3 2 0,2-2 0 0,-1 1 2 16,0 0-6-16,0-2 7 0,-1 1-2 0,-2 1-4 15,2 0 2-15,-1 0-2 0,1-1 4 0,1-1-4 16,-2 1 3-16,1-1-3 0,-2 2 5 16,4 0-3-16,-4-3 1 0,1 3-2 0,3-2 1 0,-1 0-3 15,0-1-2-15,2 1 5 0,0-1-8 16,4-1-2-16,-5 1 1 0,1-2 8 0,1 2-2 15,4-3-6-15,0-1 8 0,0 2-9 0,-6 2-1 16,6 1 0-16,1-2 4 0,-1-2-6 0,-1 1-5 16,-1-2-1-16,-3 3 9 0,-2-1-5 0,2 0 1 0,0 0 1 15,0-1 4-15,4 0 1 0,-5 3 0 0,2-1-4 16,4-2-1-16,-4 2 3 0,2 0 1 16,-3-2 2-16,0 4-3 0,-3-3-3 0,1 2-7 15,8-3 3-15,-8 2-2 0,0-2-5 0,7 0-6 16,-8 3 1-16,-1-4-4 0,1 3 1 0,0-4 3 0,-1 1-5 15,1 1-18-15,-3 0-57 0,-1 0 187 0,2 2-95 16,-5-1-2-16,0 0 3 0,-1 0 0 0,1 1-10 16,-2 1 26-16,2-2-8 0,-2 1-2 0,0-1 5 15,0 2 3-15,-1-3-4 0,2 0 3 16,-3 4-4-16,0-1-6 0,1-1-15 0,-1 1 7 16</inkml:trace>
  <inkml:trace contextRef="#ctx0" brushRef="#br0" timeOffset="109596.9">29842 12622 22 0,'-8'15'23'0,"-3"3"5"0,-1 4-7 16,2 1-1-16,-3-6-5 0,-4 5 5 0,2-1-7 16,0 0 4-16,-6-4-5 0,1 0-3 0,2 4 4 15,-4-4-1-15,3 2-4 0,0-2 3 0,0-7-7 16,-4 5 9-16,6-5-1 0,-5 5 1 0,4-5-1 16,-1-1-1-16,-5 2 4 0,3 6-3 0,2-7 3 15,3-1-19-15,-1 4 17 0,-1 0-2 0,3-3-8 16,0 2 5-16,0-3-2 0,1 1 2 0,3-3-13 15,-2 5 12-15,-1-2-6 0,4-2-1 0,-3 3 6 16,3-4 2-16,0 2-7 0,-1-1-2 0,1-1 4 16,-1 0-5-16,-1 1 11 0,-1 2-10 0,-2 0 4 15,1-1 4-15,0 3-7 0,-1-3 3 0,2 2-2 16,-4-1 8-16,2 2-11 0,-3-2 1 0,1 2 2 16,1-2-5-16,-3-1 4 0,3-3 5 0,-2 3-7 15,-1-2 10-15,4-1-10 0,2-1 1 0,-6-1 4 16,0 0-1-16,2-3 1 0,1 3-2 0,-4-1 1 15,2-1-10-15,-1 0-3 0,1-1-9 0,1 1-11 16,-2-1-34-16,2 0-71 0,-1 0 32 0</inkml:trace>
  <inkml:trace contextRef="#ctx0" brushRef="#br0" timeOffset="110728.09">27539 12616 20 0,'-5'8'29'0,"-3"1"1"0,4-1-8 16,-4 3 2-16,2 5 1 0,1-2-3 0,1-2-2 16,-1 5 2-16,-1 1 1 0,1-1-4 15,3 3-14-15,0-1 12 0,-1-1-7 0,3 1 3 0,-4 5-3 16,4 2 0-16,0-7-7 0,0 7 7 0,4-7-3 15,-1-1 6-15,-2 3-5 0,2-3-2 16,4 1 2-16,2 3 10 0,-1 4-19 0,-3-9 4 16,5-2 6-16,-1 0-8 0,1 0 1 0,2 0 3 0,-1-1-2 15,-2-1 3-15,4-1-1 0,0-1 7 0,2 1 4 16,-2-2-9-16,3-1 1 0,-3 3 0 0,3-6 3 16,3 1-2-16,-4 0-6 0,2-2 3 0,2 2 5 15,-2-3-5-15,4 1-1 0,1-4-2 0,-4 0 7 16,6 2-3-16,-5-3-1 0,8-3-2 15,-1 2 2-15,-3-2-3 0,6 0 0 0,-7 1 3 16,-1 0 5-16,5-3-8 0,-5 1-1 0,1-2-1 0,-2 2-1 16,7-3 3-16,-8 1-3 0,4 2-3 0,-4-3 5 15,1 2 11-15,2-1-12 0,5-3 2 0,-1 1 0 16,-6 0 2-16,7 1-4 0,-2 0 3 0,-4-1-3 16,4-2-3-16,-4 4 4 0,7-3-7 15,-4-1 2-15,2 2 9 0,-1-3-6 0,0 2 2 16,-5 1-1-16,0 0 1 0,1 2-2 0,4-5 6 0,-5 3-3 15,0 0 1-15,-2-1-2 0,0 1-3 0,4 1-3 16,-3 3 3-16,0-4 11 0,-1 2-7 0,-1 2-11 16,0-4 8-16,0 3-1 0,0 0-1 0,-1-1 8 15,-3 3-3-15,7-1 3 0,-3 1-8 0,0 0 4 16,-3-1 0-16,3 0-4 0,0-1 2 0,0 2 5 16,-4 0-8-16,6-1 3 0,-4 1 3 0,-1-1-2 15,-1 1-7-15,1 0 6 0,-1-3 1 0,1 4-2 16,2-4 6-16,-4 2-7 0,1 1-4 0,0-1 4 15,-2 0 1-15,3 1-1 0,-4-1 7 16,2 1-4-16,-1 1 1 0,2-2-5 0,-3 1 8 16,2 0-7-16,-1 0 5 0,0 0 1 0,-1-2 0 0,1 3-10 15,1-1 5-15,-2-1 2 0,1 2 2 16,0 0-9-16,0 1 6 0,-1-3 0 0,1 1-5 0,1 2 9 16,0-1-5-16,-2 1 2 0,2-3-2 15,-2 2 5-15,1-2 0 0,1 1-3 0,-1 1 1 16,2 0-2-16,-3-1 4 0,1 0-6 0,1 0-3 0,0-1-1 15,-2 2 6-15,2-2-2 0,-5 2 3 0,2-2-2 16,3-1-5-16,-2 1 1 0,-10 4-4 0,15-7 5 16,-5 4 0-16,-2 0-2 0,2 0-5 0,-10 3-4 15,14-8 3-15,-6 3-8 0,0 2 4 16,-1 1 2-16,0-2 3 0,-2 0-1 0,1 0-4 16,-6 4 3-16,9-6-2 0,-4 3 0 0,0-1 2 0,-5 4 3 15,8-6 0-15,-4 4 2 0,-4 2-1 16,5-4 0-16,-5 4-1 0,8-6 6 0,-8 6 2 15,7-3-4-15,-7 3-8 0,9-5 0 0,-5 3 1 16,-4 2-8-16,8-7-1 0,-8 7-27 0,7-2-51 16,-7 2 23-16</inkml:trace>
  <inkml:trace contextRef="#ctx0" brushRef="#br0" timeOffset="111170.34">29788 12554 38 0,'0'0'48'0,"1"10"-9"0,-1-10-2 0,0 11-9 16,-1-4-1-16,-2 1-2 0,3 0 2 0,-1 2-4 16,1 0 0-16,0 2-3 0,0-2-3 0,0 2-6 15,-1-2 5-15,2 1-10 0,-3 3 4 0,0-3 2 16,1 0-3-16,-2 2-7 0,-1-1 4 0,2 0 0 15,-1 1 3-15,0-1-7 0,0 1 2 0,-1-2-3 16,0 1 4-16,1-1 2 0,-4 4-1 0,-2-1 0 16,2 1-8-16,-4-2 9 0,1 2-9 0,0-2 4 15,-2 1-2-15,-3 0 3 0,4-2 0 0,-4 2-7 16,-1-3 1-16,2 3 1 0,-3-5-4 0,1 3-8 16,-1-1-3-16,0-1-11 0,1-1-8 0,-3 1-27 15,1-3-66-15,-9 5 29 0</inkml:trace>
  <inkml:trace contextRef="#ctx0" brushRef="#br0" timeOffset="113595.34">27746 9609 4 0,'0'0'44'0,"0"0"-2"15,0 0-6-15,0 0 0 0,0 0-4 0,0 0-5 16,0 0-5-16,0 0 4 0,0 0 3 0,0 0-1 0,0 0-10 15,0 0-2-15,0 0-2 0,0 0 5 0,-2-8-4 16,2 8 2-16,0 0 2 0,0 0 3 0,0 0-6 16,0 0 3-16,0 0-6 0,0 0 2 0,0 0-4 15,0 0 5-15,-2-7-7 0,2 7 8 0,0 0-12 16,0 0 6-16,0 0-3 0,0 0 2 0,0 0-4 16,0 0-6-16,0 0 4 0,0 0-3 15,0 0 7-15,0-9-5 0,0 9 3 0,0 0-5 0,0 0 4 16,0 0-5-16,-2-8 8 0,2 8-5 0,0 0 6 15,0 0 2-15,-3-8-2 0,3 8 10 0,0 0-2 16,0 0-4-16,0 0-1 0,-5-10 1 0,5 10-1 16,0 0-9-16,0 0-1 0,0 0-1 0,0 0 13 15,-4-4 3-15,4 4-17 0,0 0 6 0,0 0 1 16,0 0-5-16,0 0 6 0,0 0 1 0,0 0-1 16,0 0-4-16,0 0 3 0,0 0-10 0,0 0-5 15,0 0 8-15,0 0-2 0,0 0 0 0,0 0 0 16,0 0 2-16,0 0 1 0,0 0-8 0,0 0 3 15,0 0 2-15,0 0 3 0,0 0-5 0,0 0 5 16,0 0 0-16,0 0-5 0,0 0 6 0,0 0-6 16,0 0 3-16,0 0 1 0,0 0 2 0,0 0 0 15,0 0-8-15,0 0 11 0,0 0 4 0,0 0-9 16,0 0 0-16,0 0 4 0,0 0 10 0,0 0-7 16,0 0-1-16,0 0 5 0,0 0 7 0,0 0-5 15,0 0-1-15,0 0 2 0,0 0 6 0,0 0-5 16,0 0-2-16,0 0 1 0,-7-5-3 0,7 5 5 15,-4-11-9-15,2 3 3 0,-1-1-4 0,1 0-3 16,-2-3 11-16,-1 2-9 0,0 0 0 0,1-4 6 16,1 2-11-16,-3-2-4 0,2-1 7 0,0-1-11 15,-2 3-1-15,2-2-1 0,-1 0 2 0,-1-2 0 16,0 2 0-16,1-3-4 0,-1 4 2 0,0 1 7 16,2 1-3-16,3 2 2 0,-3 2-1 0,0-2 5 15,0 4-6-15,3-1-5 0,1 7 7 0,-7-10-4 16,5 5-7-16,2 5 0 0,0 0-15 0,-4-8-13 15,4 8-5-15,0 0-6 0,0 0-7 0,0 0-7 16,0 0-38-16,0 0-115 0,0 0 52 0</inkml:trace>
  <inkml:trace contextRef="#ctx0" brushRef="#br0" timeOffset="114157.57">27663 9407 63 0,'-7'-6'73'0,"2"-2"-7"0,-1 1-9 0,-1-1-11 16,0-1 6-16,3 0-13 0,-3 0 8 0,1 0 2 16,1 0-9-16,-2 0 7 0,2 1-11 0,-1-3-2 15,1 3 6-15,-1-1-13 0,1 1-8 0,1 1 13 16,-3 1 2-16,5 0-13 0,-5 0-2 15,5 0-7-15,-6-1 7 0,2 4-4 0,1-1 2 0,5 4-9 16,-12-7 3-16,6 5-2 0,0-2 16 0,6 4-22 16,-9-3 8-16,9 3-7 0,-7-4-6 0,7 4-12 15,-9-4-4-15,9 4-8 0,0 0-14 0,0 0 1 16,0 0-6-16,0 0-5 0,0 0-10 0,-11 7-54 16,11-7-123-16,-2 5 55 0</inkml:trace>
  <inkml:trace contextRef="#ctx0" brushRef="#br0" timeOffset="114420.45">27530 9294 13 0,'-9'-13'124'0,"-3"-1"-11"0,2-1-12 16,1 2-1-16,2 1-4 0,-4-1 4 0,2-1-21 15,3 0-3-15,-4 6-13 0,3-1-3 0,1 1-9 16,-1 2-10-16,4 0-17 0,-3 3-11 0,6 3-28 16,-7-7-30-16,7 7-12 0,0 0-15 0,-9 2-73 15,0 5-155-15,6-1 69 0</inkml:trace>
  <inkml:trace contextRef="#ctx0" brushRef="#br0" timeOffset="114619.93">27376 9204 87 0,'-10'-3'65'0,"-1"2"-18"0,0 1-12 16,-1 0-20-16,5 1-25 0,-1 1-31 0,1 3-42 0,1-2 19 15</inkml:trace>
  <inkml:trace contextRef="#ctx0" brushRef="#br0" timeOffset="121513.47">27595 12682 24 0,'0'0'56'0,"0"0"-11"16,-4-6-4-16,4 6 6 0,0 0-10 0,-4-8-9 16,4 8 3-16,-2-6-4 0,2 6 3 0,0 0-14 15,-3-8 17-15,3 8-8 0,0 0 6 0,0 0-8 16,-5-5-6-16,5 5 0 0,0 0 14 16,0 0-19-16,0 0 2 0,0 0 0 0,0 0-10 0,0 0 6 15,-2-8-1-15,2 8 2 0,0 0-1 0,0 0-14 16,0 0 4-16,0 0 6 0,0 0-2 0,0 0-5 15,0 0 4-15,0 0 2 0,0 0 0 16,0 0-2-16,0 0 0 0,0 0-2 0,0 0 1 0,0 0 2 16,0 0 3-16,0 0-8 0,7 24 1 0,-7-24 2 15,3 11-6-15,-2-5 10 0,0 1-9 0,-1 2 3 16,2-2 2-16,0 2-1 0,2 2 3 0,0-2 0 16,-3 3-1-16,1-2 3 0,2 2-1 0,1-1 1 15,-2 0-1-15,1 0-6 0,0 1 8 0,0 1-4 16,1 1-6-16,-3-1 1 0,2-2-3 0,-1 3 14 15,2-2-12-15,-2-1 5 0,3 5 0 0,-4 0-2 16,3 0-3-16,-1-5 3 0,-2 2-3 0,3 0 6 16,-2-1-2-16,0-1 2 0,0 2-1 0,1-2-5 15,-1 2 2-15,1-2 1 0,0-1 4 0,-2 2-7 16,1-1 3-16,2 0 2 0,-1 1-4 16,1-2 8-16,-1 1-4 0,0 0 3 0,0-1-2 0,-2-1-2 15,1 2 2-15,2-1 6 0,0-1-12 0,-1 2 4 16,-2 0 3-16,2 0-2 0,0-2-5 0,1 2-2 15,0 0 5-15,-2-1 2 0,3-1-1 0,-1 1-6 16,-3-1 7-16,4 0-10 0,-2-1 4 0,2 1 1 16,-1-1-2-16,0-2 6 0,0 2-7 0,1-1 6 15,-1 1-3-15,5-1 5 0,-4 0-7 0,3-1 5 16,-1-1 3-16,0 0-6 0,0 1 6 0,0-2-9 16,1 1 6-16,-1-2-2 0,1 1-4 0,3-1 10 15,-3 0-8-15,2 1 0 0,3-3 6 0,-4 3-8 16,0-3-3-16,3 0 10 0,-4 1-2 15,4-2 1-15,1 2 4 0,-1-1-7 0,2 0-4 0,-5-1 8 16,4 0-4-16,-3 2-4 0,2-2 1 0,-1 0 2 16,1 0 1-16,-1 0 2 0,3 0-1 0,-6-2-3 15,5 4 4-15,-1-4-2 0,1 1-1 0,1 0-5 16,-3-1 4-16,3 0 1 0,2 1-2 0,-5 0-5 16,0 0 11-16,1-1-7 0,-1 2 4 0,2-1-2 15,-2 1 1-15,-3 0-3 0,3 0-4 0,1 0 3 16,-3-1-14-16,3 1 14 0,-3 0-6 0,2-1 1 15,-3 2 1-15,2-1-3 0,1 0-2 0,-1 0 4 16,0 0-4-16,1 0-1 0,-4 0-2 0,0 0 6 16,3 0 4-16,1 0 1 0,-2 1 0 0,3 0-4 15,-4-2 1-15,2 2 4 0,3-1-5 0,-2 0 0 16,2 0 3-16,-2-1 0 0,0 0-1 0,2 0 4 16,-2-1 3-16,1 2-2 0,0 0 2 15,4-1-1-15,-4-2 0 0,2 2-5 0,-2-1 0 16,-3 2-3-16,9-2 4 0,-6 1-4 0,6 0 0 0,-7-1 2 15,7-2 2-15,0 4-1 0,-6-2 1 0,6 1-1 16,-6 1 3-16,5-3-12 0,-6 2 19 0,6-2-9 16,-5 1 4-16,6 0-9 0,-2 0 16 0,1-1-14 15,0 2 15-15,-4-1-8 0,2-2 0 0,2 0-3 16,0-1-9-16,0 2 3 0</inkml:trace>
  <inkml:trace contextRef="#ctx0" brushRef="#br0" timeOffset="126916.2">27514 12653 2 0,'0'0'19'0,"0"0"-4"0,0 0 4 16,0 0-4-16,0 0 2 0,0 0-8 0,0 0 1 15,0 0 2-15,0 0-4 0,0 0-1 0,0 0-1 16,0 0 1-16,0 0-1 0,0 0 2 0,0 0 1 15,0 0 0-15,0 0 1 0,0 0-4 0,0 0-1 16,0 0-2-16,0 0 4 0,0 0 0 0,0 0 6 16,0 0-5-16,0 0-1 0,0 0-3 0,0 0 1 15,0 0 6-15,0 0-2 0,0 0-3 0,0 0 5 16,0 0 2-16,0 0-11 0,0 0 11 0,0 0-9 16,0 0 4-16,0 0-3 0,0 0 1 0,0 0 3 15,0 0-6-15,0 0 3 0,0 0 0 0,0 0 6 16,0 0-7-16,0 0 7 0,0 0-7 0,0 0 2 15,0 0 0-15,0 0 4 0,0 0-2 0,0 0-6 16,0 0 3-16,0 0-1 0,0 0 0 0,0 0 4 16,0 0-6-16,0 0 4 0,0 0-1 0,0 0 3 15,0 0-1-15,0 0-4 0,0 0 0 0,0 0 1 16,0 0 3-16,0 0-4 0,0 0-2 0,0 0-1 16,0 0 4-16,0 0-6 0,0 0 0 0,0 0 4 15,0 0-5-15,0 0 5 0,0 0-6 0,0 0-10 16,0 0 12-16,0 0 1 0,0 0 5 0,0 0-2 15,0 0 0-15,0 0-7 0,0 0 6 0,7 4 3 16,-7-4-5-16,3 8-1 0,1-4 2 0,-1 2-6 16,-3-6 4-16,4 11-1 0,0-8 6 0,-2 4-6 15,2-2 2-15,0 1 0 0,0 0 12 0,-2 0-14 16,2 1 7-16,-1-1-6 0,1 1 2 0,1-2 3 16,-1 4-4-16,-2-3 4 0,3 1-3 0,-1-1-1 15,-3 1-4-15,3-1 1 0,0 1 0 0,0-1 4 16,-1 0-1-16,1 1 4 0,1-1-3 0,2 0-1 15,-3 1 3-15,0 0-10 0,1 1 7 16,-1 0 7-16,1 0-7 0,0 0-2 0,1 1 1 0,-3-4 2 16,3 4 4-16,-2-3-6 0,1 3 8 0,0-4-1 15,0 2-12-15,-1 1 5 0,1-2-1 0,-1 2 7 16,0-2-8-16,1 1 3 0,-2-1-1 0,3 3 4 16,0-3-4-16,-1 0 6 0,1 2-6 0,-3 1-1 15,4-2 2-15,-2-1-5 0,-1 0 10 0,0-1-2 16,1 3 2-16,-1-2-2 0,2 1-11 0,-2-2 11 15,-2 1-2-15,5 0-2 0,-4 0-1 0,4 1 1 16,-3-1 3-16,2-1-2 0,-2 1-1 0,1 0 1 16,-1-1 0-16,1 1-4 0,1 1 6 0,-1-3-4 15,2 4 4-15,-3-4-2 0,2 2-2 0,-1-1-1 16,0 0 3-16,2 2 6 0,-3-3 3 0,2 1-7 16,-1 2 1-16,3-1 2 0,-2-2-6 0,0 0-2 15,-1 2-1-15,1-1 5 0,-1-2 3 0,4 1-7 16,-4 2 5-16,-1-2 2 0,2-1-6 0,-1 1 5 15,0 0-7-15,2 0-4 0,0-2 6 0,-3 3 0 16,-4-5-2-16,11 6 7 0,-6-2-2 0,1 0 6 16,-1-1-12-16,1-1 5 0,-6-2 2 0,9 6-7 15,-7-2 3-15,-2-4 2 0,10 4-4 0,-10-4 7 16,9 6-3-16,-5-3-1 0,0 1 1 0,-4-4-1 16,10 4 2-16,-8-1-2 0,-2-3-1 0,9 4 5 15,-5-1-5-15,-4-3-2 0,7 5 5 0,-7-5-6 16,11 5 13-16,-8-3-6 0,-3-2 1 0,8 3-5 15,-3 0 5-15,-5-3-6 0,8 3 1 0,-8-3 0 16,10 5 4-16,-4-3-11 0,-1 0 6 0,-5-2 5 16,9 3-3-16,-2-2 4 0,-7-1 1 0,11 3-2 15,-11-3-4-15,11 2 4 0,-5-1-2 0,0 2 1 16,-6-3-2-16,12 4 4 0,-6-3 1 0,-6-1-3 16,11 3-11-16,-6 0 16 0,-5-3-7 0,12 3-1 15,-7-2-1-15,-5-1 6 0,14 4-3 0,-7-2-2 16,5-2 1-16,-6 2 2 0,6-1-2 0,-4 1 0 15,3-2 2-15,-2 0 1 0,-1 3-1 0,0-2 4 16,3 0-1-16,-5 0-1 0,1 2 0 0,1-2 4 0,-8-1-9 16,15 3 5-16,-8-2-1 0,-1-1-4 15,-6 0-10-15,14 1 9 0,-8 1 1 0,-6-2 6 16,9 2 2-16,-9-2 5 0,12 1-4 0,-12-1 4 16,8 2 5-16,-8-2-1 0,7 2-4 0,-7-2-4 15,10 1 2-15,-10-1 3 0,9 3-3 0,-9-3 2 16,9 1-5-16,-9-1 7 0,11-1 3 0,-11 1-8 15,13 0 2-15,-7 0-4 0,-6 0 8 0,16-1-8 16,-9 1-1-16,0-2 7 0,-7 2-6 0,16-1 1 16,-9 0-3-16,-7 1-4 0,11 0 6 0,-11 0 2 15,13-1-11-15,-13 1 9 0,7-2-3 0,-7 2-12 16,0 0 4-16,10 0-7 0,-10 0-15 0,0 0-7 16,0 0-14-16,0 0-12 0,0 0-45 0,0 0-113 15,0 0 50-15</inkml:trace>
  <inkml:trace contextRef="#ctx0" brushRef="#br0" timeOffset="129662.57">27549 12628 36 0,'0'0'35'0,"-5"-5"3"15,5 5-4-15,0 0 0 0,-5-6 0 0,5 6-5 16,0 0 0-16,-4-4-5 0,4 4 2 0,0 0-5 16,0 0-2-16,0 0 6 0,0 0-7 0,0 0-4 15,0 0-8-15,0 0 0 0,0 0 1 0,0 0 0 16,0 0 4-16,0 0-5 0,0 0 8 0,0 0 0 15,0 0 0-15,0 0-4 0,-4 17 4 0,4-17-4 16,3 13 4-16,-2-6 6 0,-1 0-4 0,2 2 1 16,0 1-1-16,2 0-3 0,-1-1 3 0,2 3-4 15,-1-2 7-15,3 4-5 0,-1-2 1 0,3 1 7 16,0 3-7-16,0-3-2 0,0 0-1 0,1 2 4 16,-1-1-1-16,1 2 4 0,2-3-2 0,-3 2-1 15,2-3 5-15,3 2-12 0,-4 0-2 0,4-3 7 16,-1 2 7-16,-1-1 1 0,2 1-3 0,-3 0-2 15,5-1-10-15,-4-1 17 0,0 1 15 0,2 1-20 16,-2-2-1-16,0 0-1 0,0 0-8 0,2 0 5 16,-3 0-6-16,1-1 5 0,2 2 3 0,-1-3 0 15,-1 2-6-15,-1-2 11 0,2 1-7 0,3-1 3 16,-2 1-11-16,1 0 9 0,1 0-2 0,0 0-5 16,1 1 5-16,-3-1-3 0,2-3-8 0,-2 2 10 15,1 1-6-15,-1-2 2 0,-1 1 0 0,3-1 1 16,-5-2-4-16,0 1 3 0,6 3-7 0,-7-4 4 15,4 1 4-15,3-1-17 0,-5-1 7 0,5 2 12 16,-2-1-5-16,5-1 2 0,-3 1 4 0,-1-3 8 16,4 2-12-16,-1 1 2 0,-2-3-4 0,1 0 15 15,0 2-17-15,0-1-4 0,-1-2 0 0,0 0 6 16,2 1-2-16,-2-2 2 0,2 0-3 0,-2 0 4 16,1 0-3-16,1-1 1 0,-3 2 2 0,1-2 3 15,1 0-6-15,-3 1-2 0,-3 2 4 0,2-3-1 16,-1 1 5-16,-2 0-8 0,2-1 6 0,0 2-2 15,-1-2 4-15,1 0-6 0,1 0-2 0,3 3 12 16,3-3-5-16,0 0-1 0,-1-3 3 0,0 3 2 16,-2-2-5-16,5 1 1 0,-1 0 0 0,-3-2 3 15,1 4-14-15,0-1 8 0,0-1-1 0,0 0 4 16,-1-1-10-16,1-1 0 0,-1 0 15 0,-1 2-7 16,2-2-2-16,-6 3-3 0,5-4-1 0,-5 3 2 15,1-2-3-15,0 2 5 0,-3-1 3 0,2 1-5 16,1-2 2-16,0 2-2 0,-1-3 1 0,1 2-1 15,-1-1 1-15,-2 0-3 0,1 2-2 16,-1-2 2-16,0 1-1 0,-3 1 6 0,1-1-3 0,-1 1-4 16,0-2 2-16,-8 3 6 0,15-3-6 0,-7 1 6 15,3 0-11-15,-5-2 4 0,1 2 5 0,1 0-4 16,2-3 5-16,-3 3-3 0,2-1-3 0,-2-1 3 16,2 2 11-16,-2 0-6 0,1-1 0 0,-1 0 0 15,-1-1 1-15,5 0 2 0,-4 1-3 0,1-2 4 16,2 0 1-16,-4 1-2 0,-1 0 1 0,3 1 3 15,-3 1-1-15,3-2-12 0,-8 4 2 0,12-8 1 16,-6 5 0-16,2 0 1 0,-2-1 0 0,1 2-10 16,2-3 7-16,0 0 5 0,1-1-4 0,-2 1-1 15,-1 2 5-15,0 0-3 0,-1-1-8 0,1 3 5 16,2-5-3-16,0 3 9 0,0-1-4 0,0 1 0 16,-3-1 3-16,3-2 4 0,-1 1-5 0,1 2-1 15,1-2 4-15,-3-1-7 0,0 2 10 0,1 0-9 16,-1 1 3-16,0-2 2 0,-1 2 0 0,-1-4-5 15,0 3 11-15,3-2 1 0,-1 2-1 0,0 1 2 16,-1-4 1-16,2 0 0 0,1 2-4 0,-4-1 4 16,0-2-3-16,0 3-4 0,3-3 4 0,0 1-2 15,-3 2-3-15,-1-1-1 0,2-1 2 0,2-1-1 16,-1 0 1-16,-2 1 5 0,1 3-6 0,-3-3 0 16,1 1 2-16,3-2-1 0,-2 1-3 0,0-2 1 15,-1 1 2-15,1-1 1 0,0 1-4 0,0 0 2 16,3-1 1-16,-6 2 2 0,3 1-3 0,-2-1 0 15,1-2 0-15,1 1-3 0,-1-1 1 0,2-1 0 16,-2 1 2-16,0 0 3 0,-2 2-4 0,1 1 0 16,1-5-1-16,-2 2 0 0,2-1 2 0,1 1-3 15,-2 0 0-15,-1 1 3 0,2-1-5 0,0-1 2 0,0 2-6 16,0-3-1-16,0 1 7 0,-2 1-4 16,4 0 2-16,-2 1-4 0,-1 1 5 0,1-2-3 15,-2 0 0-15,1 3 0 0,1-4 1 0,0 2-1 16,-2 2-1-16,3-3-2 0,-2 1 5 0,0 1-2 0,0 1-5 15,1-3 4-15,-2 0 3 0,1 2-3 16,1 1 3-16,-2-2 1 0,2 0 0 0,-1 1-4 16,0-2 1-16,0 1 0 0,-2 1 0 0,3 0-5 15,-1-2 4-15,1 2 0 0,0 1 3 0,-2 0 0 16,2 0-4-16,0-1 0 0,-2 1 5 0,2-2-6 16,-4 8 2-16,5-11-5 0,-2 5 2 0,-3 6 3 15,5-10-1-15,-2 5 0 0,-3 5 3 0,6-9-4 16,-4 4-1-16,1-2 0 0,-3 7 4 0,5-8-5 15,-4 2 3-15,-1 6-2 0,4-5 3 0,-4 5 0 16,3-6-1-16,-3 6 0 0,0 0-1 0,0 0-1 16,4-6 3-16,-4 6-8 0,0 0 7 0,0 0-5 15,0 0-9-15,0 0-18 0,0 0-12 0,0 0-24 0,0 0-36 16,0 0-14-16,0 0-25 0,0 0-14 16,0 0-29-16,0 0-109 0,-7 28-317 0,3-23 141 15</inkml:trace>
  <inkml:trace contextRef="#ctx0" brushRef="#br0" timeOffset="135943.67">9986 16979 16 0,'0'0'51'0,"0"0"-7"0,0 0-1 15,0 0-5-15,0 0-5 0,0 0-4 0,-9-15 4 16,9 15 0-16,0 0-4 0,0 0 10 0,0 0-8 16,0 0 4-16,0 0-5 0,0 0 1 0,0 0 0 15,-5-12-3-15,5 12-3 0,0 0 2 0,0 0-9 16,0 0 5-16,0 0-12 0,0 0 9 0,0 0-6 15,0 0 2-15,0 0-2 0,0-14-4 0,0 14 0 16,0 0-3-16,0 0-2 0,0 0 11 0,0 0-18 16,0 0 7-16,0 0-8 0,0 0 5 0,6-15 1 15,-6 15-1-15,0 0-2 0,0 0 0 16,0 0 2-16,0 0 2 0,0 0-3 0,7-8 8 16,-7 8 0-16,0 0 2 0,0 0-3 0,0 0 1 15,0 0 3-15,0 0-4 0,0 0 5 0,0 0 3 16,0 0-3-16,6-14 4 0,-6 14-3 0,0 0 6 15,0 0 6-15,0 0 1 0,0 0 1 0,0 0-2 16,0 0 6-16,0 0-7 0,0 0-12 0,0 0 4 16,0 0-6-16,0 0 0 0,0 0-2 0,0 0 0 15,0 0-2-15,0 0-1 0,0 0 0 0,0 0 5 16,0 0 10-16,0 0-2 0,0 0 0 0,-12 46 4 16,6-30-1-16,2-4 4 0,-3 3-4 15,-1 2 7-15,1-2-4 0,-2 1 7 0,2 1-1 0,-1-3-1 16,1 0-4-16,-1-1 4 0,0-2-17 0,3 0 13 15,0-2 1-15,-1 1-14 0,2 1 4 0,0-5-1 16,4-6 2-16,-8 14-3 0,5-9-8 0,3-5 7 16,-4 14-3-16,4-14-4 0,-6 6-2 0,6-6 2 15,-3 8-5-15,3-8-2 0,0 0-4 16,0 0-6-16,-4 8-8 0,4-8-6 0,0 0-14 16,0 0 5-16,0 0-9 0,0 0-12 0,0 0-14 15,0 0-8-15,0 0-8 0,0 0-9 0,0 0-7 16,0 0-5-16,0 0-68 0,0 0-185 0,0 0 83 15</inkml:trace>
  <inkml:trace contextRef="#ctx0" brushRef="#br0" timeOffset="136394.81">9960 16958 87 0,'0'0'103'0,"0"0"-1"16,0 0-6-16,-10-14-6 0,10 14 2 0,0 0-9 15,-6-9-8-15,6 9 0 0,0 0-8 0,0 0 2 16,-7-8-5-16,7 8-7 0,0 0-11 0,0 0-1 16,0 0-6-16,0 0-4 0,0 0-1 0,0 0-7 15,0 0-4-15,0 0 4 0,13-25-4 0,-13 25-6 16,12-5-1-16,-12 5 3 0,19-7-13 0,-19 7 13 15,20-5-5-15,-8 3 8 0,-12 2-5 0,25 0 5 16,-25 0-2-16,24 2-1 0,-12 0 2 0,-12-2 4 16,20 6-2-16,-9-4 5 0,-1 2-11 0,-10-4 8 15,20 7 0-15,-9-4 3 0,-11-3-9 0,17 9 13 16,-9-7-9-16,-8-2 0 0,15 7-1 0,-15-7 8 16,12 4-18-16,-12-4 5 0,10 3-2 0,-10-3 1 15,0 0-2-15,13 5 5 0,-13-5-5 16,0 0-2-16,0 0-1 0,0 0 3 0,10 5 2 15,-10-5-1-15,0 0-6 0,0 0 4 0,0 0-4 16,0 0 0-16,0 0 2 0,0 0-5 0,0 0 2 16,0 0-19-16,0 0-20 0,0 0-20 0,0 0-31 15,0 0-14-15,0 0-24 0,3 12-16 0,-3-12-22 16,0 0-83-16,-7 20-262 0,7-20 116 0</inkml:trace>
  <inkml:trace contextRef="#ctx0" brushRef="#br0" timeOffset="-212687.48">18123 16220 34 0,'0'0'84'15,"0"0"8"-15,0 0-11 0,-12-2 3 0,12 2-3 16,0 0 8-16,0 0-5 0,0 0-9 0,0 0 5 16,-10 1 3-16,10-1-12 0,0 0-2 0,0 0-3 15,-9 3-1-15,9-3-6 0,0 0 2 0,0 0-4 16,0 0-4-16,0 0-3 0,0 0-7 0,0 0 3 15,0 0-5-15,0 0 4 0,0 0 4 0,0 0 7 16,0 0 3-16,20 10-1 0,-9-10 5 0,4 2-6 16,3-4-1-16,-2 2 2 0,5 2-4 0,-1-4-6 15,1 1-6-15,-3 1-5 0,0 0-4 0,-1-1 4 16,-2 1-6-16,-3-1-6 0,0 1-2 0,-1 0-21 16,-1 2-18-16,-2-2-21 0,-8 0-25 0,0 0-38 15,21 0-29-15,-18-1-34 0,-3 1-150 16,0 0-338-16,0 0 150 0</inkml:trace>
  <inkml:trace contextRef="#ctx0" brushRef="#br0" timeOffset="-212428">18786 16193 112 0,'0'0'167'0,"10"-3"-2"0,-2 2-6 15,-8 1-5-15,14-1-8 0,-4-1-2 0,0 2-14 16,2 0-13-16,-2-3-13 0,1 3-7 0,-2 3-13 16,2-6-6-16,0 6-10 0,-4-1-11 0,0-1-22 15,1 0-22-15,1-1-35 0,-9 0-36 0,17 6-31 16,-9-5-39-16,-1 0-128 0,3 4-277 15,0-3 123-15</inkml:trace>
  <inkml:trace contextRef="#ctx0" brushRef="#br0" timeOffset="-212166.25">19674 16165 30 0,'0'0'154'0,"0"0"-1"0,0 0-13 16,-8 0 5-16,8 0-13 0,0 0-4 0,0 0-8 0,0 0-10 16,0 0-6-16,31-5-10 0,-19 4-11 15,7 0-10-15,-1-3-16 0,3 3-27 0,6-5-23 0,0 3-24 16,0-1-34-16,-5 2-24 0,7-1-24 15,0-1-121-15,1 0-238 0,3-1 106 0</inkml:trace>
  <inkml:trace contextRef="#ctx0" brushRef="#br0" timeOffset="-211968.23">20584 16147 149 0,'0'0'174'0,"0"0"-14"15,10 0-5-15,-10 0-6 0,0 0-9 0,0 0-10 16,0 0-13-16,8 1-13 0,-8-1-8 0,0 0-12 16,12 0-14-16,-12 0-16 0,17 2-20 0,-6-7-32 15,2 5-12-15,0 0-24 0,4-2-15 0,1 0-21 16,0 0-29-16,-2 1-15 0,0-1-93 0,0 0-225 16,4 1 99-16</inkml:trace>
  <inkml:trace contextRef="#ctx0" brushRef="#br0" timeOffset="-211813.53">21098 16105 112 0,'0'0'149'16,"0"0"-8"-16,0 0-4 0,14 0-5 0,-14 0 2 15,0 0-3-15,0 0-9 0,0 0-4 16,0 0-12-16,9 2-8 0,-9-2-17 0,0 0-5 16,0 0-15-16,0 0-22 0,13-5-43 0,-13 5-31 15,19-4-53-15,-6 1-43 0,0 1-100 0,3-5-248 16,3 4 110-16</inkml:trace>
  <inkml:trace contextRef="#ctx0" brushRef="#br0" timeOffset="-211669.48">21513 16054 168 0,'0'0'188'0,"9"0"-16"0,-9 0-19 16,0 0-13-16,9 3-15 0,-9-3-2 0,0 0-3 16,7 1-14-16,-7-1-8 0,0 0-6 0,0 0-7 15,0 0-7-15,12 0-7 0,-12 0-11 0,0 0-25 16,0 0-45-16,0 0-51 0,14 0-57 0,-9-2-154 15,-5 2-292-15,12-6 129 0</inkml:trace>
  <inkml:trace contextRef="#ctx0" brushRef="#br0" timeOffset="-211537.98">21838 16022 127 0,'8'4'124'0,"-8"-4"-12"15,0 0-12-15,0 0-6 0,10 3-12 0,-10-3-2 16,0 0-14-16,0 0-13 0,0 0-41 0,0 0-53 15,0 0-95-15,0 0-145 0,-22 14 65 16</inkml:trace>
  <inkml:trace contextRef="#ctx0" brushRef="#br0" timeOffset="-198098.73">18672 17294 31 0,'0'0'41'0,"0"0"-27"0,0 0-23 16,0 0-5-16,0 0-13 0,0 0 7 16</inkml:trace>
  <inkml:trace contextRef="#ctx0" brushRef="#br0" timeOffset="-197015.03">18439 17240 28 0,'-12'-1'30'0,"12"1"-2"0,0 0 9 0,0 0-13 15,0 0 9-15,0 0-7 0,0 0-4 0,0 0 7 16,0 0-7-16,0 0-2 0,0 0 3 15,0 0-6-15,0 0 4 0,0 0-10 0,0 0 5 16,0 0-1-16,0 0 2 0,-4-9 0 0,4 9 0 16,0 0 3-16,0 0-2 0,0 0 8 0,0 0-10 15,0 0-1-15,0 0 2 0,0 0-8 0,0 0 7 16,0 0-9-16,0 0 1 0,0 0-3 0,0 0-2 16,0 0 6-16,0 0-5 0,0 0-2 0,0 0-2 15,0 0 6-15,0 0-2 0,0 0-1 0,0 0 1 16,0 0-5-16,0 0 3 0,0 0-1 0,0 0-1 15,0 0 5-15,0 0-9 0,0 0 9 0,0 0-6 16,0 0 3-16,0 0 0 0,0 0-2 0,0 0 7 16,0 0-8-16,0 0 3 0,0 0-5 0,0 0 9 15,0 0 2-15,0 0-8 0,0 0 3 0,0 0-3 16,0 0 17-16,0 0-10 0,0 0 9 0,0 0 9 16,0 0 6-16,0 0 0 0,0 0 0 15,0 0 6-15,0 0 6 0,0 0-3 0,0 0 9 0,0 0-11 16,0 0 3-16,0 0-4 0,0 0 5 15,0 0-2-15,0 0-5 0,0 0 2 0,0 0-5 16,0 0-4-16,0 0-12 0,0 0 10 0,0 0-4 16,0 0-5-16,0 0-4 0,0 0-1 0,0 0-2 15,0 0 0-15,0 0-3 0,0 0 0 0,0 0 3 16,0 0-2-16,0 0-10 0,0 0 6 0,32 7 4 16,-32-7-3-16,13-4 3 0,-13 4-2 0,16-6-4 15,-4 4-4-15,-2-3 4 0,2 0 0 0,1-1-1 16,-1 5 0-16,-3-3-4 0,-9 4-13 0,22-3-18 15,-11 1-8-15,-1 0-17 0,-10 2-5 16,16 0-13-16,-16 0-10 0,14 2-24 0,-14-2-62 16,10 4-187-16,-10-4 83 0</inkml:trace>
  <inkml:trace contextRef="#ctx0" brushRef="#br0" timeOffset="-196763.11">18924 17127 53 0,'0'0'73'0,"0"0"-5"0,0 0-7 0,14-3-13 16,-14 3 3-16,0 0-8 0,14 0-7 0,-14 0-2 15,13 0-18-15,-13 0-9 0,15 0-14 0,-15 0-6 16,18-2-8-16,-8 1-11 0,2-1-38 0,-2-2-76 16,-10 4 35-16</inkml:trace>
  <inkml:trace contextRef="#ctx0" brushRef="#br0" timeOffset="-196608">19263 17067 51 0,'0'0'58'0,"0"0"-3"0,16-1-13 15,-16 1-32-15,0 0-29 0,14 4-15 16,-14-4-35-16,0 0 16 0</inkml:trace>
  <inkml:trace contextRef="#ctx0" brushRef="#br0" timeOffset="-196134.45">18620 17096 25 0,'-12'-8'105'0,"12"8"4"16,-7-8-25-16,7 8-8 0,0 0 0 0,0 0-8 0,-13-6-9 16,13 6-6-16,0 0-11 0,0 0 1 0,0 0-7 15,-16 21-3-15,14-11 2 0,-1 5-1 0,1 0-6 16,2 4 5-16,-3 0-1 0,3 7-10 15,-2 1-2-15,2-1-5 0,0-1-3 0,-2 0-1 16,1 1-29-16,0-2-18 0,2-5-26 0,0-1-18 16,-1-1-63-16,0-1-154 0,0-5 68 0</inkml:trace>
  <inkml:trace contextRef="#ctx0" brushRef="#br0" timeOffset="-195898.52">18942 17132 44 0,'21'-2'94'16,"-2"-1"-21"-16,-6 1 0 0,4 1-17 0,2-2 3 15,-1 0-21-15,-1 0-19 0,-2 3-25 0,-3 0-24 16,-1 0-40-16,1 3-77 0,-12-3 34 0</inkml:trace>
  <inkml:trace contextRef="#ctx0" brushRef="#br0" timeOffset="-195705.75">19062 17041 39 0,'0'0'127'0,"0"0"-6"16,0 0-9-16,0 0-4 0,0 0-13 0,-7 28-16 15,9-13 1-15,-2 3-3 0,0 1-15 0,-2 1-6 16,1 6-10-16,0-3-15 0,1 3-18 0,0-8-26 16,0 2-33-16,1-1-30 0,0-2-77 0,-1 1-164 15,2-5 74-15</inkml:trace>
  <inkml:trace contextRef="#ctx0" brushRef="#br0" timeOffset="-195508.98">19333 17194 45 0,'11'-5'122'0,"0"-1"-16"0,0-1-6 15,8 1-13-15,-2-2-12 0,1 0-4 0,-2 5-10 16,2-3-30-16,-1 2-17 0,-3 1-43 0,0 0-30 16,0 1-45-16,-5 2-113 0,-9 0 49 0</inkml:trace>
  <inkml:trace contextRef="#ctx0" brushRef="#br0" timeOffset="-195321.15">19481 17048 74 0,'0'0'131'0,"0"0"-3"0,0 0-2 0,0 0-14 15,0 0-2-15,0 0-9 0,5 43-11 0,-4-25-11 16,-1 8-2-16,2 0-12 0,-4 0-2 0,1 2-9 16,0 1-36-16,1-2-38 0,0 0-42 0,4-3-37 15,-4 2-76-15,0-7-189 0,2 0 84 0</inkml:trace>
  <inkml:trace contextRef="#ctx0" brushRef="#br0" timeOffset="-195127.25">19865 17183 42 0,'20'-6'143'15,"-10"4"-20"-15,3 0-9 0,1-1-13 0,4-1-8 16,0-2-6-16,2 0-19 0,1 3-19 0,-3-3-33 16,-2 2-35-16,2 1-40 0,-6 2-68 0,-1-1-137 15,-11 2 61-15</inkml:trace>
  <inkml:trace contextRef="#ctx0" brushRef="#br0" timeOffset="-194946.19">20068 17041 116 0,'0'0'148'16,"0"0"-22"-16,0 0-7 0,0 0-1 0,0 0-9 15,0 0-9-15,3 35 1 0,1-16-9 0,-1 7-14 16,-2 1-5-16,0 2 0 0,2 2-12 0,-7-4-13 16,3 2-31-16,1 0-45 0,-1-3-41 0,1-4-51 15,-3-2-74-15,2-2-210 0,-1-1 93 0</inkml:trace>
  <inkml:trace contextRef="#ctx0" brushRef="#br0" timeOffset="-194794.44">20155 17311 70 0,'0'0'80'0,"0"0"-45"0,0 0-40 0,0 0-25 15,-14 25-33-15,14-25 14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24T07:08:54.94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6754 9068 1 0,'0'0'8'16,"0"0"-2"-16,0 0 1 0,0 0-3 0,0 0 1 15,0 0-3-15,0 0 0 0,0 0-5 0,0 0 5 16,0 0 1-16,0 0-3 0,0 0 1 0,0 0 0 0,0 0 2 16,0 0-1-16,0 0-1 0,0 0-1 0,0 0 0 15,0 0-2-15,0 0 2 0,0 0 5 0,0 0-7 16,0 0 6-16,0 0-4 0,0 0 7 15,0 0-3-15,0 0-1 0,0 0 4 0,0 0-3 16,0 0 2-16,0 0-1 0,0 0 2 0,0 0 4 0,0 0-6 16,0 0 2-16,0 0-1 0,0 0 8 15,0 0-8-15,0 0 4 0,0 0-4 0,0 0-7 0,0 0 7 16,0 0 1-16,0 0-2 0,0 0-4 0,0 0 0 16,0 0-1-16,0 0 0 0,0 0 5 15,0 0-3-15,0 0 2 0,0 0 2 0,0 0-4 0,0 0 4 16,-18 1-4-16,18-1-3 0,0 0 6 0,0 0-5 15,0 0 1-15,0 0-3 0,0 0 7 0,0 0-6 16,0 0 0-16,0 0 4 0,0 0 1 0,0 0-3 16,0 0 3-16,0 0-1 0,0 0-3 0,0 0 1 15,0 0-2-15,0 0 1 0,0 0-2 0,0 0 3 16,0 0 0-16,0 0-7 0,0 0 9 0,0 0-5 16,0 0-3-16,0 0 2 0,0 0 2 0,0 0-8 15,0 0-8-15,-13-2-15 0,13 2-32 0,0 0 14 16</inkml:trace>
  <inkml:trace contextRef="#ctx0" brushRef="#br0" timeOffset="9683.28">4098 8253 78 0,'0'0'182'0,"0"0"-12"0,0 0 0 15,0 0-1-15,-9 0 0 0,9 0-12 16,0 0-11-16,0 0-12 0,0 0-13 0,0 0-13 16,0 0-9-16,0 0-12 0,0 0-4 0,0 0-5 15,0 0-6-15,0 0-14 0,0 0-4 0,0 0-5 0,0 0-5 16,0 0-7-16,0 0 2 0,16-14-4 0,-6 10-4 16,1-2-8-16,3-1 2 0,4-2-4 15,1 1 2-15,-2-1-8 0,1 1 3 0,-3-1 13 0,2 1-4 16,-3 0-3-16,-2 2-5 0,-1 0 3 15,0 0-3-15,1-1-3 0,-2 2 0 0,-1-3-3 16,1 2 0-16,-2 1-3 0,-3 1 3 0,1 1-3 0,-2 0-2 16,-4 3 2-16,10-5-1 0,-10 5 0 15,7-4 8-15,-7 4-5 0,2-5 1 0,-2 5 4 0,0 0 1 16,0 0 3-16,0 0 0 0,0 0 0 0,0 0-6 16,0 0-3-16,0 0 0 0,0 0-6 0,0 0-2 15,0 0 2-15,0 0-3 0,0 0-1 0,0 0 1 16,2 24 0-16,-5-14 0 0,2 1 0 0,-2 1 0 15,-2 4-2-15,0 2-15 0,0-3-27 16,1 3-29-16,0-6-35 0,2 4-39 0,-2-4-43 0,0-2-27 16,3 3-154-16,-3-4-398 0,1-2 176 0</inkml:trace>
  <inkml:trace contextRef="#ctx0" brushRef="#br0" timeOffset="9862.35">4309 8063 78 0,'-9'-7'254'0,"-1"-1"-20"0,3 2-12 16,-2-1-14-16,3 1-11 0,-4 0-9 0,5 1-7 15,0 2-18-15,5 3-20 0,-11-4-12 0,11 4-16 16,-6-5-18-16,6 5-22 0,0 0-37 0,-6-3-50 16,6 3-61-16,0 0-57 0,0 0-40 0,0 0-21 15,0 0-101-15,0 0-315 0,0 0 139 0</inkml:trace>
  <inkml:trace contextRef="#ctx0" brushRef="#br0" timeOffset="10119.6">4530 7753 165 0,'0'0'273'0,"-3"-8"-7"0,3 8-20 16,0 0-17-16,0 0-20 0,0 0-17 0,-2-8-19 15,2 8-26-15,0 0-16 0,0 0-13 0,0 0-12 16,0 0-10-16,0 0-7 0,5 24-7 0,-2-7-6 16,-1 0-8-16,2 1-9 0,-3 1-5 0,3 5-3 15,-3-4-5-15,2 0-5 0,-1-1-2 0,1 1-7 16,0 5-1-16,-2-7-6 0,0-3-20 0,2 5-33 16,-2-5-37-16,0 2-40 0,1-5-39 0,-2-2-34 15,0 2-44-15,1-4-8 0,-2 0-117 0,1-8-375 16,-2 11 167-16</inkml:trace>
  <inkml:trace contextRef="#ctx0" brushRef="#br0" timeOffset="10667.49">4505 7792 39 0,'0'0'152'0,"8"-10"-10"0,-3 8-5 0,2 0-13 16,-7 2 0-16,14-1 5 0,-5 1-8 0,-9 0-6 15,20 2-13-15,-8 2-4 0,-1 1-7 0,0 0-7 16,0 4-5-16,-2-5-9 0,0 6-3 0,1-1-5 16,-3 1-7-16,-1 1 12 0,0 0-20 0,-2 3-4 15,-1-2-6-15,-3 4 0 0,-4-1-4 0,1 2-2 16,-4-1 0-16,-1 0-8 0,-1-1-1 0,-1-2-2 16,1-4-3-16,2-1 2 0,-1-1 1 0,3 0-6 15,-1-4 0-15,3 1 0 0,3-4-2 0,-7 6-1 16,7-6-2-16,-6 3-1 0,6-3 0 0,0 0-6 15,0 0-1-15,0 0-1 0,0 0 2 0,0 0-1 16,0 0-1-16,0 0 3 0,24-9-2 0,-14 5-1 16,0 1 2-16,2-1-1 0,-1-3-1 0,1 2 3 15,2 2-3-15,-1-1 1 0,2-4 0 0,-2 3 1 16,2-4-2-16,-2 3 1 0,-1 2-2 0,-1-6 4 16,3 2-2-16,-6 1 0 0,2 0 2 0,0-1-3 15,-1 0 4-15,-1 1 6 0,-1 1 7 0,-4-1 13 16,1 3 9-16,-4 4 11 0,6-9 6 0,-3 5-7 0,-2-4-6 15,-1 8-3-15,2-13 1 0,-5 3-5 16,3 10 1-16,-4-14 4 0,1 9 15 0,1-2 1 16,2 7-4-16,-4-7 1 0,4 7-4 0,0 0-11 15,-5-6-8-15,5 6-3 0,0 0-5 0,0 0-6 0,-14 2-7 16,14-2-2-16,-12 11 1 0,6 0-1 16,0 4-3-16,-1 1 1 0,3 3-5 0,-1-3 3 15,4 0-12-15,0 1-11 0,2-2-14 0,0-2-14 16,2-3 0-16,3 1-4 0,2-2-11 0,-1 0-21 15,3-3-22-15,0-1-35 0,2-5-39 0,3 0-35 0,1-4-15 16,-3 1-120-16,5-10-378 0,-1 6 168 16</inkml:trace>
  <inkml:trace contextRef="#ctx0" brushRef="#br0" timeOffset="10884.04">4988 7683 218 0,'0'0'207'0,"-4"-6"-16"0,4 6-14 0,0 0-20 16,0 0-18-16,0 0-13 0,0 0-3 0,0 0 10 16,0 0-1-16,0 0-4 0,2 30-8 0,2-12-8 0,0 2-15 15,0 5-5-15,1 2-9 0,-1-1-7 0,1-2-7 16,-3 3-7-16,0-2-7 0,1-5-6 16,-1-2-4-16,-1 2-3 0,2-3-11 0,1 2-21 15,-2-2-27-15,1 0-47 0,2 0-46 0,-4-5-48 16,1-1-35-16,0 1-163 0,-5-2-384 0,3-10 170 0</inkml:trace>
  <inkml:trace contextRef="#ctx0" brushRef="#br0" timeOffset="11101.72">5050 7790 114 0,'5'-4'152'0,"-5"4"-7"0,8-6-2 15,0 4-10-15,-8 2-4 0,7-3-9 0,-7 3-6 16,0 0-4-16,14 4-2 0,-7-1 4 0,-7-3 4 0,7 8-5 16,-4-1-4-16,0-2-3 0,-2 1-8 0,-1-6-9 15,-3 16-8-15,1-7-8 0,-2 1-7 0,-1 1-14 16,-3 0-28-16,2 3-40 0,-3 0-55 16,1-5-62-16,0 1-48 0,2-1-130 0,0-1-340 15,0-4 151-15</inkml:trace>
  <inkml:trace contextRef="#ctx0" brushRef="#br0" timeOffset="11304.13">5154 7597 10 0,'0'0'267'0,"0"0"-28"16,0 0-26-16,0 0-20 0,0 0-21 0,0 0-10 15,0 0-3-15,0 0-6 0,0 0-8 0,1 35-14 16,-1-11-13-16,1-6-9 0,1 11-13 15,0 0-11-15,-1-1-6 0,4-1-14 0,-3-1-20 0,2-2-39 16,-1 4-50-16,0-3-42 0,1-6-62 0,0-1-35 16,2 0-148-16,-4-3-360 0,4-4 160 15</inkml:trace>
  <inkml:trace contextRef="#ctx0" brushRef="#br0" timeOffset="11600.13">5306 7890 171 0,'0'0'237'15,"6"-11"-23"-15,-2 6-5 0,-2-2-5 0,2 1-4 0,0 1-13 16,-4 5-11-16,8-10-13 0,-4 0-10 16,2-1-14-16,-1 4-13 0,0 0-8 0,-1-4-11 15,0 3-9-15,-1 2 2 0,0 1 3 0,-3 5 4 0,3-10 3 16,-3 10-8-16,0-8 1 0,0 8-6 0,1-7-6 16,-1 7-17-16,0 0-22 0,-9-9-12 15,9 9-7-15,-9-2-5 0,9 2-9 0,-10 0-1 0,10 0-6 16,-14 4-2-16,9-2 1 0,-3 5-4 0,-1 0-3 15,3 3 3-15,0-2-5 0,0 4 3 0,1-1-3 16,0-1-1-16,3 1-3 0,-1 0-1 0,2 1-9 16,2-2-10-16,0-1-23 0,3 1-17 15,3-3-18-15,-2 0-32 0,0-1-26 0,3-3-37 0,2-2-25 16,0 1-28-16,2-7-11 0,1 4-148 0,-1-3-420 16,2-5 186-16</inkml:trace>
  <inkml:trace contextRef="#ctx0" brushRef="#br0" timeOffset="11818.8">5487 7565 135 0,'-2'-8'198'15,"-1"0"14"-15,3 8 6 0,-2-8 1 0,2 8-5 0,-3-10-20 16,3 10-12-16,-3-7-25 0,3 7-13 0,0 0-20 16,0 0-13-16,0 0-6 0,0 0 10 0,0 0-5 15,2 30-3-15,-1-12-13 0,0 0-8 0,2 6-7 16,-2-5-7-16,2 1-8 0,-2 5-7 0,2-4-6 15,-2-4-1-15,0-1-3 0,0 2-8 0,2-1-7 16,-2-5-10-16,3-1-23 0,-4-1-23 0,1 1-36 16,2-1-47-16,-2 0-39 0,0-3-49 0,1 1-47 15,-2 0-169-15,0-8-444 0,-2 9 196 0</inkml:trace>
  <inkml:trace contextRef="#ctx0" brushRef="#br0" timeOffset="12121.11">5457 7684 169 0,'0'0'186'0,"-4"-6"-6"15,4 6-28-15,0 0-17 0,0 0-11 0,0 0-12 16,8-9-11-16,-8 9-11 0,12-2-7 0,-3-2-9 16,1-2-6-16,3 3-6 0,-1 2-8 0,2-6-1 15,1 1-9-15,-1 1-3 0,-2 2-4 0,-3 0-1 16,-3 2-8-16,3-2 1 0,-3 2-1 0,-6 1-5 15,11-2 0-15,-11 2-2 0,0 0-3 0,12 0 4 16,-12 0 6-16,5 3 17 0,-5-3 12 0,7 6 2 16,-5-2 7-16,2 3 4 0,0 1 2 0,-1-1 1 15,2 4-8-15,-3-1-5 0,1 2-5 0,-1-2-5 16,1-1-6-16,-1 4-2 0,1-3-6 0,0 2-2 16,0 0-4-16,-1-3-27 0,3 0-35 0,-4 0-55 15,-1-9-62-15,5 16-52 0,-4-9-202 0,-1-7-435 16,0 0 193-16</inkml:trace>
  <inkml:trace contextRef="#ctx0" brushRef="#br0" timeOffset="12278.03">5674 7472 142 0,'0'0'148'0,"0"0"-38"15,-5 23-51-15,5-23-45 0,2 15-45 0,0-6-43 16,1 1-80-16,-3-10 35 0</inkml:trace>
  <inkml:trace contextRef="#ctx0" brushRef="#br0" timeOffset="12817.3">5823 7564 12 0,'0'0'218'16,"-6"13"-12"-16,6-13-4 0,0 0 4 0,-7 8-11 15,7-8-6-15,-7 14-14 0,7-14-12 0,-3 12-12 16,1-7-4-16,1 4-15 0,-1 1-14 0,2-3-8 16,0 2-12-16,0-9-5 0,3 14-13 0,-1-6-10 15,0-3-6-15,3 3-4 0,-2-4-9 0,1 5-3 16,0-5 2-16,3-1-11 0,-1 1-1 0,2-2-3 16,-8-2-6-16,14 0-2 0,-6 0-5 0,-8 0-1 15,15-3 1-15,-9 1-3 0,1 0-7 0,-7 2-4 16,11-6 3-16,-6 3-5 0,-5 3 0 0,5-8-5 15,-5 8-10-15,2-10 1 0,-2 2-7 0,0 8 3 16,-3-13 2-16,2 3-1 0,1 1 1 0,0 9-1 16,-2-13 3-16,2 13 0 0,-2-7 0 0,2 7-2 15,-1-6 2-15,1 6-3 0,0 0 0 0,0 0 0 16,0 0-3-16,0 0 3 0,0 0 5 0,11-1-2 16,-11 1-1-16,13 11 5 0,-8-8 0 0,4 4 1 15,-1 3 1-15,-3-3-2 0,2 0 4 0,0 1 2 16,-2-3-4-16,0 1 2 0,-1-3-2 0,1 3 2 15,0-3 4-15,-5-3 1 0,4 5 13 0,-4-5 4 16,0 0 10-16,5 5 5 0,-5-5 2 0,0 0 8 16,0 0 2-16,0 0 2 0,0 0-6 0,0 0-14 15,0 0-6-15,0 0-5 0,5-16-7 0,-4 9-10 16,2 0-3-16,0-4-10 0,0 1 6 0,1 2-7 16,1-1 0-16,-1 2 5 0,0 3 0 0,0-2-3 0,-4 6 3 15,9-6-6-15,-9 6 3 0,9-3-5 16,-9 3 4-16,10 0 1 0,-10 0 1 0,9 3 6 0,-5 2-3 15,3-2 2-15,-3 1 3 0,3 2-3 16,-2 2 1-16,-1-2-1 0,-1 2 3 0,0-1-6 16,-2-1-28-16,-1 4-50 0,-2 2-70 0,-1-3-86 0,-3 2-208 15,-2-3-485-15,-1-1 215 0</inkml:trace>
  <inkml:trace contextRef="#ctx0" brushRef="#br0" timeOffset="13000.96">6186 7420 61 0,'0'0'292'0,"3"-5"-37"0,-3 5-22 0,0 0-2 15,0 0-16-15,15 7-12 0,-7 0-15 0,0 3-16 16,1 5-13-16,1 1-15 0,0 7-17 0,0 2-11 0,0-1-11 16,-3-2-12-16,-2 5-24 0,-1-8-48 0,-3 7-53 15,-2 2-56-15,-2-9-58 0,-3-1-75 16,-7 6-146-16,-1-2-396 0,-4-1 175 0</inkml:trace>
  <inkml:trace contextRef="#ctx0" brushRef="#br0" timeOffset="13635.83">4280 7749 101 0,'0'15'159'0,"-2"2"-18"15,2 4-19-15,2 4-12 0,1 3 1 16,5 1-17-16,1 1-9 0,1 3 0 0,2-2-20 0,2 0 5 16,2-2-8-16,2-3-17 0,3 0-23 0,-3-1-34 15,6-8-47-15,-1-1-33 0,1 0-94 0,-6-4-200 16,1-3 90-16</inkml:trace>
  <inkml:trace contextRef="#ctx0" brushRef="#br0" timeOffset="49534.13">19711 5827 4 0,'-6'-4'7'16,"6"4"-4"-16,-9-4-6 0,9 4-3 0,-13-3 3 0</inkml:trace>
  <inkml:trace contextRef="#ctx0" brushRef="#br0" timeOffset="90721.12">13402 5854 18 0,'0'0'43'0,"0"0"-3"0,0 0-6 0,-2-9-2 15,2 9-5-15,0 0 4 0,0 0-4 0,0 0-3 16,0 0-5-16,0 0-1 0,-2-8 0 0,2 8-2 16,0 0-1-16,0 0-6 0,0 0-1 0,0 0-6 15,0 0-6-15,0 0-6 0,0 0-3 0,0 0-8 16,0 0 3-16,0 0-1 0,0 0 0 0,0 0-1 16,0 0-24-16,0 0-45 0,0 0 20 0</inkml:trace>
  <inkml:trace contextRef="#ctx0" brushRef="#br0" timeOffset="92145.35">15186 6318 6 0,'5'-8'8'0,"-1"4"0"0,-4 4-2 0,7-9 2 0,-4 4-3 16,-3 5-2-16,8-8 2 0,-3 2-3 0,-1 0 3 16,1 1-4-16,-5 5 3 0,7-10 0 0,-4 4 1 15,1 1 2-15,-2 0-3 0,1-5 1 0,-1 4-4 16,-2 6 7-16,6-15-2 0,-5 9 0 15,1-2 0-15,2 0 12 0,-2 2-2 16,0-3 0-16,0 2-4 0,-2 7 1 0,4-15-2 0,-1 6-1 0,-2 2-1 16,2 0-2-16,-2 0 5 0,-1 7 0 0,3-12-11 15,-2 5 5-15,0 0-4 0,1-2-2 16,0 0-2-16,-1 2-1 0,2-2 0 0,-2 1 2 0,-1-2-3 16,1 3 6-16,-1 7-3 0,4-16-3 15,-3 6 1-15,1 3 0 0,0 1-1 0,2-2 0 0,-3 1 2 16,-1 7 4-16,4-13-2 0,-2 7-4 0,0-2 3 15,-2 8 0-15,5-12 1 0,-1 5 3 16,-1 2-3-16,-3-2 2 0,0 7 1 0,3-10 0 16,-3 10 0-16,3-9 2 0,-3 9-1 0,3-8 2 15,-3 8 0-15,1-8 1 0,-1 8-4 0,0 0 3 0,0-11-1 16,0 11-5-16,0-9 1 0,0 9 1 16,0-9 4-16,0 9 2 0,0 0 3 0,0-8 4 15,0 8 2-15,0 0 2 0,0 0-5 0,-1-10 6 16,1 10 2-16,0 0-2 0,0 0 5 0,0 0-2 15,0 0 5-15,0 0-5 0,-2-8 1 0,2 8 0 16,0 0 0-16,0 0-8 0,0 0 8 0,0 0 2 0,0 0-9 16,0-10 3-16,0 10-1 0,0 0 6 15,0 0-4-15,0 0-5 0,0 0-2 0,0 0 3 16,0 0-7-16,0 0-1 0,0 0 0 0,0 0 2 16,0 0-4-16,0 0-2 0,0 0 0 0,0 0-7 15,0 0-3-15,0 0-1 0,0 0-1 0,0 0-1 0,0 0-20 16,0 0-12-16,0 0-7 0,0 0-4 0,0 0-12 15,0 0-40-15,0 0-113 0,0 0 50 16</inkml:trace>
  <inkml:trace contextRef="#ctx0" brushRef="#br0" timeOffset="93360.97">14616 6080 14 0,'0'0'19'0,"0"0"2"0,0 0 0 0,0 0 2 0,0 0 0 16,0 0-4-16,0 0 7 0,0 0 0 0,0 0-5 15,0 0-2-15,0 0 2 0,0 0-1 0,0 0-6 16,0 0 1-16,0 0 0 0,0 0-3 0,0 0-1 15,0 0 1-15,0 0-3 0,0 0 4 0,0 0-4 16,0 0 0-16,0 0-2 0,0 0-1 0,0 0 2 16,0 0-3-16,0 0-2 0,0 0 1 15,0 0-1-15,0 0 0 0,0 0 3 0,0 0-3 0,0 0 1 16,0 0-2-16,0 0 2 0,0 0 0 0,-23 3-3 16,23-3-1-16,0 0 1 0,0 0 1 0,-8 2 3 15,8-2 5-15,0 0-4 0,0 0 4 16,0 0 2-16,0 0 2 0,0 0 3 0,0 0-3 15,-10 1 3-15,10-1 8 0,0 0-8 0,0 0 3 0,0 0 2 16,0 0-4-16,0 0-1 0,0 0-1 0,0 0-3 16,0 0 11-16,0 0-13 0,0 0-4 0,0 0 0 15,0 0-1-15,0 0-1 0,0 0 2 0,0 0-5 16,0 0 5-16,0 0-4 0,0 0 3 0,0 0-3 16,0 0-2-16,0 0-5 0,27-4 4 15,-27 4-3-15,16-3 11 0,-5 2-4 0,0-3 0 0,3 3-2 16,-3-2 8-16,1 1 0 0,1 0-3 0,-3-1-2 15,3 1 0-15,-3 1 1 0,-1-2-2 0,3 1-1 16,-4 0 4-16,-1-1-5 0,-1-1 1 0,-6 4-1 16,12-1 4-16,-12 1-2 0,9-1 2 0,-9 1-7 15,6-2 7-15,-6 2-8 0,9-3 0 0,-9 3 1 16,0 0-6-16,0 0-6 0,8-1-7 0,-8 1-6 16,0 0-11-16,0 0-2 0,0 0-15 0,0 0-2 15,0 0-51-15,0 0-115 0,0 0 51 0</inkml:trace>
  <inkml:trace contextRef="#ctx0" brushRef="#br0" timeOffset="93749.9">14667 5948 36 0,'0'0'93'0,"0"0"-6"0,0 0 3 0,0 0-6 15,0 0-10-15,0 0-5 0,-4-7-6 0,4 7-10 16,0 0 3-16,0 0-7 0,0 0-4 0,0 0-10 15,0 0 6-15,0 0-1 0,0 0-3 16,-1-7-4-16,1 7-7 0,0 0 4 0,0 0-8 16,0 0-5-16,0 0 6 0,0 0-9 0,0 0 2 0,0 0 2 15,0 0 0-15,0 0-11 0,0 0 3 0,0 0-10 16,0 0 6-16,0 0-5 0,5 26 7 16,-1-16-4-16,-3 1 7 0,0 0-8 0,-1 2 3 15,3-1-2-15,-3 0 0 0,0 1 1 0,0-1-4 0</inkml:trace>
  <inkml:trace contextRef="#ctx0" brushRef="#br0">14672 6224 507 0,'-1'0'179'0,"1"0"-310"0,0 1 413 0,0 1-355 0,0-2 69 0,-2 1 16 0,4-1 16 0,-2 0-84 0,0 0-15 16,0 0-70-16,0 0-90 0,5 4 41 0</inkml:trace>
  <inkml:trace contextRef="#ctx0" brushRef="#br0" timeOffset="95991.39">20814 5988 25 0,'0'0'70'0,"0"0"-11"16,0 0-8-16,3-5-5 0,-3 5-2 0,0 0-4 15,0 0-6-15,0 0-3 0,0 0-3 0,0 0 2 16,0 0 6-16,0 0 8 0,0 0-2 0,0 0 3 16,0 0-7-16,0 0 1 0,0 0 0 0,0 0 0 15,0 0-9-15,0 0 3 0,0 0-6 0,0 0 17 16,0 0-24-16,0 0 1 0,0 0 0 0,0 0 1 15,0 0 2-15,0 0 1 0,0 0 9 0,0 0-9 16,0 0 0-16,0 0 3 0,0 0-6 0,0 0 6 16,0 0-4-16,0 0-3 0,0 0-7 0,0 0 8 15,0 0 2-15,0 0-8 0,0 0 4 0,-16-5-4 16,16 5-8-16,0 0 5 0,0 0-1 0,0 0 2 16,0 0-3-16,-7-2 0 0,7 2 0 0,0 0-5 15,0 0 0-15,0 0 9 0,0 0-7 0,0 0-3 16,0 0-2-16,-8-2 3 0,8 2-2 0,0 0 4 15,0 0-5-15,0 0 0 0,0 0-8 0,0 0 9 16,0 0-4-16,0 0 2 0,0 0 0 0,0 0-1 16,0 0 0-16,0 0 3 0,0 0-5 0,0 0-1 15,0 0-1-15,0 0 4 0,0 0 5 0,0 0-6 16,22-4-1-16,-16 1 0 0,-6 3 4 0,18-2-2 16,-7 0-6-16,1 0 9 0,1 0 1 0,-4 0-1 15,2 0-6-15,-1-2 2 0,-2 3 0 0,2-1 3 16,-3 0-5-16,-7 2 2 0,11-1-1 0,-11 1-2 15,9-3 3-15,-9 3 2 0,0 0-4 0,9-1 5 16,-9 1-2-16,0 0 4 0,9-1-4 0,-9 1 2 16,0 0-1-16,0 0-2 0,6-3 2 0,-6 3-2 15,0 0-1-15,0 0 2 0,0 0-2 0,0 0-3 16,0 0-10-16,0 0 2 0,0 0-13 0,0 0-14 16,0 0-10-16,0 0-15 0,0 0-12 0,0 0-10 15,0 0-7-15,0 0-12 0,0 0-59 0,0 0-175 0,0 0 77 16</inkml:trace>
  <inkml:trace contextRef="#ctx0" brushRef="#br0" timeOffset="96627.23">20939 5840 13 0,'-6'-2'71'0,"6"2"-2"0,0 0-7 15,-9-3-11-15,9 3-5 0,0 0-4 16,0 0 3-16,-8-2-10 0,8 2-4 0,0 0-4 15,0 0-1-15,0 0-5 0,0 0-2 0,0 0 1 16,0 0-7-16,0 0 3 0,0 0-6 0,0 0 13 16,0 0-12-16,0 0-1 0,0 0-4 0,0 0 0 0,0 0-2 15,0 0 2-15,-9-1 2 0,9 1 6 0,0 0-8 16,0 0-1-16,0 0-3 0,0 0-2 16,0 0 0-16,0 0 3 0,0 0-4 0,-6 6 3 0,6-6 0 15,0 0-4-15,0 0 3 0,-6 4 0 16,6-4-3-16,0 0 3 0,0 0-1 0,0 0 6 0,-4 8-9 15,4-8 2-15,0 0-1 0,-3 7 3 16,3-7 3-16,0 0-6 0,0 11 5 0,0-11-3 16,2 11 0-16,-2-11 3 0,1 12-2 0,-1-7 0 15,1 3 1-15,0-1 1 0,1 0 3 0,-2-7 0 16,0 16-6-16,0-7 7 0,2 1-2 0,-2-2 11 0,1 1 7 16,-1-1-3-16,-1 2-6 0,1-1 10 15,-4 2 5-15,4-1-9 0,-1 0-3 0,0 0 5 0,0-2-6 16,-2 0 6-16,2 2-7 0,-2 0 4 15,2-2-9-15,0 1 1 0,-1 0 1 0,1 1 1 16,0-2-3-16,-1-1 4 0,2-7-6 0,-1 13 2 0,1-7-3 16,0-6 1-16,1 8-8 0,-1-8 3 0,0 0-2 15,-2 9 8-15,2-9-7 0,0 0 2 16,0 0 2-16,0 9-5 0,0-9 2 0,0 0 3 0,0 0-4 16,0 0-2-16,-3 6-3 0,3-6-3 15,0 0-16-15,0 0-7 0,0 0-22 0,0 0-24 0,0 0-19 16,0 0-53-16,0 0-159 0,0 0 70 0</inkml:trace>
  <inkml:trace contextRef="#ctx0" brushRef="#br0" timeOffset="112964.33">14512 6324 78 0,'0'0'91'0,"0"0"-16"0,0 0-1 16,0 0-14-16,0 0-3 0,0 0-11 15,0 0 2-15,0 0-32 0,0 0-18 0,0 0-11 16,0 0-7-16,0 0-12 0,0 0-13 0,0 0-28 0,0 0-77 16,0 0 34-16</inkml:trace>
  <inkml:trace contextRef="#ctx0" brushRef="#br0" timeOffset="119285.85">14079 5534 43 0,'0'0'71'0,"0"0"-5"15,0 0-4-15,0 0-4 0,0 0-5 0,0 0-1 16,0 0-9-16,0 0 4 0,0 0-8 0,0 0-7 16,0 0-1-16,0 0-1 0,0 0-1 0,0 0-6 15,0 0 0-15,0 0-2 0,0 0-4 0,0 0-6 16,0 0-3-16,0 0-7 0,0 0-10 0,0 0-16 15,0 0-9-15,0 0-8 0,0 0-15 0,0 0-43 16,0 0-106-16,0 0 47 0</inkml:trace>
  <inkml:trace contextRef="#ctx0" brushRef="#br0" timeOffset="120324.54">20882 5357 30 0,'2'8'93'0,"-2"-8"1"0,0 0-12 16,0 0 6-16,0 0-19 0,0 0 2 15,0 0-10-15,0 0 4 0,0 0-4 0,0 0-11 16,0 0-2-16,0 0-4 0,-1 9-11 0,1-9 4 16,0 0-4-16,0 0-7 0,0 0-5 0,0 0-13 15,-6 7-23-15,6-7-21 0,0 0-34 0,-9 5-80 0,2-3-161 16,0-1 73-16</inkml:trace>
  <inkml:trace contextRef="#ctx0" brushRef="#br0" timeOffset="121174.78">14206 5459 73 0,'0'0'95'0,"0"0"-6"15,0 0-13-15,0 0-9 0,0 0-6 0,0 0-8 16,0 0-4-16,0 0-7 0,0 0 0 0,0 0-3 15,0 0-8-15,0 0-6 0,0 0-8 0,0 0-18 16,0 0-21-16,0 0-11 0,0 0-17 0,0 0-60 16,2 5-117-16,-2-5 53 0</inkml:trace>
  <inkml:trace contextRef="#ctx0" brushRef="#br0" timeOffset="122228.06">20785 5444 60 0,'0'0'89'0,"0"0"-7"0,0 0-9 0,0 0 8 16,0 0-13-16,0 0 10 0,0 0-15 0,0 0-4 15,0 0-3-15,2 6-9 0,-2-6-13 0,0 0 1 16,0 0-7-16,0 0-4 0,0 0-13 0,0 0-24 16,0 0-23-16,0 0-36 0,0 0-57 0,0 0-138 15,-18-3 62-15</inkml:trace>
  <inkml:trace contextRef="#ctx0" brushRef="#br0" timeOffset="129277.22">16971 9750 58 0,'0'0'51'0,"0"0"-8"0,0 0-4 15,0 0-2-15,0 0-2 0,0 0-6 0,0 0-5 16,-4 15-7-16,4-15-12 0,0 10-12 0,-1-2-5 15,1 0-9-15,-3 2 2 0,2 0-28 0,-1 1-50 16,-5 4 22-16</inkml:trace>
  <inkml:trace contextRef="#ctx0" brushRef="#br0" timeOffset="130785.32">17686 10449 92 0,'0'0'81'0,"0"0"-8"0,5-4-4 0,-5 4-18 16,0 0-5-16,0 0-3 0,0 0-10 15,0 0-11-15,0 0-12 0,15 9-9 0,-12-5-13 0,0 0-20 16,-3-4-48-16,3 11-86 0,-3-3 38 0</inkml:trace>
  <inkml:trace contextRef="#ctx0" brushRef="#br0" timeOffset="131490.57">18346 11205 45 0,'0'0'74'0,"0"0"-14"0,0 0-15 0,0 0-19 15,0 0-21-15,9-2-48 0,-9 2-46 0,0 0 20 16</inkml:trace>
  <inkml:trace contextRef="#ctx0" brushRef="#br0" timeOffset="133009.91">18693 11164 56 0,'0'0'70'0,"0"0"-18"0,0 0-23 16,0 0-21-16,0 0-19 0,0 0-23 0,0 0-38 15,0 0 17-15</inkml:trace>
  <inkml:trace contextRef="#ctx0" brushRef="#br0" timeOffset="136944.31">17636 10671 70 0,'0'0'91'0,"0"0"-8"0,0 0-12 0,0 0-8 15,0 0-5-15,0 0-11 0,0 0-3 0,0 0-6 16,0 0-9-16,0 0-15 0,0 0-7 0,0 0-14 16,0 0-13-16,16 14-3 0,-14-8-19 0,0 4-8 15,1 0-30-15,-1 1-84 0,1 0 37 0</inkml:trace>
  <inkml:trace contextRef="#ctx0" brushRef="#br0" timeOffset="139126.34">14357 3609 13 0,'0'0'27'0,"0"0"0"0,0 0-2 16,0 0-5-16,0 0 8 0,0 0-10 0,0 0 4 16,0 0-3-16,0 0 4 0,0 0-9 0,0 0-1 15,8-20 2-15,-8 20-2 0,0 0-1 0,0 0 4 16,0 0-6-16,0 0-3 0,1-7-4 0,-1 7 1 15,0 0 7-15,0 0-7 0,0 0 3 0,0 0-1 16,3-9 0-16,-3 9 3 0,0 0-5 0,0 0-3 16,0 0 2-16,0 0-1 0,0 0 5 0,0 0-1 15,0 0-2-15,0 0-2 0,0 0 2 0,2-7-1 16,-2 7 0-16,0 0-1 0,0 0 0 0,0 0 4 16,0 0-2-16,0 0 1 0,0 0-5 0,0 0 0 15,0 0 0-15,0 0-3 0,0 0 6 0,0 0-3 16,0 0 1-16,0 0-4 0,0 0 0 0,-7-7 4 15,7 7 1-15,0 0-4 0,0 0 3 0,0 0 4 16,0 0-1-16,0 0-4 0,0 0 0 16,0 0 0-16,0 0 0 0,-5-6 3 0,5 6-5 15,0 0 6-15,0 0-6 0,0 0 2 0,0 0 1 16,0 0-1-16,0 0 2 0,0 0 0 0,0 0-3 0,0 0 4 16,0 0 1-16,0 0-5 0,0 0 0 0,0 0-3 15,0 0-10-15,0 0-13 0,0 0-10 0,0 0-24 16,0 0-67-16,0 0 30 0</inkml:trace>
  <inkml:trace contextRef="#ctx0" brushRef="#br0" timeOffset="-2042.76">29969 11662 62 0,'0'0'115'16,"0"0"-3"-16,0 0-5 0,0 0 1 0,0 0-13 0,0 0-2 16,0 0 4-16,-5 6-10 0,5-6-5 0,-5 7-15 15,5-7-6-15,-5 5-13 0,0-2-1 16,1 4-7-16,0-3 2 0,-1 3-2 0,3-1-9 0,-2 1-2 16,1 0-6-16,1-1-4 0,-1 3-5 0,-1 0 3 15,3-2-5-15,1-7 6 0,-1 15-20 0,1-9 9 16,0 6-2-16,-1-3 2 0,-1 0-6 0,0 0 2 15,2 1-1-15,0-10 1 0,-4 14-3 16,1-4 6-16,1-1-1 0,-2-1-5 0,1 0 7 0,1-1-8 16,0-1-1-16,2-6 7 0,-5 10-1 0,5-10 6 15,-3 7 10-15,3-7 13 0,-4 4 4 0,4-4 9 16,0 0 12-16,0 0 3 0,-4 6 0 0,4-6 3 16,0 0-2-16,0 0-5 0,0 0-2 0,0 0 2 15,0 0-7-15,0 0-5 0,0-26-2 0,5 16-3 16,1 0 1-16,4-5-4 0,2 0-1 0,1-1-2 15,6-6-6-15,-1 0 3 0,1 0-2 0,3-1 3 16,-2 0 5-16,3-4-5 0,3 1-2 0,8-9-2 16,-11 8 0-16,3 0-3 0,-2-1 0 0,2 3-2 15,2 1-1-15,-8 3 0 0,3-1 1 0,1 1 3 16,-3 4 6-16,-1 0-6 0,-7 3 7 0,0 3-2 16,-3 4-3-16,0-1-2 0,-2 2-4 0,0-1 1 15,-3 2-6-15,-1 1-1 0,2 2-1 0,-6 2-5 16,5-6 0-16,-5 6-1 0,7-5-2 0,-7 5-1 15,0 0-6-15,0 0-6 0,5-2-13 0,-5 2-15 16,0 0-14-16,0 0-18 0,0 0-17 0,0 0-27 16,0 0-35-16,0 0-25 0,0 0-27 0,0 0-28 15,-16 15-127-15,16-15-382 0,-7 4 169 0</inkml:trace>
  <inkml:trace contextRef="#ctx0" brushRef="#br0" timeOffset="-1746.82">30262 11213 113 0,'0'0'205'15,"-13"-3"-7"-15,8 1 15 0,5 2-13 0,-8-3-17 16,8 3-14-16,0 0-20 0,0 0-14 16,0 0-10-16,0 0-11 0,0 0-6 0,21-12-12 15,-4 7-7-15,3 2-10 0,8-3-6 0,-9 3-5 16,2-1-6-16,2 3-2 0,-4-2-10 0,1 2-5 0,-2 1-3 15,-4-2-2-15,-1 4-6 0,-4-1-4 16,-1 2-2-16,-3 1 1 0,1 0 3 0,-2 6-2 16,1-2 0-16,-5 5-2 0,1-1-2 0,-6 2-1 15,3 1-1-15,-5-1-6 0,4 3-1 0,-1-5-4 16,0 4 3-16,0-1-7 0,1-3-4 0,0 0-17 0,-1 3-44 16,1-1-45-16,1-1-37 0,2-4-45 0,1-2-39 15,0 2-161-15,-1-9-416 0,5 10 185 0</inkml:trace>
  <inkml:trace contextRef="#ctx0" brushRef="#br0" timeOffset="-1325.92">31131 10865 199 0,'0'0'213'0,"0"-13"-2"15,0 13-9-15,-6-11 0 0,1 6-7 0,5 5-18 16,-5-6-12-16,5 6-15 0,-4-7-15 16,4 7-15-16,0 0-12 0,-7-6-9 0,7 6-13 15,-4-3-7-15,4 3-9 0,0 0-10 0,0 0-6 0,0 0 2 16,0 0-10-16,0 0-3 0,-14 9-9 0,14-9 2 16,-6 10-3-16,3-3-2 0,0 0-5 0,-1 1-1 15,0-1-3-15,0 2 0 0,-1-1-2 0,1 1-2 16,0-1-1-16,3 3-2 0,1-3-3 0,-1 1-2 15,3 0-1-15,0 1 2 0,2 0-22 0,-2 1 4 16,3-2-3-16,-1 1 2 0,1-1 1 16,0-1 2-16,2 1 0 0,-1 0 0 0,3 0 0 15,-3 1-1-15,2-3 3 0,-3 2 3 0,1-4-5 16,-2 1 4-16,0-1 3 0,-1 1-2 0,-1-1-3 0,-2-5-1 16,0 11 1-16,0-11 3 0,-4 12 1 0,-1-8-1 15,1 0-4-15,-3 1 3 0,0-2-12 16,-2 1-3-16,3-1-10 0,-4 0-15 0,2 0-20 15,0-2-24-15,-2 1-12 0,10-2-25 0,-11 4-27 16,11-4-19-16,-9 0-16 0,9 0-143 0,0 0-353 16,0 0 156-16</inkml:trace>
  <inkml:trace contextRef="#ctx0" brushRef="#br0" timeOffset="-1127.39">31263 10965 116 0,'4'-7'170'0,"0"0"0"0,-1 2-6 16,1 0 9-16,-4 5-1 0,4-9-8 15,-4 9-8-15,0 0-10 0,4-6-21 0,-4 6-8 0,0 0-9 16,0 0 4-16,0 0-3 0,0 0-4 0,0 0-7 16,5 19-11-16,-5-13-7 0,0 5-10 0,1 2-4 15,-1 1-7-15,0 1-8 0,-1 1-3 0,2-4-6 16,0 1-19-16,-1 0-31 0,2-2-41 0,-2 2-40 16,-2-1-44-16,4 1-44 0,0-3-203 0,-3 1-411 15,1-11 183-15</inkml:trace>
  <inkml:trace contextRef="#ctx0" brushRef="#br0" timeOffset="-985.43">31329 10816 22 0,'0'0'0'0,"2"27"-4"15,0-17-4-15,4 1 2 0</inkml:trace>
  <inkml:trace contextRef="#ctx0" brushRef="#br0" timeOffset="-696.69">31517 10997 147 0,'-8'6'154'0,"3"-1"-2"0,0 4-4 0,0-4-3 15,-4 1-10-15,5 3-11 0,-1-4-3 0,1 2-13 0,4-7-8 16,-2 9-2-16,2-9-14 0,1 9-3 0,-1-9-2 15,6 8-8-15,0-5-3 0,-6-3-5 0,12 0-8 16,-3 0-9-16,2-1-3 0,1-3-7 0,-3-1 4 16,2 1 3-16,-1-2 3 0,-3 1 0 15,0-4 0-15,-2 0 0 0,-1-1 5 0,1 0-4 0,-4 0-7 16,-2-1-2-16,-2 0-5 0,2-1-7 0,-1-4-1 16,-4 7 4-16,2-4-8 0,-2 6-4 0,0 0 3 15,-2-2-8-15,4 3-3 0,-1 2-11 0,5 4-10 16,-6-9-13-16,6 9-15 0,-8-3-16 15,8 3-16-15,0 0-7 0,0 0-31 0,0 0-5 0,0 0-29 16,-1 16-14-16,1-16 1 0,7 14 0 0,2-6-104 16,0-2-283-16,3 1 125 0</inkml:trace>
  <inkml:trace contextRef="#ctx0" brushRef="#br0" timeOffset="-441.62">31630 10962 339 0,'12'2'18'0,"0"-2"9"0,-5 1 6 0,1-1 16 0,0 2-4 16,-8-2-2-16,9 2-5 0,-9-2 31 15,9 6 13-15,-4-2 14 0,0 0-6 0,1 0-5 0,-2 3 11 16,1-2-1-16,0 3 0 0,1-2 1 0,-3 0-2 15,2 0-7-15,-1-1-17 0,-1 2 0 0,-1-2-2 16,2 0-1-16,-4-5 6 0,4 11 6 16,-1-8 11-16,-3-3 14 0,2 6 11 0,-2-6 2 15,0 0-15-15,0 0-1 0,0 0-21 0,0 0-7 0,0 0-8 16,0 0-2-16,0 0-1 0,-14-20-9 16,11 15-3-16,3 5-4 0,-2-9-2 0,2 9 0 15,-3-8-8-15,3 8 0 0,0 0-10 0,-1-7 2 0,1 7-5 16,0 0-4-16,9-5 0 0,-3 2 4 15,-6 3 0-15,20-2-15 0,-8 1 1 0,2 2-18 0,6 0-18 16,0-1-32-16,-4 2-37 0,4 0-43 0,0-1-52 16,0-1-40-16,0 0-222 0,0-3-489 15,-2 1 218-15</inkml:trace>
  <inkml:trace contextRef="#ctx0" brushRef="#br0" timeOffset="-223.95">32183 10636 105 0,'0'0'180'0,"0"0"18"15,0 0 12-15,0 0 6 0,0 0-10 0,12 26-13 0,-9-9-9 16,4 7-11-16,-5-6-16 0,3 7-14 0,-2-6-14 16,-1 7-15-16,0-6-5 0,-2-2-19 0,-3 7-8 15,3-5-9-15,0-3-28 0,-1 2-39 0,2-2-49 16,-2-1-45-16,3-4-57 0,-2-2-61 15,-2 0-150-15,2-2-385 0,1-1 171 0</inkml:trace>
  <inkml:trace contextRef="#ctx0" brushRef="#br0" timeOffset="405.72">32419 10811 125 0,'0'0'210'0,"-10"-2"-7"0,10 2 5 16,-11 1-14-16,11-1-8 0,-16 4-13 0,9 3-10 15,1 0-12-15,-1 0-14 0,3 3-7 0,0-1-20 16,0-1-11-16,3 1-6 0,4-1-12 0,-3 0-6 16,0-8-8-16,3 13-5 0,1-8-7 15,0 0-4-15,1-1-9 0,2 1-2 0,-2-1-1 0,4-3-2 16,-2 1-3-16,4-2-6 0,-11 0-4 0,19 0 3 16,-12-3-10-16,4 0 5 0,-4 0-5 15,0-1 1-15,0-2-6 0,0 3 8 0,0-6-11 16,-2 1-1-16,2-2 0 0,-1 1-1 0,-2 0-2 15,4-1 1-15,-3 0-4 0,1 0 4 0,-1 2-6 0,3 1 3 16,-2 3-1-16,-1-2-1 0,-1 2-4 16,-4 4 6-16,9-4-6 0,-9 4 6 0,7 0-7 0,-7 0 3 15,0 0-2-15,12 9 8 0,-8-4 6 16,-1 1 3-16,1 0-2 0,0-2-3 0,0 2 0 16,-1-1 0-16,1 0-2 0,0 0 7 0,-4-5-4 15,9 6 5-15,-4-5-5 0,0 3-1 0,-5-4 0 0,13 2 5 16,-13-2 0-16,10-3 39 0,-10 3 1 0,10-3-4 15,-10 3 4-15,9-2-3 0,-9 2-8 0,8-7 0 16,-8 7 3-16,5-5-11 0,-5 5-5 16,5-4-1-16,-5 4-7 0,0 0 2 0,5-4-16 15,-5 4 12-15,0 0-3 0,0 0-5 0,0 0 0 16,0 0-6-16,0 0 2 0,0 0-4 0,0 0 7 0,0 0-11 16,0 0 10-16,0 0-1 0,0 0-2 0,0 0 4 15,0 0-7-15,55 20 2 0,-55-20-3 0,0 0-1 16,0 0 1-16,0 0 6 0,49-12-1 15,-49 12-1-15,0 0-2 0,0 0-1 0,24-17 5 16,-24 17-4-16,0 0-2 0,0 0-1 0,0 0-15 0,0 0 11 16,18-19 1-16,-18 19-5 0,0 0 2 0,0 0-1 15,0 0 9-15,0 0 5 0,0 0 3 16,0 0 1-16,0 0-7 0,14 51 0 0,-14-51 0 16,0 0 6-16,2 52-6 0,-2-52 3 0,0 41 0 15,0-41 2-15,-2 38-22 0,2-38-17 0,-8 39-23 16,8-39-31-16,-5 34-45 0,5-34-50 0,-9 31-76 15,9-31-71-15,-19 27-164 0,19-27-529 0,-20 20 233 0</inkml:trace>
  <inkml:trace contextRef="#ctx0" brushRef="#br0" timeOffset="791.98">32819 11013 90 0,'25'-28'238'0,"-25"28"-8"0,21-31-3 16,-21 31-2-16,25-28-8 0,-14 12-15 0,-11 16-7 15,22-29-12-15,-22 29-19 0,24-28-18 0,-24 28-11 16,16-24-5-16,-16 24-5 0,15-19-3 0,-15 19-7 16,0 0-16-16,9-30-8 0,-9 30-13 0,0 0-10 15,0 0-8-15,0 0-3 0,0 0-10 0,0 0-3 16,0 0-4-16,0 0-8 0,0 0-1 0,0 0-1 16,0 0-5-16,0 0-3 0,0 0-5 0,0 0-3 15,0 0 2-15,0 0-2 0,0 0 2 0,-67 57-5 16,67-57 0-16,0 0-6 0,0 0-7 0,3 35 11 15,-3-35-2-15,0 0 3 0,0 0 0 0,0 0 2 16,0 0-7-16,0 0 1 0,38 28 3 0,-38-28-3 16,0 0-2-16,0 0 0 0,0 0 0 0,0 0 0 15,54-15-10-15,-54 15 15 0,0 0-7 0,0 0 0 16,28-25 2-16,-28 25-1 0,0 0-2 0,0 0 3 16,0 0-6-16,23-18 2 0,-23 18-4 0,0 0 2 15,0 0 0-15,0 0 1 0,0 0 1 0,0 0 2 16,0 0-3-16,0 0 0 0,0 0-1 15,0 0 6-15,0 0-6 0,38 32-18 0,-38-32-36 16,0 0-54-16,0 0-61 0,0 0-83 0,2 34-256 0,-2-34-552 16,0 0 245-16</inkml:trace>
  <inkml:trace contextRef="#ctx0" brushRef="#br0" timeOffset="19854.3">26948 12052 4 0,'0'0'-1'15,"0"0"-1"-15</inkml:trace>
  <inkml:trace contextRef="#ctx0" brushRef="#br0" timeOffset="80919.14">26841 12771 10 0,'0'0'4'0,"0"0"-2"0,0 0 4 0,0 0-3 15,0 0 5-15,0 0-4 0,0 0-1 0,0 0-1 16,0 0 2-16,0 0-3 0,0 0 3 0,0 0-3 15,0 0 2-15,0 0 0 0,0 0 3 0,0 0 0 16,0 0-3-16,-12-5 2 0,12 5 1 0,0 0 2 16,0 0 2-16,0 0-1 0,0 0 1 0,0 0-1 15,0 0 4-15,0 0-7 0,0 0 2 0,-4-6 0 16,4 6-2-16,0 0-1 0,0 0-1 0,0 0-3 16,0 0 1-16,0 0 0 0,0 0 9 0,0 0-2 15,0 0-3-15,0 0 5 0,0 0-8 0,0 0-6 16,0 0 7-16,0 0-5 0,0 0 0 0,0 21-4 15,0-21-2-15,0 0-2 0,0 10-10 0,0-10-12 16,-2 9-33-16,2-9 14 0</inkml:trace>
  <inkml:trace contextRef="#ctx0" brushRef="#br0" timeOffset="81424.16">26859 12754 2 0,'0'0'24'0,"0"0"2"16,0 0-5-16,0 0 6 0,0 0 5 0,0 0 0 15,0 0 2-15,0 0-2 0,-3-6-8 0,3 6 0 16,0 0-1-16,0 0-4 0,0 0 7 0,-4-7-16 15,4 7 7-15,0 0-5 0,-6-9 2 0,6 9-2 16,0-8-4-16,0 8 0 0,-5-7 1 0,2 1-3 16,3 6-1-16,-5-10 4 0,1 4-1 0,4 6-2 15,-4-10 2-15,2 6 3 0,2 4 6 0,-3-9 5 16,3 9-6-16,-4-4 1 0,4 4-4 0,0 0-5 16,0 0-3-16,-6-6 2 0,6 6-1 0,0 0 2 15,0 0 3-15,0 0-1 0,-3 20-6 0,3-11 7 16,-1 3-7-16,1-2 2 0,-2 2-7 0,0 4 6 15,0-4-2-15,0 3 2 0,-2 1-1 0,1 1-13 16,-1 0-15-16,-2-2-21 0,2 1-54 0,-2-2-107 16,3-2 47-16</inkml:trace>
  <inkml:trace contextRef="#ctx0" brushRef="#br0" timeOffset="82102.2">27535 12665 19 0,'-1'11'29'0,"-1"-1"-2"0,1 0-5 0,0 1-10 16,1 0-17-16,-2 0-13 0,0 1-19 0,2 0 9 15</inkml:trace>
  <inkml:trace contextRef="#ctx0" brushRef="#br0" timeOffset="82704.95">28276 12688 7 0,'0'0'12'0,"0"0"-6"16,0 0 7-16,0 0-6 0,0 0 1 0,0 0-3 15,0 0 0-15,0 0 3 0,0 0 8 0,0 0-2 16,-4-19 0-16,4 19 4 0,0 0 1 0,0 0-2 16,0 0 1-16,0 0 4 0,-5-7 6 0,5 7 2 15,0 0-1-15,0 0 4 0,0 0-10 0,0 0 3 16,0 0-7-16,-4-7-1 0,4 7 0 0,0 0-5 15,0 0 2-15,0 0-3 0,0 0 3 0,0 0-2 16,0 0-4-16,-2 24 1 0,0-16-4 16,2 1 2-16,0 2-2 0,0 0-4 0,3 1 0 0,-3 1-8 15,0 4-19-15,1 2-61 0,-1-3-93 0,-2 0 42 16</inkml:trace>
  <inkml:trace contextRef="#ctx0" brushRef="#br0" timeOffset="91766.59">26638 12509 13 0,'0'0'23'0,"0"0"-2"0,0 0 0 0,0 0 2 16,0 0-5-16,0 0-2 0,0 0 2 0,0 0-3 15,-2-8-3-15,2 8 1 0,0 0-1 16,0 0-3-16,0 0-1 0,0 0 0 0,0 0 4 0,0 0-8 16,0 0 7-16,0 0-3 0,11-9-7 0,-11 9 1 15,0 0 0-15,0 0 5 0,0 0-3 0,0 0 0 16,0 0 2-16,0 0 4 0,3-5-2 15,-3 5 0-15,0 0 3 0,0 0 2 0,0 0 5 16,0 0-3-16,0 0-2 0,0 0 2 0,0 0-4 0,0 0-1 16,0 0 3-16,0 0-5 0,0 0 0 0,0 0-7 15,0 0 11-15,0 0-8 0,0 0 2 16,0 0 0-16,0 0 1 0,0 0-4 0,0 0 1 0,0 0-2 16,0 0 0-16,0 0-1 0,0 0-2 0,0 0 6 15,0 0-3-15,0 0-2 0,0 0-1 0,0 0 2 16,0 0 3-16,0 0-2 0,0 0 2 0,0 0-5 15,0 0 5-15,0 0-2 0,0 0-2 0,0 0-2 16,0 0 5-16,0 0-2 0,0 0 2 16,0 0-2-16,0 0-2 0,0 0 10 0,0 0-9 15,0 0 2-15,0 0-5 0,0 0 7 0,0 0-8 0,0 0 6 16,0 0-1-16,0 0 11 0,0 0-7 0,0 0-2 16,0 0 6-16,16 7-10 0,-16-7 6 0,10 2 6 15,-5 0 2-15,-5-2-5 0,12 0 5 0,-12 0 2 16,10 2 10-16,-10-2-2 0,7 1-1 0,-7-1 0 15,10 0 2-15,-10 0-2 0,0 0-11 0,8 0 4 16,-8 0-1-16,0 0 3 0,0 0 0 0,0 0-4 16,9 0-3-16,-9 0 3 0,0 0 5 0,0 0-7 15,0 0 5-15,0 0-1 0,0 0-4 0,0 0 2 16,0 0 0-16,0 0 3 0,0 0-6 0,0 0-3 16,7 2 3-16,-7-2-1 0,0 0-2 0,0 0-3 15,0 0-3-15,0 0-5 0,0 0-9 0,0 0-18 16,0 0-11-16,0 0-11 0,0 0-12 0,0 10-74 15,0-10-150-15,0 0 66 0</inkml:trace>
  <inkml:trace contextRef="#ctx0" brushRef="#br0" timeOffset="92336.23">27214 12541 57 0,'0'0'74'0,"0"0"-4"0,0 0-12 16,-14-14-2-16,14 14-4 0,0 0 3 0,0 0-3 15,0 0 2-15,-9-5-8 0,9 5-4 0,0 0-4 16,0 0 0-16,-6-2-1 0,6 2-4 0,0 0-11 16,0 0 10-16,0 0-14 0,0 0 3 0,-10-1-8 15,10 1 3-15,0 0-2 0,0 0-2 0,-11-1-3 16,11 1 3-16,0 0-3 0,0 0 2 0,0 0 0 15,-8-1-3-15,8 1 3 0,0 0 5 0,0 0 0 16,0 0-5-16,0 0-11 0,0 0 7 0,0 0 2 16,0 0-2-16,0 0 4 0,0 0-7 0,0 0 7 15,24-9 0-15,-17 6-8 0,3-1 2 0,1 4 3 16,-1-3-6-16,-1 1 4 0,5 0 1 0,-5 0-5 16,-1 0 2-16,1-1 6 0,-1 2 2 0,-2-1-4 15,-6 2 5-15,11-3 5 0,-3 1 4 0,-8 2 1 16,8-2 3-16,-8 2 1 0,7-4 3 0,-7 4-3 15,0 0 4-15,8-1-6 0,-8 1 3 0,0 0-2 16,0 0-9-16,0 0 2 0,0 0-6 0,0 0 5 16,0 0-5-16,0 0-9 0,0 0-5 0,0 0-15 15,0 0-15-15,0 0-27 0,0 0-14 0,2 13-26 16,-2-13-24-16,-2 11-68 0,2-11-204 0,0 11 91 16</inkml:trace>
  <inkml:trace contextRef="#ctx0" brushRef="#br0" timeOffset="92829.72">28116 12491 8 0,'0'0'69'0,"0"0"3"0,0 0 1 0,0 0-8 0,0 0-7 15,2-10 0-15,-2 10-5 0,0 0 0 0,0 0 2 16,0 0 0-16,0 0 4 0,0 0-3 0,0 0-8 16,0 0 6-16,-8-13-9 0,8 13-2 0,0 0-2 15,0 0-7-15,-3-6 8 0,3 6-5 0,0 0 0 16,0 0-2-16,0 0 1 0,-5-6 1 0,5 6 1 16,0 0-5-16,0 0-2 0,0 0-2 0,0 0-5 15,0 0 7-15,0 0-9 0,0 0-1 0,0 0-5 16,0 0-1-16,0 0-1 0,8-10 6 0,-8 10-9 15,10-3 1-15,-5 1-4 0,2 0 6 0,-7 2-2 16,14-2-4-16,-5 1-8 0,-9 1-11 0,14 0-4 16,-14 0-5-16,14 1-16 0,-6-1-13 0,3 3-25 15,-5-2-14-15,1 1-30 0,2 1-78 0,0-1-211 16,-4 0 94-16</inkml:trace>
  <inkml:trace contextRef="#ctx0" brushRef="#br0" timeOffset="93203.28">28916 12422 37 0,'0'0'74'0,"-5"-3"-5"0,5 3-7 0,0 0 2 15,-9-5-3-15,9 5-4 0,0 0-6 0,-6-2 2 16,6 2 14-16,0 0-9 0,0 0 2 0,0 0-11 16,-7-4 2-16,7 4 0 0,0 0-5 0,0 0-7 15,0 0-1-15,0 0-8 0,0 0 4 0,-3-5-7 16,3 5-2-16,0 0-5 0,0 0 11 0,0 0-8 15,0 0-6-15,0 0-5 0,0 0 9 0,0 0-4 16,0 0 0-16,21-5-8 0,-21 5 0 0,12 0 4 0,-6 0-8 16,-6 0-4-16,17 0-3 0,-9 0-26 15,2 3-19-15,0-3-23 0,0 4-20 0,1-2-88 16,-1 1-191-16,0-2 85 0</inkml:trace>
  <inkml:trace contextRef="#ctx0" brushRef="#br0" timeOffset="93471.66">29619 12368 94 0,'0'0'126'0,"0"0"-18"15,0 0-8-15,0 0-10 0,0 7-9 0,0-7-4 0,0 0-14 16,0 0-10-16,16 0 5 0,-16 0-19 0,12 0 5 16,-1 1-22-16,-1-1-20 0,4 1-16 15,-3-2-23-15,2 2-25 0,5-2-19 0,-1 2-47 16,-5-1-138-16,9 0 62 0</inkml:trace>
  <inkml:trace contextRef="#ctx0" brushRef="#br0" timeOffset="93614.77">30100 12403 7 0,'0'0'69'0,"12"0"-14"16,-5-2-13-16,-7 2-26 0,12 2-34 0,-12-2-11 15,11 1-31-15,-11-1 14 0</inkml:trace>
  <inkml:trace contextRef="#ctx0" brushRef="#br0" timeOffset="94481.24">27991 12517 15 0,'0'0'15'0,"0"0"0"0,0 0 1 0,0 0-6 16,0 0-9-16,0 0-7 0,0 0-5 0,0 0-13 15,-4 27 6-15</inkml:trace>
  <inkml:trace contextRef="#ctx0" brushRef="#br0" timeOffset="102306.56">29111 14101 28 0,'0'0'62'0,"0"0"-2"15,0 0-8-15,0 0-6 0,0 0-7 0,0 0-1 16,0 0-3-16,0 0-7 0,0 0 0 0,0 0 2 15,0 0 7-15,0 0-5 0,0 0-7 0,0 0-5 16,-7-15 0-16,7 15-4 0,1-7-4 16,-1 7 1-16,2-8 2 0,-2 8-5 0,0 0 8 0,-2-16-6 15,2 16 10-15,-1-8 0 0,1 8-4 0,0-13-3 16,-2 7-11-16,2 6 5 0,-3-11-1 16,0 5 2-16,3 6-5 0,-1-13 2 0,0 5-10 0,1 8-1 15,-3-13 5-15,3 5-9 0,0 8 3 0,-1-15-9 16,0 8 9-16,1 7 7 0,0-13 14 15,-3 6-25-15,3 7 7 0,-2-13-3 0,2 8-1 0,0 5 5 16,-3-14-4-16,3 8 6 0,-4-4-9 16,4 10 5-16,-2-13 3 0,2 7-3 0,0 6 1 15,-1-13-2-15,-1 5 4 0,2 8-3 0,-3-12 7 0,3 4-9 16,0 8 1-16,-2-14-5 0,1 4 6 0,-1 4-1 16,1-3-2-16,-1 2 8 0,2 7-4 0,-3-16 2 15,0 10-1-15,2-4-8 0,-1 3 0 0,-1 0-4 16,2-2 5-16,-2 0-1 0,2 1-2 15,1 8 5-15,-2-14 3 0,0 9-6 0,1-5-9 16,-2 0 4-16,1 2 2 0,1 1 1 0,-2 0-1 16,3 7 9-16,-5-16-8 0,2 10 11 0,1-4-3 15,-1 4-5-15,1-1-2 0,0 0 0 0,2 7 9 16,-5-15-4-16,3 10 2 0,-1-3 1 0,1 2 8 0,2 6-11 16,-4-9-1-16,4 9 7 0,-6-10-6 15,6 10 4-15,-4-8-3 0,0 3 4 0,4 5-9 16,-4-10 9-16,4 10 3 0,-4-8-3 0,4 8 1 0,-5-9-1 15,5 9 5-15,-4-8-10 0,0 3 9 0,4 5-6 16,-5-7-1-16,5 7 6 0,-5-9-3 0,5 9 2 16,-2-8-6-16,-1 4 2 0,3 4 1 0,-1-10 0 15,1 10 1-15,-4-8 3 0,4 8 3 16,-4-10-3-16,4 10 5 0,-3-9-11 0,1 3 8 0,2 6-7 16,-3-10-4-16,3 10 1 0,-2-14 5 15,1 9-2-15,1 5 7 0,-3-13-4 0,3 13-2 0,-3-11-2 16,2 3-2-16,0 1 6 0,1 7-2 15,-3-13-2-15,1 6-3 0,0-1 6 0,1-2-3 16,0 3 0-16,1 7-3 0,0-17 4 0,-1 9 2 0,-1-1 0 16,0-1-5-16,-1 1 1 0,3-1 4 15,-2 2-1-15,1-3 3 0,-2 2-10 0,0-3 2 16,2 2-3-16,0-2 0 0,-3 1 1 0,3 0-1 0,-2 1 1 16,2-1-8-16,-1-4-1 0,0 3-2 0,-2-1 0 15,3 2 2-15,-2-2-5 0,1 2 5 0,1-1-9 16,-2 0 6-16,0 0-17 0,1 1-39 15,-1 1 18-15,1-2 153 0,-3-1-106 0,3 3 4 16,0 0-3-16,-3 0-9 0,0 2 20 0,1-1-8 0,1 1 2 16,-1 1 2-16,-1 0 1 0,1 1-3 0,-1 0 2 15,2 1 3-15,3 5-1 0,-6-11-3 0,4 7 6 16,2 4 0-16,-5-11-9 0,3 5 9 0,2 6-6 16,-5-10 4-16,4 4 2 0,1 6-1 15,-3-9-7-15,3 9 4 0,-5-9 3 0,5 9 2 16,-2-6-13-16,2 6 12 0,-4-6-4 0,4 6 3 0,0 0 1 15,-4-8-3-15,4 8-1 0,-2-6 1 16,2 6-1-16,0 0 8 0,-3-9 2 0,3 9 4 0,0 0-7 16,-4-7 1-16,4 7 2 0,0 0-5 15,-4-8 3-15,4 8-1 0,0 0 0 0,-4-5-1 16,4 5 0-16,0 0-1 0,0 0 1 0,-6-4 4 0,6 4-8 16,0 0 3-16,0 0-2 0,-5-6 4 15,5 6-5-15,0 0 3 0,0 0-1 0,-5-5-4 0,5 5 3 16,0 0-3-16,0 0 8 0,-4-5-8 15,4 5 5-15,0 0 2 0,0 0-5 0,0 0-1 16,0 0-1-16,0 0-5 0,0 0 3 0,0 0 5 16,-10 0-9-16,10 0-4 0,0 0-9 0,0 0-23 15,0 0 10-15</inkml:trace>
  <inkml:trace contextRef="#ctx0" brushRef="#br0" timeOffset="102583.09">28639 12843 33 0,'-6'11'18'0,"0"-2"-22"16,-1 0-5-16,2-1-8 0,-2-1 5 0</inkml:trace>
  <inkml:trace contextRef="#ctx0" brushRef="#br0" timeOffset="-131692.75">27600 12623 13 0,'0'0'105'0,"0"0"3"0,0-9 1 16,0 9-2-16,0 0-9 0,-4-7 1 0,4 7-6 0,0 0-9 16,-3-9-4-16,3 9-1 0,0 0-6 0,-6-6-6 15,6 6 1-15,-2-5 1 0,2 5 0 0,0 0-9 16,-8-5 2-16,8 5-9 0,0 0 4 15,0 0-2-15,0 0-1 0,-2-6-6 0,2 6 7 0,0 0-1 16,0 0 0-16,0 0 4 0,0 0 1 0,0 0-5 16,0 0-1-16,-4-7-6 0,4 7-8 0,0 0 2 15,-7-4 5-15,7 4 5 0,0 0 0 0,-5-3-3 16,5 3-2-16,0 0-4 0,0 0-4 16,-8-5 1-16,8 5-3 0,0 0-3 0,0 0 1 0,0 0 6 15,0 0-9-15,-8-2 0 0,8 2-3 0,0 0 0 16,0 0-4-16,0 0-3 0,0 0 0 0,0 0 0 15,0 0-4-15,0 0 0 0,0 0 0 0,0 0-5 16,0 0 0-16,0 0-2 0,0 0-3 0,0 0 0 16,0 0-1-16,0 0-2 0,0 0 0 0,0 0 6 15,0 0 5-15,-9 9 5 0,9-9 0 16,-3 8 2-16,2-1-2 0,1-7-1 0,-4 11 0 0,4-6-4 16,0-5-3-16,-4 13 1 0,4-7 16 15,0-6 4-15,0 14 5 0,0-6 1 0,0 1-11 0,0-9 4 16,0 13-4-16,0-6-3 0,0-7-8 0,0 14 2 15,0-7 2-15,2-2-4 0,-2-5-1 0,0 14 1 16,0-8-3-16,0-6 0 0,2 11 0 0,-2-11 2 16,-2 10-1-16,2-10 2 0,2 11-1 0,-2-11-3 15,0 8 1-15,4-3 4 0,-4-5 6 0,2 11-9 16,0-5 2-16,-1 0 4 0,3-1-4 0,-4-5-2 16,4 8-1-16,-2-2 2 0,-2-6 2 0,4 7 1 15,-4-7 0-15,4 8 2 0,-2-4-11 0,-2-4 10 16,5 6 2-16,-5-6-3 0,2 7 0 0,-2-7 0 15,4 7 9-15,-4-7-9 0,5 6 14 0,-5-6-20 16,2 6 3-16,-2-6 2 0,4 4-5 0,-4-4-6 16,8 5 3-16,-8-5 4 0,2 5 8 0,-2-5 1 15,4 3-6-15,-4-3 2 0,0 0 0 0,5 9-2 16,-5-9 4-16,0 0-10 0,6 4 9 0,-6-4-3 16,4 3-5-16,-4-3-4 0,7 4 6 0,-7-4-9 15,5 4 9-15,-5-4-19 0,5 4 16 0,-5-4 1 16,0 0 6-16,6 6-8 0,-6-6-2 0,6 5 3 15,-6-5 7-15,3 4-5 0,-3-4 7 0,5 5 10 16,-5-5-16-16,5 4 0 0,-5-4-2 0,6 5-1 16,-6-5 1-16,4 4-3 0,-4-4 1 0,5 4-10 15,-5-4 12-15,4 4-4 0,-4-4 3 0,5 6-7 16,-5-6 10-16,7 5-6 0,-3-2 6 0,-4-3 6 16,6 3-1-16,-3 0 2 0,-3-3-7 0,8 8 4 15,-8-8 0-15,6 5-4 0,-6-5 1 0,6 4 5 16,-2 0-10-16,-4-4-2 0,5 6-2 0,1-3 5 15,-1 0 2-15,0 0-5 0,1 2 3 0,-1 0 2 16,0-1-4-16,1 0 1 0,-4 1-4 0,-2-5-3 0,12 7 8 16,-6-3-7-16,-3-2 0 0,3 2 2 15,-2 1-4-15,2 0 6 0,-1-2-1 0,-5-3-3 16,8 9-1-16,-3-7 3 0,-1 3 4 0,5 0-9 16,-9-5 4-16,9 6 0 0,-5-2-5 0,1 0 1 0,-1-1 2 15,3 2-1-15,-2-1 4 0,2 0-1 0,-3-1 10 16,2 2 2-16,-1-1 1 0,0 0-2 15,0 0 2-15,-1-1-13 0,4 1 8 0,-3 1-2 16,-1-2 3-16,2 1-3 0,-2-1-14 0,2 3 15 0,-1-2 1 16,-5-4 2-16,9 8-4 0,-2-6 2 0,-5 3-2 15,-2-5 4-15,9 4-3 0,-5 1 2 0,5-1 0 16,-1-1 3-16,-3-1-3 0,-5-2-4 0,7 5 2 16,-1-4-1-16,-1 3 6 0,-5-4 1 0,12 4-1 15,-5-3-3-15,-1 2 2 0,3-2 3 16,-9-1-4-16,12 2 0 0,-8 1 2 0,-4-3-4 15,11 4-4-15,-5-1 9 0,-6-3-3 0,12 1-5 16,-6 1 2-16,-6-2-1 0,13 0-6 0,-7 3 5 16,1-2 1-16,-1 2 0 0,-6-3-3 0,15 2-2 0,-9-1 6 15,3 1 5-15,-3-2-2 0,-6 0 2 0,14 1 0 16,-8 2-1-16,-6-3-4 0,11 0-6 16,-11 0 5-16,10 0 2 0,-10 0-2 0,9 3-3 0,-9-3 3 15,10 0-4-15,-10 0 0 0,12 0 1 0,-12 0-3 16,10 0 2-16,-10 0-3 0,10 2-7 0,-10-2 6 15,12 1 4-15,-12-1-6 0,11 1 4 0,-6 1-3 16,-5-2 0-16,13 4 1 0,-8-4-1 0,-5 0 2 16,12 4 1-16,-7-2-5 0,5-2 1 0,-10 0 1 15,10 3 1-15,-5-2-2 0,-5-1 1 0,14 2 4 16,-14-2 0-16,11 2-5 0,-11-2-1 0,10 1 0 16,-10-1 3-16,10 4 0 0,-5-3-1 0,-5-1-4 15,9 3-2-15,-9-3 6 0,8 2 2 0,-8-2-6 16,10 1 7-16,-4-1-4 0,-6 0 2 0,11 4-1 15,-3-2 1-15,-8-2 1 0,12 1-1 0,-7 0-2 16,-5-1 2-16,17 2 2 0,-11-4-2 0,2 4 4 16,-8-2 1-16,14 2 1 0,-9-2 2 0,3 2-3 15,-8-2-1-15,11 0 1 0,-3 2 1 0,-8-2 0 16,11 1-1-16,-11-1 2 0,13 1-2 0,-7 0 1 16,-6-1 0-16,12 0-7 0,-12 0 6 0,11 1-4 15,-4 0-5-15,-7-1 4 0,9 1 2 0,-9-1-2 16,9 0 1-16,-9 0-2 0,9 3 3 0,-9-3-1 15,12 1-3-15,-6 0 1 0,-6-1 1 0,0 0 1 16,11 2-2-16,-11-2 2 0,13 0-1 0,-7 0 0 16,-6 0 0-16,12 2-3 0,-12-2 4 0,12 1-1 15,-12-1 1-15,13 0 0 0,-5 2 5 0,-8-2 1 0,11 1 3 16,-4 0-2-16,-1 1 1 0,-6-2-1 0,13 2-3 16,-8 0 1-16,-5-2 1 0,10 1 3 15,-3 0 0-15,-7-1-4 0,10 2 4 0,-10-2-1 16,9 3 5-16,-9-3 1 0,12 0 0 0,-12 0-3 15,11 1 2-15,-5 1-4 0,-6-2 0 0,11 1-2 16,-11-1 0-16,12 1-1 0,-7 0 3 0,-5-1-5 0,10 1 0 16,-10-1 1-16,12 0 0 0,-12 0-2 15,10 1-2-15,-3 0 0 0,-7-1 2 0,14 2-1 16,-14-2 0-16,14-2-2 0,-6 4-2 0,-8-2 0 0,16 0 5 16,-7 0-4-16,-1-2 1 0,1 4-1 0,1-4 3 15,-10 2-2-15,14 0-4 0,-5 0 4 16,-9 0-4-16,13 0 1 0,-6 0 0 0,-7 0-1 15,13 0 1-15,-6 2 2 0,-7-2 0 0,11 0 0 0,-11 0-1 16,9 2 1-16,-9-2-1 0,9 1 1 0,-9-1-2 16,9 2 2-16,-9-2-3 0,11 2-1 15,-4-1 2-15,-7-1-1 0,10 2 0 0,-10-2 0 16,10 1 3-16,-10-1-3 0,10 1 0 0,-10-1 0 16,9 2-1-16,-9-2 0 0,11 0 5 0,-11 0-6 0,12 0 6 15,-12 0-4-15,11 1-1 0,-6 1 3 0,-5-2 1 16,10 2-1-16,-10-2-1 0,10 0 5 0,-10 0-2 15,9 1 0-15,-9-1-1 0,12 1 3 0,-12-1-1 16,7 0-10-16,-7 0 3 0,11 1 10 0,-11-1-2 16,12 0 3-16,-12 0-1 0,11 2-2 0,-11-2-2 15,9 1 3-15,-9-1 2 0,12-1-11 16,-12 1 7-16,11-2 2 0,-11 2-2 0,10 0 0 0,-10 0-1 16,11-1 1-16,-11 1-2 0,12-1-1 0,-12 1 4 15,10-2-13-15,-10 2 11 0,11-3 1 0,-3 2 1 16,-1 1-1-16,-7 0-1 0,12-2-4 0,-12 2 3 15,11 0 0-15,-11 0-1 0,9-4 0 0,-9 4-2 16,11-1-2-16,-11 1 5 0,9-2-3 0,-9 2 3 16,10-1-2-16,-5-1 1 0,-5 2-2 0,12-4 2 15,-12 4-5-15,9-2-5 0,-9 2 3 0,9-2 10 16,-9 2-4-16,10-4-1 0,-4 2 4 0,-6 2 0 16,11-4-3-16,-11 4-1 0,11-4 0 0,-6 3 7 15,-5 1-7-15,8-4 0 0,0 3 3 0,-8 1 0 16,10-5-1-16,-10 5-1 0,7-4 4 0,-3 1-4 15,-4 3 5-15,7-4-4 0,-7 4-2 0,8-4 0 16,-8 4-3-16,6-4 6 0,-6 4-6 0,9-4 6 16,-9 4-2-16,10-6-2 0,-6 5 3 0,-4 1-1 15,10-6-1-15,-4 3 0 0,-6 3 0 0,8-9-3 16,-3 8 3-16,-5 1 0 0,9-4 3 0,-9 4-3 16,6-6 3-16,-2 3-1 0,-4 3-7 0,7-6 6 15,-7 6-2-15,6-6 2 0,-6 6 0 0,9-5-3 16,-4 2 1-16,-5 3-7 0,8-5 9 0,-3 2 1 15,-5 3-1-15,10-5 0 0,-5 1 0 0,0 0-1 16,-5 4-1-16,9-4 3 0,-9 4-5 0,9-5 4 16,-9 5-3-16,9-6 1 0,-6 4 2 0,-3 2 1 15,6-3 2-15,-6 3-4 0,7-6 0 0,-7 6 2 16,8-3-1-16,-8 3 1 0,7-7-4 0,-7 7 3 16,6-4-1-16,1 2-1 0,-7 2-1 0,3-6 1 15,-3 6 1-15,9-4 3 0,-9 4-4 0,0 0 1 16,5-6 0-16,-5 6 0 0,7-4 2 0,-7 4-1 15,5-3-1-15,-5 3 1 0,6-4 0 0,-6 4-1 16,7-6 0-16,-7 6 1 0,0 0 2 0,6-6-3 16,-6 6-3-16,4-5 3 0,-4 5-2 0,6-4 1 15,-6 4 1-15,4-4-1 0,-4 4-1 0,0 0 5 16,9-7-2-16,-9 7 1 0,4-4-4 0,-4 4 4 16,0 0-1-16,6-6-1 0,-6 6 0 0,0 0-2 15,7-3 2-15,-7 3 4 0,5-4-7 0,-5 4 3 16,0 0-2-16,5-5 4 0,-5 5-2 0,8-6-1 15,-8 6 2-15,3-6 1 0,-3 6-3 0,3-6 2 16,-3 6-3-16,5-10 2 0,-5 10 0 0,4-5 3 16,-4 5-6-16,5-8 1 0,-5 8 3 0,5-6-1 15,-5 6 3-15,0 0-3 0,5-8-3 0,-5 8 3 0,5-6 1 16,-5 6-1-16,3-7-1 0,-3 7 2 16,5-6-7-16,-5 6 6 0,5-9 3 0,-1 6-2 15,-4 3-4-15,8-7 5 0,-6 3-2 0,-2 4 0 16,5-7 0-16,-5 7 3 0,4-9-3 0,0 7 2 0,-4 2-2 15,4-7 0-15,-4 7 2 0,5-7-3 0,-5 7 1 16,6-4 3-16,-6 4-3 0,4-6 0 16,-4 6 0-16,4-5 3 0,-4 5-3 0,5-6 2 15,-5 6-2-15,4-5-1 0,-4 5-1 0,3-8 3 16,-3 8-2-16,5-6 1 0,-2 1 1 0,-3 5-3 0,5-8 1 16,-5 8 0-16,4-9 1 0,0 6 1 0,-4 3-1 15,3-10-2-15,2 6 4 0,-5 4-2 16,6-8-2-16,-1 5 1 0,-5 3 0 0,7-8 1 15,-5 3 2-15,-2 5 2 0,4-8-6 0,-4 8-2 0,5-6 2 16,-1 2 1-16,-4 4 2 0,4-4 2 0,-4 4-3 16,5-7 0-16,-5 7 1 0,5-4-2 15,-5 4 1-15,4-7 3 0,0 3-3 0,-4 4-3 16,5-6 3-16,-5 6-3 0,4-5 4 0,-4 5 1 16,4-6-4-16,-4 6 2 0,0 0-1 0,8-6 4 0,-8 6 8 15,6-6-3-15,-6 6 6 0,2-5-2 0,-2 5-2 16,4-7 2-16,-4 7 0 0,4-6 2 0,-4 6-11 15,3-5 9-15,-3 5 1 0,3-7-5 16,-3 7 0-16,4-7 0 0,-4 7-4 0,4-7 5 0,-4 7-5 16,0 0-2-16,2-10 6 0,-2 10-3 0,7-6-5 15,-7 6 3-15,2-4 3 0,-2 4-3 0,0 0 2 16,4-10-2-16,-4 10 0 0,4-6 2 16,-4 6-2-16,4-6-4 0,-4 6 2 0,4-6 0 0,-4 6 0 15,0 0 2-15,4-6 0 0,-4 6 1 0,0 0-6 16,3-5 6-16,-3 5-14 0,0 0 11 0,3-7 3 15,-3 7-2-15,0 0 1 0,4-7 1 0,-4 7 1 16,0 0-2-16,0 0-1 0,2-9-4 16,-2 9-4-16,3-5 12 0,-3 5-4 0,0 0 3 0,1-9-1 15,-1 9 0-15,0 0 1 0,3-11 6 0,-3 11-1 16,1-5-1-16,-1 5 0 0,4-8 2 0,-4 8-3 16,2-6 3-16,-2 6 3 0,0 0-14 0,2-11 4 15,-2 11 3-15,2-7-5 0,-2 7 5 0,3-8-6 16,-3 8 10-16,1-8-8 0,-1 8-3 0,3-7-3 15,-3 7 8-15,0 0-4 0,4-7-2 0,-4 7 2 16,0 0 3-16,1-8-4 0,-1 8 1 0,0 0 0 16,0 0 1-16,0 0 2 0,0 0-4 0,1-8-2 15,-1 8 5-15,0 0 2 0,0 0 1 0,0 0-2 16,0 0 1-16,0 0 8 0,0 0-7 0,0 0 5 16,3-6 3-16,-3 6-4 0,0 0 0 0,0 0-2 15,0 0 2-15,0 0-2 0,0 0 1 0,0 0 0 16,0 0 1-16,0 0-2 0,0 0-1 0,0 0-4 15,0 0 2-15,0 0-1 0,0 0 0 0,0 0-2 16,0 0 0-16,-2-12 0 0,2 12-3 0,0 0 2 16,0 0 0-16,0 0-1 0,0 0 2 0,0 0 1 15,0 0-1-15,0 0-2 0,0 0 4 0,0 0 1 16,0 0-7-16,0 0 1 0,0 0 4 0,0 0-1 16,-3-8 0-16,3 8 0 0,0 0-5 0,0 0-3 15,0 0 9-15,0 0 2 0,0 0-8 0,0 0 4 16,0 0-18-16,0 0 20 0,0 0-5 0,-2-7 1 15,2 7 7-15,0 0-7 0,0 0 3 0,0 0-2 16,0 0-1-16,0 0 2 0,0 0-3 0,0 0 1 16,0 0 4-16,0 0-1 0,0 0 3 0,0 0-8 15,0 0 1-15,0 0-2 0,0 0 4 0,0 0-2 16,0 0-4-16,0 0 3 0,0 0 0 0,0 0-2 16,0 0-5-16,0 0 5 0,0 0-4 0,0 0-10 15,0 0 15-15,0 0 3 0,-18 11 6 0,18-11-7 16,-5 6-11-16,1-3 9 0,4-3-2 0,-3 7 3 15,-3-2 0-15,6-5-3 0,-5 9 1 0,0-3 3 16,2 1-4-16,-1 1 0 0,-2 1-10 0,1-1 12 16,0 0-3-16,0 0-1 0,-2 2 2 0,0-1-1 15,1 3-2-15,-1-3 1 0,0 1 0 0,0-2-5 16,1 1 1-16,1 0-5 0,0-1 1 0,-2 2 1 16,5-4 1-16,-2 3 2 0,1-4-3 0,-1 4 2 15,1-2 2-15,-1 1 1 0,0 0-2 0,-1 0 1 16,1-2 3-16,0 1 2 0,0-2-3 0,2 1 4 0,-2 2 2 15,-1-3-1-15,1 3 0 0,0-2-2 16,0-1 0-16,4-5 3 0,-6 12 1 0,2-6-2 16,0 1 4-16,0 0 0 0,-1-3-8 0,3 4 8 0,-5 0 0 15,4-2 0-15,-1 2 1 0,0-3 3 16,-1 0-12-16,5-5 6 0,-5 13 1 0,3-8 4 0,-3 1-2 16,2 0 1-16,-3-3 0 0,1 6-2 15,1-4 0-15,0 0 0 0,4-5 0 0,-6 7 0 16,2-1-1-16,4-6-12 0,-5 7 17 0,1-3-5 15,-1-1 2-15,5-3 1 0,-7 9 1 0,1-6 1 0,3 2-7 16,3-5 2-16,-8 8 1 0,5-4 2 0,0 1-5 16,3-5 1-16,-8 9 3 0,4-1-1 0,-1-4-1 15,3 3 1-15,-2-2 1 0,1 1 5 16,3-6-7-16,-8 10-7 0,4-5 8 0,1 1-1 16,-4-1 2-16,2-2-4 0,1 3 4 0,1-1 6 0,-3 1-5 15,6-6-2-15,-11 10 0 0,6-5-1 0,0 1-3 16,0-2 3-16,-4 3 2 0,0-1-1 0,4-2-1 15,-2 2 2-15,2-3-2 0,0 3 1 0,-4-1 1 16,4 0-2-16,0-1 2 0,0 1-3 0,5-5 3 16,-8 7-3-16,0-3 0 0,3-1 2 0,0 1-5 15,0-1 2-15,1 2 3 0,4-5 0 0,-11 8-13 16,6-5 11-16,1 2-1 0,-3-2 3 16,2 2 0-16,-1-1-3 0,-2-1-1 0,3 2 0 0,-1 0-3 15,-2 1 0-15,2-3 1 0,1 3-3 0,-2 0-7 16,2-2 15-16,0-1-6 0,-2 0-2 0,7-3-6 15,-11 6 5-15,6-2-4 0,-2-1-1 0,2 2 5 16,-1-1-2-16,1 0 2 0,0 0 2 0,-2-1-6 16,7-3 2-16,-10 5 2 0,4-2-3 0,6-3 0 15,-8 4-2-15,3-1 0 0,5-3 1 0,-9 4-3 16,3-1 1-16,6-3-1 0,-11 4 0 0,6-2 3 16,5-2 4-16,-10 5 0 0,4-2-4 0,6-3 1 15,-12 3 0-15,7-1 2 0,-1 2-6 0,-2-2 3 16,2 1-2-16,-1 0 2 0,2 1-4 0,-1-1-3 15,6-3 3-15,-16 7 0 0,10-3-1 0,0-2 5 16,-3 1-4-16,2 1 2 0,-2-2 1 0,3 2 0 16,-4 0 3-16,1-1-1 0,1 0 1 0,2 0 1 15,-2-1 0-15,0 3 2 0,1-2 0 0,0 0-2 16,-3 0-7-16,4-1 6 0,-2 0 3 0,0 1 2 16,1 0-1-16,0-1 3 0,7-2 0 0,-15 4 0 15,10-3 2-15,-4-1 0 0,9 0 2 0,-13 3-4 16,8-2 1-16,5-1 3 0,-13 1 0 0,7 1-2 15,6-2-3-15,-12 1 4 0,12-1 0 0,-12 1-4 16,5 0 8-16,7-1-2 0,-11 2-2 0,11-2 1 16,-13 0-2-16,13 0 0 0,-13 0 2 0,13 0 2 15,-12 0-3-15,12 0-1 0,-12 2 3 0,4-1 0 16,8-1 0-16,-15 3 2 0,8-2 1 0,7-1-3 16,-11 0-2-16,6 2 1 0,5-2 4 0,-14 0-3 15,14 0 0-15,-11 2 2 0,5-2-2 0,6 0 1 16,-14 0-1-16,14 0-2 0,-11 3 6 0,3-3-4 15,8 0-3-15,-13 0 1 0,13 0 0 0,-13 0 2 16,6 1 2-16,7-1-2 0,-13-1 1 0,13 1 3 0,-13-1-6 16,13 1 3-16,-13-4-2 0,7 2 2 15,6 2 0-15,-12-1 3 0,12 1-2 0,-12-2-1 16,5 1-2-16,7 1-1 0,-11-1-2 0,11 1 5 16,-13-2-5-16,5 2 2 0,8 0-1 0,-15 0 3 15,7 0-2-15,8 0 3 0,-13 0-1 0,13 0 0 0,-15 0 0 16,15 0 0-16,-13-2 0 0,13 2 1 15,-15 0 0-15,15 0 2 0,-11-1-4 0,11 1 1 16,-12-1 0-16,12 1 0 0,-15-1 0 0,7-1 1 16,8 2-2-16,-16-1 1 0,7 0-1 0,9 1 0 0,-13-1 1 15,4-1 1-15,9 2-3 0,-13 0 2 16,5-1-2-16,8 1 3 0,-14-3-2 0,8 2 3 16,6 1-2-16,-16-2 1 0,10 0-2 0,6 2 1 15,-16-4 2-15,7 3-1 0,0 0-1 0,9 1 4 16,-14-4-5-16,6 1 5 0,0 1-2 0,0-1 1 15,1 1-3-15,-1-1 0 0,1 1 0 0,-2-1 0 16,0 1-5-16,-1-1 4 0,3 0 3 0,7 3-3 0,-14-5 3 16,6 3 1-16,2-1-5 0,6 3 4 15,-14-5-4-15,4 1 3 0,1 0-1 0,2 2-1 16,0 0 0-16,-3-1 1 0,2-1 2 0,1-1-1 0,0 2-1 16,-2-2 0-16,2 3-2 0,0-1 2 0,-1 0 0 15,-2-1 0-15,3 1-1 0,1-1 2 0,6 4 2 16,-14-4-2-16,8-1-2 0,-1 3 3 0,-2-1-1 15,2-1-3-15,0 1 5 0,0 0-3 0,7 3-3 16,-13-7 3-16,4 3 1 0,2 1 2 0,1 0-2 16,-3-1 0-16,2 0 2 0,7 4 1 0,-9-8 2 15,3 7 1-15,-1-3-2 0,2 0 1 0,-2 0-2 16,7 4 2-16,-9-6-1 0,3 2 5 0,6 4-1 16,-9-8 0-16,4 6-4 0,-2-3 3 0,7 5-5 15,-8-5 1-15,2 2 0 0,0-1 4 0,6 4-1 16,-9-6-1-16,9 6 1 0,-9-4-2 15,5 0 1-15,4 4 0 0,-10-6-3 0,4 2 3 16,6 4-6-16,-9-5 6 0,3 0-4 0,-2 2 2 0,1 1-2 16,7 2 2-16,-13-6 1 0,7 4 0 0,6 2-3 15,-14-8 2-15,10 6-1 0,4 2 2 0,-11-6-4 16,6 3 1-16,5 3 0 0,-5-4 2 0,5 4-4 16,-9-5 4-16,5 1 1 0,4 4-1 15,-9-4-1-15,9 4-3 0,-9-6 2 0,9 6 2 0,-5-3-3 16,5 3 4-16,-8-7-1 0,4 4 2 0,4 3-5 15,-7-6 5-15,7 6-3 0,-8-6 3 0,4 2-1 16,4 4 1-16,-9-7-2 0,3-2-1 0,2 3 1 16,-2 1-1-16,2-1-1 0,-1 1 1 0,-1 1 2 15,-1-3-4-15,-2 3 4 0,5-1 0 0,-1 0-1 16,1-1-1-16,-3 1-3 0,1 1 4 16,0-2-3-16,2 3-6 0,-1-2 8 0,5 5 0 0,-8-7 1 15,8 7 4-15,-6-7 0 0,0 3 2 0,6 4-2 16,-4-8-1-16,4 8-2 0,-7-7 2 0,3 3-3 15,4 4-1-15,-5-8 2 0,5 8 1 0,-9-9 0 16,7 6 0-16,2 3-4 0,-9-9 4 0,7 3-3 16,2 6-6-16,-7-7 6 0,3 3-1 0,4 4 3 15,-8-10-1-15,4 5-2 0,4 5 0 0,-6-9 0 16,1 5 5-16,1-2-8 0,0-1 1 0,-2 2 1 16,4 0 1-16,-2-2-4 0,-1 2 5 0,5 5-2 15,-7-11-2-15,3 5 0 0,0 1 3 0,4 5-4 16,-8-8 1-16,4 3 0 0,4 5 4 0,-5-8-5 15,-1 5 1-15,2-3 2 0,4 6 0 0,-7-7-8 16,2 4 7-16,5 3-5 0,-5-6 8 0,5 6-2 16,-10-8-2-16,7 5 4 0,-3 0-1 0,6 3-2 15,-9-8 4-15,9 8-5 0,-7-6 4 0,7 6-3 16,-4-7 1-16,4 7 0 0,-5-7 0 0,5 7 0 16,-4-5 1-16,4 5-3 0,0 0 3 0,-5-8-2 15,5 8 6-15,-2-7-4 0,2 7 1 0,0 0-4 16,-5-7 4-16,5 7 2 0,0 0-1 0,-4-9 2 15,4 9 1-15,0 0 0 0,0 0 0 0,-1-7 0 16,1 7-2-16,0 0 0 0,0 0 2 0,-3-5-4 16,3 5 3-16,0 0-4 0,0 0 2 0,-3-10 1 15,3 10 0-15,0 0-1 0,-4-7 3 0,4 7 1 16,0 0 0-16,-2-7-5 0,2 7-1 0,0 0 2 16,-3-8 0-16,3 8 0 0,0 0 2 0,0 0-2 15,-3-9-2-15,3 9-2 0,0 0 1 0,-4-8 0 0,4 8-2 16,0 0 4-16,0-7-3 0,0 7 5 0,0 0-6 15,0 0 1-15,-2-9 1 0,2 9-1 0,0 0 4 16,0 0-4-16,-5-7-5 0,5 7-5 16,0 0 14-16,0 0-2 0,0 0 2 0,0 0-1 15,0 0 0-15,2-10-2 0,-2 10-4 0,0 0 3 16,0 0 2-16,0 0-5 0,-4-9 2 0,4 9 3 0,0 0-3 16,0 0 1-16,0 0 1 0,0 0 0 15,0 0-3-15,0 0 2 0,0 0-7 0,0 0 6 16,-2-6 1-16,2 6-3 0,0 0 1 0,0 0-2 15,0 0-2-15,0 0 1 0,0 0 2 0,0 0-5 16,0 0 5-16,0 0-2 0,0 0-5 0,0 0 6 16,0 0 3-16,0 0-2 0,0 0 1 0,0 0 1 15,0 0-1-15,0 0-1 0,0 0 3 0,9 20-4 16,-9-20-4-16,2 5 8 0,-2-5 0 0,4 7 0 0,-4-7-1 16,6 7 4-16,-2-4-2 0,-4-3-2 0,5 9 2 15,-2-6-1-15,-3-3 1 0,5 7-1 0,-5-7-8 16,4 9 9-16,-1-6 0 0,2 1-1 15,-5-4 2-15,8 9 0 0,-5-5-1 0,1 2-1 16,1-3 3-16,-1 2-3 0,-4-5-1 0,7 7 0 0,-2-4 0 16,-5-3 0-16,8 6 0 0,-3-2 0 0,-1 0 2 15,-4-4 0-15,7 8-3 0,-2-3 2 16,-3-1 0-16,3 2 0 0,-1-3 2 0,0 2-3 0,0 1 0 16,-1-2 0-16,-3-4 2 0,9 9-3 0,-5-5 1 15,-1 2 2-15,3-1-3 0,-2-1 2 0,-1 1-4 16,2-1-7-16,0 1 11 0,-3 0 0 0,2-1-1 15,2 1-1-15,-6-5 2 0,9 7 0 0,-4-2 2 16,0-1-1-16,-1 0-11 0,1 2 12 16,1-1-1-16,-1 0-1 0,-1-1 0 0,4-1 3 0,-2 2 0 15,-2-1-3-15,1 1-1 0,-1-1-4 0,4-1 5 16,-4-1-6-16,3 4 8 0,-3-2-5 0,2 0 5 16,-2 0-2-16,2-1-1 0,-2 3 2 0,-4-6-6 15,7 7 7-15,-3-3-1 0,2-1-3 0,-3 3 4 16,2-2-2-16,0-2 2 0,-1 4 0 0,3-2-2 15,-3 2 3-15,-4-6-2 0,7 5-3 0,-2-1 6 16,-5-4-3-16,8 6-5 0,-4-2 4 0,-1 0 1 16,3 0-4-16,-1-1 5 0,0 3-2 0,-5-6-1 15,4 8-1-15,1-5 3 0,-1 2-1 0,2-1 0 16,-3 4 1-16,4-3-2 0,0 2 2 0,-3-2 0 16,2 1-1-16,1 2 0 0,1-2-1 0,0 1 1 15,-3-2-2-15,2-1-2 0,2 1 5 0,-1 3-1 16,-1-5-1-16,1 5 3 0,-3-4-1 0,2 0 0 15,0 1 0-15,-2 1-1 0,1-2 3 0,-1 1-11 16,2-1 6-16,0 1 0 0,1 1 3 0,-3-3-1 16,-1 0 3-16,4 1-3 0,-4-1 0 0,2 0 0 15,-6-3-1-15,7 8 2 0,-1-6-4 0,-6-2 1 16,8 7 4-16,-4-5-5 0,-4-2 3 0,7 7-4 16,-3-3 5-16,-4-4-1 0,9 6-1 0,-4-2 1 15,-5-4-1-15,6 5-3 0,-3-1 3 0,-3-4-2 16,9 6 1-16,-5-1-1 0,-4-5 0 0,7 7-3 15,-3-4-4-15,-1 1-1 0,-3-4-1 0,7 4 2 0,-7-4-2 16,8 6 1-16,-4-2 3 0,-4-4 4 16,8 6-6-16,-4-2 6 0,-4-4-1 0,7 3 2 15,-1 0-10-15,-6-3 9 0,7 5-1 0,-1-1 1 16,-1-2 1-16,0 2 1 0,-5-4-1 0,9 4 0 16,-5 0-1-16,2-1 0 0,0-1-1 0,-6-2-2 15,11 5 2-15,-4-2 2 0,0-2-1 0,1 2 1 16,-3 0-2-16,4-1 0 0,-2 1 0 0,1 0 0 15,-1-2-1-15,2 2 3 0,-1 0-5 0,3-1 2 16,-3 3 0-16,-1-2-2 0,3 0 2 0,0 0-1 16,-1 0-2-16,0-1 0 0,-2 2-2 0,0 0 6 15,1-1-6-15,0 0 1 0,1 0-2 0,-3 1 1 16,1-2 2-16,-3 2 1 0,4-1 0 0,-8-3 0 16,10 4 1-16,-3-2 3 0,-2 1-1 0,3-1-2 15,-8-2 2-15,10 4 2 0,-4-2 0 0,-6-2 2 0,14 3-4 16,-6-3 5-16,-8 0-2 0,14 0 2 15,-5 0 0-15,-4 2 0 0,-5-2-4 0,17 1 5 16,-10-1-3-16,1 1 0 0,-8-1 2 0,15 0-1 16,-6 0 2-16,-9 0 0 0,17-2 0 0,-6 2-4 15,-3 0 2-15,1 0 1 0,-9 0 1 0,18-2 1 0,-8 2 0 16,0-1-1-16,1-1-1 0,-1 2 1 16,-1-2-4-16,1 1 1 0,2-2 3 0,-1 2-8 15,2 0 7-15,0-2 1 0,-1 2 3 0,-1-1-3 16,-2 0 1-16,-1 1 0 0,3-1-1 0,-5 1-1 0,-6 1-1 15,14-2 3-15,-6 0-1 0,-3 1-1 0,7 0-1 16,-5-1 3-16,1 1-3 0,-8 1 3 0,14-3-1 16,-7 2-1-16,-7 1 1 0,17-3 2 15,-7 1-3-15,0 0-3 0,0 0 4 0,0-1-6 16,-1 2 5-16,1 0 2 0,-4 0 1 0,2 0-3 0,1 0-1 16,-1-1 2-16,2 0-1 0,0 1 1 0,-3-1-1 15,1 1 3-15,0-2 1 0,1 2-4 0,-1-1-2 16,-8 2 4-16,13-3-3 0,-7 2-2 15,1-2 7-15,-7 3-4 0,13-3 3 0,-6 2-2 0,2 0-1 16,-3-2-2-16,-6 3-1 0,14-4 6 0,-5 1-3 16,2 0 3-16,-3 2-3 0,-8 1 0 0,14-4 0 15,-6 1 3-15,-2 0-7 0,-6 3 5 16,14-2-1-16,-9 0 1 0,2-1 1 0,-7 3-3 0,9-3 1 16,-9 3-1-16,12-3 4 0,-5 3-3 0,-7 0 4 15,10-6 0-15,-2 4-2 0,-3-1 0 16,1 1 3-16,-6 2-2 0,9-4-3 0,-4 2 4 0,-5 2-5 15,12-6 1-15,-7 4 2 0,-5 2-1 0,10-6 1 16,-5 3-5-16,2 1 5 0,-7 2-2 0,10-6-5 16,-4 2 0-16,0 2 5 0,1-2 3 0,-7 4-3 15,13-4 0-15,-8 0-1 0,2 1-1 0,0 1 4 16,-7 2-4-16,10-5-1 0,-5 3 3 0,2 0 3 16,-7 2-1-16,11-4-3 0,-11 4 0 15,11-5 1-15,-6 3 1 0,-5 2 1 0,6-4-1 0,-6 4 1 16,9-3-1-16,-4-1-2 0,-5 4 2 0,0 0-2 15,10-5-2-15,-10 5 0 0,6-4 3 0,1 2 3 16,-7 2-2-16,0 0-2 0,12-4-2 0,-9 2 7 16,-3 2-2-16,9-4 0 0,-9 4-2 15,9-4 0-15,-5 1 1 0,-4 3 2 0,9-3-1 0,-9 3-5 16,8-7 2-16,-2 4 3 0,-6 3 3 0,9-6-3 16,-6 3 0-16,-3 3-1 0,10-7-2 0,-1 4 4 15,-4-1-2-15,0 1-1 0,0-2-2 0,3 1 3 16,-3 1-12-16,0-2 12 0,0 0 1 0,2 1 0 15,-2 0-2-15,2 0 2 0,1 0 0 0,-2-4 1 16,2-1 0-16,-4 4-6 0,2 0 0 0,2-1 4 16,0 0 0-16,-3 0-1 0,3 0 1 0,-2 1 2 15,1-1-1-15,0 1-2 0,-3 2 2 0,2-2-3 16,2 0 2-16,-8 5-3 0,9-6 3 0,-4 2 2 16,-5 4-1-16,9-9-4 0,-4 5 3 0,-1 1-2 15,-4 3 1-15,9-8-3 0,-6 5 2 0,3 0-1 16,-1-3-1-16,1 2 1 0,-1 1 4 0,-5 3-2 15,8-7 3-15,-3 3-6 0,-5 4 6 0,8-7-2 16,-2 4-2-16,-6 3 1 0,9-9 0 0,-5 6 1 16,1-2 0-16,0 3 0 0,1-3-4 0,-6 5 0 15,8-7 7-15,-4 4-2 0,-4 3 1 0,10-9-3 16,-6 5 2-16,4-1-4 0,-5 2 2 0,3-2 0 16,-6 5 2-16,10-8-1 0,-6 4-2 0,-4 4 3 15,9-7-1-15,-6 4-1 0,-3 3 0 0,8-7-2 16,-3 4 3-16,-5 3-1 0,7-8-7 0,-7 8 8 15,8-6-2-15,-8 6 2 0,7-5-2 0,-4 2 1 16,-3 3 0-16,6-5 0 0,-6 5 0 0,6-8-3 16,-1 5 4-16,-5 3-1 0,11-7 0 0,-6 2-1 15,1 1 1-15,-1 1 2 0,2-1 0 0,-7 4-3 16,7-7 1-16,-3 4 0 0,1 0 0 0,-5 3 1 16,7-9 1-16,-2 6-1 0,-5 3-1 0,7-8-1 15,-4 3 4-15,-3 5-4 0,5-10 4 0,-1 7-4 0,0-2 3 16,1 0 0-16,-5 5-1 0,6-8-1 15,-3 4 0-15,-1-2 2 0,-2 6-2 0,4-8 0 16,-4 8 0-16,5-9-1 0,-2 6 0 0,-3 3 0 16,5-7-1-16,-5 7 1 0,6-5 3 0,-6 5-2 15,4-9-2-15,-4 9 3 0,4-6 0 0,-4 6-3 16,4-7 2-16,-4 7 1 0,4-6 1 0,-4 6-3 16,5-6 3-16,-5 6-3 0,2-7 1 0,-2 7 0 15,5-7 1-15,-5 7-1 0,0 0 1 0,4-7-2 16,-4 7 2-16,3-7-1 0,-3 7-3 0,4-4 2 15,-4 4 1-15,0 0 1 0,2-7-3 0,-2 7 2 0,0 0 3 16,4-6-3-16,-4 6 3 0,0 0-9 16,0 0 0-16,3-7 9 0,-3 7 0 0,0 0-3 15,0 0 3-15,0 0-1 0,0 0 2 0,2-5-4 16,-2 5 3-16,0 0 1 0,0 0 2 0,0 0-2 16,0 0-1-16,0 0-3 0,0 0 0 0,3-7 1 0,-3 7-1 15,0 0-1-15,0 0 1 0,0 0-2 0,0 0-3 16,0 0-11-16,0 0-23 0,0 0-24 15,0 0-22-15,0 0-36 0,0 0-39 0,0 0-45 16,0 0-34-16,0 0-32 0,0 0-48 0,0 0-42 0,0 0-44 16,0 0-270-16,0 0-732 0,0 0 324 15</inkml:trace>
  <inkml:trace contextRef="#ctx0" brushRef="#br0" timeOffset="-119750.08">27631 12721 3 0,'0'0'10'0,"0"0"-1"16,0 0-1-16,0 0-4 0,0 0 0 0,0 0 1 15,0 0 1-15,0 0-2 0,0 0-1 0,0 0 0 16,0 0 2-16,0 0-4 0,0 0 3 0,0 0-1 16,0 0 5-16,0 0-7 0,0 0-1 0,0 0-3 15,9 22 3-15,-9-22-5 0,3 6-8 0,-1-1-12 16,-2-5 5-16</inkml:trace>
  <inkml:trace contextRef="#ctx0" brushRef="#br0" timeOffset="-116660.32">28905 13428 9 0,'6'-1'10'0,"-6"1"2"0,13-4-1 0,-5 3 4 0,-1-3 1 16,1 4 2-16,0-4 0 0,-2 1-4 0,2 1 3 16,-8 2 3-16,10-2-3 0,-4 0 0 0,-6 2-3 15,9-4-5-15,-2 2 3 0,-7 2-4 16,9-3 8-16,-9 3-6 0,10-4 0 0,-10 4-5 16,10-3 5-16,-10 3 0 0,9-3-4 0,-4 2-1 0,-5 1 3 15,10-3-13-15,-3 0 14 0,-1 1-5 16,1 0 0-16,-7 2-4 0,11-6 3 0,-3 3-3 0,-2 0 2 15,2 2 1-15,-2-3 3 0,-6 4-3 0,15-4-1 16,-7 1 2-16,-1 1-2 0,-1 0-2 16,3-1-3-16,-3 0 6 0,3-1-11 0,0 3 8 0,-1-3 5 15,-2 3-4-15,2-1-3 0,-8 2 5 0,13-5 0 16,-6 3-4-16,-2-1 1 0,-5 3-2 0,12-4 1 16,-4 3 0-16,-8 1 0 0,10-2 1 15,-5-1 5-15,-5 3-6 0,13-2 6 0,-8 0-6 16,-5 2-2-16,11-5 2 0,-4 3 6 0,-7 2-4 15,14-3 4-15,-9-1-7 0,0 2-2 0,-5 2 3 16,13-4 2-16,-7 1-3 0,-6 3 2 0,13-3-3 16,-8 0 5-16,4 0-4 0,-3 1 0 0,1 0-1 15,-1-1 5-15,3 0-3 0,-3 0 0 0,-6 3 5 16,13-5-3-16,-7 3 2 0,1-1-3 0,-2 0-1 16,-5 3 2-16,13-4-1 0,-8 1 0 0,-5 3 4 0,11-4-4 15,-5 1 1-15,-6 3-1 0,10-3-2 0,-10 3-1 16,9-4 2-16,-9 4 2 0,9-5-1 15,-9 5 0-15,9-4 2 0,-4 3 5 0,-5 1-4 16,10-4-6-16,-5 3 2 0,-5 1-1 0,9-4-4 16,-9 4 9-16,9-6-2 0,-3 4 1 0,-6 2-4 0,11-4 0 15,-11 4 3-15,7-3-5 0,-3 0 6 0,-4 3-3 16,12-6-4-16,-7 4 4 0,-5 2-1 16,9-5 2-16,-9 5-5 0,8-4 3 0,-5 1 4 0,-3 3-3 15,12-6 1-15,-8 1 5 0,-4 5-7 16,10-5 0-16,-6 2 4 0,-4 3-4 0,9-7 1 15,-4 4-5-15,-1-1 9 0,1-2-6 0,-5 6 9 0,11-7-9 16,-8 4 3-16,2-3-1 0,0 3 6 16,0-3-6-16,-5 6-1 0,9-5 4 0,-3 0-2 15,-6 5 3-15,8-5-6 0,-4 2 8 0,-4 3-7 16,6-8 2-16,0 8 5 0,-6 0-2 0,8-7 3 16,-5 3 0-16,-3 4-5 0,9-6-4 0,-5 4 3 0,-4 2 3 15,9-6 2-15,-3 2-9 0,-6 4 3 16,8-6-3-16,-4 5 4 0,-4 1 2 0,7-9-2 15,-7 9 1-15,9-4 0 0,-5 0-3 0,-4 4 3 16,9-5 7-16,-9 5 2 0,8-7-11 0,-4 4 2 16,-4 3 1-16,8-6 1 0,-5 2-1 0,-3 4-3 0,8-6 0 15,-5 2 1-15,-3 4-1 0,9-5-1 16,-2 1 0-16,-7 4 3 0,7-6 1 0,-4 2-5 16,-3 4 1-16,8-4-1 0,-8 4 6 0,7-8 0 15,-2 3-3-15,-5 5-3 0,7-5 10 0,-7 5-4 16,6-7-4-16,-2 4 6 0,-4 3-9 0,7-7 9 15,-7 7-5-15,8-7 2 0,-4 3-1 0,-4 4 4 16,5-6-2-16,-1 2 0 0,-4 4-1 0,7-7 7 16,-7 7-5-16,6-7 0 0,-1 4-4 0,-5 3 1 15,9-6-1-15,-9 6 5 0,6-7-5 0,0 4-3 16,-6 3 2-16,8-6 5 0,-4 2-5 0,-4 4-1 16,8-7 5-16,-4 3 1 0,-4 4-5 0,8-5-5 15,-2 2 3-15,-6 3 0 0,7-9 3 0,-3 5-4 16,-4 4 13-16,7-7-7 0,-7 7-3 0,5-8-1 15,-1 6 3-15,-4 2 2 0,6-7-2 0,-3 2 0 16,-3 5-1-16,5-7-1 0,-5 7-2 0,4-6 7 16,-4 6-8-16,3-6 3 0,-3 6 2 0,3-7-6 0,-3 7 2 15,4-6-2-15,-4 6-3 0,4-5 1 0,-4 5-5 16,0 0-2-16,7-8-3 0,-7 8-2 16,5-5 4-16,-5 5 5 0,4-7-4 0,-4 7 5 15,5-5 1-15,-5 5-4 0,6-6-1 0,-6 6 9 16,6-8-2-16,-6 8 4 0,5-7-5 0,-1 4 3 0,-4 3-2 15,4-9 3-15,-4 9 3 0,6-8-4 16,-3 4 3-16,-3 4-5 0,7-7 0 0,-3 3 3 16,-4 4-5-16,6-7-3 0,-3 3 3 0,-3 4-2 15,5-7 0-15,-5 7-1 0,5-6 2 0,-5 6 1 16,5-7-1-16,-5 7 4 0,5-7-1 0,-5 7 3 0,4-7 2 16,-4 7-1-16,3-6-2 0,-3 6 5 0,2-6 2 15,-2 6-5-15,2-7 3 0,-2 7-4 0,2-8 3 16,-2 8 4-16,5-7-1 0,-5 7-3 15,0 0 0-15,4-10 0 0,-4 10 3 0,0 0-2 16,2-7-6-16,-2 7 5 0,0 0-2 0,3-5 0 16,-3 5 4-16,0 0 1 0,4-8-3 0,-4 8 3 0,0 0 0 15,0 0-2-15,0 0-3 0,0 0-3 16,3-6 4-16,-3 6 5 0,0 0-4 0,0 0-4 16,0 0 8-16,0 0-4 0,0 0 5 0,2-9 1 15,-2 9-1-15,0 0 2 0,0 0-2 0,0 0 4 16,0 0-1-16,0 0-2 0,0 0 2 0,1-7 0 15,-1 7 2-15,0 0 2 0,0 0-1 0,0 0 1 16,0 0-3-16,0 0 2 0,0 0-3 0,3-6 4 16,-3 6-4-16,0 0 6 0,0 0-2 0,0 0-4 0,0 0 1 15,0 0 1-15,0 0 2 0,0 0 2 16,0 0-4-16,0 0-1 0,0 0 0 0,0 0-1 16,0 0-2-16,0 0 0 0,0 0 1 0,0 0-2 15,0 0 4-15,0 0-4 0,0 0 0 0,0 0-5 0,0 0 3 16,0 0 3-16,0 0-1 0,0 0 1 15,0 0-4-15,0 0-1 0,0 0 4 0,0 0-8 16,0 0 6-16,0 0-2 0,0 0-3 0,0 0 4 16,0 0 3-16,0 0-6 0,0 0 2 0,0 0 2 15,0 0-1-15,0 0-1 0,0 0 4 0,0 0-5 16,0 0 0-16,0 0-4 0,0 0 3 0,0 0-5 16,-4 22 4-16,4-22-3 0,-4 6 6 0,4-6 4 0,-3 10 1 15,3-10-11-15,-4 10 13 0,3-4-7 16,1-6-4-16,-6 11 4 0,4-6-6 0,-1 2 3 0,1-2 2 15,-1 1-8-15,1 0 8 0,-1 0-11 0,3-6 5 16,-5 11 2-16,2-6 0 0,3-5-2 0,-5 10 0 16,3-3 4-16,2-7-2 0,-5 10-3 15,2-3 0-15,0-3 5 0,3-4-6 0,-6 10 3 16,5-5-5-16,1-5-2 0,-5 9-1 0,4-3 0 0,1-6-3 16,-6 9-5-16,4-4-4 0,2-5 7 0,-7 11 3 15,5-8-1-15,2-3 1 0,-7 10 4 0,2-6 0 16,2-1 1-16,3-3 0 0,-8 9 1 0,5-5 3 15,-2-1 4-15,5-3-7 0,-6 9 8 16,1-5 0-16,5-4 0 0,-5 7 1 0,5-7-2 0,-7 8 3 16,5-4-3-16,2-4 0 0,-3 9-3 0,-1-4 9 15,4-5-5-15,-2 9-2 0,2-9 1 0,-3 8-3 16,3-8 6-16,-4 7-5 0,4-7 0 16,-3 8 7-16,3-8-4 0,-3 7-1 0,3-7 1 15,-4 7 2-15,4-7-5 0,-4 5 4 0,4-5 0 16,-5 6 2-16,5-6 3 0,-6 8-1 0,3-5 0 0,3-3-1 15,-7 6-3-15,3-2 7 0,4-4-9 0,-5 8 6 16,5-8-7-16,-7 5 5 0,7-5 1 16,-6 8-3-16,3-4 0 0,3-4-2 0,-5 7 1 0,1-3 6 15,4-4-4-15,-5 8-4 0,5-8 4 16,-5 7-3-16,5-7 0 0,-5 6 5 0,2 0 0 0,3-6 0 16,-4 8-3-16,4-8 3 0,-5 7-3 0,5-7 2 15,-3 7-4-15,3-7 4 0,-4 7-2 0,4-7 1 16,-5 7 3-16,5-7-6 0,-4 5 3 15,4-5 2-15,-4 5-3 0,4-5-3 0,-5 6 5 0,5-6-2 16,-6 6 2-16,6-6-1 0,-4 6 1 0,4-6-1 16,-5 8 1-16,5-8-3 0,-6 5-6 0,6-5 9 15,-5 5-4-15,5-5-2 0,-7 6 1 0,7-6 4 16,-5 8-1-16,5-8 4 0,-6 5 1 0,6-5-5 16,-3 8 0-16,3-8 4 0,-4 7-4 15,4-7-1-15,-4 6 4 0,4-6-6 0,-3 4 0 16,3-4 0-16,0 0 2 0,-10 7 5 0,10-7-13 0,-5 4 9 15,5-4 2-15,-5 6 1 0,5-6-2 0,-5 4-1 16,5-4-5-16,-7 5 4 0,7-5 7 0,-6 6-6 16,6-6-4-16,-6 3 3 0,6-3 3 0,-4 5-5 15,4-5-2-15,-5 5 3 0,5-5 4 16,0 0-4-16,-7 6 2 0,7-6-2 0,-5 4-1 0,5-4 6 16,-7 5-4-16,7-5 2 0,-6 5-1 0,6-5 2 15,-5 5 0-15,5-5-3 0,-5 6-2 0,5-6-1 16,-6 4 1-16,6-4-1 0,-8 7-2 15,8-7-5-15,-6 3 1 0,6-3 1 0,-8 6 6 16,8-6-6-16,-8 5 4 0,3-3-1 0,5-2 1 0,-6 5-2 16,6-5 3-16,-7 4-2 0,7-4 3 0,-6 4-6 15,6-4 8-15,-8 3 0 0,8-3-6 0,-8 3-7 16,8-3 3-16</inkml:trace>
  <inkml:trace contextRef="#ctx0" brushRef="#br0" timeOffset="-116549.72">29563 13281 2 0,'-10'2'3'16,"10"-2"-4"-16,-10 3 0 0,4-1 5 15,6-2-6-15,-10 3-1 0,1 0 5 0,3-2-3 16,6-1-1-16</inkml:trace>
  <inkml:trace contextRef="#ctx0" brushRef="#br0" timeOffset="-103208.01">19259 14698 24 0,'0'0'81'0,"0"0"-6"0,0 0-8 16,0 0-6-16,0 0-9 0,0 0-1 0,0 0-8 15,0 0 0-15,0 0-11 0,0 0-2 16,0 0-9-16,0 0-5 0,0 0-5 0,0 0-3 0,0 0-10 15,0 0-6-15,0 0-12 0,0 0-13 0,0 0-13 16,0 0-39-16,0 0-91 0,0 0 41 0</inkml:trace>
  <inkml:trace contextRef="#ctx0" brushRef="#br0" timeOffset="-102947.86">19553 14799 23 0,'0'0'28'0,"0"0"-12"0,0 0-28 16,5 6-12-16,-5-6 6 0</inkml:trace>
  <inkml:trace contextRef="#ctx0" brushRef="#br0" timeOffset="-96191.5">18112 15327 13 0,'0'0'27'0,"0"0"5"0,0 0-12 0,0 0-3 0,0 0-3 16,0 0 0-16,0 0-5 0,0 0-9 16,0 0-5-16,0 0-19 0,0 0-25 0,0 0 11 15</inkml:trace>
  <inkml:trace contextRef="#ctx0" brushRef="#br0" timeOffset="-95216.97">18820 15356 22 0,'0'0'72'15,"0"0"-14"-15,0 0-7 0,8-3-7 0,-8 3-5 16,0 0-21-16,0 0-1 0,0 0-15 0,15 3-13 0,-15-3-12 15,7 2-26-15,-7-2-51 0,6 7 23 0</inkml:trace>
  <inkml:trace contextRef="#ctx0" brushRef="#br0" timeOffset="-94960.01">19517 15266 26 0,'5'-4'89'15,"-5"4"-13"-15,6-4-8 0,-6 4-2 0,7-4-11 16,-7 4-19-16,0 0-10 0,11 0-16 0,-11 0-14 15,0 0-15-15,11 4-16 0,-11-4-31 0,7 3-71 16,-7-3 31-16</inkml:trace>
  <inkml:trace contextRef="#ctx0" brushRef="#br0" timeOffset="-94780.07">19813 15279 35 0,'0'0'55'0,"7"4"-20"16,-7-4-12-16,6 2-27 0,-6-2-20 0,7 4-26 16,-7-4 11-16</inkml:trace>
  <inkml:trace contextRef="#ctx0" brushRef="#br0" timeOffset="-94553.79">20334 15322 2 0,'0'0'94'0,"0"0"-18"0,12-2-12 16,-12 2-19-16,12-2-22 0,-12 2-21 0,15-3-30 15,-6 3-19-15,-3 0-50 0,-6 0 22 0</inkml:trace>
  <inkml:trace contextRef="#ctx0" brushRef="#br0" timeOffset="-94372.88">20735 15218 40 0,'14'0'67'0,"-14"0"-15"15,11 1-23-15,-3-1-30 0,-8 0-31 16,15 0-34-16,-7 2 16 0</inkml:trace>
  <inkml:trace contextRef="#ctx0" brushRef="#br0" timeOffset="-94191.52">21158 15169 17 0,'0'0'56'0,"0"0"-6"0,13 2-25 0,-13-2-10 16,10 0-29-16,-10 0-12 0,8 1-26 0,-8-1 12 15</inkml:trace>
  <inkml:trace contextRef="#ctx0" brushRef="#br0" timeOffset="-94014.82">21516 15108 39 0,'0'0'48'16,"0"0"-17"-16,10 1-22 0,-10-1-31 0,0 0-22 15,5 4 10-15</inkml:trace>
  <inkml:trace contextRef="#ctx0" brushRef="#br0" timeOffset="-93531.88">21747 15122 45 0,'0'0'65'0,"0"0"-2"0,0 0-9 0,0 0-8 16,0 0 4-16,0 0-9 0,0 0 0 0,0 0-4 15,0 0 13-15,0 0-22 0,0 0 10 0,0 0-14 16,0 0 6-16,0 0 1 0,0 0-2 0,0 0-3 16,0 0 2-16,0 0 3 0,0 0-6 0,0 0-6 15,8 1-4-15,-8-1 5 0,0 0-9 0,0 0 3 16,0 0-8-16,0 0 9 0,0 0-2 0,0 0-5 15,0 0-2-15,0 0-2 0,0 0-2 0,0 0 3 16,0 0-8-16,0 0 9 0,0 0-9 0,0 0 10 16,0 0-2-16,0 0-4 0,0 0 1 0,0 0 0 15,0 0 4-15,0 0-1 0,0 0 4 0,0 0-9 16,0 0 11-16,0 0-3 0,0 0 1 0,0 0 2 16,0 0 1-16,0 0 2 0,0 0-23 0,0 0 21 15,0 0-7-15,0 0 2 0,0 0-8 0,0 0 0 16,0 0 7-16,0 0 2 0,0 0-5 0,0 0 3 15,0 0-9-15,0 0 10 0,0 0-8 0,0 0-3 16,0 0 2-16,0 0 0 0,0 0 7 0,0 0 0 16,0 0 0-16,0 0-8 0,0 0 1 0,0 0-11 15,0 0 7-15,0 0-14 0,0 0-10 0,0 0-10 16,0 0-20-16,0 0-7 0,0 0-72 0,0 0-148 16,0 0 66-16</inkml:trace>
  <inkml:trace contextRef="#ctx0" brushRef="#br0" timeOffset="-92983.31">18364 15703 24 0,'0'0'52'0,"8"-4"-5"0,-8 4-15 16,0 0-10-16,0 0-25 0,0 0-26 0,0 0-32 15,14 9 14-15</inkml:trace>
  <inkml:trace contextRef="#ctx0" brushRef="#br0" timeOffset="-92396.77">20087 15622 26 0,'15'0'91'0,"-15"0"-24"0,0 0-16 0,13 3-30 0,-13-3-31 16,13 4-31-16,-8-2-45 0,-5-2 19 0</inkml:trace>
  <inkml:trace contextRef="#ctx0" brushRef="#br0" timeOffset="-91859.85">21136 15570 58 0,'8'-10'142'0,"-8"10"-7"0,5-5-9 16,-5 5-1-16,0 0-11 0,9-6-12 0,-9 6-3 16,9-5-5-16,-9 5-10 0,10-4-9 0,-10 4-7 15,5-6-13-15,-5 6-2 0,0 0-3 0,13-7-8 16,-13 7 0-16,0 0-11 0,8-2 4 0,-8 2-3 15,0 0-5-15,0 0-5 0,0 0-3 0,10-4-2 16,-10 4 0-16,0 0 0 0,0 0-1 0,0 0 1 16,0 0-14-16,0 0 5 0,0 0 2 0,0 0 0 15,0 0-1-15,0 0-1 0,0 0 1 0,10-3-4 16,-10 3-8-16,0 0-2 0,0 0-3 0,0 0-2 16,0 0-12-16,0 0-9 0,0 0-25 0,15 2-11 15,-15-2-9-15,0 0-34 0,12 1-10 0,-12-1-92 16,0 0-228-16,0 0 101 0</inkml:trace>
  <inkml:trace contextRef="#ctx0" brushRef="#br0" timeOffset="-91623.3">21623 15481 11 0,'0'0'100'0,"0"0"-16"0,0 0-12 0,0 0-20 15,0 0-29-15,0 0-14 0,0 0-19 0,0 0-48 0,0 0-61 16,0 0 28-16</inkml:trace>
  <inkml:trace contextRef="#ctx0" brushRef="#br0" timeOffset="-86543.72">18276 15939 2 0,'0'0'48'0,"0"0"-6"0,0 0 1 0,0 0 7 15,0 0-2-15,0 0-3 0,0 0-8 0,0 0 1 16,0 0 3-16,5 5-2 0,-5-5-3 0,0 0-1 16,0 0-1-16,0 0 3 0,0 0-15 0,0 0 10 15,0 0-2-15,0 0 6 0,0 0 5 0,0 0-11 16,0 0 6-16,0 0 0 0,0 0 5 15,0 0 3-15,0 0-10 0,0 0 3 0,0 0 0 16,0 0-1-16,0 0-7 0,0 0 2 0,0 0-1 16,0 0 8-16,0 0-1 0,0 0 3 0,0 0 0 0,0 0-2 15,0 0 9-15,0 0-3 0,-22-1-5 0,22 1 2 16,0 0 4-16,0 0-7 0,0 0-1 16,0 0-3-16,0 0-5 0,0 0-1 0,-10-2 3 15,10 2-10-15,0 0-2 0,0 0 5 0,0 0-7 16,0 0 0-16,0 0-6 0,0 0 7 0,0 0 1 15,0 0-8-15,0 0 3 0,0 0 2 0,0 0-5 0,0 0 1 16,0 0 0-16,0 0 2 0,0 0 7 0,0 0 0 16,0 0-5-16,0 0 2 0,0 0-2 15,0 0 1-15,0 0 3 0,0 0-3 0,0 0 3 16,21-7 25-16,-21 7-7 0,11-2-2 0,-11 2-2 16,8-1 0-16,-8 1-7 0,10-2-1 0,-10 2-2 0,13 0-1 15,-7-1-6-15,-6 1 0 0,14-2 4 16,-7 1-5-16,-7 1 0 0,14-3-2 0,-8 3-2 15,-6 0 1-15,14-1 0 0,-8-2 3 0,-6 3 1 16,11 0-1-16,-11 0-1 0,7-2 2 0,-7 2-1 16,9-1 1-16,-9 1 2 0,0 0 5 0,0 0 1 15,11 0 0-15,-11 0 6 0,0 0 4 0,0 0-3 16,0 0 8-16,0 0 2 0,0 0 0 0,0 0 1 0,6-2 2 16,-6 2-8-16,0 0 4 0,0 0-1 15,0 0-5-15,0 0-5 0,0 0-9 0,0 0 3 16,0 0 2-16,0 0-5 0,0 0-4 0,0 0-1 15,0 0-2-15,0 0-3 0,0 0-7 0,0 0-15 16,0 0-14-16,0 0-17 0,0 0-18 0,0 0-24 16,0 0-25-16,0 0-13 0,0 0-23 0,0 0-21 15,0 0-26-15,13 5-28 0,-13-5-159 0,0 0-409 16,3 13 181-16</inkml:trace>
  <inkml:trace contextRef="#ctx0" brushRef="#br0" timeOffset="-85854.85">19052 15951 56 0,'0'0'164'0,"0"0"-2"16,0 0-12-16,0 0-11 0,0 0-5 0,0 0-2 15,0 0-11-15,0 0-2 0,0 0-6 16,-26-8-7-16,26 8-5 0,0 0-8 0,0 0 0 16,-11-5-1-16,11 5-3 0,0 0-3 0,0 0-3 15,-8-1-5-15,8 1-4 0,0 0-5 0,0 0-1 16,-5-3-6-16,5 3-5 0,0 0-3 0,0 0-6 0,0 0-4 16,0 0-8-16,0 0-3 0,0 0-3 15,0 0-1-15,0 0-5 0,0 0 0 0,0 0 2 16,0 0 3-16,0 0 4 0,0 0-3 0,0 0 1 15,0 0-6-15,0 0 11 0,20-5-5 0,-20 5 3 16,9-1 0-16,-9 1-6 0,13 0 1 0,-13 0-2 16,15-1-6-16,-7-1 0 0,0 1 0 0,-8 1-2 15,11-2 0-15,-3 1 1 0,-8 1-5 0,14-1 9 16,-6 1-3-16,-8 0 7 0,12 0-6 0,-12 0 0 16,12-2-1-16,-12 2 1 0,10 0 1 0,-10 0 1 15,0 0-1-15,9-2-1 0,-9 2 1 0,7-1 7 16,-7 1-2-16,0 0 4 0,0 0 4 0,0 0 5 15,0 0 3-15,10 0 1 0,-10 0-23 0,0 0 14 16,0 0 1-16,0 0-2 0,0 0-2 0,0 0-1 16,0 0-2-16,0 0-3 0,0 0-6 0,0 0 2 15,0 0-4-15,0 0-3 0,0 0-3 0,0 0-4 16,0 0-1-16,0 0-1 0,0 0-6 0,11 0-21 16,-11 0-1-16,0 0-24 0,9 3-22 0,-9-3-30 15,9 0-32-15,-9 0-30 0,0 0-34 0,15 4-49 16,-15-4-43-16,14 5-204 0,-14-5-530 0,12 4 234 15</inkml:trace>
  <inkml:trace contextRef="#ctx0" brushRef="#br0" timeOffset="-85242.36">19659 15898 50 0,'0'0'138'0,"7"7"-13"16,-7-7 3-16,0 0-12 0,0 0-6 15,0 0 1-15,8 0 2 0,-8 0-3 0,0 0 6 16,0 0 3-16,0 0 2 0,0 0 5 0,0 0 6 15,0 0-1-15,0 0-5 0,0 0 3 0,0 0-6 16,0 0-6-16,0 0-2 0,0 0-8 0,0 0-9 0,0 0-4 16,0 0-7-16,5 3-3 0,-5-3-10 0,0 0-4 15,0 0-4-15,0 0-11 0,0 0 0 16,0 0-9-16,0 0-9 0,0 0 2 0,0 0-9 16,0 0 2-16,0 0-5 0,0 0-1 0,0 0-2 15,0 0-3-15,0 0-1 0,0 0-4 0,0 0-1 16,0 0 2-16,0 0-1 0,0 0 0 0,0 0 1 15,14-5 2-15,-14 5 1 0,12-1 5 0,-6-2-3 16,-6 3-4-16,14-2 1 0,-1 0 7 0,-3 1-11 16,3-2-3-16,-2 1-16 0,0 1 17 0,0 1-1 15,1-2-5-15,-2 2 3 0,1-2-5 0,2 2 5 16,0 1-2-16,-3-2 5 0,2 1-9 0,-1 0 3 16,-1 0-3-16,1 2-6 0,-1-3 10 0,-10 1-1 15,13 0 5-15,-13 0-1 0,10 0 3 0,-10 0 9 16,10-1 7-16,-10 1-2 0,8-1 15 0,-8 1-2 15,0 0 2-15,0 0 5 0,0 0 6 0,0 0-3 16,0 0 1-16,0 0 2 0,0 0-4 0,0 0-8 16,0 0 0-16,15 2-24 0,-15-2 13 0,0 0 3 15,0 0-13-15,0 0-5 0,0 0-8 16,0 0-5-16,0 0-37 0,0 0-4 0,0 0-27 0,0 0-29 16,0 0-31-16,0 0-21 0,4 5-33 0,-4-5-42 15,0 0-57-15,6 13-38 0,-3-8-200 0,-3-5-559 16,6 8 247-16</inkml:trace>
  <inkml:trace contextRef="#ctx0" brushRef="#br0" timeOffset="-84589.13">20602 15948 93 0,'0'0'107'0,"0"0"-1"0,0 0-3 0,0 0-7 16,0 0-2-16,0 0-1 0,0 0 2 0,0 0 1 0,0 0 1 15,0 0-1-15,0 0-1 0,0 0-2 16,6-13 3-16,-6 13 2 0,0 0 1 0,0 0-1 16,0 0-1-16,0 0 3 0,0 0-1 0,0 0-3 15,0 0-7-15,0 0 5 0,0 0-7 0,0 0 3 16,0 0-5-16,0 0 0 0,0 0-6 0,0 0-3 16,0 0-5-16,0 0-3 0,0 0-9 0,0 0 0 15,0 0-7-15,0 0-3 0,0 0-8 0,0 0-2 16,0 0-2-16,0 0 1 0,0 0 6 0,0 0-10 15,0 0 4-15,0 0-1 0,0 0 1 0,0 0-2 16,0 0 0-16,0 0-10 0,0 0 11 0,0 0-9 16,0 0-4-16,0 0 2 0,-2-10-4 0,2 10-3 15,6-4-6-15,-6 4-3 0,0 0 6 0,10-3-15 16,-10 3 10-16,8-2-2 0,-8 2-2 0,8-1 0 16,-8 1-4-16,7-3 7 0,-7 3-2 0,9-1 7 15,-9 1-11-15,8-3 0 0,-8 3-3 0,9-2 2 16,-9 2 1-16,0 0 2 0,13-1-4 0,-13 1 7 15,6-2 4-15,-6 2-3 0,0 0 5 0,6-3 0 16,-6 3 2-16,0 0 1 0,0 0-1 0,10-1 1 16,-10 1 9-16,0 0-9 0,0 0 8 0,0 0-3 15,7-2-3-15,-7 2-4 0,0 0 0 0,0 0-1 16,0 0-2-16,0 0 7 0,0 0-24 0,0 0 16 16,0 0 2-16,0 0-8 0,0 0 4 0,0 0-6 15,0 0 2-15,0 0-33 0,0 0 3 0,0 0-23 16,0 0-18-16,0 0-24 0,0 0-34 0,10 2-32 15,-10-2-36-15,0 0-37 0,0 0-37 0,13 6-233 16,-13-6-539-16,12 0 239 0</inkml:trace>
  <inkml:trace contextRef="#ctx0" brushRef="#br0" timeOffset="-84024.96">21102 15802 92 0,'0'0'146'0,"0"0"-1"16,0 0-4-16,0 0-1 0,0 0-8 0,0 0 0 15,0 0-3-15,0 0 2 0,0 0 3 0,0 0-2 16,0 0-1-16,0 0-7 0,0 0 2 0,0 0-3 16,0 0-5-16,0 0 2 0,0 0-2 0,0 0-7 15,0 0-2-15,0 0-3 0,0 0-11 0,0 0-3 16,0 0-14-16,0 0-2 0,0 0-11 0,0 0-8 16,0 0-4-16,0 0-2 0,0 0-6 0,0 0-4 15,0 0-3-15,0 0 2 0,0 0-8 0,0 0 0 16,0 0-7-16,0 0 0 0,0 0-16 0,10-2 19 15,-10 2-7-15,0 0 0 0,13 0-2 0,-13 0-10 16,0 0 12-16,16-1-8 0,-16 1-2 0,13-1-2 16,-13 1 2-16,9-3 3 0,-9 3-7 0,0 0-2 15,14-1 6-15,-14 1 6 0,0 0 0 0,0 0-3 16,13-2 0-16,-13 2 1 0,0 0 3 16,0 0-3-16,0 0-4 0,11 0-8 0,-11 0 17 0,0 0-4 15,0 0-7-15,0 0 5 0,0 0-1 0,0 0 8 16,0 0-7-16,0 0-4 0,0 0 3 0,0 0-3 15,0 0 5-15,0 0-3 0,0 0-2 0,0 0-3 16,0 0 6-16,0 0-9 0,0 0-6 0,0 0-5 16,0 0 10-16,0 0-4 0,0 0-14 0,14 0-12 15,-14 0-17-15,0 0-25 0,5 7-28 0,-5-7-37 16,0 0-39-16,0 0-51 0,7 12-38 0,-7-12-233 16,5 6-535-16,-5-6 236 0</inkml:trace>
  <inkml:trace contextRef="#ctx0" brushRef="#br0" timeOffset="-83579.19">21397 15793 132 0,'0'0'149'0,"9"-4"-2"0,-9 4-6 0,0 0-12 15,0 0 0-15,0 0-4 0,0 0-5 0,9-1 0 16,-9 1 4-16,0 0 5 0,0 0-6 0,0 0 2 16,0 0 3-16,0 0-3 0,0 0 0 0,0 0 0 15,0 0-6-15,0 0-1 0,0 0-6 16,0 0-3-16,0 0-7 0,0 0-4 0,0 0-6 16,0 0-5-16,0 0-3 0,0 0-9 0,0 0-4 15,0 0-9-15,0 0 4 0,0 0-18 0,0 0-2 0,0 0-1 16,0 0 3-16,0 0-2 0,0 0 4 15,0 0-2-15,0 0-1 0,0 0-9 0,12 4 2 16,-12-4 2-16,0 0-10 0,12-4-2 0,-7 2-12 16,-5 2 10-16,14-2 3 0,-14 2 6 0,10-3-1 15,-10 3 5-15,12-1 0 0,-12 1-1 0,14-3 5 16,-14 3 0-16,10-4-8 0,-10 4 11 0,12-2-6 16,-12 2-3-16,0 0-2 0,10-2 2 0,-10 2-3 15,0 0-7-15,0 0-4 0,8-3-2 0,-8 3 2 16,0 0-5-16,0 0-11 0,0 0-12 0,0 0-20 15,5-2-23-15,-5 2-35 0,0 0-40 0,0 0-56 16,0 0-71-16,0 0-84 0,0 0-284 0,0 0-666 16,0 0 295-16</inkml:trace>
  <inkml:trace contextRef="#ctx0" brushRef="#br0" timeOffset="-63248.75">18391 16205 8 0,'0'0'34'0,"11"2"-9"15,-4-1-8-15,-7-1-13 0,14 1-19 0,-6 1-16 16,3-1 7-16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24T07:17:57.6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27122 15537 43 0,'0'0'90'16,"0"0"-12"-16,0 0-8 0,0 0-8 0,0 0-1 15,0 0-5-15,0 0-15 0,0 0-15 0,0 0-9 16,0 0-4-16,0 0-12 0,8-6-12 0,-8 6-10 16,0 0-13-16,0 0-48 0,0 0-90 0,0 0 40 15</inkml:trace>
  <inkml:trace contextRef="#ctx0" brushRef="#br0" timeOffset="2904.85">26744 15986 17 0,'0'0'109'0,"0"0"-2"16,0 0-8-16,0-10-15 0,0 10 1 0,0 0-17 15,0 0-26-15,0 0-20 0,2-6-36 0,-2 6-15 16,0 0-29-16,0 0-31 0,0 0-97 0,0 0 44 15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2-01T04:23:43.1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18098 15386 9 0,'0'0'24'0,"3"-6"5"0,-3 6-4 0,0 0-6 16,0 0-2-16,0 0 0 0,0 0 2 0,0 0-7 16,0 0 5-16,0 0-9 0,0 0-3 0,0 0 2 15,0 0 4-15,0 0-5 0,0 0 7 0,0 0-6 16,0 0-5-16,0 0 4 0,0 0-2 0,0 0-1 16,0 0 6-16,0 0-6 0,0 0 3 0,13 6-2 15,-13-6-3-15,0 0 10 0,0 0-3 0,0 0-1 16,4 6-1-16,-4-6 5 0,0 0-2 0,0 0-1 15,0 0 5-15,3 4 2 0,-3-4-4 0,0 0 8 16,0 0-5-16,0 0-1 0,0 0 9 0,0 0 3 0,0 0-12 16,0 0 7-16,0 0 1 0,0 0 4 15,0 0-1-15,0 0 7 0,0 0-3 0,9 2-4 16,-9-2 7-16,0 0 5 0,0 0-14 0,0 0 7 16,0 0 7-16,0 0-6 0,0 0 1 0,10-6 3 15,-10 6-4-15,8-6-1 0,-8 6-2 0,8-3 6 16,-8 3-3-16,5-3 1 0,-5 3 4 0,0 0-14 15,0 0 1-15,6-4-1 0,-6 4 1 0,0 0-14 16,0 0 0-16,0 0 6 0,0 0-2 0,0 0-6 16,0 0 3-16,0 0 4 0,0 0-9 0,5-4 7 15,-5 4 8-15,0 0-11 0,0 0 7 0,0 0-4 16,0 0 11-16,0 0-10 0,0 0 10 0,0 0-3 16,0 0-1-16,0 0 7 0,0 0-6 0,0 0 1 15,0 0 5-15,0 0 1 0,0 0-3 0,0 0-2 16,0 0 1-16,4-5 2 0,-4 5-2 0,0 0-3 15,0 0-5-15,0 0 1 0,0 0-2 0,0 0-1 16,7-6 3-16,-1 3-4 0,-6 3 0 0,8-4-3 16,-8 4-4-16,7-5 1 0,-1 3-1 0,2-2 3 15,3-2-7-15,4-3 3 0,11-4 1 0,3-4 1 16,17-5-10-16,4-7-12 0,32-11-26 0,2 2-19 16,7-3-12-16,8-1-27 0,5 0-23 0,6-3-109 15,-3-1-251-15,7-5 112 0</inkml:trace>
  <inkml:trace contextRef="#ctx0" brushRef="#br0" timeOffset="4473.46">12567 17374 17 0,'0'0'25'0,"0"0"-11"16,0 0-3-16,0 0 2 0,0 0-7 16,0 0 2-16,0 0-1 0,0 0-3 0,0 0 2 15,0 0 3-15,0 0-8 0,0 0-4 0,0 0-7 16,9 3-8-16,-9-3-20 0,0 0 9 0</inkml:trace>
  <inkml:trace contextRef="#ctx0" brushRef="#br0" timeOffset="5685.46">15325 17091 85 0,'0'0'155'15,"0"0"-19"-15,0 0-16 0,0 0-20 0,0 0 1 16,0 0-13-16,0 0-17 0,0 0-2 0,0 0-10 15,0 0-4-15,0 0-9 0,0 0-8 0,0 0 0 16,9 11 2-16,-9-11-15 0,1 9 0 0,-1-9 4 16,0 11-9-16,0-11-3 0,4 11 2 0,-4-11-1 15,2 11 1-15,-2-11-4 0,5 10 1 0,-5-10-5 16,3 9-1-16,-3-9 2 0,0 0-5 16,0 0 6-16,6 8 11 0,-6-8 15 0,6 2 12 15,-6-2 9-15,15-11-2 0,7-6-9 0,7-3 3 16,15-12-11-16,32-22-1 0,1-2-8 0,4 2-10 15,4 1-16-15,8-8-24 0,7 0-15 0,0 2-31 0,6 1-24 16,0 0-24-16,-2 3-18 0,-5 7-118 16,-12 1-269-16,-31 20 120 0</inkml:trace>
  <inkml:trace contextRef="#ctx0" brushRef="#br0" timeOffset="6595.96">13825 17480 32 0,'0'0'46'0,"-16"-1"-1"0,16 1-4 0,-15-3 0 0,15 3 4 16,-14 0 5-16,14 0-5 0,-11-1 10 15,11 1 3-15,0 0-1 0,-11-2 5 0,11 2-12 16,0 0 1-16,0 0-2 0,0 0-7 0,0 0 5 16,-14-2-8-16,14 2-4 0,0 0-1 0,0 0-1 15,0 0-8-15,0 0 6 0,0 0 3 0,0 0-8 16,0 0-9-16,0 0 8 0,0 0-12 0,0 0-1 15,0 0-8-15,0 0 8 0,0 0-2 0,0 0 0 16,50-8 0-16,-15 6-2 0,19-5-6 0,9-2 0 16,34-9 0-16,8-1-22 0,8-2-17 0,14-6-20 15,11 1-6-15,9-3-16 0,-1-9-1 0,10 1-64 16,-1 1-156-16,-2-2 69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2-01T04:24:48.43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30455 9287 29 0,'-6'-4'84'0,"6"4"6"0,-13-3-8 0,6 1-10 0,1-1 3 16,6 3-7-16,-15-4 0 0,8 2-16 0,1 0 0 15,-2-1-1-15,8 3 2 0,-11-3-7 0,11 3 6 16,-10-1-3-16,10 1-4 0,-7-2 0 0,7 2-7 16,0 0-3-16,-10-2-4 0,10 2 0 0,0 0-4 15,0 0 3-15,0 0-8 0,0 0 3 0,0 0-5 16,-10 0 8-16,10 0-3 0,0 0-5 0,0 0 5 15,0 0-5-15,0 0 3 0,0 0-6 0,0 0-1 16,0 0-4-16,0 0 4 0,0 0 5 0,25 4-10 16,-12-3 4-16,17-1-6 0,4 0-1 0,6 2 1 15,18-2-1-15,2-2 1 0,2 1-6 0,3-1 7 16,31-5-4-16,-3 1-2 0,-29 3 2 0,28-2-3 16,-27 4 10-16,30-7-11 0,-4 0 2 0,-26 5 7 15,31-3-6-15,-2 4 12 0,-4-1-5 0,0 3 0 16,0-2-4-16,-24 1 3 0,26-3-4 0,0 6-1 15,-29-2-1-15,26-1 2 0,-29 0-2 0,6 2-14 16,24-2 6-16,-31 2-8 0,-1-1 5 0,0 1 1 16,0 2-7-16,-6-4 9 0,2 2-3 0,-16 1-5 15,-1 0 8-15,0-1-8 0,-37-1 5 0,64 1 1 16,-30-1-7-16,-34 0 10 0,57 1 1 0,-57-1-2 16,47 0-4-16,-47 0 2 0,37 0 5 0,-37 0-2 0,0 0 3 15,41-3-5-15,-41 3 5 0,0 0-3 16,0 0-3-16,36-2-11 0,-36 2-5 0,0 0-11 15,0 0-3-15,0 0-23 0,0 0-9 0,26-14-20 16,-26 14-11-16,0 0-99 0,0 0-211 0,0 0 94 16</inkml:trace>
  <inkml:trace contextRef="#ctx0" brushRef="#br0" timeOffset="993.89">30328 7424 22 0,'0'-5'90'0,"0"5"-5"0,0 0-5 0,-1-12-3 16,1 12 2-16,0 0-21 0,0-7 1 0,0 7-5 15,0 0-5-15,0 0-14 0,0 0-2 0,-1-9 3 16,1 9-9-16,0 0-6 0,0 0-4 0,0 0-1 16,0 0-3-16,0 0 1 0,0 0 5 0,0 26-8 15,-1-18-4-15,-1 4-2 0,0-2 17 0,2 3-17 16,-5 3 2-16,2 3 0 0,1-5-2 0,-3 1-2 0,1 3 12 16,0 1-15-16,0 1 16 0,0-1-9 15,0-1-2-15,-1 6-5 0,3 2 3 0,-2-2-5 16,0-5 10-16,1-1-4 0,1 4 1 0,1-3 0 15,-1 8 6-15,1-8-6 0,0 5 1 0,-1 1 2 16,2-4 3-16,0-2-14 0,0 4 6 0,0 1 1 16,2-5 4-16,-2 6-8 0,1-6 2 0,0 1-1 15,1 3 5-15,-2-4-4 0,1 1 2 0,-1 0-2 16,2 4 1-16,-2-4-3 0,4 0 0 0,-1-1 1 0,-1-1 3 16,1 6 2-16,-2-3-5 0,1 3 2 0,-2 2-1 15,2-8-5-15,-1 9 4 0,3-3-4 0,-3 4 6 16,2-5-4-16,-3 3 2 0,1-6-3 15,0 4 8-15,-1 1-5 0,0-5 6 0,0 6-7 16,3 3-5-16,-3-10 1 0,0 5 8 0,0 1-3 0,0 1 4 16,3-1-3-16,-2-6 4 0,0 0-2 0,3 7-3 15,-1-7 0-15,1 0-1 0,-1-1 6 16,2 7-6-16,-1-7-2 0,0 1 11 0,0-1-11 16,0 1 2-16,0 0-3 0,-2-1 6 0,-2 0-5 0,3 1 7 15,-2-1-10-15,-2 1 5 0,1-2 1 0,-1 0 4 16,-2 0-6-16,2 2 7 0,-1-2-6 0,1 2 0 15,0 0 0-15,-1-2 5 0,0 0-5 0,1-1-2 16,-2-1-1-16,2 3 3 0,-2-1 0 0,2-2 4 16,1 0-2-16,-1-4 1 0,1 2-2 0,0-3 6 15,1 3-13-15,-2-2 7 0,2 1 6 0,-1 1-7 16,0-4-1-16,0-1 6 0,1 2-3 0,0-1-2 16,1 0-6-16,-2-1 9 0,1-2-2 0,-1-6 7 15,-1 14-11-15,2-8 4 0,0 2-1 0,-1-8-10 16,3 12 2-16,-2-7-7 0,0 2-15 0,-1-7-14 15,2 13-6-15,-1-8-14 0,2 1-10 0,-3-6-75 16,1 10-161-16,-1-10 72 0</inkml:trace>
  <inkml:trace contextRef="#ctx0" brushRef="#br0" timeOffset="1751.72">32913 9126 30 0,'0'0'73'0,"0"0"-10"15,0 0 3-15,0 0 0 0,0 0-15 0,0 0-15 16,0 0 6-16,0 0 6 0,0 0-18 0,0 0-1 0,0 0-3 16,0 0 0-16,0 0-2 0,94 13-6 15,-94-13-5-15,0 0-2 0,31 11 1 0,-31-11-6 16,0 0 3-16,20 22-4 0,-20-22 5 0,0 0 3 16,12 21-5-16,-12-21 9 0,0 0-11 0,6 29 4 15,-6-29 4-15,0 0-7 0,0 0 3 0,0 0-1 16,-20 55 0-16,20-55 4 0,-17 28-3 0,17-28-2 15,-23 28-14-15,23-28-6 0,-23 26 2 0,23-26-24 16,-23 25-18-16,9-10-67 0,14-15-130 0,-31 24 58 16</inkml:trace>
  <inkml:trace contextRef="#ctx0" brushRef="#br0" timeOffset="2102.46">32770 9513 84 0,'0'0'83'0,"0"0"-4"0,0 0-3 16,6 58-1-16,-6-58-7 0,0 0-7 0,0 55-6 15,0-55 0-15,-1 32-8 0,1-32-2 0,-2 32-3 16,2-32-4-16,0 0-2 0,0 0 3 0,3 41-10 15,-3-41 5-15,0 0 2 0,0 0 4 0,0 0 7 16,11 27 7-16,-11-27 2 0,0 0-5 0,0 0-5 16,0 0-1-16,0 0-6 0,0 0-4 0,0 0 3 15,0 0 1-15,69-36-8 0,-69 36-8 0,27-26-1 16,-27 26-2-16,30-27 1 0,-18 15-6 0,-12 12-2 16,20-28 2-16,-20 28-9 0,16-25-3 0,-16 25-14 15,14-21-18-15,-14 21-9 0,0 0-8 0,0 0-19 16,14-27-21-16,-14 27-29 0,0 0-94 0,0 0-226 15,0 0 100-15</inkml:trace>
  <inkml:trace contextRef="#ctx0" brushRef="#br0" timeOffset="2348.71">33039 9647 17 0,'0'0'125'16,"0"0"-8"-16,0 0-7 0,0 0-4 0,0 0-13 0,0 0-8 16,16 43-11-16,-16-43 2 0,0 0-6 0,0 0-9 15,8 29-7-15,-8-29-2 0,0 0-6 0,0 0-9 16,11 30 2-16,-11-30-4 0,0 0-5 0,0 0 1 16,11 28-5-16,-11-28-11 0,0 0-25 15,0 0-20-15,0 0-10 0,10 31-13 0,-10-31-18 16,0 0-2-16,0 0-12 0,0 0-72 0,7 27-168 15,-7-27 74-15</inkml:trace>
  <inkml:trace contextRef="#ctx0" brushRef="#br0" timeOffset="2588.51">33164 9683 38 0,'0'0'91'0,"0"0"-19"15,0 0 12-15,0 0-8 0,0 0 0 0,0 0-9 16,0 0-6-16,0 0-16 0,0 0-4 0,0 0-4 16,0 0 2-16,0 0 7 0,0 0-11 0,64 24 0 15,-64-24-6-15,0 0 0 0,0 0-7 0,0 0 0 16,0 0-2-16,0 0 0 0,0 0-4 0,0 0-7 16,0 0 11-16,0 0-12 0,-46 62-16 0,46-62-17 15,0 0-12-15,-28 21-19 0,28-21-20 0,0 0-64 16,-20 16-150-16,20-16 66 0</inkml:trace>
  <inkml:trace contextRef="#ctx0" brushRef="#br0" timeOffset="2884.48">33419 9701 45 0,'0'0'88'0,"0"0"1"0,0 0-4 15,0 0 2-15,0 0-26 0,0 0-7 0,-101 11-2 16,101-11-4-16,0 0-2 0,-31 14 13 0,31-14-27 16,0 0-4-16,-18 17-3 0,18-17 11 0,0 0-21 15,0 0 10-15,0 0-1 0,0 0-5 0,0 0 0 16,5 42-6-16,-5-42 9 0,0 0-12 0,0 0 7 16,0 0-6-16,0 0 0 0,27 35 4 15,-27-35 2-15,0 0-9 0,0 0 9 0,0 0-8 0,0 0 4 16,0 0 1-16,0 0-3 0,-2 36-3 0,2-36 4 15,0 0-7-15,-32 15 1 0,32-15-30 16,0 0-19-16,-46 9-24 0,46-9-26 0,-50 3-63 0,19-5-167 16,31 2 75-16</inkml:trace>
  <inkml:trace contextRef="#ctx0" brushRef="#br0" timeOffset="3596.62">30336 7499 28 0,'-13'5'78'0,"-3"1"-13"0,-5 3-7 16,2 1-1-16,-5 0-8 0,-3 4-3 0,3 0 0 16,2 1-7-16,-1-2-6 0,4-3 0 0,2-1-5 15,2 1 0-15,-1-1-20 0,4-4-19 0,3 3-12 16,0 0-24-16,0-3-40 0,3 1-92 0,-1-2 41 15</inkml:trace>
  <inkml:trace contextRef="#ctx0" brushRef="#br0" timeOffset="3781.73">30265 7490 42 0,'0'0'69'0,"7"5"-6"16,-2-3-6-16,1 1-7 0,-6-3 1 0,11 7-12 16,-6 0-6-16,2-2-21 0,-2 3-14 0,0 0-25 15,0-4-38-15,-3 2-70 0,2-1 31 0</inkml:trace>
  <inkml:trace contextRef="#ctx0" brushRef="#br0" timeOffset="4466.46">30231 7136 5 0,'0'0'106'16,"-8"-5"-4"-16,8 5-22 0,-6-4-5 0,6 4 3 15,0 0 2-15,-6-6-19 0,6 6-1 0,0 0-9 16,0 0-4-16,0 0-4 0,-1-8-4 0,1 8-2 16,0 0 0-16,0 0-12 0,0 0-1 0,0 0-5 15,0 0 8-15,0 0-9 0,0 0-3 0,6-8 3 16,-6 8-1-16,0 0-3 0,0 0 2 0,0 0 7 0,0 0 0 16,0 0 2-16,0 0 2 0,0 0-6 15,0 0 5-15,0 0-6 0,0 0 2 0,0 0-11 16,0 0 0-16,0 0 1 0,0 0-7 0,0 0 3 15,0 0-1-15,0 0-3 0,0 0 0 0,0 0-4 16,0 0 2-16,0 0 3 0,9 13-6 0,-9-13 3 0,4 11 7 16,-3-5-7-16,0 0-1 0,2 3-2 15,-2-2 3-15,-1 1-2 0,1 0 5 0,-1 1-1 16,0-2-1-16,0 3-3 0,0-10 3 0,-2 13 4 16,2-7-3-16,0-6-7 0,-3 9 5 0,3-9 6 0,-1 8-5 15,1-8 2-15,-1 7 2 0,1-7 1 0,0 0 2 16,0 0-9-16,0 0 6 0,0 0-5 15,0 0 3-15,0 0-3 0,0 0 1 0,0 0-10 16,0 0 0-16,0 0-5 0,0 0 2 0,20-14-4 16,-15 11-7-16,2 0 1 0,-1-2 6 0,1 0-8 0,-2 1-2 15,0-1-5-15,5 1 6 0,-6-2-3 0,2 2-2 16,-2-2-2-16,-4 6 7 0,9-9 17 16,-4 4 3-16,-1 0-14 0,0 0 3 0,0-3 0 15,-4 8 3-15,5-9-6 0,-4 3 17 0,3 1 2 16,-4 5-1-16,3-8 5 0,-1 2-5 0,-2 6 6 0,4-8-2 15,-4 8 3-15,2-4 2 0,-2 4-5 0,0 0 5 16,0 0-8-16,4-6-6 0,-4 6 6 16,0 0 1-16,0 0 6 0,0 0-8 0,7 18 12 15,-6-8-7-15,0 1 6 0,2 1-6 0,-1 3 11 0,1 0-6 16,-2 1-3-16,2-4 0 0,-1 5-3 0,-1-5 3 16,1 5-9-16,-4-4-8 0,2-2-10 0,0 0-20 15,0 0-17-15,-1 2-15 0,-3-3-9 16,1 2-78-16,-3-4-171 0,-1-1 76 0</inkml:trace>
  <inkml:trace contextRef="#ctx0" brushRef="#br0" timeOffset="4675.71">30414 7092 64 0,'9'-5'73'0,"-4"2"-7"0,2 2 6 16,3 1-11-16,-10 0 3 0,16 4-13 0,-7-1-4 15,0 4 1-15,2 1 1 0,-4 0 3 0,2 2-12 16,-1 3-4-16,-6 0-1 0,1 3 4 0,-3 1-3 16,-3 0-7-16,-1 1-1 0,-1-1-9 15,-2 1-10-15,-5 4-1 0,-1 0-19 0,-2-1-26 0,0 0-15 16,-1 2-17-16,0-2-58 0,-3 2-136 0,0-4 60 16</inkml:trace>
  <inkml:trace contextRef="#ctx0" brushRef="#br0" timeOffset="7218.73">30383 9377 61 0,'0'0'93'0,"0"0"-17"0,3-6-5 0,-3 6 3 15,0 0-17-15,0 0 0 0,0 0-10 0,0 0-4 16,-1-11-1-16,1 11-3 0,0 0-4 0,0 0-8 16,0 0 2-16,0 0-3 0,-3-9 3 0,3 9-3 15,0 0-3-15,0 0-8 0,-2-11 2 0,2 11 7 16,0 0-18-16,-2-11-2 0,2 11 7 0,0-8 7 15,0 8-3-15,0 0-1 0,0-12-2 0,0 12-5 16,0 0 0-16,0-12 0 0,0 12 4 0,2-7 2 16,-2 7-11-16,2-7 8 0,-2 7-10 0,0 0 5 15,3-10 2-15,-3 10-4 0,0 0 3 0,0-10 3 16,0 10 0-16,0 0 7 0,0-9-10 0,0 9 8 16,0 0-3-16,1-9-7 0,-1 9 3 0,4-6 0 15,-4 6 1-15,1-8 0 0,-1 8-1 0,4-8 4 16,-4 8 5-16,1-6 4 0,-1 6 2 0,3-8-2 15,-3 8 5-15,0-8-1 0,0 8-6 0,2-8 5 16,-2 8-9-16,3-7 8 0,-3 7-2 0,3-9 3 16,-3 9 5-16,2-9-3 0,-1 4-4 0,-1 5 1 15,0-10-3-15,0 10 3 0,3-11-2 0,-3 11 1 16,1-13-3-16,-1 7 1 0,1-4-6 0,-1 10 8 16,0-16-4-16,2 7-4 0,-1-1 1 0,-1 0-3 15,2 1 6-15,0 0-3 0,-1-1-4 0,0 1 0 16,1-4-5-16,-1 4 4 0,0-3-5 0,2 2 1 15,-1 1 2-15,0-2-1 0,-2-1 0 0,2 2 1 16,1 0-4-16,-2-2-1 0,0 2 0 0,3-2-1 16,-4 0 1-16,4-4 3 0,-2 6-2 0,1-6-1 0,0 4 2 15,0-4 1-15,-3 3-3 0,3-2 3 16,2 0-6-16,-5 2 5 0,1 1-5 0,1-1 5 16,-1 1 0-16,3 3 6 0,-3-3 0 0,3 2-8 15,-4 0 2-15,4 0-3 0,-4-2 2 0,1 3 2 0,0-2 0 16,1 1-1-16,-1 0 0 0,0 0-1 15,0 0 1-15,1-2 3 0,-1 3-2 0,0 0 1 16,1 3 1-16,-2-6 4 0,0 12-3 0,3-16 0 16,-3 5-3-16,2 1-2 0,0 1 2 0,-1-3 2 0,2 3-1 15,-2 0 2-15,2 1 3 0,-1-3 4 16,0 5-7-16,-2 6 6 0,2-14-4 0,0 6-3 16,-2 1-1-16,0 7 1 0,2-15-3 0,2 8 4 15,-1-1-4-15,-1-2 3 0,3 2-2 0,-2-1-2 16,0-1-2-16,1 1 1 0,0 1 4 0,-1 0-3 0,1 0 1 15,-2 2-1-15,1-2 0 0,0 3 1 16,0-2 0-16,1-2-1 0,-2 0-1 0,2 0 0 16,1 0-2-16,-2 2 3 0,1-1 0 0,-2-1 2 15,0 3-1-15,3 1-2 0,-2-4 0 0,1 0 2 0,2 0-3 16,-3-1-1-16,3 1 4 0,0 0-3 0,-4-1 1 16,3 1-2-16,-1 1 1 0,1 0 0 0,-1-4-1 15,0 3 0-15,0 1-4 0,1-2 3 0,0 0 2 16,-1 2-1-16,-1 0-1 0,-1 0-1 15,1 3 3-15,-1-3-1 0,1 1-2 0,-1 0 5 0,2 1-14 16,1-4-4-16,-4 3 5 0,5 0-3 0,-5-1 1 16,2 3 3-16,-1 0 3 0,1-1-2 0,1 0-6 15,-3-1 8-15,-1 7 4 0,6-13-7 0,-5 6 6 16,3 2 5-16,-1-2-9 0,-1 1 2 0,1 0 4 16,-1 0-2-16,2-1 1 0,0 1 1 0,-4 6-1 15,5-9 0-15,-1 3-2 0,-4 6 7 0,5-10-1 16,-2 5-1-16,-1 0-1 0,2-1 0 0,0-1-3 15,0 1 7-15,0 2-3 0,-4 4 1 0,6-12 4 16,-2 6-5-16,0-1 4 0,0 4-4 0,-1-1 1 16,1-3 2-16,0 2 0 0,1 1 1 0,-1-2-6 15,1 0 1-15,-1 0 5 0,-4 6-5 0,8-9-5 16,-3 5 7-16,0 0-2 0,-1-2-2 0,1 2 4 16,-5 4-4-16,7-8 1 0,-3 3 1 0,1 1-7 15,-5 4 7-15,12-9 0 0,-7 5-2 0,0 1 1 16,3-3 0-16,-2 1-1 0,0 2 2 0,1-1 0 15,1-1-3-15,-1 0-3 0,2 1 2 0,-2 0 3 16,3 0 3-16,0-2-1 0,0 1-2 0,-3 2 2 16,2-2-4-16,-1 0 4 0,-1 2-2 0,1 1-3 15,-2-2 6-15,5 2-2 0,-4-1-1 0,2-5-6 16,-3 6 6-16,2 1 3 0,0-2-2 0,-2 2-1 16,0-2 2-16,-6 3 0 0,14-6 0 0,-8 6-3 15,-6 0 2-15,11-4 0 0,-5 1 3 0,-6 3-6 16,12-4 2-16,-7 3-1 0,-5 1 5 0,14-3-4 15,-8 3 2-15,2-2-4 0,0-2 2 0,1 3 3 16,1-2 0-16,2 2-3 0,1-2-1 0,-2 3 1 16,-1-3 0-16,3 3-2 0,-4-3 1 0,-9 3 4 15,18-4-5-15,-8 4 3 0,-2-1-2 0,3 1 4 16,1-3 1-16,-2 2-1 0,0-1-3 0,0 0-4 16,1 4 6-16,-1-4-1 0,0 1-3 0,-1 1 4 15,1 0-5-15,-2-1 8 0,2 1-8 0,-10 0 2 16,18-4 2-16,-8 4 1 0,0-1-3 0,3-1 4 15,-1 1-4-15,0-2 2 0,0 2 6 0,3 1-9 16,-2-3 1-16,-1 1 5 0,5 1-2 0,-5 0-3 16,2-1 3-16,-1 1 1 0,1 0 1 0,0 0-5 15,4 0 1-15,0-2 0 0,-4 1 1 0,-2 2-2 0,2-1 2 16,-1-1-3-16,0 1 5 0,1 1-3 16,-1-2 6-16,7 1-7 0,-7-1 2 0,6 0-2 15,-1 2 1-15,0-2 1 0,-4 1 5 0,3 1-6 16,-3-3 3-16,0 0-3 0,-1 3 1 0,5-2 3 0,-6 1-3 15,4 0-2-15,-3 1 4 0,2-2-4 0,-2 1 7 16,1 0-8-16,2 1 1 0,-2-1 3 16,-1-2-2-16,5 3 5 0,0-1-5 0,-5-1 3 15,-2 1-3-15,1-1 3 0,0 1 2 0,0-1-4 16,1 1 1-16,3 0-1 0,-3 1 3 0,-1-2 1 0,-1 1-4 16,0 1 6-16,-1-1-2 0,1 1 1 0,0 0-2 15,-2 0-1-15,-9 0 3 0,20-2-5 0,-10 2 0 16,-2-2 1-16,-8 2-1 0,15 0 0 15,-9 2 0-15,-6-2 7 0,13-2-5 0,-13 2 3 0,11 0 0 16,-11 0-1-16,9-1 7 0,-9 1-6 0,11 0 1 16,-11 0 2-16,10-1-2 0,-10 1 3 0,9-2-1 15,-9 2 4-15,6-1 1 0,-6 1-1 0,8-1 7 16,-8 1-2-16,0 0 4 0,9-3-1 0,-9 3 1 16,0 0-2-16,0 0-2 0,8-3 1 0,-8 3 23 15,0 0-1-15,5-3-5 0,-5 3 0 0,0 0-4 16,0 0-1-16,0 0-6 0,0 0 4 0,6-3-5 15,-6 3 0-15,0 0-4 0,0 0 2 0,0 0-3 16,0 0-3-16,0 0 1 0,0 0 1 16,0 0-3-16,0 0-3 0,0 0-2 0,0 0 2 0,0 0-2 15,0 0-1-15,0 0 0 0,0 0-2 0,0 0-3 16,0 0 3-16,0 0-4 0,9-3 0 0,-9 3 1 16,0 0-1-16,0 0 0 0,0 0 1 0,0 0 0 15,6-3 0-15,-6 3-4 0,0 0 0 0,0 0-1 16,11 0 0-16,-11 0 1 0,0 0 2 0,12-3-1 15,-12 3-3-15,8-1 3 0,-8 1 0 0,0 0-4 16,13-2 4-16,-13 2-4 0,10 2 2 0,-10-2-4 16,12 0 2-16,-5 0 7 0,2-2-7 0,-9 2 2 15,18 0 0-15,-8 0 1 0,-1 0-1 0,-9 0-1 16,14-1 3-16,-5 1-2 0,0 0 1 0,-9 0 1 16,14-3 1-16,-7 3-6 0,-7 0 4 0,14 0-1 15,-14 0 1-15,13-2-4 0,-13 2 6 0,12-1-2 16,-12 1 1-16,0 0 0 0,0 0-1 0,0 0-1 15,0 0 2-15,0 0-3 0,0 0 2 0,0 0-1 16,0 0 2-16,0 0-3 0,0 0 0 0,0 0 3 16,0 0 2-16,0 0-5 0,69 0-1 0,-69 0-2 15,0 0-3-15,0 0-2 0,0 0-1 0,0 0 4 16,0 0-7-16,43 0-4 0,-43 0-8 0,0 0-7 16,0 0-20-16,0 0-16 0,42 6-21 0,-42-6-15 15,0 0-24-15,0 0-19 0,28 5-17 0,-28-5-14 16,0 0-106-16,0 0-308 0,0 0 137 0</inkml:trace>
  <inkml:trace contextRef="#ctx0" brushRef="#br0" timeOffset="15822.89">30275 7822 65 0,'0'0'75'0,"-8"-3"-5"0,8 3-1 0,0 0 3 15,-8-1-5-15,8 1 4 0,0 0 4 0,-11-5-3 16,11 5-16-16,-6-1 0 0,6 1-8 0,0 0-4 16,0 0-5-16,-9-6 14 0,9 6-3 0,0 0 10 15,0 0-13-15,0 0 0 0,-8-1-8 0,8 1-1 16,0 0-1-16,0 0-3 0,0 0-1 0,0 0-4 16,0 0 0-16,0 0 0 0,0 0-4 0,0 0 0 15,0 0-7-15,0 0-9 0,0 0 4 0,18-6-3 16,-18 6 5-16,18-4-6 0,-7 4-2 0,2-2 1 15,2-1-2-15,3 3 2 0,1-3-5 0,2 0-2 16,-2 1 1-16,3-1 3 0,7-1-5 0,-7 2 3 16,10-3 0-16,-4 1-1 0,0-1-2 0,-7 2 0 15,2 0-4-15,-4 0 0 0,-1 0-11 0,-1 1-1 16,0-2-2-16,-4 3-1 0,0-1-14 0,-1-1-1 16,0 1 4-16,0 0-2 0,-1 0 0 0,-1 0-1 15,1 0-6-15,1 1 9 0,-4-1 1 0,2 2 8 16,3 0-4-16,-5-3 1 0,-1 2 6 0,3 1 4 15,1 0-6-15,-1-2 6 0,0 1 2 0,0 1-1 16,1 0 1-16,1-2 4 0,-1 2-3 0,-1-1 11 16,4 1-8-16,-1-1-4 0,2-1 1 0,0-1 8 15,-1 2-5-15,4-1 2 0,-4 2-5 0,6-3 7 16,-9 2-2-16,2-2-4 0,-3 0-15 0,3 0-9 16,-3 0 0-16,1 2-16 0,-3 1-21 0,0-2-50 15,2 0-131-15,-1-2 59 0</inkml:trace>
  <inkml:trace contextRef="#ctx0" brushRef="#br0" timeOffset="16848.05">29330 7831 33 0,'0'0'120'0,"0"0"1"0,0 0-12 0,0 0-11 15,0 0-10-15,0 0-4 0,20-9-7 0,-10 6-16 0,4 0-3 16,3-1-6-16,3-2-12 0,-1 5 6 0,2-2-8 16,-4 1-3-16,0 1-2 0,1-2-11 0,-6 2 0 15,-1-1-8-15,-1 2-16 0,-3-1-9 16,-7 1-12-16,12 0 1 0,-12 0-11 0,8-2-3 0,-8 2 0 16,0 0 5-16,0 0-2 0,0 0 5 0,0 0 6 15,0 0 6-15,0 0-9 0,0 0 4 0,0 0 7 16,0 0-4-16,0 0 4 0,0 0 2 0,0 0 10 15,0 0 1-15,0 0-6 0,0 0 7 16,0 0 7-16,-26-3 5 0,26 3-4 0,0 0 4 0,-11 0 4 16,11 0 2-16,-10-1-3 0,10 1-1 0,0 0 14 15,-11 0-12-15,11 0-10 0,0 0 3 0,-7 4 4 16,7-4 9-16,-4 9 16 0,4-9 8 0,-3 9-1 16,2 1-2-16,0-1-1 0,-2 1-3 0,2 0 4 15,0 1-4-15,0 2 0 0,-5-1-1 0,4-2-7 16,-2 3-4-16,0 0-2 0,1 1-2 0,0-1 0 15,-1-2-3-15,0 2-3 0,-1-3 2 0,0 0-7 16,0 0 2-16,0-1-1 0,-2 0 1 0,2-3-2 16,-1 3 2-16,-1-1-9 0,1-5-5 0,1 1-6 15,-3 0 6-15,8-4-3 0,-9 5 1 0,9-5-12 16,-9 3 4-16,9-3-2 0,-10 0 11 0,10 0-15 16,0 0 5-16,0 0 1 0,-10-6 4 0,10 6-10 15,0 0 11-15,0 0-7 0,0 0 6 0,0 0 3 16,0 0-2-16,0 0-5 0,25-10 5 0,-13 8 0 15,-2-1 0-15,0 2-6 0,3 0 2 0,0-1 1 16,-3 0-4-16,2 1-7 0,-1 0 0 0,1-2-3 16,-2 2 2-16,0-3 0 0,-1 3 5 0,-2-2 0 15,1-1-1-15,-1 0-3 0,-2-1 10 0,0 2 1 16,-1-4 4-16,0 3-6 0,-1-2-2 0,-3 6 4 16,7-9 8-16,-6 3-6 0,-1 6 6 0,3-14-2 15,-2 8 3-15,-1 6 9 0,1-9 4 0,1 3 0 0,-2 6 13 16,0-9-5-16,0 9 5 0,0 0-9 15,1-8-5-15,-1 8-2 0,0 0 0 0,0 0 3 16,0 0 9-16,0 0-2 0,0 0 16 0,0 0-1 16,-1 26 2-16,-1-16-7 0,1 2 0 0,-2 1 1 15,1 0-2-15,2 0-4 0,-4 3-4 0,3-3 1 0,-1 3 7 16,-1 0-10-16,1-4-3 0,1-2-3 16,0 1-2-16,0-1-13 0,-2-3-13 0,2 0-18 15,-1 1-14-15,2-8-11 0,-2 10-12 0,2-10-15 16,-3 9-19-16,-1-5-16 0,4-4-97 0,-7 5-234 0,7-5 104 15</inkml:trace>
  <inkml:trace contextRef="#ctx0" brushRef="#br0" timeOffset="17073.82">29591 7942 92 0,'0'0'105'0,"10"-1"0"16,-10 1-5-16,13 5-4 0,-9-1 2 15,0 2 18-15,0 3-14 0,-1 0-3 0,0 3-5 16,-2-5-1-16,1 6-11 0,-4-1-9 0,0-2 9 0,-2 3-16 16,1-2-5-16,-2-2-9 0,0 3-5 0,-2-4 0 15,0 1-5-15,2 1-6 0,-2-3-4 0,1 2-1 16,-1-2-17-16,1-2-20 0,0 0-15 16,1 0-15-16,-2-1-33 0,2 0-34 0,5-4-20 0,-10 3-112 15,10-3-254-15,-8 2 112 0</inkml:trace>
  <inkml:trace contextRef="#ctx0" brushRef="#br0" timeOffset="17382.2">29732 7946 56 0,'0'0'161'16,"2"-9"-18"-16,-2 9-13 0,0 0-10 0,0 0-12 15,0 0-11-15,0 0-8 0,0 0-8 0,0 0-13 16,0 0-4-16,0 0 11 0,0 0-29 0,-9 20 7 15,9-20-12-15,0 11-7 0,0-11-4 0,4 13-2 16,-4-7-2-16,3 0-4 0,2 1 3 0,-4-1-5 16,3 1-5-16,1-1 1 0,-1-1-2 0,0 2-2 15,0-3-1-15,-1 3 2 0,4-2-6 0,-5 0 8 16,2 0-2-16,-1 1-5 0,-3-6-3 0,2 10 1 16,1-7 3-16,-3-3-3 0,1 7-2 0,-1-7 3 15,0 0-2-15,0 10 4 0,0-10-5 0,-8 6 3 16,8-6 0-16,-11 6-3 0,7-1-5 0,-4-2 14 15,2-2-33-15,0 1-19 0,6-2-9 0,-12 2-14 16,12-2-30-16,-6 2-23 0,6-2-110 0,0 0-244 16,0 0 108-16</inkml:trace>
  <inkml:trace contextRef="#ctx0" brushRef="#br0" timeOffset="17650.75">29899 7980 107 0,'4'-6'137'0,"-4"6"-6"15,0 0-10-15,0 0-15 0,0 0-10 0,0 0-3 16,0 0-13-16,0 0-3 0,0 0-11 0,0 0-2 16,-23 15-11-16,17-9-2 0,0 1-5 0,1-3-10 15,-2 5-2-15,4-2-3 0,1-1-5 0,-1 1-2 16,2 0-6-16,-1 2 4 0,1 0-7 0,4-1 3 16,-1 1-6-16,1 1-5 0,2-2 3 0,3 1 3 15,-5-3-1-15,4 2-1 0,-2-1-3 0,-1 3-2 16,3-4 1-16,-4 0-1 0,-1 1-2 0,1 0 5 15,-3-7-4-15,4 12 5 0,-4-7-5 0,0-5 6 16,-3 12-9-16,-2-5-3 0,-2-1-25 0,0 1-28 16,0-2-18-16,-5 0-24 0,1 1-14 0,-1 0-96 15,-2 0-222-15,2-2 99 0</inkml:trace>
  <inkml:trace contextRef="#ctx0" brushRef="#br0" timeOffset="17804.14">29709 8271 29 0,'19'-6'21'0,"9"4"-30"0,1-4-9 0,5 0 4 16</inkml:trace>
  <inkml:trace contextRef="#ctx0" brushRef="#br0" timeOffset="17951.43">30230 8200 1380 0,'0'0'101'16,"0"0"24"-16,0 0-52 0,1-10-18 0,-1 10-15 15,0 0-7-15,0 0-7 0,0 0-6 0,0 0-4 16,0 0-2-16,-12-11 0 0,12 11-6 0,0 0-27 16,0 0-21-16,0 0-36 0,0 0-32 0,-2-6-22 15,2 6-126-15,0 0-276 0,0 0 122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2-01T09:56:55.2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26536 6175 31 0,'-3'-7'177'0,"-2"-4"-15"0,1 4-7 0,-1-2-11 16,-5 1-18-16,-2 0-1 0,1 4-6 0,0 1-12 16,-3 3-6-16,-1 3-3 0,-1-3-10 15,5 2-6-15,-8 6-3 0,4-1-11 0,-3 6-5 0,5-1-5 16,-2 1-5-16,-2 8-4 0,7-5-6 0,-3 7-1 15,5-6-8-15,0 0-2 0,6 2-4 0,2 2-2 16,0-4-4-16,10 0 2 0,-4 2-2 0,9 1 1 16,0-7-5-16,7 1 1 0,4-3 0 0,1 2 1 15,-6-9-4-15,10 3 0 0,-4-3 1 0,1-2-3 16,-7-2-1-16,-2-1-2 0,-1-2-2 0,-5 1 4 16,-2 1-4-16,-1-2 0 0,-2 0 3 0,-1 2-2 15,-1-2-3-15,-6 3 4 0,6-9-3 0,-4 5-1 16,-2 4-3-16,0 0-2 0,0 0 2 0,-14-13-4 15,7 11 2-15,-4 2-1 0,-3 0-1 0,-5 3-3 16,0 3 3-16,-8 4 6 0,2 3 2 0,-2 1-2 16,3 2 0-16,0 2 2 0,3-2-1 0,0 3 3 15,8-6 2-15,1 3-4 0,-1-1 0 0,3 0 0 16,3-2-3-16,0 3-2 0,4-3 1 0,1-1 1 16,0 3 1-16,6-3-2 0,4 3 0 0,3-2 3 15,0 0-19-15,5-2-27 0,3-3-24 0,7 2-26 16,5-4-44-16,0-1-29 0,1-2-45 0,-3 0-105 15,2-4-337-15,-4 1 149 0</inkml:trace>
  <inkml:trace contextRef="#ctx0" brushRef="#br0" timeOffset="350.72">26733 6517 87 0,'0'0'171'0,"0"0"-22"0,-2-7-10 0,2 7-4 16,0 0 4-16,0 0-3 0,0 0-5 15,-2 24 1-15,1-13-28 0,1-1-8 0,0 4-7 16,-2-2-9-16,2-1-7 0,0 0-3 0,3 0-8 16,-3-1-7-16,2-2-2 0,-2-8-9 0,0 11 1 15,0-11 7-15,2 11 7 0,-2-11 13 0,0 0 12 16,2 6 12-16,-2-6 6 0,0 0-4 0,0 0-11 0,0 0-7 16,0 0-7-16,0 0-11 0,0 0-12 15,0-32-5-15,0 15-11 0,6-2-2 0,2-3-5 16,1-5-6-16,1 2-7 0,5 0-8 0,-2 5 7 0,-3 3-6 15,4 1-5-15,-5 4-1 0,-2 3 0 16,3 3-2-16,-2-1 1 0,-1 3-3 0,-1 2-4 16,-6 2 2-16,16 5-1 0,-7-2 2 0,1 5-4 15,-1 0 5-15,3 5 0 0,-2-1 2 0,-1 3 2 16,-2 0-3-16,3 1-7 0,-4 1-13 0,0-1-11 0,1-1-30 16,-1 1-40-16,-1-1-44 0,-3-5-36 0,5 1-48 15,-3 0-149-15,-3-3-411 0,-1-8 183 16</inkml:trace>
  <inkml:trace contextRef="#ctx0" brushRef="#br0" timeOffset="942.69">27030 6205 155 0,'-2'-8'206'15,"2"8"-25"-15,-4-9-20 0,4 9-20 0,0 0-12 0,0 0-4 16,0 0-2-16,0 0-6 0,6 37-12 0,-4-17-8 15,0 5-4-15,5 6-14 0,-3 2-4 16,2 0-5-16,0 0-4 0,-2-2-9 0,2-3-6 16,-1-1-3-16,-3-11-5 0,4 1-7 0,-5-5 0 0,1 0-6 15,0-1 1-15,-2-2-1 0,0-2-3 0,5-3-1 16,-5-4-2-16,0 8 1 0,0-8 1 16,0 0 10-16,3 7 0 0,-3-7-6 0,0 0-3 0,0 0 0 15,11-20-7-15,-7 8 1 0,6-3-4 16,-2-2-10-16,3 1-1 0,1 2 0 0,1 0-7 0,2 1 5 15,-1 2-5-15,-1 3-1 0,-1 1 0 0,-1 3-3 16,5 1 3-16,-3 3 0 0,5 0 0 0,-2 0 1 16,4 3-2-16,0 3 1 0,-2-1 0 0,3-2 3 15,-4 2-2-15,2-2 3 0,0-2-2 0,2 2 2 16,-1-3 4-16,-2 0-2 0,0 0 0 16,-5-4 4-16,-1 1-2 0,1 0-2 0,-1-2 4 0,-3-2 0 15,-1 0 2-15,1 0 1 0,-1-2-2 0,-2 0 9 16,-2-1 1-16,-3 1 2 0,0-3-8 15,-2 3 3-15,0-1 6 0,-3 0 7 0,2 2-5 0,0 2-3 16,-3-1 0-16,0 2 2 0,5 5-5 0,-9-4-5 16,0 3 1-16,9 1-3 0,-22 6-2 15,13 0 0-15,-3 1-4 0,-1 4 4 0,5-1-3 0,-4 1-2 16,3-1-3-16,5 1 1 0,-3-3 0 0,5 1 2 16,-2 1-7-16,4-3 2 0,0 2 0 0,0-9-3 15,4 11-4-15,0-7 2 0,1 1 2 0,1-3-4 16,1-1-1-16,3 2-4 0,-4 1 3 0,2-4 0 15,-8 0-1-15,17 3 3 0,-9-2-3 0,-1 0 3 16,0 1-5-16,2 3-7 0,0 0-7 0,-5 1-5 16,5 0-15-16,-1 1-25 0,-2 2-25 0,0 0-28 15,-1 1-26-15,-1 0-17 0,3 0-19 0,-2 1-7 16,-3 0-106-16,2-2-323 0,-2-2 144 0</inkml:trace>
  <inkml:trace contextRef="#ctx0" brushRef="#br0" timeOffset="1133.08">27696 6553 153 0,'2'-12'157'0,"4"-1"-9"16,-2-2 3-16,2-2-19 0,1 2-6 0,0-2-2 16,2-1-9-16,0 1-7 0,1 3-2 0,0 1-5 15,-3 3-5-15,-1 3-12 0,1-1-7 0,-1 4-13 16,0 1-7-16,2 0-3 0,-8 3-3 0,11 0-7 16,-1 3-6-16,-3 2-3 0,1 2 2 0,-3 2-8 15,5-1 2-15,-6 3-5 0,3 0-19 0,-3 2-24 16,0-2-20-16,3 0-23 0,-7 1-28 0,2-1-33 15,3-1-44-15,-3 1-113 0,0-3-300 0,-2-8 133 16</inkml:trace>
  <inkml:trace contextRef="#ctx0" brushRef="#br0" timeOffset="1494.76">28075 6276 134 0,'0'0'207'0,"-4"-11"-20"15,4 11-18-15,-2-5-9 0,2 5-15 0,0 0-6 16,-14 12-3-16,6-1-11 0,-1 5-5 0,0 0-5 16,-2 7-15-16,4-5-11 0,0 6-7 0,4-5-10 15,3-2-5-15,-1 2-6 0,2-4-8 0,2-1-3 16,7 1-3-16,-4-4-3 0,3-1-4 0,7 0-1 16,-1-5-4-16,6 1-1 0,0-6-4 0,7-3-2 15,1-1-5-15,0-1-3 0,-2-2-1 0,0-3-4 16,-8 0-2-16,-4 1 1 0,1-3 6 0,-3-2-11 15,-2 1-2-15,-1-3-2 0,-2 0 1 0,-5-1 1 16,-1 0-2-16,-1-1-2 0,-1 6 6 0,-3-1 1 16,1 3 5-16,-3 0 5 0,1 1 1 0,0 2-2 15,-2 4 1-15,-2-1-2 0,8 4-9 0,-18 2 1 0,8 3 0 16,-5 6 7-16,1 2-3 0,-1 1-5 16,3 2-2-16,3 2-2 0,1 0 2 0,3 0-19 15,1 3-21-15,4-4-27 0,4 2-32 0,4-3-49 16,2 1-36-16,4-2-35 0,3 2-150 0,3-5-391 15,7-1 174-15</inkml:trace>
  <inkml:trace contextRef="#ctx0" brushRef="#br0" timeOffset="2142.98">28629 6364 51 0,'0'0'236'0,"0"0"-17"0,0-9-17 16,0 9-24-16,0 0-15 0,0 0-10 0,0 0-9 15,0 0-5-15,0 0-6 0,0 0-15 0,-8 20-9 16,6-9-11-16,0-1-11 0,0 0-9 0,0-1-6 16,1-3-6-16,-1 5-4 0,0-5-7 0,2-6-7 0,0 11-4 15,0-11 1-15,0 0-6 0,0 8 7 16,0-8 16-16,0 0 11 0,0 0 4 0,0 0-10 16,0 0-9-16,0 0-4 0,0 0-4 0,0 0-4 15,-6-29-3-15,10 17-4 0,-3-5-7 0,3 0-7 16,0-8-3-16,3 0-4 0,0 7-4 0,0-8-5 15,5 3 1-15,-2 8-4 0,2-1-4 0,-2 3 3 16,1 4-3-16,-3-1-5 0,1 4-6 0,2 3-1 16,0 3 2-16,0 2-2 0,1 4 0 0,-1-1 0 15,-2 3 1-15,4 7 0 0,0-1 2 0,-2 3 4 0,-1 0-3 16,-1-1 2-16,3 9 2 0,-4-9-1 16,1-3 0-16,-3-1 0 0,-1-1 3 0,0-3 0 15,3-1 1-15,-7-1 2 0,2-1-1 0,-3-5 5 16,1 6 0-16,-1-6 5 0,0 0-1 0,5 4 1 15,-5-4-2-15,0 0-3 0,0 0-3 0,0 0-1 0,7-23-3 16,-4 13-3-16,1-2-7 0,0-2 0 16,2 1-6-16,2-3 2 0,1-10-12 0,2 4-2 0,-3 6-6 15,4 0 3-15,2 3 3 0,-3 1 2 16,1 1 1-16,-3 4 1 0,-2 3 3 0,3-1-4 0,1 2 3 16,-4 3 2-16,6 3 0 0,-4 0 6 0,3 1 2 15,-1 4 9-15,1-3 3 0,-1 3-1 0,2-1 2 16,1 0 1-16,-1-1-1 0,-3-2 5 0,2 0-4 15,1 0 2-15,-1-2 2 0,1-2 1 16,-2-1-1-16,1 0-1 0,1-4 3 0,-2-2 0 0,-2 2-2 16,1-2 1-16,-1-3 0 0,-4 2-1 0,1-3 3 15,-3 0 2-15,1-4-4 0,-3 2 4 0,1 4-1 16,-2-3 0-16,0 2 4 0,0 10 4 16,-4-12-3-16,0 6 0 0,4 6-4 0,-10-3-4 0,1 3-3 15,9 0 3-15,-24 14-6 0,11 1 3 0,-1-1 1 16,2 1-12-16,-2 7-16 0,6-3-23 0,-3 3-34 15,6-3-45-15,1 0-38 0,4 1-40 0,5-2-206 16,-1-3-442-16,4-2 196 0</inkml:trace>
  <inkml:trace contextRef="#ctx0" brushRef="#br0" timeOffset="2346.69">29489 6259 127 0,'5'-18'213'0,"-3"1"-13"0,5-1-9 16,-2 1 1-16,2 1-6 0,-1-1-10 0,-1 1-7 15,0 5-10-15,0 1-13 0,-1 2-13 0,-1 2-18 16,-1 0-10-16,-2 6-16 0,9-7-8 0,-9 7-12 16,8 1-2-16,-8-1-9 0,9 7-3 0,-2 2-7 15,1 0-5-15,-2 2 1 0,2 4-6 0,1 0-3 16,-4-2-14-16,0-2-22 0,-1 2-23 16,1 2-27-16,-1-3-32 0,-1-1-51 0,3 1-42 0,-2-4-207 15,-4-2-412-15,0-6 182 0</inkml:trace>
  <inkml:trace contextRef="#ctx0" brushRef="#br0" timeOffset="2544.94">29890 5801 196 0,'0'0'262'0,"1"-9"-29"0,-1 9-28 15,0 0-10-15,0 0-13 0,0 0 6 0,5 23 2 16,-3-10-16-16,-1 4-13 0,0 8-8 0,2 0-18 15,-2 1-13-15,3 1-8 0,1 1-12 0,-2 1-11 16,4-2-24-16,1-2-36 0,-2 0-40 0,0-7-56 16,-3 0-54-16,0 1-65 0,1-2-220 0,-3-7-438 15,-1-10 193-15</inkml:trace>
  <inkml:trace contextRef="#ctx0" brushRef="#br0" timeOffset="3718.64">25491 8461 67 0,'0'0'79'0,"-7"-3"-9"0,7 3-20 16,0 0-1-16,-9-4-10 0,9 4-2 0,-9-8-9 0,9 8-6 16,-9-4-19-16,0-2-24 0,0 1-50 0,-2-2-76 15,-5-3 34-15</inkml:trace>
  <inkml:trace contextRef="#ctx0" brushRef="#br0" timeOffset="6871.33">25397 5089 5 0,'-4'-11'116'0,"0"-1"13"0,2 1 9 0,-3-1-11 16,2 0-35-16,-2 2 0 0,3-1-3 0,-3-1 1 16,2 2-4-16,-1 0-5 0,4 2-5 0,-2 1-5 15,2 7-6-15,-2-13-8 0,2 13-7 0,4-11-8 16,0 6-4-16,1 2-8 0,5-3 1 0,0 4-8 15,2 0-1-15,1 1-2 0,1 1-1 0,-1 1-6 16,4 3 0-16,0 2-2 0,-1 4-2 0,0 1 3 16,0 1-8-16,-3 2 3 0,3 3-5 0,-1 2 6 15,-1 4-2-15,-6 0 0 0,1 2 2 0,-2 3-6 16,-2 1 2-16,-3 1-4 0,-2 0 3 0,-2 6-2 16,2-1 7-16,-10 11-3 0,2 1 0 0,-1-12 1 15,-1 0 2-15,0-2 4 0,3 0-9 0,-1-1 2 16,0 1-1-16,3-2 7 0,1-2-7 0,0-1 3 15,-1-1-7-15,4-1 1 0,0 3 9 0,1-2-7 16,2-2-3-16,-1 2 2 0,7-1-1 0,-5 1 4 16,3-1 0-16,4 2-8 0,1-1 7 0,-1 0 3 15,2 2 0-15,1 1 2 0,1 0 0 0,0 0 2 16,3-2-5-16,4 16 2 0,-6-15-2 0,-1 5 2 16,6 7 3-16,-9-10-8 0,3 4 1 0,1 9 0 15,-1-11 3-15,-1 1-8 0,-4 0 1 0,7 11 6 16,-3-12-4-16,-1-1 4 0,-3 2-3 0,-1-1 0 15,4 11-5-15,-5-11 2 0,-1 0-2 0,-1-1 2 0,-1 1 0 16,-2-4 9-16,0-2-7 0,-4 0 0 16,2-7-3-16,0-4-3 0,-2 0 0 0,-5 0 4 15,5-3 0-15,-4-2 0 0,-6 4 1 0,3-5 3 16,-4 1-1-16,-3 0 1 0,-4 0 1 0,-5 0-1 16,-2 2 3-16,0-2-2 0,0-2 2 0,2 4-6 15,-2-4 3-15,1-1-25 0,-1-1-25 0,6-2-25 16,1 0-29-16,-1 3-30 0,2-2-137 0,-8 3-289 15,4-4 128-15</inkml:trace>
  <inkml:trace contextRef="#ctx0" brushRef="#br0" timeOffset="7020.88">25724 7282 14 0,'0'0'212'16,"10"0"-35"-16,-10 0-27 0,0 0-37 0,7-2-46 15,-7 2-27-15,0 0-34 0,0 0-32 0,0 0-25 16,0 0-66-16,0 0-127 0,0 0 56 0</inkml:trace>
  <inkml:trace contextRef="#ctx0" brushRef="#br0" timeOffset="7624.9">29816 6077 91 0,'0'0'162'16,"7"-10"-16"-16,1 6-14 0,8-4-13 0,11-1-6 15,3 1-16-15,5-2-13 0,2 3-29 0,13-5-24 16,1 2-26-16,-13 2-37 0,-1 3-41 0,-2 0-82 15,-5-2-169-15,1 5 75 0</inkml:trace>
  <inkml:trace contextRef="#ctx0" brushRef="#br0" timeOffset="8424.79">30429 5972 129 0,'0'0'138'0,"0"0"-18"15,0 0-5-15,0 0-17 0,0 0-11 0,0 0-6 16,-12 6 5-16,12 4-9 0,-3-5-3 0,3-5-7 16,-4 13-5-16,1 0-11 0,1 0-5 0,-2-3 1 15,3 1-1-15,-1-3-15 0,0 1 5 0,0-4-5 16,2-5 2-16,-2 11 4 0,2-11 5 0,-1 7 12 16,1-7 16-16,0 0 12 0,0 0-1 0,-4 6-7 15,4-6-7-15,0 0-3 0,0 0-10 0,0 0-4 16,-18-13-4-16,15 6-4 0,0-2-3 0,-1-2-7 15,-1-1-1-15,1 2 0 0,2-2-6 0,1-2-2 16,1 5-4-16,1-4-4 0,4 1-4 0,-1 0-3 16,1 2 0-16,1 1-2 0,4 0-6 0,-1 3 0 15,2 2-4-15,0 0 0 0,2 2-2 0,1 2 2 16,4 3 1-16,0 4 0 0,0 0 2 0,-4 2-9 16,2 4 5-16,1-3 0 0,-6 6 0 0,2-2-1 15,0-1 0-15,-3 1 0 0,-2-5 2 0,-2 5 0 16,0-4 4-16,-2-2 3 0,-1-2-3 0,-2 0-2 15,2 0 5-15,-1-1 2 0,-2-5 4 0,3 8-5 16,-3-8 2-16,0 0 0 0,0 0 2 0,0 0-2 16,0 0-1-16,0 0-2 0,0 0-1 0,0 0 4 15,0 0 0-15,-12-21 5 0,11 13-5 0,2-5-3 16,2 1 2-16,0 1-2 0,0-5-1 0,4 1-8 16,2 0-1-16,2 0 2 0,1 3-4 0,0 1 1 15,-1 2 0-15,0 2-2 0,-3 2 0 0,-2 1 5 16,2 3-7-16,-8 1 1 0,14 3 1 0,-6-1 2 15,-1 3 0-15,2 2-3 0,-1 2 6 0,-2-2-2 16,-1 3-10-16,1-1-13 0,-1 1-1 0,0-3-5 16,-1 3 1-16,1-3-7 0,-4 1-2 0,3-1 4 0,-4-7-3 15,4 9 7-15,-2-5 12 0,-2-4-13 0,0 0 6 16,4 5 13-16,-4-5-10 0,0 0-13 16,0 0 2-16,0 0 3 0,8-19-8 0,-7 12 17 15,0-4 9-15,-1 2-5 0,0-2 0 0,0 2-3 16,0 9 19-16,-1-12 4 0,1 12 3 0,0-8-9 15,0 8 4-15,0 0-1 0,0 0 14 0,4-6-7 16,-4 6-4-16,0 0 2 0,10 16 2 0,-2-11 5 16,1 4-12-16,0-1 1 0,3 3-7 0,2-1 14 15,2 1 6-15,0-5 5 0,0 1 0 0,-2-3 4 16,3 0 5-16,0-3 7 0,-5-1-1 0,0 0 14 16,-1-1 6-16,-1-2 6 0,0 0-6 0,-1-4 2 15,-2 0 5-15,-2-1-3 0,-3-1-5 0,2-3-2 0,-5 1-2 16,-2-1-8-16,0-1-3 0,-4-2-6 15,-3 0-3-15,-2 0-3 0,0 2-3 0,-1 3-1 16,-1-1-15-16,2 6-18 0,0 0-18 0,-1 3-15 0,1 2-30 16,-2 1-38-16,1 1-18 0,-1 3-28 0,5 2-124 15,-6 3-312-15,10-2 138 0</inkml:trace>
  <inkml:trace contextRef="#ctx0" brushRef="#br0" timeOffset="8940.89">31201 5931 39 0,'-6'-3'172'0,"6"3"-5"0,-15-3-11 0,8 3-9 15,7 0-19-15,-14 2-9 0,5 0-14 0,0 3-7 16,2 1-13-16,-1 1-3 0,0 3-12 0,2 0-5 16,1 1-7-16,0 0-2 0,2 2-7 0,2-2-6 15,2 1-2-15,-1-3-4 0,1 1-6 0,3-1-8 16,0 1-1-16,0-6-8 0,0 1 4 0,5-3-3 15,-3-1-2-15,-6-1 2 0,13-2 3 0,-7-3-7 16,4-4-3-16,-3-1 0 0,2-5 3 0,0 0 2 16,-3-3-1-16,-1-1 4 0,2-6 1 0,-3-1 8 15,-3-1-4-15,3-1 7 0,-1-3-3 0,-3 1-1 16,2-2-5-16,-1 4 3 0,-1 0 2 0,1 3 7 16,-1 7-4-16,0 6-2 0,1 1-4 0,-1 1 2 15,0 4-6-15,0 6-7 0,0 0-5 0,0 0 0 16,0 0-2-16,0 0-3 0,0 0 6 0,-5 47 1 15,-1-19-4-15,2 2 0 0,3-1-3 0,-2 0 5 16,5 1 0-16,-1-4-3 0,3-2 0 0,2-5 0 16,-2-2-1-16,2 0 5 0,1-3-2 0,2 0 6 15,1-5-2-15,3 2 2 0,-2-4-6 0,2-2 2 16,0-1 5-16,1-4-2 0,-3 0-2 0,7-3-3 16,-6-2 3-16,-2-1 0 0,0-2-1 0,-2-2-1 15,1-4 1-15,0-2-2 0,-5 0-1 0,-3 0 0 16,-2 0 1-16,1-2 3 0,-6 2 1 0,1 6 2 15,3-1-6-15,-5 3-3 0,2 0-1 0,-1 2-3 16,-2 6 0-16,8 0 0 0,-16 3-1 0,5 7 1 16,-1 1-8-16,0 4-17 0,3 1-20 0,-2 7-21 15,3 2-42-15,5 1-38 0,6 1-52 0,-3-1-115 16,8-4-342-16,-2-3 152 0</inkml:trace>
  <inkml:trace contextRef="#ctx0" brushRef="#br0" timeOffset="10254.33">27483 10293 54 0,'27'8'97'0,"2"1"-24"0,0 1 7 0,3 1-4 15,1 4-1-15,-1-1-4 0,-1 1-4 0,2 1-10 16,-1 2-2-16,0 1 1 0,11 5-9 0,-16-4-1 15,2 2-6-15,1 0 4 0,-4 3-3 0,-1 2-4 16,-3 0-3-16,1 0-1 0,-3 2-3 0,-2 3-1 16,-3-1-4-16,2 13 7 0,-7-11-9 0,4 12 5 15,-3 1 3-15,-5-11-7 0,0 12 0 0,-1 0 0 16,1 4-3-16,-8-2 4 0,0-2 0 0,2 2 1 16,-5-1-6-16,3 2-1 0,-3 4 3 0,3 4 3 0,1-4 1 15,2 1-9-15,1 1 8 0,-2 1 4 0,2-1-7 16,-2 3 1-16,5-1-1 0,-5-2 0 0,2 2-3 15,-2-3 2-15,3 0-5 0,-1 4 2 0,0-1-1 16,-2 0 0-16,0-1 0 0,-2 2-4 16,2 1 2-16,0 20-3 0,-1-26 4 0,0 0 4 0,-1-2-1 15,-1 4-1-15,-2-2-1 0,5 0-4 0,-3 1-2 16,1 2 1-16,0 2-1 0,0 0-3 0,0-1-1 16,0 0-1-16,1-1 1 0,1-1-3 15,-3-1 0-15,2-2 2 0,1-4 0 0,-2-1-3 0,2-2 1 16,2-12-3-16,-2 0-1 0,2 1 4 0,1-2-3 15,-2-2-2-15,2-1 0 0,-1-3 1 0,1-1 4 16,-1-1-2-16,3 0 1 0,-3-4 4 0,-2 4-8 16,-2 0 2-16,-1 1-2 0,-1-2-1 0,-1 1 3 15,-2-1-1-15,-1 1-3 0,-4-3 2 0,4-3 0 16,0 0 3-16,-3-2-3 0,0 0 0 0,3 1 2 16,-6 2-10-16,2-3-3 0,-8 1-9 0,7-5-14 15,-3 0-15-15,0-1-29 0,0-4-14 16,-1 2-7-16,0 0-6 0,-2-3-7 0,1-2-5 15,-1-1-4-15,0-2-85 0,2 0-222 0,-2-3 98 0</inkml:trace>
  <inkml:trace contextRef="#ctx0" brushRef="#br0" timeOffset="10896.84">28909 11353 25 0,'-3'-9'186'0,"2"4"-19"0,1 5-15 16,-5-13-10-16,5 13-23 0,0-7-11 0,0 7-18 15,0 0-7-15,0 0-6 0,0 0-7 0,0 0-12 16,-3 39 1-16,5-22-11 0,-2 7-1 0,-2 3-5 16,1 1-2-16,0 1-8 0,-2 0-4 0,0 0 2 15,1-1-6-15,2 0 2 0,-3-4 1 0,2 1-9 16,1-6 3-16,-1-2-5 0,1 1-6 0,0-2-10 15,0 0-42-15,1-5-23 0,-1 1-16 0,0 1-26 16,-1-3-13-16,-1-1-102 0,1-2-240 0,-4-1 106 0</inkml:trace>
  <inkml:trace contextRef="#ctx0" brushRef="#br0" timeOffset="11590.06">28831 11450 83 0,'18'-13'99'0,"6"0"-3"15,-4 8 5-15,8-1-5 0,1 3-12 0,0 3-7 16,-7 3-1-16,4 3-10 0,-1 5-5 0,-6 2-4 16,3 3 3-16,-6 3-11 0,0 1-3 0,-5 4-10 15,1 0-3-15,-6-1 9 0,-2 5-10 0,-3-3-2 16,-3 3-10-16,-7-2 5 0,1 1-3 0,-4-2-8 16,-4 0-2-16,-1-1 8 0,-3-3 1 15,4-6-8-15,-4 1 12 0,2-5-16 0,1-2 5 0,2-3-6 16,4-3 1-16,-1-2-1 0,1-2-1 0,2-1 0 15,-2-1 0-15,4-1 4 0,7 4-5 0,-7-6 7 16,7 6-5-16,2-13-5 0,-2 13-5 0,7-8 3 16,6 0 0-16,-1 2 5 0,5-1 2 0,10-1-3 15,1 1-2-15,7-2 0 0,-3 1-3 0,4 1 0 16,2-3 0-16,12-1-2 0,-13 2 7 0,0-1-5 16,0 2 0-16,1-2 9 0,-3 1-7 0,-4-1-3 15,-2 1 10-15,-5 0-5 0,-6 3 0 0,-1-2 2 16,-7 1-4-16,-1 0 5 0,-4-2 1 0,1 1-3 15,-2-3 5-15,-4 1 1 0,-1-2-8 0,-4 0 9 16,1 0 5-16,-1 1 1 0,-3 0 11 0,-1 3-2 16,-1-1-1-16,0 2 5 0,-2 0-8 0,2 5 3 15,0-1-4-15,1 1-9 0,-2 4 4 0,0 1-2 16,1 4-3-16,-4 2-4 0,4 5 7 0,1 0-11 16,1 0 5-16,2 2-2 0,3 1-3 0,2 2 3 15,4 0 1-15,2-4-1 0,2 2-7 0,6-2 7 16,0-1-2-16,5 0 0 0,5 0-2 0,0-2 1 15,-2-7-6-15,1 1-11 0,5-2-9 0,1-2-7 16,-7-2-2-16,-1-2 3 0,0-2-8 0,-3-1 8 16,-5 2 2-16,4-7 1 0,-7 3-5 0,3-6 1 0,-3-1 8 15,-2-2 1-15,-3 0-1 0,1-4 7 16,3-5-3-16,-4 0 3 0,1-1 3 0,-3 0 3 16,1-1 10-16,2 0 5 0,-1 4 3 0,2 4 0 15,-1 0 16-15,-2 3 14 0,-2 3 4 0,2 3 5 16,-1 0 1-16,0 4-10 0,-1 0-1 0,-1 6-10 0,3-6-2 15,-3 6-1-15,0 0-3 0,0 0-2 16,8 20-1-16,-6-3-3 0,-2 2 0 0,-2 12 3 16,2-2-6-16,0 4 0 0,-1-2 2 0,1 1-6 15,1-2 1-15,1 4-1 0,-2-4 2 0,2 1 0 0,-1-1 7 16,1 0-16-16,-1 0-24 0,-1-2-40 0,0-1-39 16,-1-1-45-16,-3-3-169 0,-4-4-339 15,3-2 150-15</inkml:trace>
  <inkml:trace contextRef="#ctx0" brushRef="#br0" timeOffset="11808.44">29935 11486 103 0,'9'-7'125'0,"2"3"-17"0,-4 1 0 15,-1 2-6-15,-6 1-6 0,15 7-12 0,-8-2-8 16,-3 6-3-16,0 0-8 0,-3 7-9 0,-2-1-3 15,-5 2-4-15,-1 4-7 0,-6 0-3 16,-1 0-4-16,-3-1-2 0,2-1-4 0,-3-4-7 0,-2 2-18 16,6-4-16-16,1-4-25 0,-1 1-29 0,1-3-19 15,3-1-22-15,3-3-60 0,3-1-178 0,4-4 78 16</inkml:trace>
  <inkml:trace contextRef="#ctx0" brushRef="#br0" timeOffset="12178.14">30004 11407 35 0,'4'-12'155'0,"-2"4"-10"0,2 1-13 16,-1 2-19-16,-3 5-9 0,5-4-14 0,-5 4-9 15,0 0-8-15,7 14 10 0,-4-4-10 0,-2 9 3 16,-1 6-5-16,2 3-6 0,-2 0-2 0,-2 0-12 16,4 2 0-16,-4-2-6 0,4-2-2 0,-1 0-3 15,0-6-5-15,2 0-1 0,3-2-4 0,-2-2-6 16,1-6 2-16,0 3-1 0,2-3-2 0,0-3 0 15,3-1-5-15,2-2-1 0,1-3 0 0,-2-2-3 16,2-2 4-16,5-4-3 0,0-1-3 0,-4-1 0 16,-1-7 0-16,-1-1-5 0,3-4 1 0,-4-2 2 15,-2-4 6-15,1 2-8 0,-4-1-5 0,1 1 7 16,-3 6-5-16,-2 0 0 0,-2 2-3 0,0 7 8 16,0-4 6-16,-1 5 2 0,0 0-5 0,-2 3 1 15,3 6-5-15,-5-6-2 0,5 6-5 0,0 0 1 16,-17 9-2-16,10-1 5 0,-6 5 0 0,3 2-2 15,1 2 1-15,-1-1 0 0,2 8-5 0,4-7 3 16,3 2-2-16,2-1-1 0,3 2-6 0,4-5-23 16,2 2-28-16,3-2-26 0,7 2-34 0,-5-4-44 15,8 2-121-15,-2-7-305 0,-3-3 135 0</inkml:trace>
  <inkml:trace contextRef="#ctx0" brushRef="#br0" timeOffset="12397.56">30518 11308 224 0,'-3'-7'217'0,"3"7"-27"0,-3-10-14 15,3 10-25-15,-1-7-17 0,1 7-14 0,0 0-15 16,0 0 4-16,0 0-12 0,0 0-1 0,8 36 10 16,-4-20-10-16,-3 2-5 0,3 1-15 0,0 0-4 15,-2 0-9-15,5 6-4 0,-4 1-6 0,1-1-2 16,0 1-3-16,0 0-10 0,-1-7-20 0,-1-2-29 15,2 9-36-15,-4-9-42 0,0 0-43 0,-1-1-36 16,-1 4-157-16,-5-6-350 0,-2-2 155 0</inkml:trace>
  <inkml:trace contextRef="#ctx0" brushRef="#br0" timeOffset="12639.04">30452 11543 87 0,'15'-13'115'15,"4"2"-8"-15,5-3-2 0,-1 0-4 0,4 1-6 16,-7 6-7-16,1 0-7 0,-2-2-7 0,1 5-7 16,-7 0-5-16,5 0-3 0,-5 0 0 0,-2 0-3 15,0 2-6-15,-5 2 2 0,-6 0-12 0,15 6 7 16,-11-4 4-16,0 3 3 0,0 3 4 0,-3 3 2 16,-1 1-1-16,0 7-5 0,-3-2-4 0,1 3-7 15,-5 6-3-15,4-3-2 0,0-2-3 0,-1 3-4 16,2-5-7-16,2 0-19 0,0 1-41 0,-1-1-32 15,3-7-30-15,2 2-34 0,0-3-138 0,-1 0-291 16,3-4 130-16</inkml:trace>
  <inkml:trace contextRef="#ctx0" brushRef="#br0" timeOffset="12794.92">30624 11294 25 0,'-1'9'33'0,"1"-9"-28"0,11 18-16 0,-1-2-11 15,4 0 5-15</inkml:trace>
  <inkml:trace contextRef="#ctx0" brushRef="#br0" timeOffset="13253.17">30960 11554 83 0,'-7'4'164'16,"1"0"-2"-16,0-1-11 0,-6 1-13 0,6 0-9 16,-2 4-18-16,2-2-6 0,-1 1-9 0,4 0-12 0,-1 0-9 15,2 0-3-15,2-7-7 0,0 13-6 0,4-4-8 16,1 0-5-16,2-1 0 0,-1 0-7 16,4-1-3-16,2-1 1 0,-2-3-6 0,2-1-1 15,0-1-5-15,0-1 3 0,1-1-5 0,-1-1 0 16,-5 0-3-16,2-3-4 0,-2-3 0 0,-2 1-1 0,-1 1-5 15,-2-1 3-15,0 0-5 0,-2-3 6 16,1-1-7-16,-1 0-1 0,0 1-2 0,2-2-1 16,-2 3-3-16,1-2 2 0,0 2-3 0,1-1 0 15,0 4 1-15,1 0-4 0,-3 6-1 0,6-7 2 16,-6 7-3-16,8-2 4 0,-8 2-7 0,10 0 5 0,-10 0 2 16,13 4-4-16,-7-3 2 0,1 2 6 15,-1-1-4-15,-1 2 2 0,-5-4-6 0,13 4 3 16,-8 1-1-16,-5-5 5 0,8 3 0 0,-8-3 1 15,6 3 0-15,-6-3-1 0,0 0 3 0,10-2-2 16,-10 2-3-16,8-3 2 0,-8 3 1 0,6-9 3 0,-2 4-4 16,-4 5 2-16,9-8-1 0,-4 5-4 15,-2-3 2-15,-3 6 0 0,5-5-3 0,-5 5 0 16,8-5-1-16,-8 5 0 0,0 0-2 0,11 7 6 16,-7-2-3-16,0 4 1 0,0 0 3 0,-2 1-1 15,2-1-1-15,0 6-6 0,-3-2-8 0,3 3-13 16,-4-4-19-16,2 5-34 0,2-2-42 0,0-2-35 15,-1 3-97-15,-1-6-274 0,2-1 121 0</inkml:trace>
  <inkml:trace contextRef="#ctx0" brushRef="#br0" timeOffset="13995.2">31481 11519 39 0,'3'-7'121'0,"-3"7"-8"0,0 0-12 0,0 0 0 15,0 0-10-15,0 0-10 0,0 0 2 0,13 14-2 16,-13-14-3-16,5 11-10 0,-1-2-13 0,-2-5 1 0,1 2-5 16,-3-6-4-16,2 9-6 0,-2-9-3 0,3 8 7 15,-3-8 11-15,1 5 17 0,-1-5 0 0,0 0-5 16,0 0-7-16,0 0-10 0,0 0 0 16,0 0-11-16,-15-16 1 0,10 10-4 0,1-1-3 15,2 1-2-15,-3-4-2 0,3 0-7 0,3 0 2 0,0-6-11 16,4 0 5-16,-1 4-11 0,3 2 7 15,2-3-2-15,-2 3-4 0,6 4 0 0,-5-1-3 0,3 0-4 16,1 4 1-16,-2 3 3 0,0 1-11 16,0-1 7-16,-1 7-1 0,2-1 0 0,-3 2 0 15,-1 2 1-15,2 3-4 0,-4-2 5 0,4 5 1 0,-5-6-6 16,1 5 8-16,-1-3-3 0,-3-1-1 16,2-1-6-16,-3-5 1 0,1 1 10 0,-1-6-11 0,4 11 12 15,-4-5-3-15,0-6 2 0,0 0-2 0,0 0 3 16,0 0-4-16,0 0-1 0,0 0-10 15,0 0-4-15,0 0 2 0,9-26 5 0,-6 17-6 0,3-1-2 16,0-6-2-16,2 2 1 0,2-1-3 16,1 1 4-16,0 1-4 0,3 2 3 0,-3-2-1 0,1 5 7 15,-3 0-8-15,0 4 2 0,-1 1 1 0,0 1-2 16,1 1 10-16,0 1-7 0,1 1 3 16,-3 1 2-16,2 2 3 0,1 1-1 0,-1 1 0 0,-2 2-4 15,3-2-7-15,0 3 13 0,-1-2 1 0,-2-1 3 16,3 0-6-16,-2-1-7 0,2-1 10 15,-1 0-10-15,-2-2 5 0,-1 1-4 0,-6-3 8 16,13-1 0-16,-13 1-3 0,14-5 5 0,-6-2 0 16,-3 2-4-16,-1-1 2 0,2-2 7 0,0-1 4 0,-2 1 5 15,1-1 6-15,-1 3 5 0,0-2-3 0,-1 2-3 16,-3 6-6-16,2-10-3 0,-2 10-3 16,0 0-2-16,6-4 2 0,-6 4 3 0,0 0-4 15,0 0 0-15,0 0 0 0,13 13-7 0,-9-7 7 0,1-1-1 16,0 3 1-16,3 0-3 0,0-2 3 0,-2-1-1 15,2 0 2-15,2-1-2 0,-1-2 0 0,1-1 1 16,3-2-4-16,-3-1 8 0,0-2-3 0,0 1 7 16,-1-4 6-16,-1 1-1 0,-3-2 7 0,0 2-4 15,-2-3-1-15,-2-1 1 0,-2-1-10 0,0 1 2 16,-3 2-1-16,-2-2-2 0,-1 1-2 0,1-1-2 16,-2 1-3-16,-2 2-7 0,2 1-22 0,-1 0-11 15,3 3-21-15,6 3-24 0,-13 0-26 0,13 0-26 16,-12 5-22-16,7 0-125 0,-2-1-304 0,5 4 135 15</inkml:trace>
  <inkml:trace contextRef="#ctx0" brushRef="#br0" timeOffset="14555.38">32536 11355 151 0,'0'-6'192'0,"0"6"3"15,-2-12-5-15,2 12 1 0,-6-12 7 16,3 6-16-16,3 6-19 0,-5-8-18 0,5 8-18 0,-7-3-16 15,7 3-8-15,-16 3-13 0,6 3-8 0,2 3-9 16,-4 4-7-16,0-1-5 0,4 2-8 0,1 1-1 16,2 0-8-16,1 3-2 0,1-1-7 15,2-1-4-15,5 0-10 0,-2 0-2 0,4-4-9 0,-1 1-12 16,2-6-12-16,0 2-3 0,3-2-7 16,3-2-10-16,-1-1 4 0,1-4-10 0,1-2 15 0,-2-4-1 15,0 1 3-15,1-5 4 0,-5-1 4 0,2-3 10 16,-5-4 2-16,2 0 1 0,-3-7 3 0,1 0 5 15,-4 0 1-15,0-1 1 0,2-1 0 0,-2 0 1 16,0 2 8-16,3-3-1 0,-3-2 1 16,3 4 4-16,-1-2 3 0,-1 9 0 0,1 1 4 15,-2 3 3-15,1 3 0 0,-1 3-2 0,0 1-5 0,0 3-4 16,-1 5-6-16,3-6-1 0,-3 6-4 0,0 0 2 16,0 0-2-16,2 30-3 0,-4-10 4 15,1 6-8-15,-1-1 5 0,1 3-1 0,2 0-3 16,2-1 0-16,1-1-1 0,0-2 1 0,1 1-3 15,1-6 4-15,-6-19-2 0,24 38 1 0,-24-38 0 16,28 27 2-16,-11-18 1 0,-17-9-3 0,41 17 2 16,-13-12 1-16,-28-5-1 0,50 0-2 0,-50 0 1 0,50-8 3 15,-50 8 1-15,41-16-2 0,-23 6-2 16,-18 10 0-16,30-25 0 0,-30 25 0 0,22-31 0 16,-11 10-1-16,-11 21 0 0,8-39-2 0,-8 39 2 15,0-35-2-15,0 35 3 0,0 0-4 0,0 0 2 16,-8-42 2-16,8 42-4 0,0 0-3 0,0 0 0 15,-47 1 3-15,47-1 1 0,0 0 0 0,-55 38-1 0,40-16 1 16,15-22-2-16,-24 39 1 0,17-13-20 16,7-26-20-16,-1 51-24 0,1-51-43 0,15 44-51 15,1-19-47-15,-2 2-175 0,0-4-412 0,7-2 182 16</inkml:trace>
  <inkml:trace contextRef="#ctx0" brushRef="#br0" timeOffset="21284.8">15108 8803 11 0,'0'0'68'0,"0"0"3"0,0 0-2 15,0 0-6-15,0 0-7 0,-28 2-3 0,28-2 0 16,0 0-2-16,-13 2 3 0,13-2-4 0,-9 0 4 16,9 0 0-16,-10 2-4 0,10-2-3 0,-14 1 5 15,7-1-5-15,7 0 2 0,-11 2-5 0,3-1 4 16,8-1-8-16,-11 0-7 0,11 0 10 0,-11 1-6 15,11-1 8-15,-10 0-14 0,10 0 0 0,-6 3-12 16,6-3 7-16,0 0-12 0,0 0 8 0,0 0-8 16,0 0 8-16,0 0-9 0,25 7 8 15,5-7 0-15,7 0-3 0,18-2-3 0,3-5 0 0,5 5 2 16,0-4 1-16,29-5-3 0,-32 5-2 0,2-2-6 16,0 3 3-16,-6-1-5 0,-2-2-1 0,-4 0 3 15,-15 7-3-15,0-2 5 0,-4 1-6 0,1 0-1 16,-3 1 7-16,-7 1-4 0,-2 0-2 0,-2 1-15 0,-3 1-16 15,-3-1-13-15,-2-2-13 0,1 1-14 16,-4 1-11-16,-7-1-7 0,10 1-5 0,-10-1-15 16,5 3-76-16,-5-3-197 0,0 0 87 0</inkml:trace>
  <inkml:trace contextRef="#ctx0" brushRef="#br0" timeOffset="21463.24">15623 8824 82 0,'0'0'151'0,"0"0"-18"15,0 0-17-15,0 0-6 0,33-4-17 0,-20 4-13 16,0 0-18-16,6 0-31 0,-1-1-20 0,5 1-37 16,-3-2-52-16,-3 2-50 0,4 0-138 0,0-2 61 15</inkml:trace>
  <inkml:trace contextRef="#ctx0" brushRef="#br0" timeOffset="28649.07">25513 15570 5 0,'0'0'9'0,"0"0"0"16,0 0-1-16,0 0 3 0,0 0-3 0,0 0-2 15,0 0-1-15,0-9-2 0,0 9 2 0,0 0-1 16,0 0 1-16,0 0 0 0,0 0 2 16,0 0-1-16,0 0-4 0,0 0 3 0,0 0-4 15,0 0 7-15,0 0-4 0,0 0-5 0,0 0 4 0,0 0-1 16,0 0-3-16,0 0 3 0,0 0-1 16,5-6 2-16,-5 6 1 0,0 0-1 0,0 0-6 15,0 0 6-15,0 0-3 0,0 0 0 0,0 0 5 16,0 0-4-16,0 0 1 0,0 0 4 0,0 0-4 0,0 0 0 15,0 0 1-15,0 0 1 0,0 0-3 0,0 0 1 16,0-10-3-16,0 10 2 0,0 0 5 16,0 0-6-16,0 0 5 0,0 0 3 0,0 0-2 15,0 0 4-15,-7-5-3 0,7 5-3 0,0 0 1 16,0 0 0-16,0 0 1 0,0 0-3 0,0 0 0 16,0 0-3-16,0 0 2 0,0 0-2 0,0 0-2 15,0 0 4-15,0 0 1 0,0 0-1 0,0 0-1 16,0 0 2-16,0 0-4 0,0 0 2 0,0 0 2 15,0 0-7-15,0 0 2 0,0 0 2 0,0 0 0 16,0 0-3-16,0 0 7 0,0 0-4 0,0 0-1 16,0 0 0-16,0 0-3 0,0 0 1 0,0 0 0 15,0 0-3-15,0 0 0 0,0 0 3 0,0 0-4 16,0 0 4-16,0 0 0 0,0 0-3 0,0 0 3 16,0 0-2-16,0 0-1 0,0 0 6 0,0 0 0 15,0 0-4-15,12-4 5 0,-12 4-4 0,0 0 2 16,0 0 1-16,0 0-2 0,0 0 2 0,0 0-1 15,0 0-3-15,12 1 4 0,-12-1-3 0,0 0 1 16,0 0 4-16,0 0-2 0,5-6 3 0,-5 6 7 16,0 0-4-16,0 0 6 0,0 0-3 0,0 0-4 15,0 0 5-15,0 0-3 0,0 0-1 16,0 0-1-16,0 0-2 0,0 0 1 0,0 0 0 0,0 0-1 16,0 0 2-16,0 0 2 0,0 0-5 15,0 0 0-15,0 0-6 0,0 0 4 0,0 0-3 16,0 0 1-16,0 0 4 0,0 0-4 0,0 0 4 15,0 0-4-15,0 0 0 0,0 0 0 0,0 0-1 0,0 0 5 16,0 0-1-16,0 0 4 0,0 0-4 0,0 0 1 16,0 0-3-16,0 0 4 0,0 0 1 15,0 0 0-15,0 0 1 0,0 0 6 0,0 0 5 0,0 0 2 16,0 0-3-16,2-6 6 0,-2 6-3 16,0 0 4-16,0 0-3 0,0 0 5 0,0 0 0 15,0 0-4-15,0 0-1 0,0 0 1 0,0 0-5 16,0 0 1-16,0 0 1 0,0 0-5 0,0 0 0 0,0 0-2 15,0 0 0-15,0 0 2 0,0 0-3 16,0 0 4-16,0 0 0 0,0 0 2 0,0-8-5 16,0 8 7-16,0 0-20 0,0 0 11 0,0 0 0 15,0 0 2-15,0 0-3 0,0 0 0 0,0 0 3 16,0 0-4-16,0 0 1 0,0 0-3 0,0 0 7 16,0 0 1-16,0 0 0 0,0 0-4 0,0 0-7 15,0 0 10-15,0 0-6 0,0 0 9 0,0 0-9 16,0 0 3-16,0 0-5 0,0 0-2 0,0 0 1 15,0 0 0-15,0 0 0 0,0 0 12 0,0 0-14 16,0 0 7-16,0 0-5 0,0 0 2 0,0 0-2 16,0 0-3-16,-24 13-2 0,19-7 2 0,3-1 4 15,-1 2 2-15,-1 0 12 0,2-1-13 0,-3 2 3 16,2-1 3-16,-2 0 0 0,0 3 4 0,1 2 11 16,-1-1-4-16,-1 2-6 0,1-3 4 0,-1 2-3 15,0 3-4-15,-2-1-1 0,3-3 6 0,0 1-6 16,0 0 2-16,2-1 2 0,-5 0-1 0,2-1 1 15,1 0-5-15,1-1-5 0,0 0 5 16,-1 0-1-16,0 1 0 0,1-2-7 0,-1 1 3 0,2-1 2 16,-2 0 0-16,-1 3-6 0,0-4 7 0,0 4 11 15,-1-1-14-15,2 0-4 0,-1-2 0 0,-2 2 3 16,2-1-3-16,0 1-1 0,1-2 5 16,1-1 10-16,1-1-12 0,-2 0-7 0,1 1 8 0,4-7-5 15,-5 9 6-15,1-4-8 0,2 0 6 0,2-5 6 16,-5 5-24-16,5-5-17 0,0 0-8 0,-2 9-10 15,2-9-15-15,0 0-6 0,0 0-13 16,0 0-7-16,0 0-51 0,0 0-155 0,0 0 69 16</inkml:trace>
  <inkml:trace contextRef="#ctx0" brushRef="#br0" timeOffset="28997.7">25472 15524 21 0,'0'0'80'0,"-6"-7"-4"0,6 7 1 16,0 0-3-16,-8-6-9 0,8 6-5 0,0 0-9 16,-12-2-6-16,12 2 2 0,0 0 1 0,-18 4 0 15,18-4 0-15,-16 8-3 0,5 0-2 0,-1-1-5 16,-1 4-3-16,-3 1-2 0,-1 1 1 0,3 1 6 16,-4 5-20-16,4-6 2 0,1 0-20 0,0 0-1 15,1-1-14-15,-1 0-7 0,4-3-13 0,4 0-15 16,-1-2-13-16,2-1-14 0,3-1-60 0,1-5-144 15,-2 7 64-15</inkml:trace>
  <inkml:trace contextRef="#ctx0" brushRef="#br0" timeOffset="29172.19">25600 15502 5 0,'10'3'68'16,"-1"3"-6"-16,0 1-3 0,3 0-7 0,-2 2-18 0,1-2-14 16,1 1-28-16,1 1-20 0,-2 0-16 0,1 0-48 15,-1-3 21-15</inkml:trace>
  <inkml:trace contextRef="#ctx0" brushRef="#br0" timeOffset="117947.6">9722 13649 1 0,'15'-24'7'0,"0"0"-9"16,-2 0-2-16,1 1 7 0,0-1-5 16,-1 1 0-16</inkml:trace>
  <inkml:trace contextRef="#ctx0" brushRef="#br0" timeOffset="118038.81">9958 13161 4 0,'7'-18'11'16,"0"-2"-6"-16,2-5 7 0,-2 2-9 0,5 1 1 16,-6 2-7-16,2 5-3 0,0-2-7 0,0 2 3 15</inkml:trace>
  <inkml:trace contextRef="#ctx0" brushRef="#br0" timeOffset="118472.16">10510 11941 18 0,'12'-26'18'0,"-2"-2"2"0,1 1 0 16,2-2-5-16,0-1 0 0,1 2-2 0,0 2 0 16,2-4 6-16,-2 1-17 0,5-1 4 15,-2-1 1-15,1 5-1 0,0 2 1 0,-1-3-1 16,2 3 1-16,-3-1-2 0,1 2 1 0,-4 0-5 0,1 1-1 16,0 2 1-16,-4 2-1 0,1 1 0 15,-3 4-1-15,3-3-1 0,-5 2 1 0,3-3 2 0,-2 0-8 16,1 2 6-16,-3-2 2 0,2 2 2 15,-4 1-1-15,4-4 9 0,-3 3-11 0,0-3-3 16,-1 0 2-16,4 0-3 0,-3 0-7 0,2 0 2 16,0-2 3-16,1-4-2 0,0 0 2 0,0 4 1 15,0-4-4-15,-1 6-2 0,1-5 8 0,0 5-4 16,-1-9-1-16,-1 11 4 0,3-2-3 0,-2 2 3 16,2 0-1-16,-3 0 2 0,1 2-3 0,1 0-1 15,-1-1-7-15,0 4-16 0,1 0 8 0</inkml:trace>
  <inkml:trace contextRef="#ctx0" brushRef="#br0" timeOffset="118615.32">11206 10442 4 0,'7'-20'4'0,"0"-3"4"0,1 5 0 0,-3-2-3 16,2 1 2-16,-2 0 5 0,1 0-4 0,2-6 1 15,-5 6-7-15,4 0-5 0,-2 1-2 0,3 2 1 16,-2-1-6-16,0 0-9 0,1-1 4 0</inkml:trace>
  <inkml:trace contextRef="#ctx0" brushRef="#br0" timeOffset="118642.26">11330 10068 2 0,'7'-25'-1'0</inkml:trace>
  <inkml:trace contextRef="#ctx0" brushRef="#br0" timeOffset="119064.77">11920 8752 14 0,'0'0'20'0,"2"-13"-5"15,-2 13 4-15,0 0-6 0,3-16-2 0,-3 16 4 16,0 0-1-16,0 0 4 0,1-20-3 0,-1 20-4 15,0 0-1-15,0 0 1 0,-1-18-4 16,1 18-2-16,0 0 0 0,0 0 1 0,4-17 2 0,-4 17-5 16,0 0-1-16,6-13-7 0,-6 13-7 0,0 0-4 15,8-18 4-15,-3 10 3 0,-5 8-2 0,12-18-16 16,-4 10-28-16,-8 8 13 0</inkml:trace>
  <inkml:trace contextRef="#ctx0" brushRef="#br0" timeOffset="119219.45">12081 8428 10 0,'0'0'11'0,"0"0"-2"0,0 0-3 0,0 0 3 16,0 0 1-16,0 0-4 0,-2-18 0 0,2 18-2 16,0 0 2-16,0 0-6 0,0 0-1 0,0 0-12 15,0 0-14-15,0 0 7 0</inkml:trace>
  <inkml:trace contextRef="#ctx0" brushRef="#br0" timeOffset="121032.61">12250 8161 2 0,'5'-7'6'0,"-5"7"-2"0,2-11 1 15,0 6-6-15,1 0 1 0,1-2 1 0,-2 1 0 16,0 0 1-16,3-1-3 0,-3-1 2 0,3 0-2 16,-3 0 1-16,2-1 1 0,-1 3-5 0,-1-1 5 15,0-2-5-15,1 2 5 0,-1-1-1 0,3-2-3 16,-1 2 8-16,-2-2-7 0,1 1-1 0,3 0 7 15,-2-2-2-15,0 2-6 0,1-2 8 0,1 0-8 16,0 1 5-16,-2-1-4 0,3 0-3 0,-3 0 10 16,0-2-6-16,2 3-2 0</inkml:trace>
  <inkml:trace contextRef="#ctx0" brushRef="#br0" timeOffset="121050.1">12383 7854 4 0,'4'-12'-1'0,"1"-3"-1"0</inkml:trace>
  <inkml:trace contextRef="#ctx0" brushRef="#br0" timeOffset="121811.37">12770 5976 9 0,'4'-12'13'0,"0"-1"1"0,1 2-2 16,1-5-4-16,-1 2-1 0,2-1 0 0,-2-2 1 16,1 2 2-16,0-1-1 0,-1 0 4 0,3-1-5 15,-2 0 0-15,0 0 4 0,-1 0-7 0,-1 1 9 16,4 1-6-16,-2 0-1 0,1-1 6 0,-3 1-8 16,2-4 3-16,-1 3-7 0,2-1 1 0,-2 2 1 15,1 0-2-15,-2-1-4 0,3-1 3 0,-1 2 9 16,0-1-3-16,0 0-5 0,-3 1-2 0,3 1 3 15,2-2-3-15,-2 0-1 0,-2 0-2 0,1 0-4 16,2 0-6-16,-1-3 7 0,-1 4 1 0,0 0-8 16,-1 2 2-16,2 0 2 0,-1-2 2 0,1 1-15 15,0 2 25-15,-2-2-8 0,1 2-12 0,1-4-19 16,0 5 8-16</inkml:trace>
  <inkml:trace contextRef="#ctx0" brushRef="#br0" timeOffset="155740.14">23449 6070 30 0,'0'0'43'0,"-5"-6"-1"0,5 6-6 0,0 0 1 16,0 0-13-16,0 0-1 0,0 0-11 0,0 0-9 15,0 0-5-15,0 0-4 0,0 0-11 0,0 0 1 16,0 0-20-16,0 0-37 0,0 0 18 0</inkml:trace>
  <inkml:trace contextRef="#ctx0" brushRef="#br0" timeOffset="156518.07">24423 6019 3 0,'8'-1'13'0,"-8"1"-16"16,0 0-3-16,13 2 1 0</inkml:trace>
  <inkml:trace contextRef="#ctx0" brushRef="#br0" timeOffset="157811.07">23925 5739 3 0,'0'0'27'0,"-7"-5"2"0,7 5-4 0,0 0-3 16,0 0-5-16,-6-5 0 0,6 5 3 0,0 0-6 16,0 0 0-16,-6-4 0 0,6 4-2 0,0 0 3 15,0 0-4-15,-6-6 2 0,6 6-7 0,0 0-1 16,0 0 1-16,-5-6-1 0,5 6 4 0,0 0-6 15,0 0 2-15,0 0-5 0,-4-5 9 0,4 5 2 16,0 0-5-16,0 0 8 0,0 0-9 0,0 0 8 16,0 0-5-16,0 0 0 0,-5-6 7 0,5 6-3 15,0 0 0-15,0 0 3 0,0 0 4 16,0 0-7-16,0 0 5 0,0 0-2 0,0 0 6 0,0 0-5 16,0 0 1-16,0 0-4 0,0 0 14 0,0 0-8 15,0 0-1-15,-7-3 1 0,7 3-3 0,0 0-3 16,0 0 2-16,0 0 3 0,0 0-1 0,0 0-3 15,0 0-3-15,0 0 3 0,0 0-4 0,0 0 0 16,0 0 1-16,0 0-3 0,0 0-7 0,0 0-6 16,11-10-3-16,-11 10-10 0,0 0-3 15,9-3-9-15,-9 3-19 0,10 0-12 0,-10 0-40 0,13 2-107 16,-13-2 48-16</inkml:trace>
  <inkml:trace contextRef="#ctx0" brushRef="#br0" timeOffset="172290.2">16176 8504 3 0,'0'0'69'0,"0"0"-14"16,-4-8 3-16,4 8-10 0,-3-6 2 0,3 6-15 0,-4-7-13 15,4 7-2-15,-4-8-3 0,4 8-14 0,-4-4-5 16,4 4-10-16,-6-8-7 0,6 8-5 0,-5-6-7 16,1 1-18-16,4 5-53 0,-7-12 24 0</inkml:trace>
  <inkml:trace contextRef="#ctx0" brushRef="#br0" timeOffset="188656.92">17541 5813 21 0,'0'0'77'15,"0"0"-2"-15,-4-11-6 0,4 11-5 0,0 0-3 16,0-11-9-16,0 11 4 0,0 0 8 0,-1-11-5 0,1 11-12 16,0 0 0-16,-1-7-8 0,1 7 3 0,0 0 3 15,-3-7 2-15,3 7-6 0,0 0 11 16,0 0-8-16,0 0-4 0,-2-7-7 0,2 7-6 16,0 0 5-16,0 0-1 0,0 0-9 0,0 0 5 15,0 0-11-15,0 0-4 0,0 0 4 0,0 0-10 0,0 0 4 16,0 0-4-16,0 0 3 0,0 0-6 0,0 0 4 15,0 0 3-15,0 0 6 0,0 0-17 0,-11 18 5 16,11-18 1-16,-1 9-1 0,0-3-6 16,-1 3-2-16,1-2 2 0,1 1 3 0,-1 1-1 15,1 1 2-15,-1 0-2 0,-1 1 5 0,4-1-2 0,-4-1-4 16,2 4 3-16,-1-2 3 0,1 0 2 0,0 0-5 16,0 0 1-16,0 0-1 0,0 0-8 0,0 2 8 15,0-3 2-15,0 2-2 0,1-1-5 0,-1-1 4 16,0 4-2-16,0-1 4 0,2 3 2 15,-2-1-6-15,1 0 8 0,-2 2-7 0,2-1-1 0,-1 0 1 16,0-1 3-16,1-2-5 0,0 3 3 16,1 0 2-16,-2-1-4 0,1-3 4 0,-1 0-2 0,0 0 2 15,1 4-3-15,-1-3 1 0,0 1 3 0,0 2 1 16,2 0-5-16,-2-3-1 0,1 2 2 0,-2-2-1 16,1 2 4-16,1 2 3 0,-2-2-1 0,1-3-4 15,0 4-3-15,1-1 2 0,-1-4-2 0,1 4 3 16,-1-2 3-16,0 3 1 0,1-5-6 15,-1 2 0-15,0-3-2 0,0 3 6 0,2-1-4 16,-2-1 1-16,1-2-4 0,0 0 5 0,-1 1-1 16,2-3 1-16,-1 3 2 0,-1-1 1 0,1 1-7 0,-1-1 2 15,0 0 0-15,0-9 1 0,4 18-2 0,-4-10 2 16,0-8 1-16,0 20 3 0,0-11-4 16,0 1-2-16,0 1 0 0,1-1 1 0,-1-10-2 0,-1 23 3 15,1-12 1-15,0 0 2 0,0-1-2 0,-1 8 3 16,1-6 3-16,0 1 5 0,1 4-9 0,-2-1 6 15,1 2-6-15,-3 0-1 0,2-2 3 0,1 3-5 16,-1-2 2-16,-2 3 3 0,2-2-2 0,-1 1 7 16,1 0-7-16,-1-1 4 0,0 1-3 0,2 6 4 15,-1-6-7-15,0 1 3 0,-2 1 0 0,3-2 2 16,-1-2-2-16,0 9 0 0,-1-1 1 0,-1-6 17 16,5-2-14-16,-4 1 3 0,4 2-2 0,-4-2-6 15,2 1 2-15,-3 5 2 0,3-5-5 0,0-2 3 16,-1 3-2-16,1-3 1 0,-1 2 0 0,-1 3-1 15,1-3 0-15,0 5 1 0,1-5-3 0,0 7 4 16,-2 2 1-16,2-10 2 0,-2 7-5 0,1-1 4 16,-1 1-5-16,0-9-1 0,0 10-5 0,1-2 5 15,1 2 2-15,-3-2 4 0,2 0-1 0,2-4 2 16,-1 4 5-16,-1 2 3 0,0-1-7 16,1-6 1-16,0 6 2 0,-3 2-4 0,1-1 3 0,1-1-5 15,-1 0 6-15,0-6-6 0,1 6 0 0,-3-5-2 16,2 7 0-16,0-3 3 0,-2 1-1 0,1 0 0 15,1 3 2-15,1-2 2 0,-2-1-1 0,-1 2-1 16,2-1-3-16,-1 1 4 0,1 0-3 0,0 2 0 16,1-1 2-16,1 1 5 0,-1 0-5 0,1-1 3 15,0 1-3-15,-2-2 20 0,2 2-3 0,0 2-4 16,0-3-1-16,0 1-4 0,-1 0-1 16,0 0-2-16,1-2-1 0,0 3-1 0,-1-4-1 0,-1 3-3 15,1-4-1-15,0 3 2 0,-2 0-2 0,3 0-3 16,-2-1 2-16,0 5-1 0,1-4-2 0,-3 2 0 15,2-1 2-15,1 0 3 0,-3 2-3 0,0-1 5 16,3 0-6-16,-2-1 0 0,0 2-3 0,1-1 1 16,0 1 3-16,-3-1-1 0,3-1 2 0,-1 0-1 15,0 1 1-15,0-2 1 0,0 0 2 0,3 2 0 16,-2-3-1-16,-1 0 4 0,-1 0-3 0,2 1-1 16,1 1-3-16,-2-3 2 0,-2 3-2 0,4-2 2 15,-2 2-1-15,2-3-3 0,1 1 0 0,-1 1-2 16,2 1 4-16,-1 0-1 0,-1-2-2 0,2 1-2 15,-1-1 4-15,0 1 0 0,0 1-4 0,0 0 0 16,-1 0 3-16,-1-1-2 0,2-1 1 0,-1 2 2 16,1-1 0-16,0-2 0 0,-1 0 1 0,-1-1-2 15,2 0 2-15,0 1-2 0,2-1-1 0,-2 0 1 16,-2-6-1-16,2 6 4 0,0 1-4 0,0-3 2 16,-2 2-1-16,1 3-2 0,-1-2 3 0,2 1 1 15,-1-1 8-15,0 1-11 0,-1-1 4 0,1-2 3 16,-1 1-4-16,0 3 0 0,-3-3 0 0,4 1 1 15,-1 0 0-15,-1-1 0 0,0-1-1 0,0 2-1 16,0-7 0-16,-1 5 0 0,3 6 3 0,-3-7-3 0,-1-2-2 16,2 3 1-16,1-4 1 0,-1 4 1 15,1-3 3-15,-1 2 0 0,2-2 1 0,-2-2-1 16,2 6-1-16,-3 0-1 0,0-1-1 0,3 2 1 16,-4-2 0-16,1 3 2 0,0-1-2 0,2-1 0 15,-2 1 0-15,1 0 0 0,1-7-2 0,-1 10 3 0,3-4-4 16,-2 1 1-16,0 3 1 0,1-1 4 0,-3 0-3 15,3 0-1-15,0 0-1 0,-2-1 1 16,1 2 1-16,0-2 2 0,-2 0-1 0,1 0 3 16,1 1 0-16,-2-2-4 0,-1 3 1 0,2-2-2 15,-1 0 0-15,0 1 4 0,3-3-1 0,-2 4-2 16,-1-1-1-16,3 0 3 0,-2 2 5 0,1 0-2 16,0 0-2-16,0-1 1 0,-3 0 0 0,2-1 1 15,3 3-3-15,-1-2-2 0,0 2 4 0,1 0-2 16,0 1 1-16,0-2 0 0,-1 0-1 0,1 1 1 15,-4-1-4-15,2 2 2 0,2-3 0 0,-1 1-1 0,-1-2-1 16,0 0-1-16,1 0-1 0,0 4 5 16,-2-5-3-16,1 3 0 0,-2-1 2 0,0 1-3 15,2 0 3-15,0-1-5 0,1-1 6 0,-2 1-2 16,1 0-4-16,2 1 0 0,-3 0-1 0,2-1-2 16,1 1 4-16,-1 0-3 0,2 0 3 0,0-2-1 15,2 1 2-15,1 0 1 0,2 0-1 0,-1-3-2 16,-1 3 3-16,0-3 1 0,-2 0 1 0,2 2-2 15,1-3-4-15,-2 0 2 0,2 0 3 0,1 3-2 16,-5-9 5-16,2 7 0 0,-3 0-3 0,0 1 0 16,3 0 2-16,-1-1 0 0,0 0-3 0,-1 0-1 0,-1 0 0 15,1 0-13-15,0 0-3 0,1-3-2 0,-2 3 6 16,0-1-1-16,0 1 1 0,0 0-3 16,0 0 5-16,0-2 0 0,1 0 3 0,-4 1-1 15,3-6 4-15,0 1 2 0,0 0-2 0,-1 4 2 16,1-4 2-16,1 5-2 0,-2-7-2 0,1 3 0 0,1 3 1 15,-3-4-2-15,2-1 5 0,0 8 0 0,0-7-4 16,-1-3-2-16,1 9 3 0,0-1 1 16,-2-6 1-16,4 9-3 0,-2-4 0 0,-2-4 0 15,4 6-2-15,-2-7 1 0,1 0 2 0,-1-1-2 16,-1 8 3-16,1-7-3 0,-2 0 4 0,2 2-3 16,2 3 1-16,-1-4-1 0,0 4 0 0,-1-5-1 0,-2 0 5 15,0 5-2-15,4-5 1 0,-2 0-1 16,-2-1-6-16,2 0 5 0,0 1 4 0,-1 1 1 15,1-3-6-15,0 2 1 0,0 0 0 0,0 0-3 16,1-2 2-16,-1-1 0 0,0 0 2 0,-1 1 0 16,1 1 0-16,-1-2 0 0,2 1-3 0,0-2 1 15,-1 1 2-15,2-2-3 0,-2 2 3 0,0 0-2 16,1 0 2-16,-1 1-5 0,0-1 5 0,0 1-1 16,1-2 0-16,-1 3-4 0,0-6 3 0,1 3-1 15,-1-4 2-15,2 3 12 0,-1-2-9 0,0 3 26 16,-1-4 0-16,3-1-5 0,-2 2-5 0,0-3 2 15,1 4-2-15,1-3-4 0,-1 0-5 0,-2 2 6 16,1-2-2-16,0 0-6 0,2-1 4 0,-2-1-2 0,-1 1-5 16,1 0-4-16,1 0 2 0,-1-3 5 15,0 1-4-15,-1-7 6 0,0 13-11 0,0-6 5 16,0-7-1-16,-1 9 2 0,1-9-1 0,1 9-2 16,-1-9 8-16,0 6-6 0,0-6-1 0,-1 11 4 15,1-11-4-15,-3 9-19 0,1-4-13 0,2-5-12 16,-10 9-16-16,3-6-13 0,0 1-14 0,7-4-13 15,-15 6-16-15,5-3-14 0,0-1-16 0,10-2-19 16,-14 4-8-16,14-4-24 0,-13 1-19 0,13-1-126 16,0 0-365-16,-14-8 161 0</inkml:trace>
  <inkml:trace contextRef="#ctx0" brushRef="#br0" timeOffset="190502.45">16308 6419 69 0,'-12'-1'141'0,"12"1"-14"16,-9-4-3-16,9 4-9 0,-10-4-7 0,10 4-8 15,-10-4-4-15,10 4-11 0,-8-1-6 0,8 1-3 16,-10-3-8-16,10 3-8 0,-10 0-9 0,10 0-4 15,0 0 1-15,-12 0-12 0,12 0-2 0,0 0-3 0,0 0-2 16,0 0-10-16,-10-2 1 0,10 2-2 16,0 0 2-16,0 0-9 0,0 0 1 0,-6 6-1 15,6-6 0-15,0 0-5 0,0 0 3 0,0 0 2 0,-1 7-1 16,1-7 0-16,0 0-5 0,-4 8-1 16,4-8 1-16,-6 8-2 0,3-2 2 0,-3-1-8 15,-2 0-7-15,-1 2 0 0,-2-2 0 0,-1 2-1 16,1-2-1-16,-1 0 1 0,0-3 0 0,2 1 5 0,2 0 17 15,3 1 12-15,5-4 3 0,-9 2 6 0,9-2-3 16,0 0-4-16,0 0-2 0,0 0-3 16,0 0 2-16,23-15-2 0,-1 8 5 0,7-5-3 15,3 3 7-15,7-1-4 0,12-4-1 0,0 2 0 16,1 2 4-16,1-2-1 0,-1 0 5 0,-1 1-7 16,-12 4-5-16,13-1 0 0,-12 1-3 0,9-3 0 0,-13 3 0 15,3 3-2-15,-1-2-2 0,-3 2 1 16,1-1-2-16,-2 2 1 0,1-1-2 0,-3 1-5 15,0 0 5-15,-1-1-5 0,-3 1 0 0,-1 1-1 16,-5 1 2-16,-3-3-2 0,1 3 3 0,-1 0 1 0,-5 0-5 16,-2-1 1-16,-1 2-2 0,0-1 1 0,-4 1-4 15,-7 0-10-15,13 0-6 0,-13 0-9 0,9 1-10 16,-9-1-3-16,9 3-4 0,-9-3-4 16,9 1 5-16,-9-1-13 0,6 3-13 0,-6-3-8 0,8 2-13 15,-8-2-21-15,7 3 1 0,-1 0-11 0,-6-3 3 16,9 0 3-16,-9 0-1 0,13 0 3 0,-2-3-64 15,6 1-187-15,2-4 83 0</inkml:trace>
  <inkml:trace contextRef="#ctx0" brushRef="#br0" timeOffset="190852.9">17187 6070 24 0,'-9'0'92'0,"1"0"-2"0,8 0-9 0,-11 4 0 16,11-4-7-16,-5 5-1 0,5-5-8 16,0 0-1-16,4 12-2 0,2-4-3 0,5-3 17 0,1 2-5 15,5 3-10-15,-1-2-1 0,3 0-9 0,-1-1-4 16,9 1-4-16,-8-3 0 0,-1 4-7 0,1-2 0 15,-2-2-13-15,-5 0 8 0,-1 1-12 0,0 0-5 16,-1 1 8-16,-1 1-4 0,-2-1-3 0,-1 1 3 16,-2 1 9-16,-1 2 12 0,-2-1 7 0,-2 2-5 15,-4 4-2-15,-3-2 1 0,-3 3-7 0,-1 0-2 16,-3-3-2-16,-1 7 2 0,1-7-6 16,-4 5-15-16,-3-2-20 0,2 1-21 0,-1-2-28 0,3-5-33 15,-3 4-41-15,-2 1-120 0,-3-3-274 0,7-5 122 16</inkml:trace>
  <inkml:trace contextRef="#ctx0" brushRef="#br0" timeOffset="191197.31">16623 6057 158 0,'-2'-10'151'0,"2"10"-24"0,-8-4-15 0,8 4-7 16,0 0-12-16,-18 6-12 0,8 1-6 0,-4 3-12 16,-3-1-3-16,1 3-4 0,2 3-5 0,-2-2-7 15,5 0-1-15,-2-1-6 0,4 2-3 0,3-2-1 16,-1-2-10-16,0 0 2 0,2-3-4 0,0 4 0 15,-1-3-5-15,1 2 6 0,0-1-8 0,4-4 4 16,0 1-9-16,1-6 3 0,-2 12 1 0,2-12-4 16,4 13 2-16,3-6 1 0,2 1-7 0,1-1-11 15,6 3-6-15,4-3-19 0,8 2-30 0,-1 1-17 16,2 1-21-16,-1 0-113 0,-9-1-229 0,-3 1 102 16</inkml:trace>
  <inkml:trace contextRef="#ctx0" brushRef="#br0" timeOffset="191574.68">16404 6689 194 0,'0'0'208'0,"0"0"-19"16,0 0-21-16,-5-6-21 0,5 6-17 0,0 0-15 15,0 0-11-15,0 0-13 0,0 0-2 0,-11 12-7 16,9-7-4-16,-1 5-4 0,-1 1-6 0,0-1-5 16,2 1-7-16,-1 1-5 0,-2 2-5 0,5-4-4 15,0 1-5-15,0-3-5 0,3 2 0 0,1-3 0 16,-1-1-9-16,3 1 3 0,0-2-2 0,3 1 2 16,2-2-4-16,1-1-3 0,2-3 0 0,-1 0 0 15,5-2-6-15,-2-3 1 0,2-2-1 0,-2 1 3 16,-4 3-2-16,-3-6-3 0,-1 1-1 0,0 0-2 15,-2 0 2-15,-4 0-4 0,1-3-7 0,-6 0-9 16,1 2-1-16,-3 0 2 0,-1-1-14 0,-3-2-1 16,-2 2-7-16,0 3-1 0,-3-2-5 0,1 3-11 15,2 1-8-15,0 2-20 0,2 1-21 0,2 1-22 16,7 1-20-16,-13 2-21 0,13-2-98 0,-13 4-280 16,13-4 124-16</inkml:trace>
  <inkml:trace contextRef="#ctx0" brushRef="#br0" timeOffset="191894.66">16594 6595 92 0,'4'-9'223'0,"-4"9"-23"0,2-6-25 0,-2 6-19 16,0 0-20-16,0 0-14 0,4-4-16 0,-4 4-7 16,0 0-12-16,0 0-3 0,8 20-7 0,-4-10-4 15,1 1-8-15,-1 4-3 0,0 0-11 0,1 1-4 16,-1-5-5-16,1 4-2 0,-3-5-6 0,2 0-4 15,-1 1-2-15,-1-4 0 0,-1-1-1 0,2 0-1 16,-3-6-2-16,3 11 1 0,-3-11 0 0,2 4 0 16,-2-4 3-16,0 0 6 0,0 0-2 0,0 0-7 15,0 0 2-15,0 0-5 0,0 0 0 0,12-15-7 16,-11 9-5-16,4-4-5 0,0 2 1 0,-2 1-3 16,1-2 2-16,1 3-5 0,-3 2-1 0,-2 4-3 15,8-7-3-15,-8 7-3 0,6-3-1 0,-6 3 2 0,0 0-5 16,13 6-16-16,-8 0-15 0,-1 0-19 15,1 5-19-15,0-1-26 0,-4 1-27 0,2 2-25 16,-2 2-133-16,-2 4-317 0,0-3 140 0</inkml:trace>
  <inkml:trace contextRef="#ctx0" brushRef="#br0" timeOffset="192420.15">16838 6751 68 0,'0'0'194'0,"-4"-12"-18"0,4 12-12 0,0-12-19 16,0 4-14-16,0 8-10 0,-1-13-6 16,4 7-16-16,-3 6-9 0,3-11-8 0,0 5-12 15,3 2-4-15,0 1-11 0,4-3-3 0,-3 5-6 16,2-3-11-16,2 3 2 0,-11 1-7 0,17 1-2 16,-10 1-4-16,2 1-1 0,-2-1-5 0,-1 0-1 0,0 2 1 15,-2-1-4-15,1 1 3 0,-5-4-1 16,9 6-8-16,-9-6 5 0,6 4-4 0,-6-4 2 0,4 4-3 15,-4-4 5-15,0 0-4 0,5 3 7 16,-5-3 1-16,0 0 8 0,0 0-2 0,0 0 0 16,0 0-3-16,0 0 6 0,0 0-8 0,0 0-1 0,0 0 0 15,0 0-4-15,0 0-4 0,0 0-9 16,0-20 0-16,3 16 3 0,-3 4-3 0,2-9-4 16,1 3 6-16,2 2-4 0,-5 4-3 0,5-10 3 15,-5 10-4-15,5-6 1 0,-5 6 1 0,4-4-4 0,-4 4 0 16,0 0 5-16,8-2-2 0,-8 2-4 0,0 0 5 15,11 0 1-15,-11 0 2 0,9 2-2 16,-9-2 0-16,8 3 0 0,-3 0 5 0,-5-3-7 16,11 0 3-16,-11 0 2 0,0 0 0 0,11 2 0 15,-11-2 0-15,0 0-4 0,0 0 5 0,7 0 4 0,-7 0 0 16,0 0-4-16,0 0 0 0,0 0 4 0,7-8 0 16,-7 8-3-16,0 0-1 0,1-10 3 0,-1 10-2 15,0 0 3-15,0 0 2 0,0-6-2 0,0 6-5 16,0 0 0-16,0 0-5 0,0 0 3 0,0 0 3 15,0 0-5-15,0 0 2 0,0 0 1 0,0 0-6 16,6 18-18-16,-4-12-13 0,0 3-25 0,0 0-31 16,-1 2-43-16,1-2-25 0,1-1-117 0,-2 1-303 15,1-2 134-15</inkml:trace>
  <inkml:trace contextRef="#ctx0" brushRef="#br0" timeOffset="192588.91">17039 6523 29 0,'0'0'71'0,"0"0"-16"0,0 0-19 0,22 19-20 16,-12-13-26-16,5 1-24 0,-1 3-35 0,3-1 16 15</inkml:trace>
  <inkml:trace contextRef="#ctx0" brushRef="#br0" timeOffset="192776.54">17299 6603 69 0,'0'0'146'0,"0"0"0"0,-25-10-15 15,12 10 2-15,3 2-8 0,-2 0-2 0,0 0-2 16,0 4-4-16,2-3-6 0,-1 3-10 0,0 2-10 16,1-3-9-16,1 4-6 0,1 0-8 0,3 0-8 15,1 0-6-15,2 0-6 0,-1 0 1 0,2 2-8 16,4-1-2-16,0 1-27 0,3-2-18 0,1 0-25 15,5-1-23-15,4 3-37 0,0-4-26 0,0 3-39 16,0-3-92-16,-1 1-269 0,-6-2 118 0</inkml:trace>
  <inkml:trace contextRef="#ctx0" brushRef="#br0" timeOffset="193603.03">16474 7461 20 0,'-5'-4'229'0,"0"-3"-21"16,0 1-19-16,2-3-19 0,1-2-12 0,0 0-17 15,1-2-14-15,2-4-11 0,1 1-13 0,-1-3-8 16,1-1-10-16,1 2-6 0,2-3-6 0,-3 5-7 15,1-3-2-15,-2 3-4 0,-1 3-3 0,-1 2-3 16,1 0-4-16,0 3-4 0,-1 0 0 0,1 8-7 16,-3-9 0-16,1 4-6 0,2 5-6 0,-4-8-5 15,4 8-3-15,-5-5-6 0,5 5 0 0,0 0-7 16,0 0 3-16,0 0-3 0,-14 14-1 16,10-8-2-16,4-6-1 0,-3 12 6 0,3-12-8 0,2 13 2 15,0-6 0-15,2 0-3 0,1-1-5 0,0 1 3 16,5-1-3-16,-1-2 2 0,3 1 0 0,1-2-1 15,-2-1 4-15,2 0-4 0,-2-1 6 0,1 0-12 16,-6 1-4-16,3 0 1 0,-2-1-2 0,-7-1 2 16,9 6 0-16,-4-3 1 0,-5-3 3 0,7 7-1 15,-3-3 0-15,-1 1 2 0,-1 2 1 0,2-3 2 16,0 2 2-16,0 2 0 0,0 0 0 0,1 0 0 16,1 0 2-16,-2-4-1 0,0 3 3 0,1-3 1 15,1 0 2-15,1-1 2 0,0 0-5 0,0-2 3 16,1-1-1-16,3 0 1 0,-11 0 2 0,17-7-2 15,-10 3 3-15,3-1-6 0,-1-3 5 0,0 0-4 16,0-1 4-16,-2-1 5 0,-2-1-5 0,0 1 3 16,-2 0-3-16,0-8-2 0,-1 9 0 0,-4-8 2 15,2 5-1-15,-3-5-5 0,1 4 5 0,1 4 4 16,-2-1 1-16,1 3 4 0,2 7 2 0,-3-11-5 16,1 6-1-16,2 5-6 0,0 0 0 0,-7-5 2 15,7 5-10-15,0 0 4 0,0 0-1 0,-14 21-1 16,12-11 2-16,-3 0-2 0,1 2 5 0,2 1-5 15,1-1 1-15,1-1-2 0,1 1 14 0,3-3-13 16,1 0 1-16,-1-1 4 0,3-2-4 0,0-2 3 16,4-1-1-16,0 0 0 0,2-3 0 0,1-2 0 15,4-2-7-15,0 0 1 0,-2-1 2 0,-4-1-3 16,4-2 6-16,-5 2-4 0,0-2 3 0,-5 0-2 0,1-2 4 16,1 3 0-16,-3-2 5 0,0 3 3 15,-1 0 5-15,-2 1 8 0,-2 5 3 0,4-9-1 16,-4 9-2-16,4-5 0 0,-4 5-8 0,0 0-5 15,0 0-3-15,4-7 1 0,-4 7-3 0,0 0-3 16,0 0 1-16,1 22-1 0,-2-12 2 0,-2 3-2 16,3 0 2-16,-2 2-1 0,0-1 1 0,2 4-1 15,-1-1 2-15,0-4-2 0,1-1 2 0,1 4-1 16,-1-4-1-16,1 0-12 0,1-2-18 0,-1 1-18 16,0-1-15-16,2 0-30 0,-1-1-20 0,1 0-34 15,-1-4-25-15,1 2-147 0,1-1-345 0,-4-6 152 16</inkml:trace>
  <inkml:trace contextRef="#ctx0" brushRef="#br0" timeOffset="193771.61">17036 7215 87 0,'0'0'183'0,"0"0"-28"0,0-9-14 16,0 9-14-16,0 0-16 0,0 0-13 15,0 0-4-15,0 0-15 0,2 32-4 0,-4-15-7 16,4 1 3-16,-4-2-15 0,1 3-6 0,1 0-11 0,-1-1-24 15,-1-2-23-15,1-3-30 0,1 0-25 0,-2 0-30 16,2-3-116-16,-2 0-224 0,4-3 100 0</inkml:trace>
  <inkml:trace contextRef="#ctx0" brushRef="#br0" timeOffset="193918.02">17026 7082 5 0,'0'0'90'0,"0"0"-26"16,-10 18-25-16,6-6-31 0,2 3-43 0,0 3-37 0,2-3 16 15</inkml:trace>
  <inkml:trace contextRef="#ctx0" brushRef="#br0" timeOffset="194213.28">17113 7268 121 0,'0'0'191'0,"0"0"-23"0,0 0-14 0,0 0-21 16,0 0-14-16,0 0-12 0,0 0-14 0,0 0-8 15,0 0-9-15,0 0-9 0,0 0 1 0,0 15-14 16,0-15-2-16,2 12-5 0,1-8-4 0,0 3-5 0,-3-7-2 16,5 7 1-16,-3-3-3 0,-2-4-8 0,8 6 1 15,-3-2-4-15,-5-4 0 0,6 1-3 16,-6-1-1-16,0 0 1 0,12 1-4 0,-12-1 1 15,0 0 0-15,13-6-6 0,-8 3-2 0,-5 3 2 0,8-3-6 16,-8 3 1-16,6-6-6 0,-6 6 4 0,6-2-2 16,-6 2-5-16,0 0 3 0,10 0-3 0,-10 0 2 15,0 0 2-15,8 9-4 0,-8-9 3 0,8 7-1 16,-4-3-3-16,2 2-25 0,-2 0-28 16,4 0-37-16,-2-1-43 0,2-2-138 0,3-3-298 0,5-3 133 15</inkml:trace>
  <inkml:trace contextRef="#ctx0" brushRef="#br0" timeOffset="195153.25">19098 6416 86 0,'-13'0'94'0,"-2"0"-7"0,-2 0 0 0,-1 0 1 0,1 0-9 16,2 0-6-16,2 2 8 0,-1-2-1 0,3 1-1 16,-2-1-1-16,3 2-7 0,-1-2-5 0,3 2-3 15,8-2 1-15,-14 1-4 0,14-1 3 0,-11 1-2 16,11-1-2-16,-11 0-4 0,11 0 2 0,-10 2-6 15,10-2-7-15,-12 0-1 0,12 0-3 0,-14 0 0 16,6 0 10-16,8 0-19 0,-17 0-6 0,5 1 0 16,-2-1-2-16,0 1-6 0,-4-1 0 15,1 0 4-15,0 2-3 0,0-1-4 0,-2-1 3 0,-2 0-2 16,2 2-3-16,0-1-2 0,-2 1 0 0,-7-1-1 16,7 2 0-16,-1 0 0 0,1 0-3 0,0-1 1 15,-7 1 2-15,7 1-3 0,1-1 1 0,-1-1 0 16,0 3 3-16,0-3 1 0,3-1 4 0,-1 1 5 15,8 0 8-15,-1-1 3 0,1 0 3 0,3 0-1 16,0 1 3-16,8-2-4 0,-11 0 1 0,11 0-4 16,-8 1-5-16,8-1-4 0,0 0 2 0,-8 2-5 15,8-2-3-15,0 0-1 0,0 0-6 0,0 0 2 16,0 0-3-16,-7 1-2 0,7-1 1 0,0 0-1 16,0 0 0-16,0 0-3 0,0 0 1 0,0 0 1 15,18 6-2-15,-4-5 4 0,14 2-1 0,6-3 1 16,6-3-3-16,24 1 2 0,32-6 0 0,3-1 0 15,2-2 0-15,5 4-1 0,0-3-2 16,4 0 1-16,-1 3 0 0,2-2-1 0,7 2 2 0,-1 0 0 16,-2 0-2-16,-5 1 3 0,3 1-1 0,-14-5-3 15,-1 6 3-15,-1 0 0 0,0-1 7 0,-3 1 2 16,-2-2-3-16,3 0 1 0,-4 1 2 0,3 1-3 16,-29 0-1-16,31-4 1 0,-31 4-2 0,29 2 3 15,-34-5-3-15,1 4 3 0,-1-5-4 0,-5 4-10 16,-17 1-11-16,1-1-7 0,-6 3-13 0,-5-4-14 15,-7 4-10-15,-5-3-19 0,-2 3-23 0,-3-2-26 16,0-1-34-16,-5 1-48 0,-2 0-110 0,-4 3-345 16,5-11 153-16</inkml:trace>
  <inkml:trace contextRef="#ctx0" brushRef="#br0" timeOffset="195526.5">21014 6102 35 0,'-13'0'130'15,"13"0"-4"-15,0 0-18 0,-16 0-1 0,16 0-13 16,0 0-2-16,0 0 3 0,0 0-2 0,0 0-2 15,0 0-16-15,0 0-2 0,26 16-3 0,3-13 4 16,6 5-2-16,20-3-5 0,5-1-5 0,5-4-2 16,0 0-5-16,31 0-3 0,-28 3-5 0,20 3-2 15,-28-2-8-15,3-3 5 0,-2-1-4 0,5 0 0 16,-2 0 1-16,1-2 4 0,26 2-2 0,-30-3 2 16,3 2-7-16,27-1-2 0,-31-1-3 0,-1 0-2 15,4 0-4-15,-11 1 2 0,2-2-7 0,-21 3 0 16,-2 1-3-16,-1 1 0 0,-9 1-12 0,-7-4-23 15,-3 2-20-15,-11 0-24 0,14 0-24 0,-14 0-28 16,0 0-39-16,0 0-153 0,0 0-331 0,0 0 146 16</inkml:trace>
  <inkml:trace contextRef="#ctx0" brushRef="#br0" timeOffset="195836.36">21916 5953 177 0,'-5'-6'175'0,"5"6"-1"0,0 0-11 16,0 0-11-16,0 0-14 0,0 0-12 0,0 0-16 16,0 0-13-16,0 0-13 0,0 0-4 0,0 0-12 15,0 0-5-15,0 0-6 0,23 10-4 0,-12-3-9 16,3 1-3-16,5 1-4 0,1-1-3 0,5 3-1 15,-6-3-3-15,7 4-2 0,-8-5-7 0,-1 0-4 16,-1 1 1-16,0 1-3 0,-3 3-4 0,-4-5 1 16,0 2-4-16,-2-1 1 0,-4 1-4 0,-1 3 3 15,-2 1-2-15,-4 4 5 0,-4-1-3 0,-7 5 2 16,-3 1-21-16,-6 2-26 0,-3-2-41 0,-3 2-30 16,-11 2-42-16,-2 2-141 0,-2-5-313 0,-1-3 139 15</inkml:trace>
  <inkml:trace contextRef="#ctx0" brushRef="#br0" timeOffset="196158.41">19389 6274 24 0,'-14'0'166'0,"-3"3"-19"0,-4 2-15 15,-7 4-13-15,-4 3-2 0,0 3-15 0,-3 2-3 16,-11 3-19-16,13-5-8 0,1 0-6 0,3 0-1 16,2 0-8-16,0-1-9 0,5-1 2 0,3-3-9 15,4-1-10-15,-1 0 2 0,3 2 3 0,3-4-13 16,3 1 1-16,0 1-8 0,5-1 4 0,2 0-6 15,2 2 3-15,3-1-9 0,9 4-12 0,8 3-14 0,5-2-18 16,5 2-11-16,15 0-45 0,1-2-27 0,-11-4-97 16,0-2-233-16,14 1 104 0</inkml:trace>
  <inkml:trace contextRef="#ctx0" brushRef="#br0" timeOffset="196483.87">19725 6622 38 0,'-5'-3'188'0,"-4"-2"-17"0,-2 4-11 16,-6-1-11-16,-5 4 4 0,-3 3-15 15,-6 2-8-15,2 2-2 0,-2 0-15 0,3 2-7 0,9-2-6 16,1 2-12-16,0-2-16 0,9 1-5 0,-2 5-10 16,4-4-3-16,3 2-3 0,6 2-10 15,-1-5-1-15,5 7-8 0,1-6-8 0,4 0-5 16,2 4-2-16,3-2-2 0,0-2 0 0,4-1-5 0,4 2-5 15,-5-2 2-15,-2-3 2 0,-1 1-6 0,-5-1 0 16,-2 0 1-16,0-1-4 0,-3-2 2 0,1 4-3 16,-5-4 2-16,-2-4 4 0,3 7 5 0,-3-7 0 15,-14 14 0-15,1-4-1 0,-5-3-3 16,-1 0-2-16,-1 0-3 0,0-2-1 0,0-1-9 0,0 0-9 16,3-1-12-16,3 0-18 0,4-2-15 0,1 1-22 15,1-2-34-15,8 0-31 0,0 0-141 0,0 0-315 16,-13-9 141-16</inkml:trace>
  <inkml:trace contextRef="#ctx0" brushRef="#br0" timeOffset="197060.23">19843 6781 87 0,'2'-7'235'0,"0"3"-14"0,-2 4-17 16,0 0-18-16,-8-9-10 0,0 5-11 0,-1 1-8 15,-2 5-12-15,-2-2-12 0,-1 0-15 0,-1 5-11 16,3-2-13-16,-2 3-9 0,5-2-10 0,-2 1-11 15,2 1-3-15,2 0-10 0,2 0 0 0,1 3-6 16,2 0-5-16,-1-1-2 0,3-8-7 0,4 15-3 16,-1-7-6-16,2 2-3 0,0-3-8 0,3 0-6 15,2-4-4-15,-1 2-3 0,1-1 2 0,3-3 0 16,-2 1 0-16,0-5 2 0,0 0-2 0,-1-2 4 16,-1 1-5-16,-4 1-1 0,3-3 1 0,-3-1 1 15,-1 3-1-15,1-4 0 0,-1 1-2 0,-3-1 3 16,2 3 6-16,-2-3 1 0,-1 8 2 0,2-9-1 15,-2 9 1-15,3-9-1 0,-3 9-5 0,0 0-5 16,0 0 1-16,0-9-4 0,0 9-1 0,0 0 1 16,0 0 1-16,0 0 0 0,0 0 0 0,0 0 1 15,9 17-3-15,-9-17 4 0,5 10 1 0,-1-4 2 16,1-2-2-16,1 0 2 0,-2 0-1 0,3 1 1 16,-1-2 4-16,0 0 0 0,5-1 0 0,-1-2 0 15,0-1 0-15,3-1 0 0,-2-3 1 0,3-1-3 16,-2-1 2-16,1-4 0 0,1 0 0 0,-3-3 0 15,1 0 11-15,-3-1 7 0,0 3 4 0,-3-2-3 16,0-1 3-16,-1-3 1 0,1 0-1 0,-3 1-4 16,1-1-1-16,-4 3 4 0,3 3 6 0,-3 2 4 15,3 0 6-15,-3 2-2 0,0 8-2 0,2-10-9 16,-1 5-5-16,-1 5-8 0,0 0-2 0,3-7-6 16,-3 7 0-16,0 0-4 0,0 0-1 0,6 23 0 15,-3-10-1-15,-2 4 1 0,2-1-1 0,-2 2 1 16,3 1 3-16,-3 1-3 0,3-3-3 0,-3 2 4 15,0-1-2-15,2-1 0 0,2-2 4 0,-2 0-17 16,-2-1-20-16,1-3-13 0,0-2-21 0,0 3-18 0,0-7-26 16,-1 7-30-16,-1-12-29 0,2 12-12 15,-2-8-10-15,0-4-4 0,2 9-153 0,-2-9-375 16,0 0 167-16</inkml:trace>
  <inkml:trace contextRef="#ctx0" brushRef="#br0" timeOffset="198095.01">20147 6722 95 0,'0'0'97'0,"15"3"-5"0,-8 0-10 0,-1 1-1 15,2 1-4-15,-1 2 12 0,1 0 5 0,0-1-6 16,-3 2-10-16,0 1-7 0,3-2-2 0,-2 1 2 16,-3 0 5-16,-1 0-11 0,3-2-5 0,-1 0-2 15,0-1-5-15,2 1-2 0,-2-2-6 0,-4-4 0 16,8 6-4-16,-4-2 2 0,-4-4 7 0,9 1 4 15,-9-1 6-15,12-1 0 0,-12 1-2 0,9-5-5 16,-2-1-2-16,-1 2-3 0,-1-1-6 0,0-3-2 16,0 0-5-16,-2 1 2 0,1-1-6 0,-2-2-2 15,2 3-1-15,1-4-5 0,-3 2 2 0,0 2-8 16,-1-1-2-16,-1 8 3 0,2-11-3 0,-1 5-2 16,-1 6-4-16,1-7-2 0,-1 7-1 0,0 0-3 15,3-10-3-15,-3 10 0 0,0 0-2 0,0 0 0 0,0 0 2 16,0 0-3-16,0 0-1 0,0 0 1 15,10 23-1-15,-7-18 1 0,0 3 2 0,1-1 2 16,0 2-4-16,0-1 1 0,0 1 3 0,-3-4-1 16,6 3 1-16,-4-2-1 0,2-2 4 0,-1 3 0 0,3-4 2 15,-2 1-8-15,0 0 6 0,1-2 3 16,-6-2-1-16,14 5-1 0,-7-5 0 0,-7 0 0 0,15 0 2 16,-15 0 1-16,12-7 1 0,-9 3-4 15,3 0 0-15,-3-1 1 0,2-4-3 0,-5 9 8 0,4-12-8 16,-1 5-1-16,-1 1 1 0,1 1-2 0,-2-4 2 15,-1 9-1-15,4-12 1 0,-4 12 1 0,0-7-4 16,0 7-3-16,3-7-1 0,-3 7-2 16,0 0-1-16,0 0 0 0,5-5-1 0,-5 5 1 15,0 0 5-15,0 0-6 0,12 10 3 0,-8-5-1 0,0-1 5 16,1 2 1-16,0 0-2 0,3 1 2 0,0-1 0 16,-1 0 0-16,1-1-5 0,3-1 6 15,0 1-4-15,0-3 0 0,2 0-1 0,0-1-3 0,1-1 0 16,3 0 7-16,0-3-5 0,-1 0 0 0,2-2 4 15,-7 1-2-15,1 0 2 0,-3-1 3 0,-2 0 0 16,1-1 0-16,-1-1 2 0,-1 2 12 0,-4 1 15 16,-2 4-5-16,4-10 5 0,-3 6-3 0,-1 4-4 15,-1-11-2-15,1 11-1 0,-8-7-1 0,8 7 0 16,-9-4-9-16,9 4 0 0,-14 0-5 0,14 0-1 16,-14 4 1-16,5-2-3 0,2 3 3 0,2 0-2 15,-4 2 0-15,2-3-1 0,2 2-5 0,3-2-8 16,-1 4-3-16,3-8-4 0,-3 9-8 0,3-9-5 15,0 11-2-15,0-11-4 0,6 8 3 16,-1-4 0-16,1-1 6 0,0-1 2 0,-6-2 4 0,13 0-4 16,-6 0 7-16,-7 0 2 0,14-1 0 0,-14 1 3 15,10-3 1-15,-5 2-1 0,-5 1 2 0,11-4-2 16,-5 3 4-16,-6 1-3 0,9-1 4 0,-9 1-4 16,0 0 2-16,11 2 1 0,-11-2 0 0,9 3-1 15,-9-3 1-15,12 4 1 0,-7-3 4 0,2 2-1 16,0-1 3-16,0 0 2 0,2 1-1 0,0-2 0 15,-1-1 4-15,0 4-5 0,1-4 2 0,-9 0 1 16,16-4 0-16,-8 2 0 0,-2-1 2 0,2-2-1 16,0-1 4-16,-2 1 2 0,0-1 7 0,1-1 0 15,-2-2 3-15,-1-1-1 0,-2 1 11 0,2-1-4 16,-3-1-3-16,1-1 8 0,0 2-1 0,0-1 0 16,-1 0-4-16,0 0 0 0,-1-1 2 0,5 3 12 15,-5-1 0-15,-2 2 4 0,2 8 1 0,0-11-2 16,0 11-5-16,0-7-3 0,0 7-3 0,0 0-9 15,0 0-6-15,0 0-1 0,0 0-5 0,0 0 2 16,0 0-4-16,0 0 1 0,0 0-2 0,0 34 0 16,0-21 0-16,0 1-3 0,-2 1 3 0,2 3-2 15,0-1 1-15,2 1-1 0,-2-2-9 0,2-4-21 16,-2 2-17-16,1-2-20 0,1-2-34 0,-4 2-31 16,5 0-23-16,-2-3-32 0,0 1-24 0,-2-2-133 15,1-8-367-15,0 0 163 0</inkml:trace>
  <inkml:trace contextRef="#ctx0" brushRef="#br0" timeOffset="198284.75">21087 6710 90 0,'8'-1'104'0,"1"0"-14"16,1 1-3-16,-2 1-6 0,-8-1 1 0,17 5 8 0,-7 0-1 15,-5-1-5-15,1 2 4 0,0 3-7 16,0-2-6-16,-1 2-8 0,-3 0 4 0,1 2-15 15,1-2-1-15,-3-1-8 0,1 2 1 0,-2-10-24 16,2 19-20-16,-1-12-33 0,-1-7-18 0,2 11-44 16,-2-5-117-16,0-6-225 0,0 0 100 0</inkml:trace>
  <inkml:trace contextRef="#ctx0" brushRef="#br0" timeOffset="198453.46">21150 6650 47 0,'-2'-5'189'0,"2"5"-20"16,-4-8-16-16,4 8-24 0,0 0-22 0,-7-8-24 15,7 8-18-15,0 0-20 0,0 0-24 0,0 0-21 16,0 0-19-16,0 0-30 0,23 18-24 0,-14-11-72 16,3-4-157-16,-2 1 71 0</inkml:trace>
  <inkml:trace contextRef="#ctx0" brushRef="#br0" timeOffset="198854.51">21334 6722 30 0,'0'0'148'0,"3"6"-3"0,-3-6 7 16,-2 9 0-16,2-9 1 0,-2 13-12 0,2-13-10 15,-4 9-10-15,3-4-12 0,-3 2-10 16,4-7-7-16,-1 12-11 0,0-6-8 0,1-6-1 16,1 13-12-16,1-9-5 0,-2-4-3 0,3 9-8 15,-3-9-2-15,4 8-4 0,-4-8 0 0,2 5-4 16,-2-5-2-16,0 0 1 0,5 4-2 0,-5-4-3 15,0 0-1-15,0 0 0 0,0 0-6 0,17-10 1 16,-12 7-5-16,0-3-4 0,-1-1 1 0,0 2-2 16,1-3 6-16,1 0-10 0,2-1-1 0,-4 3-3 15,1 1 2-15,0 1-4 0,2-1-1 0,-1 0 0 0,-1 4-3 16,-5 1 0-16,9-3-1 0,-9 3-3 16,10 0 5-16,-10 0-6 0,10 3 7 0,-5 1-4 15,-5-4-1-15,9 7 4 0,-3-4-3 0,-3 3 2 16,2-3-2-16,-5-3 7 0,8 6-4 0,-3-3 2 0,-5-3 2 15,8 5 2-15,-8-5 1 0,11 1-3 0,-11-1 0 16,11-2 2-16,-11 2 3 0,15-3 0 0,-5 1 1 16,0-3 0-16,2 2 2 0,-2 0-2 15,-2 1-5-15,-2-1-2 0,-6 3 2 0,13-2-5 16,-13 2 0-16,9 0-1 0,-9 0-1 0,9 2 0 0,-9-2-1 16,9 5-18-16,-4-1-26 0,-4 3-31 15,2-1-36-15,-3-6-52 0,-2 15-165 0,0-8-360 16,2-7 159-16</inkml:trace>
  <inkml:trace contextRef="#ctx0" brushRef="#br0" timeOffset="-213049.14">18193 5927 26 0,'-12'-2'27'0,"12"2"3"16,-12 0 1-16,12 0 1 0,-13 0 1 0,13 0 0 15,-12-1-2-15,12 1-5 0,0 0-2 0,-10-1-2 16,10 1-3-16,0 0-4 0,0 0-3 0,0 0 1 15,0 0-4-15,0 0-1 0,0 0-3 0,0 0 3 16,0 0-2-16,0 0-5 0,27 4 4 0,-9-3 0 16,4-2-2-16,6 1 2 0,4-2 1 0,3 2-1 15,3 0-5-15,14-1 0 0,-15 1 4 0,17-1-5 16,-1 2-3-16,0 2 1 0,-1-5 2 0,-1 1-1 16,-12 1-2-16,13-1 2 0,-14 1-2 0,1 0-3 15,0 1 10-15,12-2-8 0,-12 2 2 0,-1 0 1 16,-1-1-2-16,0-1-4 0,2 0 4 0,1 1-2 15,10-5 3-15,-11 2 0 0,1 2-2 0,10-2 2 16,-10 1-2-16,0-2 3 0,12 1-3 0,-14 3-1 16,1-3 2-16,-1 0 5 0,1 2-4 0,-1 1 0 15,0-2 0-15,-2 1 1 0,-2 4-4 0,3-3 0 16,-2 0-1-16,-1 0 3 0,0 1 2 0,-2 0-1 16,-1 1-1-16,1 1-1 0,-1-3-2 0,-2 0 2 15,2 2 0-15,1-2 2 0,-4-2-2 0,3 4 1 16,-3-4 0-16,4 4 0 0,-3-4 5 15,1 0-6-15,-1 1 6 0,0-2-3 0,-8 2 2 16,8 1-7-16,0 0 2 0,-3-3-3 0,-3 3 2 0,5-1-2 16,0-2 1-16,1 3-2 0,-7-1 8 0,6-3-8 15,0 4 0-15,-5-1-7 0,3 0 2 0,1-1-1 16,-1 1 3-16,-4 1-11 0,6-2-25 0,1 1 12 16</inkml:trace>
  <inkml:trace contextRef="#ctx0" brushRef="#br0" timeOffset="-202480.99">19236 4966 81 0,'0'0'104'0,"0"0"-5"0,0 0 7 0,0 0-9 0,0 0 0 15,0 0-6-15,0 0-10 0,0 0-6 0,0 0-11 16,0 0-2-16,-12 0-6 0,12 0-14 0,0 0 2 16,0 0 3-16,0 0-13 0,0 0-11 0,0 0-7 15,-15 3 12-15,15-3-6 0,0 0-6 0,-8 2 5 16,8-2-7-16,0 0 1 0,0 0-6 0,0 0 2 16,0 0-6-16,0 0 7 0,0 0-9 0,0 0 7 15,28 3-7-15,-14-4 0 0,8-1-8 0,-1-1-9 16,8-1-27-16,-1 0-5 0,0 1-12 0,-1 0-15 15,-9 2-14-15,0-1-7 0,-5 3-69 0,-2 0-175 16,-3 0 78-16</inkml:trace>
  <inkml:trace contextRef="#ctx0" brushRef="#br0" timeOffset="-202088.49">19338 4940 2 0,'0'0'60'0,"0"0"-6"16,0 0 7-16,0 0 15 0,-3 16 1 0,2-6-5 16,1 1-6-16,0 7-16 0,0-1 10 0,-1 2 3 0,1 0 6 15,-2 0-5-15,4 1-2 0,-2-2-9 16,1 2-4-16,-1-3-8 0,0 2-2 0,0-4-2 16,1-2-2-16,1-2-6 0,-4 2-9 0,2-3 1 15,3 2 2-15,-2-3-11 0,-1-9 13 0,0 17-9 16,0-17 0-16,-1 13 1 0,1-13-8 0,1 9 0 15,-1-9-4-15,0 0 6 0,0 0-1 0,-1 13-7 0,1-13-2 16,-8 4-5-16,8-4-6 0,-14 2 10 0,14-2-21 16,-16 1 6-16,5 0-2 0,1-1 6 15,10 0-7-15,-20 0 6 0,13-1 9 0,7 1-2 16,-11 1 1-16,11-1-1 0,-10 0 21 0,10 0-11 16,0 0 1-16,0 0 2 0,-11-1-1 0,11 1 3 0,0 0-1 15,0 0-8-15,0 0-3 0,0 0 0 16,0 0 7-16,0 0-3 0,0 0 1 0,38-3-5 15,-25 3 5-15,5 2 13 0,3-4-26 0,-1 2-15 16,1-2-19-16,2 0-18 0,-3 2-14 0,-3-2-15 16,3 1-71-16,-1 1-175 0,-5 0 78 0</inkml:trace>
  <inkml:trace contextRef="#ctx0" brushRef="#br0" timeOffset="-201872.65">19535 5210 51 0,'-1'-6'116'0,"1"6"-6"0,0 0-19 16,0 0-2-16,0 0-12 0,0 0-12 0,0 0-6 0,0 0-3 16,0 0-7-16,0 0 7 0,0 0 7 0,0 0-7 15,0 0 2-15,1 34-4 0,-1-21-8 16,0-1 2-16,-1 3-7 0,1 5-4 0,-2-3-4 16,2 2 5-16,-1-3-9 0,0-1 0 0,-3 1-1 15,5-5-5-15,0 2-2 0,-1 0-17 0,2-4-23 16,-2-9-16-16,-2 19-35 0,1-12-20 0,2 3-113 15,-2-1-219-15,1-9 98 0</inkml:trace>
  <inkml:trace contextRef="#ctx0" brushRef="#br0" timeOffset="-201616.2">19562 5220 83 0,'17'0'128'0,"-4"1"-13"0,5 2-8 16,-5 1-7-16,0 2-3 0,-3 0 2 0,-1 5-17 16,2-3-14-16,-3 1 5 0,-2 5-1 0,0 3-6 15,-2-5 0-15,-3 6-3 0,-2-2-1 0,-2 2-5 16,-4-2-5-16,1 1-1 0,-5-2 0 0,0-1-7 16,-2 3 2-16,-2-4-15 0,2 0 0 0,-2-2-3 15,1-1-2-15,3-3-18 0,2-2-13 0,0 0-10 16,-2-1-24-16,4 0-23 0,7-4-30 0,-16 2-34 15,11 0-103-15,5-2-246 0,0 0 109 0</inkml:trace>
  <inkml:trace contextRef="#ctx0" brushRef="#br0" timeOffset="-201226.39">19893 5231 72 0,'0'0'130'0,"0"0"1"15,0 0 8-15,0 0 3 0,0 0-2 0,5-6-8 16,-5 6-4-16,0 0-10 0,0 0-8 0,0 0-4 16,0 0-10-16,0 0-3 0,0 0-4 15,0 0-3-15,0 0-5 0,0 0-4 0,0 0-4 0,0 0 2 16,0 0-14-16,0 0 5 0,0 0-4 0,0 0 0 15,0 0-6-15,0 0-2 0,0 0-7 0,0 0-2 16,0 0-7-16,0 0 8 0,0 0-11 0,0 0-4 16,0 0-3-16,0 0-3 0,0 0-4 0,0 0 3 15,0 0-5-15,0 0-5 0,0 0-1 0,0 0-1 16,0 0-2-16,6-4-1 0,-6 4-4 0,14-3 1 16,-2 0 0-16,4 1-1 0,2 0-3 0,3-3-2 15,7 1-9-15,-1 3-12 0,-6-3-20 0,1 2-10 16,0-1-13-16,6 2-17 0,-8-1-21 0,1 4-22 15,-3-2-18-15,-2 0-17 0,-2 0-10 0,-3 1-8 16,0 2-103-16,0 1-304 0,-11-4 135 0</inkml:trace>
  <inkml:trace contextRef="#ctx0" brushRef="#br0" timeOffset="-201030.76">19893 5319 64 0,'-7'2'100'16,"7"-2"-7"-16,0 0 5 0,0 0 6 0,0 0 8 16,0 0-12-16,0 0-8 0,31 2-5 0,-13-2-2 15,2-2-10-15,3 0-12 0,7-3 0 0,-10 3-10 16,10-1-25-16,-10 3-24 0,2-3-29 0,-4 1-28 16,2 0-21-16,-7 0-18 0,1 0-72 15,-5 0-175-15,0-1 77 0</inkml:trace>
  <inkml:trace contextRef="#ctx0" brushRef="#br0" timeOffset="-200790.53">20092 4973 74 0,'-4'-9'148'0,"4"9"-31"0,0 0-23 0,0 0-7 15,0 0-2-15,0 0 5 0,-11 19 7 0,7 0-4 16,-4 7 0-16,-2 6 4 0,1 0 1 0,-4 3-9 15,3-2-11-15,1 2-3 0,-4-2-9 16,0 14 0-16,3-13-1 0,0-3-10 0,1-1-2 16,1 0-10-16,2-5 4 0,-3 1-8 0,3 0-5 0,2-7 2 15,-3-1-2-15,4-1-9 0,-1-2-24 0,0-4-40 16,3 2-32-16,-2-6-31 0,3 3-32 16,-1-4-139-16,1-6-294 0,0 11 130 0</inkml:trace>
  <inkml:trace contextRef="#ctx0" brushRef="#br0" timeOffset="-200564.13">20231 4981 65 0,'0'0'176'16,"0"0"-21"-16,0 0-14 0,0 0 0 0,0 0 2 15,-4 38-1-15,-2-14-14 0,-2 2-14 0,-1 1-13 16,2 4-1-16,0-3-10 0,0 0-4 0,-1 2-10 15,0 0-8-15,1 0-1 0,-2-1-7 0,2 0-11 16,1-3 3-16,0-1-6 0,-1 0-11 0,3-1-26 16,1-5-17-16,-1-1-21 0,0-1-36 0,3-1-21 15,-2-3-33-15,0-3-19 0,3 1-129 0,-1 0-288 16,1-11 127-16</inkml:trace>
  <inkml:trace contextRef="#ctx0" brushRef="#br0" timeOffset="-200274.63">20693 4969 71 0,'-9'-9'117'0,"4"6"10"0,5 3 11 0,-8-7-6 15,8 7-8-15,-4-4-6 0,4 4-11 0,0 0-8 16,-5-4-13-16,5 4-8 0,0 0-6 0,0 0-7 16,0 0-8-16,0 0-2 0,0 0-6 0,12-9-6 15,1 6-6-15,3 0-6 0,6-3 1 0,-2 3-9 16,7 0 2-16,-7 2-1 0,-1-3-11 0,-1 3-23 16,-4 0-31-16,-2-1-33 0,-1 1-26 0,-3 1-22 15,-8 0-108-15,12 4-248 0,-12-4 110 0</inkml:trace>
  <inkml:trace contextRef="#ctx0" brushRef="#br0" timeOffset="-199983.57">20658 4966 14 0,'0'0'135'0,"-11"0"-12"15,11 0-24-15,0 0-8 0,0 0-9 0,0 0-9 16,0 0 0-16,-5 8 2 0,5-8 13 0,-2 17-8 15,0-6-2-15,-1 5 4 0,-2 9 7 0,1-1-12 16,-2 2 8-16,-2 0 5 0,3 1-1 0,0 1-11 16,-2 0-1-16,1-1-7 0,-1-2-3 0,1-1-13 15,4-4 11-15,-2 5-4 0,1-6-5 0,-2-1-6 16,1-1-2-16,-1 2-4 0,2-2-4 0,-3-2-3 16,1 2-4-16,0 1-4 0,-1-4 4 0,-1-4-5 15,4 2-1-15,-1-2-3 0,-1-3-10 0,-1 1-17 16,1-3-22-16,-2 0-30 0,0-1-28 0,0-4-39 15,7 0-43-15,-16-1-29 0,6-2-109 0,10 3-326 16,-15-16 144-16</inkml:trace>
  <inkml:trace contextRef="#ctx0" brushRef="#br0" timeOffset="-199846.41">20537 5240 63 0,'9'-6'116'15,"5"0"-3"-15,1-1-6 0,4 4-25 0,-1-1 5 16,1 0 0-16,2-1-15 0,-2 2-13 0,1 3 8 15,-2-1-10-15,1 2-19 0,1-1-19 0,-4 0-37 16,2 4-38-16,-5-1-94 0,1-1-161 0,-1 2 73 16</inkml:trace>
  <inkml:trace contextRef="#ctx0" brushRef="#br0" timeOffset="-199547.79">21158 4805 28 0,'2'-5'188'0,"-2"5"-12"0,3-8-14 0,-3 8-15 16,0 0-14-16,4-6-19 0,-4 6-7 0,0 0-14 16,0 0 0-16,0 0-3 0,-12 25-8 0,5-8-6 15,-4 10 2-15,0 1-3 0,-2 2-4 16,-1 2-2-16,1-1-4 0,-2 3-6 0,1-2-5 15,0 1-1-15,1-1-5 0,0-1-4 0,4-3-4 16,3-3-3-16,1 0-5 0,2 1 1 0,1-7-4 0,3-2-3 16,3 3-5-16,2-4-16 0,1-2-24 0,5-1-21 15,1-3-36-15,5 2-35 0,6-3-39 0,3-2-26 16,1 0-117-16,2-4-318 0,-2-3 142 16</inkml:trace>
  <inkml:trace contextRef="#ctx0" brushRef="#br0" timeOffset="-198870.42">21412 4987 15 0,'0'-10'83'0,"0"10"-6"15,0 0-3-15,0 0 9 0,0 0 9 0,0 0-5 16,-1-8 1-16,1 8 2 0,0 0-2 0,0 0-4 16,-3-8 4-16,3 8-8 0,0 0 4 0,0 0 0 15,0 0 5-15,0 0 4 0,-1-8-4 0,1 8-3 16,0 0-9-16,0 0-2 0,0 0-15 0,0 0-1 15,0 0-5-15,0 0-8 0,0 0-7 0,0 0-6 16,0 0-8-16,0 0-3 0,0 0-5 0,0 0-5 16,0 0 4-16,0 0-2 0,5 28-1 0,-2-16-1 15,2 0 0-15,-3 4-4 0,1 1 3 0,-1 1-6 16,2-2 6-16,0 0-4 0,0-1 2 0,0 2-3 16,0-1 3-16,1-2-1 0,-3-3-2 0,2 1 3 15,-1 0-1-15,-1-4-1 0,1 3-1 0,-2-5-4 16,2 0 3-16,-3-6 2 0,4 8 1 0,-2-4 4 15,-2-4 9-15,0 0 16 0,4 7 0 0,-4-7 0 16,0 0-7-16,0 0 0 0,10-15-7 0,-6 5 3 16,1 1-5-16,0-3 1 0,4-3-8 0,-1-2 0 15,-1 1-4-15,3-7 2 0,0 0-3 0,-3-2-1 16,1 2-2-16,-2 4-1 0,2 1 0 0,-2 0-1 16,1 3-3-16,-2-1-9 0,-1 7-10 0,0-1-8 15,1 2-22-15,-4 2-33 0,-1 6-21 0,1-8-50 16,-1 8-4-16,0 0-4 0,0 0-17 0,0 0-111 15,0 0-312-15,-10 29 138 0</inkml:trace>
  <inkml:trace contextRef="#ctx0" brushRef="#br0" timeOffset="-198646.37">21539 5164 26 0,'0'0'149'0,"0"0"-12"0,0 9-19 0,0-9-11 0,0 0-8 15,0 0-8-15,-1 9 7 0,1-9 0 0,0 10-7 16,-2-1 7-16,1 0-5 0,0 2-9 0,1 0-11 16,0 0-3-16,-2 3-6 0,1-3-3 0,0 4-8 15,1-2-5-15,-2 3-4 0,1-5-4 0,1 0-4 16,-4 2-5-16,4-3-23 0,-2 0-29 0,2-10-21 16,-3 19-20-16,1-13-29 0,0 1-27 0,-1-1-29 15,-1-1-76-15,4-5-241 0,0 0 106 16</inkml:trace>
  <inkml:trace contextRef="#ctx0" brushRef="#br0" timeOffset="-198412.58">21589 5169 98 0,'12'-1'109'0,"-12"1"-6"0,13 5-6 0,-8-1 0 16,0 1-13-16,2-1 6 0,-1 5-1 0,-1 0-1 0,-1 2-8 15,-1-1 9-15,-1 2-2 0,-1 1 1 0,-1 3-1 16,-1-1-5-16,-3 0-7 0,-2 1 2 0,-3 1 0 16,-1-4-8-16,-2 1-4 0,0 2-8 15,-1-4-4-15,-1-1-4 0,0 0-2 0,3-4-22 16,-1 1-27-16,0-2-30 0,-1 1-35 0,3-3-38 16,2 0-27-16,2-2-139 0,6-2-293 0,0 0 129 0</inkml:trace>
  <inkml:trace contextRef="#ctx0" brushRef="#br0" timeOffset="-198086.43">21806 5168 208 0,'2'-5'194'0,"-2"5"-21"16,0 0-15-16,4-6-13 0,-4 6-21 15,0 0-11-15,0 0-6 0,0 0-12 0,0 0-8 16,-20 13-4-16,10-8-12 0,2 2-5 0,0 0-5 15,2 0-5-15,-3 1-12 0,5-1 0 0,0 2-7 16,2-2-3-16,-1 0-2 0,2-1-5 0,1-6 1 16,1 13-2-16,2-6-4 0,-1 2 0 0,2-3-5 15,1 2-2-15,0 0-6 0,2-1 2 0,-2 1-2 16,1 0 4-16,-2-1-5 0,1-1-2 0,-2-2-3 16,-3-4 6-16,6 11-3 0,-6-5 1 0,0-6 2 15,0 13-5-15,0-13 3 0,-1 11 2 0,-1-5-2 16,2-6 3-16,-8 11 1 0,0-5 2 0,-2 0-4 15,-1 1-16-15,2-4-10 0,0 3-13 0,-2-2-20 16,11-4-20-16,-11 6-32 0,11-6-32 0,-12 0-33 16,12 0-112-16,0 0-302 0,-14-7 134 0</inkml:trace>
  <inkml:trace contextRef="#ctx0" brushRef="#br0" timeOffset="-197866.27">22083 4930 19 0,'13'4'159'0,"5"5"-18"15,-2 5-16-15,4 4-3 0,-4 5-10 0,-2 0 1 16,0 2-9-16,-5 2-6 0,-2 2 9 0,-7 5-8 16,-3-2-5-16,-6 2-9 0,-9 9-3 0,-5 5-12 15,-5-1-15-15,-10-1-19 0,-3-1-16 0,-23 13-31 16,19-20-22-16,-1-1-38 0,-1 1-12 0,-2-8-29 15,1 1-111-15,-3-6-239 0,1-4 106 0</inkml:trace>
  <inkml:trace contextRef="#ctx0" brushRef="#br0" timeOffset="-195967.37">23024 6423 30 0,'-13'4'92'0,"1"-2"2"15,2 1-1-15,0 0-8 0,2-1-4 0,2-1 1 16,6-1 1-16,-10 4-4 0,10-4-2 0,0 0 5 16,-11 2 11-16,11-2 3 0,0 0 8 0,0 0-10 15,0 0 7-15,0 0-2 0,54 0-4 0,-14-4-8 16,24-2-5-16,38-7-9 0,7-2-6 0,4 1 1 15,9 1-10-15,-3 0-2 0,3-2-4 0,5-1-4 16,-5-1-5-16,-6 7 0 0,-4-2-5 0,-8 2-5 16,-7 0 11-16,-35 4-14 0,6-1-5 0,-11 1-3 15,-4 0 0-15,-12 2-2 0,-6 2-2 0,-3-2-1 16,-5 1-1-16,-11 1-2 0,-4 0-2 0,0 2 2 16,-6-2 2-16,1 2 4 0,-7 0 12 0,12-1-1 15,-12 1 0-15,8 0-3 0,-8 0-3 0,0 0-2 16,0 0-7-16,0 0-1 0,0 0-4 0,-25-16-4 15,12 14-28-15,-6 1-26 0,-3 0-30 0,1 3-40 16,-8 3-43-16,1 1-43 0,-3 1-163 0,-2 2-396 16,2-1 176-16</inkml:trace>
  <inkml:trace contextRef="#ctx0" brushRef="#br0" timeOffset="-193922.32">19458 7647 98 0,'0'0'172'0,"0"0"-12"15,-8-5-16-15,8 5-12 0,0 0-15 0,0 0-14 16,0 0-10-16,17-13-12 0,-8 6-3 0,8 0-11 16,2 2-3-16,6-4-14 0,1-1-10 0,-4 7-27 15,-1-3-11-15,-1 1-17 0,-1 0-27 0,-3 0-28 16,1 1-7-16,-4 2-21 0,-1 2-88 0,-4-1-201 16,-1 1 89-16</inkml:trace>
  <inkml:trace contextRef="#ctx0" brushRef="#br0" timeOffset="-193386.67">19732 7560 30 0,'0'0'29'0,"-32"-5"10"0,23 5 8 0,0-1 10 15,1-2 4-15,8 3 5 0,-14-2-13 16,14 2 21-16,-13-1-7 0,13 1-8 0,-8 0-19 16,8 0 4-16,0 0-5 0,0 0 1 0,-11 2 0 15,11-2-2-15,-5 10 3 0,5-5 9 0,-1 4 1 0,1 0-10 16,1 4 5-16,0 1 2 0,-1 0-2 0,0 2-1 16,3 0-9-16,-2 0 0 0,2 0-6 15,-2-1 0-15,3-5-4 0,-3 2-1 0,1 0-3 16,0-2-2-16,-1 0-2 0,0 0 1 0,2-2 0 0,-3-1-3 15,1 1 0-15,-1-8-4 0,2 13-6 0,-1-10 8 16,-1-3-4-16,-1 12 3 0,1-12-1 0,-2 7-5 16,2-7 0-16,-5 6-13 0,5-6 10 15,-8 1-3-15,8-1-3 0,-12 3 8 0,12-3 2 0,-13 0-6 16,4 0 5-16,9 0-9 0,-10-3 12 0,10 3-6 16,0 0 1-16,-13 0 2 0,13 0-9 0,0 0 9 15,-8-4-4-15,8 4 1 0,0 0-7 0,0 0 7 16,0 0-3-16,0 0-3 0,0 0 3 0,0 0 0 15,23-6-3-15,-9 3-12 0,3-2-7 0,1 3-1 16,0 1-16-16,0-2-6 0,1 1 0 0,-1 1-4 16,1-1 3-16,-2-2-8 0,0 1 12 0,-1-1-3 15,-2 2 5-15,0-2 5 0,-1 0 2 0,-3 0 8 16,0-3 19-16,0 0 1 0,-2 1 20 0,-3 1 25 16,-1 2-15-16,0-5 6 0,-2 3 2 0,3-3 0 15,-5 8 12-15,3-11 10 0,-2 5 8 0,-1 6 2 16,1-11 7-16,-1 11-3 0,2-11-3 0,-2 11-7 15,0 0-8-15,0 0-4 0,1-6-13 0,-1 6-2 16,0 0-6-16,0 0-5 0,0 0-1 0,0 0-1 16,4 22 0-16,-5-12-5 0,2 5-4 0,-1-2 5 15,-1 2 0-15,-2 3-3 0,3-2-6 0,0 1 5 16,1-2-3-16,-1 3-6 0,0-1 6 0,0-4-7 16,2 1-28-16,-2-2-19 0,1 0-22 0,-1-2-22 15,2 0-23-15,0 0-25 0,-2-3-24 0,0 0-94 16,0-7-276-16,0 9 122 0</inkml:trace>
  <inkml:trace contextRef="#ctx0" brushRef="#br0" timeOffset="-193142.56">19927 7718 19 0,'12'-3'136'0,"0"4"-14"0,3 1 3 16,2-1-7-16,-5 5 8 0,3-3-11 0,-3 4-6 15,-1 0-12-15,2 1-7 0,0 0-12 0,-3 1-6 16,-2 1-7-16,-1-1-4 0,0 0-6 0,-2 1 0 0,-3 1 2 16,1-2-1-16,-3 2 3 0,0-1 1 15,-4-1 2-15,-2 1-2 0,-1-1-2 0,-2 1-5 16,0-1-10-16,-2 0 2 0,1 0-7 0,-2-3-6 16,1-1-27-16,-1 1-22 0,1 1-42 0,2-4-31 0,-2 2-40 15,1-1-32-15,0-1-108 0,4-3-291 16,6 0 130-16</inkml:trace>
  <inkml:trace contextRef="#ctx0" brushRef="#br0" timeOffset="-192769.48">20306 7781 198 0,'7'-3'187'0,"-7"3"-15"16,0 0-9-16,6-5-6 0,-6 5-12 0,0 0-8 15,0 0-6-15,0 0-8 0,0 0-11 0,0 0-7 16,0 0-12-16,0 0-6 0,0 0-10 0,-12-13-3 16,12 13-11-16,0 0-7 0,-12 0-5 15,12 0-8-15,-9 0-2 0,9 0-3 0,0 0-3 0,-16 0-4 16,16 0-2-16,-12 1-5 0,12-1 0 0,-11 0-2 16,11 0 0-16,-11 0 2 0,11 0 3 0,0 0 7 15,-9 2 0-15,9-2 1 0,0 0-2 0,-10-3 3 16,10 3-9-16,0 0 1 0,0 0-5 0,0 0 6 15,0 0-11-15,0 0 1 0,0 0-2 0,0 0-1 16,0 0-5-16,0 0-3 0,0 0 2 0,0 0-1 16,0 0-4-16,0 0-3 0,0 0 0 0,0 0 2 15,0 0-1-15,0 0 2 0,27-7-13 0,-18 5-9 16,-1 2-16-16,2-1-18 0,4 1-32 0,-3-1-6 16,5-1-40-16,-3 1-36 0,-1 2-26 0,2 1-19 15,-2-1-111-15,-4-1-347 0,0 1 153 16</inkml:trace>
  <inkml:trace contextRef="#ctx0" brushRef="#br0" timeOffset="-192593.83">20238 7850 8 0,'0'0'134'0,"-7"4"-18"0,7-4 4 0,0 0-16 15,-7 2-1-15,7-2-2 0,0 0-16 0,0 0-5 16,0 0-9-16,-4 7-5 0,4-7-9 0,0 0-5 15,0 0-3-15,18 6-4 0,-9-4-34 0,6-2-41 0,4 2-22 16,-1-1-41-16,1-2-79 0,0-1-185 16,1-2 82-16</inkml:trace>
  <inkml:trace contextRef="#ctx0" brushRef="#br0" timeOffset="-192274.04">20686 7488 190 0,'0'0'218'0,"-4"-10"-15"0,4 10-18 0,-1-8-18 15,1 8-18-15,-5-5-16 0,5 5-18 0,0 0-11 16,0 0-9-16,0 0-7 0,-11 13 2 0,5 4-7 16,1-2-6-16,-2 13-6 0,0-3-4 0,5 7-2 15,-1-2 0-15,3 0 0 0,1 1-8 0,1-1-2 0,0 1-4 16,2 0 0-16,0-3-2 0,1 1-8 15,0-1 15-15,-1-1 0 0,0-3 1 0,-2-5-2 16,2 6-6-16,-2-5-4 0,-1-5-4 0,-1 3-1 16,1-2-6-16,-3-4-3 0,0 0 0 0,2 0-3 0,0-1-12 15,-2-2-9-15,-1-1-13 0,1-2-14 16,-2 1-18-16,-2-2-19 0,6-5-16 0,-11 6-32 16,5-5-26-16,6-1-36 0,-17-2-21 0,6-1-16 15,-1-3-145-15,1-2-378 0,2-2 168 0</inkml:trace>
  <inkml:trace contextRef="#ctx0" brushRef="#br0" timeOffset="-192146.56">20562 7874 123 0,'1'-5'166'0,"-1"5"-9"0,3-9-15 15,-3 9-12-15,5-8-16 0,-5 8-9 0,7-7-14 16,-2 3-4-16,4 0-15 0,2-1-1 0,1-2-12 0,7 4-8 16,0-1-28-16,9-4-34 0,3 1-44 0,-2 1-41 15,1-1-110-15,-9 1-221 0,6 0 99 16</inkml:trace>
  <inkml:trace contextRef="#ctx0" brushRef="#br0" timeOffset="-191906.3">21002 7503 37 0,'0'0'191'0,"-9"-7"-21"0,9 7-13 0,-9-1-23 16,9 1 9-16,-11 10 9 0,3-1-13 0,-2 4-8 0,-1 2-9 15,1 6-13-15,0 4-6 0,1-2-10 0,4 2-2 16,0 3-2-16,2-2-6 0,2-1-13 16,1-2-4-16,1-3-9 0,4-1-4 0,-1-1-4 15,1-1-3-15,2-1-5 0,2 2-2 0,1-4-9 0,0 0-39 16,1-1-18-16,0-1-43 0,-1-3-37 0,3 0-29 16,-3-4-31-16,0 0-147 0,2-1-339 0,-2-3 151 15</inkml:trace>
  <inkml:trace contextRef="#ctx0" brushRef="#br0" timeOffset="-191596.46">21196 7618 32 0,'0'0'221'0,"3"-9"-23"0,-3 9-23 0,0 0-21 16,0 0-19-16,1-6-9 0,-1 6-9 0,0 0 8 15,0 0-9-15,6 32-9 0,-4-17-8 0,0 0-7 16,-2 3-11-16,3 0-6 0,-1-1-5 15,0-2-8-15,0 2-5 0,1-4-5 0,1-2-5 0,-2-1-4 16,2 1-1-16,2-3 3 0,-3-1-1 0,1-3 9 16,-4-4 8-16,4 10 12 0,-3-6 7 0,-1-4 13 15,0 0 10-15,0 0-4 0,4 5-8 0,-4-5-13 16,0 0-4-16,7-15-7 0,-2 3-10 0,0 2-7 16,3-5-2-16,-3-2-2 0,3-1-8 0,-2-1-7 15,3-8-17-15,0 0-12 0,-1 1-4 16,3 3-15-16,-5 5-16 0,-1 2-19 0,0 4-23 0,-1 1-31 15,1 3-33-15,-1 0-41 0,-2 2-43 16,1 2-20-16,-3 4 4 0,0 0-122 0,0 0-391 0,0 0 173 16</inkml:trace>
  <inkml:trace contextRef="#ctx0" brushRef="#br0" timeOffset="-191238.31">21472 7684 31 0,'0'0'222'0,"0"0"-8"0,0 0-13 15,0 0-15-15,0 0-16 0,-20 2-3 0,20-2-15 16,-12 6-5-16,5-2-10 0,-2 5-13 0,-1-2-13 16,1 3-4-16,-2 5-8 0,0-3-11 0,1 0-8 15,4 0-4-15,1-2-11 0,-1 2-4 0,3-4-8 16,1 3-5-16,2-1-4 0,-1-3-2 0,1-7-8 16,2 11 1-16,-2-6-4 0,0-5-1 0,5 10-3 15,0-6 0-15,0 0-4 0,-5-4 0 0,8 2-2 16,-8-2-2-16,13 0-4 0,-13 0-1 0,15-6-2 15,-10 3 0-15,2-1-1 0,0 0-11 0,-2-5-3 16,3 1-3-16,-1 0 1 0,-4 4 1 0,1-3 2 16,1 1-1-16,-5 6-2 0,7-8-1 0,-3 7-3 15,-4 1 3-15,2-7-4 0,-2 7 0 0,0 0 0 16,0 0 1-16,0 0-1 0,0 0 1 0,0 0 3 16,12 11-2-16,-11-4 2 0,-1-7 2 0,5 13 0 15,-4-4-2-15,-1 1-18 0,1 0-28 0,1-1-22 16,-2 1-32-16,0-2-18 0,1-1-27 0,2 0-25 15,-1-1-25-15,-2-6-118 0,5 9-345 0,-5-9 153 16</inkml:trace>
  <inkml:trace contextRef="#ctx0" brushRef="#br0" timeOffset="-190946.56">21647 7727 134 0,'0'0'119'0,"0"0"-1"15,-15 2-2-15,7 4-4 0,-1 0-12 0,2 3-8 16,-3-1-5-16,2 2-8 0,1-1-11 0,1 0-5 16,0 1-5-16,2 0-4 0,1 0-8 0,2-1-3 15,1 1-3-15,3 0-7 0,0-1 2 0,5 1-5 16,0-1-5-16,-2-3 7 0,3 2-4 0,2 0 4 16,0-1 4-16,-2 0-1 0,2 1 2 0,-3-3-3 15,-3 0-3-15,3 1 7 0,-2-1 6 0,-2 0 3 16,0 1 7-16,-2-1 1 0,-2-5-1 0,4 11-2 15,-4-5-1-15,0-6-4 0,-4 13-5 0,-3-7 0 16,-2 3-5-16,-2-4-5 0,1 1-22 0,-2-1-18 16,1 0-28-16,0-2-38 0,2-1-55 0,-1-2-60 15,-2-1-126-15,-1-1-341 0,2-1 152 0</inkml:trace>
  <inkml:trace contextRef="#ctx0" brushRef="#br0" timeOffset="-190730.22">21958 7528 206 0,'6'7'222'0,"3"6"-14"0,-1 0-14 16,-3 7-11-16,1-4-17 0,-2 9-19 0,1 2-9 16,-3-2-9-16,-1 2-8 0,1-3-10 0,-4 4-11 15,-2-1-8-15,-2-1-8 0,1 3-4 0,-4 1-8 16,-4-2-8-16,-3 0-2 0,-3 0-26 0,0 1-32 15,-5-1-47-15,-11 8-67 0,-3-4-69 0,-8-1-170 16,-2-3-376-16,-1-7 167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24T07:22:32.7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23949 5840 10 0,'0'0'6'0,"0"0"-9"0,0 0-3 0,0 0 1 15</inkml:trace>
  <inkml:trace contextRef="#ctx0" brushRef="#br0" timeOffset="4376.78">18671 5896 46 0,'-10'-1'46'15,"-1"1"-4"-15,0-2-8 0,1 1 0 0,-1 1-11 16,0 0 4-16,-1-1-4 0,-3 1 0 0,2-3-6 16,-1 2-6-16,-5 1 4 0,1-2-3 0,2 2-1 15,-5-2-4-15,1 2-5 0,-1 0 4 0,-6 0-4 16,4 0 1-16,-5 2-2 0,-2-2 4 0,-1 1-7 15,-1 1 1-15,-1 2-4 0,1-1 1 0,-1-1-6 16,-1 3 3-16,1-2 0 0,2 1 1 0,-3-3-6 16,2 2 2-16,3 1-3 0,-3-3 4 0,-2 0 0 15,1 1 1-15,4-2-2 0,-4 2 7 0,2-1-6 16,0-1 2-16,4 1 3 0,-2 1-1 16,0-2-1-16,0 0 0 0,7 2-2 0,-5-2 6 0,0 2-3 15,6-2 3-15,-7 0 0 0,1 1-1 0,-1 1 5 16,0-2-5-16,0 0 0 0,0 0 0 0,-1 0 10 15,1 0-2-15,7 0 3 0,-6 0-3 0,5 0 4 16,1-2-4-16,-7 1-1 0,8 1 6 0,0 0-7 16,-2 0 6-16,4 0-1 0,-3-2 1 0,-2 1-1 15,5 0-1-15,-3-1-4 0,-2 1 5 0,5 0-6 16,-1 1 4-16,0-2 0 0,1 2 0 0,-2-2 4 16,2 2-3-16,-1 0 4 0,2 0-4 0,-2 0 3 15,6 2-2-15,-6-2-3 0,2 0 1 0,3 2-1 16,-4-1 2-16,2 0 1 0,-2 2 1 0,0 0 9 15,0-2-15-15,1 1 2 0,-2 2 4 0,1-1-7 16,0 2-1-16,-2-4 2 0,3 0-3 0,0 1 10 16,-1-1 0-16,5 1 6 0,-1-1-3 0,0 0 0 15,-2 1-1-15,1-2 1 0,2 2-2 0,-1-1 4 16,-2-1 0-16,2 1-2 0,-1-1-3 0,2 0-1 16,0 0 5-16,-1 0 0 0,1 2 3 0,0-2 0 15,0 0 3-15,0-2-6 0,0 1 4 0,1 0-1 16,0 1-1-16,1-2-2 0,-1 2-8 0,1 0 2 15,1 0 0-15,1-2 4 0,-3 1-4 0,12 1-3 16,-15-3 7-16,7 3 2 0,8 0-6 0,-14-1-6 16,14 1 16-16,-10 0-1 0,10 0 3 0,-14-2-13 15,14 2 2-15,-12-1 1 0,12 1-5 0,-12 0 4 16,4-1-1-16,8 1-1 0,-13 0 8 0,13 0-6 16,-13-1-1-16,6 2-2 0,7-1 2 0,-16-1-5 15,16 1 1-15,-16 0 3 0,7-2-4 0,9 2 6 16,-19 2-7-16,12-2-3 0,0 1 5 0,-1 0 3 15,8-1 2-15,-18-1-2 0,18 1-3 0,-14-1 1 16,5 1 1-16,1 1 0 0,8-1-5 0,-15 0 16 16,5 0-12-16,3 1 1 0,7-1 7 0,-12 0-2 15,12 0 10-15,-12 0-3 0,12 0-2 0,0 0-2 16,-10-1 0-16,10 1-3 0,0 0-2 0,0 0-6 16,-10 0 2-16,10 0-4 0,0 0-6 0,0 0-22 15,0 0-17-15,0 0-19 0,0 0-3 0,0 0-3 16,0 0-5-16,0 0-8 0,0 0-58 0,0 0-152 15,0 0 67-15</inkml:trace>
  <inkml:trace contextRef="#ctx0" brushRef="#br0" timeOffset="5028.5">16034 5866 8 0,'-7'-3'55'16,"7"3"-10"-16,0 0-6 0,0 0 0 0,0 0-5 15,0 0-4-15,0 0-2 0,0 0-5 0,-7 6-6 16,7-6 2-16,0 0 2 0,0 0-2 0,0 0-5 16,0 0-1-16,3 13-3 0,-3-13-2 0,0 0 2 0,6 10 1 15,-1-7-3-15,-5-3 8 0,8 7-11 16,-3-4 1-16,2-1 0 0,-1 1 2 0,5-1-2 16,-2 1 3-16,2 0 2 0,1-2-7 0,5 1 2 15,1 0-6-15,-2 0 5 0,4 0-6 0,0-2 5 16,-1 2-2-16,3-2-2 0,1 2 5 0,5-2-4 15,1 0 1-15,0-2-1 0,0 2 0 0,-1 0-3 16,-1 2 5-16,1-2-1 0,-1 0 4 0,2 1-8 16,-2-1 5-16,-7 0 2 0,2 0-2 0,0 0 1 15,6 0 0-15,-7 2-2 0,-2-2-3 0,3 2 0 16,-2-1 4-16,-2-1-2 0,1 1-2 0,1-1 1 16,-2 0 3-16,4 2 2 0,-3-1-7 0,0-1 1 15,3 0 2-15,-1 1 0 0,-2-1 7 0,2-1-2 16,-3 1 1-16,2 0-5 0,-1 0 1 0,0-1 3 15,-1-1-4-15,0 1 2 0,1 1-2 0,-1-1 2 16,0-1-1-16,-4 2-4 0,0-2 1 0,0 2-4 0,-1 0 5 16,-1 0 0-16,0 2 2 0,-1-2-7 15,2 0 9-15,-3 2-7 0,2-1 3 0,-1 2-1 16,1-2 4-16,1 1 2 0,-1 0-5 0,1-1 1 16,0 0-2-16,0 0-3 0,-2 1 9 0,2-2-6 15,-1 0 2-15,-2 1-2 0,1 2-1 0,-3-3-1 0,1 1 3 16,-2 1 2-16,-7-2 1 0,16 0-8 15,-11 2-1-15,-5-2-4 0,11 1-14 0,-11-1-14 16,9 3-13-16,-9-3-38 0,3 4-95 0,-3-4 42 16</inkml:trace>
  <inkml:trace contextRef="#ctx0" brushRef="#br0" timeOffset="5710.25">17044 5986 11 0,'0'0'57'16,"29"-2"-5"-16,-17 2-6 0,-3 0-7 0,4-1 0 15,2 1-1-15,-2-1-10 0,1 0 0 0,5 1-4 0,1 0 0 16,-1 0-1-16,1-2-5 0,3 2-1 15,4 0 0-15,-7-1-1 0,8 0-2 0,-1 0 2 16,-5-2-8-16,1 2 0 0,-2-1 6 0,5 1-2 16,2-1-4-16,-6 2-1 0,6-3 2 0,-8 2 0 15,1-1-3-15,1 1 4 0,-2 0-4 0,2 1-2 0,6-2 2 16,-6 2-1-16,-1-2 1 0,7 1-7 16,-2 0 4-16,-6-1-3 0,2 2 2 0,-1 0 0 15,0 2 1-15,7-2-1 0,-1 1-2 0,-5 0 3 16,0-1 1-16,6 0-4 0,-6 0 3 0,6 0-5 15,-2 0 3-15,-5 0 6 0,6-2-1 0,-5-1 0 0,6 3-8 16,-7-3 4-16,0 2-6 0,1 0-1 0,-2-2 8 16,1 1-5-16,1 0 10 0,-2 2-7 15,0-1 0-15,-1 0-1 0,2-1-2 0,-3 2 5 0,2 0 0 16,-3-2-6-16,1 4 6 0,2-2-3 16,-3 2 0-16,0-2 11 0,3 1-11 0,1 0-2 0,-2 1 4 15,-2-2-3-15,4 2-1 0,0-2 1 0,0 0 0 16,-2 1-1-16,1-2 6 0,0 1-2 0,-1 0 2 15,0 0-4-15,0-1-3 0,0 1 7 16,1-1-1-16,0-2-2 0,-1 3 1 0,-6-3-4 0,7 3 5 16,-2-2 3-16,0 1-6 0,-1-1 3 0,1 1-3 15,-6 0-1-15,8-1 4 0,-1 1 1 0,-4-2-5 16,4 3 4-16,-3 0 3 0,3-3-1 0,-3 0 4 16,2 2-1-16,0 0 7 0,-4-2-1 15,3-1 2-15,-3 2-5 0,4-2 1 0,-6 1 1 16,-1 2-5-16,1-2 0 0,0 2-4 0,-2-2 0 0,2 1 5 15,-1 0-5-15,-3 0-1 0,2 0-2 0,-1 0 4 16,1 1 1-16,-1 0-3 0,-1 0 4 16,-8 1 3-16,11-3-11 0,-11 3 0 0,11-2-3 15,-11 2 4-15,7-1-12 0,-7 1-2 0,0 0-14 16,7-2-18-16,-7 2-14 0,0 0-61 0,0 0-131 0,0 0 58 16</inkml:trace>
  <inkml:trace contextRef="#ctx0" brushRef="#br0" timeOffset="7128.6">15489 6013 74 0,'0'0'90'0,"-8"1"1"0,8-1-13 0,-11 4-5 16,11-4 2-16,-12 2 8 0,7 0-17 0,0 1-10 15,-3-1 7-15,8-2 1 0,-13 4 3 0,6-1-5 16,7-3-2-16,-11 2-4 0,6 0-8 0,-1 1 0 16,6-3-5-16,-12 2-7 0,7 0-2 0,5-2 2 15,-9 4-6-15,9-4 7 0,-7 2-1 0,7-2-4 16,-6 3 2-16,6-3 0 0,0 0-5 0,0 0-2 15,0 0-3-15,-6 2-2 0,6-2 4 0,0 0-5 16,0 0-1-16,0 0-2 0,0 0-2 0,28-7 0 16,-16 3-2-16,1 1-2 0,6-1-1 0,0-2-2 15,-1 1 5-15,2 2-4 0,-3-2-5 0,-3 1 1 16,-1 0-1-16,1 1-1 0,-3 1-11 0,-1-1-8 16,-1 2-18-16,-1 0-4 0,-8 1-14 0,12-1-7 15,-12 1-5-15,10-1-6 0,-10 1 6 0,7 0 0 16,-7 0 9-16,0 0 1 0,0 0 0 0,0 0 8 0,0 0 0 15,0 0 8-15,0 0 5 0,-24 9 8 16,24-9-1-16,-13 2 2 0,4-1 9 0,9-1 3 16,-13 4 4-16,7-4 8 0,6 0-2 0,-14 0 10 15,14 0 2-15,-11-1-2 0,11 1 0 0,-8 1 0 16,8-1-3-16,0 0 11 0,-10 2-9 0,10-2 0 0,0 0-2 16,0 0 5-16,-7 2-11 0,7-2 8 15,0 0-3-15,-1 9 10 0,1-9 2 0,0 11 5 16,0-11-3-16,3 18 4 0,-2-8-9 0,2 2 7 15,-1-2-2-15,-1 1-2 0,1 2 0 0,-1-3 2 16,0 4-4-16,2-2 4 0,-2-1 4 0,0 1-3 0,1-2-3 16,-2 1 1-16,0-2-4 0,1 1 0 15,-1-4-4-15,0-6 0 0,0 13 2 0,0-8 3 16,0-5-3-16,-3 10 9 0,3-10-5 0,-6 11 2 16,3-8-6-16,1 4 4 0,2-7-8 0,-7 6 7 0,7-6-6 15,-7 6 10-15,7-6-6 0,-5 5 0 0,5-5-4 16,-7 2-2-16,7-2-3 0,-5 3 3 15,5-3 3-15,0 0-3 0,0 0-2 0,-10 0 0 16,10 0 2-16,0 0 1 0,0 0-4 0,0 0 1 16,0 0-2-16,0 0-3 0,0 0-3 0,0 0 4 0,0 0-7 15,0 0 7-15,0 0 2 0,0 0-4 0,0 0 0 16,0 0 1-16,22-8 2 0,-12 5-8 0,1-2-2 16,2-1-8-16,4 0-4 0,-2-1-8 0,0 1-3 15,3 0-5-15,-2 0-10 0,-2 1 0 0,-1 1-4 16,-1-2 6-16,-3 2-6 0,2 0 1 0,-4 1 4 15,-1 0 9-15,1 0-2 0,-3-2-15 16,0-1 11-16,0 1 3 0,-1 0 7 0,0-1 3 0,-3 6 16 16,2-11 8-16,-2 2 8 0,0 9 9 0,-2-11 1 15,-2 5 26-15,4 6 3 0,-4-9 4 0,2 3-2 16,2 6-3-16,-4-7 6 0,4 7-5 0,-3-8 1 16,3 8-3-16,0 0-12 0,-2-6-7 0,2 6-6 15,0 0 4-15,0 0-3 0,0 0-5 0,0 0 13 16,0 0 2-16,0 0 7 0,-6 25 3 15,5-12-2-15,0-1-1 0,1 3-2 0,0 2-2 0,-1-1 0 16,-1-5-5-16,2 1-2 0,0 1 0 16,-1-1-3-16,-1-2-1 0,4 0-2 0,-1 1-8 0,-2-1 1 15,1-1 0-15,0-9-1 0,0 14 0 16,1-7 1-16,1-1-1 0,-2-6-2 0,1 11-1 16,-1-11-5-16,1 11-9 0,-1-11-10 0,1 8-23 0,-1-8-15 15,2 7-19-15,-2-7-19 0,0 0-2 0,4 8-4 16,-4-8-6-16,0 0-15 0,0 0-77 0,0 0-214 15,0 0 95-15</inkml:trace>
  <inkml:trace contextRef="#ctx0" brushRef="#br0" timeOffset="7381.54">15710 6119 19 0,'19'-5'123'0,"-2"0"1"0,4 0-2 0,0 3 2 15,7-1-25-15,-3 1-7 0,-4 2-11 0,0 2-5 16,0 1-4-16,-1 1-11 0,-2 3-3 0,-6-1-8 16,-1 6 0-16,-2-3-6 0,-5 3-1 0,-1 5 0 15,-5 0-1-15,0 2-3 0,-5 0-2 16,-4 7-8-16,-3-3 0 0,-3 1-5 0,-3-2 5 0,-2 0-5 16,-1 0-5-16,-1-3-7 0,2-2-4 0,-5-2-12 15,2 0-7-15,2-3-23 0,5-2-15 16,0-4-11-16,4 1-40 0,2-5-31 0,-1-1-67 15,1-2-214-15,3-4 95 0</inkml:trace>
  <inkml:trace contextRef="#ctx0" brushRef="#br0" timeOffset="11897.46">17934 6811 37 0,'0'0'41'0,"0"0"-4"16,0 0-8-16,0 0-2 0,0 0-1 0,0 0-2 15,3-10-1-15,-3 10 0 0,0 0 3 16,0 0-6-16,4-8-4 0,-4 8 6 0,0 0 1 16,4-5-7-16,-4 5 7 0,2-6 4 0,-2 6-3 0,6-8-7 15,-4 4 6-15,-2 4-11 0,7-13 4 0,-4 8 2 16,1-2-9-16,1 1 0 0,2-1 0 0,-2-2-2 16,0 2 0-16,0-3-2 0,3 3 1 15,-3-1 0-15,1-1 0 0,2 1-2 0,0-1 1 0,-1-1-1 16,1 1-4-16,1-2 3 0,2-1-8 15,1-2 2-15,-2 2 0 0,0 2 0 0,1-1 0 16,-2 2-1-16,3-5-3 0,-2 1 0 0,-2 4-5 0,5-3 6 16,-5 3-7-16,1-1 1 0,2-3-5 0,1 1-1 15,-3 1 4-15,2-3 0 0,-3 4-2 0,2-2 4 16,-1 2-2-16,1-6 10 0,-1 5-5 0,-1 0 2 16,1 1 2-16,-3 0-2 0,2 0 2 0,-2 0-1 15,2-1 2-15,-3 2 0 0,1-1-2 0,-1 0 3 16,-1 1-3-16,1 0 3 0,2-3-1 0,-1 5-1 15,-1-3 2-15,0 0 3 0,1 1 0 0,1-2-2 16,-1 2-7-16,1 1 8 0,-1-2-2 0,1 2 2 16,1-2-2-16,-1 1 5 0,-1-1-2 15,1 3-5-15,0-3 2 0,2 1 4 0,0 0-5 16,-1 0 3-16,1-1-1 0,0 1 4 0,0 0-4 0,0 1 2 16,2-5-5-16,-3 6 1 0,1-2-1 0,0 1 5 15,-2 0 2-15,1 1-2 0,0 0 4 0,-2 1-5 16,2 0-2-16,-4 1-4 0,1 1-8 0,0 0-6 15,3-2-6-15,-8 6-16 0,10-6-45 0,-5 2 20 16</inkml:trace>
  <inkml:trace contextRef="#ctx0" brushRef="#br0" timeOffset="12643.45">18670 5838 41 0,'4'-10'60'0,"-1"-2"-5"0,2 1-9 16,2-5-3-16,-3 1-6 0,2-2-5 0,-1-1-2 16,3 0-3-16,-1-1 0 0,0-5-9 0,-1 5 5 15,3-6-9-15,0 2 2 0,-1-1-4 0,2-2 5 16,0 2-6-16,0-2-3 0,-1 1-2 0,3-1 3 16,1 3-9-16,-3 0 8 0,3-2-5 0,0 3 0 15,-1 1 5-15,2-1-3 0,0-2 5 0,0 3-2 16,3-2-11-16,1 0 5 0,0 0 0 0,0 0 5 15,1-1-8-15,1-2 6 0,0 2 2 0,2 0-8 16,1-2 0-16,3-1-2 0,-2 1 0 0,11-10 0 16,-3 1 3-16,-7 10-1 0,12-10 2 0,0 2-1 15,-10 8 0-15,9-10 10 0,-8 14-6 0,2-2-3 16,-2 0-3-16,1-1 1 0,7-8 5 0,-9 10-3 16,-2 1 1-16,1-1-5 0,1 2 5 0,0-1 1 15,-1 0-7-15,-1-1-7 0,-2 1-7 0,1 3-12 16,1-2 6-16,0 2-8 0,0-1-3 0,-2 2-41 15,3 1-81-15,1 0 35 0</inkml:trace>
  <inkml:trace contextRef="#ctx0" brushRef="#br0" timeOffset="14748.29">16427 5010 23 0,'-37'2'61'0,"2"0"-9"0,4-1-7 0,2 1 2 16,9 0-8-16,-2 0-7 0,1 1-5 16,5 2-2-16,-1-1-13 0,4-1-11 0,2 1-21 0,1 1-38 15,-1-2-62-15,1 2 28 0</inkml:trace>
  <inkml:trace contextRef="#ctx0" brushRef="#br0" timeOffset="21580.83">29923 12149 120 0,'0'0'170'0,"0"0"-12"15,-7 4-11-15,7-4-13 0,0 0 2 0,0 0-5 16,0 0-4-16,0 0-3 0,0 0-17 0,0 0-7 15,0 0-9-15,0 0-11 0,0 0-8 0,0 0-10 16,0 0-5-16,0 0-2 0,0 0-8 0,0 0-5 16,0 0-9-16,0 0-11 0,11 10-20 0,-11-10-19 15,4 8-31-15,-4-8-15 0,5 1-29 0,-5-1-28 16,9 5-13-16,-1-3-125 0,-3 1-279 0,-5-3 124 16</inkml:trace>
  <inkml:trace contextRef="#ctx0" brushRef="#br0" timeOffset="22526.74">32544 11817 273 0,'0'0'240'15,"0"0"-35"-15,8-5-22 0,-8 5-15 0,0 0-7 16,0 0-20-16,0 0-10 0,3-5-16 0,-3 5-15 16,0 0-19-16,0 0-24 0,0 0-15 0,0 0-19 15,0 0-28-15,0 0-26 0,-14-7-26 0,14 7-37 16,0 0-33-16,-10-5-141 0,10 5-290 0,-16 0 129 15</inkml:trace>
  <inkml:trace contextRef="#ctx0" brushRef="#br0" timeOffset="24830.35">31711 6296 15 0,'0'0'48'0,"0"0"-2"15,0 0-3-15,0 0-4 0,0 0 2 0,0 0 2 16,0 0-6-16,0 0-13 0,0 0 6 0,0 0-7 16,0 0 1-16,0 0-7 0,0 0 2 0,0 0-5 15,9-5-2-15,-9 5-2 0,0 0-2 0,0 0 2 16,0 0 2-16,0 0-12 0,0 0-7 0,0 0 18 15,0 0-20-15,0 0 20 0,0 0-5 0,9 0 4 16,-9 0-4-16,0 0-7 0,0 0 6 0,0 0-4 16,0 0-2-16,7 5-3 0,-7-5 7 0,0 0-6 15,0 0 6-15,0 0-9 0,0 0 2 0,0 0 0 16,10 1 5-16,-10-1 0 0,0 0-3 0,0 0 7 16,0 0-7-16,0 0 1 0,5 3-4 0,-5-3 2 15,0 0 0-15,0 0 4 0,0 0-4 0,0 0 4 16,8 1-3-16,-8-1-2 0,0 0 6 0,0 0 0 15,0 0-2-15,0 0 3 0,0 0-6 0,0 0-5 16,0 0 10-16,0 0 4 0,0 0-14 0,0 0 11 16,0 0-5-16,0 0 5 0,0 0 3 0,0 0-5 0,0 0 22 15,0 0-30-15,0 0 11 0,0 0-4 16,0 0 6-16,0 0-11 0,0 0 4 0,0 0-1 16,0 0 4-16,0 0 0 0,0 0-6 0,0 0 7 15,5 4-4-15,-5-4 5 0,0 0-6 0,0 0 3 16,0 0-6-16,0 0 4 0,0 0-2 0,0 0 7 15,0 0-4-15,0 0 3 0,0 0 0 0,0 0-4 16,0 0-1-16,0 0 7 0,0 0-3 0,0 0 1 16,0 0-10-16,0 0-4 0,0 0 7 0,0 0 3 15,0 0-1-15,0 0-3 0,0 0-1 0,0 0-8 16,0 0-10-16,0 0-17 0,0 0-33 0,0 0-79 16,0 0 36-16</inkml:trace>
  <inkml:trace contextRef="#ctx0" brushRef="#br0" timeOffset="32861.25">29620 11959 87 0,'0'0'136'0,"0"0"-7"0,0 0-1 0,0 0-6 16,0 0-2-16,0 0-4 0,0 0-6 0,0 0-7 15,0 0-9-15,0 0-17 0,0 0-3 0,0 0 1 16,0 0-14-16,0 0-7 0,0 0-6 0,0 0-4 16,0 0-9-16,0 0-7 0,0 0 1 0,0 0-4 15,0 0-10-15,0 0-1 0,0 0-8 0,0 0-21 16,0 0-14-16,0 0-24 0,0 0-34 0,0 0-26 16,0 0-127-16,18 2-258 0,-18-2 115 0</inkml:trace>
  <inkml:trace contextRef="#ctx0" brushRef="#br0" timeOffset="33233.91">31599 11633 103 0,'0'0'135'0,"0"0"-2"0,0 0-9 16,0 0-18-16,0 0-19 0,0 0-24 0,0 0-12 16,0 0-31-16,0 0-25 0,0 0-16 0,0 0-18 15,0 0-18-15,0 0-60 0,0 0-127 0,0 0 56 0</inkml:trace>
  <inkml:trace contextRef="#ctx0" brushRef="#br0" timeOffset="34444.71">31002 6424 2 0,'9'-1'45'0,"-9"1"-1"0,9-2-5 0,-9 2 2 0,0 0 3 16,10-3-9-16,-10 3-12 0,6-2-2 0,-6 2 2 15,0 0 10-15,8-3-15 0,-8 3 6 0,0 0 0 16,0 0 3-16,8-1-17 0,-8 1 4 16,0 0 0-16,0 0 5 0,0 0-12 0,9-4 2 15,-9 4-1-15,0 0-10 0,0 0-3 0,10-2 5 0,-10 2 3 16,0 0-9-16,8 0 4 0,-8 0-5 0,9-1 1 15,-9 1 2-15,7-3 2 0,-7 3-1 16,0 0 2-16,0 0-6 0,0 0 2 0,0 0-4 16,9-2-6-16,-9 2-1 0,0 0 6 0,0 0-1 15,0 0-10-15,11 0-5 0,-11 0-1 0,0 0-30 16,0 0-62-16,0 0 27 0</inkml:trace>
  <inkml:trace contextRef="#ctx0" brushRef="#br0" timeOffset="37188">24887 6168 22 0,'0'0'45'0,"0"0"-6"16,0 0-3-16,0 0-10 0,0 0-3 15,0 0 2-15,0 0-11 0,0 0 1 0,0 0 0 16,0 0-1-16,0 0-4 0,0 0 4 0,0 0-3 16,0 0-8-16,0 0 9 0,0 0-1 0,0 0-4 0,0 0 2 15,0 0-3-15,0 0-1 0,0 0-2 0,0 0 1 16,0 0 6-16,0 0-2 0,0 0-4 0,0 0 4 16,0 0-3-16,0 0-3 0,0 0 3 15,0 0-9-15,0 0 6 0,0 0 4 0,0 0-3 0,0 0 1 16,0 0 0-16,0 0-5 0,0 0 3 0,0 0 1 15,0 0 2-15,0 0-1 0,0 0-4 0,0 0 0 16,0 0-3-16,0 0 0 0,0 0 2 16,0 0-8-16,0 0 5 0,0 0-10 0,0 0-3 15,0 0-9-15,0 0-10 0,0 0-19 0,0 0-59 0,0 0 27 16</inkml:trace>
  <inkml:trace contextRef="#ctx0" brushRef="#br0" timeOffset="40476.85">15331 7886 39 0,'-10'-4'77'0,"1"-1"-7"0,-2 1 3 0,2-2-12 16,-1 2 2-16,-2-3-10 0,1 5 2 0,0-2-1 15,-5 0 5-15,0 4-3 0,0 0 1 0,-3 1-6 16,1 3-27-16,-2-1 6 0,1 6 3 0,-5 4 3 0,-3 3-6 16,3 0 0-16,-3 4 0 0,4 0-3 15,0 3-12-15,0-1 5 0,3 0 1 0,-3 2-1 16,0 0-4-16,5 0 2 0,-4 2-2 0,5 0-8 0,-2-2 5 15,1 3 3-15,3 1 4 0,-1 2-1 0,-3 0-7 16,3 1-1-16,-3 15 11 0,3-13 6 16,3 1-12-16,-3 11 6 0,2-2-12 0,3-8 8 15,0 11 1-15,2 2-10 0,3-13 7 0,2 0 5 0,2 1-2 16,3 9 0-16,1-13 0 0,5 1-4 0,0-1-1 16,4-1 0-16,4 0-5 0,3-2-7 0,5 0 16 15,8 9-2-15,-6-11-1 0,11 7-1 16,-7-11 5-16,12 4-3 0,-10-6 3 0,16-1-6 0,-1 1 2 15,-9-11-4-15,19 1 0 0,-4-4 0 0,6-6-3 16,0-1 3-16,1-3-5 0,-1-2 4 0,1-2-3 16,-2-5 6-16,-4-2-6 0,3 1-4 0,-3 1 0 15,-5-5 7-15,0-2-6 0,-2-2 10 0,-2-2-7 16,-9 6 5-16,12-9-7 0,0-3-3 0,0 0 6 16,-3 2 6-16,-2-4-4 0,-1 0 5 0,0-1-6 15,-5-1-3-15,-4-3 0 0,-9 8 2 0,4-13-2 16,-13 9 4-16,5-16 3 0,-8 0-3 0,-4 0-1 15,-6-7 4-15,-1 3-2 0,-6 0 3 0,-5-1 3 16,-6 0-2-16,-4-1-1 0,-7-1 0 0,-8 3 1 16,-19-13-6-16,11 26-2 0,-24-17 1 0,14 24 3 15,-29-9 0-15,-5 13-5 0,-4 7-2 0,-5 7-5 16,-5 14-2-16,-5 11-3 0,0 13-22 0,-4 11-21 16,-4 9-44-16,-5 14-46 0,-9 13-162 0,7 1-324 15,5-1 144-15</inkml:trace>
  <inkml:trace contextRef="#ctx0" brushRef="#br0" timeOffset="43829.87">23806 8693 37 0,'0'0'102'16,"4"-10"-25"-16,-4 10-18 0,1-6-19 0,-1 6-1 15,5-6-14-15,-5 6-12 0,8-2-12 0,-8 2-24 0,0 0-39 16,0 0-67-16,11 10 29 0</inkml:trace>
  <inkml:trace contextRef="#ctx0" brushRef="#br0" timeOffset="48034.27">13679 8459 26 0,'0'0'24'0,"0"0"-21"0,0 0-13 0,0 0-9 16,0 0 5-16</inkml:trace>
  <inkml:trace contextRef="#ctx0" brushRef="#br0" timeOffset="52750.23">25442 11123 12 0,'0'0'97'0,"0"0"-4"0,0-9-13 15,0 9-5-15,0 0-5 0,0 0-2 0,0 0-14 16,0 0-14-16,0 0 1 0,0 0-10 0,0 0-7 0,0 0 0 16,0 0 1-16,0 0-8 0,0 0 0 15,10 0-13-15,-10 0-11 0,0 0-12 0,0 0-9 0,0 0-18 16,0 0-8-16,0 0-49 0,0 0-113 0,0 0 50 15</inkml:trace>
  <inkml:trace contextRef="#ctx0" brushRef="#br0" timeOffset="53426.57">25200 12450 49 0,'0'0'92'0,"0"0"-22"0,0 0 6 0,3-9-8 15,-3 9-1-15,0 0-10 0,0 0-4 0,0 0-32 16,0-9 10-16,0 9-17 0,0 0-13 0,2-6-14 16,-2 6-16-16,0 0-19 0,0 0-38 0,0 0-91 15,2-7 41-15</inkml:trace>
  <inkml:trace contextRef="#ctx0" brushRef="#br0" timeOffset="54596.86">25012 13291 50 0,'0'0'96'0,"0"0"-9"0,0 0-8 0,0 0-5 15,0 0-9-15,0 0-15 0,0 0 2 0,0 0-16 16,0-9-17-16,0 9-14 0,0 0-15 0,0 0-6 16,0 0-8-16,0 0-18 0,0 0-46 15,0 0-93-15,0 0 42 0</inkml:trace>
  <inkml:trace contextRef="#ctx0" brushRef="#br0" timeOffset="69517.39">17509 9349 28 0,'0'0'41'0,"0"0"-8"0,0 0-10 0,0 0-11 15,0 0-14-15,3-7-21 0,-3 7-24 16,0 0 11-16</inkml:trace>
  <inkml:trace contextRef="#ctx0" brushRef="#br0" timeOffset="69804.34">17448 9709 13 0,'0'0'57'0,"0"0"-5"16,0 0-13-16,0 0-12 0,0 0-9 0,0 0-16 16,0 0-20-16,0 0-14 0,0 0-35 0,0 0 16 15</inkml:trace>
  <inkml:trace contextRef="#ctx0" brushRef="#br0" timeOffset="70494.13">17431 9907 25 0,'-1'7'25'0,"1"-7"-7"16,0 0 2-16,-3 9-2 0,3-9-1 0,-1 10-8 0,0-2-5 15,-1 2-6-15,1-1-10 0,0 2-9 0,-2-1-22 16,2 2 10-16</inkml:trace>
  <inkml:trace contextRef="#ctx0" brushRef="#br0" timeOffset="70951.23">17398 9588 5 0,'0'-13'18'0,"0"13"-5"16,0-12-4-16,1 7 6 0,-1 5-3 0,2-14 3 16,-2 7-1-16,0 7-3 0,2-12-5 0,-2 12 3 15,1-8-4-15,-1 8-3 0,2-9-1 0,-2 9 1 16,1-7-15-16,-1 7-8 0,3-9-23 0,-3 9 10 16</inkml:trace>
  <inkml:trace contextRef="#ctx0" brushRef="#br0" timeOffset="73202.2">17251 15430 23 0,'0'0'10'16,"0"0"-4"-16,4 7-13 0,-4-7-7 0,4 7 3 16</inkml:trace>
  <inkml:trace contextRef="#ctx0" brushRef="#br0" timeOffset="73276.85">17278 15459 5 0,'0'0'12'0,"5"3"6"0,-5-3-4 16,0 0 1-16,0 0-3 0,5 5 0 15,-5-5 2-15,3 5-10 0,-3-5 2 0,3 7-5 16,-3-7-21-16,3 10-19 0,-1-5 8 0</inkml:trace>
  <inkml:trace contextRef="#ctx0" brushRef="#br0" timeOffset="73405.55">17346 15639 55 0,'0'0'53'15,"-9"12"-9"-15,5-9-8 0,0 2-8 0,4-5-29 16,-8 11-15-16,5-6-18 0,0 1-35 0,-1 1 16 16</inkml:trace>
  <inkml:trace contextRef="#ctx0" brushRef="#br0" timeOffset="76146.14">18819 5970 13 0,'-13'16'16'0,"1"-1"1"0,-3-1-2 15,3-1-3-15,-1 0-1 0,3 0 3 0,0-4-2 16,2 1 1-16,1-1 3 0,0 0-5 0,-3-1-4 15,3-1-2-15,1 1 5 0,-2-1 2 16,1 0-3-16,-1 0 3 0,0 2-4 0,-1-1 3 0,-1-1-4 16,1 0 1-16,1 1 2 0,-2 1-6 0,1 0-2 15,-2 1-1-15,0-1 10 0,0 3-1 16,-2-1-17-16,0 0 9 0,3-2 4 0,-4 2 0 16,5-2-3-16,0 1-1 0,-2 2 0 0,3-2 0 15,2-1 3-15,-1 0-2 0,2 1-5 0,-1-1 2 16,1 2 2-16,-1-1-4 0,1 3 3 0,0 1-9 0,-2 3-12 15,3-7-26-15,0 3-49 0,0-2 22 16</inkml:trace>
  <inkml:trace contextRef="#ctx0" brushRef="#br0" timeOffset="76867.02">18165 6975 10 0,'-7'17'12'16,"-1"-3"0"-16,0 1 1 0,1-5 3 0,2-3 5 15,-2 1 2-15,0 2 1 0,1-1-2 0,-2-1-3 16,0 3-2-16,-3 1 5 0,-1 2-5 0,-1 1-3 16,-3 5-2-16,2-5 1 0,-1 7-1 0,-2 2-1 15,2-3-8-15,2 3 7 0,-4-2-7 0,3-6-2 16,3 6 2-16,-1-5 6 0,1 2-8 0,-2 4 1 16,4-8-2-16,0 0-1 0,1 0 0 0,1 2 2 15,2-2-7-15,-2-1 3 0,4 3-1 0,-3 0-5 16,4-2 2-16,-2 2-6 0,1 0-7 0,-1 0 9 15,3-1-2-15,-1 0-7 0,-1 4 0 0,-2-1 1 16,4-2 2-16,-3 1-10 0,3-2-28 0,-4 2 91 16,1-1-56-16,1 0-19 0,-1-1 65 0,0 2-40 15,-1 1-14-15,0-1 43 0,0 1-20 0,1 1 2 16,-2 6-1-16,-2-4-4 0,-1 2 11 0,4-5-3 16,-4 6-6-16,2 0 6 0,0-7 7 0,0 6-5 15,3-6 4-15,-3 6-2 0,0-7 1 0,0 3-1 16,2-1-3-16,1 0 0 0,-1-1 2 0,1 1-1 15,-2-2-1-15,2-2 0 0,-1 3-1 0,1-3 3 16,-1 1 0-16,1-6 2 0,0 5-2 0,-1-2-2 16,0-1-2-16,1-3 1 0,1 2 3 0,-1-2 5 15,-2 0-10-15,6-9-3 0,-10 20 7 0,7-10-2 16,-4-1-3-16,3-2 1 0,0 3 3 16,1 0 2-16,3-10-5 0,-7 15 5 0,5-7 1 0,0 2-3 15,2-10 2-15,-2 17-3 0,2-9-4 0,-1 4-12 16,-1-2-16-16,2-10 7 0</inkml:trace>
  <inkml:trace contextRef="#ctx0" brushRef="#br0" timeOffset="78293.7">18869 5940 7 0,'-5'27'27'0,"-1"3"-6"0,-1 2 0 0,1 5 3 16,-1 10-2-16,-5-1-5 0,0 2-4 0,3 0 3 15,-2 2-1-15,3-2-1 0,1-1 0 0,2 0-6 16,-1-1-2-16,1-8 8 0,2 8-9 0,1 1 2 16,-3-1 0-16,1 2-4 0,-1-2 4 15,-4 0-1-15,5 1 4 0,-2-13-4 0,2 13 0 0,-2-15 2 16,5 4-5-16,-1-7 0 0,2 1 2 0,1 1-2 16,-4-2-5-16,1-3-1 0,4 3 4 0,-4-3 3 15,4 0-6-15,-4-2-1 0,2 2 5 0,-3 2-5 16,1-1-4-16,-1 1 2 0,-1 0-3 15,-1 3 0-15,1 0-5 0,-2 0-2 0,-3 2 2 0,4-1 1 16,-3 5 1-16,2 8 1 0,2-10-7 0,-5 10-16 16,4-9-34-16,-3 10 15 0</inkml:trace>
  <inkml:trace contextRef="#ctx0" brushRef="#br0" timeOffset="78511.22">18566 8226 5 0,'-1'12'18'0,"-3"3"-1"15,1 2 4-15,-3-1 2 0,4 1-1 0,0-6 4 16,-3 3-2-16,2-4 1 0,2 8-11 16,1-18 4-16,-1 22-5 0,0-12 0 0,1-10-4 0,0 22 4 15,0-10 0-15,0-12-8 0,1 21 2 16,-2-10 6-16,1-11-6 0,0 20 2 0,0-20-1 0,-2 19 0 16,2-19-2-16,0 13 2 0,0-13-3 0,2 13-3 15,-2-13 6-15,1 13-8 0,-1-13-10 0,0 0 10 16,1 19-13-16,-1-19-1 0,1 13-8 15,-1-6-29-15,0-7-54 0,-1 15 25 0</inkml:trace>
  <inkml:trace contextRef="#ctx0" brushRef="#br0" timeOffset="78725.98">18611 8749 21 0,'0'0'41'0,"0"0"0"0,-3 15-7 15,3-15-4-15,2 14-3 0,-2-14-2 0,-3 13-3 16,3-13-19-16,-6 19-6 0,3-10-8 0,0-3-8 16,3-6-17-16,-5 14-38 0,5-14 18 0</inkml:trace>
  <inkml:trace contextRef="#ctx0" brushRef="#br0" timeOffset="78923.36">18544 8843 26 0,'-16'-4'66'0,"16"4"-8"16,0 0-13-16,0 0-11 0,0 0-19 0,0 0-13 0,0 0-21 16,0 0-3-16,-4-7-13 0,4 7-37 15,0 0 17-15</inkml:trace>
  <inkml:trace contextRef="#ctx0" brushRef="#br0" timeOffset="79527.23">18502 8637 84 0,'-2'-12'78'0,"2"12"-13"0,0 0-2 0,0 0-12 0,0 0 0 16,0 0 0-16,0 0-16 0,0 0-1 16,-7-10-1-16,7 10-7 0,0 0-1 0,0 0-8 15,-6 36 11-15,2-18-4 0,0 8 2 0,0 1-6 16,-1 3 2-16,0 0-6 0,-1 3 5 0,-1 2 0 16,1 11-4-16,1-10 4 0,-2 10-11 0,1-10-2 15,0 13 3-15,-2-3 4 0,3 3-2 0,1-14 1 16,1 1-15-16,-3-2 4 0,1 14 4 0,2-2-4 15,0-13 3-15,-1 3-5 0,-3-2-3 0,2-2 5 16,-1 3-5-16,1-4 1 0,0-1 4 0,-3 0-3 16,4-1-6-16,-5 1-7 0,4 0 3 0,0-2 3 15,0-2 1-15,3-1-9 0,-1-8-1 0,-1 3-7 16,1 6-2-16,0-8 5 0,-1 1-9 0,2 6-1 16,-1 0 5-16,0-1 0 0,-1 2 2 0,0-7 1 15,-3 5-4-15,2 2-11 0,-1 0 7 0,1-7-1 16,0 1 6-16,0 2 0 0,-1-3 6 0,1 0 0 15,-1 0-1-15,1 0 15 0,-1 5 5 0,-2 2 4 0,-2-3-8 16,2 1-2-16,-2 0 2 0,3 4 6 16,-2-1-2-16,1 4 5 0,-1-2-3 0,0-1-1 15,0 0 5-15,4-2-16 0,-4-2 13 0,3 2-5 16,1-7-1-16,-3 3 6 0,4-3-3 0,-2-1 0 16,2 1 3-16,0-1 12 0,0 7-5 0,0-6 4 15,-3 5 1-15,0 1-4 0,2-9 0 0,-1 3 0 16,-1 6-4-16,-2-2-1 0,2 3 6 0,-1-3-2 15,3-3 2-15,-3 5-11 0,-1 0 1 0,2 2 5 16,0-1 0-16,2 0-1 0,0-7 6 0,-3 5-1 16,5-5-7-16,-3-1 6 0,3 0-1 0,-1 0-6 15,1-1 2-15,1 1-6 0,-2-1 1 0,1-2-4 16,1 2-10-16,1-1 2 0,-1 0 1 0,2-1-3 16,0-15 5-16,0 23-2 0,0-10-2 0,2-2 1 15,-2-11 1-15,-2 23 2 0,4-12 3 0,-2-11 0 16,0 24-5-16,1-15 5 0,-1-9 1 0,-1 23 0 15,1-11-3-15,0 3 0 0,0-15-1 0,-2 29-11 16,1-13-46-16,0 2-71 0,-1-2 31 0</inkml:trace>
  <inkml:trace contextRef="#ctx0" brushRef="#br0" timeOffset="80365.2">17917 11378 44 0,'-2'14'58'0,"2"-14"1"0,-2 17-4 16,2-5-7-16,-1 0 5 0,-3 4-1 0,4 3 2 15,-3 4 5-15,2 3-5 0,1 0-7 0,-1-1 3 16,0 1 1-16,1 7-6 0,1 1-6 0,0-1-2 15,0-1-1-15,-1 0-5 0,2-3 1 0,-1 1-1 16,1 1-4-16,1-2-1 0,-2 3 0 0,0 4-4 16,2 13 32-16,-3-13 2 0,-4-4-6 0,0 2 1 15,1 1-4-15,-1-1-1 0,0 2-2 0,1-1-7 16,3-3-4-16,0 14-3 0,-1-10-2 0,1-4 0 16,0 1-12-16,-1 1 4 0,1-2-2 0,-3-2 4 15,3-1-14-15,-2 0 6 0,0-1-5 0,2-2 4 16,-1-2-5-16,-1-3-3 0,0 2-2 0,1 4-42 15,-3-2 1-15,2-1-5 0,0-6 7 0,0 1 16 0,-1-2-3 16,1 3 7-16,-2 0 5 0,1-3 2 16,2-1-14-16,-3 1 2 0,2 0 5 0,-1 1 16 15,-1-1-21-15,1 1 1 0,-3 1 0 0,2-1-14 16,3 0-2-16,-1 1-30 0,-1 1 3 0,2-3 14 16,-1 2 14-16,1 0-10 0,1 0 1 0,-4-2 5 15,3 3 11-15,-3-2 2 0,3 8 12 0,-1-2 0 16,-5 1-8-16,3 1 11 0,0 3-2 0,0 3-17 15,-3 1 2-15,3-2 13 0,0 1-1 0,-2-2-1 16,2-1 0-16,-1-1 2 0,1-2 0 0,4-7 6 16,-4 6 7-16,3-7-2 0,0 3 2 0,0-3 4 15,2 7-2-15,-1-5 9 0,1 4 2 0,-1-6 3 16,4 0 3-16,-4-6-11 0,2 6 3 0,0-6-11 16,0 5 14-16,-2 0 1 0,0 1 7 0,-1 1-1 15,0 5-3-15,-2 1 11 0,-1 1-9 0,2 4-12 16,-2 5-20-16,3-3 9 0,2 0-8 0,-4-2-12 15,2 1-16-15,1-1-4 0,0-2-1 0,-1-2-1 16,2-3 7-16,-1-3 0 0,1-1 4 0,1 1 3 16,-2 0 4-16,1-4-1 0,-1 2 9 0,0 1-4 15,4 6 16-15,-3-7 17 0,3 0 1 0,-4 2-1 16,1-2-1-16,0 0-1 0,1-1 2 0,-2 3-2 16,-2-1 4-16,4 6-1 0,-2 1 0 0,0-1-11 15,0 1-4-15,0 0-7 0,1 1-10 0,0-1-35 16,-1 1-63-16,3-2 29 0</inkml:trace>
  <inkml:trace contextRef="#ctx0" brushRef="#br0" timeOffset="80610.82">17774 14966 11 0,'0'17'53'0,"-2"-1"-5"16,1 2 6-16,-3 1-5 0,4-1 6 0,-2 1 2 15,3-2 1-15,-4 1-5 0,3 0 9 0,-2-3-4 16,1 3-9-16,1-2 9 0,-3-1-17 0,3-3 5 16,0 1-11-16,-1-1-1 0,-2 1-11 0,2 5-2 15,1 0-7-15,-1-1-2 0,0-1-6 0,1 1 1 16,0 0-1-16,-3 1-7 0,3-2-2 0,1 1 0 15,-2 0 0-15,0 2-22 0,2 0-11 0,0 0 1 16,-1-1-1-16,2 1 8 0,-4-3 3 0,2 3 5 16,0-4 2-16,2 0 4 0,-1-2-3 0,-1 0 4 15,2-1 7-15,1 0 9 0,-2 3-2 0,2-2 5 16,-3-2-10-16,2 0 5 0,2 2 4 0,-1-4 4 16,-2 1-5-16,3-1-18 0,-2 0-3 0,1 0-13 15,-1 0-1-15,3 3-17 0,-1-1-38 0,-3 0-92 16,2 0 41-16</inkml:trace>
  <inkml:trace contextRef="#ctx0" brushRef="#br0" timeOffset="80753.2">17864 16026 18 0,'-1'9'91'0,"1"-9"-12"0,0 0-15 0,0 0-31 16,-2 8-20-16,2-8-33 0,0 0-27 0,-6 5-50 15,6-5 22-15</inkml:trace>
  <inkml:trace contextRef="#ctx0" brushRef="#br0" timeOffset="81370.19">17697 16112 49 0,'-11'-9'123'16,"5"5"3"-16,3-1 20 0,-3-1-8 0,1 2 27 15,-1 0 2-15,1-1-12 0,0 0-3 0,5 5-3 16,-8-7 5-16,4 2-9 0,4 5-7 0,-9-6-11 16,9 6-12-16,-6-8-7 0,6 8-7 0,-5-1 2 15,5 1-14-15,0 0-9 0,0 0-5 0,0 0-7 16,0 0-5-16,0 0-8 0,0 0-7 0,0 0-4 16,0 0-3-16,0 0 2 0,0 0-7 0,0 0-3 15,0 0-1-15,15 19-3 0,-11-12-3 0,2 3-3 16,-1 0-5-16,3 1-1 0,-3-2 0 0,2 1-3 15,-1 2 0-15,0-4-3 0,0 4 1 0,-1-2-6 16,1 1 3-16,0 0-4 0,2 2 4 16,-1-2-2-16,0 0 7 0,-1 3-12 0,1-5 0 15,-1 3 2-15,0-3-2 0,-3-1 0 0,4 2-1 0,-4-1-2 16,0-4 4-16,1 2-7 0,0-2 2 0,-2 0 2 16,2 0-1-16,-4-5-2 0,4 9-2 0,-4-9-5 15,5 4 1-15,-5-4-6 0,0 0-1 0,2 6-4 16,-2-6 2-16,0 0 2 0,0 0 1 15,0 0 3-15,0 0 3 0,11-17-1 0,-9 7 2 16,2-3 1-16,-1 2 0 0,1-5 2 0,-1-1 2 0,-1 0 1 16,1-2 5-16,1 2-1 0,-1-2 1 0,2 0-1 15,-2-1 0-15,-2 2-3 0,4-1 1 0,-1 2-6 16,0 1-11-16,1 2-5 0,-1 2-18 0,-3 3-22 16,1-2-16-16,0 5-20 0,0 1-26 0,-2 5-21 15,2-10-21-15,-2 10-14 0,1-6-9 0,-1 6-9 16,0 0-103-16,0 0-326 0,0 0 145 0</inkml:trace>
  <inkml:trace contextRef="#ctx0" brushRef="#br0" timeOffset="81743.81">18004 16247 82 0,'0'0'210'0,"1"10"-20"0,-1-10-25 0,0 11-7 15,1-3-12-15,-2 3-3 0,0 3-4 0,-1-3 21 16,-1 5-7-16,0-3-9 0,2 4-8 0,-2 1-12 0,3 8-6 16,0-9-5-16,-2 9-7 0,2-6-7 15,0 6-12-15,1-2-2 0,-2 1-5 0,1 1-13 16,1-2-2-16,0-5-3 0,2 1 0 0,-2 7-1 15,5-2-4-15,-3 0-5 0,1-1-7 0,-3-5-1 16,3-2-4-16,0 8-2 0,1-1-2 0,-2-5-3 16,0-2-3-16,-3-1-2 0,2-4-3 0,1-1-7 15,-1 0 2-15,-1-4-8 0,0 0-4 0,2-1-9 16,-1 1-21-16,-2-7-21 0,2 7-24 0,-2-7-20 16,2 8-25-16,-2-8-18 0,0 0-18 0,3 5-33 15,-3-5-30-15,0 0-196 0,0 0-440 0,0 0 195 16</inkml:trace>
  <inkml:trace contextRef="#ctx0" brushRef="#br0" timeOffset="82294.7">18029 16498 208 0,'-1'-17'224'16,"1"6"-19"-16,1-6-21 0,-1 5-20 0,0 0-15 15,0 2-13-15,0 0-9 0,2 3-6 0,-2 7-5 16,0-10-4-16,0 10-9 0,2-9-10 0,-2 9-5 16,0 0-10-16,0-10-4 0,0 10-8 0,0 0-3 15,0 0-7-15,0-8-3 0,0 8-1 0,0 0-7 16,0 0-1-16,0 0-4 0,-4-8-3 0,4 8-6 16,0 0-1-16,0 0 0 0,-5-6 13 0,5 6 3 15,0 0 5-15,-10-4 0 0,10 4-3 0,-9 0 2 16,9 0-5-16,-11-2 6 0,11 2 3 0,-12 0-4 15,12 0-5-15,-10 0 2 0,10 0 3 0,-13 0 2 16,13 0-6-16,-12 0-1 0,12 0 2 0,-13-2-10 16,6 0-1-16,7 2 4 0,-9-2-1 0,9 2-4 15,0 0-5-15,-11-2 8 0,11 2-7 0,0 0-6 16,-8-2 3-16,8 2-9 0,0 0 3 0,0 0-10 16,-4-7 3-16,4 7-5 0,0 0 5 15,4-16-3-15,0 9-3 0,0-1-13 0,1-3 10 0,-2 0 1 16,3 2-1-16,3-4 8 0,-2 3-6 0,2-1-2 15,-1 1 5-15,3-1 7 0,0 1-12 0,3-1 1 16,-4 2 2-16,1 1-4 0,1 1 1 16,3 0-6-16,-6 1 1 0,3 4 4 0,0-2-6 15,-12 4 6-15,20 4-2 0,-10-1-1 0,-1 2-1 16,-3 2 3-16,-1 4-4 0,0 1 2 0,-1 4 3 16,-3 0-1-16,-1 2-2 0,-2 0 4 0,-1 1-5 15,-4-1 6-15,-1 7-4 0,-1-7 3 0,1-4-5 0,-2 6 5 16,1-5-5-16,-1 1-1 0,-3-3-9 0,3-3-11 15,2-1-19-15,-2-2-36 0,3-3-43 0,-3 0-32 16,2-2-53-16,8-2-61 0,-13-3-59 16,13 3-173-16,-18-17-536 0,10 5 237 0</inkml:trace>
  <inkml:trace contextRef="#ctx0" brushRef="#br0" timeOffset="82417.19">18015 16239 263 0,'0'0'323'0,"0"0"-31"15,0-10-27-15,0 10-30 0,0 0-23 0,0 0-36 16,0 0-53-16,0 0-70 0,0 0-67 0,0 0-96 16,0 0-193-16,0 0-329 0,0 0 145 0</inkml:trace>
  <inkml:trace contextRef="#ctx0" brushRef="#br0" timeOffset="83649.2">16723 9758 55 0,'0'0'43'15,"0"0"-12"-15,0 0-9 0,0 0-17 0,-6 4-17 0,6-4-12 16,0 0-26-16,-5 6 11 0</inkml:trace>
  <inkml:trace contextRef="#ctx0" brushRef="#br0" timeOffset="112690.2">24648 15420 2 0,'0'0'80'0,"0"0"-16"0,0 0-1 16,0 0-8-16,0 0-5 0,0 0-16 0,0 0-7 16,0 0-5-16,0 0-23 0,0 0-9 0,0 0-8 15,0 0-16-15,-24 5-22 0,24-5-61 0,0 0 28 16</inkml:trace>
  <inkml:trace contextRef="#ctx0" brushRef="#br0" timeOffset="112971.19">23663 15547 42 0,'0'0'42'16,"0"0"-8"-16,0 0-26 0,32 8-29 0,-23-9-23 15,-9 1 10-15</inkml:trace>
  <inkml:trace contextRef="#ctx0" brushRef="#br0" timeOffset="114302.27">22473 15308 2 0,'-62'1'62'0,"1"2"-20"0,4 0-15 16,0 0-15-16,5-1-10 0,0 0-12 0,-5 1-14 15,3-7-24-15,-3 3 12 0</inkml:trace>
  <inkml:trace contextRef="#ctx0" brushRef="#br0" timeOffset="115636.46">16199 15657 5 0,'0'0'63'0,"0"0"1"0,0 0-10 0,0 0-5 16,0 0 7-16,0 0-7 0,0 0-4 0,0 0-4 15,0 0-4-15,0 0 1 0,0 0-4 16,0 0 2-16,0 0-1 0,0 0-9 0,0 0 3 16,0 0-3-16,0 0-1 0,0 0 0 0,0 0-14 15,0 0 21-15,0 0-13 0,0 0 4 0,0 0 1 16,0 0-3-16,0 0-10 0,0 0 7 0,0 0 2 15,0 0-10-15,0 0-2 0,0 0 4 0,0 0-4 16,0 0 0-16,0 0 0 0,0 0 1 0,0 0 4 16,0 0-1-16,0 0-6 0,13-6 0 0,-13 6-2 15,0 0 1-15,0 0-6 0,0 0 2 0,10 0 7 0,-10 0-9 16,0 0 7-16,0 0-4 0,0 0-6 0,7-6 1 16,-7 6 9-16,0 0 13 0,0 0-17 15,0 0 8-15,0 0-6 0,0 0 4 0,0 0 2 16,6-5-3-16,-6 5 6 0,0 0-6 0,0 0 8 15,0 0-14-15,0 0 4 0,0 0-2 0,0 0 5 0,0 0 0 16,0 0-3-16,0 0-4 0,0 0 0 16,0 0 8-16,0 0-6 0,0 0-4 0,0 0 17 15,0 0-10-15,5 11 4 0,-5-11-6 0,8 6 10 16,-8-6-8-16,6 5 4 0,-6-5-5 0,7 4 1 16,-7-4-2-16,5 6 0 0,-5-6-2 0,6 3 1 15,-6-3-5-15,0 0 9 0,6 4-12 0,-6-4 14 0,0 0-5 16,5 2-7-16,-5-2 4 0,0 0 10 15,0 0-7-15,0 0 3 0,0 0-4 0,0 0 3 16,6 4 2-16,-6-4-6 0,0 0 17 0,0 0 6 16,0 0-8-16,0 0 13 0,0 0 0 0,0 0-5 0,0 0 0 15,0 0 2-15,0 0-1 0,0 0-5 16,0 0 0-16,0 0-6 0,0 0 1 0,0 0-2 16,0 0-5-16,0 0-2 0,0 0 4 0,0 0-8 15,0 0-6-15,0 0-10 0,0 0-20 0,0 0-15 16,0 0-23-16,0 0-16 0,0 0-12 0,-2 10-17 15,2-10 2-15,4 8-66 0,-4-8-194 0,1 10 86 0</inkml:trace>
  <inkml:trace contextRef="#ctx0" brushRef="#br0" timeOffset="120366.22">16275 15716 6 0,'0'0'12'0,"0"0"-5"0,0 0-1 16,0 0 3-16,0 0-2 0,0 0-1 0,0 0-5 15,0 0 4-15,0 0-4 0,0 0 6 0,0 0-1 16,0 0 0-16,0 0-7 0,0 0 10 0,0 0-2 16,0 0-10-16,0 0-1 0,0 0 4 0,0 0 0 15,0 0 0-15,0 0 0 0,0 0-2 0,0 0 2 16,0 0 1-16,0 0-3 0,0 0 6 0,0 0-10 16,0 0 1-16,0 0-1 0,0 0-7 0,10 12 14 15,-10-12-7-15,0 0-4 0,0 0-9 0,0 0 5 16</inkml:trace>
  <inkml:trace contextRef="#ctx0" brushRef="#br0" timeOffset="121843.77">23318 16881 47 0,'0'0'143'0,"-4"-11"-49"0,4 11-19 0,0 0-19 0,0 0-14 15,0 0-21-15,10 0-2 0,-10 0-10 0,0 0-13 16,13 3-1-16,-13-3-14 0,8 3 13 0,-8-3-20 16,11 1-13-16,-11-1-30 0,13 4-73 0,-13-4 34 15</inkml:trace>
  <inkml:trace contextRef="#ctx0" brushRef="#br0" timeOffset="136913.06">15440 8578 84 0,'0'0'79'0,"0"0"0"0,0 0-9 16,0 0-3-16,0 0-13 0,0 0-7 0,0 0 4 15,0 0-11-15,0 0-6 0,0 0-1 0,0 0-2 16,0 0-6-16,0 0-7 0,0 0-1 0,0 0 0 15,0 0 0-15,0 0-9 0,0 0 4 0,0 0-1 16,0 0 0-16,0 0 0 0,0 0-5 0,0 0-3 16,0 0 3-16,0 0-6 0,0 0 8 0,0 0-5 15,0 0 8-15,0 0-13 0,0 0 12 0,0 0 4 16,0 0-17-16,0 0 2 0,0 0 2 0,0 0-3 0,0 0-3 16,0 0 8-16,0 0-10 0,0 0 2 15,0 0-1-15,0 0 3 0,0 0-5 0,0 0 0 16,0 0 1-16,0 0 4 0,0 0-1 0,0 0 9 15,0 0-9-15,0 0-11 0,0 0-2 0,0 0-9 16,0 0-13-16,0 0-12 0,0 0-6 0,0 0-46 16,0 0-110-16,0 0 49 0</inkml:trace>
  <inkml:trace contextRef="#ctx0" brushRef="#br0" timeOffset="140675.66">11953 8473 19 0,'0'0'36'0,"0"0"-7"0,0 0-5 16,0 0-19-16,0 0-6 0,0 0-18 0,0 0-20 15,0 0 8-15</inkml:trace>
  <inkml:trace contextRef="#ctx0" brushRef="#br0" timeOffset="147155.14">7421 15737 30 0,'0'0'23'0,"0"0"-9"16,0 0-10-16,0 0-17 0,0 0-12 0,0 0 6 16</inkml:trace>
  <inkml:trace contextRef="#ctx0" brushRef="#br0" timeOffset="147364.1">7501 15601 15 0,'0'0'21'0,"0"0"-6"15,0 0-7-15,0 0-8 0,0 0-11 0,0 0-9 16,0 0 4-16</inkml:trace>
  <inkml:trace contextRef="#ctx0" brushRef="#br0" timeOffset="148175.87">7501 15601 2 0,'0'0'17'15,"0"0"-2"-15,0 0-2 0,0 0 3 0,0 0-6 0,0 0 4 16,0 0-3-16,0 0-4 0,0 0 2 0,0 0 0 16,0 0-5-16,0 0 6 0,0 0-1 0,0 0-1 15,0 0-2-15,0 0 2 0,0 0-4 0,0 0 0 16,0 0-1-16,0 0-2 0,0 0 4 15,0 0-3-15,0 0 6 0,0 0 2 0,0 0-1 16,0 0-4-16,0 0 4 0,0 0-1 0,0 0-1 0,0 0-6 16,0 0 6-16,0 0-1 0,0 0-11 0,0 0 10 15,0 0 2-15,0 0-4 0,0 0 6 16,0 0-4-16,0 0 9 0,0 0 0 0,0 0 8 16,0 0-10-16,0 0 9 0,0 0 9 0,0 0-7 15,0 0-4-15,0 0 3 0,0 0 7 0,0 0-10 16,0 0 10-16,0 0-8 0,0 0-1 0,0 0-6 0,0 0-2 15,0 0 8-15,0 0-3 0,0 0-5 0,0 0-7 16,0 0 2-16,0 0 2 0,0 0-1 16,0 0 6-16,0 0 0 0,0 0-4 0,0 0-7 0,0 0 4 15,0 0 3-15,0 0-3 0,0 0-4 16,0 0 3-16,0 0 2 0,0 0-4 0,0 0 0 16,0 0-3-16,0 0 5 0,0 0 1 0,0 0-6 0,0 0 0 15,0 0 7-15,0 0-9 0,0 0 0 0,0 0-3 16,0 0 4-16,0 0 1 0,0 0-6 15,0 0 12-15,0 0-14 0,0 0 10 0,0 0-7 16,0 0 9-16,0 0-7 0,0 0 1 0,0 0 1 16,0 0 3-16,0 0-3 0,0 0-3 0,0 0 4 15,0 0-5-15,0 0 4 0,0 0 3 0,0 0 0 0,0 0-1 16,0 0-3-16,0 0 3 0,0 0 1 0,0 0-9 16,0 0 9-16,13 7 4 0,-13-7-12 0,0 0 6 15,0 0 3-15,0 0-6 0,0 0 1 16,0 0-4-16,0 0 0 0,0 0 3 0,0 0-2 15,0 0-5-15,0 0 0 0,0 0 13 0,0 0-15 16,0 0-1-16,0 0 0 0,0 0-1 0,0 0-1 0,0 0-1 16,0 0 0-16,0 0 0 0,0 0-2 0,0 0 5 15,0 0 2-15,0 0-4 0,0 0 4 16,0 0 0-16,0 0-1 0,0 0 8 0,0 0 6 16,0 0-9-16,0 0 3 0,0 0-1 0,0 0 0 15,0 0 2-15,0 0 7 0,0 0-3 0,0 0 1 16,0 0 4-16,0 0 1 0,0 0 5 0,0 0-4 15,0 0-2-15,0 0 3 0,0 0 4 0,0 0-8 16,0 0-6-16,0 0-3 0,0 0 3 0,0 0 3 16,0 0 2-16,0 0 1 0,0 0 0 0,0 0-8 15,0 0 9-15,0 0 1 0,0 0-5 0,0 0 6 16,0 0-6-16,0 0 3 0,0 0-1 0,0 0-1 16,0 0-5-16,0 0 6 0,0 0 0 0,0 0-2 15,0 0-4-15,0 0-3 0,0 0 6 0,0 0-12 16,0 0-3-16,0 0-4 0,0 0 0 0,0 0 10 15,0 0-14-15,0 0 0 0,0 0-6 0,0 0-1 16,0 0-7-16,0 0 12 0,0 0-2 0,0 0-1 16,0 0-4-16,0 0-2 0,0 0-5 0,0 0-20 15,9 0-61-15,-9 0 27 0</inkml:trace>
  <inkml:trace contextRef="#ctx0" brushRef="#br0" timeOffset="150643.79">7593 15570 52 0,'0'0'84'0,"0"0"-5"0,0 0-5 0,0 0-12 16,0 0-9-16,0 0-11 0,0 0 1 0,0 0-7 15,0 0-6-15,0 0-5 0,0 0 0 0,0 0 2 16,0 0-17-16,0 0 12 0,0 0-3 0,0 0-1 15,0 0-2-15,0 0-7 0,0 0-3 0,0 0 3 16,0 0-4-16,0 0-4 0,0 0 9 0,0 0-16 16,0 0-1-16,0 0 1 0,0 0-4 0,0 0-3 15,0 0 2-15,0 0 2 0,0 0-2 0,0 0-3 16,0 0 8-16,0 0-1 0,0 0 3 0,0 0-5 16,0 0 13-16,0 0-13 0,0 0 5 0,0 0 3 15,0 0-3-15,0 0 1 0,0 0 1 0,0 0 4 16,0 0-2-16,0 0 1 0,0 0 3 0,0 0-9 15,0 0 7-15,0 0-1 0,0 0-1 0,0 0 3 16,0 0 3-16,0 0-4 0,0 0 4 0,0 0-6 16,0 0-6-16,0 0 8 0,0 0 2 0,0 0-4 15,0 0-1-15,0 0 4 0,0 0-9 0,0 0 4 16,0 0 0-16,0 0 7 0,0 0-10 0,0 0 7 16,0 0-3-16,0 0-6 0,0 0 12 0,0 0-5 15,0 0-8-15,0 0-7 0,0 0 0 0,0 0 0 16,0 0-17-16,0 0-7 0,0 0-4 0,0 0-3 15,0 0-26-15,0 0-76 0,0 0 35 16</inkml:trace>
  <inkml:trace contextRef="#ctx0" brushRef="#br0" timeOffset="151340.29">7607 15569 3 0,'0'0'122'0,"0"0"-5"0,0 0-5 0,0 0-2 16,0 0-11-16,0 0-9 0,0 0-3 0,0 0-18 15,0 0-1-15,0 0-9 0,0 0-8 0,0 0-10 16,0 0-4-16,-6 1-4 0,6-1 0 0,0 0-2 16,0 0-4-16,0 0-3 0,0 0-2 0,0 0-6 15,0 0-2-15,0 0-11 0,0 0 3 0,0 0-5 16,0 0 3-16,0 0-8 0,0 0 1 0,0 0-1 15,0 0-6-15,0 0-10 0,0 0-2 0,0 0 2 16,0 0 0-16,0 0-2 0,0 0-3 0,0 0-12 16,0 0 1-16,0 0 2 0,0 0 5 0,0 0-7 15,0 0 1-15,0 0-8 0,0 0 3 0,0 0 0 16,0 0-8-16,0 0 2 0,0 0-11 0,0 0 3 16,0 0-45-16,0 0-108 0,0 0 48 0</inkml:trace>
  <inkml:trace contextRef="#ctx0" brushRef="#br0" timeOffset="152539.97">7604 15605 19 0,'0'0'13'0,"0"0"-19"16,0 0-6-16,0 0 3 0</inkml:trace>
  <inkml:trace contextRef="#ctx0" brushRef="#br0" timeOffset="152694.21">7610 15585 8 0,'0'0'38'0,"0"0"-12"15,0 0-23-15,0 0-16 0,0 0-14 0,0 0 7 0</inkml:trace>
  <inkml:trace contextRef="#ctx0" brushRef="#br0" timeOffset="153003.65">7624 15605 8 0,'0'0'19'0,"0"0"-24"0,0 0-5 15,0 0 3-15</inkml:trace>
  <inkml:trace contextRef="#ctx0" brushRef="#br0" timeOffset="153233.29">7624 15599 38 0,'0'0'74'0,"0"0"-18"16,0 0-5-16,0 0-20 0,0 0-29 0,0 0-4 15,0 0-17-15,0 0-20 0,5 6-41 0,-5-6 18 16</inkml:trace>
  <inkml:trace contextRef="#ctx0" brushRef="#br0" timeOffset="153429.19">7642 15570 87 0,'0'0'82'0,"0"0"-8"0,0 0-16 0,0 0-17 16,0 0-24-16,0 0-22 0,0 0-23 15,0 0-27-15,0 0-59 0,0 0 27 0</inkml:trace>
  <inkml:trace contextRef="#ctx0" brushRef="#br0" timeOffset="153778.01">7620 15575 90 0,'0'0'294'15,"0"0"-31"-15,-4 7-37 0,4-7-15 0,0 0-28 16,0 0-19-16,-2 6-8 0,2-6-15 0,0 0-6 0,0 0-12 15,0 0-12-15,0 0-8 0,0 0-11 0,0 0-8 16,0 0-11-16,0 0-5 0,0 0-9 16,0 0-2-16,0 0-10 0,0 0-5 0,0 0-2 15,0 0-5-15,0 0-3 0,0 0 1 0,0 0-6 16,0 0 0-16,0 0-5 0,0 0-2 0,0 0-2 16,0 0-4-16,0 0 0 0,0 0 0 0,0 0-4 15,0 0-3-15,0 0-13 0,0 0-10 0,0 0-20 0,0 0-16 16,0 0-18-16,0 0-27 0,0 0-25 15,0 0-13-15,-1 8-27 0,1-8-14 0,0 0-1 16,0 0-2-16,0 0-123 0,5 9-326 0,-5-9 145 16</inkml:trace>
  <inkml:trace contextRef="#ctx0" brushRef="#br0" timeOffset="155499.81">7620 15441 8 0,'0'0'68'0,"0"0"-7"0,0 0-4 15,0 0-4-15,0 0-16 0,0 0-20 0,0 0-22 16,0 0-18-16,0 0-23 0,13 20-50 0,-13-14 23 15</inkml:trace>
  <inkml:trace contextRef="#ctx0" brushRef="#br0" timeOffset="158196.84">12037 8471 22 0,'0'0'37'15,"0"-11"-4"-15,0 11-7 0,0 0-8 0,4-15-4 0,-3 8 2 16,3-3-8-16,1-1-1 0,0-2-11 0,1 2-10 16,1-3-14-16,-1-2-29 0,-2 0 13 15</inkml:trace>
  <inkml:trace contextRef="#ctx0" brushRef="#br0" timeOffset="159677.64">12423 7159 13 0,'0'0'75'0,"0"0"-7"0,0 0-7 0,0 0-5 16,0 0-3-16,0 0-11 0,0 0-6 0,0 0-7 15,0 0-4-15,0 0-8 0,0 0-4 0,-5-8-2 0,5 8-6 16,0 0-8-16,0 0-14 0,0 0-10 0,0 0-5 16,0 0-40-16,0 0-76 0,0 0 35 0</inkml:trace>
  <inkml:trace contextRef="#ctx0" brushRef="#br0" timeOffset="160139.1">14267 7171 40 0,'0'0'66'0,"0"0"-10"0,0 0-5 0,0 0-11 16,0 0-2-16,0 0 0 0,0 0-1 0,0 0-2 15,0 0-13-15,0 0 5 0,0 0-2 0,0 0-7 16,0 0-5-16,0 0-13 0,0 0-11 0,0 0-11 15,0 0-23-15,0 0-27 0,0 0-77 0,0 0 34 16</inkml:trace>
  <inkml:trace contextRef="#ctx0" brushRef="#br0" timeOffset="160884.04">11970 6383 115 0,'0'0'124'0,"0"0"3"16,0 0-10-16,0 0-14 0,0 0-7 0,0 0-12 16,0 0-11-16,0 0-3 0,0 0-10 0,0 0-12 15,0 0-20-15,0 0-16 0,0 0-31 0,0 0-26 16,0 0-27-16,0 0-17 0,0 0-50 0,2 8-150 15,-2-8 66-15</inkml:trace>
  <inkml:trace contextRef="#ctx0" brushRef="#br0" timeOffset="161392.57">9772 7041 35 0,'0'0'86'16,"-10"-1"-22"-16,10 1-21 0,0 0-29 0,0 0-17 15,0 0-10-15,0 0-25 0,0 0-41 0,0 14 18 0</inkml:trace>
  <inkml:trace contextRef="#ctx0" brushRef="#br0" timeOffset="170011.07">12156 8213 14 0,'-13'-1'21'0,"13"1"-6"0,0 0-8 0,0 0-5 15,0 0-5-15,0 0 2 0,0 0-1 0,0 0-1 16,0 0 2-16,0 0 5 0,0 0-3 0,-5 2-5 16,5-2 1-16,0 0 1 0,0 0 2 0,0 0 0 15,0 0-2-15,0 0 2 0,-6 8-1 0,6-8 1 16,0 0 3-16,-3 6-2 0,3-6-5 0,-6 3 6 15,6-3-4-15,-7 5 5 0,7-5-4 0,0 0 0 16,-3 6 4-16,3-6 2 0,0 0 1 0,0 0 1 16,-4 6-1-16,4-6-1 0,0 0 1 0,0 0 5 15,0 0 1-15,0 0 5 0,0 0-5 0,0 0 5 16,0 0 4-16,0 0-2 0,0 0 0 0,0 0 0 16,0 0-3-16,-7 2-1 0,7-2-1 0,0 0-2 15,0 0 1-15,0 0-3 0,0 0-4 0,0 0-5 16,0 0-2-16,0 0-4 0,0 0-1 0,0 0-2 15,0 0-5-15,0 0 4 0,0 0-8 0,0 0 3 16,0 0 0-16,0 0 2 0,0-17 4 0,0 17-1 16,0 0-6-16,3-11 1 0,-3 11 1 0,4-9-1 15,-4 9 0-15,6-10 5 0,-5 6 3 0,3-3-2 16,-1 0 0-16,1 0 7 0,-1 2-4 0,1-5 0 16,2 2 4-16,-2 0-3 0,4-1 0 0,-6 0 3 15,2 0-1-15,3 2-1 0,-5-2 1 0,1-2-1 16,3 1 0-16,1 1 2 0,-2-2-10 0,1 0-11 15,3-4 5-15</inkml:trace>
  <inkml:trace contextRef="#ctx0" brushRef="#br0" timeOffset="170511.03">12511 7069 6 0,'4'-12'14'16,"-4"1"2"-16,6 0-1 0,-2-2-5 0,0 1 5 16,-2-1-7-16,1-3 1 0,1-1 0 0,-4 6-6 15,4-4-1-15,-2 2 3 0,3-2 0 0,-2 4 1 16,-3-1-3-16,6-5 1 0,-3 3-2 0,1 2-1 16,0-3 1-16,0-1-5 0,-1 4 0 0,1-4 3 0,0 1-4 15,0 2 2-15,2-2 1 0,-2 1 2 16,3-1-6-16,-3 4-1 0,0-2 4 0,2 1 4 15,0-2-8-15,-1 3-1 0,-3-2 5 0,2 1 2 16,1 0-3-16,2 2 1 0,-6-2 1 0,2 1-1 16,2-1 3-16,-3 1-2 0,1 0-1 0,3 1 1 15,-2-3-1-15,0 1 3 0,0-4-4 0,-2 2 1 16,2 2-2-16,-2-3-1 0,-1 1 1 0,1-1 8 16,2 3-2-16,0-4-3 0,-1 1-2 0,-2 1 1 15,3-1 2-15,-2 0-3 0,0-3 0 0,0 2 2 16,3 1-2-16,-1 0-2 0,0-2-4 0,-3-1-10 15,3 1 5-15</inkml:trace>
  <inkml:trace contextRef="#ctx0" brushRef="#br0" timeOffset="170844.72">12767 6070 2 0,'3'-10'7'15,"-1"-4"-3"-15,0 2 4 0,2-3 0 0,-2 2 1 16,1-1-5-16,1 3 1 0,0-3 3 0,-3 1-2 0,4 0 0 16,-1 1 0-16,0 0-2 0,-1-1 1 15,1-2 0-15,-2 3-5 0,2-1 1 0,-1 1-1 16,4-2 1-16,-4-3 0 0,3 2-2 0,-2 4-1 15,1-6 2-15,1 2-5 0,-2 2 8 0,0 1 0 16,2-1-4-16,-2-1 8 0,1 4-9 0,1-2 4 0,-3 2-5 16,4 0 4-16,-2 0-1 0,-1 1-2 15,0-1 1-15,0-1-1 0,-1 3-1 0,1-1 3 16,1-1-2-16,-2 1 2 0,-1 1 5 0,2 0-5 16,-2 1 8-16,2-2 0 0,-1 1-6 0,1 0 8 15,-2 0-7-15,2-2 7 0,2 1-6 0,-2 0-6 16,-1-1 4-16,3 0 3 0,-2 1-2 0,1-1 6 15,2 0-5-15,-2 0 9 0,1 1-5 0,3-7-2 16,-5 6-3-16,3 0 6 0,0-2-4 0,-3 2-1 16,5-1-11-16,-2-2 10 0,0 2-4 0,2 1 0 15,-3 1 3-15,-1 1 0 0,4-3-4 0,-4 1-1 16,3 2-2-16,-3-2-4 0,3 1 1 0,-2-1 2 0,2 1-6 16,-3 1-2-16,3 0-10 0,-2 1-25 0,0-3 11 15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2-01T04:27:55.1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21298 11091 12 0,'-60'-16'78'0,"-4"2"-17"0,3-1-5 0,1 5 4 15,-1-3-14-15,1 3-5 0,-2-2-5 0,-2 3-6 16,-1 2-14-16,1 3 5 0,2-2-6 0,2 4-2 15,-7-2-14-15,5 2-6 0,-2 0-14 0,2 4-11 16,4-5-39-16,-1 4-77 0,4-1 35 0</inkml:trace>
  <inkml:trace contextRef="#ctx0" brushRef="#br0" timeOffset="3539.83">21026 10690 33 0,'0'0'48'0,"0"0"-3"0,0 0 0 15,0 0-3-15,0 0-5 0,0 0 6 0,-4-6-7 16,4 6 1-16,0 0-1 0,0 0-1 0,0 0 2 0,0 0-5 15,0 0-8-15,0 0-1 0,0 0 1 16,0 0-5-16,0 0-2 0,0 0-1 0,0 0-2 16,0 0 2-16,0 0-8 0,0 0 3 0,11-5 0 0,-11 5-5 15,10-1 3-15,3 2 0 0,-3-2-1 0,1 0 5 16,11 1-5-16,0 1 10 0,7-1-11 0,0-1 11 16,3 2-7-16,3-1 1 0,0-3-6 0,-1 3-1 15,2-3 15-15,1 3-13 0,2-1-6 0,1 2 5 16,-1-4 1-16,1 5 1 0,-1-5 4 0,0 3 11 15,1-3-9-15,-1 2 7 0,14 1-6 0,-2-2-6 16,-12 2 0-16,0 0 3 0,12 0 8 0,0-2-2 16,-12 1-9-16,-1 2 11 0,14-1-6 0,-12-2 0 15,10 2-3-15,-10 0 8 0,14-2 2 0,-15 2-6 16,14-1 3-16,-15 1-3 0,2-1-2 0,12 2 11 16,-14-2-6-16,1 1 2 0,1 0-5 0,-2 0 0 15,14 1 1-15,-1 2 5 0,-13-3-3 0,-2-2 0 16,0 4-2-16,-1-1 2 0,2-1-3 0,-1 0 2 0,-3 3 1 15,2-3-7-15,-3 3 3 0,0-3 3 16,1 3-9-16,-1-3 6 0,1 0-4 0,-1 3 8 16,0-2-4-16,1-1 4 0,-1 1-4 0,-1-1 1 15,-2 0-1-15,0 0 4 0,1 2-3 0,0-2-1 0,-9 0 2 16,7 0 1-16,-7 0-5 0,-1 0 5 0,2 0-5 16,0-2 4-16,5 4-4 0,-1-5 8 15,-4 2-8-15,0-1 0 0,-3 2-2 0,3 0 1 0,-2-4 2 16,1 4-3-16,-2-1-2 0,1-1 2 0,1 0-3 15,-1 1 1-15,2 0-6 0,-3-1 4 0,4 0-2 16,-1-1 0-16,-3 1 5 0,3 2-3 0,-2-3 5 16,1 3-6-16,2 0-1 0,-4-1 6 0,0 1-5 15,0-3 2-15,3 2 0 0,-2-1-1 0,1 2 1 16,-1-3 1-16,-2 3 3 0,5 0-2 0,-3-1 0 16,0 1 0-16,3 0-3 0,-2 1 5 0,1-1-3 15,5 3 2-15,-5-6-1 0,-2 2 0 0,3-1 3 16,5 2-3-16,0 0 3 0,1-1-2 0,-8 2 0 15,7-1-1-15,-1 3-2 0,-6-3 1 0,7 1-1 16,-1-1 1-16,-6 2-2 0,7-4 2 0,-1 2 4 16,-6 0-2-16,2 2-5 0,6-2 1 0,-1 0 0 15,-1 0 0-15,1 2-1 0,0-2 0 0,-7 1 0 0,7 0 0 16,-8-3 0-16,9 4 3 0,-2 0-5 16,0-2 5-16,-7 0-5 0,9 1 2 0,-9-1 2 15,3 3 3-15,-1-3-4 0,-1 0 2 0,8 0-3 16,-4 0 3-16,-3 1-1 0,5-2 4 0,0 0-2 0,2 2 2 15,-8-1-1-15,-2 1-1 0,1-1 0 0,10 1 3 16,-10-1 2-16,7 0-4 0,0 3-2 0,-7-3-1 16,3 1 5-16,-2 0-2 0,7-1-3 0,-1 2-2 15,0-1 1-15,2-2 4 0,-2 2-3 0,-2-1 1 16,2 0 2-16,-5 0-7 0,5 1 4 0,0-2-3 16,2 1 0-16,-2 1 2 0,-6-1 1 0,8 2 0 15,-3-4-3-15,1 4-1 0,3-2 7 0,-3 0-2 16,2 0-3-16,-9 0-1 0,10-2 3 0,-10 2 0 15,2 2-1-15,7-2 4 0,1-2-2 0,-10 4 1 16,2-2-2-16,5-2-2 0,2 2 1 0,-2 0 1 16,-6 0-3-16,6 0-2 0,-5 0 5 0,5 0-2 15,2 2 0-15,-2-2 1 0,-4 0-2 0,4 2-2 16,4-2 3-16,-1 1-2 0,-3-1 0 0,1 0 4 16,-1 0-6-16,4 0 3 0,1 0-1 0,-3-1-3 0,2-3 2 15,1 4-3-15,-5 0 5 0,2 0-7 0,0 0 3 16,1-4 2-16,1 3-1 0,3-1-2 15,-7 3 1-15,2-2 0 0,2 2 5 0,-3-1-6 0,-1 1-2 16,4-1 6-16,-2 0 0 0,0-1-2 0,1 2 1 16,-6 0-3-16,3-1-2 0,-3 2 1 0,4 2 3 15,-1-4-4-15,-4 0 5 0,-1 0 0 16,-2 3-1-16,3-3-1 0,-2 2-1 0,2-1 2 0,-2 2-2 16,-1-3-1-16,0 0 2 0,2 0 0 0,-4 2 2 15,1 0-2-15,-1-2 2 0,-1 0-1 0,-1 0 0 16,-3 0-2-16,-4 0 3 0,5 0-4 15,-5 0 3-15,5 2-5 0,-7-2 4 0,-7 0-8 0,16 0-4 16,-10 0-6-16,-6 0-8 0,9 0-11 0,-9 0-11 16,10 0-9-16,-10 0-28 0,0 0-22 0,0 0-25 15,10-4-20-15,-10 4-25 0,0 0-134 0,0 0-336 16,0 0 149-16</inkml:trace>
  <inkml:trace contextRef="#ctx0" brushRef="#br0" timeOffset="4791.1">8201 11286 11 0,'0'0'56'0,"0"0"-11"0,0 0 1 15,0 0-1-15,0 0-4 0,0 0-5 0,0 0-1 16,0 0 1-16,0 0 1 0,0 0-11 0,0 0-9 16,0 0-6-16,0 0 8 0,0 0-1 0,0 0-2 15,0 0-2-15,0 0-6 0,0 0 3 0,0 0 1 16,0 0-6-16,0 0-1 0,0 0 1 0,7 1-9 15,-7-1-4-15,0 0 3 0,0 0-3 0,4 9-7 16,-4-9 1-16,5 5 5 0,-1-2 1 0,2 2-6 16,1 0 1-16,3 1-4 0,0-1 1 0,7 2-4 15,1 0-12-15,1-3-5 0,-1 2-23 0,9 0-64 16,-8-3 29-16</inkml:trace>
  <inkml:trace contextRef="#ctx0" brushRef="#br0" timeOffset="5791.63">9003 11345 22 0,'0'0'88'0,"0"0"-13"0,0 0 1 0,-11 0 1 16,11 0-10-16,0 0-5 0,0 0-9 0,0 0-4 15,0 0-1-15,0 0 2 0,0 0-5 0,-10 0-4 16,10 0 1-16,0 0-10 0,0 0-5 0,0 0-14 16,0 0 9-16,0 0 6 0,0 0-4 0,0 0-8 0,0 0 2 15,0 0-5-15,30 6 7 0,-24-6-10 16,5 3-7-16,0-2 4 0,-1 0 5 0,2 1-6 15,-1-2 3-15,1 1-6 0,1 2 0 0,4-2-4 16,3 0 8-16,-4 2-5 0,3-2 4 0,2 3-3 0,-1-3 3 16,2-2-21-16,1 4 22 0,5-3-6 0,2 1-2 15,-2 1-3-15,2-2 9 0,1 2-4 16,0-2 5-16,-1 1 8 0,1 0-13 0,1 0 6 16,-1 2-8-16,1-6-5 0,1 2 5 0,0 2 1 0,-1-2 8 15,-1 2-5-15,-1 1 7 0,1-1-7 0,0 0 2 16,-1 0-4-16,1-1 4 0,-3 2-5 15,2-2-1-15,2 0 9 0,-2 2-11 0,2 0 5 16,0-2 9-16,1 0-13 0,-1 0 12 0,0-2-3 0,-1 2 0 16,-1-1-1-16,2 0-4 0,0-2 3 0,2 2-1 15,-1 1 14-15,-2-1-18 0,-1-1-2 0,2 1 15 16,-2 0-8-16,-2 1-6 0,1-1 1 16,-2 1 2-16,-6 0 2 0,1 1-4 0,-1-2 7 0,1 2-4 15,-2-1-3-15,0 0 6 0,0 0-16 0,1 0 12 16,1 1-2-16,-4 0 1 0,4-1 3 0,-1-1 4 15,1 2-9-15,0 2 3 0,0-3-2 0,6 0-3 16,-9-1 9-16,9 1-1 0,-6 1-8 0,6-1 11 16,-1 1-10-16,-4 0 5 0,-3-1-4 0,10 0 5 15,-1 0-1-15,-2-2 2 0,1 3-11 0,1-1 15 16,-2-2-9-16,1 2 1 0,-7 0-5 0,7 0 2 16,1 0 0-16,-1-2 4 0,0 2 3 0,1 0 1 15,0 0-12-15,0 0 8 0,-1-1-3 0,3 2 3 16,-2-3 0-16,-2 2-4 0,5-1 0 0,0-1 3 15,-1 2-2-15,2 0 2 0,-4 0 0 0,2 0 1 16,1-2-2-16,-3 1-1 0,3 1 2 0,-1 0 2 16,-1 0-6-16,1 0 13 0,-4 0-12 0,4 0 3 15,-3 0-1-15,2 1 2 0,-1 1 3 0,0 1-12 16,1-2 10-16,-3 0 2 0,2-1-12 0,-9 2 9 16,2-1-1-16,4-1 3 0,-4 1-9 0,-1 2 13 15,1-2-15-15,0-2 4 0,-1 1 0 0,1 0 2 16,-2 1 0-16,-2-1 3 0,2 1-1 0,0 1-13 15,-3-2 9-15,2 0 13 0,-1 0-4 0,-2 0 2 16,2 0-3-16,1 1 0 0,-2 1 3 0,-1-2-2 0,-1 0-1 16,-1-2-8-16,4 4 13 0,-2-2-6 0,-1 0 5 15,-1 0-1-15,-3 0 0 0,0 0-5 16,3 0 9-16,-1 0-4 0,-1 0-11 0,-1-2 7 16,-2 2-8-16,3-1 9 0,-4 1-1 0,-8 0 2 0,13 0-9 15,-5 0 5-15,-8 0-5 0,13-2 0 0,-13 2 5 16,10-1 1-16,-10 1-1 0,8-1-8 0,-8 1 11 15,0 0-19-15,0 0-1 0,0 0-12 0,9 1-10 16,-9-1-12-16,0 0-9 0,0 0-5 0,0 0-2 16,0 0 1-16,0 0 5 0,0 0 0 0,6 3-1 15,-6-3 6-15,0 0-6 0,0 0-60 0,0 0-129 16,17 3 58-16</inkml:trace>
  <inkml:trace contextRef="#ctx0" brushRef="#br0" timeOffset="7079.73">16423 11339 46 0,'6'0'57'0,"3"1"-5"16,-1 1 1-16,3-2 0 0,1 0-6 0,1 0-5 16,1 1 5-16,4-4-8 0,1 5-2 0,-1-2-9 15,2 0 5-15,2-2 1 0,-4 2 0 0,2-1-3 16,2 1 3-16,-2 0-8 0,9 0 15 0,-1 0-13 15,0-2-5-15,-7 0-2 0,9 2 8 0,-1 1 7 16,-2-1-8-16,2-3-18 0,3 3 10 0,-2 0-1 16,-2 0-2-16,1 2-3 0,1-2 4 0,-1 0 7 15,3 1-8-15,-1 2 0 0,2-3 14 0,0 0-11 16,0 1 0-16,2 1-4 0,-2-2 2 0,0 0-2 16,1 0 0-16,0 1-5 0,-1-1 3 0,3 1-1 15,1-1 3-15,-1 1-7 0,-2-1 5 0,2 2 4 16,-1 0-1-16,2-2 1 0,1 0 2 0,-3 1-9 15,0 0 6-15,0 1-8 0,-3 1 4 0,2-1 2 0,0-1-1 16,-1 1-4-16,3 0 2 0,-6 0 0 16,7 0-3-16,-4-2-4 0,2 1 2 0,0 0 2 15,-2 1 0-15,0 2-2 0,-1-4-3 0,1 0 2 16,-1 1 3-16,2 1 1 0,-3 1 1 0,0-2-2 16,1-1-3-16,-3 0 7 0,2 1-1 0,0-1-4 15,-1 2-2-15,-8-1 0 0,10-1 1 0,-1 1 10 16,-1 0-8-16,0-2-1 0,-2 2-4 0,-1 1-1 15,1-4 9-15,1 5 3 0,-2-3-5 0,0 0 2 0,1 0-2 16,0 0 1-16,-5 1-3 0,5 1 5 0,2-2-5 16,-4 0-3-16,-5 0 7 0,8 0 1 15,0 3-5-15,-8-3 4 0,0 0-4 0,0 0 3 0,10 2 1 16,-3-2 2-16,-6 2-5 0,6-2 2 0,-1 0 4 16,1 3-7-16,-7-3 2 0,1 0-7 0,0 1 4 15,6-1-1-15,-8 2 9 0,1-2-9 16,0 2 5-16,-2-2-5 0,1 0 2 0,1 0-4 0,-2 1 4 15,0-1-6-15,1 3 7 0,1-5-2 0,-2 2-6 16,0 0 6-16,2 0 5 0,0 3-8 0,-1-3-2 16,0 0 0-16,2 2 1 0,-3-2 6 0,3 0-3 15,-2 0-1-15,-1-2-2 0,3 4-1 0,0-1 3 16,-3-1 2-16,1-1-1 0,2 1 3 0,0 0-1 16,-4 0 1-16,3-2-3 0,-1 2 5 0,0 0-3 15,0 0 3-15,1 0 1 0,-1 0-4 16,3-1 0-16,-5-1 1 0,3 0-3 0,0 0 5 0,2 2-2 15,3-3-3-15,-3 2-2 0,0-2 3 0,-1 0 1 16,5 3-5-16,-6 0 1 0,7 0 1 0,2-3 3 16,-2 3-6-16,-5 0 1 0,5 0 1 0,-7-2 1 15,7 4-5-15,1-2 8 0,-9-2-7 0,8 1 2 16,1 1-1-16,-9-1-2 0,2-1 3 0,6 2 0 16,-8 0-4-16,1 2 12 0,2-2-5 0,-3 1-4 15,8-4 5-15,-7 2 1 0,1 1-4 0,-3-1 3 16,0 1-3-16,4-3 2 0,-3 5-5 0,6-4 3 15,-6 0 1-15,1 2-1 0,-4 0-1 0,0 0 3 16,0 0-2-16,-3 0-2 0,3-1 2 0,-3-1 1 0,-1 4-1 16,2-4 3-16,-4 2-9 0,0 0 2 15,-1 0 2-15,1 0-1 0,-2 2 3 0,-9-2-7 0,18-2-7 16,-11 4-15-16,1-2-18 0,1 1-11 0,-9-1-23 16,17 0-17-16,-6-1-30 0,0-1-23 15,3 2-28-15,-3 0-96 0,6-3-293 0,2 3 130 16</inkml:trace>
  <inkml:trace contextRef="#ctx0" brushRef="#br0" timeOffset="8591.71">22638 11385 31 0,'0'0'112'15,"0"0"-4"-15,-7-4 1 0,7 4-8 0,0 0-5 16,0 0-4-16,0 0-14 0,0 0-2 0,0 0-7 16,0 0-1-16,0 0 5 0,0 0-13 0,0 0 13 15,0 0-3-15,0 0-4 0,0 0-6 0,0 0-10 16,27-1-1-16,-19 1 11 0,1-2-2 0,4 4-10 16,-1-2-1-16,-1 0-2 0,3 2 2 0,2-2-6 15,2 1-3-15,1-2 1 0,1 5 0 0,0-4-4 16,2 0-2-16,6 1-3 0,-1-1 0 0,0 1-3 15,2 1 1-15,-1-1-3 0,3 0-2 0,-3-1-1 16,0 2-2-16,0-2-1 0,1 0 1 0,2 1 6 16,1 3-4-16,-1-6 2 0,1 5 1 0,0 0-3 15,1-2-3-15,-4 2-2 0,4-1 2 0,-2-2-4 0,1 4-4 16,1-1 6-16,-2-2-4 0,1-2-1 0,4 3-1 16,-2 2 4-16,1-2-1 0,-2 1-2 0,0 0 3 15,2-3-1-15,-2 2-6 0,-1-1 1 16,0 1 1-16,1-2 1 0,2 2 3 0,-5 1-6 0,2-2 4 15,1 1-2-15,-1-4 5 0,0 4-3 0,-2-2 4 16,0 0-3-16,1 0-6 0,-3 0 4 16,0 0-4-16,-1-2 3 0,0 2-1 0,-5 0-3 15,-2-1 2-15,2 2 0 0,6-1 4 0,-1-2-4 0,-7 0 0 16,3 1 2-16,-2 1 2 0,0-1-6 0,1 2 0 16,6-2 2-16,-7-1-2 0,-2 1-1 0,9-3 3 15,-8 3-1-15,0-3-2 0,0 3-2 0,-1 0 2 16,3-2-1-16,-3 2-1 0,2 0 3 0,0-1 0 15,-4 2 1-15,1-3-1 0,0 3 0 0,1-1 0 16,-1-2-2-16,-1 3-2 0,-2-2 2 0,1 1-1 16,1-4 2-16,-2 3 0 0,-3 0 5 0,1 2-8 15,0-1 2-15,1 1-2 0,-1 0 5 0,1-3 0 16,-5 2 4-16,4 1-5 0,-1 0 1 0,-2-2 3 16,3 2-3-16,-3 0 0 0,-1-1 2 0,3 0-4 15,-5 0 0-15,-7 1 1 0,13-2 2 0,-13 2-1 16,14-1 2-16,-14 1-2 0,10 1 2 0,-10-1 4 15,0 0 1-15,11-3 1 0,-11 3-2 0,0 0 0 16,8 2 1-16,-8-2-3 0,0 0 3 0,0 0 0 16,0 0-3-16,0 0 3 0,0 0-1 0,9 0 3 15,-9 0-2-15,0 0 0 0,0 0-1 0,0 0 0 16,0 0 4-16,0 0-2 0,0 0 14 0,0 0-13 16,0 0 0-16,0 0-2 0,8 0 0 0,-8 0 4 15,0 0-4-15,0 0 1 0,0 0-4 0,0 0 3 0,0 0-2 16,0 0-2-16,0 0 1 0,0 0 2 15,0 0-5-15,0 0 0 0,0 0 1 0,0 0-1 0,0 0 1 16,0 0-2-16,0 0 5 0,0 0-6 16,0 0 5-16,0 0-8 0,0 0 8 0,0 0 2 0,0 0-5 15,0 0 2-15,0 0-1 0,0 0-4 0,0 0-1 16,0 0 3-16,0 0-1 0,0 0-1 0,0 0 12 16,0 0-12-16,0 0-3 0,0 0 0 15,0 0 3-15,0 0-5 0,0 0-4 0,0 0 6 0,0 0 0 16,0 0-1-16,0 0 2 0,0 0-3 0,0 0 5 15,0 0-6-15,0 0 11 0,0 0-7 0,0 0-6 16,0 0 3-16,0 0 0 0,0 0 2 16,0 0 1-16,0 0-5 0,0 0 2 0,0 0 2 0,0 0-1 15,0 0-2-15,0 0-1 0,0 0 2 0,0 0 2 16,0 0-3-16,0 0 1 0,0 0 2 0,0 0-3 16,0 0-4-16,0 0 4 0,0 0 5 0,0 0-4 15,0 0 0-15,0 0-1 0,0 0 3 0,0 0 0 16,0 0-4-16,0 0 2 0,0 0 2 0,0 0-3 15,0 0-1-15,0 0 4 0,0 0 1 0,0 0 0 16,0 0 1-16,0 0-4 0,0 0 5 0,0 0-1 16,0 0 0-16,0 0 3 0,0 0 6 0,0 0-7 15,0 0-3-15,0 0 5 0,0 0 7 0,0 0-12 16,0 0 1-16,0 0 2 0,0 0-2 0,0 0 2 16,0 0-4-16,0 0 3 0,0 0 1 0,0 0 2 15,0 0-5-15,0 0 1 0,0 0 0 0,0 0-4 0,0 0 6 16,0 0-7-16,0 0 7 0,0 0 1 15,0 0-3-15,0 0-5 0,0 0 5 0,0 0-3 16,0 0-4-16,0 0 3 0,0 0 0 0,0 0 15 0,0 0-12 16,0 0-4-16,0 0 2 0,0 0 3 0,0 0-7 15,0 0 17-15,0 0-14 0,0 0 3 0,0 0-6 16,0 0 0-16,0 0 3 0,0 0 1 16,0 0 9-16,0 0-12 0,0 0 2 0,0 0-4 0,0 0 2 15,0 0-1-15,0 0 3 0,0 0-2 0,0 0-1 16,0 0 5-16,0 0-2 0,0 0 10 15,0 0-11-15,0 0-3 0,0 0 5 0,0 0-1 16,0 0 3-16,0 0-6 0,0 0 3 0,0 0 3 0,0 0-2 16,0 0 0-16,0 0-1 0,0 0-2 0,0 0 0 15,0 0-4-15,0 0-8 0,0 0-10 0,0 0-8 16,0 0-8-16,0 0-14 0,0 0-11 0,0 0-10 16,0 0-14-16,0 0-18 0,0 0-18 0,0 0-18 15,-23-7-31-15,23 7-33 0,-14-4-30 0,4 1-187 16,-4 0-458-16,2 0 203 0</inkml:trace>
  <inkml:trace contextRef="#ctx0" brushRef="#br0" timeOffset="11774.07">11508 8264 21 0,'0'0'46'0,"0"0"-4"0,0 0 1 16,0 0 2-16,0 0 0 0,0 0 0 0,0 0-7 16,0 0 0-16,-3-7 4 0,3 7-6 0,0 0-4 15,0 0-2-15,0 0-10 0,0 0 0 0,0 0 1 16,0 0-12-16,0 0 1 0,0 0 3 0,0 0-4 16,0 0-2-16,0 0 3 0,0 0 2 0,0 0 3 15,0 0-6-15,17 1-3 0,-17-1-3 0,14 1 9 16,-14-1-6-16,18 4-6 0,-4-3 11 0,-3 0-9 0,2 2-2 15,5 0 5-15,0-3-4 0,0 3 7 16,1 1-8-16,2 0 2 0,7 0-3 0,2-2 12 16,0 1-10-16,1 2-4 0,0-2 1 0,1 1 5 15,5-4 0-15,-3 3 0 0,3 1-5 0,1-1 5 16,-1 0 0-16,1-2-3 0,2 1 1 0,-2 1-2 16,-2-3 6-16,2 1 0 0,1 3-5 0,-1-2 0 0,0 0 4 15,0 2-7-15,1-4-1 0,1 1 6 16,12 1 3-16,-12-2 0 0,16 4 0 0,-7-4 3 15,5 0-7-15,0-4-1 0,-4 1 1 0,3 3-2 0,-1-4 3 16,0 0 1-16,2 0-5 0,-3 3-7 0,-11 1 10 16,12-6-6-16,-13 6 8 0,13-2-3 0,-15 2-2 15,1 0 2-15,3-3 6 0,10 3-6 16,-12 0 2-16,-1 0-4 0,0-1-3 0,2 4 10 0,-3-3-5 16,1 1 2-16,-2 0 2 0,0-1-5 0,1 2 10 15,0 0-1-15,-3 2-13 0,0-2 5 0,-1 2 5 16,1 2 1-16,-3-3-11 0,1 1 7 0,-5 0 1 15,4-1-7-15,0-1-1 0,-1 3 4 0,-1-3 2 16,0 0 3-16,2 1-4 0,3-3 0 0,0 0 4 16,-1-2 1-16,3 2-4 0,0-1-1 0,-1 1-6 15,1-2 8-15,-1 2 0 0,1 0 4 0,-1 0-10 16,0 0 6-16,-2 0-6 0,4 0 1 16,-2 0 4-16,-3-2 6 0,3 2-1 0,-5 0-3 0,3 2 5 15,-4-2-5-15,1-2 5 0,-1 2-11 0,-1-1 6 16,-7 2 3-16,6 1 0 0,-6-2-1 0,1 1 3 15,-4 0-5-15,4-1 7 0,4 1-6 0,-9 3 5 16,4-4 7-16,-4 2-6 0,-1-1-3 0,-2-1 8 16,-1 0-5-16,1 1 2 0,0 1 0 0,-4-2 4 15,6 0-4-15,-4 0-4 0,-2 0 8 0,2 0-1 16,-12 0 0-16,15 0 4 0,-3 0 1 0,-5 0 7 16,-7 0-13-16,13-2 0 0,-6 4 10 0,-7-2-6 15,11 0-2-15,-5 0 1 0,-6 0-9 0,0 0 5 16,12-2-3-16,-12 2-3 0,0 0-2 0,7-1-3 15,-7 1 6-15,0 0-6 0,0 0-14 0,0 0-8 16,0 0-14-16,8 3-16 0,-8-3-14 0,0 0-9 16,4 4-1-16,-4-4-14 0,0 0-55 0,0 8-152 15,0-8 67-15</inkml:trace>
  <inkml:trace contextRef="#ctx0" brushRef="#br0" timeOffset="13205.61">17407 8355 18 0,'-8'-4'60'0,"8"4"-4"0,-6-1-4 0,6 1-8 15,0 0 4-15,0 0 0 0,-12 0-8 0,12 0 0 0,0 0-7 16,0 0 3-16,0 0-7 0,-7-3-6 0,7 3-7 16,0 0 4-16,0 0 2 0,0 0-2 0,0 0-3 15,0 0 0-15,28 3 3 0,-15-2-4 0,4-1-2 16,4 0-1-16,-2 0 7 0,3 0-2 0,7 0-10 15,1 0 10-15,-1 2 0 0,7-2-3 0,0 0-1 16,1 0-5-16,1 0 6 0,13-2 0 0,1 1-3 16,2 1-3-16,0 0 2 0,-3 0-3 0,3-1 9 15,-1 2-11-15,0 0-2 0,-2-1-1 0,1 0 1 16,-2 2 4-16,4 0 5 0,-2-6-13 0,-1 4-4 16,2-2 12-16,2 0 0 0,-3 2-12 0,2-1 13 15,2 1-5-15,-1 3 2 0,-2-3 0 0,1 0 0 16,0 1 2-16,1-1 0 0,-2 1-5 0,-3-1 9 15,-11 0-1-15,9 0-12 0,-11 0 24 0,3 0-14 16,-2 0-11-16,1 0 26 0,-1 2-16 0,3-2 3 16,-4-2-8-16,0 4 5 0,-1-2 4 0,-3 2 2 15,0-2-5-15,0 0 5 0,-2-2-15 0,-3 0 12 16,0 2-5-16,1-1 6 0,-8 1-4 0,1-1 2 16,-2 1-9-16,3 0 11 0,-2 0 2 0,-1 0 3 15,-1 0-5-15,1 0 1 0,-2-2-2 0,-3 2 3 16,2-1 1-16,-4 0-1 0,2 1 4 0,-3 0-3 0,1 0-3 15,0 0 10-15,0-1-14 0,-3-1 9 16,1 2 3-16,-2-1 3 0,2-2-6 0,-11 3 8 16,15 0-1-16,-9 0-1 0,-6 0 0 0,12-2 3 0,-6 1-1 15,-6 1-5-15,13-2-3 0,-13 2 9 0,8-4-3 16,-8 4-4-16,9 0 0 0,-9 0 1 0,7-4-5 16,-7 4-8-16,0 0 11 0,8 0-2 0,-8 0 7 15,0 0-10-15,0 0 4 0,0 0-3 0,8-3 1 16,-8 3-2-16,0 0-3 0,0 0 3 0,0 0-2 15,0 0 5-15,0 0-8 0,0 0 2 0,0 0 3 16,0 0-7-16,0 0-1 0,0 0 2 0,0 0-5 16,0 0 1-16,7-2 0 0,-7 2 0 0,0 0 0 15,0 0 3-15,0 0-4 0,0 0 1 0,0 0 2 16,0 0-1-16,0 0-4 0,0 0 3 0,0 0 2 16,0 0 3-16,0 0-7 0,0 0 0 0,0 0 3 15,0 0-2-15,0 0 3 0,0 0 1 0,0 0-3 16,0 0 0-16,0 0 3 0,0 0 1 0,0 0 0 15,0 0-3-15,0 0 3 0,0 0 0 0,0 0-2 16,0 0 0-16,0 0-3 0,0 0 3 0,0 0-4 16,0 0 1-16,0 0 3 0,0 0 0 0,0 0-5 15,0 0-2-15,0 0 5 0,0 0-3 0,0 0 0 16,0 0-1-16,0 0 4 0,0 0-1 0,0 0-3 16,0 0 1-16,0 0 2 0,0 0 0 0,0 0-7 0,0 0 6 15,0 0 0-15,0 0 0 0,0 0-2 16,0 0 0-16,0 0 1 0,0 0 1 0,0 0 0 15,0 0-1-15,0 0-1 0,0 0 4 0,0 0-5 0,0 0 2 16,0 0 1-16,0 0-3 0,0 0 4 0,0 0-5 16,0 0-2-16,0 0 6 0,0 0 3 15,0 0-7-15,0 0 3 0,0 0 3 0,0 0-4 16,0 0 3-16,0 0-1 0,0 0-8 0,0 0 6 0,0 0 2 16,0 0 1-16,0 0-3 0,0 0-2 0,0 0 4 15,0 0 3-15,0 0-6 0,0 0 3 0,0 0-5 16,0 0 2-16,0 0 9 0,0 0-6 15,0 0 0-15,0 0-4 0,0 0 1 0,0 0 2 0,0 0 2 16,0 0-2-16,0 0 1 0,0 0 2 0,0 0-3 16,0 0 0-16,0 0-1 0,0 0-1 0,0 0 1 15,0 0 4-15,0 0-3 0,0 0 3 0,0 0-4 16,0 0 4-16,0 0-1 0,0 0-5 0,0 0 6 16,0 0-2-16,0 0-4 0,0 0 3 0,0 0-3 15,0 0 5-15,0 0-2 0,0 0 3 0,0 0-2 16,0 0 1-16,0 0-2 0,0 0 1 0,0 0 0 15,0 0-4-15,0 0 7 0,0 0-3 0,0 0 2 16,0 0-4-16,0 0 0 0,0 0 0 0,0 0 4 16,0 0-1-16,0 0-4 0,0 0 0 0,0 0 2 15,0 0-7-15,0 0-5 0,0 0-26 0,0 0 0 16,0 0-15-16,0 0-7 0,0 0-8 0,0 0-15 16,0 0-10-16,0 0-8 0,0 0-9 0,0 0-8 15,0 0-17-15,0 0-77 0,0 0-229 0,0 0 102 16</inkml:trace>
  <inkml:trace contextRef="#ctx0" brushRef="#br0" timeOffset="18727.55">21233 9228 32 0,'-6'-3'54'0,"6"3"-3"15,-10-5 3-15,3 4 1 0,7 1-4 0,-9-6-3 16,9 6 4-16,-10-4-5 0,10 4-8 0,-8-3 12 16,8 3-4-16,-6-2-1 0,6 2-3 0,0 0 8 15,0 0-18-15,-9-3 9 0,9 3-8 0,0 0-2 16,-6-4-1-16,6 4-10 0,0 0 0 0,0 0-4 16,0 0 4-16,0 0-3 0,0 0 13 0,0 0-18 15,23 6-6-15,-12-3 4 0,2-3 2 0,6 0 4 16,3 2-6-16,7 0-6 0,1-2 8 0,3 1 4 15,3 2-11-15,2-2 8 0,14-1-9 0,-2 2 5 16,-10 0-3-16,15-2 0 0,0 3-1 0,-1-2-10 16,-1-1 8-16,1 4 1 0,2-4 4 0,0 2 0 15,3 0-12-15,-1 0 8 0,-2 4-2 0,3-4 3 16,2-2-1-16,-1 1 0 0,3 2 1 0,1-3 2 16,-2 2-4-16,-1 0 2 0,2-1-3 0,-3 1 9 15,5 1-12-15,-3-2 3 0,-1-1 2 0,0 0-1 16,-1 2 8-16,1 0-5 0,0-1-7 0,0-1 5 15,-1 4 4-15,-1 0-3 0,0 0-1 0,-2 0-2 16,-3-1 6-16,0-1-9 0,-1-1 1 0,1 2 10 16,-3-4-8-16,-11 3 4 0,-2-1 1 0,12-2-5 15,-10 4 11-15,-1-5-10 0,12 4-8 0,-11-4 16 16,0 4-10-16,11-2 2 0,-14 0 6 0,1 0-5 16,0 0 1-16,-2 2-5 0,0-1-2 0,-1-1 7 15,-1 0-5-15,-1-1 1 0,-2 1 4 0,3 0-4 0,-4 0-3 16,1 2 15-16,2-3-21 0,-3-2 11 15,4 3-3-15,-5 0 16 0,0-2-17 0,2 1-11 16,-3 0 6-16,-1-2 10 0,4 1-6 0,-2 1 1 16,0 1 2-16,1-2 4 0,-1 2-4 0,2 0-3 0,-2 0-1 15,2 0 6-15,1-3-7 0,-1 3-8 0,1 2 8 16,-2-4 3-16,3 2 4 0,-2 2-5 16,1-2 2-16,-1-2 10 0,2 1-14 0,-1 2 6 0,-3-2-1 15,1 0 2-15,3-1-1 0,-5 2-1 0,3 0 2 16,0 0-7-16,-1 0-2 0,-1 0 3 0,2 0-2 15,-3-2 9-15,3 0-11 0,-2 0 6 0,0 2 7 16,-2-1-5-16,3-2-5 0,-1 3 3 0,0 0-6 16,-7-1 4-16,-2 1-3 0,1-2 5 0,-2 2 2 15,2-3-2-15,-6 3 0 0,2-1 0 0,-4-1 3 16,-2 1 1-16,0 0-7 0,-2 0 0 0,3-1 4 16,-12 2-7-16,10-1-1 0,-10 1-10 0,9-1-14 15,-9 1-6-15,0 0-16 0,8-3-13 0,-8 3-8 16,0 0-13-16,0 0-21 0,0 0-55 0,-37-9-176 15,16 5 79-15</inkml:trace>
  <inkml:trace contextRef="#ctx0" brushRef="#br0" timeOffset="19826.02">10695 9913 62 0,'0'0'64'15,"-6"-4"-6"-15,6 4 0 0,0 0-5 0,0 0-11 16,0 0 6-16,0 0-17 0,0 0 1 0,0 0-5 16,0 0-3-16,0 0 4 0,0 0-4 0,0 0-10 15,0 0-5-15,0 0 11 0,0 0-6 0,0 0-1 16,0 0-1-16,0 0 2 0,0 0-11 0,0 0 5 16,0 0-2-16,20-5-5 0,-20 5 0 0,19 0-7 15,-6-1 13-15,6-1-2 0,2 1 0 0,8 2 3 16,1-1-9-16,4 0 3 0,2-1 4 0,-1-2-3 15,17 3 4-15,-14-1-3 0,14-4-1 0,2 1 5 16,-3 0-8-16,2-1 3 0,3 1-6 0,-1 1 8 16,2 0-1-16,-2-2-3 0,3 5 1 0,-1-4-5 15,1 3 6-15,1-1 2 0,-1 2-3 0,1-1 0 16,-3-3 3-16,-2 2-6 0,0 3 12 0,0 0-4 16,-16-1-7-16,0-1 0 0,1 2-6 0,-4-1 3 0,0 0 4 15,0 0 1-15,-5 0-4 0,3-1 1 0,-11 0-4 16,-2-1-1-16,0 2-1 0,-1 2 9 0,-1-4-4 15,-6 2 0-15,0 0 0 0,-1 0 0 0,-1 0-3 16,-10 0 6-16,13 2-2 0,-7-2-3 0,-6 0 10 16,0 0-7-16,12 1-4 0,-12-1 7 0,0 0 1 15,0 0-2-15,7 0-2 0,-7 0 2 0,0 0 1 16,0 0-6-16,7 2-3 0,-7-2-15 0,0 0-6 16,0 0-9-16,0 0-9 0,0 0-10 0,0 0-32 15,0 0-95-15,0 0 42 0</inkml:trace>
  <inkml:trace contextRef="#ctx0" brushRef="#br0" timeOffset="20119.66">13538 9657 104 0,'0'0'117'16,"0"0"-10"-16,0 0-12 0,0 0 2 0,0 0-9 16,0 0-7-16,0 0-6 0,0 0-9 0,0 0-11 0,0 0-3 15,0 0 0-15,0 0-2 0,11-2-10 16,-11 2 1-16,15-1-30 0,3-3-18 0,1-1-28 15,12-4-18-15,3-1-9 0,2-3-20 0,12-8-67 16,0 2-162-16,2-3 73 0</inkml:trace>
  <inkml:trace contextRef="#ctx0" brushRef="#br0" timeOffset="33379">12228 15418 1 0,'-34'8'4'0,"1"3"0"0,1-3 1 0,-4 1-6 16,-1-1 3-16,4 0-2 0,-4 1 4 0,0-2-8 15,2 1 6-15,-1 0-6 0,-3-1 2 0,-1 1-1 16,-9 2 7-16,10-4-6 0,1 1-3 0,-16-2 2 16</inkml:trace>
  <inkml:trace contextRef="#ctx0" brushRef="#br0" timeOffset="33668.75">9614 15553 48 0,'0'0'41'0,"-12"-1"-6"0,12 1-11 16,-7-1-12-16,7 1 2 0,0 0-5 0,0 0 1 15,0 0-1-15,0 0-1 0,0 0-1 0,0 0-2 16,0 0-4-16,0 0 3 0,0 0 1 0,0 0-4 16,0 0 5-16,20-8-1 0,-20 8-1 0,0 0-8 15,0 0-1-15,0 0-11 0,0 0-3 0,15 4-15 16,-15-4-38-16,0 0 17 0</inkml:trace>
  <inkml:trace contextRef="#ctx0" brushRef="#br0" timeOffset="36090.82">10667 15544 33 0,'0'0'50'16,"0"0"-7"-16,0 0 0 0,0 0-1 0,0 0-3 15,0 0-10-15,-17 10 17 0,17-10-12 0,-7 1-5 16,7-1-4-16,0 0-1 0,-10 2-3 0,10-2 4 15,0 0-4-15,0 0-1 0,-9 2-3 0,9-2-4 16,0 0-4-16,0 0-4 0,0 0 3 0,0 0-9 16,0 0 1-16,0 0-1 0,0 0-8 0,0 0 9 15,0 0 0-15,0 0-4 0,0 0 3 0,0 0-2 16,0 0-1-16,0 0 2 0,0 0-5 0,22 4 0 16,-22-4 6-16,15 1 1 0,-4 1-3 0,-3 1-1 15,5-3-1-15,-1 1-2 0,0-1 0 0,1 2 1 16,8-2-2-16,1 1 2 0,6-2 7 0,-7-1-5 15,7 2-1-15,-1-1 6 0,-4-1-6 0,9 2 5 16,-1-3 0-16,1 3-4 0,0 0 3 0,3 0 1 16,-1-1 0-16,5 1 0 0,-2 0 0 0,1-1-3 15,1 2 0-15,12-1 7 0,-12 0-8 0,0 1 7 16,0 1-3-16,1 2 1 0,-2-4-5 0,3 3 5 16,9 1-4-16,1-2 4 0,-14-1-6 0,0 2-4 15,-1-1 10-15,3-2 3 0,1 1 1 0,0 2-9 16,-1 0 7-16,1-2-6 0,-2 2 3 0,0-1 0 15,1 2 0-15,-3-1 1 0,1-3-5 0,-1 3 7 16,-2 1-5-16,-2-3 7 0,1 1-10 0,-1 1 2 16,-1 1 5-16,-4-4-6 0,2 4 9 0,-8-1-5 15,-1-1-4-15,2 1-4 0,1-2 11 0,-3 0-5 16,-2 2 0-16,3 1-2 0,-1-2-4 0,-1 1-1 16,0 0 0-16,-2 0 1 0,-3-1 0 0,3 0-1 15,-5 1-4-15,0-1 2 0,1 1-2 0,0-1 2 16,-2 0-3-16,3 0 6 0,-3-1-5 0,1 2 0 15,1-3 2-15,-4 3-3 0,3-2 5 0,-4 2-5 16,-1-3-2-16,0 1 1 0,6 1 4 16,-6-2 0-16,-7 0-1 0,18 0-1 0,-7 0-1 0,-6 0 6 15,-5 0-4-15,14 0-10 0,-6 0 20 0,-8 0-2 16,11 0 0-16,-11 0-4 0,12 0-8 0,-6-1 15 16,-6 1-4-16,9-1 3 0,-9 1 2 0,0 0-7 15,9-3 13-15,-9 3-12 0,0 0 15 0,5-6-8 16,-5 6 6-16,0 0-1 0,0 0-3 0,0 0 5 15,0 0-1-15,0 0-3 0,-11-16 2 0,11 16 5 16,-7-3-1-16,7 3 0 0,-5-3-1 0,5 3 3 16,0 0-4-16,-9-6-2 0,9 6 4 0,0 0-6 15,-5-6 11-15,5 6-3 0,0 0-1 0,-4-5 0 16,4 5-6-16,0 0 2 0,0 0-4 0,0 0 2 16,0 0 1-16,0 0-1 0,0 0-1 0,18-4-1 15,-18 4 2-15,12-1-1 0,-12 1-5 0,14 0 4 16,-4-1-3-16,-1 1 1 0,1-1 3 0,-1 2 3 15,3-2-3-15,0 1-6 0,-1 0 2 0,2-3 2 16,1 3-2-16,-1-1-2 0,6-1 3 0,-6 0-1 16,1 3 3-16,3-1-5 0,1 0 0 0,1 0 4 15,-2 0 2-15,2 1-2 0,-4-1 0 0,6 2-3 16,-1-2-2-16,-5 1 2 0,8 0-1 0,-4 1 4 16,2-1-1-16,8-1-2 0,-8 1 2 0,8 2-2 15,-9-3 4-15,9 1 2 0,-9-1-1 0,10 1 0 16,-8-1-4-16,5 1 10 0,2-2-6 0,0 4 0 15,0-3-2-15,-2 1-2 0,2-1 4 0,1-1-7 16,-3 2 7-16,2-1-2 0,0 1-3 0,-1-1-3 16,1 0 1-16,-8 0 8 0,2 0-3 0,6 0 0 15,-3 0 6-15,-4 2-10 0,4-2 0 0,1 1 1 16,2 0-1-16,-8-1 9 0,0 3-10 0,1-2 3 16,6-1-7-16,0 0 7 0,-6 0-4 0,4 2 6 15,-5-2-3-15,2 0 5 0,-3 3-10 0,8-3 3 16,-7 2 0-16,6 0-2 0,-4 1 3 0,4-1-5 15,-4 1 9-15,3-5-1 0,3 4-1 0,-2 0-3 16,2 3-3-16,0-5 6 0,-2 4 1 0,1-1 2 16,-1 1-8-16,2-4 3 0,0 2 1 15,-3-2 0-15,1 2 0 0,5-1 2 0,-5 2-8 0,3-3 5 16,0 2 6-16,-2-1-2 0,3 3-4 0,1-2 4 16,-1-1-5-16,2 0-3 0,0-1 8 0,3 2-2 15,1-1-3-15,1 1 5 0,-2-2 0 0,0 0-4 16,1-2 2-16,-1 1 1 0,2 1 0 0,0-1 2 15,-1 0 0-15,2 2-3 0,11-1-6 0,-16-1 7 16,2 1 0-16,-4 0-5 0,1 1 8 0,-1-1-6 16,1 1-3-16,-1-1 7 0,4 0-1 0,-4 1 3 15,0-1-3-15,4 0 1 0,-8 0-5 0,0 2 6 16,2-2 1-16,-1 0-7 0,0 1 6 0,0 3-5 16,-1-4-3-16,1 0-1 0,-1 0 2 15,-1 3 7-15,2-2 2 0,-1-2-6 0,2 2 0 0,-2-1 3 16,1 0-2-16,0-1 1 0,0 0-6 0,-1 2 6 15,-2-1-3-15,-3 1 2 0,3-1 3 0,-6 3-3 16,3-3 2-16,5 1-5 0,2 0 5 0,-9 0-2 16,7 1-1-16,-2-1-1 0,-5 0 1 0,-1-1-2 15,2 1 9-15,9-1-4 0,-3 2 0 16,2-3 2-16,-1 3-7 0,0-2 7 0,-7 1-5 0,8-1 4 16,0 0 0-16,-5 2-6 0,2-2-3 0,-5 1 5 15,6 1 5-15,-5-2 3 0,3 1 8 0,2 1-21 16,0-2 9-16,-6 1-9 0,0-1 8 0,8 0-5 15,-1 0 2-15,-9 0-7 0,1 2 7 0,9-4 3 16,-2 4-3-16,-9-2 4 0,9 2-7 0,-6 0 5 16,-4-2 3-16,3 3-7 0,1-2 3 0,0 0 0 15,-2-1-2-15,2 2 0 0,6-2 2 0,-8 2-3 16,0-1 3-16,3-1-8 0,-2 0 0 0,-1 1 0 16,1-2-4-16,1 2-3 0,0-3 2 0,-3 0-2 15,0 1-1-15,-1 0-1 0,1 0 3 16,0-3 4-16,-1 2-4 0,1 0 4 0,-3-3 4 0,3 4-4 15,-6 1 9-15,5-2-9 0,-6-1 1 0,4 2-2 16,-3-1 11-16,-1 0-1 0,-1 0-9 0,0 0 3 16,-11 2 6-16,22-1-7 0,-16 0 2 0,-6 1 4 15,18-3-1-15,-18 3 0 0,13 0 0 16,-13 0-1-16,0 0 5 0,15-1-1 0,-15 1-3 0,9-2-2 16,-9 2 3-16,8 0-1 0,-8 0-4 0,0 0 6 15,10-2-1-15,-10 2 6 0,9 0 5 0,-9 0-3 16,9-2 0-16,-9 2 1 0,11-2-1 0,-11 2-3 15,13-3 8-15,-6 3-4 0,0-2 3 0,-7 2-4 16,16-1 7-16,-6 1-10 0,0-2 9 16,0 0-4-16,2 1 1 0,-1 1-2 0,1 0-6 0,-1 1 0 15,7-2 6-15,-5 1 0 0,2 0-11 0,4 0 7 16,1 0-2-16,-1 1 1 0,4-1 5 0,-4 2-7 16,10-1 6-16,1 0-6 0,-2 0 6 0,0 0-8 15,1 2 9-15,3-3-5 0,-1 0 0 16,1 0-2-16,0 0 1 0,2-2-2 0,0 2 2 0,1 0 6 15,0 2-4-15,1-2 0 0,2 1-4 0,-1 1 1 16,-2-4 0-16,2 4-5 0,0 2 5 16,-2-1 4-16,3-1-5 0,-3 1 2 0,0 2 4 15,-1-2-5-15,-2 3 0 0,7-5 0 0,-6 4 3 0,1-1-1 16,2-1-3-16,0-1 3 0,-3 3 0 16,2-3 0-16,0 0-1 0,2-2 2 0,-1 2-3 0,-1-1 6 15,2 1-1-15,0-1 0 0,4 1 2 0,-4-1 4 16,0 0-6-16,1-2 6 0,2 2 1 15,-3-2 0-15,1 3 3 0,-1-2-5 0,2 0 5 16,-2 0-3-16,-1 0 0 0,-3 0 1 0,0 0-7 16,3-2 0-16,-3 3 3 0,0-1-1 0,2 0-2 0,-2 0-1 15,-2 0 12-15,-2 1-3 0,0-1-2 0,0 1 9 16,0 1-10-16,2-2-4 0,-2 0 7 0,-2 1-3 16,1-1-2-16,1 0-4 0,-1 1 5 15,1 1 0-15,-1-1-1 0,0-2-4 0,-9 2 1 16,9-2 5-16,-1 2-12 0,-5 0 8 0,6 1 1 15,-9-2-1-15,3 0-2 0,1 0 2 0,-5 0-5 0,3 1-7 16,1-1 9-16,0 0 4 0,-2 2-5 0,1-2 3 16,-2 0-3-16,-3 0 2 0,2 0 0 15,0 3-9-15,0-3 1 0,-1 0 5 0,-3 1-2 16,-1-1 3-16,1 0 1 0,-2 0-8 0,2 0 7 16,-1 2-4-16,1-2-1 0,0 0-3 0,-1 0 7 0,5 0 0 15,-5 1-3-15,1-1-1 0,-3-1 2 0,3 1 4 16,-1 0 2-16,1-3-8 0,0 4 1 0,-1-2 1 15,0 1 0-15,0 0-5 0,-1 1 5 16,1-2 2-16,0-2 1 0,0 3 2 0,-2 0-5 16,1 0-4-16,-1 0-5 0,2 0 0 0,1 0 0 15,-1-2-4-15,2 1-4 0,-3-1-3 0,2 2-3 0,2-1-5 16,2 0 0-16,-5-1 2 0,5 1-9 0,0 0-2 16,2 1 8-16,-2-2 9 0,3-1-1 0,-1 3 2 15,1-3-4-15,7 2-2 0,4-2-21 16,-2-2-49-16,1 1 21 0</inkml:trace>
  <inkml:trace contextRef="#ctx0" brushRef="#br0" timeOffset="36621.55">22998 15722 14 0,'19'1'39'0,"2"1"-6"16,-2-2-11-16,3 0 9 0,6 1-5 0,-5-2-6 15,6 3-3-15,-1 0 2 0,3-1-4 0,-2-1 2 16,1 0-16-16,2 0 7 0,-3-1-7 0,2 1 6 16,1-2-5-16,1 1 1 0,0 1-3 0,-1-3-2 0,1 1 2 15,3 2-1-15,0 0 2 0,2-1-4 0,12-1 8 16,-14 1 1-16,3 1 0 0,-1 1-1 15,0 1-4-15,3-1 1 0,-4 0-5 0,1 0-5 16,1 2 0-16,-4-2-3 0,2 1-3 0,-3 1 3 16,1 2 0-16,1-4 7 0,-3 2 1 0,2 0-6 0,0 0-1 15,-1 0-2-15,2 0 5 0,-2 0-2 0,3 0 5 16,-3-1 1-16,0 1 2 0,-1-1 3 16,4-2-9-16,3 1 6 0,-4-1 2 0,1 2 10 15,1-1-4-15,-1-2 3 0,1 1-3 0,-2-3 9 16,3 0-4-16,-2 1-1 0,0 2 3 0,1-1 6 0,-1-1 0 15,4-2-1-15,-2 2 2 0,-3 0-2 16,2-1-2-16,14 1-6 0,-16 0 4 0,1-3 3 16,3 2-6-16,-1-2 6 0,-1 3 6 0,15-4-6 15,-2 2-1-15,-13-1-7 0,16 3 5 0,-16-1-11 16,15 0 9-16,-15 0 3 0,2-1-2 0,11 0-5 16,-13 2-1-16,0-1 3 0,-2 3 3 0,0-3-11 0,-3 3 6 15,-1 0 5-15,-1 0-6 0,-2 0-11 16,3 0 1-16,-3 2-10 0,-2-1-5 0,-6 1-4 15,6 0-17-15,-7-1-2 0,2-1-7 0,-4 3-32 16,-2-2-83-16,2 0 37 0</inkml:trace>
  <inkml:trace contextRef="#ctx0" brushRef="#br0" timeOffset="37704.67">10758 16162 22 0,'0'0'20'0,"0"0"1"0,0 0-5 0,0 0-2 16,0 0 1-16,24 0-2 0,-24 0-4 0,8 4 1 15,-3-1-10-15,-5-3 11 0,7 6-5 0,-1-4-1 0,-6-2 3 16,14 4-5-16,-7 1-1 0,6-1 3 0,-5 1 5 16,4-3-9-16,0 4 2 0,0-2-1 0,2 1 5 15,1 2-2-15,3-4-5 0,0 4 6 16,3-1-15-16,-1 0 0 0,6 2 4 0,-5-4 1 16,7 0-5-16,4 2 1 0,1-1-2 0,2 0-5 15,-2 1-10-15,3-2-25 0,1-1 11 0</inkml:trace>
  <inkml:trace contextRef="#ctx0" brushRef="#br0" timeOffset="38704.44">12904 16534 21 0,'0'0'80'0,"-8"0"-21"16,8 0-6-16,0 0 7 0,0 0-18 0,0 0-6 15,0 0-2-15,0 0-3 0,0 0-12 0,0 0-1 16,39 1 2-16,-18 1-1 0,-4-1-2 0,4 0-3 16,10 0 4-16,-6-2-9 0,7 1 0 0,-1 2-3 15,1 0-1-15,1-1 3 0,-1-1-1 0,5 0 4 16,-1 3-7-16,5-5-1 0,-5 2 9 15,2 0-8-15,0 2 0 0,1-2 3 0,12 1-1 0,-13 0-3 16,3-2 1-16,8 1 1 0,-8 3-6 0,10 0 5 16,-12 0-4-16,-1 0 4 0,0 2 0 0,0-3-7 15,3 2 8-15,-3 2-15 0,2 0 6 0,-2-3 1 16,1 4 3-16,-1-3 7 0,10 3-9 0,-10 0-3 16,-1-2 2-16,1 1 2 0,3 2-4 15,-3 0-1-15,0-1 1 0,-2 0 1 0,2-1 10 16,1 0-13-16,-4 1-5 0,4 1-6 0,-3-3 1 15,1 0 2-15,0 0 12 0,-2 0-9 0,1-1-1 0,1 0 3 16,1-2 2-16,-5 1-4 0,5 1 2 0,-4-1-4 16,4-1 0-16,-4-1 3 0,4 1 1 15,1-2 5-15,-5 3 6 0,-1-1-17 0,-1-1-2 16,2-2 1-16,0 2 0 0,-1-4-5 0,-1 2-1 16,3 1-3-16,-2-1 8 0,2 3-5 0,-1-2 0 15,1 0-17-15,-2-1-41 0,3 2 19 0</inkml:trace>
  <inkml:trace contextRef="#ctx0" brushRef="#br0" timeOffset="39088.33">17340 16227 90 0,'0'0'191'0,"0"0"-28"0,8-2-4 0,-8 2-42 16,0 0-6-16,0 0-22 0,0 0-9 0,9-3-14 16,-9 3-1-16,9-2-10 0,-3 0-1 0,3-4-11 15,4 2-16-15,4-3-6 0,8-8 1 0,1-1-19 16,3 0-5-16,15-11-22 0,2-4-19 0,2 1-6 16,2-6-21-16,2 4 0 0,23-18-2 0,-24 14-5 15,23-11-2-15,-23 13 2 0,1-3-56 0,21-13-142 16,-20 15 63-16</inkml:trace>
  <inkml:trace contextRef="#ctx0" brushRef="#br0" timeOffset="45777.67">22276 17881 2 0,'-11'2'17'0,"11"-2"0"15,-12 0-3-15,12 0 0 0,-11 0 0 0,11 0-10 0,-9 0 8 16,9 0-2-16,0 0 4 0,-12 0-8 0,12 0-3 16,-10-3 10-16,10 3 0 0,0 0-7 0,-13 1-4 15,13-1 5-15,0 0 8 0,-14 0 4 16,14 0-5-16,-9-2 1 0,9 2-2 0,-11 2-3 16,11-2-3-16,-14 0 10 0,6 0 0 0,8 0-6 0,-17 0 6 15,11 0-9-15,6 0-5 0,-14 2 1 0,5-2 0 16,9 0 11-16,-10 0-9 0,10 0-5 15,0 0-5-15,-13 1 1 0,13-1-6 0,0 0 9 16,-12 0 1-16,12 0 11 0,0 0-14 0,-11 0 12 16,11 0 22-16,0 0 17 0,0 0 1 0,-8 0 7 15,8 0-8-15,0 0-5 0,0 0-11 0,0 0-8 16,0 0-4-16,0 0-3 0,0 0 3 0,0 0-5 16,-11-1 8-16,11 1-13 0,0 0 7 0,0 0 7 15,0 0-19-15,0 0 0 0,0 0 2 0,0 0-2 16,0 0 1-16,0 0-2 0,0 0-3 0,0 0-8 15,0 0 11-15,0 0-9 0,0 0 1 0,0 0-2 16,0 0 9-16,0 0-5 0,0 0 3 0,0 0-9 16,0 0 10-16,0 0-13 0,0 0 16 0,0 0 5 15,0 0-5-15,0 0-7 0,0 0 15 0,34 1-17 16,-24 1 5-16,1-1-9 0,3-1 9 0,-3 2-3 16,2-2-1-16,1 1 6 0,0-1-7 0,5 0 2 15,0 3 0-15,1-3 4 0,6 1-6 0,-3-2 6 16,-2 2 7-16,8-1-9 0,0 3 1 0,-1-3-5 15,0 2 9-15,0-1-8 0,0-2-4 0,0 3 4 16,1-2-1-16,1 1 6 0,-1 0-6 0,2 1 0 16,-2-1 7-16,1 0-1 0,-1 1-3 0,3-2-2 15,0 2-2-15,0-1 5 0,0 0 0 0,-3 1 3 16,2 0-2-16,-2 0 4 0,1-2-12 0,-1 1 2 16,-1 1 6-16,2 0-4 0,0-1 6 0,-1 0-2 15,0-1-6-15,-1 3 22 0,0-2-18 16,0-2-9-16,2 2 44 0,-2-1-1 0,0 1-6 0,0-2-4 15,-6 0-3-15,6 0-1 0,-7 1-4 0,1 0-12 16,7-3 9-16,-8 2-1 0,7-1 5 16,2 2-5-16,-1-3-5 0,0 1 0 0,2 1 2 15,-3-2-2-15,3 1 1 0,-2-2-5 0,-1 4-1 16,2-1 7-16,-9-2-6 0,5 1 2 0,-4-1-6 16,-1 4 11-16,7-3-6 0,-8 2-2 0,0-3 0 15,2 3 2-15,-2-1-2 0,1 1 3 0,0-3-10 16,0 3-3-16,-2-1 0 0,-6-1-6 0,6 1-4 15,-1-2-4-15,-1 3-7 0,-2-2-1 0,-2 1-5 0,7-2-9 16,-4 1 1-16,3-2-10 0,-6 2-1 16,6-2-14-16,-3-2-5 0,2 1 6 0,2-4-46 15,-1 1-123-15,6-3 54 0</inkml:trace>
  <inkml:trace contextRef="#ctx0" brushRef="#br0" timeOffset="46142.85">25852 17152 22 0,'0'0'62'16,"0"0"0"-16,0-18-6 0,0 18-9 0,-4-12-2 15,4 12-7-15,-2-13-4 0,2 13-10 0,-3-13-9 16,3 13-8-16,0-17-15 0,-4 12-9 0,4 5 3 16,-5-16 7-16,5 16-4 0,-4-10 4 0,4 10 4 15,-4-10 1-15,4 10 5 0,0 0-2 0,-6-12 2 16,6 12 1-16,0 0-8 0,-1-9 4 0,1 9-5 15,0 0 4-15,0 0-3 0,0 0-1 0,0 0 0 16,0 0-8-16,7-8-4 0,-7 8-5 0,0 0-6 16,11 0-14-16,-11 0-45 0,0 0 20 0</inkml:trace>
  <inkml:trace contextRef="#ctx0" brushRef="#br0" timeOffset="46691.05">25931 17070 26 0,'0'0'34'0,"0"0"6"0,0 0-6 0,0 0 3 0,0 0-8 16,-2 10-1-16,2-10-8 0,0 0 9 16,0 0-2-16,0 0-7 0,-2 14-1 0,2-14-6 0,2 7 1 15,-2-7-7-15,2 7 2 0,-2-7-2 0,0 8-1 16,0-8 2-16,4 9-1 0,-1-5-5 0,-3-4 6 16,6 10-5-16,-1-6-4 0,0 2 2 0,-1-3 0 15,5 5-3-15,-3-5 7 0,4 2-3 16,-1-2 1-16,1 2-4 0,2 0 2 0,-3 1-2 15,2-3 8-15,1 1 0 0,-1 0-7 0,3 1-1 16,-1-2 4-16,0 0 2 0,5 1-1 0,-5 0-2 16,4 0-6-16,-5 0 5 0,7-2-2 0,-4 2 1 15,4 0 0-15,-1 0-2 0,1-3 8 0,0 1-7 16,1 0 6-16,7 1-4 0,-5-2 1 0,7 2 5 16,-2 0 6-16,-6-1 3 0,5-1-9 0,1-1 0 15,2 0 7-15,1-1 0 0,-3 1 2 0,2 0 6 16,2-2-5-16,1 0 0 0,-3 4 5 0,3-4 3 15,-1 4-7-15,0-4-4 0,-1 2 8 0,3-3 10 16,-3 5-9-16,1-2 7 0,2 0 1 0,-1 1 5 16,-1 1-10-16,3-2 5 0,3 3 6 0,-9-3-1 15,6 4 3-15,-4-2-11 0,-2 1 9 0,-1 0-5 16,4 1-1-16,-10-3-4 0,6 1-3 16,0-1 0-16,-5 2-4 0,1-3 9 0,-2 1-11 0,6 1 0 15,-8-2 5-15,3 3-1 0,-3-2 3 0,1 0-5 16,-2-1-4-16,2 1 6 0,-4 0-1 0,-2-1-4 15,-1 2 1-15,-2-2-11 0,0 0 10 0,-4 0 4 16,-7 0-4-16,11 0 4 0,-11 0-3 0,10 0-4 16,-10 0 4-16,6 2 4 0,-6-2-4 15,0 0-2-15,0 0-4 0,0 0-12 0,0 0-17 16,0 0-12-16,0 0-34 0,0 0-18 0,0 0-23 16,0 0-28-16,-45-2-83 0,23 0-233 0,1-1 104 15</inkml:trace>
  <inkml:trace contextRef="#ctx0" brushRef="#br0" timeOffset="48447.63">6314 17999 13 0,'20'9'12'0,"-7"-4"0"0,-2 1-3 15,5 1-2-15,-4-1-1 0,6-1 4 0,-2 1-7 16,-16-6 0-16,0 0 1 0,62 15 3 0,-34-10 3 15,-28-5-6-15,48 7 1 0,-17-2 3 16,-31-5-3-16,50 2-1 0,-20 2-1 0,-30-4 7 16,59 6-8-16,-29-4 12 0,-30-2-16 0,60 7 10 15,-32-4-5-15,1 2-6 0,-29-5 6 0,59 5-1 16,-31-2-1-16,-28-3 8 0,55 10-7 0,-27-6-3 0,-28-4 2 16,56 9 1-16,-34-6-3 0,-22-3 9 0,47 6-9 15,-47-6-2-15,43 3 7 0,-43-3-7 16,55 1 5-16,-55-1-1 0,48 1 4 0,-48-1-5 15,38 2-2-15,-38-2 2 0,36-6 4 0,-36 6-9 16,0 0 8-16,45-3-4 0,-45 3 2 0,29-7 0 16,-29 7 0-16,0 0 5 0,0 0-5 0,36-9 4 15,-36 9-1-15,0 0 3 0,0 0-2 0,0 0-4 16,0 0 3-16,31-6-5 0,-31 6 7 0,0 0-5 16,0 0-5-16,0 0-7 0,0 0-25 0,0 0-39 15,0 0 17-15</inkml:trace>
  <inkml:trace contextRef="#ctx0" brushRef="#br0" timeOffset="49750.82">26942 16520 38 0,'0'0'26'0,"0"0"-8"0,0 6-22 0,0-6-9 16,0 0-15-16,0 0 7 0</inkml:trace>
  <inkml:trace contextRef="#ctx0" brushRef="#br0" timeOffset="52024.52">29011 16335 5 0,'0'0'72'0,"-1"-10"10"16,1 10 12-16,0 0-11 0,0 0 7 0,-3-12-13 15,3 12-6-15,0 0-11 0,0 0-2 0,0 0-8 16,0 0-5-16,0 0 1 0,0 0-6 16,0 0 0-16,0 0-10 0,24 20-2 0,-16-13-4 0,2 1 5 15,-1-2-16-15,0 4 3 0,-1-1-4 0,0 1 4 16,-1 1-10-16,1 6 7 0,-4-6-6 0,1 5 4 16,0-1-3-16,-4 2 3 0,1-1-9 0,-1 0 1 15,-4 3-2-15,1 1 7 0,-1-1-15 0,0 0-7 16,-2 0 7-16,-2 8-10 0,-3 0 11 15,2 1-8-15,-4-2-7 0,0 2 7 0,0 0-12 16,4 4 9-16,-6-2-3 0,4 0-2 0,-3 1 4 0,3 0 7 16,2-2 0-16,1 2-7 0,-1-1 7 15,4 2 0-15,2-4 7 0,2 3-3 0,0 2-6 16,1-2 12-16,2-2-4 0,0 1 1 0,1-1-1 16,4-1-3-16,-3-2-6 0,1 2 28 0,2-4-7 15,-2 0 0-15,1 2-13 0,-3-2 0 0,1-6-5 16,-1 0-3-16,1 0 5 0,-2-2-10 0,-1 0 2 15,0 0 0-15,1-5 3 0,-3 1-3 0,0-1-5 16,-1 0 0-16,-2 0-2 0,0 0-5 0,-2-3-1 16,0 2-12-16,-1-6-6 0,-2 2-37 0,-2-1-91 15,1-2 41-15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2-01T10:01:41.8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23078 12543 22 0,'0'0'44'0,"0"0"-4"0,0 0-17 16,0 0 7-16,0 0 3 0,0 0-6 0,0 0 6 16,0 0-2-16,0 0 0 0,0 0-5 0,-6-6 0 15,6 6-1-15,0 0-1 0,0 0 4 0,0 0 2 0,-11 0-1 16,11 0-2-16,-10 0-3 0,10 0-3 0,-12 0-3 16,12 0-3-16,-13-1-2 0,13 1 1 15,-12 0-5-15,12 0-4 0,-12 0 17 0,12 0-7 16,-15-1 6-16,15 1-15 0,-12 0 4 0,12 0 5 15,-11 1-11-15,11-1 7 0,-13-1 0 0,13 1-13 0,-12 0 8 16,12 0-8-16,-12-2 3 0,12 2 4 0,-9-1-3 16,9 1 5-16,-9-2 9 0,9 2 3 15,-9 0 9-15,9 0-3 0,0 0 5 0,-13-2-5 16,13 2-8-16,0 0 5 0,0 0-3 0,-9-2-4 0,9 2-1 16,0 0 3-16,-9-3-1 0,9 3-12 0,0 0 9 15,-9-1-12-15,9 1 11 0,0 0-7 16,0 0 3-16,0 0-5 0,0 0-3 0,-10-1 0 15,10 1 11-15,0 0-4 0,0 0-5 0,0 0 6 0,0 0-1 16,33 0-8-16,-14-1 4 0,1 0 3 0,2 0-7 16,8 1-1-16,2-1 2 0,0-1 2 0,2 0 2 15,1 0-5-15,3 2 6 0,-2-2-4 0,1 0 7 16,-1 2-2-16,0 0-7 0,-3-2 5 0,-2 1-22 16,-3 2 19-16,-7 1 5 0,0-2-2 0,-2 1-4 15,-1-2 1-15,-5 1-4 0,-1 1 6 0,-1-1 0 16,-1 0-8-16,-4 0 3 0,-6 0-2 0,13 0-8 15,-13 0 20-15,9-1-8 0,-9 1 9 0,0 0-6 16,9 0 2-16,-9 0 2 0,0 0 6 0,0 0 7 16,0 0 7-16,0 0-9 0,0 0 6 0,0 0 0 15,0 0-7-15,0 0 0 0,0 0-4 0,0 0 2 16,0 0 2-16,0 0-8 0,0 0 6 0,0 0-11 16,-15-16-10-16,15 16-6 0,0 0-6 0,-12 1-30 15,12-1-20-15,-11 6-19 0,11-6-20 0,-11 7-68 16,5-3-191-16,1 1 85 0</inkml:trace>
  <inkml:trace contextRef="#ctx0" brushRef="#br0" timeOffset="918.57">23278 12641 8 0,'0'0'11'0,"0"0"-2"16,0 0-1-16,0 0 1 0,0 0 3 0,0 0-6 16,0 0 0-16,0 0-2 0,0 0 0 0,0 0 2 15,0 0 1-15,0 0-7 0,0 0 3 16,0 0 2-16,0 0-5 0,0 0 2 0,0 0-4 0,0 0 7 16,0 0-10-16,0 0 2 0,0 0 2 0,0 0 2 15,0 0-1-15,0 0 2 0,0 0 0 0,0 0-3 16,0 0 9-16,0 0-6 0,0 0-5 15,0 0 4-15,0 0 2 0,0 0-2 0,0 0 4 0,0 0 3 16,0 0 0-16,0 0 7 0,0 0-4 0,0 0 1 16,0 0 2-16,0 0 4 0,0 0-4 0,0 0 6 15,0 0-2-15,0 0 0 0,0 0-2 0,0 0 1 16,0 0-2-16,0 0-5 0,0 0-2 0,0 0 4 16,0 0 2-16,0 0-7 0,0 0 3 0,0 0 0 15,0 0 0-15,0 0 6 0,0 0-7 0,0 0 2 16,0 0-3-16,0 0-4 0,0 0 1 0,0 0-4 15,0 0 3-15,0 0 1 0,0 0-4 0,0 0 4 16,0 0-3-16,-13 18 2 0,13-18 2 0,-1 7 7 16,1-7 7-16</inkml:trace>
  <inkml:trace contextRef="#ctx0" brushRef="#br0">23241 12822 281 0,'0'0'180'0,"0"3"-337"0,0-2 467 0,1 0-300 0,-1-1-17 0,1 1-56 0,1-1 135 0,-2 2-90 0,0-2 18 0,0 0 16 16,0 0-31-16,0 0 78 0,0 0-57 0,0 0 41 16,0 0-90-16,0 0 86 0,0 0-53 0,0 0 22 15,0 0-4-15,0 0-14 0,0 0 10 0,0 0 31 16,0 0-47-16,0 0 61 0,0 0-104 0,0 0-6 16,0 0-44-16,0 0-110 0,0 0 168 0,0 0-227 15</inkml:trace>
  <inkml:trace contextRef="#ctx0" brushRef="#br0" timeOffset="1838.65">23231 12682 12 0,'0'0'11'16,"0"0"2"-16,0 0 0 0,0 0-3 0,0 0-3 15,0 0-3-15,0 0 4 0,0 0-2 0,0 0 0 0,0 0 1 16,0 0-6-16,0 0 3 0,0 0 0 0,0 0-1 15,0 0-3-15,0 0 2 0,0 0 1 16,0 0 1-16,0 0-1 0,0 0-3 0,0 0 2 16,0 0-2-16,0 0 2 0,0 0 0 0,0 0 2 15,0 0-7-15,0 0 4 0,0 0-7 0,0 0-5 0,-1 18 5 16,1-18-2-16,0 0-9 0,0 0-17 0,0 0 7 16</inkml:trace>
  <inkml:trace contextRef="#ctx0" brushRef="#br0" timeOffset="2599.8">23224 12732 5 0,'0'0'11'0,"0"0"-1"0,0 0-3 0,0 0 5 15,0 0-2-15,0 0-1 0,0 0 0 0,0 0 0 16,0 0-3-16,0 0 0 0,0 0 4 0,3-25 3 15,-3 25 5-15,0 0-2 0,0 0-1 0,0 0 0 16,0 0 3-16,0 0-1 0,0 0 4 0,0 0 1 16,0 0-1-16,0 0-3 0,0 0 2 0,0 0 2 15,0 0-2-15,0 0 2 0,0 0 4 0,-5-4-5 16,5 4-3-16,0 0-3 0,0 0-1 16,0 0 2-16,0 0-4 0,0 0 1 0,0 0-3 0,0 0-2 15,0 0 2-15,0 0-1 0,0 0-6 0,0 0 5 16,0 0-1-16,0 0-3 0,0 0-3 0,0 0 4 15,0 0-2-15,0 0-2 0,0 0-1 0,0 0-1 16,0 0 4-16,0 0-5 0,0 0 5 0,0 0-6 16,0 0 6-16,0 0-1 0,0 0-2 0,0 0 0 15,0 0 8-15,0 0-3 0,0 0-4 0,0 0 0 16,-8 15 4-16,8-15 0 0,-2 6 1 0,2-6-3 16,-3 8-1-16,3-8 1 0,-4 9 5 0,4-9 1 15,-2 8 1-15,2-8 0 0,-3 10 2 0,3-10-2 16,-2 8-4-16,0-3 0 0,2-5-1 0,-2 10 2 15,0-3 2-15,2-7-6 0,-1 9 4 0,0-3 3 16,1-6-1-16,0 11 3 0,0-11 4 0,-1 10-4 16,1-10-5-16,0 11-1 0,0-11 3 0,1 9 0 15,-1-9-7-15,0 10 4 0,0-10 3 0,1 8-2 16,-1-8-5-16,1 10 3 0,-1-10 3 0,0 9 12 16,0-9-9-16,0 9-4 0,0-9 2 0,0 0-2 15,-1 10-5-15,1-10 4 0,-1 8 5 0,1-8-8 16,0 0-1-16,-1 9-2 0,1-9 2 0,0 0 7 15,-3 8-6-15,3-8 4 0,0 0 2 0,-3 7-7 16,3-7 1-16,0 0-3 0,-3 7 5 0,3-7-2 16,0 0 3-16,0 0-6 0,-7 5 3 0,7-5-3 15,0 0-9-15,0 0-6 0,0 0-14 0,0 0-9 0,0 0-4 16,0 0-6-16,0 0-5 0,0 0 4 0,0 0-8 16,0 0-52-16,-11-14-118 0,11 14 53 0</inkml:trace>
  <inkml:trace contextRef="#ctx0" brushRef="#br0" timeOffset="3279.55">23198 12741 7 0,'0'0'50'0,"0"0"-3"16,0 0-8-16,2-8-2 0,-2 8-2 0,0 0-6 15,5-7-7-15,-5 7 2 0,7-5-5 0,-7 5 5 16,5-6 7-16,-5 6-7 0,5-4-3 16,-5 4 5-16,5-4-3 0,-5 4-3 0,5-4 0 15,-5 4-5-15,8-5-1 0,-8 5-2 0,10-4 2 0,-5 3 5 16,-5 1-9-16,13-3 1 0,-8 2 3 0,-5 1 3 15,10 0-4-15,-10 0 0 0,9 1-3 0,-9-1-1 16,10 3 6-16,-10-3-3 0,9 3-1 0,-5 1 1 16,-4-4 1-16,8 7 3 0,-4-3-3 0,-1 0 4 15,-3-4 1-15,5 9 4 0,-5-9-10 0,3 9 5 16,-2-3-4-16,-1-6 7 0,0 7-6 0,0-7-1 16,-4 10 3-16,1-4-3 0,-2-1 9 0,1 0-6 15,-3 2 7-15,1-2-4 0,-2 1 8 0,-1 0-2 16,2-1-2-16,-2-2-2 0,-3 1-2 0,3 1-4 15,0-1 0-15,0-3 0 0,2 3 1 0,0-3-5 16,7-1 3-16,-10 5-2 0,10-5-5 0,-9 2 4 16,9-2-8-16,-6 3 10 0,6-3-7 0,0 0 4 15,-7 3 5-15,7-3-12 0,0 0-5 0,0 0 6 16,0 0-4-16,0 0 4 0,0 0 1 0,0 0 0 16,29-8-6-16,-22 7 3 0,-7 1-3 0,17-1 1 15,-7 1 4-15,0 0-2 0,0 0-8 0,1 0 7 16,-1 1 4-16,0-1-10 0,0 3 2 0,-2-3 5 15,-2 3 2-15,1 1-4 0,-2-2-4 0,1 2 0 16,-2 0 3-16,-4-4-2 0,5 9 1 0,-5-9 2 16,2 10-5-16,-2-10 7 0,-2 9-5 0,2-9 2 0,-7 10 6 15,2-5-8-15,-3 0 7 0,-1 0 1 16,0 2-4-16,0-3 4 0,1-1 6 0,-3 0-1 16,1-1 1-16,-1 1 7 0,1-1-3 0,0 1-1 15,2-2 1-15,8-1-3 0,-16 0 2 0,9 2-3 0,7-2-5 16,-14-2 0-16,14 2-6 0,-9 2-12 15,9-2-32-15,0 0-36 0,-10 0-32 0,10 0-90 0,-8 0-218 16,8 0 97-16</inkml:trace>
  <inkml:trace contextRef="#ctx0" brushRef="#br0" timeOffset="41493.75">21014 12782 2 0,'0'0'26'0,"0"0"-1"0,0 0-2 0,0 0 2 15,0 0-6-15,0 0 4 0,0 0 2 0,0 0-1 16,0 0 4-16,0 0-1 0,0 0 7 0,0 0-11 0,0 0 1 16,0 0-3-16,0 0-3 0,0 0-4 15,0 0 6-15,0 0 0 0,0 0 1 0,0 0-5 16,0 0-4-16,0 0-1 0,0 0 2 0,0 0-1 16,0 0-6-16,0 0 0 0,0 0 0 0,0 0 7 15,0 0-3-15,0 0-8 0,0 0 1 0,0 0-1 0,0 0-2 16,2 19-1-16,-2-19 3 0,4 10-6 15,-4-10 10-15,4 7-5 0,-3-2 4 0,1 2-8 16,-2-7 6-16,4 10 0 0,-2-3 2 0,-2 1 1 16,1 1 3-16,0 2-1 0,2-3 3 0,-3 1-8 15,1 0 8-15,-1 2 0 0,1 0 0 0,-2-3 4 0,1 4-3 16,1-3 0-16,-2 1 1 0,0-1-5 0,2 1-1 16,-2 0 8-16,1 0-4 0,-2-3-5 15,1 2 11-15,1 0-3 0,0 1 6 0,-1-3-12 16,1-7 1-16,-1 14-5 0,1-14 16 0,1 9-15 15,-1-3 11-15,0-6-8 0,-1 12 3 0,1-12-7 0,-2 11 3 16,2-11 0-16,-1 8 1 0,1-8-5 16,0 0 1-16,-1 10-1 0,1-10 1 0,0 0 2 0,0 0-6 15,-2 8 2-15,2-8 5 0,0 0-4 16,0 0 8-16,0 0-10 0,0 0-3 0,0 0 2 16,0 0-5-16,0 0-8 0,-2 7-6 0,2-7-10 0,0 0-9 15,0 0-30-15,0 0-60 0,0 0-139 16,0 0 61-16</inkml:trace>
  <inkml:trace contextRef="#ctx0" brushRef="#br0" timeOffset="41805.85">20932 12801 18 0,'0'0'64'0,"0"0"-5"0,0 0-6 16,-3-7 1-16,3 7-5 0,0 0-12 0,0 0 0 0,0 0-4 15,0 0-4-15,0 0-1 0,0 0 11 0,-1-8-19 16,1 8-7-16,0 0 6 0,0 0-3 15,0 0-3-15,0 0 1 0,0 0-8 0,0 0 1 0,0 0-7 16,0 0-9-16,0 0-11 0,0 0-8 16,0 0-3-16,15 12-14 0,-15-12-35 0,0 0-86 0,3 10 39 15</inkml:trace>
  <inkml:trace contextRef="#ctx0" brushRef="#br0" timeOffset="42084.46">20975 12823 70 0,'0'0'65'0,"0"0"-11"16,0 0-5-16,0 0-7 0,0 0-1 0,0 0-13 16,0 0 3-16,0 0 0 0,0 0 0 0,0 0 4 0,-9 18-2 15,6-10 3-15,3-8-5 0,-8 14 3 0,3-4-6 16,-1-2-4-16,1 2 6 0,0-3-4 0,0-1-2 15,0 1-3-15,1-4 5 0,0 4-9 16,0-1 0-16,1-2-3 0,-3 1-1 0,3 2-3 16,3-7 7-16,-7 7-9 0,4-3 1 0,3-4-1 0,-7 9-18 15,5-4-15-15,2-5-14 0,-4 5-21 16,4-5-69-16,-3 6-138 0,3-6 61 0</inkml:trace>
  <inkml:trace contextRef="#ctx0" brushRef="#br0" timeOffset="42281.34">21039 12836 25 0,'19'1'59'0,"-10"-1"-6"16,1 2-8-16,0 0 0 0,1 1-9 0,-1 0-20 15,1 1-12-15,-2 1-23 0,0 0-25 16,0 0-48-16,-1 2 21 0</inkml:trace>
  <inkml:trace contextRef="#ctx0" brushRef="#br0" timeOffset="49569.81">20538 13445 16 0,'1'-8'129'0,"-2"-3"3"0,1 11 7 16,-1-19-13-16,-2 10-4 0,2-3-11 0,-2 3-7 16,1-1-4-16,-2 2 4 0,1 2-8 0,1-1-10 15,-2 1-6-15,-1 0-7 0,5 6-8 0,-12-5-7 16,6 1-9-16,6 4-6 0,-11-2-6 0,1 2-3 16,0 2-4-16,0 2-5 0,0 0 6 0,-2 3-7 15,2 0-5-15,1 1-5 0,-1 2-3 0,0 1 0 16,-2 0 3-16,0 1 2 0,4 0-9 0,3-3 1 15,-2 1-1-15,2-1 2 0,3 2-5 0,3-2 0 16,0 1-1-16,4-2 1 0,2 2 0 0,0 0 3 16,4-3-3-16,4 3 3 0,0-3-3 0,2 0-2 15,1 0 0-15,-3-1 0 0,-2 0 0 0,4-1-1 16,-5 0-2-16,0 0 0 0,-2-1-2 0,-2-1-3 16,-1 1-1-16,0 0 2 0,-2 0-4 0,-1 0 4 15,-4-4-2-15,2 5 6 0,-2-5-3 0,0 0 1 16,-9 11 2-16,0-7-1 0,-2 2 0 0,-1-2 2 15,-2 0-3-15,3 0 3 0,-1 0-2 0,0-1-1 16,1-1-3-16,0 2-13 0,1-1-14 0,2-1-5 16,8-2-24-16,-10 2-18 0,10-2-18 0,-10 1-23 15,10-1-8-15,0 0-93 0,0 0-240 0,0 0 107 16</inkml:trace>
  <inkml:trace contextRef="#ctx0" brushRef="#br0" timeOffset="49768.02">20663 13527 92 0,'4'-6'133'0,"-4"6"-17"0,0 0-2 16,0 0-15-16,0 0-7 0,7-3-6 0,-7 3-13 15,0 0-8-15,0 0-2 0,0 0-7 0,0 0 1 0,3 12-7 16,-3-12 0-16,0 14-14 0,0-5 0 16,-1 4-7-16,0-2-4 0,0 1 8 0,-2-1-7 15,2 1 0-15,-1 0-4 0,0 0-7 0,1 1-21 16,-1 0-29-16,1-3-8 0,0 2-34 0,-2-1-38 15,0-2-72-15,0 4-202 0,-1-5 90 0</inkml:trace>
  <inkml:trace contextRef="#ctx0" brushRef="#br0" timeOffset="50178.75">20902 13539 35 0,'-4'5'67'15,"-1"0"-1"-15,5-5-2 0,-7 9-10 0,3-4 0 16,0 0-5-16,4-5-4 0,-4 11 2 0,3-5-5 16,1-6 0-16,-3 8-5 0,3-8-2 0,0 7 11 15,0-7-3-15,0 0-1 0,5 7 0 0,1-5 1 16,-6-2-1-16,10 2 9 0,-10-2-6 0,12-4 0 16,-5 2-3-16,-2-2 6 0,2-1-4 0,-1 0-1 15,-2 0 1-15,-4 5-8 0,5-11 4 16,-5 5-4-16,0 6-1 0,-2-12-9 0,2 12-4 0,-5-12 1 15,-1 7 2-15,1 0-16 0,-3 0-19 0,0 2-23 16,8 3-13-16,-17-4-17 0,6 5-13 0,0-1-16 16,1 4-15-16,-1 1-74 0,4-2-195 0,-2 1 87 15</inkml:trace>
  <inkml:trace contextRef="#ctx0" brushRef="#br0" timeOffset="50438.24">21054 13559 15 0,'3'7'80'0,"-3"-7"-7"0,2 9-14 0,-2 1 13 15,0-4-5-15,-1 4-4 0,-3 0 0 0,-1 0-8 16,1-1-6-16,1 1 2 0,-1-2-11 0,0 1 10 16,0-4-14-16,1 1-4 0,3-6 1 0,-5 7-8 15,5-7 3-15,-2 5 14 0,2-5-13 0,-5 6-4 16,5-6 4-16,0 0-3 0,0 0-4 0,0 0-9 15,16 4 5-15,-16-4 4 0,30-5-8 0,-11 2 1 16,8-2-6-16,-6 3-4 0,8-1-26 0,-9 2-30 16,-5 2-15-16,-1-1-22 0,-3 3-68 0,-4 2-169 15,2 1 75-15</inkml:trace>
  <inkml:trace contextRef="#ctx0" brushRef="#br0" timeOffset="50715.75">20396 13976 163 0,'-6'-4'166'0,"6"4"-13"15,-7-4-6-15,7 4-25 0,0 0-12 0,0 0-17 16,-9-2-3-16,9 2-10 0,0 0-8 0,-1 13-7 15,-3-3-8-15,4 0-2 0,-3 6-11 0,-1 0-3 16,-3 10-10-16,1-2-8 0,-2 4 12 0,2-2-6 16,-3-2-3-16,4-4 1 0,-3 5-6 0,-1-7-11 15,5 1-23-15,-1-2-15 0,4 0-24 0,-2-6-21 16,3 1-22-16,2-2-21 0,-2 0-99 0,2-1-230 16,1-2 101-16</inkml:trace>
  <inkml:trace contextRef="#ctx0" brushRef="#br0" timeOffset="51318.91">20570 14051 39 0,'0'0'129'0,"-12"-3"-4"0,5 3-24 0,7 0-10 16,-14 5 3-16,5-1-12 0,-1 1-5 0,-1 4-7 15,1-1-4-15,1 2-6 0,2-1-6 0,-1 1-14 16,1-2 1-16,2 1-4 0,2-1-4 0,0 2-6 15,0-3 6-15,3-7-9 0,2 13-1 0,-2-13 3 16,5 9-4-16,-1-6-3 0,2-1-2 0,0 0 3 16,2 0-5-16,-8-2-1 0,19-2-1 0,-9 0 0 15,1 1 1-15,-1-3-4 0,-4 1-2 0,1 0 2 16,-2-3 1-16,0 1-7 0,0 0 3 0,-5 5-1 16,6-9 4-16,-3 3-3 0,-2 1-1 0,-1 5-1 15,3-13 1-15,-3 13 8 0,2-9-11 0,-2 9-3 16,-1-8 16-16,1 8-6 0,0 0-8 0,0 0 2 15,1-9-5-15,-1 9 6 0,0 0-1 0,0 0 4 16,0 0-11-16,0 0 6 0,0 0-3 0,0 0 5 16,0 0-3-16,2 30 2 0,-2-30-6 0,2 9 5 15,1-3-7-15,-3-6 10 0,7 8-4 0,-2-3 6 16,2-4-3-16,-2 2 2 0,3-2-2 0,2 0-2 16,0-2 3-16,-1 1-3 0,2-2 12 0,-1-1-10 15,0-2 9-15,1-2-11 0,-3 1-3 0,0 0-7 16,-1-1 10-16,1 0 1 0,-2-2-2 0,-2 0 3 15,1-1-4-15,-3 4 5 0,0 0 1 0,-2 6-4 16,3-13 9-16,-2 9 2 0,-1 4-1 0,4-8-5 16,-4 8 2-16,0 0-5 0,1-9-2 0,-1 9-1 15,0 0 1-15,0 0-2 0,0 0 5 0,0 0-4 16,0 0-4-16,0 0 10 0,0 0-8 0,0 0 1 16,0 0-3-16,0 0 5 0,0 27 0 0,0-27 1 15,6 4-2-15,-6-4 3 0,8 1-1 0,-8-1 6 16,10-3-6-16,-10 3 2 0,13-3-5 0,-8-1 4 15,-5 4-6-15,11-4 1 0,-6 2 2 0,-5 2 2 16,8-7-1-16,-4 4-1 0,-4 3 2 0,5-6-2 16,-5 6-1-16,0 0-2 0,0 0-8 0,0 0 10 15,0 0-1-15,0 0 0 0,8 12-1 0,-7-6 5 16</inkml:trace>
  <inkml:trace contextRef="#ctx0" brushRef="#br0" timeOffset="51409.51">20745 14369 422 0,'-4'6'-56'0</inkml:trace>
  <inkml:trace contextRef="#ctx0" brushRef="#br0" timeOffset="51735.51">20745 14214 7629 0,'14'-12'562'0,"72"-63"-8499"31,-72 63 8082-31,-2 1-163 0,-1 2 73 0,-1 0-53 16,3 0 16-16,-4 1-4 0,-1 0-1 0,0 1 7 0,-1 0-8 16,-2 1 9-16,0 1-3 0,-1-1-1 0,1 2 1 15,-5 4 5-15,6-8-6 0,-6 8 7 0,5-5 2 16,-5 5-2-16,3-6-7 0,-3 6-2 0,0 0 2 16,0-9-4-16,0 9 0 0,0 0-1 0,0 0-6 15,0 0 3-15,-5-9 0 0,5 9 0 16,0 0-5-16,-7-3-4 0,7 3 0 0,0 0-3 0,0 0 7 15,0 0 4-15,-14 3-14 0,14-3 9 0,0 0-6 16,-6 6 0-16,6-6-1 0,0 0 4 0,-6 7 7 16,6-7-10-16,-3 6-1 0,3-6 6 15,-4 7-2-15,4-7 9 0,-2 7-11 0,2-7 1 0,-3 9 3 16,3-9-8-16,0 0-2 0,-1 8-6 16,1-8-3-16,-1 8-7 0,1-8-11 0,0 9-18 0,0-9-60 15,-3 10-123-15,3-3 55 0</inkml:trace>
  <inkml:trace contextRef="#ctx0" brushRef="#br0" timeOffset="52381.97">20883 14150 36 0,'0'0'76'0,"7"-6"-12"0,-4-1-2 16,4 3-4-16,-1-4-6 0,0 0-1 0,1 0-7 15,2-2 2-15,0 2 2 0,-3-2-10 0,1 0 0 16,1 0 4-16,-1 0-3 0,-2 0-6 0,0 2 9 15,-2-1 2-15,1 0 1 0,-3 2-10 0,0 0-2 16,2 0-2-16,-3 7-2 0,0-15 2 0,0 8-1 16,0 7-4-16,0-12 2 0,0 12-9 0,-2-8 1 15,2 8 5-15,0 0-14 0,-2-8 4 0,2 8-4 16,0 0-3-16,0 0 1 0,0 0 1 0,0 0-8 0,-20 13 4 16,15-5 0-16,-3-2-2 0,1 5 2 15,-2 2-6-15,3-3 1 0,-3 5 0 0,0 1-1 16,2-2 0-16,2-2 4 0,0-1-2 0,2-2-5 15,1 1 3-15,1-2 3 0,0 0-8 0,3 1 4 16,0-3 1-16,0 1 9 0,3-2-4 0,0-1-3 16,2-2 0-16,-1 1 2 0,4-3 1 0,3 0 5 0,-1-3-4 15,-1 2 12-15,1-3 0 0,0-1-15 16,1 1 1-16,-1-1 16 0,-1 0-7 0,-2-1-10 16,1 0 12-16,-1-1-14 0,1 0 11 0,-1-2 1 15,0 2-8-15,0-2 2 0,-2 0 2 0,-1 2-1 16,-1-2 0-16,3 2-2 0,-3-1 2 0,0 3-3 15,-1 1 10-15,-4 4-12 0,6-6 0 0,-6 6-7 0,8-3 5 16,-8 3-13-16,8-1 12 0,-8 1 1 16,0 0 2-16,10 4 2 0,-6 2 1 0,0-2-1 15,-4-4-3-15,5 12 5 0,0-8-6 0,-5-4-1 16,2 13 7-16,-1-7-4 0,2 0 3 0,1 4 2 0,-3-3-2 16,1 0-1-16,-1 0-16 0,1 2-19 0,1 0-21 15,0 0-18-15,-1-2-17 0,1 0-16 0,2-1-17 16,-2 3-61-16,1-4-194 0,0 0 85 15</inkml:trace>
  <inkml:trace contextRef="#ctx0" brushRef="#br0" timeOffset="52522.96">21415 14079 49 0,'5'-7'105'0,"-5"7"-4"0,0 0-10 0,0 0-6 16,2-6-35-16,-2 6-19 0,0 0-26 0,0 0-19 15,0 0-34-15,0 0-29 0,0 0-81 0,0 0 37 16</inkml:trace>
  <inkml:trace contextRef="#ctx0" brushRef="#br0" timeOffset="74318.78">20819 17538 6 0,'10'-4'43'0,"4"0"6"16,-1 0-3-16,5-1-5 0,-2 0-7 0,3 0-3 15,0 0-2-15,0-3 0 0,8 0 4 0,0 2-11 16,-1-3-7-16,1 4 2 0,-1-2-1 0,1 0 12 16,0 2-19-16,-7 2-15 0,-2 2-6 0,2-1-13 15,1 4-43-15,-8-2-73 0,2 0 33 0</inkml:trace>
  <inkml:trace contextRef="#ctx0" brushRef="#br0" timeOffset="78970.66">25792 13919 64 0,'0'0'60'0,"0"0"-2"15,0 0-4-15,0 0 5 0,0 0-8 0,0 0 3 0,26 5 5 16,-9-3-6-16,5 2-1 0,10-2 4 0,-1 0-12 16,3 0 2-16,6 1 1 0,10-2 7 0,3 2-10 15,3-2-3-15,1-1-7 0,7 3 7 16,26-4-5-16,5 4 1 0,1-5-12 0,6 1 2 15,1-2-9-15,4-1 3 0,6-1-9 0,6-3 1 0,0 3-8 16,7-2-3-16,0-3-15 0,-7 4 5 0,-5-2-3 16,-2 1-1-16,-13 1-1 0,-2 5-11 0,-34-3-8 15,0 0-2-15,-2 1-4 0,-6 0-6 16,0 0 1-16,-20 2-5 0,-1-2 0 0,-12 2-18 16,-2 2-57-16,-2-2-132 0,-5 2 59 0</inkml:trace>
  <inkml:trace contextRef="#ctx0" brushRef="#br0" timeOffset="80075.28">26404 17971 19 0,'0'0'90'0,"0"0"20"0,0 0-17 16,0 0-6-16,0 0-10 0,0 0-6 0,0 0-4 16,0 0-6-16,0 0 6 0,0 0-10 0,0 0-7 15,0 0-1-15,0 0-23 0,0 0 11 0,0 0-5 16,0 0-6-16,0 0 3 0,0 0-6 0,0 0 4 15,0 0-4-15,0 0-1 0,0 0-3 0,0 0 0 16,46 6-1-16,-19 0-3 0,0-4-5 0,7 1 8 16,6 0-7-16,18 0-2 0,5-1-10 0,34-9-14 15,-7-2-31-15,4 1-61 0,-31 6-76 0,2-3-197 16,-2-3 88-16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2-01T10:03:28.8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20953 2769 60 0,'0'0'74'0,"0"0"0"0,-5-6 4 0,5 6 3 0,-4-6-7 15,4 6 3-15,-3-5-7 0,3 5-11 0,-4-6-11 16,4 6 8-16,-5-4 0 0,5 4 5 15,-4-6 2-15,4 6-3 0,-6-6 2 0,6 6-4 16,-7-5 2-16,7 5-2 0,-4-5-1 0,4 5 0 16,-4-6-7-16,4 6-1 0,0 0 0 0,-5-7-3 15,5 7-1-15,0 0-3 0,0 0-6 0,-4-6-5 16,4 6-2-16,0 0-4 0,0 0-1 0,0 0-4 16,0 0-2-16,0 0-7 0,0 0 1 0,0 0-4 15,0 0-2-15,0 0 4 0,0 0-3 0,0 0 4 16,0 0-8-16,3 24 5 0,-2-16-8 0,2 2 0 15,-2 0 6-15,2 2-6 0,-1-2 11 0,-1 3-7 16,2 0 1-16,0 1 2 0,2 1-5 0,-4 4 1 16,3-8-1-16,0 7 3 0,-3-1-2 0,3-1 3 15,-2 1-5-15,1 1 1 0,1 0 1 0,-2 1 2 16,1-1-4-16,1 1 3 0,1-1 3 0,-2 3-2 16,3 2-3-16,-4-3 3 0,2-1-1 0,1 5-1 15,-1-7 2-15,1 3-1 0,-1-1 0 16,0 0 5-16,0-1-3 0,-2 3 6 0,2-2 1 0,-1 1 2 15,-1-1 0-15,0 0-1 0,0 0-5 0,-1-1 2 16,3 0-2-16,-4-2 0 0,0 2-3 0,1-1 2 16,-1 0 1-16,2 2 2 0,-2 0-3 15,-2-4 4-15,5 2-7 0,-1 0 4 0,-2 0-1 16,2-1-2-16,-1 1 0 0,2-2-1 0,-2 1 0 16,0 0 2-16,2 1-2 0,-1-5 1 0,1 4 0 0,-2 0 1 15,2 0-1-15,-1 1 0 0,1-5-1 0,-1 5 3 16,0-4-1-16,0 1 6 0,-1 0-1 0,2 2-2 15,0 1 2-15,-1-4 0 0,1 3-1 16,-2 0-7-16,0-3 7 0,1 3 2 0,0 0-5 16,2 1 1-16,0 1 3 0,-1-4-7 0,0 3 5 15,0 1-5-15,1-2-3 0,-2 3 7 0,1-2-4 16,-1 0 3-16,2 1 1 0,0-2-2 0,-2 1 0 16,1 2 4-16,-1-3-5 0,2 2 0 0,-2-3 5 15,-2 2-6-15,2-2-2 0,1 2 3 0,-2-5 0 16,3 4-4-16,0-4 2 0,-3 1 0 0,4 3 1 15,-4-5-2-15,3 4 1 0,-4-2 2 0,4-2-4 16,-3 4 1-16,-1-15 0 0,2 30 3 0,-1-14-4 16,1 1 4-16,0 0-3 0,-1 2 3 0,0 0-1 15,1-1 4-15,0 2 2 0,-2-2 5 0,3 6-4 16,-2-5 2-16,1 6 3 0,0-6 3 0,-2 1 5 16,-2-3-8-16,4 0 2 0,-1 1-4 0,-1-2 2 15,-1 1 0-15,1 2-2 0,1-1 5 16,0 0-4-16,2 1 3 0,-2-1-2 0,0 2 3 0,1-3-4 15,-1 2 2-15,0 0 0 0,-1 0 1 0,3-2 1 16,-2 3 0-16,0-1-2 0,2 0 5 0,-2 0-1 16,1 6 0-16,-1-6 1 0,-1 6 0 0,0-1-2 15,1-4 1-15,0 4-1 0,-1 1 2 0,2-5 8 16,1 4-6-16,-3 2-3 0,2 2-1 0,-2-2 4 16,1 2 2-16,-2-3-1 0,1 0-6 15,1 3 8-15,0 0 8 0,0 0-4 0,-1 3 4 16,0-3-5-16,3 0-4 0,-4-1 3 0,3 1-2 15,1 1 1-15,-1-2 2 0,0 1 2 0,-1-2-3 16,-1 2 6-16,3-1-10 0,-2 1 3 0,0-2-6 0,-1 0 2 16,2-7-4-16,4 5-3 0,-5-6 1 15,2 0-2-15,-3 0 0 0,1-3-1 0,0 0-6 16,-1-15-11-16,3 24-24 0,-2-13-6 0,-1-11-32 16,0 17-25-16,0-17-26 0,0 0-37 0,1 19-41 15,-1-19-54-15,0 0-279 0,0 0-568 0,0 0 252 16</inkml:trace>
  <inkml:trace contextRef="#ctx0" brushRef="#br0" timeOffset="1346.56">20893 2730 49 0,'-6'3'55'15,"6"-3"-3"-15,0 0-6 0,0 0-2 0,0 0-3 16,0 0-5-16,-4 5 1 0,4-5-5 0,0 0 6 15,0 0 2-15,0 0 6 0,0 0 0 0,7 11-3 16,-7-11-1-16,0 0 2 0,13 11-14 0,-6-8 5 16,2 0-9-16,4 1 17 0,-2 0-7 0,2 0-6 15,9-2 2-15,6 2 4 0,1-1-2 0,3-1 3 16,1 1 0-16,4-1-4 0,3-2-1 0,10 0 7 16,2 1-1-16,-1-4 0 0,1 3-6 0,-1-1 1 15,1-1-2-15,-1-2 2 0,3 4 4 16,-2-5-4-16,-1 0 1 0,-10 5 4 0,15-2-11 0,-2-2 9 15,4 1-4-15,-3-2-1 0,2 3-3 0,1-1 0 16,-1 0 1-16,2 1-3 0,0 0 4 0,2-3-12 16,-1 2 6-16,4-1-4 0,0 0-2 15,2 0 4-15,1-1-5 0,-5 0 5 0,4 0 1 16,-1-1-4-16,0 3 3 0,-2-2-7 0,-1 3 0 16,1-1 6-16,-3 0-3 0,-1 2-5 0,-4 1 4 15,0-2-3-15,-2-2 3 0,-2 2-4 0,0 2 3 16,2-2-3-16,-12-1 8 0,-2 2-3 0,12-3 0 15,-1 1 1-15,-10 2 4 0,10-3-1 0,-9 3 4 0,11-4-6 16,-1-1-1-16,-11 5 1 0,12-5 5 16,-12 3 0-16,12-2-1 0,1 2 0 0,-15 1 0 15,14-4-5-15,-2 2-1 0,4-2 3 0,-14 6-2 16,13-6-2-16,-2 1 0 0,-12 3 2 0,11-4-5 16,5-3 5-16,-1 7-2 0,1-4 2 0,0 3-8 15,3-1 1-15,-4 0-2 0,2 2-1 0,-3-2 1 16,5 0-1-16,-9 0 0 0,5 1-2 0,0-1 4 15,1 2-5-15,-4-2 3 0,-12 0-5 0,14 2 3 16,1-1 0-16,-2 2 2 0,1-2-1 0,-3 5 2 16,-11-2-5-16,3 0 4 0,11 0 0 0,-1 0-3 15,-14 2 4-15,0-2-1 0,14 1-2 0,-14-1 6 16,3 2-3-16,-3-1 4 0,16-2-4 0,-21 2 4 16,6 1-3-16,1-3 0 0,12 4 1 0,-15-3 0 15,-1 0-1-15,3 1 2 0,-3-2-1 0,2 1 0 16,0 0 1-16,1-2 0 0,-3 1-6 15,4 1 5-15,0-2-3 0,1 0 1 0,-3 2-3 16,0 2 0-16,0-5 0 0,3 3-2 0,-3 1 2 16,-2-3-1-16,4 2 0 0,-1 0-3 0,-3 1 3 15,3-1-1-15,-1 3-1 0,-1-5 1 0,-1 6 1 0,2-3-2 16,-2 1-3-16,2-1-1 0,-1 1 5 0,0 0 2 16,1-2-2-16,2 2 1 0,11 0 5 15,-11-2-9-15,-2 0 1 0,13 1 2 0,1 2-5 16,-3-1 3-16,-7 1-3 0,9-1 3 0,2 1 0 15,-1-2 3-15,-16 3-1 0,16 0-4 0,-14-2 0 16,0 0 1-16,0-1 2 0,14-1-3 0,-14 4 0 16,14-4 2-16,-12 1 1 0,10 2-3 0,-11-3 0 15,-2 1 2-15,3-2-1 0,-2 1 0 0,2-2-4 16,-3 1 2-16,0-2-1 0,0 3 4 0,-1 0-3 16,-2 0-1-16,2-3 2 0,0 1-1 0,1 0 1 15,-3-1-1-15,-1 2 0 0,-3-3 2 0,0 4-2 16,-9-1 1-16,7 0 0 0,-7 1-1 0,-2 0-3 15,1-2-1-15,-1 2 0 0,-2 0 5 0,1 0-2 16,-7 0-2-16,2 0-13 0,-5 0-10 0,0 0-13 16,-8 0-13-16,13 0-15 0,-6 2-14 0,-7-2-22 15,0 0-19-15,0 0-22 0,13 4-14 0,-13-4-27 16,0 0-38-16,0 0-120 0,-27 13-371 0,0-10 164 16</inkml:trace>
  <inkml:trace contextRef="#ctx0" brushRef="#br0" timeOffset="2713.73">21453 6000 50 0,'-8'1'46'0,"8"-1"-2"0,-14 4-1 15,5-3 2-15,1 1-12 0,-3 0 2 16,1 1-2-16,-1-1-5 0,-1 2-1 0,-2-2-2 16,2-1-6-16,-7 2-3 0,3 0 0 0,-3 0 4 0,2 2-5 15,-5-3-3-15,1 3-1 0,0-2 3 0,2 2-3 16,-2-1 0-16,3 0 6 0,6 0 6 0,1-4 5 16,2 3 0-16,2-2-3 0,1 2 4 0,6-3 6 15,-9 0-13-15,9 0-8 0,-8 2 2 16,8-2 4-16,0 0-7 0,0 0 2 0,-9 2 0 0,9-2 6 15,0 0 8-15,0 0 15 0,0 0-11 0,18 8 8 16,-9-7 2-16,2 2-1 0,6 0 5 0,1-1 0 16,3 0-1-16,10 1 7 0,2 0 2 15,3-3 1-15,4 3 0 0,12 0 5 0,4 0-3 16,2-2-2-16,2 1-1 0,3 1-11 0,-2-1-3 0,0-2 1 16,1 2-7-16,0-2-1 0,0 1-2 0,0-1 1 15,2 2-6-15,-6-2-1 0,4 3 1 0,0 1 0 16,-1-3 1-16,4 1 0 0,-2-4-6 15,-3 2 2-15,4 0 2 0,29-1 3 0,-30-3 1 0,29 1-1 16,-29 1 1-16,36 2-4 0,-7-1-1 0,4-2 2 16,-2 1-3-16,0-6 0 0,-2 11-2 0,4-2-3 15,-3-4 1-15,5-1 3 0,2 2 0 16,-6 1-1-16,5 2-1 0,1-1-3 0,-3 2 1 0,1 2-1 16,-2-5 0-16,-2 1 5 0,2 1-5 0,-1 2 1 15,2 3-1-15,-2-2 0 0,-1-2 4 0,-4 5-2 16,-25-7 4-16,31 1-1 0,-4 2-2 0,-29-4 1 15,34 3 3-15,-4 0-4 0,-27-2 5 0,31-3 4 16,-2 5-9-16,-3-5-3 0,-27-3 2 0,31 9-5 16,-2-3-1-16,-2-4 5 0,0 1-3 0,-26 1 7 15,33-3-6-15,-3 2-4 0,-33 2 5 0,29-3-2 16,-25 2 1-16,24 2-5 0,-29-5-1 0,5 6 4 16,-2-2-3-16,1-3-2 0,23 2 1 15,-26 0 0-15,-2-3 1 0,6 2-2 0,-4 0 1 0,29 3-2 16,-31-3 0-16,4 0-1 0,-4-1-2 0,3-2 8 15,-5-1-7-15,7 3-1 0,-3-2-1 0,2 2 4 16,-5-2-6-16,1 0 1 0,-3-5 4 0,-4 5-2 16,0 1 7-16,-4-1-14 0,0 0 3 0,-12 2 1 15,-1 2-5-15,13-3 6 0,-13 1-3 0,2-1-2 16,-1 1 1-16,1 0-2 0,13-1 3 0,-14 2 1 16,-1 1 1-16,4 0-2 0,10-5-3 0,-12 4-2 15,-3 1 6-15,3-2-1 0,-2 1-2 0,15-1 1 16,-16 2 1-16,3-1-2 0,10-2 1 0,-10 2-3 15,-1 0 1-15,-1 0-9 0,-1 1-4 0,-2 0-6 16,1-2-6-16,0 1-5 0,-1 1-4 0,0 0-6 16,-2 1-2-16,2-3-13 0,-2 2-13 0,1 0-20 15,-3-2-28-15,0 2-43 0,1-4-34 0,-2 2-37 16,-1-1-150-16,-2-2-413 0,-6 0 182 0</inkml:trace>
  <inkml:trace contextRef="#ctx0" brushRef="#br0" timeOffset="4823.1">29017 2520 55 0,'37'-1'85'0,"20"-3"11"0,1-2-9 15,2 2-13-15,1 1 4 0,1-2 4 0,3 0-17 16,-2-2-4-16,26 6-2 0,-30-3 4 0,4-1-10 15,-3 1 1-15,1 2-7 0,3-1-2 0,0-1-13 16,0 3 13-16,-3-1-9 0,-1-1 4 0,-1-1-8 16,-3 1-1-16,0 6-6 0,-3-6 5 15,1 3-5-15,-3 0 3 0,-12-2-13 0,0 2 8 0,-2-1-1 16,-4 1-5-16,0 1-1 0,-2-1-7 0,-2 2 1 16,-2-5 1-16,-6 3 2 0,-1-3-6 15,2 3 15-15,-4-1 23 0,3 1-3 0,-3 1-2 16,1-1-2-16,-3 0-4 0,2-2-2 0,-4 2-4 15,-3 0-4-15,1 1-1 0,-12-1-1 0,20-3-2 0,-9 3 4 16,-11 0-7-16,15 2-2 0,-15-2 6 0,11-2-11 16,-11 2 4-16,0 0-2 0,15 0-3 15,-15 0 1-15,0 0 1 0,0 0-3 0,15 2-5 16,-15-2 0-16,0 0 0 0,0 0-1 0,0 0 2 16,6 3-6-16,-6-3 4 0,0 0 1 0,6 8-3 15,-6-8 1-15,5 8 4 0,-5-8-5 0,6 9 5 16,-4-1-4-16,1 0 7 0,-3-8 1 0,5 18 0 15,-1-7-1-15,-2 5 2 0,2-3-1 0,0 6 2 16,0-2 1-16,0 2-3 0,-1 6 1 0,0-5 0 16,0 1 1-16,0 4-2 0,2 1 3 0,-3 2 3 15,0-2 2-15,-2 2 0 0,0-1-2 16,0 4 2-16,0-3-1 0,3 1-3 0,-1 2-2 16,-2 15 2-16,0-15 0 0,0 1 1 0,0 0-2 0,2 0-2 15,-1 1 3-15,0 0-3 0,-1 0 7 0,0 4 1 16,0-2 2-16,0 1 7 0,3 9 6 0,-4-12 2 15,1 1-2-15,0 0 0 0,0-3-1 0,0 2-4 16,-3 0 13-16,4 2-3 0,-1-3 1 0,0-2-4 16,-1 4 4-16,2 15 7 0,-1-14-3 15,-1-1-4-15,2 1-2 0,3-2 0 0,-4 3 2 16,0-2-19-16,3 0 12 0,-2 0 1 0,2-2-5 16,-3 0 0-16,2 0-3 0,-2 1 0 0,1-1-2 15,-1-1-2-15,2-2 1 0,1 2-3 0,0-2-2 16,-3 2 6-16,0-1-15 0,0 3 15 0,0-2-1 15,1-5-5-15,-1 6 0 0,0-3 2 0,1 0 0 16,-1-2-8-16,0 1 1 0,3-1 0 0,-4-1 1 16,2-7 1-16,0 6-1 0,-1-6-5 0,2 1 3 15,-1-1-2-15,0 1 5 0,0-1-8 0,1-1-3 16,-1 0 5-16,-2 1-5 0,1 0 5 0,0 0-1 16,-2 0-4-16,1-2-2 0,0 2 2 0,-2-2 3 15,3 1-2-15,0 2 0 0,-1-3-2 0,1 0 1 16,-1 0 2-16,1-17-2 0,-3 35-13 0,3-17 13 15,-1 0 1-15,0-3 0 0,2 2 1 0,-1-17-11 16,-1 31 10-16,1-15 5 0,-2 2-6 0,1-3-1 16,1-15 4-16,1 28 1 0,-2-10-5 15,1 0-9-15,0-18 16 0,1 34-3 0,1-19-2 16,-1 2 1-16,-1-17 5 0,1 25-8 0,0-14 2 16,-1-11-4-16,3 20 3 0,-3-20-3 0,3 17 1 15,-3-17-2-15,0 15-1 0,0-15 9 0,0 0-7 16,0 19 0-16,0-19-2 0,0 0 2 0,0 0 0 15,1 16-1-15,-1-16-1 0,0 0-1 0,0 0 5 16,0 0-3-16,0 0-3 0,-3 17 4 0,3-17-3 16,0 0 3-16,0 0 4 0,0 0-5 0,-6 15 4 15,6-15-3-15,0 0-2 0,0 0 5 0,-11 7-1 16,11-7 1-16,0 0-1 0,-11 11-6 0,11-11 3 16,0 0-10-16,-16 9 13 0,16-9-2 0,-13 6 3 15,13-6-3-15,-20 9-10 0,8-6 13 0,12-3 2 16,-22 10-4-16,12-4 2 0,10-6-6 0,-20 10 2 15,11-4-2-15,9-6-2 0,-22 8-5 0,12-3 8 16,10-5 2-16,-21 7-4 0,21-7-1 0,-18 6 0 16,7-2-1-16,11-4 6 0,-14 6-6 15,14-6-2-15,-22 5-3 0,12 0-1 0,10-5 1 16,-23 6 0-16,23-6-3 0,-24 5 1 0,12-3-2 0,12-2 0 16,-24 3-4-16,24-3 2 0,-24 3 3 0,24-3-3 15,-22 3 0-15,22-3 3 0,-23 5 0 0,11-4 0 16,12-1-3-16,-23 2 2 0,23-2 0 15,-20 3 0-15,20-3-2 0,-23 3 1 0,10 0 4 16,13-3-3-16,-23 6 1 0,23-6 1 0,-24 2 3 16,12 2-1-16,-6-1 1 0,18-3 1 0,-25 1 1 15,25-1-4-15,-30 4 7 0,12 0-4 0,6-3 3 16,12-1 0-16,-32 6-4 0,14-4 4 0,-3 2 1 16,9-2-3-16,-9 0 4 0,3 1-4 0,-1-1 2 15,2 0 0-15,-3-1 1 0,1 3 1 0,-2-1-3 16,2-1 3-16,-1 0-1 0,-1 0-2 0,0-1 5 15,-2 2-4-15,-5-1 3 0,8-2 0 0,-8 1-2 16,6 1 3-16,-6 2-2 0,0-2 2 0,-1 1 1 16,0 0-1-16,-1-3 0 0,1 4 0 0,2-1 3 15,-4-2-3-15,2-1 2 0,-2 1-2 0,-1 1 2 16,1 0 5-16,1-1-3 0,-1 1-1 16,3 1 1-16,5-2-2 0,3-1-2 0,0 3-10 0,1-3 13 15,0 3-2-15,19-3 3 0,-31 1-3 0,17-1 3 16,14 0-3-16,-27 1 5 0,27-1-9 15,-24 2-1-15,24-2-11 0,-18 0-15 0,18 0-13 16,-19 0-12-16,19 0-9 0,0 0-19 0,-20 2-5 16,20-2-16-16,0 0-17 0,0 0-36 0,-22 0-30 15,22 0-169-15,0 0-388 0,0 0 173 0</inkml:trace>
  <inkml:trace contextRef="#ctx0" brushRef="#br0" timeOffset="5323.58">29295 5829 60 0,'0'0'128'0,"0"0"-10"0,0 0-9 0,0 0-7 16,0 0-14-16,-16 3-1 0,16-3-10 15,0 0-9-15,0 0-4 0,0 0 3 0,0 0 4 0,0 0-4 16,0 0-2-16,0 0 3 0,0 0-1 16,0 0 4-16,0 0-4 0,0 0-2 0,0 0-3 15,0 0-5-15,46 6-7 0,-46-6-3 0,0 0-5 16,17 3-7-16,-17-3-2 0,0 0-13 0,0 0-2 16,0 0-11-16,0 0-3 0,15 4-5 0,-15-4 2 15,0 0-4-15,0 0 2 0,0 0-7 0,0 0 3 16,0 0-2-16,-30 22-6 0,30-22 9 0,-20 7 2 15,20-7-6-15,-16 7-1 0,16-7 5 0,-14 4 0 16,14-4 1-16,-14 4 4 0,14-4 6 0,0 0 5 16,-18 6 9-16,18-6-5 0,0 0 6 0,0 0 3 15,-19 2-2-15,19-2-2 0,0 0 5 0,0 0-5 16,-17 3-2-16,17-3 1 0,0 0-4 0,0 0-1 16,0 0-1-16,0 0-10 0,0 0 8 0,0 0-8 15,0 0 8-15,0 0 3 0,0 0 8 0,0 0 6 16,0 0-2-16,0 0 2 0,0 0-1 15,0 0-6-15,65 4-1 0,-34-8-7 0,2 0-8 16,3 3-7-16,-2-3-8 0,1 0-19 0,-1 0-20 0,1 0-22 16,-2 1-33-16,0 0-34 0,-1-1-25 0,1 2-135 15,-6-1-322-15,2-2 143 0</inkml:trace>
  <inkml:trace contextRef="#ctx0" brushRef="#br0" timeOffset="5486.42">29894 5877 25 0,'0'0'162'0,"0"0"-9"0,0 0-4 0,0 0-8 15,22 1-20-15,-22-1-6 0,0 0-16 0,0 0-8 16,21 0-29-16,-21 0-9 0,0 0-39 0,20-1-36 16,-20 1-52-16,0 0-108 0,0 0-197 0,23-2 88 15</inkml:trace>
  <inkml:trace contextRef="#ctx0" brushRef="#br0" timeOffset="6587.22">21986 5331 168 0,'-1'-10'206'0,"-2"1"-23"16,3 9-6-16,-2-10-15 0,-1 4-2 15,3 6-17-15,0 0-18 0,-4-7-15 0,4 7-13 16,0 0-12-16,0 0-11 0,0 0-8 0,-2 29 1 16,0-5 2-16,-1 3-5 0,-3 2-3 0,5 1-8 15,-3 2-3-15,2-1-4 0,-1-1-2 0,2 0-5 16,-3 0-5-16,3-4 1 0,-2 1-5 0,6-2-2 15,-6-6 0-15,3 1-5 0,0-3-2 0,3 0 0 16,-3 1-5-16,0-4 4 0,-3-1-3 0,3-1 0 16,3 0-3-16,-3-2-8 0,0 0-26 0,1 1-22 15,-2-2-21-15,1 1-43 0,-3-4-30 0,3-6-36 0,-2 11-165 16,-3-6-365-16,5-5 162 0</inkml:trace>
  <inkml:trace contextRef="#ctx0" brushRef="#br0" timeOffset="6829.72">21906 5586 1621 0,'13'-20'26'16,"0"5"-26"-16,1 2 0 0,-1-1-8 0,1 3 13 0,4 0-5 15,1 5-6-15,-2 1 3 0,1 3 6 0,0-1-13 16,0 3 8-16,-4 3-4 0,2 1 8 0,-4 2 34 16,-2 1-6-16,-1 2-1 0,-3 1-4 15,1 2-1-15,0 2 0 0,-4 1-1 0,-1-4 3 0,-2 1 5 16,-1 4 3-16,-1-4 2 0,-5 0 1 0,4 0-2 15,-7 2-2-15,0-2-3 0,-1 0-3 0,-2-2 1 16,3 0-4-16,-4-1-2 0,0-2-7 0,-3 0-22 16,2-1-26-16,-2 2-24 0,7-5-28 0,1 0-32 15,-1-1-38-15,5-1-135 0,5-1-314 0,-16-1 139 16</inkml:trace>
  <inkml:trace contextRef="#ctx0" brushRef="#br0" timeOffset="6998.96">22377 5596 97 0,'12'-3'150'0,"-2"1"-17"15,1-2-10-15,0 2-13 0,-1-1-9 0,0-1-12 16,-2 3-13-16,-1-2-12 0,2 3-18 0,1-1-26 16,2 1-21-16,2-3-27 0,-2 4-32 0,0-1-27 15,0 0-53-15,-5 0-149 0,4-2 66 0</inkml:trace>
  <inkml:trace contextRef="#ctx0" brushRef="#br0" timeOffset="7375.6">22708 5414 119 0,'0'0'152'0,"0"0"-13"16,0 0-6-16,-6-6-4 0,6 6-12 0,0 0-8 15,0 0-3-15,-17 17-5 0,9-10-11 0,1 2-3 16,-1-1-9-16,2 2-11 0,-2-1-3 0,4 1-7 16,0 1-7-16,0-1-10 0,2 0 3 0,3 0-3 15,0 2-7-15,1-5-3 0,3 5-4 0,-1-5-1 16,3 4-3-16,1-2-1 0,0 0 1 0,-1 0-7 15,5-2 4-15,-2 2-9 0,-1-1 1 0,0 0-3 16,0-1 5-16,0 0-2 0,-3 0-3 0,1-2-2 16,-1 2 6-16,-2 2-2 0,-2-4-6 0,0 2 5 15,-2-7 1-15,-3 12-2 0,-1-5-3 0,-2-1-5 16,-3-1-8-16,1 2-11 0,-2-1-3 0,0-2-22 16,0 0-6-16,2-2-39 0,-5 1-15 0,6-3-26 15,7 0-25-15,-20-3-85 0,9 0-260 0,4-1 115 16</inkml:trace>
  <inkml:trace contextRef="#ctx0" brushRef="#br0" timeOffset="8088.61">22799 5549 64 0,'0'0'218'0,"0"0"-18"0,9-3-18 0,-9 3-21 0,0 0-18 15,0 0-13-15,0 0-15 0,0 0-8 0,0 0-6 16,6 8-2-16,-6-8-6 0,0 12-7 0,1-5-12 15,-1-7-8-15,0 14-3 0,3-6-7 0,-2-1-2 16,2 2-9-16,-1-3-3 0,2 1-4 0,-1 0 2 16,1-2-8-16,2-1-2 0,-1 1 0 0,0-2-1 15,2 0-10-15,-7-3-2 0,11 2-1 0,-5 0-2 16,-6-2-1-16,0 0 0 0,15-4-4 0,-12 1-1 16,-3 3 2-16,11-10 0 0,-9 6-4 0,1-3-1 15,2-2 6-15,-1 1-5 0,-3-2-4 0,0 1 1 16,-1 9 1-16,-1-15 10 0,1 15-1 0,0-12 1 15,0 12-5-15,-1-10 6 0,1 10 0 0,0 0-7 16,-4-9-5-16,4 9-1 0,0 0-6 0,0 0 4 16,0 0-2-16,0 0 2 0,0 0-3 0,0 0 0 15,0 0 2-15,-5 22-3 0,5-22 6 0,1 14-2 16,2-6-3-16,-2-1 2 0,3 1 2 0,0-3-1 16,-1 0 3-16,0 0-1 0,3 0 2 0,-2-1-1 15,1-1 2-15,-5-3 1 0,13 1 0 0,-4-1 2 16,-9 0 2-16,17-5-5 0,-7-1 2 0,-5 2-2 15,1-2 4-15,2-3-3 0,-3 2-2 0,3-3 5 16,-6-2-1-16,2-4 2 0,-3 4-7 0,2-4 5 16,0 0-4-16,-2-2-1 0,0 0-3 0,2 2 1 15,-2 4 5-15,0 0-6 0,1 0 4 0,-1 5 4 16,0-1-5-16,-1 8-3 0,0-11 0 0,0 11-6 16,3-6 0-16,-3 6 1 0,0 0-2 0,0 0 4 15,12 21-1-15,-9-10 1 0,1 5-2 0,-2 2 5 16,2-3-4-16,-1 3 8 0,-2-2 0 0,3 0-6 15,-2-3 2-15,1-1 3 0,-2-2-6 0,0 0 3 16,2-1 1-16,-2-2-7 0,2-3 8 0,-3-4 3 16,0 11-1-16,0-11 1 0,2 5 0 0,-2-5-3 15,0 0 0-15,0 0 1 0,7 4 0 0,-7-4-2 16,0 0-4-16,0 0 2 0,18-11 0 0,-13 8-7 16,1 0 0-16,4-1-2 0,-3 2 0 0,0-1-2 15,1 1 2-15,-8 2-7 0,12-2 1 0,-12 2-3 16,10 4 7-16,-10-4-3 0,6 6 4 0,-4 0 7 15,-2-6-4-15,-6 15 3 0,1-6 4 0,-4 4 3 16,-5 1-1-16,0-1-2 0,-2 0-7 0,0-1-3 16,-2 0-6-16,6-2-11 0,-1-3-11 0,1-1-20 15,0 0-26-15,3 0-34 0,2-1-32 0,1-3-35 16,-1 2-116-16,7-4-326 0,-11 2 145 0</inkml:trace>
  <inkml:trace contextRef="#ctx0" brushRef="#br0" timeOffset="8432.44">23258 5656 138 0,'11'-8'196'0,"3"-2"-4"0,0 0-12 0,0 0-2 16,-5 2-7-16,1 0-3 0,1-6-17 0,-4 1-12 16,2 5-10-16,1-6-8 0,-4 3-6 0,-1 2-3 15,0-3-12-15,-2 5-10 0,-1-3-7 0,-1 3-8 16,-2-3-9-16,1 10 0 0,-2-13-11 0,-1 8-1 15,3 5-11-15,-9-6-8 0,1 6-5 0,8 0-1 16,-24 6-6-16,7 0-13 0,1 1-13 0,2 2-3 16,2-1-9-16,3-1-9 0,0 3-1 0,4-3-2 15,1 3-4-15,3-3 0 0,0 2-6 0,1-9 2 16,5 12-3-16,1-3 6 0,2-1 3 0,0 0 2 16,1 1-1-16,1-4 8 0,-1 2-4 0,0 0 1 15,0 0 7-15,-1 0 1 0,-1-1 2 0,-1 3 1 0,0-1 2 16,-1 1 3-16,-2 1-1 0,1-2 1 15,-3 0-8-15,-1-1-8 0,0 1-17 0,-3 0-22 16,0 0-22-16,-2 0-26 0,0 1-17 0,1-4-18 16,-2 2-122-16,0 0-289 0,3-5 128 0</inkml:trace>
  <inkml:trace contextRef="#ctx0" brushRef="#br0" timeOffset="8659.48">23446 5425 71 0,'1'-10'234'16,"-4"1"-8"-16,3 1-15 0,0 8-24 0,-1-12-23 15,1 12-19-15,0 0-13 0,0 0-13 0,0 0-16 16,0 0-7-16,13 17-7 0,-7-2-8 0,-1 4-2 16,0-1-2-16,2 7-8 0,0-1-4 0,-2 1-4 15,1 0-6-15,-3 0-1 0,1-5-10 0,-1-1-4 16,-2 1-18-16,2-2-24 0,-2 0-36 0,3-1-41 15,-2-1-39-15,0-4-42 0,-2-2-179 0,-2 3-365 16,1-6 162-16</inkml:trace>
  <inkml:trace contextRef="#ctx0" brushRef="#br0" timeOffset="9214.44">23567 5525 76 0,'6'-4'164'0,"4"4"1"15,-2-2-4-15,4 2-12 0,2 2-17 0,-5 0-7 16,7 2-2-16,-5 1-10 0,0 1-8 0,-1 1-11 16,0 1-7-16,-2 0-5 0,0 2-8 0,-2 0-11 15,-3 1 0-15,-2-1-4 0,2 0-10 0,-5-1-3 16,0 1 1-16,-2-1-8 0,0-3-8 0,-2-1 0 16,2 0-3-16,-1-1 4 0,5-4-8 0,-9 4-3 15,9-4-3-15,0 0-1 0,-12-8-7 0,12 8-8 16,-1-11-7-16,1 11-2 0,6-20-1 0,-3 10 2 15,1 1-2-15,5-4 5 0,1-1-3 0,1 3 0 16,1-1 4-16,2 1-4 0,-1 0-1 0,-4 2 5 16,2 0-3-16,-1 2 5 0,0 0-6 0,0 1 7 15,-4 1-3-15,-1 1-2 0,-5 4 2 0,7-5 1 16,-4 2-2-16,-3 3 0 0,7-4 2 0,-7 4-5 16,0 0 3-16,0 0 3 0,0 0 10 0,0 0 5 15,0 0 3-15,-3 22-6 0,1-13 0 0,-1 3 6 16,-1-1-8-16,2 0 1 0,-1-1-1 0,1 0 0 15,0 0-5-15,2-3 1 0,2 1 1 0,-1-1-1 16,1-1 1-16,-2-6 4 0,7 8-5 0,-3-5 2 16,2-1-1-16,-6-2-1 0,13 1-3 0,-5-2 2 15,-8 1 1-15,16-6-5 0,-7 1 2 0,0 0 1 16,0-2-4-16,0 0 4 0,-3 0-3 0,-2-1 7 16,4-1 1-16,-3 1 6 0,-1-1-4 0,0 1 6 15,-3 0-3-15,1 0 10 0,0 1 5 0,-2 7 5 16,1-10-2-16,-1 10-4 0,3-10-5 0,-3 10-7 15,2-7-6-15,-2 7 0 0,0 0-2 0,0 0 2 16,0 0-1-16,0 0-1 0,8 20-2 0,-7-12 1 16,0 3-6-16,-1 0-10 0,0-1-26 0,1 2-25 15,-1 0-22-15,2-2-36 0,-2 1-42 0,1-2-39 16,-1 2-138-16,0-4-363 0,0-7 161 0</inkml:trace>
  <inkml:trace contextRef="#ctx0" brushRef="#br0" timeOffset="9444.89">24083 5336 201 0,'-1'-9'220'0,"1"-1"-11"16,1 4-14-16,-1 6-17 0,0 0-23 0,0-11-23 16,0 11-12-16,0 0-10 0,0 0-11 0,0 0-1 15,4 23 0-15,-1-5-10 0,-2 6-6 0,0-3-3 16,-1 4-8-16,0 1-5 0,2-6-8 0,-2 5-3 15,1 1-5-15,0-1-5 0,-1-6-5 0,0-1-3 16,1-1-29-16,-1-2-14 0,3-3-44 0,-3 1-29 16,0-3-51-16,1 0-20 0,-2-2-32 0,1 2-135 15,-5-5-342-15,5-5 152 0</inkml:trace>
  <inkml:trace contextRef="#ctx0" brushRef="#br0" timeOffset="9570.94">24049 5451 27 0,'6'-2'65'0,"1"-2"-32"0,4 3-55 15,-3 1-22-15,-8 0 10 0</inkml:trace>
  <inkml:trace contextRef="#ctx0" brushRef="#br0" timeOffset="9847">24267 5570 176 0,'7'-3'180'0,"0"-3"-10"0,1 2 5 0,1-2-6 15,-1 0-6-15,-2-2-11 0,3-1-15 0,-4 0-15 16,0 1-14-16,2-1-5 0,-4-1-13 0,2 0-6 16,-3 3-11-16,1-2-2 0,-3 3-3 0,0 6 1 15,0-13-5-15,0 13-4 0,-7-9-12 0,3 5-1 16,4 4-9-16,-13 0-4 0,13 0-12 0,-21 8 4 15,10 0-3-15,-4 2 2 0,2 2-5 0,3-1-2 16,-1 3-2-16,0-1 0 0,6-2-1 0,3 1 0 16,-1-2-5-16,4 3 1 0,2-3-2 0,2-1 0 15,3-1-18-15,1 0-18 0,5-4-29 0,2 0-36 16,3-3-49-16,1-1-48 0,-2 2-165 0,-1-5-383 16,-6 0 169-16</inkml:trace>
  <inkml:trace contextRef="#ctx0" brushRef="#br0" timeOffset="11377.44">21982 2801 53 0,'0'0'79'0,"0"0"-5"15,0 0 9-15,0 0 0 0,0 0-5 0,-9-4-1 16,9 4-8-16,0 0 2 0,0 0 1 0,0 0-2 16,-4-5-4-16,4 5 1 0,0 0-15 15,0 0 0-15,0 0 0 0,0 0 4 0,-5-5 0 16,5 5 1-16,0 0-4 0,0 0-1 0,0 0-5 16,0 0-4-16,0 0-3 0,0 0-5 0,0 0-10 0,0 0-5 15,0 0-1-15,0 0-1 0,0 0 1 0,0 0-8 16,0 0 2-16,-5 19 0 0,5-19 0 0,0 14-5 15,1-4 5-15,-2 0-3 0,1 2 5 16,3 2-2-16,-3 3-2 0,0 2 11 0,0 0 5 16,-2 7-5-16,4-2 4 0,0 0-3 0,-2-4-1 15,0 8-3-15,2 1 0 0,0-3-3 0,1 1 4 16,2 0 0-16,-9 0-2 0,8-1 1 0,-2-1-6 16,0 0 0-16,-2 4 7 0,2-5-2 0,-1-4 4 15,-1 4 0-15,0-4 3 0,0-3-2 0,0 1-1 16,2 2 0-16,-4-2-3 0,2-1-1 0,2-1-3 15,-1-1 5-15,2-2-3 0,-5-2 2 0,2 1 1 16,0 1-3-16,0-2-3 0,2 1 1 0,-1-3 0 16,0 2-3-16,2-1-3 0,-3-10 5 0,4 16-9 15,-2-7 6-15,-1-2-2 0,-1-7-3 0,3 12 2 16,-3-12 0-16,5 12-1 0,-5-12 0 0,2 12-1 16,-2-12-3-16,4 10 2 0,-4-10 4 0,7 9-5 15,-7-9 6-15,5 9-3 0,-5-9 3 0,6 7 1 16,-6-7 2-16,7 7 6 0,-7-7 0 0,6 9 7 15,-6-9-4-15,9 4 2 0,-9-4 3 0,10 6-4 16,-1-2 2-16,-9-4 0 0,16 6 2 0,-4-3-2 16,0-2 2-16,1 0-1 0,-1 0 0 0,3 1 0 15,-2-2-5-15,2 0-2 0,-2 1 4 0,6 1-3 16,-2-4 2-16,4 2-2 0,-1 0 2 0,3-2 0 16,5 0-2-16,2 1-3 0,-1 0 3 0,2-3-1 15,-1 1-2-15,1 0 0 0,0 0-3 0,-1 0-3 16,0-1 2-16,-1 2-3 0,-1 0 7 0,-1-1-11 15,3-1 5-15,0 0-3 0,-1 0-2 0,0 2 0 16,0-1-1-16,-1-1 2 0,2 3 3 0,-2-2-4 16,0 0 0-16,-6-1 0 0,-3 3 4 0,3-3 3 15,-1 1 0-15,5-1-7 0,-4 3 2 16,-1-1 0-16,9-2 0 0,-2 1 1 0,1 0-3 16,1-3-2-16,-2 5 3 0,-1-3 5 0,1 3-8 0,1-3 3 15,-2 4-2-15,2-5 0 0,1 5 5 0,-1 0-6 16,3-2-3-16,-3 0 1 0,0 2 2 15,1-1-2-15,-2 1 4 0,-10-2 0 0,5 1-1 16,-1 0 1-16,-2-1-2 0,-3 2-2 0,2-1 1 16,-6 1-1-16,1-1-2 0,-4-1 2 0,-10 2 0 15,19-3 0-15,-19 3-13 0,13 0-9 0,-13 0-10 16,0 0-8-16,14-1-6 0,-14 1-13 0,0 0-11 16,0 0-13-16,10-3-15 0,-10 3-42 0,0 0-40 0,8-8-25 15,-8 8-29-15,3-9-164 0,-3 9-429 16,0 0 190-16</inkml:trace>
  <inkml:trace contextRef="#ctx0" brushRef="#br0" timeOffset="12702.45">22640 3175 25 0,'0'0'194'0,"0"0"-22"0,0 0-24 16,0 0-17-16,0 0-15 0,0 0-6 0,0 0-10 16,0 0 5-16,0 0-4 0,12 23-5 0,-8-10-6 15,-1-1-12-15,1-1-7 0,1 7 2 16,-1-6-8-16,3-1-6 0,-5 1-7 0,2-3-5 0,-1 1-3 16,0-2-3-16,-1-1 2 0,-2-7-4 0,2 9 2 15,-2-9 6-15,3 8 4 0,-3-8 5 0,0 0 7 16,2 5 6-16,-2-5-6 0,0 0-4 0,0 0-6 15,0 0-5-15,0 0-4 0,0 0-3 0,0 0-5 16,-6-30-4-16,5 20-3 0,1-2-4 16,0-4 1-16,2 0-8 0,2-2 1 0,0 1-7 15,1 0-1-15,4 2-2 0,-1 1-4 0,1-2-5 0,3 3 3 16,-1 5-6-16,-1 1 1 0,6-3 1 16,-4 7 0-16,4-2-2 0,0 0-1 0,-1 3 2 0,-2 4-4 15,4 1 0-15,-5 0 1 0,1 7 0 16,-1-2 2-16,1 3-2 0,0 2 2 0,-4 1-3 15,1-2 6-15,0 1-2 0,-4 3 3 0,-1 0-1 16,2 1 0-16,-5 0 2 0,2-2 2 0,0 1-16 16,-4-4-22-16,2 4-36 0,-2-5-28 0,-1 1-36 15,2-2-53-15,1 0-193 0,-2-10-411 0,2 14 183 16</inkml:trace>
  <inkml:trace contextRef="#ctx0" brushRef="#br0" timeOffset="12903.34">23269 3220 97 0,'0'0'211'15,"0"0"-23"-15,4-6-18 0,-4 6-12 0,0 0-12 16,5-4-12-16,-5 4-3 0,9-4-11 0,1 2-4 16,3-2-11-16,5-1-7 0,4 3-11 0,4-4-8 15,1 1-10-15,-4 4-13 0,-3-1-34 0,0 1-29 16,-2-1-43-16,-5 1-25 0,-2 1-47 0,2-1-30 15,-7 1-112-15,-6 0-285 0,0 0 126 0</inkml:trace>
  <inkml:trace contextRef="#ctx0" brushRef="#br0" timeOffset="13081.38">23440 3116 194 0,'-6'-2'220'0,"6"2"-9"0,0 0-16 15,-8-4-16-15,8 4-21 0,0 0-15 0,0 0-18 0,0 0-17 16,0 0-11-16,0 0-3 0,-7 11-7 0,7-11-7 15,-2 13-7-15,1-1-5 0,1 4-3 0,0 0-6 16,0 3-5-16,0-2-1 0,1 2-7 16,1 0-2-16,1-1-6 0,1 1-28 0,0 0-32 15,-1 0-50-15,2-2-64 0,-1 2-227 0,1-5-391 16,-3-3 173-16</inkml:trace>
  <inkml:trace contextRef="#ctx0" brushRef="#br0" timeOffset="14201.02">28230 2526 91 0,'0'0'120'0,"0"0"-3"0,0 0-7 0,0 0-9 16,0 0-9-16,-6-5-15 0,6 5 3 0,0 0-18 16,0 0-2-16,0 0-3 0,0 0-16 15,0 0 6-15,-4 16 7 0,3-6 2 0,1 7 1 0,-2 0 4 16,0 9-3-16,-2 1-1 0,3-1-6 16,-1 3-1-16,1-1 4 0,2 1-3 0,-1-1-1 15,3 1-1-15,-1 0 2 0,0-1-9 0,3 1 0 16,-4 1 0-16,5-1-3 0,0 4 1 0,-1 0 13 15,0 2-9-15,1-4 4 0,2 0-7 0,-3 0 0 16,0 0-7-16,1-2-2 0,-1-1 0 0,1-2-3 16,-1 0-1-16,-2-7-2 0,1 0-4 0,-1-1 3 15,1-1-4-15,-2-4-3 0,0 3 1 0,0-4-2 16,0-1-5-16,-1-1 2 0,1 0-1 0,0-2-3 16,1-2 1-16,-3-6-1 0,2 10-4 0,-2-10 2 15,1 8-2-15,-1-8 2 0,3 7 2 0,-3-7-1 16,0 0-2-16,0 0 9 0,1 8-8 0,-1-8-2 15,0 0 1-15,0 0 2 0,0 0-5 0,2 5 4 16,-2-5 3-16,0 0 8 0,8 3 4 0,-8-3 0 16,14 3 0-16,-5 1 8 0,4-2-3 0,5 0-2 15,-2 0-1-15,7-2 3 0,6 0-5 0,-3 0 0 16,4 0-4-16,2-2 1 0,-1 2-3 0,2-2 2 16,1-1-7-16,-1 2 5 0,6-1-5 0,1 2 3 15,12 0-3-15,-13-3-2 0,1 2-2 0,-2-1 1 16,1 1 1-16,0-2 1 0,1 1-5 0,-3-1 5 15,1 1-1-15,3 0 0 0,-4 0-1 16,2 0 2-16,1-1-1 0,12-1 2 0,-13 0-1 16,-1-1 6-16,1-1-6 0,12-1 0 0,-15 2 0 0,-3 0-1 15,4-1-1-15,-2 0 1 0,-2-1-3 0,-2 1 2 16,-2 0-1-16,-1 1 0 0,-6 0-5 0,-2 1 6 16,-1 0-7-16,0 0 5 0,1 0 4 0,-2 1-7 15,-4 3 6-15,0-3-7 0,-3 0-3 16,2 1 4-16,-3-1-2 0,0 0 0 0,2 1-2 15,-6 1-3-15,-6 1-16 0,12-2-10 0,-12 2-12 16,10-2-21-16,-10 2-16 0,8-1-22 0,-8 1-16 16,0 0-18-16,0 0-18 0,0 0-24 0,0 0-17 15,0 0-18-15,11-3-138 0,-11 3-376 0,0 0 166 16</inkml:trace>
  <inkml:trace contextRef="#ctx0" brushRef="#br0" timeOffset="14719.64">29879 2484 152 0,'0'0'171'0,"-3"-14"1"0,2 10-6 15,1 4-8-15,-4-13-11 0,4 13-7 0,-1-7-16 16,1 7-9-16,0-9-6 0,0 9-7 16,0 0-8-16,-3-8-6 0,3 8-10 0,0 0-9 15,0 0-9-15,-2-6 0 0,2 6-13 0,0 0-7 16,0 0-7-16,0 0-4 0,0 0-4 0,0 0-1 0,0 0 3 15,0 0-13-15,-3 36 2 0,4-11 1 0,-3 5 0 16,0-1 0-16,-3 4 0 0,2 14 5 16,0-14-3-16,-1 14 7 0,4-11-6 0,0-2 3 15,0 2-6-15,0 8 3 0,3-9 0 0,-1 1-1 16,2-1 3-16,-1 0 1 0,2 1-9 0,-1-4 7 16,1 1-2-16,-3-5-3 0,2 1 2 0,-1-2 3 15,-1 0 0-15,2-2 0 0,-3-1-2 0,1-5 4 16,0 5-6-16,-1-5 1 0,-1-3-3 0,2-3 1 15,-4-2-5-15,5 2 0 0,-3-1 1 0,0-2 2 16,0 0-6-16,1-2 3 0,-1-1-2 0,0-7 3 16,0 13-4-16,0-8 1 0,0-5-13 0,0 0-21 15,-2 12-24-15,2-12-38 0,0 0-28 0,-9 10-59 16,9-10-55-16,-14 2-145 0,14-2-404 0,0 0 179 16</inkml:trace>
  <inkml:trace contextRef="#ctx0" brushRef="#br0" timeOffset="15187.84">28989 3011 203 0,'0'-8'180'16,"0"8"-14"-16,0 0-24 0,0 0-11 0,0 0-10 0,0 0-3 16,0 0-8-16,0 0-5 0,13 17-7 15,-8-9-8-15,-1 2-9 0,1-1-6 0,0 0-6 16,-1 1-9-16,1 1-2 0,-1-3-2 0,0 2-8 16,-2-2-2-16,0-4-2 0,-2-4 2 0,2 12 0 15,-2-12 9-15,3 4 5 0,-3-4 9 0,0 0 7 16,0 0 4-16,4 7-3 0,-4-7-4 0,0 0-10 15,0 0-4-15,0 0-4 0,0 0-5 0,0 0-8 16,0-27-1-16,1 21-2 0,1-2-8 0,3-3-7 16,0-5-2-16,3-2-4 0,-1 4-1 0,4-1-7 15,-3 7-25-15,1-1-3 0,-1 0-2 0,3 2 2 16,-2 0-1-16,-3 5 2 0,6-1 2 0,-3 0-1 16,-2 2 3-16,6 4-2 0,-4-1 1 0,1 0 2 15,-3 3-2-15,4 1 4 0,1 6 1 0,-3 3 1 0,1 1 4 16,-4-2-1-16,-1 0 1 0,1 4-6 15,-1-2 8-15,-2 1-12 0,0-2-16 0,-2-2-23 16,0-1-25-16,-2 1-27 0,0-1-41 0,1 0-37 16,-1-2-30-16,-1-1-116 0,2-9-357 0,-3 12 157 15</inkml:trace>
  <inkml:trace contextRef="#ctx0" brushRef="#br0" timeOffset="15399.8">29344 3056 113 0,'0'0'192'16,"0"0"-16"-16,0 0-12 0,3-9-14 0,-3 9-18 15,0 0-7-15,0 0-16 0,12-3-5 0,-1 0-10 16,2 0-9-16,6 1-11 0,0-1-9 0,0 2-3 16,2 1-8-16,-3 0-26 0,-4 1-24 0,0-1-10 15,-3-1-19-15,2 3-28 0,-1 0-29 16,-12-2-19-16,15 1-10 0,-11 0-4 0,-4-1-3 15,9-2-69-15,-9 2-202 0,0 0 89 0</inkml:trace>
  <inkml:trace contextRef="#ctx0" brushRef="#br0" timeOffset="15549.57">29539 3007 153 0,'-7'-5'13'0,"1"-2"18"0,-2 0 9 0,2 0 11 15,-2-2 22-15,4 3 17 0,-1 2 13 0,1-2 18 16,4 6 3-16,-8-8-3 0,4 3-8 16,4 5-9-16,-5-5-19 0,5 5-13 0,0 0-4 15,0 0-6-15,0 0-8 0,0 0-4 0,-8 18-7 16,5-5-2-16,2 2 3 0,0 4-4 0,-1 1 2 15,2 4-8-15,-5 3-1 0,4 0-22 0,1-3-45 16,-1-3-48-16,1 6-63 0,-1-2-115 0,1-6-281 16,0-2 125-16</inkml:trace>
  <inkml:trace contextRef="#ctx0" brushRef="#br0" timeOffset="15683.32">29590 3374 50 0,'0'0'28'0,"0"0"-41"16,0 0-15-16,0 0 7 0</inkml:trace>
  <inkml:trace contextRef="#ctx0" brushRef="#br0" timeOffset="20817.56">20932 2415 45 0,'0'0'90'15,"0"0"-23"-15,0 0 11 0,0 0-16 0,-4-13-5 16,4 13 11-16,0 0 7 0,-4-11-7 0,4 11 4 15,0 0-4-15,0 0-2 0,-2-13 4 0,2 13-8 16,0 0-1-16,-3-8-4 0,3 8-3 0,0 0 5 16,0 0 0-16,0 0-6 0,0 0 0 0,0 0-4 15,0 0-12-15,0 0 2 0,-3-11-8 0,3 11 3 16,0 0-12-16,0 0 0 0,0 0-3 0,0 0-3 16,0 0-8-16,0 0 10 0,0 0-11 0,0 0-11 15,0 0 6-15,0 0-4 0,0 0 7 0,0 0 1 16,0 0-4-16,2 41 5 0,-1-31-2 15,-1 1 2-15,1 2-6 0,-1 2 4 0,0 2-2 16,2-1 1-16,-2 3-2 0,0-4 1 0,1 2 0 16,0 2 2-16,-1-1-4 0,1 0 6 0,2-1-5 0,-2-2 4 15,0-1 0-15,2 1-4 0,-2 1 5 16,-1-6-8-16,1 3 2 0,1-3-1 0,-1 0 3 16,-1-10-1-16,1 22-2 0,1-13 3 0,-1 1 3 15,-1-10-2-15,1 17-5 0,2-10 3 0,-3-7-2 16,1 12 1-16,2-2 2 0,-3-10 0 0,2 10 1 15,-2-10-3-15,3 12-3 0,-3-12-1 0,0 0-14 16,3 15-14-16,-3-15-23 0,0 0-15 0,4 13-14 16,-4-13-18-16,3 7-26 0,-3-7-86 0,0 0-230 15,0 0 101-15</inkml:trace>
  <inkml:trace contextRef="#ctx0" brushRef="#br0" timeOffset="21407.78">20965 2331 5 0,'0'0'13'0,"0"0"4"15,0 0-2-15,0 0 1 0,0 0-4 0,0 0 8 16,0 0 2-16,0 0-3 0,0 0 2 0,0 0 2 16,33 12-4-16,-20-9-1 0,6-2-4 0,3-1-3 15,6 2 11-15,1 0-5 0,6-2-4 0,-2 0 1 16,4-3-7-16,3 2 5 0,12 1-9 0,-2-4 8 16,5 0-4-16,-1 1 0 0,3 0-3 0,-2-3-3 15,1-1-2-15,3 4-6 0,-3-3 7 0,2-1-4 16,-2 1 0-16,1 3-5 0,-4 1-4 0,5-2-3 15,-4-1-14-15,-1 2-17 0,2-2-50 0,-1 3 22 16</inkml:trace>
  <inkml:trace contextRef="#ctx0" brushRef="#br0" timeOffset="22508.92">25399 2097 28 0,'36'-3'84'0,"20"0"-4"16,2-1-11-16,3 1-1 0,2 0-8 0,2-1-5 15,27-1-3-15,-31 3-12 0,29-2 2 16,2 0-15-16,-32 1 8 0,33-3 3 0,-6 4-6 15,3-3-8-15,-1 2 7 0,-22 1-7 0,31-3 3 16,-9-3-10-16,-23 4 4 0,30 3 0 0,-6-2 7 16,-25 0-7-16,27-2 3 0,-27 3-10 0,27-5 4 15,-1 2-2-15,-27 2-4 0,31-1 0 0,-31 1 0 0,1-2-17 16,0 0-9-16,-4 0 6 0,6-2-5 16,-5 3-6-16,0 1-1 0,-5-3-4 0,-3 2 10 15,-14 2-11-15,-1 0-25 0,-4 0-24 0,-7 2-54 16,-8-1-139-16,-2-2 62 0</inkml:trace>
  <inkml:trace contextRef="#ctx0" brushRef="#br0" timeOffset="23253.12">30539 1810 368 0,'0'0'-24'0,"0"0"2"0,8-2 15 16,-8 2 6-16,0 0 14 0,0 0 9 0,0 0-1 15,0 0-4-15,0 0 3 0,0 0-4 0,0 0 5 16,0 0-3-16,0 0 9 0,0 0 10 15,18 0 3-15,-18 0 26 0,17-1-22 0,-5 1-2 16,1-2 2-16,4 3 11 0,1-2-6 0,-2-1 3 16,7 1-5-16,5 0 2 0,2 0-13 0,-2 1 6 15,0 1-5-15,0-2-6 0,-6-1 4 0,3 1-45 16,-5 2 3-16,-3-1-7 0,-6-1 4 0,0 1 10 16,-2 1-13-16,-9-1-16 0,12-1-8 0,-12 1-7 15,10-1-12-15,-10 1-25 0,0 0-68 0,10-7-162 16,-10 7 71-16</inkml:trace>
  <inkml:trace contextRef="#ctx0" brushRef="#br0" timeOffset="23744.97">30937 1789 59 0,'0'0'69'0,"0"0"-8"0,0 0-11 0,0 0 1 16,0 0-8-16,0 0-5 0,0 0-1 0,0 0-1 15,0 0-4-15,0 0-4 0,0 0 5 16,0 0-7-16,0 0 5 0,0 0-6 0,0 0 4 16,0 0-3-16,-13-2-1 0,13 2-3 0,0 0 0 15,0 0-4-15,0 0-11 0,0 0 19 0,0 0-9 16,0 0-2-16,0 0 9 0,0 0-7 0,0 0 0 15,0 0 0-15,0 0 5 0,0 0 2 0,10 26 3 16,-10-26-2-16,5 11-5 0,-5-11 2 0,3 12 7 16,-3-2-1-16,0-10 0 0,1 19 3 0,-1-9-3 15,1 0 1-15,-1 7-4 0,-1-4-11 0,0 2 7 16,0-3-4-16,2 5-2 0,-4-6 8 0,2 4-4 16,0 2 7-16,1-17-4 0,-4 27-3 15,2-14-7-15,3 4 11 0,-2-3-6 0,1 0-5 0,1 4 6 16,0-2-3-16,3 1 1 0,-3 0-5 0,2-2-2 15,-2 0 5-15,-1 3-7 0,2-6-1 0,0 5 4 16,0-2-2-16,0-3 1 0,3 5 0 0,-3 0 0 16,1-5-2-16,0 3 1 0,0-2-1 0,1-1 0 15,-1-1-1-15,2 4-2 0,-3-5 9 0,-2-10-19 16,5 17 2-16,-5-17-24 0,3 15-18 16,-3-15-9-16,4 12-25 0,-4-12-15 0,1 13-22 15,-1-13-91-15,0 0-223 0,0 0 99 0</inkml:trace>
  <inkml:trace contextRef="#ctx0" brushRef="#br0" timeOffset="24767.43">24453 2121 11 0,'0'0'19'0,"0"0"14"0,0 0-9 0,11 9-2 0,-2-7 2 15,5 0-1-15,5 0-2 0,0 0 2 16,13 1 6-16,4-3-5 0,2 1 1 0,18 0-2 16,-2-1-1-16,8-2 1 0,-2 3-1 0,1-6-2 0,2 2 4 15,-2-1-10-15,1 1-4 0,-1 3-13 0,-5-4-11 16,1 0-14-16,-5 2-38 0,-1-4-70 15,-17 5 31-15</inkml:trace>
  <inkml:trace contextRef="#ctx0" brushRef="#br0" timeOffset="33741.36">22174 1836 71 0,'0'0'118'0,"0"0"-1"0,-4-9-5 0,4 9-24 15,0 0 7-15,0 0-7 0,0 0-6 0,0 0-10 16,0 0-7-16,0 0-8 0,0 0-8 16,0 0-12-16,0 0 3 0,0 0 2 0,0 0-6 15,0 0-13-15,0 0-7 0,0 0 1 0,0 0 1 16,0 0 6-16,0 0-3 0,-6 26-1 0,2-14-1 16,4 0 4-16,-4 3 10 0,3-3-7 0,-2 4-2 15,1 1-4-15,-1-2 2 0,0 2 0 0,0-5-3 16,0 5 2-16,2 1-3 0,-1-1-2 0,0 1 3 15,-1 0-3-15,0 0-2 0,0 1 1 0,2 5 1 16,-2-6-3-16,2 0 4 0,0 7 11 0,-2 1-14 16,2-6 0-16,2-4-3 0,-2 4 2 0,1-1-3 15,0-1-5-15,0-1 6 0,1-6-5 0,0 6 5 16,1 0 1-16,-1-1 0 0,-1-4-5 0,0-12 4 16,1 25-2-16,3-11 2 0,-3-1 3 0,3 0 0 15,-1-1-5-15,2-1 2 0,-4 2 2 0,2-1-5 16,-2-2-1-16,1 2 3 0,-2-1-3 0,2-1 0 15,0-1 0-15,-2-9-4 0,4 16 3 16,-2-8 0-16,-2-8-1 0,3 13-1 0,-3-13-2 16,3 14 3-16,-3-14-10 0,1 13 10 0,-1-13-1 15,1 9 4-15,-1-9 3 0,0 11-14 0,0-11 5 16,0 0 0-16,2 10-1 0,-2-10 3 0,0 0-2 0,0 0 1 16,0 0-3-16,1 12 1 0,-1-12-2 0,0 0 5 15,0 0-3-15,0 0 1 0,0 0-2 16,1 10 10-16,-1-10-10 0,0 0 5 0,0 0-8 15,0 0-4-15,0 0 6 0,0 0 4 0,0 0-1 16,-1 13-1-16,1-13-2 0,0 0-1 0,0 0-1 16,0 0 2-16,5 11 2 0,-5-11-1 0,0 0-1 15,0 0 1-15,0 0 4 0,4 8-5 0,-4-8-1 16,0 0 4-16,0 0-1 0,4 7 4 0,-4-7-7 16,0 0 8-16,0 0-5 0,0 0 0 0,0 0 2 15,5 7 2-15,-5-7-4 0,0 0 5 0,0 0-9 16,0 0 3-16,0 0-1 0,0 0-1 0,0 0 5 15,0 0-6-15,0 0 6 0,5 6-3 16,-5-6-2-16,0 0 4 0,0 0-1 0,0 0-1 0,0 0 5 16,0 0-4-16,0 0 2 0,0 0-10 0,0 0 5 15,0 0 2-15,6 6 1 0,-6-6-1 0,0 0-4 16,0 0 4-16,0 0 1 0,0 0-3 0,0 0 5 16,0 0-3-16,0 0 0 0,0 0 2 0,0 0-4 15,0 0 0-15,0 0 6 0,0 0-6 0,0 0 2 16,0 0 3-16,0 0-5 0,0 0 1 15,7 8-1-15,-7-8 6 0,0 0-3 0,0 0 1 16,0 0-11-16,0 0 10 0,0 0 0 0,0 0-7 16,0 0 7-16,0 0 1 0,0 0 1 0,7 2 0 15,-7-2 1-15,0 0 1 0,0 0-1 0,0 0-2 16,16 0 1-16,-16 0 0 0,0 0-1 0,12 2-1 16,-12-2-1-16,13-2 0 0,-13 2 4 0,16-2 1 15,-16 2-6-15,16 0 1 0,-16 0 0 0,16-1-2 16,-9-1 0-16,-7 2 1 0,22-1 1 0,-12 1-4 15,3-2 5-15,0 2-2 0,1-3-4 0,2 1 12 16,2-1-14-16,-5 0 1 0,6 3-4 0,-7-1 0 16,-1-1 2-16,3 0-3 0,-1 2 3 0,0-2 3 15,-2 2-2-15,2-2 0 0,-13 2 0 0,22-2 3 16,-9 0-4-16,-13 2 3 0,24-2 1 0,-11 0-1 16,1 0 1-16,-14 2 0 0,27-1-3 15,-10-1-2-15,-5 1 6 0,-12 1-2 0,26-1-2 16,-15 0 2-16,-11 1-3 0,26-2 9 0,-11 2-9 15,-1 0 2-15,3-2-3 0,-3 2 11 0,-14 0-7 16,25-3 3-16,-12 1-3 0,5 1 0 0,-18 1 7 16,31-3-9-16,-20 2 1 0,8 1 6 0,-6-2-4 15,-13 2 3-15,24-2-3 0,-10-1 3 0,-1 2-3 16,1-1 3-16,0 0-1 0,-14 2-1 0,30-2 4 16,-17 0-1-16,2 2-1 0,-15 0 0 0,29-2 0 15,-16 1 4-15,1 0-7 0,-2 0 5 0,0-2-2 16,-12 3 3-16,27 0-4 0,-13-1 1 0,2-1-2 15,-1 0 4-15,-4 2 0 0,3-3-1 0,-2 0 0 16,0 2 3-16,-1-1-4 0,-11 2 4 0,20 0-3 16,-11-1-2-16,-9 1 2 0,14 0-3 0,-14 0 0 15,14-3 2-15,-14 3 2 0,13-1-1 0,-13 1 0 16,12 0 2-16,-12 0-4 0,12-2 1 0,-12 2 2 16,0 0 0-16,17-1-2 0,-17 1 2 0,0 0-1 15,0 0 2-15,15-2-5 0,-15 2 4 16,8-1-1-16,-8 1 4 0,0 0-4 0,0 0 0 15,0 0-6-15,0 0 7 0,0 0-1 0,20-3-1 16,-20 3-1-16,0 0 2 0,0 0 0 0,15-1 1 16,-15 1 1-16,0 0-4 0,0 0 3 0,16 0-1 0,-16 0-2 15,0 0 0-15,0 0 4 0,0 0-2 16,18 0 1-16,-18 0-1 0,0 0-1 0,0 0-1 16,0 0 5-16,12 1-1 0,-12-1-3 0,0 0 2 15,0 0-2-15,0 0-1 0,0 0 2 0,0 0 0 16,0 0-2-16,0 0 5 0,0 0-10 0,0 0 8 15,16-2-2-15,-16 2 1 0,0 0 3 0,0 0-5 16,0 0 0-16,0 0 0 0,0 0 2 0,0 0 7 16,17-1-6-16,-17 1-1 0,0 0 4 0,0 0-7 15,0 0 5-15,0 0 4 0,0 0-4 0,0 0 8 16,0 0-3-16,0 0 2 0,0 0 3 0,0 0-3 16,0 0 4-16,0 0-1 0,0 0-4 0,0 0 0 15,0 0-10-15,0 0 12 0,0 0-3 0,0 0-2 16,0 0 1-16,9 1 0 0,-9-1-3 0,0 0 1 15,0 0-4-15,0 0 5 0,0 0-1 0,0 0 1 16,0 0 6-16,0 0 7 0,0 0-3 0,0 0 7 16,0 0 3-16,0 0-1 0,0 0 0 0,0 0 3 15,0 0-8-15,0 0 2 0,0 0 1 16,0 0-8-16,0 0 0 0,0 0 1 0,0 0-3 16,0 0-2-16,0 0 2 0,0 0-8 0,0 0 0 15,0 0 0-15,0 0 3 0,0 0-1 0,-5-18 1 16,5 18-3-16,0 0-3 0,0 0-2 0,0 0-1 15,0 0 2-15,0 0 1 0,0-12 0 0,0 12 0 16,0 0-1-16,0 0-9 0,0 0 7 0,-2-14 5 16,2 14-5-16,0 0-2 0,0 0 4 0,-3-14-8 15,3 14 2-15,0 0-2 0,-2-10 1 0,2 10-1 16,0 0-1-16,0 0-3 0,-2-20-8 0,2 20 4 16,0-11 0-16,0 11 7 0,-3-11-2 0,3 11 3 15,-2-16 0-15,2 16 3 0,-3-9 0 0,3 9 0 16,0 0 2-16,-2-20-5 0,2 20 1 0,0 0 4 15,-3-17-9-15,3 17 4 0,-5-13-1 0,5 13 0 16,-3-20 2-16,3 20 5 0,-5-15-5 0,4 5 4 16,1 10 4-16,-5-15-6 0,0 0 5 0,5 15-1 15,-4-17 0-15,1 9-3 0,3 8 3 0,-4-18-1 16,4 18 0-16,-5-17-10 0,1 6 14 16,2-1-6-16,2 12 4 0,-6-21-3 0,6 21 6 15,-7-16-4-15,5 8 3 0,-1-2-4 0,-1 3 9 16,4 7-10-16,-5-17-2 0,1 8 2 0,4 9 2 0,-4-12-1 15,4 12 4-15,-6-14-2 0,4 8-3 0,2 6 4 16,-4-15-7-16,4 15 6 0,-5-16-1 16,2 10 2-16,3 6-2 0,-4-10 2 0,4 10 2 15,-5-12-4-15,5 12 5 0,-6-9-6 0,6 9 5 16,-4-10-3-16,4 10-6 0,-5-11 6 0,5 11 0 16,-5-7 4-16,5 7-6 0,-4-8 2 0,4 8-4 15,0 0 4-15,-7-10 1 0,7 10 0 0,0 0 1 16,-7-8-2-16,7 8 3 0,0 0-5 0,-3-9 5 15,3 9-2-15,0 0 0 0,-5-8 0 0,5 8 2 16,0 0-2-16,0 0 4 0,-5-11-6 0,5 11 4 16,0 0 1-16,0 0 0 0,-4-8 2 0,4 8-6 15,0 0 1-15,0 0 1 0,0 0-3 0,-3-10 4 16,3 10-3-16,0 0 2 0,0 0 1 0,0 0-3 16,0 0 2-16,0 0-4 0,-2-11 2 0,2 11-1 15,0 0-4-15,0 0 6 0,0 0-2 16,1-14-1-16,-1 14 1 0,0 0 2 0,1-11-1 15,-1 11 0-15,0 0 0 0,4-8 1 0,-4 8-2 0,0-6 1 16,0 6-1-16,0 0 5 0,4-10-5 0,-2 4-3 16,-2 6 2-16,0 0-1 0,6-14 1 0,-3 9-1 15,-3 5 2-15,3-11-2 0,1 5 2 0,-4 6-2 16,3-7 0-16,-3 7 3 0,3-8 0 0,-3 8 0 16,2-5-3-16,-2 5 3 0,0 0 1 0,0 0-6 15,0 0 0-15,2-7 3 0,-2 7 0 16,0 0 3-16,0 0-3 0,0 0 0 0,0 0-1 15,0 0 3-15,0 0 0 0,0 0-3 0,0 0 1 0,0 0 4 16,0 0-5-16,0 0 1 0,0 0 12 0,0 0-12 16,0 0 2-16,0 0-4 0,0 0 2 15,0 0 2-15,0 0-3 0,0 0 1 0,0 0-4 16,0 0-5-16,0 0-5 0,0 0-16 0,0 0-14 16,0 0-19-16,0 0-46 0,2-11-57 0,-2 11-96 15,0 0-285-15,0 0 126 0</inkml:trace>
  <inkml:trace contextRef="#ctx0" brushRef="#br0" timeOffset="34236.03">23374 1887 50 0,'-1'-12'127'0,"1"12"-13"0,0 0-16 0,-3-13 4 16,3 13-8-16,0 0 2 0,-3-13-3 0,3 13-8 15,0 0 5-15,-1-11-6 0,1 11 1 0,-2-5-1 16,2 5-10-16,0 0 2 0,0 0-8 0,-3-6-4 16,3 6-14-16,0 0-2 0,0 0-8 0,0 0-2 15,0 0-1-15,0 0-14 0,0 0-2 0,0 0 0 0,0 0-6 16,0 0 1-16,0 0-2 0,-4 28-2 15,4-10 4-15,2 7-5 0,0-6 1 0,-2 11-3 16,0-2-2-16,1 3 2 0,1 0 2 0,-1-1 12 16,1 3-11-16,0-8 0 0,-1 1 3 0,2 0-6 15,-2 1 4-15,1 1 4 0,1-1-5 0,-3-8-9 16,4 1-21-16,-1-2-27 0,0-1-28 0,2-2-36 16,-1 3-37-16,0-3-125 0,-4-4-291 0,0-11 129 15</inkml:trace>
  <inkml:trace contextRef="#ctx0" brushRef="#br0" timeOffset="35205.11">22144 2160 45 0,'0'0'73'0,"-6"-5"2"0,6 5-11 0,0 0 2 15,0 0-9-15,-6-3-10 0,6 3 4 0,0 0-14 16,0 0 1-16,0 0-9 0,0 0 1 0,0 0-1 15,-9-3-3-15,9 3 4 0,0 0-7 0,0 0-7 16,0 0-4-16,0 0-1 0,0 0-4 0,0 0 4 16,0 0-8-16,0 0-2 0,0 0 3 0,0 0 5 15,25 2 3-15,-7-4 1 0,1 2-8 0,10-3 10 16,3 1-10-16,2-3 10 0,3 0-4 16,0 0 3-16,1-3-12 0,1 4 8 0,0 0 2 0,10-1-4 15,-11-1 2-15,15 1 1 0,-16 2 0 16,16-2 5-16,0-1-9 0,-3 1-2 0,-11 1 1 15,1 2 7-15,0 0-3 0,11-4-5 0,-16 4-3 16,1-3-9-16,-2 3-1 0,-3 0-10 0,-2-2-1 0,-1 2-12 16,-8-2-4-16,2 3-8 0,-6 0-9 15,0 1-8-15,-6-2-5 0,2 0-48 0,-2 1-121 16,-3 1 53-16</inkml:trace>
  <inkml:trace contextRef="#ctx0" brushRef="#br0" timeOffset="35417.41">23279 2011 63 0,'0'0'79'0,"0"0"-3"0,32-2-4 16,-19-1-6-16,6 2-6 0,2-1 3 15,1 1-4-15,4-3-17 0,5 1 11 0,1-1-14 0,0 1-5 16,-3-1-1-16,1 1-1 0,-7 0-6 15,-2 0-15-15,0 1-11 0,-2 0-38 0,-4-1-27 16,-2 1-53-16,-4 0-128 0,-9 2 58 0</inkml:trace>
  <inkml:trace contextRef="#ctx0" brushRef="#br0" timeOffset="35835.49">22690 2152 16 0,'0'0'127'0,"0"0"-21"0,0 0-6 16,0 0-16-16,0 0 1 0,0 0-7 0,0 0-8 15,-15 35-4-15,1-6-3 0,-8 14-3 16,-3 4 2-16,-4-2-15 0,5 0 4 0,-7 0-12 16,3-2-9-16,1-3-2 0,7-9-30 0,0-5-14 15,4 2-10-15,1-4-37 0,6-8-22 0,1 1-69 16,1-2-166-16,-1-4 74 0</inkml:trace>
  <inkml:trace contextRef="#ctx0" brushRef="#br0" timeOffset="36073.51">22925 2152 126 0,'0'0'119'16,"0"0"-9"-16,-14 55-9 0,0-27-9 0,1 2 0 15,-1 3-5-15,-2-5-14 0,-3 3-1 0,5 1-10 16,-4-4-6-16,4-1-4 0,1 0-8 16,-3-2-27-16,5 2-20 0,2-10-27 0,-4 3-34 15,2-2-104-15,-6 2-182 0,4-8 81 0</inkml:trace>
  <inkml:trace contextRef="#ctx0" brushRef="#br0" timeOffset="36303.78">23039 2242 1432 0,'8'-9'150'0,"2"-1"-60"0,-6 4-29 0,-4 6-26 0,6-8-19 16,-6 8-5-16,0 0-17 0,8-8 9 0,-8 8-4 16,0 0 2-16,0 0 4 0,-13 46 2 0,5-20 1 15,-3 5 0-15,1 1 0 0,-4 1 0 0,-6 11-6 16,4-13 2-16,2 3 2 0,-4-2-3 0,4 0-17 15,0-5-10-15,1 2-24 0,-1-1-20 16,4-5-19-16,1-5-27 0,-3-1-27 0,5 0-86 16,-5-1-243-16,4-8 107 0</inkml:trace>
  <inkml:trace contextRef="#ctx0" brushRef="#br0" timeOffset="36501.47">23180 2298 75 0,'12'21'146'15,"-12"-4"-17"-15,-2 2-3 0,-3 7-10 0,-2 1-19 16,0 2-5-16,-2 0-3 0,-2-1-12 0,1-2-20 16,-1-1-19-16,0-1-16 0,3-5-29 0,3 0-44 15,-3-3-40-15,-1-1-62 0,1-5-165 0,2-3 73 16</inkml:trace>
  <inkml:trace contextRef="#ctx0" brushRef="#br0" timeOffset="36677.67">23354 2383 1754 0,'10'-5'105'0,"-10"5"-67"0,12-6-35 15,-12 6-27-15,0 0-8 0,13-2 2 0,-13 2 14 16,0 0-1-16,0 0 1 0,4 22-8 0,-4-22-3 15,-13 25 3-15,4-9-5 0,2 0-9 0,-5 1-17 16,3 1-51-16,-4 3-37 0,2-3-78 0,1-4-237 16,-4-2 106-16</inkml:trace>
  <inkml:trace contextRef="#ctx0" brushRef="#br0" timeOffset="41399.9">28219 1724 4 0,'0'0'105'0,"0"0"-3"0,0 0-1 15,-6-10-12-15,6 10 2 0,0 0-6 0,0 0-1 16,0 0-5-16,0 0-8 0,-7-8 4 16,7 8-3-16,0 0-5 0,0 0-3 0,0 0-8 15,0 0-5-15,0 0-7 0,0 0-3 0,0 0 1 16,0 0-17-16,0 0 5 0,0 0-7 0,0 0-2 15,0 0-13-15,0 0 12 0,0 0-6 0,0 0 4 16,0 0-13-16,0 0 17 0,9 41-11 0,-9-29 4 16,0-12-1-16,2 28-6 0,1-10 6 0,-4-2-1 15,2 2-1-15,0 3 3 0,0-4-5 0,-1 3 9 16,2 4-2-16,1-6-5 0,-1 2 1 0,0 2 3 16,1-2-5-16,-1 6-6 0,0 2 8 0,0-5 1 15,3 1 5-15,1 3-2 0,-4-1-1 0,7 1 4 16,-4-3-2-16,4 0-10 0,-2 1 18 0,0-2-8 15,-3-4-7-15,2 0 2 0,-3 0 2 0,3-3-3 16,-2 2 3-16,-1-3-8 0,2 2 3 0,-1-5 1 16,-2 0 2-16,1 0-1 0,3-3-2 15,-6-9 7-15,7 20-5 0,-5-12 3 0,-2-8-5 16,6 14 4-16,-6-14-3 0,4 11-2 0,-4-11-1 16,0 0 1-16,0 14-2 0,0-14-3 0,0 0 0 15,0 0 1-15,5 11-3 0,-5-11 3 0,0 0-4 16,0 0 4-16,6 9-2 0,-6-9 0 0,0 0 0 15,0 0-1-15,0 0 0 0,0 0 3 0,0 0-3 16,0 0-7-16,0 0 10 0,0 0-2 0,0 0-4 16,0 0 2-16,0 0 0 0,0 0 1 0,0 0 1 15,0 0 0-15,0 0 1 0,0 0-2 0,0 0-3 16,0 0 1-16,0 0 2 0,0 0 1 0,0 0-2 16,0 0-2-16,0 0 0 0,0 0-1 0,6 9 4 15,-6-9-3-15,0 0 1 0,0 0-1 0,0 0 0 16,19-2 1-16,-19 2-1 0,0 0 1 0,23-3 2 15,-23 3 0-15,17-3-2 0,-17 3-1 0,24-2 1 16,-11 0 2-16,1 2-4 0,-1-3 4 0,-13 3-3 16,28-1 3-16,-10-2-4 0,-6 1 6 0,6 1-3 15,-18 1 2-15,27-3-1 0,-10 3-2 16,-3-2 2-16,-1 1-1 0,-13 1-1 0,34-1 3 16,-16-1-1-16,-1 2 0 0,-3-1-3 0,4 1 0 15,1 0-1-15,1 0 5 0,6-1-2 0,-2-1 1 16,4 1-2-16,3-1-3 0,1 2 5 0,-3-3-5 15,3 3 3-15,-1-3-5 0,1 2-10 0,0 1 11 16,-4-3-4-16,0 3 1 0,-1 0 0 0,-4 0 3 16,6 0-5-16,-8 0 4 0,9 0-4 0,-8 0 3 15,7 0-3-15,-1-3-1 0,3 3-4 0,0 1 4 16,-2-4-2-16,-1 2-10 0,-1 1 2 0,0-1 1 16,1-1 3-16,2 2-2 0,0 2 4 0,-9-4-9 15,-1 4-9-15,-2-5-24 0,1 4-3 0,-2-2-17 16,1 2-25-16,-18-1-24 0,23 2-16 0,-13-1-85 15,-10-1-245-15,0 0 110 0</inkml:trace>
  <inkml:trace contextRef="#ctx0" brushRef="#br0" timeOffset="41916.83">29629 1694 20 0,'0'0'149'0,"0"0"-4"15,-2-11-29-15,2 11-6 0,0 0-6 0,0 0-11 16,0 0-12-16,0 0-14 0,0 0-6 0,0 0-7 15,0 0-10-15,0 0 1 0,0 0-5 16,0 0 0-16,0 0-4 0,8 48 5 0,-3-30-9 16,0 8 4-16,-3 1-2 0,1 1 2 0,-1 3 4 15,1-4-2-15,2 4 0 0,-1-1-1 0,0-1 0 16,-2 3 4-16,5-3-2 0,-2 2-1 0,-3-3-8 16,2 1-1-16,1 0-1 0,2-1-11 0,-5-1 6 0,6-3 3 15,-3 3-1-15,0-1-5 0,0-2-17 16,-2-6-18-16,6 1-5 0,-7 1-18 0,1-2-15 15,-3 0-5-15,1-2-32 0,-1 0-21 0,1-4-21 16,-2 4-98-16,0-1-248 0,1-15 110 0</inkml:trace>
  <inkml:trace contextRef="#ctx0" brushRef="#br0" timeOffset="42722.27">28487 1753 33 0,'52'-6'62'0,"6"0"-6"0,6-1-13 15,1 1 4-15,24-3-6 0,-24 3 3 0,26-2-10 16,-29 1 0-16,-1 3-8 0,3-3 3 0,-2-1-3 16,2 2-17-16,-1-2 12 0,-3 2-22 0,0 0 7 15,-2 2-9-15,-3-2-6 0,-6-2-9 16,-10 5-14-16,-1-1-11 0,-3-1-25 0,-7 3-73 16,-8 2 33-16</inkml:trace>
  <inkml:trace contextRef="#ctx0" brushRef="#br0" timeOffset="43062.54">28777 1746 13 0,'-13'39'70'0,"6"-13"-12"0,-2 6 5 0,-5 12-3 16,-6 1-2-16,2 1-6 0,-1-1 0 15,0 2-6-15,3-16-9 0,3 1 2 0,-1-2-6 16,3 1-6-16,0-1-11 0,2-1-24 0,0-1-23 16,3-2-28-16,-2-2-29 0,2-4-95 0,1-4 42 15</inkml:trace>
  <inkml:trace contextRef="#ctx0" brushRef="#br0" timeOffset="43281.28">29049 1858 73 0,'0'0'116'0,"0"0"-21"0,0 0-5 16,0 0-14-16,0 0 2 0,-6 41-8 0,-8-16-1 15,0 6-11-15,-4-1-6 0,1 2-17 0,-8 7-14 16,8-8-25-16,0 1-9 0,1-5-21 0,2 2-28 15,1-3-58-15,0-4-130 0,2 0 57 0</inkml:trace>
  <inkml:trace contextRef="#ctx0" brushRef="#br0" timeOffset="43483.32">29293 1885 12 0,'0'0'154'16,"-25"18"-19"-16,7 2-14 0,-4 4-11 0,-1 4-11 16,-7 10-11-16,-1 4-5 0,2 0-9 0,0-1-2 15,5 0-10-15,7-9-8 0,2-1-3 0,-2 1-26 16,5-1-17-16,0-2-30 0,1-1-24 16,2-1-30-16,4-8-92 0,0 6-181 0,-3-9 80 15</inkml:trace>
  <inkml:trace contextRef="#ctx0" brushRef="#br0" timeOffset="43668.32">29426 2074 70 0,'-14'34'116'0,"0"-12"-6"0,-6 8-17 16,-8 11-4-16,-2-2-8 0,2 0-10 0,8-11-31 15,-1 3-17-15,1-3-32 0,-1-2-19 0,6-1-26 16,-2-1-47-16,1-3-108 0,2-6 48 0</inkml:trace>
  <inkml:trace contextRef="#ctx0" brushRef="#br0" timeOffset="43844.13">29601 2165 14 0,'-5'31'112'0,"5"-31"-13"15,-16 34-21-15,5-9-27 0,1-2-22 0,2-6-21 16,-4 7-43-16,-1-2-25 0,0-8-64 0,4 2 29 16</inkml:trace>
  <inkml:trace contextRef="#ctx0" brushRef="#br0" timeOffset="44696.31">29709 1888 37 0,'0'0'42'0,"0"0"-8"0,-19 0 8 0,19 0 2 16,0 0-10-16,0 0 3 0,-16 3-9 0,16-3 10 15,0 0-5-15,-18 1-1 0,18-1 0 0,0 0 4 16,0 0 4-16,-16 4 0 0,16-4-7 0,0 0 0 16,0 0 2-16,0 0 4 0,0 0-11 0,-16 0-4 15,16 0-5-15,0 0 3 0,0 0-7 0,0 0 1 16,0 0-9-16,0 0 14 0,0 0 1 0,0 0-3 16,53-2 0-16,-24-3 3 0,7 4-2 15,2 0 2-15,18-1-15 0,1-2 9 0,-4 1-10 16,2 0 2-16,0-2 3 0,-4 2 3 0,-11 2-6 15,11-2-1-15,-15 1-8 0,1 2-2 0,-2-1 10 16,-2 0-12-16,-1 1-13 0,2-1 0 0,-2-1-7 16,-1 1-12-16,1-1-4 0,1 4-19 0,-1-5-81 15,1 0-151-15,-2 3 67 0</inkml:trace>
  <inkml:trace contextRef="#ctx0" brushRef="#br0" timeOffset="44872.02">30759 1810 16 0,'0'0'34'0,"0"0"-8"0,0 0-26 15,33 5-13-15,-26-4-14 0,-7-1 7 0</inkml:trace>
  <inkml:trace contextRef="#ctx0" brushRef="#br0" timeOffset="45952.02">23422 2115 52 0,'0'0'57'0,"0"0"-5"16,0 0-1-16,0 0-13 0,0 0 2 0,0 0-8 15,0 0-5-15,0 0-1 0,0 0 2 0,0 0-4 16,0 0-7-16,0 0 10 0,39 4-3 0,-26-6-1 16,6 4 2-16,0-2 9 0,9 1 1 0,-1-2-7 15,5-1 7-15,-1 2 0 0,3-2-5 0,2 0 3 16,-1-1-4-16,5 1-1 0,13 0-4 0,-14-1-6 16,15 0-2-16,-2-3 6 0,2 3-9 0,0-1 3 15,3-4-3-15,1 3 5 0,-6 0-1 0,7-2-13 16,-8 0 0-16,3 1-4 0,1 0-4 0,-4-2-2 15,-12 6-7-15,1-3-11 0,-2 3-2 0,-3 0-9 16,-1 1 0-16,-3-1-13 0,-1 1-9 0,-3 2 19 16,-7 1-9-16,-2-1-1 0,-4 1-3 15,-5-1 0-15,0 0-35 0,2 1-92 0,-4-1 41 0</inkml:trace>
  <inkml:trace contextRef="#ctx0" brushRef="#br0" timeOffset="46373.15">24536 2136 79 0,'35'-3'123'0,"18"0"-14"0,1 0-10 16,-1-4-8-16,3 4-3 0,-1-4-12 0,-1 2-9 15,-2 1-4-15,2 0-9 0,-3 1-5 0,3-3-5 16,0 1-9-16,-15 3-4 0,12-2-19 0,0 1-23 16,-14 1-10-16,2-1-30 0,-1-1-17 15,1 3-16-15,-3-1-48 0,-2-1-141 0,-1 1 64 16</inkml:trace>
  <inkml:trace contextRef="#ctx0" brushRef="#br0" timeOffset="46977.67">24132 2083 52 0,'0'0'97'0,"-14"34"-8"0,1-12-1 16,-5 7-9-16,-7 9-2 0,1 5 0 0,-4 1-15 15,3-2-9-15,-2 0-6 0,8-11-6 0,1-1-25 16,3 1-12-16,-2-3-29 0,3 3-22 0,2-6-72 16,5 0-128-16,-2-8 57 0</inkml:trace>
  <inkml:trace contextRef="#ctx0" brushRef="#br0" timeOffset="47183.25">24527 2185 76 0,'0'0'135'0,"0"0"-15"0,-7 38-10 0,-4-14-20 15,-2 7 1-15,-1-3 3 0,-4 4-18 0,1-1-11 16,1-3-30-16,0 2-32 0,3-2-32 0,0-2-38 16,1 0-67-16,-2-1-144 0,5-8 64 0</inkml:trace>
  <inkml:trace contextRef="#ctx0" brushRef="#br0" timeOffset="47382.18">24932 2205 14 0,'0'18'170'0,"-5"-6"-14"0,1 0-38 0,-3 6 6 0,-2 6-13 16,-3-1-21-16,2 1-12 0,2-7-29 0,-1 8-30 15,0-7-21-15,5 0-58 0,-2 0-85 0,2-1-157 16,-1 0 71-16</inkml:trace>
  <inkml:trace contextRef="#ctx0" brushRef="#br0" timeOffset="47983.63">25339 2238 93 0,'0'0'132'16,"0"0"-6"-16,-13-15-13 0,13 15-6 0,0 0-11 15,-19 3-1-15,19-3-10 0,0 0-13 0,-23 8-3 0,23-8-13 16,-11 8-2-16,6-1-6 0,5-7-5 0,0 0-3 16,-6 15-3-16,6-15-5 0,0 0 1 0,11 19-2 15,-2-11-4-15,-1-2-11 0,7 2 4 0,-2-2-1 16,5-1 3-16,-7 0-5 0,6 3-3 15,-5-3-5-15,-1-1 2 0,1 3-2 0,-4-3 0 16,1 2-2-16,-9-6 3 0,13 11-3 0,-8-4-1 16,-5-7 3-16,3 11-7 0,-3-11 6 0,0 0-1 15,-8 21-5-15,0-13-4 0,-1-1-3 0,-4 0-8 16,1 2-20-16,-3-2-10 0,3-3-28 0,3 2-21 16,-1-3-21-16,10-3-91 0,-14 6-220 0,14-6 97 15</inkml:trace>
  <inkml:trace contextRef="#ctx0" brushRef="#br0" timeOffset="48180.16">25563 2278 152 0,'0'0'202'0,"0"0"-15"0,8-7-17 0,-8 7-24 0,0 0-13 16,0 0-15-16,0 0-19 0,0 0-6 0,0 0-8 15,0 0-15-15,12 13 1 0,-12-13-10 16,0 18-3-16,0-6-6 0,0 4-4 0,3 1-5 15,-2-7-15-15,1 3-17 0,-2-2-22 0,0-11-16 16,3 26-35-16,-1-16-39 0,0 3-51 0,-2-1-94 16,0-12-266-16,2 20 118 0</inkml:trace>
  <inkml:trace contextRef="#ctx0" brushRef="#br0" timeOffset="48587.21">25727 2408 103 0,'-5'12'105'0,"5"-12"-4"0,-4 9-9 0,4-9-1 16,0 0 1-16,2 13 5 0,-2-13 8 0,0 0-10 16,8 7-1-16,-8-7-6 0,17 0-8 0,-17 0-7 15,18-2-3-15,-7-1-6 0,0 2 7 0,-2-4 2 16,-9 5 0-16,15-8-2 0,-8 1-10 0,-3 1-1 15,2-3-8-15,-6-1-4 0,0 10-3 0,4-17-11 16,-6 8 1-16,2 9-15 0,-10-17-13 0,4 9-11 16,0 0-10-16,6 8-17 0,-17-13-20 0,8 6-22 15,-1 2-21-15,10 5-29 0,-17-2-27 0,17 2-94 16,-15 4-263-16,15-4 116 0</inkml:trace>
  <inkml:trace contextRef="#ctx0" brushRef="#br0" timeOffset="48817.15">25981 2364 99 0,'19'10'114'0,"-17"-7"3"16,-2-3-6-16,5 8-6 0,-5-8-4 0,3 11 2 16,-3-11-7-16,0 12-3 0,0-12 0 0,0 12-7 15,0-12-5-15,-5 10-10 0,5-10-4 0,-2 12-8 16,2-12-14-16,-3 9 6 0,3-9-6 0,0 0 1 15,-4 9-10-15,4-9-3 0,0 0-5 0,0 0-11 16,0 0-4-16,0 0 0 0,14 6-9 0,-14-6-32 16,28 0-30-16,-1-7-55 0,-6 4-142 0,6-1-276 15,2-2 122-15</inkml:trace>
  <inkml:trace contextRef="#ctx0" brushRef="#br0" timeOffset="49067.59">26607 2132 159 0,'0'0'173'0,"0"0"-13"0,0 0-20 0,0 0-12 15,0 0-12-15,0 0-17 0,0 0-5 0,0 0-12 16,-4 24-3-16,6-9-6 0,-2 5-9 0,-2-1-5 15,4 8-7-15,-4-8-4 0,0 6-3 0,-1 3-1 16,1-8-21-16,0-1-20 0,-3 6-20 0,5-7-39 16,-2-3-37-16,2 2-42 0,0-2-89 0,0-15-241 15,-3 21 106-15</inkml:trace>
  <inkml:trace contextRef="#ctx0" brushRef="#br0" timeOffset="49673.14">26818 2266 50 0,'-14'3'165'0,"14"-3"-9"0,-21 7-13 0,11 0-17 0,-1-2-8 16,-2 5-13-16,-3-1-9 0,3 3-11 16,3-3-8-16,3 0-5 0,1 0-8 0,2-2-12 15,4 2-2-15,0-9 2 0,0 19-13 0,0-19-7 16,8 13-3-16,-3-7-12 0,7-3-15 0,-2 4 13 15,6-6-3-15,-2 1-4 0,-1-5 0 0,1 3 0 16,-1-4-3-16,-1 1 0 0,-1-3 0 0,-1 1 9 16,0 1-7-16,-5-1-3 0,3-3 5 0,-8 8-8 15,5-13 6-15,-1 4 4 0,2 1 8 0,-6 8 5 16,6-14 0-16,-6 14 2 0,2-10 3 0,-2 10-5 16,2-7-3-16,-2 7-4 0,0 0-3 0,4-9-3 15,-4 9-4-15,0 0 1 0,0 0-6 0,0 0 4 16,0 0-4-16,0 0 4 0,0 0-3 0,0 0 2 15,0 0-2-15,0 0 5 0,0 0-6 0,9 23-1 16,-9-23 3-16,5 7 1 0,-5-7 0 0,14 4 4 16,-14-4 2-16,13 3-5 0,-13-3-2 15,18-3 0-15,-7 1 1 0,-11 2 4 0,18-2-7 0,-9-4 1 16,0 3 2-16,-9 3 1 0,18-10 4 16,-18 10 0-16,11-7-1 0,-11 7-6 0,9-8 6 15,-9 8 0-15,0 0 7 0,7-8-5 0,-7 8-8 16,0 0 5-16,0 0 1 0,0 0-12 0,0 0 4 15,9-8 4-15,-9 8-5 0,0 0 0 0,0 0-2 16,0 0 4-16,6-4 1 0,-6 4-7 0,0 0 5 16,0 0-7-16,0 0 6 0,0 0 0 0,0 0-1 15,0 0 3-15,0 0-2 0,0 0-1 0,0 0 0 16,0 0-1-16,0 0 0 0,0 0 2 0,0 0-1 16,0 0 0-16,0 0-1 0,0 0-1 0,0 0-1 15,0 0 5-15,0 0-8 0,0 0 5 0,0 0-1 16,0 0 1-16,14 20 3 0,-14-20-6 0,-2 16-10 15,2-16-5-15,-7 21-34 0,7-21-26 0,-3 22-36 16,3-11-27-16,-2-1-128 0,0 0-293 0,2-10 130 16</inkml:trace>
  <inkml:trace contextRef="#ctx0" brushRef="#br0" timeOffset="49977.4">27162 2327 92 0,'0'0'145'0,"9"-17"0"0,-3 5-9 16,-1 5-8-16,0-3-17 0,-5 10-7 16,9-15-8-16,-5 11-4 0,0-3-4 0,-4 7-8 15,0 0-8-15,4-10-5 0,-4 10-7 0,0 0-4 16,6-7-8-16,-6 7-6 0,0 0-5 0,0 0-2 16,0 0-7-16,0 0-5 0,0 0-2 0,0 0-1 15,0 0-4-15,0 0 1 0,0 0-2 0,0 0-2 16,0 0-1-16,-17 32 0 0,17-32-2 0,0 0-4 15,-2 11 1-15,2-11-1 0,0 0 2 0,11 12 0 16,-11-12-3-16,17 2 1 0,-9 0-1 0,-8-2 0 16,19-2-2-16,-9 1 2 0,-10 1-13 0,15 1 16 15,-15-1-9-15,0 0-8 0,21-3-15 0,-21 3-26 16,10 0-28-16,-10 0-38 0,0 0-41 0,13 3-85 16,-13-3-262-16,0 0 116 0</inkml:trace>
  <inkml:trace contextRef="#ctx0" brushRef="#br0" timeOffset="51391.95">22598 1198 56 0,'0'-9'121'0,"-1"1"9"0,1 8-4 15,-3-14 1-15,3 9-4 0,0 5-12 0,0 0-16 16,-5-15-14-16,5 15-6 0,0 0-9 0,0 0-3 16,0 0-14-16,0 0-8 0,0 0 1 0,0 0-13 15,0 0 4-15,0 0-5 0,0 0-5 0,18 40-2 16,-11-17-3-16,-2 2 2 0,3 5 2 0,-1 1-6 16,-1 2 2-16,0 14 7 0,-3 0 7 0,4 0-5 15,-7-15-11-15,2 4 5 0,2 10-3 0,0-13 3 16,0 2-4-16,0-3 0 0,1 0-4 15,1-1 0-15,-1 1-1 0,-1-1-4 0,2-7 7 16,1 4-4-16,-3-9-2 0,3-2 0 0,-2 0-2 16,-1-5 3-16,1 3-1 0,2-4-3 0,-1-2 2 15,-2 2-1-15,-4-11-5 0,9 16 3 0,-5-10 3 16,-4-6-2-16,6 10-7 0,-6-10 4 0,10 11 2 16,-10-11-1-16,4 8-1 0,-4-8-17 0,0 0-6 15,9 12-20-15,-9-12-19 0,0 0-25 0,8 15-23 16,-8-15-25-16,7 6-109 0,-7-6-261 0,0 0 116 15</inkml:trace>
  <inkml:trace contextRef="#ctx0" brushRef="#br0" timeOffset="52207.17">22584 1216 67 0,'0'0'113'0,"0"0"-9"0,0 0-5 0,0 0-13 16,0 0-15-16,0 0-2 0,0 0-5 16,0 0-16-16,0 0-1 0,0 0-3 0,0 0-14 15,0 0 0-15,0 0-4 0,0 0 0 0,0 0-12 16,-9 29 10-16,9-29-14 0,0 15 6 0,0-15-3 15,0 0-4-15,1 18 6 0,-1-18-10 0,3 11 6 16,-3-11-3-16,5 12-6 0,-5-12 10 0,12 6-6 16,-12-6 3-16,15 6 8 0,-15-6 5 0,19 3-17 15,-7-4 9-15,-12 1 2 0,23-2-6 0,-12-1 1 16,-11 3 1-16,19-6 5 0,-19 6-1 0,14-3 1 16,-14 3 5-16,12-7 8 0,-12 7-11 0,8-13-5 15,-5 7 5-15,-3 6-9 0,4-14 5 16,-4 14-6-16,0-18-5 0,-1 8 9 0,1 10-4 15,-5-16-6-15,-2 7 1 0,2-1 0 0,-2 3 3 16,7 7-5-16,-8-12 2 0,3 8-7 0,5 4-10 16,-9-5-14-16,9 5-19 0,0 0-8 0,-19 4-16 15,19-4-11-15,-11 7-27 0,5 1-63 0,0 1-184 16,6-9 82-16</inkml:trace>
  <inkml:trace contextRef="#ctx0" brushRef="#br0" timeOffset="52715.47">21982 1306 154 0,'0'0'139'0,"0"0"-10"15,0 0-20-15,-9-7-12 0,9 7-11 0,0 0-7 16,0 0-8-16,-20 22 5 0,13-11-14 0,-1-1-3 16,2 1-8-16,1 0-11 0,5-11 4 0,-6 20-4 15,7-9-12-15,-1-11 0 0,1 19 1 0,3-9-3 16,-4-10-6-16,9 18-2 0,0-11 6 0,-9-7-8 16,18 11 3-16,-5-4-7 0,-2-2 4 0,6 2 0 15,-6-2-3-15,1 0-2 0,-1 0-6 0,-11-5 6 16,13 7-8-16,-13-7 0 0,12 5 6 0,-12-5-7 15,0 0-7-15,12 5-2 0,-12-5 18 0,0 0-8 16,0 0-5-16,0 0 7 0,-28 25-13 0,11-19-6 16,-4-2-10-16,-5 2-6 0,0 2-3 15,-3-1-8-15,9-4-13 0,2 1-20 0,3-1-28 16,2-2-93-16,13-1-212 0,-22 3 94 0</inkml:trace>
  <inkml:trace contextRef="#ctx0" brushRef="#br0" timeOffset="53583.21">29121 1306 28 0,'0'0'157'0,"-5"-12"-5"0,5 12-1 16,-4-7-2-16,4 7-10 0,-3-7-9 15,3 7-9-15,0 0-16 0,0 0-14 0,0 0-15 16,-4-10-5-16,4 10-7 0,0 0-9 0,0 0-12 16,0 0 4-16,0 0-8 0,0 0 0 0,0 0-7 15,0 0-6-15,6 33 1 0,-2-23-3 0,-2 3-7 16,-1 3 3-16,2 1-2 0,-1-1-4 0,0 4-2 16,0-1 5-16,-1-2-8 0,1 7 9 0,-1-5-7 15,-1-2-2-15,1 3 0 0,2-1 0 0,-3-3 1 16,1 0-1-16,2 1-3 0,-2-2 0 0,-1 0 2 15,1 0-3-15,2-4 5 0,-2 0-2 0,-1 2-3 16,0-13-5-16,3 17-3 0,2-9-14 0,-5-8-15 16,2 14-13-16,1-9-11 0,-3-5-10 0,0 0-21 15,4 13-18-15,-4-13-16 0,0 0-123 0,0 10-265 16,0-10 117-16</inkml:trace>
  <inkml:trace contextRef="#ctx0" brushRef="#br0" timeOffset="54354.02">29072 1111 87 0,'0'0'123'15,"0"0"2"-15,0 0-10 0,0 0 6 0,0 0-22 16,0 0-9-16,0 0-8 0,0 0-12 0,0 0-15 16,0 0-9-16,0 0 2 0,0 0-3 0,0 0-5 15,0 0-10-15,0 0 1 0,9 42 8 0,-6-28-10 16,-2 4-6-16,-1-6 5 0,4 5-11 0,-4 1 8 15,0-2 0-15,1-4-2 0,0 5 2 0,-1-6-8 16,0-11 0-16,0 22 3 0,2-9-5 0,-2-13-2 16,0 19 2-16,1-9 3 0,-1-10-7 0,1 19 3 15,-1-19-5-15,0 18-12 0,0-18-13 0,1 14-19 16,-1-14-42-16,3 13-30 0,-3-13-25 0,0 0-72 16,1 14-220-16,-1-14 98 0</inkml:trace>
  <inkml:trace contextRef="#ctx0" brushRef="#br0" timeOffset="54787.86">29067 1024 61 0,'0'0'151'0,"0"0"-21"0,0 0-13 15,-4-8-16-15,4 8-9 0,0 0-10 0,0 0-12 16,0 0-7-16,0 0-4 0,0 0-6 0,0 0-5 16,-10 29-7-16,9-19-9 0,1-10 13 0,-1 16-8 15,-1-6-4-15,2-10-3 0,3 14 2 0,-1-7-6 16,-2-7-5-16,5 11-2 0,0-7 3 0,-5-4-7 15,10 9 4-15,-4-6-5 0,-6-3 0 0,14 4 4 16,-14-4-10-16,10 0 3 0,-10 0-3 0,0 0 2 16,19-6 0-16,-19 6 1 0,9-6 0 15,-4 2-4-15,1-4-1 0,-3-1 1 0,2 0-5 0,-3-2 3 16,-2 0 3-16,0 11-9 0,-5-21 4 16,1 11-6-16,-1-2 6 0,5 12-6 0,0 0 2 15,-23-30 4-15,23 30-13 0,0 0-2 0,-26-17-7 0,16 12-12 16,-1 2-3-16,11 3-10 0,-22 1-15 15,13 2-15-15,0 1-19 0,0 2-19 0,2-1-65 16,1 3-192-16,6-8 85 0</inkml:trace>
  <inkml:trace contextRef="#ctx0" brushRef="#br0" timeOffset="55091.98">29551 903 126 0,'0'0'190'0,"0"0"-4"0,0 0-19 0,0 0-17 16,0 0-15-16,0 0-16 0,0 0-19 0,0 0-13 15,0 0-5-15,0 0-11 0,0 0-5 0,0 0-8 16,20 3-5-16,-20-3-10 0,1 23 2 0,0-8-5 15,-1 2-2-15,0-6-6 0,2 7 0 0,-2-2-4 16,-2-3-3-16,2 2-3 0,0-4 0 0,3 3 0 16,-3 1-5-16,2-5-17 0,0 3-4 0,0-4-32 15,-2-9-22-15,0 20-32 0,1-13-27 0,-1-7-22 16,3 12-113-16,-3-12-273 0,1 10 120 0</inkml:trace>
  <inkml:trace contextRef="#ctx0" brushRef="#br0" timeOffset="55339.85">29583 927 74 0,'0'0'103'16,"0"0"-7"-16,49-14-10 0,-49 14-2 0,0 0 0 15,46 4-13-15,-46-4-6 0,33 12-6 0,-19-4-2 16,-1-1-8-16,1 2-2 0,-6 1 15 0,2 1-13 15,-4 0-11-15,-2 0 10 0,-1 2 11 0,-3-1-1 16,-4 5 3-16,-3-3-8 0,-5 0 4 16,0 1-5-16,-9 4-5 0,-4-3-11 0,0 1-19 15,-3-5-25-15,1-1-26 0,-4 2-44 0,11-7-33 16,-7 3-103-16,6-2-232 0,1-4 104 0</inkml:trace>
  <inkml:trace contextRef="#ctx0" brushRef="#br0" timeOffset="57045.3">24556 1647 76 0,'-2'-7'163'0,"2"7"-20"15,0 0-10-15,-3-7-18 0,3 7-8 0,0 0-6 16,0 0-22-16,0 0-8 0,0 0-11 0,0 0-13 15,0 0 6-15,0 0-8 0,0 0-8 0,5 28 1 16,1-11-7-16,3 7 4 0,0 0-7 0,-1 3-4 16,1 1 0-16,-4-1-2 0,3 1-1 15,-7-4-2-15,3-5-8 0,2 0 3 0,-3 0 2 16,1 1 3-16,-3-5-8 0,3 2 5 0,-2-3-3 16,1 3 4-16,-2-4-15 0,0-2 9 0,2 1 2 15,-2 0-5-15,3-1 2 0,-4-1-4 0,0-4-22 16,1 2-12-16,-1-8-5 0,0 11-3 0,2-5-27 0,-2-6-4 15,3 6-10-15,-3-6-13 0,0 0-7 16,2 8-11-16,-2-8-63 0,0 0-185 0,0 0 82 16</inkml:trace>
  <inkml:trace contextRef="#ctx0" brushRef="#br0" timeOffset="58012.52">24565 1532 57 0,'12'-3'61'0,"8"0"4"0,11-4-3 16,3 3-2-16,17-5 0 0,2 0-14 0,9 3 0 16,1-4-2-16,1 3 10 0,2-3-17 0,2 2-3 15,-3 3 2-15,-4 0-6 0,2-2-7 0,0 3 2 16,-1-3-4-16,-7 2-3 0,5-1 3 0,-5 2-6 15,4-2 36-15,-3 0 4 0,1 5-10 0,-1-6 11 16,1 6-18-16,-7-4-3 0,-12 2-1 0,16 2-9 16,-1-2 7-16,-1-1 0 0,0-2-11 0,3 3 9 15,-1 1-11-15,-16-1 2 0,0-2-5 0,14 1-3 16,-17 0 1-16,-1 2 3 0,-3 4 3 0,-1-6-1 16,-1 4-5-16,-8 0-1 0,-4-3-3 0,3 3-5 15,-6 0 3-15,-1-2-1 0,-2 2 6 0,1-2-7 16,-5 4-6-16,-7-2 13 0,13-2-10 0,-13 2-1 15,12 0 1-15,-12 0 12 0,6 0-13 0,-6 0-1 16,0 0 2-16,9 2-3 0,-9-2 0 16,0 0-1-16,0 0-1 0,10 2 4 0,-10-2-3 15,0 0 4-15,0 0-2 0,10 7-4 0,-10-7-2 16,7 3 4-16,-7-3 1 0,6 7 2 0,-6-7-9 16,8 5 11-16,-8-5-5 0,7 6 1 0,-7-6-4 0,6 5 7 15,-6-5 4-15,9 5-4 0,-9-5-3 0,0 0 4 16,10 3 6-16,-10-3-7 0,0 0-2 0,8 2 2 15,-8-2 0-15,0 0 4 0,9 4-1 16,-9-4 7-16,0 0-4 0,16 0 7 0,-16 0-5 16,13 3 4-16,-13-3 0 0,16 1-2 0,-16-1-4 15,13 1-1-15,-13-1 3 0,9 1-11 0,-9-1 2 16,0 0 5-16,14 2-6 0,-14-2 4 0,0 0-1 16,0 0 4-16,9 1-14 0,-9-1 10 0,0 0-3 15,0 0-3-15,0 0 6 0,9 3 2 0,-9-3-9 16,0 0 1-16,0 0-1 0,0 0 6 15,0 0-9-15,9 5 7 0,-9-5-2 0,0 0 5 0,0 0-8 16,0 0 4-16,9 7 3 0,-9-7 1 0,4 6 1 16,-4-6 5-16,2 10-1 0,-2-10 4 0,7 14-6 15,-7-4 3-15,2 1 2 0,1-1-2 0,2 7 5 16,-3-1 2-16,0-4 0 0,0 5 3 0,0-1-3 16,-2 0 0-16,0 0 0 0,2 1 1 15,-1-1 0-15,1 0 3 0,-2 2 1 0,2-3-1 0,-2 0-6 16,-2 4 5-16,2-2-1 0,0 1-1 15,0-1-4-15,0 1 4 0,0 0-2 0,0 0 3 16,-2 0-6-16,2 1 2 0,0-2-6 0,0-2 2 16,-1 1-2-16,-1 0 2 0,2 0 5 0,0-2-4 15,0 0-1-15,0 1-3 0,2-3-5 0,1 1 4 16,-3-4 0-16,2 2 1 0,0-1-6 0,-2 0-8 16,4 0-4-16,-4 0-11 0,0-10-17 0,0 0-11 15,6 18-12-15,-6-18-34 0,2 9-23 0,-2-9-37 16,0 0-135-16,2 10-314 0,-2-10 139 0</inkml:trace>
  <inkml:trace contextRef="#ctx0" brushRef="#br0" timeOffset="59170.09">25080 1671 45 0,'-1'12'100'0,"0"7"-6"0,-4 5-2 0,-2 5-12 16,-1-3-6-16,0 3-10 0,-2 2-11 0,-1 2-21 15,-2-4-8-15,0 0-19 0,3 0-16 0,-3-6-23 16,3 2-69-16,0-10-113 0,1 2 50 0</inkml:trace>
  <inkml:trace contextRef="#ctx0" brushRef="#br0" timeOffset="59399.52">25374 1714 108 0,'0'0'105'0,"0"0"-14"16,-5 32-1-16,2-16-1 0,2 0-15 0,-4 3-7 15,1 0-10-15,0 7-26 0,3-7-12 0,-3-1-16 16,4-1-19-16,-2 0-15 0,4-2-29 0,-2-3-45 15,0-3-113-15,0-9 50 0</inkml:trace>
  <inkml:trace contextRef="#ctx0" brushRef="#br0" timeOffset="59597.71">25726 1662 11 0,'0'0'135'16,"0"0"-18"-16,0 0-16 0,0 0-7 0,0 0-15 16,0 0 3-16,-4 44-14 0,-2-16 2 0,-3-3-13 15,4 1-9-15,0 2-28 0,-2-4-22 0,3 0-28 16,0-5-15-16,-1-2-20 0,3-1-59 0,0-1-133 16,2-5 58-16</inkml:trace>
  <inkml:trace contextRef="#ctx0" brushRef="#br0" timeOffset="59803.4">26155 1604 80 0,'0'0'136'0,"0"0"-9"15,0 0-18-15,0 0-2 0,0 0-8 0,-11 35-6 16,3-17-8-16,-4 6-12 0,1 5 0 0,-3 2-6 15,3-5-25-15,0 1-19 0,1-1-21 0,6-2-26 16,-4-7-28-16,5 0-34 0,1-1-73 0,-2-4-173 16,4-1 76-16</inkml:trace>
  <inkml:trace contextRef="#ctx0" brushRef="#br0" timeOffset="59987.68">26630 1574 97 0,'0'0'108'0,"0"0"2"0,0 29-8 15,-5-11-6-15,-9 7-10 0,1 2-5 16,-1 1-8-16,4 0-27 0,-5-2-17 0,2 0-29 16,0-2-26-16,-1 1-25 0,4-3-75 0,-2-6-135 15,7-5 60-15</inkml:trace>
  <inkml:trace contextRef="#ctx0" brushRef="#br0" timeOffset="60155.87">26836 1734 42 0,'-13'21'104'0,"4"-6"-10"16,-1-1-2-16,-3-1-8 0,3 5-30 0,-2-3-27 15,1 1-37-15,2-2-72 0,-3-1-87 0,-1-3 39 16</inkml:trace>
  <inkml:trace contextRef="#ctx0" brushRef="#br0" timeOffset="60792.33">25654 958 85 0,'0'0'143'0,"0"0"-32"16,-3-5 7-16,3 5-18 0,0 0-22 0,0 0-3 16,0 0-10-16,0 0-17 0,0 0 12 0,0 0-10 15,0 0-6-15,0 0-2 0,0 0-13 0,0 0-5 16,0 0 7-16,0 0-7 0,0 0 3 0,0 0-7 15,0 0-4-15,0 0 10 0,0 0-15 0,0 0 6 16,6 34-12-16,-6-34-18 0,0 0 7 0,0 0-1 16,0 0-5-16,2 9 3 0,-2-9 10 15,0 0-8-15,0 0 5 0,0 0-7 0,0 0 3 0,0 0-5 16,0 0 5-16,0 0 0 0,0 0 0 0,-15-87 5 16,15 87 9-16,-8-34-8 0,8 34 17 0,-9-30 1 15,9 30 7-15,-4-33-6 0,4 33 12 16,0 0 18-16,-11-29 9 0,11 29-2 0,0 0 2 15,0 0-1-15,0 0-10 0,-13-27-6 0,13 27-2 16,0 0-5-16,0 0-12 0,0 0-3 0,0 0-3 16,0 0 3-16,0 0-11 0,0 0-2 0,0 0 3 15,0 0 2-15,0 0-3 0,0 0 5 0,0 0-9 16,0 0 1-16,6 107 3 0,-1-81-6 0,-5-2 3 16,3-3-2-16,3 4 2 0,-2 3 5 0,-4-2-5 15,3 1-3-15,3-1 6 0,-4 1 1 0,0-1-1 16,3 3-6-16,-2-5-20 0,1 1-23 0,-2 1-12 15,-1-7-28-15,1 6-25 0,0 2-25 0,2-8-117 16,-4 6-268-16,-2-6 119 0</inkml:trace>
  <inkml:trace contextRef="#ctx0" brushRef="#br0" timeOffset="61494.91">25654 723 50 0,'0'0'124'0,"0"0"-12"0,0 0-18 15,0 0-6-15,0 0-8 0,0 0-11 0,0 0-11 16,0 0-8-16,0 0-8 0,0 0-3 0,0 0-6 16,0 0-1-16,0 0-4 0,0 0-2 0,0 0-4 15,0 0 0-15,0 0-2 0,0 0 1 0,0 0 2 16,0 0-15-16,0 0 12 0,0 0-6 0,0 0-4 16,0 0 3-16,0 0-5 0,0 0 4 0,0 0 5 15,0 0-5-15,0 0 3 0,55 47 1 16,-55-47-5-16,0 0 6 0,0 0-3 0,47-21-7 15,-47 21 6-15,0 0 2 0,31-25-3 0,-31 25 5 16,12-18-4-16,-12 18-2 0,0 0 0 0,13-27-6 0,-13 27 10 16,0 0 2-16,0 0-8 0,0-37-3 15,0 37 2-15,0 0-2 0,0 0-3 0,0 0-3 16,0 0-13-16,0 0-8 0,-32-32 1 0,32 32-8 16,0 0-22-16,0 0-9 0,-60 20-29 0,60-20-18 15,-32 19-62-15,32-19-181 0,-24 18 81 0</inkml:trace>
  <inkml:trace contextRef="#ctx0" brushRef="#br0" timeOffset="61949">26381 462 143 0,'0'0'164'0,"0"0"-27"0,0 0-11 0,0 0-15 15,0 0-9-15,0 0-13 0,0 0-11 0,0 0-8 16,0 0-4-16,0 0-6 0,0 0-5 0,-66 39-4 16,66-39-8-16,-22 29 0 0,22-29-1 0,-12 22-5 15,12-22-5-15,0 0-6 0,-15 33-1 0,15-33 4 16,0 0-8-16,-4 30-1 0,4-30-4 0,0 0 4 15,0 0-4-15,0 0-1 0,24 38-2 16,-24-38 4-16,0 0-3 0,32 14-1 0,-32-14-2 16,0 0 2-16,0 0 0 0,33 7-4 0,-33-7-1 15,0 0 6-15,0 0-11 0,0 0 7 0,0 0-6 16,0 0 2-16,0 0 4 0,0 0-6 0,49-25 2 16,-49 25 0-16,0 0-1 0,0 0-5 0,14-26-4 15,-14 26 6-15,0 0-6 0,0 0 4 0,0 0-8 16,0 0 5-16,0 0-8 0,13-21 1 0,-13 21 0 15,0 0 6-15,0 0-2 0,0 0-5 0,0 0 6 16,0 0-1-16,0 0-2 0,0 0-14 0,27 54-9 16,-27-54-13-16,7 31-30 0,-7-31-33 0,4 32-31 15,-4-32-81-15,3 38-237 0,-3-38 105 0</inkml:trace>
  <inkml:trace contextRef="#ctx0" brushRef="#br0" timeOffset="76201.16">2190 1275 85 0,'0'0'172'0,"0"-12"-15"15,0 12-4-15,-1-8-11 0,1 8-4 0,-2-10 0 16,2 10-6-16,0 0-5 0,0 0-6 0,-1-15-14 16,1 15-8-16,0 0-7 0,0 0-4 0,-2-14-18 15,2 14-2-15,-3-6-9 0,3 6-8 0,0 0-5 16,-6-9-5-16,6 9-4 0,0 0-7 0,-10-7-4 16,10 7-1-16,0 0-6 0,-19 2-4 0,19-2 1 15,-21 5-8-15,8-3 0 0,0 5 2 0,-2-1 0 16,2-1-3-16,-2 4-4 0,-3 3 5 0,4-1-7 15,-3 1-3-15,3 1 6 0,-2 1-8 0,3 0 2 16,-1 3-6-16,7-2-3 0,-3 2-6 0,5-7 3 16,-1 6 3-16,3 0-4 0,2-4 4 0,1-12 3 15,5 26-1-15,2-14 2 0,0-3-1 0,6 5 3 16,6-3 3-16,3 2-7 0,-4-4 5 0,1-4-3 16,0 2-1-16,1-1 0 0,2-2-6 0,-4-2 2 15,4 0 6-15,-2-1-2 0,-2 1 1 0,-3-4-2 16,-15 2-2-16,23 0 5 0,-23 0-3 0,14 0 1 15,-14 0 0-15,17 0 7 0,-17 0-2 16,0 0 0-16,0 0 0 0,0 0 3 0,0 0-3 16,0 0-2-16,0 0 2 0,0 0 0 0,0 0-2 15,0 0 2-15,0 0-2 0,-59 0 7 0,37 4-1 16,-3 3 4-16,-3 1 6 0,-1 2 1 0,0 0-5 16,4 1 2-16,-1 3 3 0,1 2-7 0,2-3 5 15,6-2-2-15,3 1 3 0,2 1-6 0,0-2 0 16,5 0-2-16,2 1 4 0,1 4-1 0,2-8 2 15,4 5-5-15,0-2 5 0,5 3-3 0,2 1-1 16,4-2-10-16,4-4-14 0,7 5-10 0,3-5-31 16,2-3-22-16,2 0-22 0,1-3-28 15,1 0-18-15,-1 0-110 0,3-3-283 0,-6 0 125 16</inkml:trace>
  <inkml:trace contextRef="#ctx0" brushRef="#br0" timeOffset="76596.67">2411 1610 59 0,'0'-21'169'16,"0"21"-3"-16,0 0-13 0,0-16-16 0,0 16-22 15,0 0-18-15,0 0-9 0,0 0-8 0,0 0-9 16,0 0-7-16,0 0-2 0,0 0-9 0,17 38-6 16,-14-20-5-16,3 9-1 0,-2-2-1 0,-3 3-9 15,0-3-1-15,-1-6 1 0,1 6-6 16,1-9-3-16,-4 0 0 0,1-3-2 0,1-13 2 15,-4 23 0-15,4-23 7 0,-4 12 1 0,4-12-3 16,-4 10-3-16,4-10 6 0,0 0-6 0,0 0 3 16,0 0-5-16,0 0-1 0,0 0-6 0,0 0-2 15,-19-38-2-15,23 19-3 0,0 0-2 0,5-8-2 16,-1-2-2-16,6-1-7 0,-2-1 6 0,3-1 2 16,4 2 0-16,1 4-6 0,-3 0 1 0,3 1 4 15,-6 10-3-15,2 1-1 0,-4 1-6 0,0 8 1 16,-1-3 0-16,0 4-3 0,3 2 5 0,-14 2-5 15,25 6-1-15,-15 2 4 0,0 0 4 0,2 5 1 16,-3 1-2-16,0 3 1 0,0-3 2 16,-5 1-2-16,2 2 0 0,-3 0 0 0,2-2-2 15,-2 1-15-15,0 2-17 0,-1-3-31 0,1 1-27 16,1 0-41-16,-3-4-123 0,-1-12-280 0,2 23 125 16</inkml:trace>
  <inkml:trace contextRef="#ctx0" brushRef="#br0" timeOffset="77004.27">3017 1279 81 0,'0'0'148'0,"0"0"-22"0,0 0-10 16,0 0-12-16,0 0-17 0,0 0 2 0,5 54 1 15,-5-28-8-15,0 3-12 0,1 0-4 0,1 1-9 16,0-2-2-16,-1 4-6 0,1-3-3 0,0-9-10 16,1 5 0-16,-2 0 1 0,1-7-5 15,0 0-6-15,-2-1 2 0,0-7-1 0,0-10-3 16,2 15 3-16,-2-15-5 0,0 0-1 0,0 16-2 0,0-16 25 16,0 0 11-16,0 0 12 0,0 13 8 0,0-13 5 15,0 0-10-15,0 0-5 0,0 0-8 0,0 0-7 16,0 0-8-16,0 0 1 0,0 0-9 0,6-49-8 15,-4 38-4-15,1-5-5 0,-1 5-3 0,2 0-8 16,2 1-4-16,-6 10 3 0,9-14-7 0,-1 7-7 16,-8 7-3-16,15-7-3 0,-15 7 0 15,21 1-1-15,-21-1 3 0,24 7 0 0,-11 5-4 16,4-4 3-16,-5 6-14 0,2-3-17 0,-2 1 11 16,-1 1-26-16,0 1-25 0,-5-4-36 0,3 0-7 15,4 3-15-15,-4-4-11 0,1-1-89 0,-1-1-261 16,1 0 116-16</inkml:trace>
  <inkml:trace contextRef="#ctx0" brushRef="#br0" timeOffset="77362.62">3511 1524 53 0,'-3'-9'156'0,"-3"1"-5"0,6 8-2 15,-10-11-12-15,10 11-16 0,0 0-23 0,-16-5 6 0,16 5-12 16,0 0-10-16,-27 19-6 0,15-3-6 0,-4 6-7 15,2-2-5-15,-3 3-1 0,5-1-10 16,4-6-4-16,-1 0-3 0,4-5-11 0,1 1 3 16,1-1-5-16,3-11-4 0,-3 16-3 0,3-16-3 15,0 0-7-15,4 17-3 0,-4-17 3 0,0 0 2 16,11 5-2-16,-11-5-2 0,0 0-10 0,0 0-2 16,29-19 0-16,-21 10 2 0,1 1-3 0,0-5 1 15,-2-2 0-15,-2 4 7 0,-1 1-3 0,-4 10-2 16,8-22-3-16,-6 9 5 0,-2 13-1 15,6-17 8-15,-6 17-1 0,0 0-8 0,6-12-5 16,-6 12 2-16,0 0-2 0,0 0 0 0,0 0 4 16,0 0-3-16,0 0 3 0,19 21 1 0,-15-9 3 15,0 2-5-15,0-3 3 0,1 5 5 0,1 3-12 16,-2-2-19-16,0-2-9 0,1 1-25 0,1-1-32 16,-1 2-26-16,2-6-21 0,-2-1-71 0,-5-10-226 15,8 17 100-15</inkml:trace>
  <inkml:trace contextRef="#ctx0" brushRef="#br0" timeOffset="77705.58">3679 1524 22 0,'0'0'121'15,"0"0"-16"-15,0 0-9 0,0 0-6 0,18 39 13 16,-16-25-24-16,1-4 3 0,1 6-11 0,-3-4-5 15,-1-12 0-15,1 22-8 0,1-12-1 0,-2-10-12 16,2 12 3-16,-2-12-4 0,0 0-5 0,0 0 7 16,3 16 17-16,-3-16 7 0,0 0 3 0,0 0-2 15,0 0-7-15,0 0-10 0,0 0-5 0,0 0-8 16,0 0 3-16,0 0-9 0,0 0-2 0,5-49-4 16,1 33-6-16,-1-2-1 0,3 0 4 0,1 4-7 15,0-2-7-15,2 2 1 0,-1 4 0 0,1 1-1 16,-2 3-6-16,1-2 5 0,-10 8-2 0,20-5-4 15,-20 5-2-15,23 2 1 0,-23-2 2 0,22 11 1 16,-10-5-1-16,-3 4-4 0,3 2 0 0,-1 4 7 16,0 2-8-16,-5-1-18 0,2 1-17 15,-3 6-45-15,-1-4-48 0,-1-2-176 0,-6 2-329 16,4-3 145-16</inkml:trace>
  <inkml:trace contextRef="#ctx0" brushRef="#br0" timeOffset="78235.7">3966 1435 55 0,'-6'-6'218'0,"6"6"-14"16,0 0-23-16,0 0-14 0,0 0-21 0,-14-3-9 16,14 3-21-16,-12 12-11 0,7-2-6 0,-7 14-9 15,1 0-14-15,5-7-8 0,0 8-3 0,1-1-5 16,5 1-9-16,1-6 1 0,0-1-8 15,3-2-6-15,3-1-3 0,1-2-4 0,4 0-4 0,-1-6-5 16,-1-1 0-16,3-2 3 0,5 0-9 16,0-3 1-16,0-2-3 0,1-4 1 0,-1 0-9 15,2-4-2-15,-3 0 0 0,0 0-2 0,0-3-3 16,-5-1-3-16,2-1-6 0,-5 1 6 0,1-3-5 16,-1 0 3-16,-1 1-4 0,-3-5 1 0,-1 4 4 15,-4-3-6-15,1 2 7 0,-1 4 1 0,-1 3 4 16,1 10 8-16,-4-16-3 0,3 7 0 0,1 9 0 15,0 0-6-15,-8-10 0 0,8 10-2 0,0 0-4 16,0 0 6-16,-24 28 1 0,16-11-6 16,2 2 7-16,1-2-2 0,1 0-4 0,1 9 9 15,2-8-4-15,0 1 2 0,4-3 0 0,1 4-14 16,1-4-19-16,6 1-25 0,-1-2-31 0,1-2-33 0,1-5-26 16,3 1-23-16,-2-3-90 0,0-2-280 0,0-4 124 15</inkml:trace>
  <inkml:trace contextRef="#ctx0" brushRef="#br0" timeOffset="78901.11">4404 1539 95 0,'-2'-12'159'16,"2"12"-16"-16,0 0-33 0,0 0 0 0,0 0-8 16,0 0 6-16,0 0-7 0,0 0-3 0,0 0-8 15,-4 44-10-15,3-32-1 0,2 3-2 0,-1-2-10 16,0-3-3-16,-1 2-2 0,1-12-8 0,0 18 0 15,-1-8-12-15,1-10 2 0,0 0 7 0,0 13 9 16,0-13 18-16,0 0 5 0,0 0 12 0,-3 7 0 16,3-7-9-16,0 0-8 0,0 0-8 15,0 0-11-15,0 0-6 0,0 0-7 0,-10-30-5 16,9 18-11-16,1 1-3 0,0 11-4 0,2-24-4 16,2 7-8-16,2 0 1 0,1 0-4 0,2 1-2 15,2 0-9-15,0 3-6 0,-2 3-3 0,2 3-3 16,-1 0 1-16,1 2-2 0,1 3-2 0,0 2 2 15,-1 4 1-15,5 4-1 0,-3 5 3 0,0-2 8 16,-1 5-3-16,-2-2-1 0,0 4 2 0,-1-4-2 16,-2 2 3-16,0-2 2 0,-3-3 0 0,0-1 2 15,0-2 3-15,-4-8-6 0,2 12 7 0,-2-12-1 16,3 10 3-16,-3-10 11 0,3 8 12 0,-3-8 2 16,0 0 3-16,0 0-4 0,0 0-9 0,0 0 2 15,0 0-3-15,0 0-2 0,0 0-6 0,0 0-7 16,-9-34-3-16,9 25-2 0,0 9-3 0,1-22 1 15,1 10-4-15,1-4-10 0,1-2 1 0,2 3 3 16,3 1-2-16,-4 0-2 0,2 4 4 0,-1 1-9 16,-2 2 5-16,5 4-4 0,-9 3-2 15,13-6 2-15,-13 6-1 0,16 4 4 0,-7 0-1 0,3 7 6 16,-2-2 3-16,-1-1-1 0,2 5 2 16,1-1 1-16,-2 0-2 0,0-4 2 0,0 1 3 15,1 0 2-15,2 1 1 0,-1-6-2 0,-3 2 4 16,0-3 1-16,4-1 2 0,-13-2 1 0,24-3 1 15,-3 1 2-15,-2-4 3 0,-2-1 5 0,-1-3 3 16,1 2 1-16,-3-3 4 0,1 0 0 0,-3-3 5 16,-3-2 4-16,-3 7 1 0,-1-2-6 0,0 1-1 15,-4-6-5-15,-2 6 2 0,0-3-3 0,0 2-2 16,1 11 1-16,-8-14 2 0,3 7-4 0,5 7 2 16,-12-5-10-16,1 3 3 0,11 2-1 0,-23 8-7 15,5 1-13-15,4 4-16 0,-1 0-31 16,2 8-32-16,1-5-37 0,5 2-58 0,2 0-48 15,1 0-122-15,4-3-384 0,0 1 170 0</inkml:trace>
  <inkml:trace contextRef="#ctx0" brushRef="#br0" timeOffset="79121.56">5117 1543 140 0,'2'-13'223'16,"2"-4"0"-16,0 2-13 0,1 5-15 0,1-4-19 15,-1 2-20-15,1 3-11 0,0 1-18 0,3 0-15 16,-1 2-10-16,-1 4-15 0,-7 2-7 0,21 0-8 16,-10 0-9-16,2 2-6 0,-2 3-11 0,0 2 2 15,3 3-10-15,-5-1-2 0,1 4 2 0,-2-1-8 16,-2 2-13-16,-1 2-20 0,-1-3-29 0,-1-1-31 16,-2 1-29-16,0-1-47 0,-1-2-61 0,0-10-116 15,-4 15-341-15,4-15 150 0</inkml:trace>
  <inkml:trace contextRef="#ctx0" brushRef="#br0" timeOffset="79341.7">5423 1206 210 0,'0'0'198'0,"0"0"-29"0,0 0-23 0,0 0-8 16,0 0 1-16,0 0 12 0,4 36-9 0,-5-16-4 15,0 6-7-15,-1 2-12 0,-1 1-13 16,1 0-4-16,0 3-8 0,-1 1-11 0,0-2-4 16,1-3-9-16,-3 0-17 0,4-1-24 0,-2-7-30 15,-1-2-32-15,3-2-44 0,0-3-54 0,1-13-57 16,-7 18-124-16,2-14-337 0,5-4 150 0</inkml:trace>
  <inkml:trace contextRef="#ctx0" brushRef="#br0" timeOffset="79482.48">5214 1380 163 0,'0'0'171'0,"0"0"-21"0,16-2-26 16,-16 2-33-16,30 3-48 0,-10-3-45 16,11 2-58-16,2 0-54 0,0-2-123 0,4 3 55 15</inkml:trace>
  <inkml:trace contextRef="#ctx0" brushRef="#br0" timeOffset="79827.58">6069 1059 187 0,'0'0'183'0,"0"0"-14"0,0 0 0 0,-11 16-6 16,10 0-8-16,-3 10 5 0,1 2-9 0,1 4-9 15,1 1-15-15,-1 0 3 0,0 2-10 0,1-3-14 16,-2 0-5-16,1-1-9 0,2 2-10 0,-4-2-4 15,3-1-5-15,-1 0-6 0,0-4-4 0,2 0-5 16,0-7-9-16,-2-2-19 0,1-1-20 0,0-4-29 16,0-2-28-16,1-10-29 0,-3 16-35 0,3-16-31 15,3 10-29-15,-3-10-180 0,0 0-378 0,0 0 167 16</inkml:trace>
  <inkml:trace contextRef="#ctx0" brushRef="#br0" timeOffset="80257.75">5886 1328 139 0,'0'0'134'0,"0"0"-14"0,10-8-20 15,-10 8-10-15,22-4-7 0,-4 3-7 16,1-1-5-16,8 0-9 0,2 4-3 0,-1-4-8 16,0 2-11-16,-1 2 1 0,1 5-9 0,-8-4-8 15,0 0 5-15,-1 1-5 0,-7 0 3 0,4 4-7 16,-5-1 5-16,-2 0 3 0,-1 1 4 0,0-1-11 15,1 0 9-15,-5-1 8 0,-4-6 2 0,6 13 9 16,-2-3-10-16,-4-10-4 0,4 10-3 0,-4-10 2 16,4 6-9-16,-4-6-1 0,0 0 8 0,6 7-7 15,-6-7 5-15,0 0 4 0,14-2-4 0,-14 2 3 16,22-7-3-16,-9 2-6 0,2-6 3 0,2 1 2 16,-2 0-3-16,-1-2 5 0,-1 1 8 0,-3-2-1 15,1 2-3-15,-3-1 12 0,-1 3 3 0,-2-1-6 16,-1 1-2-16,2-1 6 0,-2 3-9 0,-2 3 2 15,-2 4-8-15,3-8-3 0,-3 8-10 0,4-7-5 16,-4 7-3-16,0 0-7 0,0 0 2 0,0 0 1 16,8 27-3-16,-8-9 2 0,1 1 2 0,-1 11 10 15,-1-1-1-15,-1 3-1 0,1 0 0 16,0 0 2-16,2-3-3 0,-2 2-1 0,-1-5-4 0,1-1 3 16,5-1-16-16,-4 2-13 0,1-9-30 15,4-3-27-15,-1-3-47 0,0 0-64 0,-3-3-203 16,-1-8-416-16,7 13 185 0</inkml:trace>
  <inkml:trace contextRef="#ctx0" brushRef="#br0" timeOffset="80515.92">6813 1068 23 0,'2'-12'275'0,"-1"1"-18"0,-2 4-16 15,2-1-26-15,-1 8-26 0,0-7-24 0,0 7-16 16,0 0-14-16,0 0 12 0,4 22-1 0,-1 3-2 16,-1 2-5-16,0 6-8 0,-1-1-15 0,-1 0-5 15,1 4-8-15,-2 9-9 0,0-11-14 0,-1 0-2 16,0-2-4-16,2 3-11 0,-5 1-4 0,5-3-5 16,-2 1-3-16,0-4-15 0,1 1-28 0,-1-4-36 15,2-4-37-15,-1-5-34 0,-2 2-25 0,2-4-39 16,-1-5-45-16,-1 1-225 0,-2-2-469 0,5-10 208 15</inkml:trace>
  <inkml:trace contextRef="#ctx0" brushRef="#br0" timeOffset="80953.45">6805 1268 105 0,'0'0'120'0,"14"-1"-11"0,-14 1-11 15,14 4-11-15,-8 2-3 0,1 2 2 0,0 1-4 16,-3 1 0-16,-1 2-16 0,-2 2-5 0,0 3-5 16,-3-5-9-16,-2 4 3 0,-2 2-7 0,1-6-6 15,-1-3-8-15,6-9 7 0,-7 19-2 0,7-19-9 16,-4 9 4-16,4-9 1 0,-4 11-7 0,4-11-6 16,0 0 5-16,0 0-7 0,-6 11 1 15,6-11 3-15,0 0-6 0,0 0 3 0,0 0-7 0,0 0 1 16,25-4 4-16,-25 4-1 0,23-5-3 0,-10 3 0 15,5 0 6-15,1-2-5 0,-1-1-1 16,4 0 1-16,-3-2-1 0,1-2 1 0,6 2 1 16,-6-1-6-16,-2 0 4 0,1 1 3 0,-3-3-3 15,-1 3-1-15,-5-1 10 0,-1-1 10 0,1-2 1 16,-3 2-5-16,-2-2 3 0,-1 1 17 0,-3 0 1 16,-1 0-10-16,-2 1 2 0,2 9 6 0,-4-18-1 15,-1 11-2-15,5 7-1 0,-13-9-8 0,3 7 2 16,10 2 0-16,-31 9 0 0,12-1 2 0,-7 8 2 15,4 1-3-15,-2 1-3 0,4 1-3 0,1 2-1 16,1 0-3-16,10-3-5 0,0 5 1 0,6-2-7 16,3-1-28-16,3-3-27 0,6 6-28 0,9-4-46 15,5-4-61-15,5-5-190 0,1-1-396 0,6-3 176 16</inkml:trace>
  <inkml:trace contextRef="#ctx0" brushRef="#br0" timeOffset="81780.09">7904 1309 188 0,'0'0'168'0,"0"0"-19"15,5-7-13-15,-5 7-20 0,0 0 4 0,0 0-2 16,3 24-13-16,-3-24-10 0,2 25-5 0,-1-10-3 16,-1 2-6-16,0-3-12 0,0-14-3 0,0 24-7 15,2-11-11-15,-2 2-2 0,0-15 3 16,1 16-5-16,-1-16 2 0,0 0 14 0,0 0 16 15,0 14 15-15,0-14 9 0,0 0 13 0,0 0-6 16,0 0-9-16,0 0-9 0,0 0-4 0,0 0-15 16,0 0-5-16,0 0-13 0,-4-53-5 0,4 34-4 15,3 0-3-15,1-5-8 0,2-2-2 0,3-2-11 16,0-2-2-16,1-1-1 0,3 1 2 0,2-2-10 16,2 1-4-16,-2 2-3 0,4 3 0 0,-2 3-7 15,1 4-2-15,-5 5 2 0,-2 8-3 0,-2-2-5 16,1 6-1-16,4 3-1 0,-2 3 5 0,6 7 5 15,1 6-2-15,-1 4-3 0,-5 2 2 16,2 2 1-16,-2 2 5 0,-1 2 1 0,-5-2-4 16,3 0-1-16,-7-7 5 0,2 4 0 0,-2-5 2 15,0 0 2-15,-2-8-2 0,1 0-3 0,-2-11 3 16,4 15 4-16,-4-15 5 0,1 13 0 0,-1-13 4 16,0 0 1-16,0 0-4 0,0 0-1 0,0 0-4 15,0 0-2-15,0 0-2 0,0 0-2 0,0 0-1 16,-9-41-2-16,7 22-7 0,5 0 0 0,0-1-1 15,3-8-2-15,-2 2 0 0,5 0-1 0,2 2 3 16,-2 2-2-16,-1 8-1 0,5-1 4 0,-7 5-3 16,1 0 0-16,-1 4-1 0,1 3-6 0,-7 3-3 15,17 1 2-15,-4 2 4 0,-3 4-1 0,4 4 3 16,-1 1 2-16,-1 3 3 0,-2 2-3 0,3 8 5 16,-2-3 1-16,-3-4 3 0,2 6 1 0,-5-6-1 15,-1 3 2-15,2-4-2 0,1 3-31 0,-4-3-31 16,3-2-27-16,-1 3-38 0,-1-6-36 0,2-2-36 15,0-2-132-15,-6-8-363 0,8 13 162 16</inkml:trace>
  <inkml:trace contextRef="#ctx0" brushRef="#br0" timeOffset="82077.28">8719 1248 84 0,'0'0'146'0,"0"0"-13"16,0 0 4-16,0 0-4 0,0 0-9 0,-16 27-5 15,12-15-19-15,3-2-6 0,1-10-4 0,1 23-9 16,3-10-10-16,1-4-1 0,-5-9-5 0,11 17-5 16,-2-10-10-16,4-2 1 0,-1 0-2 0,3-3-7 15,3 0-3-15,1-4-1 0,1-1 4 0,1-1-3 16,-2-2 2-16,-2-2-1 0,1 0 11 0,-4-1 0 16,0-2 12-16,-4 2 1 0,0-6-5 15,-1 1-5-15,-1 0-4 0,-7-2-7 0,0-2-3 16,-2 2-5-16,-2-1-3 0,-3-1-7 0,1 4-3 15,-4 1-2-15,3 3-2 0,-1 0-5 0,-1 2-9 16,-2 2-24-16,1 4-19 0,9 2-15 0,-25 1-22 16,12 4-20-16,-4 2-30 0,3 3-41 0,5 0-29 15,-3 2-106-15,5-3-326 0,7-9 144 0</inkml:trace>
  <inkml:trace contextRef="#ctx0" brushRef="#br0" timeOffset="82393.39">9326 1111 50 0,'0'0'183'0,"0"0"-8"15,-30-5 0-15,30 5-10 0,-30 10-12 0,14-3-11 16,-1 1-13-16,1 2-9 0,1 1-16 0,5-3-9 16,0-1-12-16,4 3-5 0,2 0-4 0,0-3-13 15,4-7-5-15,0 20-4 0,6-9-9 0,1-2-1 16,8 3-2-16,-1 2-8 0,3-3-1 15,3 5-3-15,-2-6-7 0,-1-1-1 0,2 1-3 0,-1-2-1 16,-3 2 1-16,0-1-4 0,-6-3-4 16,-1 1-3-16,-2-1 2 0,-6-6-2 0,9 12 2 15,-9-12 7-15,0 11-1 0,0-11 4 0,-14 13 0 0,4-5 4 16,-8 2 0-16,-1-2 1 0,-7 1-6 0,-2 0-1 16,0-3 2-16,9-1-2 0,0 1-4 0,2-1-17 15,1-2-12-15,2-1-27 0,14-2-29 16,-21 5-47-16,21-5-53 0,-15 0-166 0,15 0-366 0,0 0 161 15</inkml:trace>
  <inkml:trace contextRef="#ctx0" brushRef="#br0" timeOffset="82597.3">9578 1097 179 0,'0'0'168'0,"9"-2"-15"0,-9 2-7 0,18-4-7 16,-5 4-12-16,6-6-15 0,3 4-10 0,3 0-12 16,-2 1-8-16,-1-1-8 0,1-1-10 0,-3 2-2 15,1-2-26-15,-3 3-25 0,-5-1-22 0,-13 1-40 16,25-1-33-16,-17 0-32 0,1-2-99 0,-9 3-230 16,0 0 101-16</inkml:trace>
  <inkml:trace contextRef="#ctx0" brushRef="#br0" timeOffset="82793.42">9661 1042 45 0,'-14'7'121'15,"14"-7"11"-15,-13 16-8 0,4-1 4 0,1 2 6 0,-4 6-6 16,4 4 8-16,-1 0-5 0,-1 1-6 16,2 0-2-16,2-2-5 0,-1-1-9 0,-1 0-7 15,1 1-8-15,3-7-10 0,1 8-7 0,-4-10-10 16,4 4-1-16,-1 2-11 0,1-6-3 0,1-1-18 15,2-16-37-15,-2 22-28 0,2-22-45 0,0 19-62 16,0-19-186-16,0 0-349 0,0 17 156 0</inkml:trace>
  <inkml:trace contextRef="#ctx0" brushRef="#br0" timeOffset="82957.23">9595 1338 20 0,'10'-4'162'0,"-10"4"-23"0,0 0-18 0,17-2-12 16,-17 2-4-16,24 1-11 0,-5-1-9 0,10-3-35 15,3 1-34-15,3-2-62 0,1 1-97 0,0-3-154 16,15 0 68-16</inkml:trace>
  <inkml:trace contextRef="#ctx0" brushRef="#br0" timeOffset="83338.95">10296 1056 109 0,'-18'0'184'0,"-3"3"-7"0,-7 3 0 15,-3 7-6-15,0 1-1 0,2 1-8 16,1 4-9-16,6 0-15 0,2 1-13 0,6-4-16 16,2-1-11-16,3-1-4 0,4 3-9 0,4-1-8 15,2-3-9-15,1 4-6 0,-2-17-5 0,16 18-1 16,-3-8-5-16,1-1-11 0,2-3-4 15,-3-1-3-15,6 0-7 0,-2-5-5 0,1 3 2 16,-5-2-5-16,-13-1-3 0,20-1 3 0,-20 1 2 0,14-5-7 16,-14 5 2-16,11-4 0 0,-11 4-6 15,7-9 4-15,-7 9 1 0,0 0-5 0,0 0 7 0,0 0-2 16,0 0-7-16,-22-19 4 0,22 19 5 16,-26 0-4-16,5 5 0 0,2 3 17 0,-2 0 0 15,2 2 4-15,-4 2 17 0,0 5-2 0,6-4-3 16,2 0 4-16,1-2 2 0,1 2-7 0,3 2-7 15,1-3-2-15,4 0 0 0,0 0 4 0,5-12-12 16,0 22-5-16,8-6 3 0,-8-16-2 0,12 17-1 0,5-8-6 16,1 0-23-16,4-3-21 0,8-1-38 15,6-3-37-15,1 0-47 0,2-6-44 0,1 0-52 16,9-3-190-16,-13 2-472 0,-3-3 209 0</inkml:trace>
  <inkml:trace contextRef="#ctx0" brushRef="#br0" timeOffset="83715.6">10573 1117 111 0,'0'0'226'0,"-3"-7"-20"0,3 7-17 0,0 0-15 0,0 0-19 16,4-13-7-16,-4 13-13 0,18-4-15 0,-2 2-10 16,5 1-4-16,0-1-17 0,7-2-6 15,2 3-4-15,-1 1-9 0,-1 0-10 0,-2 0-33 16,-7 1-24-16,3-1-21 0,-4 0-28 0,-18 0-27 15,27 0-20-15,-27 0-17 0,23-1-18 0,-23 1 0 16,12-2 1-16,-12 2-2 0,0 0 12 0,13-1 14 16,-13 1 13-16,0 0 21 0,0 0 32 0,0 0 10 15,0 0 22-15,0 0 21 0,0 0 15 0,0 0 6 16,-29-18 30-16,29 18 3 0,0 0 8 0,-15-1-6 16,15 1 0-16,0 0-8 0,0 0-5 0,-19 8 14 15,12 1 7-15,-5 4 7 0,5 2 8 16,-9 5 4-16,4 1 1 0,-1 1-5 0,0 1-2 15,4 2-9-15,-2 1-3 0,3-2-8 0,-2 0-5 16,1 1-3-16,0 1-8 0,2-2-6 0,4-5-5 16,-3 6 3-16,3 2-5 0,0 0-22 0,-2-3-28 15,2-5-24-15,1 6-43 0,1-8-62 0,-2 2-60 16,2-2-185-16,-6 1-412 0,7-18 182 0</inkml:trace>
  <inkml:trace contextRef="#ctx0" brushRef="#br0" timeOffset="84078.93">10823 961 2 0,'0'0'113'16,"32"-2"-6"-16,-3 1-7 0,-1 1-9 16,3 0-14-16,0 0-18 0,-1 1-31 0,1-2-21 15,0 2-34-15,-3-1-67 0,-5 2-100 0,-3-2 45 16</inkml:trace>
  <inkml:trace contextRef="#ctx0" brushRef="#br0" timeOffset="84308.33">11227 1169 154 0,'-3'8'169'0,"3"-8"-24"15,0 0-7-15,0 17-18 0,-1-10-16 16,1-7-14-16,-1 20-30 0,1-9-43 0,-2 0-52 16,1 5-126-16,-1-4-173 0,4 0 76 0</inkml:trace>
  <inkml:trace contextRef="#ctx0" brushRef="#br0" timeOffset="84477.31">11196 1567 123 0,'0'0'197'0,"0"0"-11"0,0 0-11 0,0 0-18 16,0 0-13-16,-2 11-15 0,2-11-19 0,0 0-33 15,0 0-17-15,0 0-22 0,0 0-41 16,0 0-43-16,19-4-58 0,-19 4-104 0,18-12-224 16,-4 5 99-16</inkml:trace>
  <inkml:trace contextRef="#ctx0" brushRef="#br0" timeOffset="84624.08">11462 1380 27 0,'0'0'191'15,"0"0"-14"-15,0 0-4 0,0 0-17 0,0 0-17 16,0 0-11-16,0 0-21 0,0 0-23 0,9-4-35 16,-9 4-38-16,0 0-22 0,0 0-46 0,0 0-55 15,0 0-65-15,0 0-192 0,0 0 85 16</inkml:trace>
  <inkml:trace contextRef="#ctx0" brushRef="#br0" timeOffset="85312.11">2343 2446 37 0,'0'0'117'15,"0"0"-15"-15,0 0-2 0,19-3 2 0,-6 3-3 16,18 0-9-16,5 0-3 0,20-1 1 0,3-2-4 16,32 6-5-16,-26-3 3 0,29 0-8 0,-3-5-3 15,4 7-11-15,3 1 0 0,2-2-2 0,6-1 2 16,7 0-4-16,8 1-10 0,0 1 1 0,5-1-2 15,5 1-4-15,4-5 5 0,9 0-7 0,5 3 1 16,2-1-9-16,5-3 0 0,7-1 8 0,12-1-9 16,4 3-2-16,10-7-1 0,10 4 0 15,6-5 7-15,7 8-1 0,3-8-8 0,2 6-3 0,6-4 9 16,1 2-6-16,-8-7-3 0,5 8-3 16,-3-1 4-16,-2-5-6 0,-9 6-2 0,-2-4-2 15,-15 3 5-15,8-5 0 0,-11 3 5 0,-11 6-2 16,-2-9 8-16,-7 8 2 0,-4-1 0 0,-9 2-1 0,-14-3-5 15,-4 0-1-15,-13 3 0 0,-17 1-1 16,-4 5-17-16,-10-1-35 0,-32-4-44 0,-3 3-66 16,-5-2-92-16,-15 1-125 0,-5-4-385 0,-5-3 171 0</inkml:trace>
  <inkml:trace contextRef="#ctx0" brushRef="#br0" timeOffset="99915.34">11229 1863 66 0,'-1'-14'150'0,"1"14"-14"0,-4-13-15 15,4 13-2-15,-1-9 3 0,0 3-6 0,1 6-7 16,-2-8-15-16,2 8-7 0,0 0-12 0,0 0-9 15,-1-10-3-15,1 10-16 0,0 0 1 0,0 0-9 16,0 0-2-16,0 0-4 0,0 0 4 0,-4 22-9 16,3-6-7-16,-2-4-2 0,1 5 0 0,-1 2-1 0,1-1 2 15,-2 1-4-15,1 1-2 0,0-2-3 16,1-1 8-16,0 2-10 0,1-2 0 0,1 0 2 16,-2-2-2-16,1 2 2 0,2-5-4 0,-2-1-9 15,1 1 8-15,-1 0 3 0,1 2-7 0,0-4 3 16,0-10-10-16,-2 20-21 0,2-20-10 0,-1 17-18 15,1-17-31-15,0 13-15 0,-1-6-34 0,1-7-97 16,0 0-251-16,-9 19 111 0</inkml:trace>
  <inkml:trace contextRef="#ctx0" brushRef="#br0" timeOffset="100161.4">11269 1837 104 0,'0'0'116'0,"0"0"-4"0,0 0-9 0,0 0-8 16,2-10-20-16,-2 10 6 0,0 0-9 0,0 0-6 16,0 0-8-16,0 0-6 0,15 2 4 0,-15-2-7 15,19 7-9-15,-8-2 2 0,7 0-9 0,0 1-2 16,2 2-6-16,0-1-15 0,8 3-32 0,-2 0-13 15,-1 1-25-15,-5-4-17 0,-2 1-94 0,-2-1-186 16,0 1 82-16</inkml:trace>
  <inkml:trace contextRef="#ctx0" brushRef="#br0" timeOffset="100398.88">11565 1800 94 0,'-2'-16'140'0,"2"16"-9"0,-3-9-19 0,3 9-10 0,0 0-15 16,0 0-10-16,0 0-10 0,0 0-7 0,0 0 2 15,0 0-9-15,0 0 10 0,-4 55-2 0,2-29-11 16,-2 5 2-16,2-2-5 0,-2 1 2 0,-1 0 6 16,-2 0-16-16,4 1-1 0,-1-2-5 0,1 3 4 15,0-5-4-15,3-1-9 0,-1 2 0 0,1-4-24 16,0-4-39-16,0-1-26 0,4 1-59 0,-3-1-103 15,1-2-247-15,0-5 110 0</inkml:trace>
  <inkml:trace contextRef="#ctx0" brushRef="#br0" timeOffset="100595.82">11662 2081 123 0,'0'0'147'0,"0"0"-10"0,0 0-18 0,0 0-5 16,13-4-16-16,-13 4-11 0,18-2-16 0,-18 2-20 15,32-3-27-15,-14 1-30 0,4 2-30 0,5-1-30 16,-1-1-18-16,-5 4-47 0,-3-2-139 0,-7 0 61 16</inkml:trace>
  <inkml:trace contextRef="#ctx0" brushRef="#br0" timeOffset="100789.04">11954 1943 5 0,'-3'-8'150'0,"3"8"-18"0,0 0-27 0,-6-5-9 15,6 5-13-15,0 0-10 0,0 0-5 0,0 0-6 16,0 0 3-16,-5 26 4 0,4-9-4 16,-2-2-4-16,0 4-5 0,-1 1 1 0,2-2-7 15,-3 6-1-15,3-6-2 0,0 1-2 0,-2 2-4 16,0-5-9-16,1 0-14 0,3 0-23 0,-5-2-29 15,2-2-19-15,1 4-31 0,0-3-21 0,2-13-87 16,-4 17-207-16,4-17 92 0</inkml:trace>
  <inkml:trace contextRef="#ctx0" brushRef="#br0" timeOffset="101184.35">11909 1938 36 0,'0'0'133'16,"0"-10"-10"-16,0 10-21 0,0 0-8 0,0 0-8 0,0 0-13 16,0 0-8-16,0 0 2 0,0 0-11 0,0 0-2 15,20 19-4-15,-13-10-7 0,0-3 2 16,0 3-8-16,3-2-1 0,-2 0 0 0,0 2 2 16,1-3-14-16,0 1 8 0,2-1-12 0,-1-2 6 15,3 0 7-15,-3-1 9 0,-10-3-5 0,14 3 12 16,-14-3-1-16,16-3 10 0,-5 2-2 0,1-2 3 15,-3-1-1-15,2-5-1 0,3 0-5 0,-1-1-5 16,1-3-7-16,-1 2-4 0,0-4 3 0,-3 4 0 16,-1 1 5-16,-1 1-2 0,-3-1 0 0,2 2-8 15,0 1-2-15,-5-2-5 0,2 7-4 0,-4 2-1 16,6-8-8-16,-6 8-6 0,5-2-3 16,-5 2 2-16,0 0 0 0,12 8-9 0,-6 0 5 15,1 4 3-15,-3 2-4 0,3 1 1 0,-2 0 4 0,-1 2-5 16,1 0 5-16,-1 2-4 0,-1 0 1 0,-2-1-1 15,2 7-1-15,0-8-19 0,-3 0-19 0,0-4-29 16,2 3-30-16,0-1-25 0,-2 3-26 0,2-6-34 16,-2-1-106-16,0-11-309 0,1 22 136 0</inkml:trace>
  <inkml:trace contextRef="#ctx0" brushRef="#br0" timeOffset="101515.96">12475 2057 50 0,'2'-9'147'0,"-2"9"-7"16,0 0-21-16,0 0-15 0,0 0-16 0,0 0-7 15,0 0-16-15,0 0 1 0,0 0 2 0,0 0-4 16,0 0-6-16,0 0-11 0,0 0 9 0,-2 36-9 16,2-36-3-16,2 12-17 0,-2-12 14 15,2 10-10-15,-2-10 5 0,5 8-7 0,-5-8-10 0,0 0 6 16,9 10 3-16,-9-10-7 0,0 0 1 0,7 3 8 15,-7-3 10-15,0 0 9 0,15-2 3 0,-15 2-3 16,14-10 3-16,-9 3 0 0,3 0-2 0,2-3 0 16,-6 2-4-16,1-3 2 0,1 1-8 15,1-5 6-15,-5 4-3 0,-2-5-6 0,-2 5-3 0,-1 0-3 16,1-2-9-16,-2 4-3 0,-3-1-3 0,7 10-8 16,-11-13-17-16,6 9-27 0,-4 0-16 15,-3 2-22-15,12 2-20 0,-23 6-33 0,9-2-19 16,5 2-29-16,-4 3-96 0,3-1-293 0,6-1 129 15</inkml:trace>
  <inkml:trace contextRef="#ctx0" brushRef="#br0" timeOffset="101827.93">12862 1907 117 0,'0'0'170'0,"0"0"-18"16,0 0-18-16,0 0-15 0,0 0-7 0,0 0-13 15,-32 2-9-15,20 4-6 0,-1 2-1 0,0-1-5 16,-1 5-8-16,3-8-7 0,-1 3-4 0,6 2-4 16,-2-1-16-16,5 1 2 0,1 3-2 0,2-12-8 15,2 18 2-15,0-10-1 0,3 3-3 0,-1-5-2 16,5 2-4-16,0 1-1 0,2-3-8 16,-2 3 4-16,5 0-7 0,-3-1 0 0,0 0-4 15,-1-1 3-15,0 2-4 0,-3-2 1 0,-1 3 0 16,2-2-5-16,-6 1 4 0,2-1-3 0,-4-8-2 15,0 21 8-15,0-21-2 0,-14 21 2 0,1-8-7 16,0-2-2-16,-7 8 3 0,-5-4 0 0,4 1-15 16,-5-3-5-16,-1-4-16 0,2 2-18 0,5-4-33 15,3-1-44-15,-4-3-141 0,0-1-292 0,4-2 130 16</inkml:trace>
  <inkml:trace contextRef="#ctx0" brushRef="#br0" timeOffset="102054.53">13264 1783 2341 0,'19'-8'10'0,"-7"3"50"15,-1 0-18-15,-2 0-35 0,0 3-4 0,-4 0-7 16,-5 2-6-16,17 3 7 0,-7 4-2 16,-1 1 4-16,1 7-1 0,4 12-1 0,-5 3 3 15,-2-1-5-15,-5 7 4 0,-6 12 3 0,-1-1-6 16,-4-12 6-16,-7 11-3 0,1-13-11 0,-1 13 0 15,-9 2-13-15,1-2-16 0,-7-2-11 0,-8-1-20 16,-2 1-32-16,-5-2-47 0,-22 14-41 0,17-21-103 16,-5 0-319-16,-22 4 141 0</inkml:trace>
  <inkml:trace contextRef="#ctx0" brushRef="#br0" timeOffset="102471.31">11403 1647 71 0,'-27'14'110'0,"-6"3"-7"0,-8 15 6 0,-1 3-6 15,-1 3-8-15,2 6-5 0,3-1 1 0,5 3-15 16,4 0-9-16,5-3-3 0,11-10-2 0,4 2-3 16,6 11-16-16,6 0 5 0,7 3-5 15,8-6-1-15,4-2-20 0,10-2-25 0,5 1-23 0,3-3-21 16,4-4-40-16,0 1-103 0,0-2-204 16,-4-2 90-16</inkml:trace>
  <inkml:trace contextRef="#ctx0" brushRef="#br0" timeOffset="102791.73">10691 2852 26 0,'47'5'148'0,"10"-3"-4"0,37-1-9 0,18-2-5 0,12-2-4 16,11-1-5-16,8-5-12 0,11 1-4 0,10 1-7 16,10-1-7-16,2-3-8 0,-1 4-6 15,0-1-10-15,2 1 1 0,-5 1-5 0,-4 2-7 16,-11-2-6-16,-9 1-8 0,-4 4-5 0,-12-4-23 15,-12 4-25-15,-11-2-22 0,-7 0-35 0,-12 1-46 0,-30 0-147 16,-8 2-283-16,-1-3 125 0</inkml:trace>
  <inkml:trace contextRef="#ctx0" brushRef="#br0" timeOffset="121826.15">7986 1798 17 0,'16'19'26'0,"-5"-16"1"15,1 1-2-15,5 1 6 0,3-2-8 0,7 2 0 16,4-1 1-16,1-1-1 0,2 2 1 16,5-1-1-16,-1 1 1 0,20-2 1 0,-1 2-3 15,3-2 3-15,0-1-6 0,5 2-1 0,2-4 0 16,22-1-2-16,-30 2 1 0,2-1 0 0,1-2-4 16,-5 2-2-16,5-3-1 0,-4-1-2 0,6-1 3 15,-2 0-4-15,3-2 1 0,0 4 0 0,24-4 0 16,-27 5 9-16,4-3-5 0,-3 3-4 0,-2-1 19 15,2 1-19-15,-7 1-3 0,0 0-4 0,0 1 3 16,-2 1 5-16,-1 0-5 0,-1 1 0 0,-12 1 2 16,13-4-3-16,-3 5-2 0,-9-3 2 0,-3 3-2 15,0 0-4-15,-4-2 6 0,2 2 0 0,-7-1-1 16,2-1-4-16,-3-2 7 0,-6 2-1 16,-2-1 4-16,-6 1 2 0,3-1 12 0,0-1 2 0,-4 0-2 15,-13 0 7-15,25-1-2 0,-25 1-3 0,16-2-5 16,-16 2 4-16,0 0 2 0,18 0-3 0,-18 0 6 15,0 0-5-15,0 0 8 0,0 0-2 0,14-3-4 16,-14 3 2-16,0 0-5 0,0 0-3 16,0 0-9-16,0 0-26 0,11 2-24 0,-11-2-45 15,0 0-83-15,0 0-181 0,0 0 80 0</inkml:trace>
  <inkml:trace contextRef="#ctx0" brushRef="#br0" timeOffset="126799.59">7478 1297 11 0,'3'-18'16'0,"1"-1"-5"0,-2 1 2 16,0-1 1-16,-1 2-3 0,2-1 3 0,-2 0-10 16,0 3 11-16,2-3-2 0,-1 1-5 15,1 2 0-15,-2 2-5 0,1 1 8 0,1 0-9 16,0 0 0-16,-2 1 4 0,1-1-10 0,1 2 12 16,0-2-7-16,-3 12 4 0,0 0 1 0,0 0 0 15,0 0-3-15,0 0-3 0,21-50 1 0,-21 50-1 16,0 0 0-16,24-26 1 0,-24 26-5 0,19-16 5 15,-19 16-2-15,20-17-1 0,-20 17-4 0,31-19 11 16,-31 19-8-16,29-18 3 0,-29 18-5 0,32-20-1 16,-32 20 6-16,36-19-7 0,-17 9 5 0,-19 10 4 15,36-17-6-15,-36 17 0 0,42-21-2 0,-22 13 2 16,-20 8 0-16,39-15 0 0,-39 15-4 0,46-17 2 16,-22 9 5-16,-24 8-7 0,41-11 4 0,-14 1 0 15,-27 10-3-15,47-15 1 0,-20 9 2 0,0-3 4 16,-27 9-4-16,53-14-1 0,-25 7 2 0,-1-2 1 15,4 2-5-15,-2-2 6 0,-29 9-3 0,58-13 3 16,-30 6-1-16,3 1-8 0,-31 6-10 0,57-13 4 16</inkml:trace>
  <inkml:trace contextRef="#ctx0" brushRef="#br0" timeOffset="127401.17">11316 1769 2 0,'-28'15'0'0,"-6"1"1"0,0-1 0 15,-12 2 4-15,-1 0-4 0,9-4 2 0,-13 5-4 16,1-2 1-16,-3-2 4 0,0 2-2 0,-2-5 5 16,-2 3-6-16,-3-3 1 0,-4 3 3 0,-25 7-5 0,26-8 0 15,-2 0 3-15,-27 6 2 0,31-6-7 0,-1-2 0 16,-1 2 4-16,1-1-5 0,2-3 3 15,-1 1-6-15,6-3-7 0,-1 5 3 0</inkml:trace>
  <inkml:trace contextRef="#ctx0" brushRef="#br0" timeOffset="128509.28">8966 517 5 0,'37'-6'6'0,"1"1"-4"16,-4-2 3-16,4 2-1 0,0 3 3 16,1-3 0-16,1 1-6 0,0 0 2 0,12 0 3 15,-12 2-2-15,11-4-2 0,-1 6 5 0,-10-2 0 16,11-1-9-16,-13 3 9 0,15 0-4 0,-15 0-1 16,1 0 0-16,1 0-2 0,-1 0 14 0,12-1-10 15,-14 2-4-15,2-1 3 0,2 2-1 0,-2 1-2 16,12-1 5-16,-1 2-5 0,-12-2 0 0,1 0 4 15,0 4-1-15,-1-2-1 0,3 2-2 0,-4-1 5 16,1 3 12-16,1-1-16 0,0-1 1 0,0 1 0 16,-2 1-1-16,0-1 2 0,4-1 2 0,7 3-3 15,-12-1-1-15,-1-2 2 0,-2 2-4 0,1 1 5 16,1-4-3-16,-2 5 1 0,2 0-2 16,-6-2 4-16,-1 1-5 0,1 0 6 0,0 2-1 15,-29-11-5-15,42 18 2 0,-18-5 1 0,2 2 1 16,-3 0 2-16,1-1-3 0,1 5-1 0,-4-1 8 15,1-3-9-15,1 0 2 0,-2 1 0 0,1 1 0 16,-22-17 11-16,33 27-9 0,-13-9-5 0,-20-18 3 16,28 25 1-16,-13-12-7 0,-2 1 9 0,-2-1-7 15,5 2 0-15,-5-1 6 0,0 0-4 0,0 1-1 16,-1 0 2-16,-1 1 2 0,-1-1 7 0,-3 0 2 16,0 1-15-16,-2 2 11 0,0-2-5 0,-1 4-8 15,1-2 8-15,-8 3-4 0,0 2 13 0,-4 2-12 16,-1 2 8-16,-4-2-4 0,-3 2 2 0,-2 4-6 15,-6-2 5-15,-9 10 0 0,1 4 9 16,-3-2-6-16,-3 0-5 0,-1 1 5 0,0-5-1 16,-9 4-3-16,4-1-4 0,-3-1 4 0,4-3 4 15,-4 1-5-15,0-1-4 0,2-1 5 0,-1-4-1 16,1-1 6-16,5-4-3 0,8-7 1 0,-15 6 4 16,4-5-2-16,-4 1-10 0,0-2 2 0,-1-1-2 15,-3-2-9-15,-2 3-21 0,-2-4-4 0,0 2-20 16,-3-3-58-16,-2-1 26 0</inkml:trace>
  <inkml:trace contextRef="#ctx0" brushRef="#br0" timeOffset="139938.84">3942 3038 54 0,'-1'-8'95'0,"1"8"-11"15,0 0-2-15,1-10-8 0,-1 10-2 0,0 0-7 16,0 0 1-16,0 0-16 0,-2-10 23 0,2 10-22 16,0 0 4-16,0 0-11 0,0-9 3 0,0 9 0 15,0 0 4-15,0 0 6 0,-2-9 5 0,2 9-3 16,0 0-6-16,0 0-2 0,0 0-5 0,0 0 9 15,-2-9-5-15,2 9-4 0,0 0 2 0,-2-9 4 16,2 9-4-16,0 0 1 0,-3-7 4 0,3 7-7 16,-5-5-1-16,5 5-10 0,-7-7 6 0,7 7 1 15,-5-7-3-15,5 7-1 0,-9-6-25 0,5 3-4 16,4 3 6-16,-11-5-6 0,4 4 5 0,7 1-2 16,-14 0-2-16,3 1 0 0,1-1 4 0,-2 2 0 15,-1 3 4-15,-2 0 0 0,-3 2 0 0,3 4-2 16,-4-3-4-16,-2 11 7 0,1-3-7 0,-1 4 5 15,2 0 1-15,2 2-4 0,0 3 3 0,1 0-3 16,0-1 8-16,4 1-6 0,2 0 4 0,1-3-3 16,5-3 0-16,0 0-1 0,3-1 2 0,1 0-3 15,0-1-9-15,3 1 4 0,0 0 1 0,5-3 2 16,2-2-7-16,0 1-4 0,1-6-6 16,3 2-10-16,1-3-12 0,4-1-15 0,2-2-6 15,-2-4-24-15,13 1-15 0,-10-2-1 0,4-4-17 0,1 0-7 16,-6-1-1-16,-1-2-1 0,7-3-2 15,-3 0 11-15,-6 1 2 0,4-6 17 0,2 2 8 16,-10 1 15-16,1 0 2 0,-2 0 10 0,-2-3 7 16,-1 2 19-16,-5-2 20 0,1 1-6 0,-3 2 9 0,-1-2 23 15,1-1 12-15,-3 16 6 0,1-20 10 16,-1 20 13-16,-1-16 11 0,1 16 4 0,0 0 0 16,-1-14 1-16,1 14-10 0,0 0 0 0,0 0-7 15,0 0-3-15,0 0-2 0,0 0 5 0,0 0 2 16,0 0-11-16,-18 30 4 0,13-14-10 0,-2 1-5 15,4 1-5-15,-5 7-4 0,4-8-1 0,0 3-3 16,3-2-2-16,-1-1-3 0,4-2 1 0,-1 2-6 16,0-6-5-16,3 4 1 0,0-5 4 0,0 1-3 15,1-3-7-15,-2-2 3 0,4 3-4 0,-7-9-1 16,9 11 3-16,-4-8-8 0,-5-3 2 0,13 6-2 16,-13-6-1-16,10 0-2 0,-10 0-6 0,17-5-10 15,-7-1-2-15,-1-2-4 0,0-1-8 0,0-1 4 16,0-3 0-16,-3-1 0 0,-2 3 3 0,0-6-2 15,2 1 7-15,-3 1-4 0,-3 2 6 0,0-1-4 16,0 14 9-16,-5-26-2 0,0 17 1 0,1-2 3 16,4 11 0-16,-12-15-1 0,6 7 2 15,6 8 5-15,-13-9 8 0,13 9 1 0,-10-9 6 0,10 9-6 16,0 0 6-16,-9-6-3 0,9 6-6 0,0 0 7 16,0 0-8-16,0 0 2 0,-6-10-3 0,6 10-2 15,0 0 1-15,0 0 6 0,0 0-2 0,0 0 1 16,42 3-7-16,-27-2 5 0,0 2-1 15,2-2-3-15,2 1 2 0,-2 1-1 0,-4 1-3 16,3 4 2-16,-3-3-1 0,2 3 0 0,-1 3 7 16,-5-2 2-16,2 3 1 0,0 0 1 0,-5 0-2 15,2 1 5-15,-1 0-4 0,0-1-2 0,-3 1-1 16,-1-2 1-16,0-1-1 0,-1 0 3 0,-2-10 1 16,2 13-1-16,-2-13-4 0,2 11 1 0,-2-11 0 15,1 10 1-15,-1-10 9 0,0 0 6 0,0 0 18 16,0 0 2-16,0 11 15 0,0-11 0 0,0 0-7 15,0 0-5-15,0 0 3 0,0 0-10 0,0 0-4 16,0 0-5-16,0 0-2 0,-5-32-2 0,5 32-14 16,6-22-5-16,-1 7 2 0,3-1-9 0,-2 1-3 15,-1 0 0-15,3-1-1 0,1 3-2 0,-1 3-2 16,-2 0-2-16,-1 2 6 0,2 1-12 0,-7 7 3 16,11-8-7-16,-11 8 7 0,10-2-2 0,-10 2 2 15,14 7 3-15,-7 0-3 0,-1 3 6 0,-1 2-1 16,0 0 2-16,2 4-1 0,-1-1 4 0,1-1-6 15,-2 1 4-15,0-3 5 0,-1-2-7 0,-1 0 8 16,1-1-6-16,0-2 7 0,1 0 2 0,2-2 2 16,-7-5 0-16,14 4 1 0,-14-4 0 0,15-1 3 15,-15 1-2-15,20-8 3 0,-7 2-7 16,2-5 4-16,0-1-3 0,0 0 1 0,-2 0 6 16,1-1 2-16,-3-1-5 0,0-1 5 0,-1 0-3 15,-3-2-1-15,-2 6 1 0,1-1 8 0,-2-4-7 16,-1 6 5-16,-1-2-5 0,4 3 5 0,-6 9 1 15,0-13-2-15,0 13-5 0,1-10 2 0,-1 10-6 16,0 0-7-16,0 0 3 0,0 0-2 0,0 0-1 16,0 0 0-16,0 0 2 0,-15 25-2 0,11-13 0 15,1 3 3-15,1 2-4 0,-1 0 2 0,3-1 1 16,0-5-5-16,3 5 3 0,-1-4-5 0,2 4 2 16,0-5-2-16,0 0 2 0,4-1 3 0,-3 7 1 15,0-6-3-15,-1-3-2 0,0 3 4 0,-2-3-2 16,3 1-3-16,0-3 6 0,-5-6-1 0,4 14-4 15,-1-8-10-15,-3-6 0 0,1 12-9 0,-1-12-18 16,-1 12-12-16,1-12-18 0,0 0-28 0,0 0-26 16,-12 15-37-16,8-12-162 0,4-3-354 0,0 0 158 15</inkml:trace>
  <inkml:trace contextRef="#ctx0" brushRef="#br0" timeOffset="140183.1">4896 3068 196 0,'0'0'199'0,"1"-11"-15"0,-1 11-25 15,0 0-15-15,0 0-17 0,0 0-19 16,0 0-8-16,0 0-9 0,0 0-9 0,0 0-5 16,6 35-12-16,-3-18 7 0,-6 8 0 0,5 1 0 15,0 2-8-15,-2-2-4 0,0 1-7 0,0-2-3 16,0-6-5-16,-1 6 0 0,0 1-7 0,1-7-4 15,1 0-1-15,-2-1-4 0,1 1-10 0,1-2-27 16,-1 1-12-16,0 0-52 0,-1-4-42 0,1-14-40 16,-2 22-155-16,0-12-334 0,2-10 148 0</inkml:trace>
  <inkml:trace contextRef="#ctx0" brushRef="#br0" timeOffset="140749.81">4899 3283 94 0,'16'-5'132'0,"-16"5"-3"0,22 0-8 0,-22 0-1 15,24 4-16-15,-10-1-7 0,-4 3-5 0,0-2-6 16,2 2-8-16,-1 3-5 0,-2 0-7 0,-2 0-3 16,1 1-8-16,-4 1-1 0,0-1-13 0,-1 1 12 15,-2-1-5-15,2-1 3 0,-3-9-1 0,-7 21-5 16,7-21 0-16,-4 17-2 0,4-17 1 0,-5 10 2 0,3-6 0 15,2-4 1-15,0 0 3 0,-3 10 1 16,3-10-3-16,0 0 3 0,0 0-4 0,0 0-2 16,0 0-1-16,0 0-9 0,0 0-1 0,0 0-7 15,0 0 3-15,0 0-6 0,9-36-1 0,-3 20-3 16,2 2-4-16,2-2-5 0,-1 0-7 0,0 1 4 16,3 1-2-16,-2 0 0 0,0 2-3 0,0 2 1 15,-1 1-4-15,-2 2-6 0,2 4 4 0,-9 3-5 16,11-4 0-16,-11 4-1 0,0 0 0 0,19 9 3 15,-12-4 0-15,-1 5 0 0,-1-1 1 16,3 4-2-16,-3-1 2 0,3-1 2 0,-2 1 2 0,-1-3-3 16,0 2 4-16,2-3-2 0,-1 0 7 0,0-1-6 15,-6-7 4-15,13 10 2 0,-8-7-2 0,-5-3 0 16,14 2 16-16,-14-2 4 0,20-3 6 0,-8-1 5 16,-3-2-1-16,4-1-1 0,-3-2-2 0,-1 0 3 15,4-4 1-15,-4 4 7 0,1-5 1 0,-2-1-6 16,-1-2-2-16,-1 3-5 0,-2-1-4 0,-1-2-3 15,0 4 1-15,0 3 0 0,-2 1 2 16,-1 9-3-16,4-14 3 0,-4 14-13 0,3-8-3 16,-3 8-8-16,0 0 2 0,0 0-4 0,0 0 2 15,0 0-2-15,0 0 6 0,-3 48-4 0,0-32 3 16,1 4 2-16,0-2-4 0,0 1 0 0,0 0-3 16,1-1-29-16,4-1-32 0,-2-5-38 0,3 4-51 15,5-3-65-15,-3-4-219 0,-1-2-469 0,6 0 207 16</inkml:trace>
  <inkml:trace contextRef="#ctx0" brushRef="#br0" timeOffset="141518.54">5781 3209 9 0,'0'0'210'0,"-10"-9"-15"0,4 4-7 15,-1 3-1-15,-2-3-4 0,2 2-15 0,7 3-12 16,-16-3-16-16,6 4-14 0,0 1-13 0,0 5-9 16,2 1-7-16,-5 4-10 0,3 3-7 0,1 0-7 15,-1 10-7-15,2 0-9 0,4-6-3 16,2 0-3-16,3 7-5 0,3-9-4 0,2 2-4 0,3-2-16 16,0-2-9-16,1 0-25 0,8-3-24 0,-2-1-26 15,9 0-28-15,-5-6-58 0,2-2-40 0,0-1-141 16,0-3-355-16,1-3 158 0</inkml:trace>
  <inkml:trace contextRef="#ctx0" brushRef="#br0" timeOffset="141737.59">5997 3046 206 0,'-1'-12'236'0,"1"6"-17"0,0 6-21 0,0-9-23 0,0 9-21 16,0 0-14-16,0 0-21 0,0 0-16 15,0 0 0-15,0 0-11 0,5 23 4 0,-2-5-9 16,2 7 6-16,-3 0-3 0,2 4-4 0,1 0-11 16,0 0-5-16,0-3-5 0,-2 0-9 0,0 0-4 15,-2 1-5-15,3-8-3 0,-2 2-1 0,1-3-3 16,-1 0-28-16,0-1-27 0,-1-6-32 0,3 3-43 16,-4-4-40-16,0 0-50 0,1-1-194 0,-1-9-404 15,-1 13 179-15</inkml:trace>
  <inkml:trace contextRef="#ctx0" brushRef="#br0" timeOffset="142009.73">5933 3215 138 0,'8'-3'154'16,"0"1"-16"-16,4 2-15 0,1-3-11 0,8 3-12 15,-2-1-11-15,3 0-3 0,6 0-9 0,-7 1-8 16,5 0-9-16,-4 0-4 0,-3 0-5 0,3 1-4 15,-3 0-2-15,-1 0-2 0,-2 2-2 0,-2-1-4 16,-2 0-1-16,-1 3-3 0,1-1 4 0,-3 2 3 16,-3 1 5-16,2 2 9 0,-3 2 5 0,0 2 0 15,-4 3 11-15,3 1-8 0,-4 2 0 0,0-3-3 16,-1 2-6-16,-2 0-5 0,2-2-1 16,-2 1-5-16,1 0-4 0,1-1-16 0,-1-4-23 0,1 0-35 15,1-1-34-15,1-2-59 0,-1 0-63 0,0-3-126 16,0-6-344-16,0 0 153 0</inkml:trace>
  <inkml:trace contextRef="#ctx0" brushRef="#br0" timeOffset="142168.51">6337 3011 58 0,'0'0'152'0,"0"0"-25"0,0 0-41 15,0 0-35-15,8 21-46 0,-3-10-44 16,3 6-35-16,-1-2-79 0,1 1 35 0</inkml:trace>
  <inkml:trace contextRef="#ctx0" brushRef="#br0" timeOffset="142637.97">6521 3238 51 0,'0'0'202'0,"-11"4"-17"0,6 0-12 15,-3 0-13-15,1 1-2 0,-1 4-9 0,0 0-11 16,1 2-11-16,1 3-11 0,2-2-13 0,-2 5-7 16,2-2-7-16,2 2-11 0,0-2-7 0,1-4-7 15,2 2-2-15,2-2-7 0,-1 0-7 0,5-1-4 16,-2-3 0-16,1 1-5 0,1-4-5 0,-2 0 1 16,6-2-8-16,-3 0-3 0,2-2-6 0,0-2-9 15,2-1 5-15,-2 0-6 0,0-5 5 16,-1 2-4-16,-1-1-3 0,0-4-1 0,-1 0-2 15,2-3-2-15,-1 0 1 0,-3-1-3 0,3-1 0 16,-5-1-4-16,1 6-1 0,3-5 2 0,-2 7-1 0,0 0-1 16,1 3-2-16,-3 1-3 0,1 2 0 0,-4 3 0 15,7-1-1-15,-7 1 1 0,9 5-5 16,0 3 8-16,-4 1 2 0,0 4-1 0,3 1 3 16,-3 1 1-16,-2-3 1 0,-1 2 0 0,1-2 1 15,-2-2-1-15,2 0 7 0,-5-4-5 0,2-6 2 16,3 11 15-16,-3-11 16 0,0 10 16 0,0-10 16 15,3 5 14-15,-3-5 8 0,0 0-9 0,0 0-9 16,0 0-7-16,0 0-2 0,0 0-12 0,7-21-4 16,-4 12-7-16,1-1-3 0,2 0-3 0,0 1 0 15,0-3-11-15,3 0-2 0,2-2-2 0,-3 6-3 16,-1 0-7-16,2 3-1 0,0 0-2 0,-1 2-4 16,3 3-12-16,1 2-4 0,-1 1-12 0,0 4-16 15,5 2-33-15,-3 2-37 0,0 3-51 0,1 1-48 16,0 0-212-16,-4 0-460 0,0 1 203 0</inkml:trace>
  <inkml:trace contextRef="#ctx0" brushRef="#br0" timeOffset="143116.81">7266 3553 2145 0,'7'-4'58'16,"-1"-3"-6"-16,0-1-1 0,1-1-1 0,0-1 0 15,0 1 10-15,2-5 2 0,-4 3-3 0,1-1 9 16,1-4-1-16,3 1-6 0,0-2-7 15,3 1 0-15,1-7-8 0,0 1-4 0,3 0-6 16,-2-1-2-16,0 2 0 0,6-2-4 0,-5 0-4 16,-4 8-2-16,1-1-4 0,-4 0-2 0,0 3 5 15,-3 6-8-15,2-1-2 0,-5 1-2 0,1 1-7 0,-4 6-4 16,5-7-1-16,-5 7-4 0,0 0 4 0,0 0-3 16,0 0 0-16,-6 29 2 0,-2-11 1 0,1-1 0 15,-1 3 5-15,-4 2-4 0,9-3 0 16,-2-1-1-16,2-1 2 0,1 0 5 0,3-4-4 0,0-1 1 15,4-1 1-15,1-2-2 0,2 0 3 16,0-2-2-16,3-2 3 0,1-3-1 0,1-1-1 16,1-2 1-16,5-1-2 0,1-2 1 0,-1-1 0 15,-3-3-1-15,2-1 3 0,-2 2-1 0,2-5-4 16,-5 2 3-16,0-1 0 0,-2-2 0 0,1-2 0 0,-3 2-1 16,0-1-3-16,-3-2 0 0,-2 5 3 15,1-3-2-15,-1 4 0 0,-2 0 3 0,0 3-2 16,0 2 0-16,-2 5-4 0,3-10-6 0,-3 10-2 15,0 0 3-15,0 0 4 0,0 0 9 0,0 0 8 16,-3 31 7-16,-2-15-3 0,1 4 0 0,-5 5-1 16,3-1-4-16,1 1 12 0,1-6-16 0,1 6 3 0,1-5-1 15,-2-1-2-15,0 0 1 0,3-2-13 16,-2 1-19-16,2-3-25 0,1-2-34 0,-1-1-25 16,0-3-31-16,1-9-47 0,-2 15-52 0,1-7-213 15,1-8-487-15,0 0 216 0</inkml:trace>
  <inkml:trace contextRef="#ctx0" brushRef="#br0" timeOffset="143277.4">7457 3079 1688 0,'-5'-13'18'16,"-1"3"49"-16,1 0-35 0,-1 2-22 0,2 2-5 15,2 1-4-15,2 5-33 0,0 0-14 0,0 0-3 16,0 0-23-16,0 0-24 0,0 0-48 0,0 0-87 15,25 15-250-15,-7-6 112 0</inkml:trace>
  <inkml:trace contextRef="#ctx0" brushRef="#br0" timeOffset="143712.09">8406 3601 104 0,'28'-23'250'0,"11"-9"-14"0,-2-2-17 16,0 0-8-16,0-3-15 0,-1 1-19 0,-1-1-13 16,-1-3-18-16,-1 3-15 0,-10 8-7 15,0 1-12-15,-4 0-10 0,-1 4-5 0,-4 2-1 16,-1 8-3-16,-6-2-3 0,0 9-8 0,-5-2-6 15,5 4-9-15,-5-1-11 0,-2 6-10 0,2-6-4 16,-2 6-6-16,0 0-6 0,0 0 1 0,-35 18-3 16,19-5-5-16,-6 4 0 0,1 0-6 0,1 3-7 15,1-2-5-15,7-4-8 0,2 2-3 0,1-3 2 16,5-1-3-16,3 0 6 0,1 0-2 0,3 0 1 16,0 4 0-16,6-2 2 0,1 1-2 0,2 0 1 15,2 0 0-15,-1-2 1 0,3 2 0 0,-3-3 3 16,0 2-3-16,-1-2-2 0,0-1 1 0,-2 3 1 0,-2-5-2 15,-3 0 1-15,2 1 1 0,-1-3-4 16,-3 1 3-16,-1 1-4 0,-1-3-9 0,-1-6-4 16,-5 14-7-16,0-9-26 0,0 0-28 0,-1 1-42 15,6-6-42-15,-12 8-34 0,5-5-42 0,0-2-123 16,7-1-391-16,-11 0 173 0</inkml:trace>
  <inkml:trace contextRef="#ctx0" brushRef="#br0" timeOffset="143893.37">8971 3320 232 0,'4'-6'207'0,"-4"6"-24"0,0 0-18 15,0 0-12-15,0 0 1 0,11 14-1 0,-12-3-1 16,4 3-14-16,-3 3-14 0,0 1-11 0,0 0-8 16,-2 0-9-16,0 1-5 0,0 2-10 0,1-4-13 15,0 2-31-15,0-4-40 0,-2 0-44 16,2-2-79-16,0-3-72 0,-3 1-115 0,1-3-340 15,3-8 151-15</inkml:trace>
  <inkml:trace contextRef="#ctx0" brushRef="#br0" timeOffset="144050.54">8954 3099 4 0,'0'0'130'15,"0"0"-28"-15,0 0-33 0,12 24-25 0,-6-8-25 16,3 7-27-16,3 4-27 0,-1 4-20 0,1 1-58 16,2 0 26-16</inkml:trace>
  <inkml:trace contextRef="#ctx0" brushRef="#br0" timeOffset="144451.01">9209 3557 86 0,'0'0'201'0,"0"0"2"16,0 0-5-16,0 0-9 0,0 0-16 0,-24-21-9 15,17 13-10-15,-1-1-13 0,1 0-3 0,-2-1 2 16,4 1-5-16,0-4-6 0,1 1-10 0,1-2-7 16,2 2-2-16,0-4-11 0,2 5-11 0,1-1-9 15,6-4-10-15,-1 6-7 0,3 1-12 0,5 3-5 16,-3-1-8-16,6 5-1 0,-1 2-5 0,1 4-4 16,0 2-5-16,0 2-1 0,0 0-2 0,-3 2-5 15,1 1 3-15,-3 1-3 0,0-1 3 0,-1 2-7 16,-6-4 2-16,2 1 1 0,-3-3-4 0,-1 3 0 15,0-5-2-15,-2-1 6 0,-2-4-3 0,6 8 2 16,-6-8 1-16,1 5 1 0,-1-5-4 0,0 0 2 16,0 0 2-16,0 0 0 0,0 0-5 0,0 0 1 15,0 0-2-15,0 0 5 0,-7-23-6 0,7 23 5 16,3-17-5-16,1 5-3 0,2-4 2 0,4 3-9 16,1-1 3-16,1-1-8 0,0 5 10 0,1-1-4 15,1 2-3-15,-3 3 1 0,3 4 2 16,-1 1-4-16,2 1 2 0,-2 3-1 0,0 2 4 15,2 4-3-15,-2 3 4 0,0-2-4 0,-4 5 4 16,-3-5 1-16,1 4-8 0,0 3-24 0,-3-3-18 16,-1 0-27-16,-2-1-31 0,-1 0-43 0,1-3-41 0,0 2-61 15,-2-3-162-15,1-9-447 0,0 0 198 16</inkml:trace>
  <inkml:trace contextRef="#ctx0" brushRef="#br0" timeOffset="144625.81">9746 3360 230 0,'0'-11'228'0,"0"5"-2"0,0 6-14 16,0-11-20-16,0 11-21 0,2-7-22 0,-2 7-20 15,0 0-10-15,0 0-8 0,0 0-15 0,0 0-6 16,-5 26-9-16,3-9-9 0,-1 0-3 0,0 0-14 16,2-2-24-16,-2 2-30 0,1-2-45 0,3 2-61 15,-2-5-66-15,-2-1-153 0,3-2-351 0,0-9 155 16</inkml:trace>
  <inkml:trace contextRef="#ctx0" brushRef="#br0" timeOffset="144788.7">9751 3134 1677 0,'-5'-17'45'0,"2"5"-16"0,1 3-21 16,-1-2-3-16,3 11-24 0,0 0-37 0,-4-12-6 15,4 12-24-15,0 0-29 0,0 0-123 0,0 0-257 16,0 0 113-16</inkml:trace>
  <inkml:trace contextRef="#ctx0" brushRef="#br0" timeOffset="144999.4">9972 3010 25 0,'0'0'205'0,"1"-5"-19"0,-1 5-22 0,0 0-15 16,0 0-18-16,0 0 5 0,5 23 15 0,-4 1 6 16,-1 8-6-16,-2 3-14 0,-3 12-10 0,-2 1-13 15,1 0-9-15,0-3-10 0,3-10-7 0,-1 0-4 16,0-1-12-16,0-2-4 0,2-2-9 0,1-2-24 16,-3-2-30-16,1-6-36 0,3-1-25 0,-1 0-58 15,2-2-54-15,2-2-179 0,2-5-373 0,0-1 165 16</inkml:trace>
  <inkml:trace contextRef="#ctx0" brushRef="#br0" timeOffset="145555.43">10262 3311 174 0,'-4'-5'228'0,"-1"1"-15"0,5 4-17 15,-15-1-12-15,4 3-3 0,-3 8-7 16,-7 4-8-16,-1 5-12 0,-1-2-11 0,4 2-15 15,-2 2-10-15,8-5-12 0,2 0-9 0,1 1-13 0,3 1-9 16,0-3-5-16,4-3-4 0,3-2-8 0,3 0-6 16,0-3-3-16,1 0-4 0,3 0-5 15,-2-2-3-15,5 1 1 0,2-3-6 0,7-2-1 16,-3-1-4-16,5-4-3 0,-3 0-3 0,1-4-4 0,-1 0-3 16,-2-2-2-16,1-2 0 0,-4 2 1 15,-3 1-5-15,-1-1 3 0,0-2 1 0,-4-1-5 16,0 1 3-16,-1-5-4 0,0 7 3 0,-2-3-6 0,0 3 0 15,-1-1-1-15,-1 4 1 0,0 7 1 0,0-12 1 16,0 12-5-16,1-8 0 0,-1 8-4 16,0 0-2-16,0 0-1 0,0 0 4 0,0 0 1 15,-6 27 4-15,2-13 1 0,0 1 0 0,2 0-3 16,-1 2 2-16,2-5-4 0,1 5 6 0,0-6-4 16,1 0 3-16,2 1 2 0,-2-2 2 0,3 0-3 15,1-1 1-15,-1-1 0 0,2-1 5 0,-2-2-4 16,0 1 4-16,2-1 0 0,2-3 3 0,-1 1-3 15,1-3 0-15,-8 0 3 0,18-5-2 0,-9 3-3 16,2-4 1-16,0-1 0 0,-2-1 0 0,2-4 1 16,2 0 3-16,-3 0-8 0,0-2-2 0,4-2-3 15,-2 1-2-15,3-6-5 0,-2 6-1 0,0 1-4 16,-2 1 1-16,-3 3 2 0,1 2-2 0,0 2-1 16,-5 2-4-16,1 1-1 0,-5 3 5 0,10 0-1 15,-10 0 1-15,9 8 2 0,-7 0 5 0,2 4-5 16,-2 0 4-16,-2 1-1 0,1 2 3 0,-2-2 1 15,-1 4 0-15,0-2-15 0,0 4-27 0,1-7-31 16,1 3-32-16,-1-2-60 0,2-1-50 0,0-2-202 16,3 1-454-16,0-5 200 0</inkml:trace>
  <inkml:trace contextRef="#ctx0" brushRef="#br0" timeOffset="145811.5">11190 3110 177 0,'0'-16'295'16,"2"4"-10"-16,-4 3-7 0,4 2-24 0,-4-2-31 15,2 9-11-15,0-10-32 0,0 10-17 16,0 0-16-16,0 0-10 0,2 32 1 0,-2-6-10 16,0 6-3-16,0 1-5 0,-3 16-3 0,0-16-15 15,0 2-13-15,1-2-4 0,0 2-7 0,0-5-10 16,-1 1-2-16,2 0-6 0,1-2-12 0,1-1-29 0,1-3-31 15,-2-6-31-15,0-1-27 0,0-1-13 16,-2-5-34-16,2 0-32 0,-1-2-30 0,1-10-37 16,0 13-26-16,0-13-173 0,-5 7-447 0,5-7 198 0</inkml:trace>
  <inkml:trace contextRef="#ctx0" brushRef="#br0" timeOffset="146115.47">11167 3370 47 0,'9'-9'141'15,"1"1"-14"-15,3 2 0 0,-2 2-11 0,7 0-3 16,-4 3-10-16,-1 1-10 0,5 3-6 0,0 2 6 16,-4 2-25-16,-3 1-1 0,5 0-6 0,-7 2-7 15,0-1 1-15,-1 2-8 0,-1 0 1 0,0-1-6 16,0 0 0-16,2 0-5 0,-3-3-1 0,2 2 1 16,3-2 17-16,-3-1 9 0,1-1 9 0,0-1 6 15,1-4-1-15,0 0 3 0,1 0 0 0,0-3 4 16,-1-2 1-16,-2-1 2 0,3 1-9 0,-2-5 4 15,-1 1 11-15,0-1-2 0,-2-1-7 0,-1-5-5 16,-2 4 3-16,-2 0-9 0,-3-1-4 0,0-1-13 16,-3 0-4-16,-5 0 4 0,1 0-20 0,-3 2-3 15,-1 2-3-15,-6 3-4 0,-1-1-18 0,1 6-20 16,-4 1-25-16,-4 1-27 0,0 4-31 0,6 3-35 16,1 0-52-16,1 1-56 0,-1 9-208 0,4-6-482 15,2 1 214-15</inkml:trace>
  <inkml:trace contextRef="#ctx0" brushRef="#br0" timeOffset="146479.29">12754 3059 101 0,'-1'-10'308'0,"1"10"-25"16,0-10-27-16,0 10-30 0,1-9-26 0,-1 9-23 15,0 0-18-15,0 0-15 0,0 0-2 0,0 0-8 16,-3 47-7-16,-1-20-8 0,-1 6-5 15,-1-1-8-15,-1 13-5 0,0-12-7 0,1 3-11 16,1-4-5-16,-1 0-12 0,0 0-11 0,2-6 0 0,2 2-2 16,0-1-2-16,4-2-12 0,-2-6-21 0,2-2-19 15,-2-1-30-15,-2-3-25 0,4 0-28 0,-2-4-31 16,0-9-42-16,4 13-53 0,-4-7-37 0,0-6-151 16,0 0-432-16,0 0 192 0</inkml:trace>
  <inkml:trace contextRef="#ctx0" brushRef="#br0" timeOffset="146739.34">12688 3134 27 0,'25'-13'199'0,"9"7"-9"0,-3 4-12 0,-1 2-13 16,3 3-16-16,-1 4-10 0,1 4-7 0,-4 2-13 15,1 4-3-15,-3 4-2 0,-2 0-4 0,-4 3-8 16,-2-1-1-16,-6 1-8 0,-1 0-5 0,-4 2-2 15,-8-2 4-15,-2 3 6 0,-4-3 5 0,-4 1 1 16,-3-3-3-16,-2-1 2 0,-6-3-3 0,-1 3-6 16,-5-6-1-16,1 2-9 0,-2-3-4 0,-4 0-10 15,6-4-4-15,-4-1-3 0,1-2-7 0,9-2-4 16,1-2-22-16,0 1-37 0,5-1-27 0,-3-2-51 16,5 1-46-16,0-2-87 0,12 0-277 0,-12-4-537 15,12 4 237-15</inkml:trace>
  <inkml:trace contextRef="#ctx0" brushRef="#br0" timeOffset="146919.41">13207 3493 33 0,'0'0'230'0,"14"-2"-25"0,-3-1-17 0,-2 0-21 0,2 1-20 16,-1 1-26-16,1 0-36 0,-1-1-45 0,4 2-47 15,-1-1-46-15,1 1-48 0,-3-2-76 0,0 0-190 16,1-1 85-16</inkml:trace>
  <inkml:trace contextRef="#ctx0" brushRef="#br0" timeOffset="147114.49">13475 3281 112 0,'-3'-11'259'0,"3"1"-14"16,0 10-6-16,-2-11-10 0,2 11-15 0,0-10-24 15,0 10-20-15,0 0-24 0,-2-5-16 16,2 5-14-16,0 0-10 0,0 0-12 0,2 33-4 16,-2-16-9-16,-2 9-8 0,2-8-4 0,2 10-5 15,-4-4-9-15,2 1-3 0,-3 2-7 0,3-8-3 16,-4 0-16-16,2-1-27 0,-3 0-29 0,3-1-33 0,-4-3-39 16,0-2-66-16,0-2-64 0,-1 1-144 0,1-4-406 15,-4-2 180-15</inkml:trace>
  <inkml:trace contextRef="#ctx0" brushRef="#br0" timeOffset="147469.12">13454 3282 92 0,'3'-5'226'0,"-3"5"-21"0,2-10-26 16,-2 10-19-16,0 0-14 0,0 0-17 15,0 0-5-15,0 0-2 0,11 20-12 0,-6-12-6 16,1 2-11-16,-1-1-6 0,1 1-9 0,1-1-2 15,3 1-7-15,-2-1-5 0,1 0-5 0,1-2 1 16,1-1-8-16,-1-2-4 0,0-2 0 0,1 0-4 16,0-2 8-16,1 0 6 0,-2-3 3 0,1-1 0 15,-1-2-2-15,1 2-2 0,0-5-4 0,-1 2-2 16,0-1-1-16,1-5-1 0,-3-1-8 0,1 5 4 16,-1-5-9-16,-3 2-6 0,4 0 3 0,-6 7 6 15,-1-2 0-15,2 2-5 0,-4 5-2 0,6-7-11 16,-6 7-7-16,5-4-4 0,-5 4 3 0,0 0-1 15,6 17-1-15,-3-7-3 0,-3 3 2 0,1 4-3 16,-7 2 3-16,6 0 2 0,0 0-2 0,-2 1-5 16,0-1-22-16,0 0-22 0,2-2-29 0,-3 1-20 15,1-1-15-15,0-4-30 0,2-1-45 0,2-2-33 16,0-1-36-16,-2-2-139 0,0-7-418 0,0 0 185 16</inkml:trace>
  <inkml:trace contextRef="#ctx0" brushRef="#br0" timeOffset="147733.69">13798 3483 50 0,'0'0'145'0,"0"0"-1"0,0 0 2 15,0 0-12-15,9 8 3 0,-9-8 5 0,11 4-4 16,-4-2 2-16,0-1 1 0,5-1 1 0,-2 0-2 16,5 0-2-16,-1-3-3 0,6 1-3 0,-2-6-6 15,1 4-5-15,-4-1 8 0,3-3-8 16,-7 2 0-16,0-1 11 0,-1-2-2 0,-2 0-14 15,-1-3-8-15,0 2-7 0,-2-1-1 0,-3-1-17 16,3 0-2-16,-3 1-8 0,-4 1-10 0,2 0-8 16,-5 0-5-16,3 1-5 0,-3 3-11 0,0-3-18 0,1 4-27 15,-1 1-23-15,-3 0-30 0,8 4-31 0,-14 0-39 16,14 0-27-16,-15 1-25 0,10 2-39 16,5-3-33-16,-7 8-183 0,5-3-476 0,2-5 210 15</inkml:trace>
  <inkml:trace contextRef="#ctx0" brushRef="#br0" timeOffset="148026.34">14234 3273 157 0,'4'-4'175'16,"4"0"6"-16,-4 1-5 0,0-3-6 0,-4 6-6 15,0 0-5-15,5-6-15 0,-5 6-9 0,0 0-20 16,0 0-7-16,0 0-13 0,0 0-8 0,0 0-8 16,0 0-6-16,-14 17-8 0,7-9-8 0,0 2-3 15,1 0-7-15,3 0-6 0,-3-1 0 0,6 2-5 16,-5 1-2-16,5-3-9 0,0 4 1 0,5-3-1 15,-3 1-6-15,2 0 0 0,3-3-5 0,0 2 1 16,2-2-3-16,-4 2 2 0,3-2-3 0,-1-1 1 16,0 2-3-16,0-1 0 0,-3-3-5 0,0 0 3 15,-1-1 0-15,1 1 8 0,0 0 15 0,-4-5 11 16,0 10 4-16,0-10 0 0,-8 11 0 0,1-5 2 16,-3 1-2-16,-2-1-6 0,3 0-4 0,-3-1-4 15,-3 2-21-15,1-2-21 0,-1 1-39 0,4-3-39 16,-3 1-48-16,5 0-54 0,3-2-61 0,6-2-135 15,0 0-418-15,0 0 184 0</inkml:trace>
  <inkml:trace contextRef="#ctx0" brushRef="#br0" timeOffset="148257.34">14751 3157 27 0,'0'0'234'16,"0"0"-22"-16,0 0-12 0,-5-5-18 0,5 5-19 15,0 0-18-15,0 0-10 0,25-11-20 0,-12 8-10 16,8-1-6-16,-2 0-12 0,9-5-7 0,-6 5-16 16,-3 1-29-16,-2 0-28 0,-3 1-38 0,-3-2-35 15,0 3-32-15,-4-1-31 0,1-1-27 0,-8 3-79 16,0 0-256-16,0 0 114 0</inkml:trace>
  <inkml:trace contextRef="#ctx0" brushRef="#br0" timeOffset="148435.29">14755 3174 104 0,'-12'14'140'0,"1"3"3"16,0 6 4-16,2-1-8 0,-2 5 0 16,0-1-3-16,4-2-3 0,-3 2-9 0,2-1-3 0,3-5-3 15,1-1-4-15,2-1-13 0,-2 2-8 16,3-2-5-16,-2 0-14 0,-1-2-2 0,2 0-5 0,2-3-6 15,0-2-10-15,0 1-23 0,0-1-30 0,0-2-24 16,0 0-42-16,0-9-25 0,0 10-38 0,0-10-27 16,0 8-129-16,0-8-308 0,0 0 136 0</inkml:trace>
  <inkml:trace contextRef="#ctx0" brushRef="#br0" timeOffset="148581.63">14640 3434 115 0,'8'-2'123'0,"-8"2"1"16,14-2-17-16,-4 0-17 0,1-1-7 0,6 1-2 16,4 0-8-16,8-2-15 0,-1 1-14 0,1-2-25 15,2 1-47-15,2-3-29 0,-1 1-82 0,-1-1-150 16,-1 1 66-16</inkml:trace>
  <inkml:trace contextRef="#ctx0" brushRef="#br0" timeOffset="148932.87">15238 3211 67 0,'0'0'161'0,"-4"-11"2"0,4 11-5 16,-10-8-11-16,4 4-17 0,-6 3-5 0,1 2-10 16,-2 0-7-16,-4 7-7 0,2 0-1 0,-3 4-8 15,3 0-2-15,-1 1-10 0,4 0-7 16,1-1-7-16,2-1-5 0,3-1-8 0,1 2-3 0,1-2-8 16,4 1 2-16,0-4-3 0,2 2-8 0,2-2 2 15,0 1-2-15,3-1-5 0,2-3-2 0,1-1 0 16,-1 1-7-16,0-1 3 0,0-2 0 0,1 3-3 15,-3-3-2-15,-7-1 3 0,12 3 3 0,-12-3-3 16,7 2 12-16,-7-2 4 0,5 1 3 0,-5-1 3 16,0 0-1-16,0 0-10 0,0 0-5 15,0 0-7-15,-20 9-1 0,9-6-1 0,-2 2 1 16,-3 3 11-16,-1 1 1 0,2 2-1 0,-1-2 2 0,1 1 2 16,1 0 0-16,-1 2 1 0,7-4-6 0,0 1 1 15,-1 0-2-15,4-2-3 0,0 1-3 16,0-3-2-16,5 3 0 0,-3-2 1 0,3-6-5 15,3 12 1-15,5-7-2 0,2 0-23 0,3-2-30 16,8-2-44-16,6 1-44 0,8-2-42 0,-3-6-65 16,2 2-187-16,-2-6-454 0,-4 1 201 0</inkml:trace>
  <inkml:trace contextRef="#ctx0" brushRef="#br0" timeOffset="149120.97">15495 3165 225 0,'0'0'244'0,"0"0"-22"0,0 0-17 16,-1-10-25-16,1 10-15 0,0 0-15 0,4-6-17 15,2 4-9-15,4-2-16 0,3 3-10 0,5-3-8 16,1 3-13-16,0-1-30 0,9 0-29 0,-10-1-29 16,0 3-35-16,0-5-35 0,-5 4-32 0,-2 0-28 15,1 1-142-15,-5-2-306 0,-7 2 136 16</inkml:trace>
  <inkml:trace contextRef="#ctx0" brushRef="#br0" timeOffset="149286.81">15665 3121 6 0,'-4'4'132'0,"4"-4"-6"0,-7 14 7 16,3-4-1-16,-3 5-5 0,1 3-8 0,1 0 5 0,-5 9 14 16,3-2-4-16,-1 4-6 0,-2-4-14 15,1 2-11-15,2-1-11 0,-1 0-4 0,-1-2-12 16,0 1-1-16,4-6-12 0,-3 6-7 0,2-8-35 15,0 3-42-15,-1-2-50 0,3-2-61 0,-1-3-163 0,0-4-317 16,1 2 141-16</inkml:trace>
  <inkml:trace contextRef="#ctx0" brushRef="#br0" timeOffset="149446.96">15786 3474 236 0,'0'0'294'0,"0"0"-25"0,9-4-27 16,-9 4-22-16,0 0-33 0,7-4-33 0,-7 4-51 16,0 0-70-16,0 0-79 0,0 0-116 0,0 0-93 15,0 0-277-15,0 0 122 0</inkml:trace>
  <inkml:trace contextRef="#ctx0" brushRef="#br0" timeOffset="158051.04">23638 3650 57 0,'-5'-13'97'0,"5"13"-7"15,0 0 3-15,0 0-13 0,0 0 3 0,0 0-20 16,-3-7-4-16,3 7-8 0,0 0-12 0,0 0 0 15,0 0-2-15,0 0 0 0,0 0-12 0,0 0 7 16,0 0-11-16,0 0 2 0,0 0-1 0,0 0-5 16,0 0 1-16,0 0 4 0,0 0-8 0,0 0 0 15,0 0-8-15,0 0 6 0,0 0-1 0,0 0 4 16,0 0-7-16,0 0 0 0,0 0-1 0,0 0 7 16,0 0 1-16,0 0-6 0,0 0 0 0,0 0-7 15,0 0 4-15,0 0-3 0,0 0-2 0,0 0 1 16,0 0-6-16,0 0 22 0,0 0-22 0,0 0 2 15,0 0 4-15,0 0-2 0,0 0-2 0,0 0 15 16,26 2-2-16,-8-4-22 0,0 2 12 0,4-3-1 16,6 1 0-16,0-2 3 0,1 3 0 0,-2-4-2 15,1 1 1-15,-8 3 0 0,-1 0-2 0,-1 0-3 16,-4 0 7-16,-1 0 0 0,0 0-9 0,-3 1 7 16,-3-2 21-16,-7 2 1 0,15 0 0 0,-15 0-8 15,11 0 1-15,-11 0-5 0,9-1 6 0,-9 1-7 16,0 0-1-16,9-1-7 0,-9 1 2 0,0 0-11 15,0 0 4-15,0 0-23 0,7-3-18 0,-7 3-22 16,0 0-18-16,0 0-26 0,0 0-62 0,0 0-186 16,0 0 82-16</inkml:trace>
  <inkml:trace contextRef="#ctx0" brushRef="#br0" timeOffset="161446.07">23621 2701 10 0,'0'0'60'0,"0"0"-7"0,-4-6-2 16,4 6 3-16,0 0 2 0,0 0 0 0,-2-7 6 16,2 7-6-16,0 0 1 0,0 0 2 0,-5-7-3 15,5 7-4-15,0 0-5 0,-5-7-2 0,5 7-3 16,0 0 3-16,-4-4-5 0,4 4-5 0,0 0 6 16,0 0-9-16,0 0-1 0,0 0-5 0,0 0 2 15,0 0-10-15,0 0-1 0,-6-5-6 0,6 5 3 16,0 0-8-16,0 0 7 0,0 0-7 0,0 0-3 15,0 0 8-15,0 0-10 0,0 0 5 0,0 0-6 16,0 0-1-16,0 0 3 0,8 26-4 0,-6-17 6 16,1-2-14-16,-1 3 14 0,2 0-2 0,-3 0 2 15,1 0-1-15,2 0 4 0,-3 2-4 0,1-1-5 16,1 3 6-16,-2-3 0 0,3 5 1 0,-3-4-5 16,1 4 0-16,-1 0 1 0,1 0 1 0,1 0 1 15,-2-4-9-15,3 2 12 0,-3 1 5 16,1 0-17-16,-1 2 7 0,2-2 1 0,-3 3-5 0,1-1 7 15,-1 0 7-15,0-1-6 0,1 1-10 0,-1 0 8 16,-1 1-1-16,2-2 0 0,-1 1-8 0,0 0 7 16,-1-1 2-16,0 1 0 0,-1 0-2 0,1-1-10 15,2 1 18-15,-1-2-4 0,0-1 1 0,2 3-4 16,-4-5-5-16,2 3 8 0,2-2-9 0,-1 2 7 16,-1-3 5-16,0 6-2 0,0-7-5 15,0 0 0-15,1 1 4 0,0 1-9 0,1-1 13 16,0 0-1-16,0-1-1 0,-4 1-2 0,6-1 1 0,-4 0-4 15,0-11 5-15,-2 21-7 0,0-10 1 0,1 0 4 16,0-1 3-16,1-10-8 0,-3 21-6 16,2-10 9-16,1 0-2 0,-1-1 4 0,1-10-8 15,-3 19 0-15,3-9 0 0,4 0 3 0,-4-10 0 16,-4 20 1-16,4-20 2 0,-1 16-1 0,1-16 1 16,-3 14-3-16,0-9 0 0,3-5-4 0,0 0 8 15,-2 19-5-15,2-19 7 0,0 0 5 0,0 16-16 16,0-16 4-16,0 0 8 0,0 0-7 0,0 0 2 0,0 15-1 15,0-15 1-15,0 0 1 0,0 0-6 16,0 0 0-16,0 0-5 0,0 0-6 0,0 0-26 16,0 0-11-16,0 0-21 0,4 11-26 0,-4-11-84 15,0 0-197-15,0 0 87 0</inkml:trace>
  <inkml:trace contextRef="#ctx0" brushRef="#br0" timeOffset="165595.34">24106 3530 6 0,'-11'3'27'0,"11"-3"-10"15,-9 1 1-15,9-1 4 0,-9 0-2 0,9 0-1 16,-7 2-2-16,7-2 9 0,0 0-7 0,0 0-7 16,-12 1 1-16,12-1-4 0,0 0 4 0,-9 2-1 15,9-2-5-15,-7 3 3 0,7-3-4 0,-7 3 5 16,7-3-5-16,0 0-3 0,-9 3 2 0,9-3 2 16,0 0-3-16,-5 2 0 0,5-2 6 0,0 0-2 15,0 0-3-15,0 0 3 0,0 0-1 0,0 0-2 16,0 0 2-16,0 0-1 0,0 0 1 0,0 0-3 15,0 0-4-15,0 0 0 0,0 0 2 0,0 0-4 16,0 0 4-16,-2 7 3 0,2-7-2 16,0 0-1-16,11 7 2 0,-5-5-1 0,4 2-1 0,-2-2 3 15,2 0-1-15,3 1-4 0,-2-1-11 0,3 0-3 16,0 0-9-16,-2-1-38 0,1 0-65 0,0-1 29 16</inkml:trace>
  <inkml:trace contextRef="#ctx0" brushRef="#br0" timeOffset="166008.72">24005 3634 35 0,'0'0'100'0,"0"0"-2"0,0 0-9 15,0 0 2-15,0 0-13 0,0 0-9 0,0 0 5 16,0 0-6-16,0 0-5 0,0 0 2 0,0 0 1 16,0 0-2-16,0 0-5 0,0 0-10 0,0 0 3 15,0 0-7-15,0 0 3 0,0 0-3 0,-11-2 2 16,11 2-9-16,0 0-2 0,0 0-5 0,0 0-3 15,0 0-4-15,0 0-2 0,0 0-6 0,0 0 1 16,0 0 0-16,0 0-13 0,24-5 12 0,-16 3-2 16,2 0 0-16,1 0-3 0,2 1-2 0,1-2 0 15,3 3-3-15,1-3 2 0,0 2-4 16,1-2-13-16,0 1 4 0,-2 1 2 0,2 0-13 0,-4-2-9 16,0 3 7-16,-2-1-22 0,1 0-6 0,-3 1-28 15,5 0-21-15,-10 0-10 0,2-1-7 0,-8 1-69 16,17 1-194-16,-12-1 86 0</inkml:trace>
  <inkml:trace contextRef="#ctx0" brushRef="#br0" timeOffset="166328.41">24643 3523 95 0,'0'0'125'0,"0"0"-6"0,0 0-9 16,0 0-16-16,0 0 3 0,0 0-21 0,0 0-4 15,0 0-5-15,11-3-2 0,-11 3-3 0,11-1-8 16,-11 1 0-16,11-2-10 0,-4 2-8 0,-7 0-1 15,17-2-5-15,-6 2 0 0,-2-1-7 0,0 2-11 16,0-2 8-16,3 1-15 0,-1 0 0 0,0 1-17 16,3 1-4-16,-2-2-27 0,3 0-20 0,-2 2-20 15,5-1-24-15,-7 0-61 0,2-1-182 0,-1 0 81 16</inkml:trace>
  <inkml:trace contextRef="#ctx0" brushRef="#br0" timeOffset="166538.03">25260 3521 101 0,'11'-2'84'0,"-11"2"-7"0,13 0-11 16,-6 0 7-16,-7 0-2 0,18-2-19 0,-7 2-16 0,-2 0-26 15,4 0-18-15,-1 0-29 0,-3 2-51 0,2-2-95 16,2 0 42-16</inkml:trace>
  <inkml:trace contextRef="#ctx0" brushRef="#br0" timeOffset="166744.54">25782 3506 22 0,'0'0'99'0,"0"0"-16"0,0 0 5 0,10-1-11 15,-10 1-6-15,11 1-11 0,-4-1-4 0,-7 0-10 16,16 0-3-16,-9-1-20 0,-7 1-14 0,19 0-19 16,-7 0-17-16,-1-1-13 0,3 1-15 0,-1 0-37 15,-2-2-97-15,7 1 43 0</inkml:trace>
  <inkml:trace contextRef="#ctx0" brushRef="#br0" timeOffset="166945.26">26209 3478 6 0,'11'-3'43'0,"-11"3"-5"16,10-1 2-16,-10 1 10 0,9-1-6 0,-9 1-2 16,8-3 4-16,-8 3 2 0,0 0 15 0,0 0-17 15,15-2 0-15,-9 0 1 0,-6 2-6 0,9-2 9 16,-9 2-19-16,11-1-1 0,-4-2 3 0,-7 3-5 15,13-1-6-15,-3 1-4 0,-4-2 2 16,1 0-2-16,-7 2-4 0,20-2-11 0,-9 1-12 16,0-2-16-16,3 3-23 0,-1-3-24 0,6 0-48 0,-2 0-128 15,1-2 58-15</inkml:trace>
  <inkml:trace contextRef="#ctx0" brushRef="#br0" timeOffset="167478.96">26867 3405 12 0,'0'0'75'0,"0"0"-8"0,0 0-2 16,10-1-6-16,-10 1-11 0,0 0-7 0,13 0-13 16,-13 0-13-16,12 0-12 0,-4-1-11 0,1 1 4 15,2-1-7-15,3 1-1 0,1 0-7 0,-1-3 9 16,4 3-1-16,4-1 2 0,-1 0-5 0,-2 0 8 15,0 1 3-15,2-1-8 0,-9 1 1 0,7 0 4 16,-6 0 2-16,1-1 3 0,-1 1 3 0,0 0 6 16,1-2-1-16,-3 2 4 0,1-1 2 15,-1 1 0-15,-1 1 5 0,0-2 11 0,-1 2 6 16,-9-1-2-16,15-1-7 0,-5 1 6 0,-10 0 3 0,13-2-1 16,-13 2-1-16,14 0 0 0,-6-1 0 0,-8 1-5 15,11-1 11-15,-4-1-14 0,-7 2-11 0,14 0 7 16,-7-1-8-16,1 1-3 0,2-2 1 0,-1 2 6 15,1 0 0-15,3-2-5 0,-1 1-7 16,0 0 4-16,1 0-2 0,6-2-1 0,-2 2-4 16,3-2 4-16,0 3-1 0,1-2-4 0,0 0 0 15,-2-1 1-15,1 3 3 0,-1 0-8 0,2-3 7 16,-2 2-3-16,0-1 2 0,-2 2-3 0,-3 0 4 0,-1-2 0 16,5 0-4-16,-5 1 5 0,-2 1-2 0,1-1-1 15,1-1-4-15,-1 2 7 0,-1-2-5 0,0 1-8 16,-2 1 7-16,0-2 0 0,2 1-3 15,-11 1 6-15,19-1-2 0,-11-2-2 0,4 2 2 16,-4 1-2-16,-1-1 7 0,-7 1-3 0,19-3 7 16,-15 2-20-16,5 0-10 0,-9 1-3 0,18-2-7 15,-11 0-3-15,1 1-11 0,1 1-3 0,0-2 2 16,-9 2-4-16,14-2 6 0,-6 0-13 0,2 1 5 16,1 1-30-16,-2-1-88 0,3 1 40 0</inkml:trace>
  <inkml:trace contextRef="#ctx0" brushRef="#br0" timeOffset="167621.37">28127 3315 163 0,'8'0'-16'0,"3"0"3"0,-11 0 7 15,13 0-5-15,-5 0 17 0,-8 0 11 0,13 2-10 16,-7-2 2-16,-6 0 6 0,12 0 0 0,-12 0 6 16,9 0-1-16,-9 0-4 0,0 0 8 0,10 0-10 15,-10 0-2-15,0 0-2 0,10 0 5 0,-10 0-8 16,0 0 0-16,11-2 0 0,-11 2-3 0,0 0 15 16,10 2-15-16,-10-2 8 0,9 0-26 0,-9 0-11 15,0 0-32-15,14-2-61 0,-14 2 27 0</inkml:trace>
  <inkml:trace contextRef="#ctx0" brushRef="#br0" timeOffset="168861.41">25288 3250 26 0,'0'0'122'0,"-1"-12"8"0,1 12 3 0,0 0 6 15,0 0-9-15,-1-8-13 0,1 8-7 0,0 0-8 16,0 0-8-16,0 0-6 0,-2-7-13 0,2 7-1 16,0 0-12-16,0 0-4 0,0 0-8 0,0 0-5 15,0 0-11-15,0 0-2 0,0 0-8 0,0 0 1 16,0 0 5-16,0 0-9 0,0 0-8 0,0 0 3 16,-10 20-4-16,9-10 0 0,-4 7-4 15,-1 2 5-15,-1 6-1 0,-1 4 2 0,-2 1-7 0,0 1 3 16,0 2 0-16,-4 0 2 0,3 2-2 0,-10 7-2 15,9-11 0-15,-2 1 4 0,0 1-3 16,0-2 0-16,-1 0-1 0,4 2 3 0,-5-5-4 16,3 1 3-16,2-3-10 0,2 0 7 0,-3-3 0 0,6-5 3 15,-3 0-1-15,2-1-5 0,0-1-12 0,3-2-20 16,-5 1-16-16,4-4-15 0,1-1-40 0,2 3-33 16,-1-1-19-16,1-2-94 0,-4-1-266 0,4-2 119 15</inkml:trace>
  <inkml:trace contextRef="#ctx0" brushRef="#br0" timeOffset="169326.94">25383 3156 64 0,'0'0'103'0,"0"0"-6"16,0 0 9-16,0 0-10 0,0 0-10 0,0 0-10 16,0 0-2-16,0 0-5 0,0 0-7 0,0 0-9 15,0 0-2-15,0 0-3 0,0 0-2 0,0 0-9 16,-23 13 3-16,14-6-7 0,-4 6 7 0,-5 0-11 15,-3 4-1-15,0 0-5 0,0-1-1 0,-3-2-4 16,10-2 0-16,-2 1 4 0,0-1-26 0,5 0-22 16,2-2-13-16,-1-2-6 0,2 1-25 0,-1-2-30 15,1 1-77-15,1 0-190 0,3-3 84 0</inkml:trace>
  <inkml:trace contextRef="#ctx0" brushRef="#br0" timeOffset="169509.67">25393 3277 50 0,'10'5'57'15,"-1"2"-10"-15,-1 0-13 0,5 0-32 0,2 4-34 16,-1 2-35-16,-5-2 16 0</inkml:trace>
  <inkml:trace contextRef="#ctx0" brushRef="#br0" timeOffset="171353.2">25326 4156 11 0,'-6'-6'135'0,"1"1"-9"0,-1 2-9 0,-1-1-18 0,0 2-2 16,7 2 1-16,-20-2-7 0,8 2-10 15,0 0 2-15,-2 3-3 0,0 5-14 0,1-3-3 16,-2 2 0-16,1 3-15 0,0 2 16 0,1 1-10 15,-1 1-1-15,3 0-7 0,0 0-2 0,3 1-3 16,2-3-5-16,2 2-3 0,1-1-9 0,0-2 2 16,2 3-2-16,3-4-1 0,1 1 0 0,3 1-3 0,-2-1-24 15,5-2-15-15,1 0-15 0,1-2-34 16,5 0-25-16,0 0-17 0,-3-2-25 0,4 0-83 16,-3-2-236-16,4-1 104 0</inkml:trace>
  <inkml:trace contextRef="#ctx0" brushRef="#br0" timeOffset="171747.92">25479 4107 116 0,'0'-7'174'0,"0"7"-6"0,0-13-1 16,1 8-12-16,-1 5-15 0,0 0-19 0,-3-11-22 15,3 11-8-15,0 0-13 0,0 0-4 0,0 0-5 16,0 0-9-16,4 27-5 0,-4-11-4 0,0 3-10 15,0-2 1-15,5 2-3 0,-5 0-5 0,0-1 3 16,3 0-13-16,-1 0 5 0,-2 0-3 0,2-3-4 16,0-3-4-16,0-1 0 0,-1 2-2 0,1-3-1 15,0 0-5-15,-2-3 1 0,0 0 2 0,0-7 0 16,2 10-4-16,-2-10 3 0,0 8 0 0,0-8 2 16,0 0-2-16,0 6 4 0,0-6 9 0,0 0 6 15,0 0-5-15,0 0-1 0,0 0 5 0,0 0-3 16,0 0-5-16,0 0-1 0,14-27-7 0,-7 19 5 15,-1-2-6-15,3 0-1 0,0-3-11 0,1-3 0 16,3 6-2-16,-4 1-1 0,0 3 2 0,1-1-3 16,0 1-1-16,1 3-2 0,-2 1-2 0,-2 1-2 15,2 1 3-15,2 3 2 0,0 0-1 0,0 3 1 16,-2 1 4-16,0 1-5 0,0 2-16 0,-2 0-25 16,4 4-31-16,-1-2-35 0,-3-2-28 0,3 5-20 15,-4-5-130-15,2 1-315 0,-3-2 141 0</inkml:trace>
  <inkml:trace contextRef="#ctx0" brushRef="#br0" timeOffset="172099.4">25967 4182 134 0,'-13'-1'152'0,"-1"1"-8"0,-1 3-13 16,-4 1-3-16,2 4-15 0,-2 2-6 15,-1-1-11-15,5 3-6 0,-1 0-4 0,3 2-14 0,3-2-8 16,1 1 4-16,2-4-12 0,5 1-8 0,2 0-2 16,0 0-5-16,2-3 2 0,1 0-10 0,5 0 0 15,2 0 2-15,1-2-7 0,1-2-4 16,1 0-6-16,5 0 3 0,-1-5 1 0,-5 0-6 16,2-1-4-16,-2 0 4 0,0-1 4 0,-1-3 0 15,-2 0 3-15,1 0-4 0,0-2 3 0,-5 1 6 0,1 0-2 16,0 1 6-16,-2-3 0 0,0 6 3 15,1-2 10-15,-3 0-1 0,-2 6 21 0,4-7-7 0,-4 7-13 16,0 0-6-16,4-8-5 0,-4 8-5 16,0 0-2-16,0 0-2 0,0 0-6 0,0 0-12 15,1 22-8-15,-1-15-18 0,0 2-19 0,-1 4-31 16,-1-1-30-16,4-3-33 0,-2 3-41 0,-2 0-167 0,0 0-369 16,0-1 163-16</inkml:trace>
  <inkml:trace contextRef="#ctx0" brushRef="#br0" timeOffset="172472.64">26086 4275 90 0,'0'0'127'0,"0"0"7"15,0 0-7-15,0 0 0 0,0 0-8 0,4 22-8 16,-4-15-14-16,0-7-4 0,2 13-6 0,-2-7-11 15,0-6-14-15,3 12 0 0,-3-7-5 0,0-5-5 16,2 9-3-16,-2-9 3 0,0 0 2 0,0 10 19 16,0-10 4-16,0 0 15 0,0 0 7 0,0 0 2 0,0 0-9 15,0 0-6-15,0 0-5 0,0 0-7 16,0 0-7-16,0 0-8 0,9-20-3 0,-6 12-7 16,3-2-2-16,-3 0-7 0,3 1-3 0,0-2-6 15,2 2-1-15,-1 0-5 0,1 1-3 0,-1 0-8 16,2 2 1-16,-4 1-6 0,1 1 1 0,-6 4-8 15,9-4 2-15,-9 4 2 0,10 0-1 0,-10 0-3 16,13 6 0-16,-5-1-2 0,0 2 2 0,1 2 1 16,-5-1-2-16,2 1-7 0,-1-2-17 0,-3 3-13 15,5 0-15-15,-4-1-19 0,-1 3-28 0,0-4-31 16,2 0-32-16,1 1-34 0,-5-9-159 0,2 11-383 16,-2-11 170-16</inkml:trace>
  <inkml:trace contextRef="#ctx0" brushRef="#br0" timeOffset="172975.89">26377 4246 140 0,'0'0'165'0,"0"0"-19"0,4-5-15 16,-4 5-13-16,0 0-13 0,0 0-2 0,0 0-3 16,0 0-5-16,0 0-10 0,4 19-9 0,-4-13-5 15,0-6-4-15,2 12-3 0,-4-5-10 0,2-7-1 16,2 11-9-16,-2-11 0 0,-2 10-5 0,2-10-2 15,0 9-1-15,0-9-3 0,0 0-2 0,2 8-1 16,-2-8-3-16,0 0 10 0,0 0 6 0,0 0 8 16,0 0-4-16,0 0-2 0,0 0-3 0,0 0-7 15,0 0-5-15,0 0-1 0,15-13 6 16,-12 7-15-16,6-1 1 0,-2-1-5 0,-1 1-2 16,3 2-2-16,1 0-3 0,-4-1 1 0,1 3-6 0,-1 1-2 15,-6 2 1-15,14-2-1 0,-7 2 1 0,-7 0-5 16,13 4 4-16,-6-2-3 0,2-1-1 0,-2 5 4 15,4-4-1-15,-2 2-1 0,2 0 1 16,1-1 1-16,-1 3 4 0,2-2-2 0,3-2 1 16,-1-1 2-16,-1 0-3 0,2-1 1 0,-3-2 0 15,5-2 1-15,-6 2-2 0,-1-2 3 0,0-1 2 0,-2 1 1 16,-2-5-1-16,-1 3 3 0,-1-4-1 0,-1 4 3 16,-1-3-5-16,1-1-1 0,-2 1 3 0,-2-1-1 15,0-1-3-15,-2 2 4 0,2 1 3 16,0 8 0-16,-4-12-3 0,-1 7 0 0,5 5-4 15,-5-5 0-15,5 5-3 0,0 0-1 0,0 0-3 16,-27 14 2-16,14-2-2 0,-1 1 1 0,1 0-2 0,0 3 1 16,1 0-2-16,4-2 2 0,-1 2 0 0,1-1-23 15,4 1-9-15,2-4-34 0,0-1-32 16,4 2-37-16,2-4-31 0,2-1-41 0,0-1-115 16,3-2-347-16,0-1 154 0</inkml:trace>
  <inkml:trace contextRef="#ctx0" brushRef="#br0" timeOffset="173181.87">26911 4114 118 0,'2'-10'251'0,"0"2"-8"16,-2 8-18-16,2-11-18 0,-2 11-24 0,2-7-23 16,-2 7-19-16,4-4-13 0,-4 4-15 0,0 0-12 15,0 0-8-15,1 27-9 0,-1-11-8 0,0 1-6 16,0 2-7-16,0 1-5 0,0 0-5 0,0 4-6 15,0-4-1-15,4 0-25 0,-2 5-20 0,3-2-32 16,-2-7-30-16,-1 3-67 0,0-4-48 0,2 0-172 16,-2-3-377-16,1-2 167 0</inkml:trace>
  <inkml:trace contextRef="#ctx0" brushRef="#br0" timeOffset="174911.12">25479 3230 11 0,'0'0'41'0,"0"0"2"0,0 0-4 0,0 0 1 15,0 0-1-15,0 0 6 0,0 0-8 0,-21-11-6 16,21 11 9-16,0 0-8 0,0 0-2 0,0 0 9 16,0 0-5-16,-10-2 14 0,10 2-3 0,0 0-3 15,0 0-6-15,0 0 2 0,0 0 7 0,0 0-6 16,-5-3 6-16,5 3-2 0,0 0 1 0,0 0-1 15,0 0-4-15,0 0-3 0,0 0-8 0,0 0 0 16,0 0-2-16,-6-7-1 0,6 7-5 0,0 0-7 16,0 0-3-16,0 0 9 0,-11 2-8 0,11-2-4 15,0 0-1-15,0 0 1 0,0 0-1 0,-11 0 1 16,11 0 0-16,0 0 1 0,0 0-3 0,0 0 1 16,-9-2-1-16,9 2 4 0,0 0-7 0,-9-1-2 15,9 1 4-15,0 0 1 0,0 0 1 0,-12-2-4 16,12 2 2-16,0 0-1 0,0 0 0 0,-8-2 2 15,8 2 0-15,0 0-4 0,-7-2 4 0,7 2-4 16,0 0 7-16,0 0 14 0,0 0 3 0,0 0 7 16,-6-3 1-16,6 3 4 0,0 0 5 0,0 0 4 15,0 0 0-15,0 0 0 0,0 0-9 0,0 0 2 16,0 0-5-16,0 0-8 0,0 0-4 0,0 0 3 16,0 0-8-16,0 0-3 0,0 0-7 0,0 0 2 15,0 0-3-15,0 0 1 0,0 0 5 0,12 17 0 16,-3-11-17-16,5 7-17 0,-1 0-25 15,4 0-33-15,6 3-35 0,0 5-38 0,4 0-102 0,-2-4-275 16,6 1 123-16</inkml:trace>
  <inkml:trace contextRef="#ctx0" brushRef="#br0" timeOffset="176671.27">27227 4361 59 0,'0'0'173'0,"0"0"-5"15,0 0-11-15,0 0-10 0,0 0-1 16,0 0-14-16,0 0-13 0,0 0-10 0,9-26-13 16,-4 19-6-16,-1-1-13 0,1-2-5 0,-3 2-4 0,0-3-6 15,2 2 0-15,-2-2-6 0,-1 1-2 0,1-2-5 16,-2 1-7-16,2 0-1 0,-2-1-9 0,0-1-6 16,0 0 1-16,0 5 5 0,-2 0 0 0,4-1 2 15,-2 9-7-15,-4-12-3 0,4 12-4 16,-1-11 0-16,1 11-5 0,-4-7-3 0,4 7-5 15,-2-5-2-15,2 5 2 0,-7-4 0 0,7 4-3 0,0 0 0 16,0 0-1-16,-16 6-3 0,16-6-2 0,-8 3 1 16,8-3-2-16,-5 6 0 0,5-6-1 0,0 0 1 15,-2 10-1-15,2-10 5 0,0 0 1 0,11 10-5 16,-5-6-1-16,2-1-3 0,1 1-7 16,4-3 0-16,1 1 2 0,-1 1-4 0,1-3 2 0,-1 2 2 15,-2 0-1-15,0-2 3 0,-2 1-2 0,-2 0 0 16,-7-1 3-16,12 2-5 0,-8 1 2 0,3 0 1 15,-7-3 4-15,6 9 2 0,-1-3 0 16,-1-2-6-16,1 5 5 0,-3 0 5 0,2 1-3 16,-5-1-3-16,3 1 6 0,0-1 0 0,2 0-1 15,-4-2 4-15,5 2 0 0,-3-2-4 0,4-1 0 0,0 1 3 16,-2-1 2-16,5 0-1 0,-1 1-3 0,2-5 4 16,1 1-3-16,-3-1 0 0,2-1-7 0,3-1-1 15,0 1 3-15,-1-2-4 0,-1 0 4 0,3-3 2 16,-1 1 3-16,-2-2-5 0,3 1-1 0,-3-2 0 15,-2 0 2-15,0-1 2 0,0 0-3 16,-1-3 4-16,-2 3 1 0,-1-3 0 0,1-2-2 0,-4 2 3 16,2-2-3-16,-1 1 1 0,-2-1-4 0,0 2 1 15,-1 0 5-15,-2 2-5 0,2 8 3 0,-3-13-3 16,3 7 2-16,0 6-3 0,-6-11-2 0,6 11 4 16,-6-3-6-16,6 3 2 0,-10-2 0 15,10 2 27-15,-12 5 1 0,4 2-9 0,-1 0 2 16,0 3 1-16,6 0-4 0,-3 1-1 0,1-1 0 0,1 1-3 15,4 0 0-15,0-2 2 0,3 1-1 0,1-2-6 16,3 1-1-16,1-2-5 0,4-1 5 16,1 0-5-16,3-2 8 0,-3 0-10 0,8-1 1 15,-2-2-1-15,0-3 0 0,1-1 4 0,-2 0-5 16,0-1 9-16,0 1-3 0,0-1 1 0,-5 0 6 16,-1-2-6-16,1 1 8 0,-3-2-6 0,-2 0 8 0,1 0 1 15,-2-1-3-15,-3 1 4 0,3-3 2 0,-3 2-1 16,-1 1 4-16,-3 0 6 0,4 0 0 15,-4 7 3-15,0-13-6 0,0 13-4 0,-4-9 1 16,4 9-5-16,-5-6-4 0,5 6 1 0,-14-3-2 16,14 3-2-16,-17 8 1 0,5-3-2 0,1 0-3 15,1 4 3-15,-1-2-2 0,3 3 1 0,0-2-3 16,1 0 1-16,2 0-3 0,2-1 3 0,-1 2 2 0,4-3 0 16,0-6 0-16,0 13-5 0,0-13 5 15,2 8-3-15,0-3 4 0,-2-5-6 0,8 9-4 16,-6-8 0-16,-2-1 1 0,9 4 5 0,-9-4-6 15,9 2 1-15,-9-2-1 0,8 0 1 0,-8 0-1 16,10-1-1-16,-10 1-2 0,10 3 4 0,-10-3-6 16,10 2 8-16,-3 1-2 0,-3 2-1 0,2-1-1 15,-1 4 0-15,-1-3 2 0,0 5 3 0,2 0-2 16,-6 1 3-16,6-1-1 0,-3 2 0 0,-1-1 0 16,-4 2 3-16,2-2-4 0,0 0 3 0,0-11 3 15,0 21-1-15,-3-9-2 0,-3-1 2 0,0 0 2 16,-4 3-12-16,-1 0-3 0,-1-3-10 0,-1-1-16 15,4-1-8-15,-3-2-32 0,1-1-23 0,-2-2-34 16,1 2-29-16,0-4-111 0,2 0-298 0,10-2 132 16</inkml:trace>
  <inkml:trace contextRef="#ctx0" brushRef="#br0" timeOffset="176891.19">28037 4142 122 0,'0'0'232'0,"5"-8"-23"0,-5 8-21 0,3-5-22 16,-3 5-16-16,0 0-21 0,2-5-14 0,-2 5-13 15,0 0-9-15,0 0-11 0,7 16-5 0,-7-16-10 16,-4 17-3-16,4-5-10 0,0 0-1 0,1-1-7 16,-1 2-3-16,-1-1-5 0,-2-2-2 0,7 4-21 15,-3-2-24-15,-1-2-16 0,0-10-37 0,2 17-41 16,0-8-36-16,0-1-152 0,-2 0-314 0,0-8 138 15</inkml:trace>
  <inkml:trace contextRef="#ctx0" brushRef="#br0" timeOffset="177055.21">27928 3968 3 0,'0'0'13'0,"11"15"-16"0,-7-9-3 16,6 3 1-16</inkml:trace>
  <inkml:trace contextRef="#ctx0" brushRef="#br0" timeOffset="177563.3">28175 4155 47 0,'0'0'141'16,"-6"7"1"-16,-2-4-2 0,4 2-10 0,4-5-7 16,-7 8-15-16,3-3-6 0,1 0-11 0,3-5-8 15,-4 13-8-15,2-6-8 0,2-7-4 0,3 13-4 16,-3-6-14-16,3-1 3 0,0 3 5 0,-1-5-2 16,3 2-12-16,1-2-5 0,1 2-3 0,-2-4 0 15,2 1-6-15,-7-3-2 0,8 4-1 0,-2-3 4 16,-6-1-8-16,0 0 4 0,12-2-4 0,-12 2-1 15,7-5-2-15,-7 5-1 0,4-10-3 0,0 4 0 16,-4 6-2-16,1-12 4 0,-1 4-4 0,0 1 2 16,0 7-6-16,-1-15 5 0,-1 5-5 15,2 1 1-15,0 9-1 0,2-14 0 0,0 9-3 0,1-2 2 16,3 1 0-16,-2 2-7 0,-4 4 3 0,10-6 0 16,-3 5-1-16,-7 1-2 0,19 4 4 0,-11-1 0 15,4 4 7-15,-2-1-10 0,4 3-1 0,-3-1 3 16,-2 1 5-16,0-1-5 0,-2 1 0 0,-2-1-3 15,2-1 3-15,-3-1 3 0,-2 1 11 0,2-2 10 16,-4-5 5-16,4 8 8 0,-4-8 9 0,3 5 4 16,-3-5 6-16,0 0-3 0,0 0 6 0,0 0 4 15,0 0 3-15,0 0 5 0,0 0-2 0,0 0-7 16,3-19 1-16,1 10-14 0,1-1-2 0,-1-1-13 16,6-4-2-16,0 2-6 0,3 0-8 0,1 3 4 15,-2 5-7-15,-1 0-2 0,-2 0-4 0,2 1-2 16,0 2-2-16,0 4-2 0,0-1-1 15,-2 5 1-15,-3 1-3 0,0 2 2 0,1 2-3 0,-3 1-19 16,-1-1-23-16,-1 5-31 0,-2 2-32 0,-2-1-43 16,-1-1-63-16,-4 2-198 0,1-4-445 0,-4-1 197 15</inkml:trace>
  <inkml:trace contextRef="#ctx0" brushRef="#br0" timeOffset="192036.62">2536 3259 94 0,'-7'-10'141'0,"0"0"5"16,2 1-3-16,-1 0 0 0,-1 2-6 0,2 0-7 16,1 4-2-16,-1-3-18 0,5 6-9 0,-7-6-6 15,7 6-19-15,-5-5-8 0,5 5-13 0,0 0-3 16,0 0-7-16,0 0-7 0,0 0-4 16,0 0-2-16,0 0-2 0,0 0 0 0,17 27-5 0,-5-16-9 15,-1 2-6-15,2 1-19 0,0-1-16 0,0 3-7 16,-2-2-5-16,3 1-18 0,-2 2-17 0,1-3-27 15,-2 0-14-15,-3 0-14 0,3-1-92 0,-4-1-237 16,-3-3 106-16</inkml:trace>
  <inkml:trace contextRef="#ctx0" brushRef="#br0" timeOffset="192227.13">2582 3204 19 0,'0'0'77'0,"0"0"-13"0,0 0 6 16,0 0-16-16,-15 24-2 0,10-7-5 0,-3 0-1 15,-2 8-8-15,0-2 5 0,-2 1-9 0,1-2-5 16,-2 0-22-16,5-4-19 0,1-3-29 0,-2 2-48 16,1-4-94-16,4 1 42 0</inkml:trace>
  <inkml:trace contextRef="#ctx0" brushRef="#br0" timeOffset="192734.86">2364 4070 14 0,'0'0'121'0,"0"0"-21"0,0 0-5 0,0 0-9 15,0 0-8-15,0 0-5 0,0 0-12 0,0 0-8 16,0 0 0-16,-2 26-8 0,5-13-13 0,0-3 4 16,-1 5-3-16,1-2-2 0,2 3 1 0,-1 0-1 15,0-2-6-15,-1 3 4 0,0-4-10 0,2 3 1 16,-4-2-16-16,4-1-17 0,-2 0-23 0,-2-1-20 16,3-1-19-16,-3-2-74 0,2 0-161 0,-4-2 72 15</inkml:trace>
  <inkml:trace contextRef="#ctx0" brushRef="#br0" timeOffset="192929.26">2341 4244 58 0,'10'2'79'0,"3"-1"-5"0,-2 3-5 16,7 0-5-16,-5 0-9 0,4 0-7 0,2-1-17 0,-1 2 9 15,0-1-1-15,1 0-5 0,-1 0-24 16,-2 1 6-16,1 0-39 0,-4-2-14 0,-3 2-57 16,0-4-100-16,-1 2 45 0</inkml:trace>
  <inkml:trace contextRef="#ctx0" brushRef="#br0" timeOffset="193094.03">2533 4146 80 0,'-7'-5'103'0,"7"5"-21"16,-11-4-5-16,11 4-9 0,-22 9-9 0,7-2-10 16,-2 7-2-16,-5 4 1 0,-3 7-13 0,-1 2 2 15,0 1-4-15,-4 6-20 0,7-6-22 0,1-3-25 16,4-2-81-16,0 0-124 0,7 0 54 16</inkml:trace>
  <inkml:trace contextRef="#ctx0" brushRef="#br0" timeOffset="193541.93">3570 4075 49 0,'0'0'134'0,"-1"-6"-11"16,1 6-18-16,0 0-12 0,0 0-12 0,-1-9 0 15,1 9-19-15,0 0-7 0,0 0-11 0,0 0 1 16,0 0-2-16,4 31-5 0,-2-18-4 0,1 2-5 16,-2 3 3-16,0 1-2 0,1 6-4 0,-1 1-4 15,0-6-3-15,0 6 6 0,-1-8-3 0,-1 2-4 16,1 5-6-16,0-7-16 0,-1-2-19 0,1 2-15 15,0-1-20-15,-1-6-21 0,-1 5-23 16,1-4-51-16,0-2-166 0,-3-2 73 0</inkml:trace>
  <inkml:trace contextRef="#ctx0" brushRef="#br0" timeOffset="193817.61">3504 4129 19 0,'19'-2'115'0,"8"-2"-14"0,-5 5-3 0,6 2-15 15,-7 1-8-15,5 2 4 0,-7 3-21 0,0 0-5 16,-3 2 9-16,-1 5-26 0,-2-3 12 0,-3 0-11 16,-1 3-3-16,-1 2-3 0,-6 0-3 0,-1 1 0 15,-2 0 9-15,-5 6-1 0,-1-6-10 0,-7 7 8 16,-1-3-4-16,-4-2 2 0,-4-2 1 0,1 0-5 15,-4-2-6-15,2-2 6 0,0 1-11 0,6-8 5 16,0 0 1-16,3 1-8 0,1-4-9 0,2 1-30 16,1-3-19-16,2-1-47 0,2 1-114 0,-4-4-219 15,11 1 98-15</inkml:trace>
  <inkml:trace contextRef="#ctx0" brushRef="#br0" timeOffset="193993.45">3905 4311 113 0,'10'-1'109'0,"-10"1"-8"0,14-4-16 0,-7 3-5 0,0 0-9 16,4 1-19-16,0-2-13 0,1 2-31 16,0-1-16-16,1-1-23 0,-2 1-25 0,2 0-39 0,-1-1-100 15,-3 0 44-15</inkml:trace>
  <inkml:trace contextRef="#ctx0" brushRef="#br0" timeOffset="194175.06">4148 4165 47 0,'-3'-6'169'0,"3"6"-17"16,0 0-22-16,0 0-9 0,-2-9-22 0,2 9-9 16,0 0-12-16,0 0-7 0,0 0-3 0,0 0-12 15,0 0-6-15,2 35 1 0,0-18-9 0,0 1 4 16,-2 3-4-16,0-2-2 0,1 4-6 0,-6 3-10 0,4-7-15 15,2-1-27-15,-1 2-11 0,0-4-31 16,0 0-33-16,0-4-20 0,0-1-72 0,0 2-199 16,0-13 88-16</inkml:trace>
  <inkml:trace contextRef="#ctx0" brushRef="#br0" timeOffset="194536.87">4191 4207 71 0,'0'-9'115'0,"0"9"-9"0,0 0-13 0,0 0 2 16,0 0-20-16,0 0-8 0,0 0-3 0,14 16-4 15,-9-7-5-15,1-1-3 0,-1 3-1 0,3-3 3 16,-1 3-8-16,-2-1-10 0,3-2 1 0,-3-2 1 16,1 2-5-16,2 0-2 0,-3-4-4 0,-1 1 0 15,2-2-2-15,0 0-1 0,-6-3-1 0,11 4 6 16,-5-4-1-16,-6 0 6 0,15-3-6 15,-5-1-2-15,-1-3 4 0,-2 2 1 0,1-1 4 0,-2-1-7 16,-1 1 11-16,1-3-2 0,-1 1-3 0,2 0-2 16,-4 2 0-16,2 1-1 0,-5 5-8 0,5-7-1 15,-5 7-8-15,4-5-5 0,-4 5-1 0,0 0 1 16,0 0-4-16,0 0 4 0,14 10-3 16,-8-1-3-16,-2 1 5 0,-1 2-3 0,-1 0 1 15,2 3-3-15,0 0-4 0,-1-1-8 0,-2 1-17 16,1 0-6-16,1-3-32 0,2 0-10 0,-2-1-17 15,0 0-8-15,0 0-18 0,0-5-7 0,2 1-88 16,-3-2-230-16,3-1 101 0</inkml:trace>
  <inkml:trace contextRef="#ctx0" brushRef="#br0" timeOffset="194804.22">4538 4396 104 0,'2'-5'8'0,"-2"5"17"0,7-12 21 16,-6 8 7-16,-1 4 11 0,4-7-5 0,-4 7-12 15,0 0-6-15,1-8 0 0,-1 8-3 0,0 0-2 16,0 0 17-16,0 0-15 0,0 0 0 0,8 16 3 15,-8-16-6-15,4 9 5 0,-2-2-4 0,-2-7 0 16,5 6-3-16,0-2-7 0,-1 0-2 0,-4-4 10 16,9 5 0-16,-4-2 10 0,-5-3 8 0,13-2 0 15,-13 2 8-15,17-6 0 0,-10-2-6 0,5 3-4 16,-1-3 9-16,-2 0 8 0,0 0-2 0,0-2-4 16,-2 2-4-16,-2-1 0 0,0 0-4 0,-3-1-3 15,1 1-3-15,-1 0-2 0,-2 0-10 0,0 0-4 16,0 9-3-16,-2-13-1 0,0 7-9 0,2 6-19 15,-8-8-11-15,3 5-11 0,5 3-25 0,-13 0-23 16,13 0-22-16,-16 9-27 0,11-4-21 0,0-1-125 16,1 3-288-16,2-1 128 0</inkml:trace>
  <inkml:trace contextRef="#ctx0" brushRef="#br0" timeOffset="195093.98">4885 4228 136 0,'0'0'184'0,"4"-7"-12"0,-4 7-8 15,0 0-18-15,0 0-10 0,-3-11-15 0,3 11-6 16,0 0-13-16,0 0-2 0,-12-2-12 0,12 2-9 16,0 0-7-16,0 0-9 0,-18 7-10 0,12-2-1 15,2-1-7-15,0 2-6 0,0 0-3 0,4-6-2 16,-3 14-7-16,6-5-3 0,0 0 1 0,2 0-8 16,2-3 4-16,1 2-6 0,-2 0 5 15,3 0-8-15,0 0 0 0,0-2 0 0,0 4 2 16,-1-4-4-16,1-1-4 0,-5 2 0 0,2 0 4 0,-2-2-8 15,-1 3-1-15,-2-1 2 0,0 0-1 16,-1-7 1-16,-4 13 2 0,2-3-6 0,-5-1 4 16,-1 0-1-16,0 0-8 0,-3-1-14 0,1-1-14 15,1-2-17-15,-1 2-13 0,2-2-37 0,2 0-22 0,-3-1-39 16,4-1-110-16,5-3-294 0,-14 4 131 16</inkml:trace>
  <inkml:trace contextRef="#ctx0" brushRef="#br0" timeOffset="195451.12">5090 4234 14 0,'12'-4'126'0,"0"-2"-13"0,-2 2-9 16,4 1-11-16,-1-1-9 0,1 0-11 0,-1 1-2 15,0 0-15-15,0 1-5 0,-2 1-21 0,2-1-18 16,-2 4-8-16,0-4-13 0,-1 2-15 0,-10 0-14 15,10 0-3-15,-10 0-7 0,0 0 6 0,10 0-1 16,-10 0-3-16,0 0 7 0,0 0-1 0,0 0 9 16,0 0 1-16,-25-5 6 0,25 5 16 0,-14-1 14 15,6 1-3-15,8 0 8 0,-15 0 7 0,15 0-2 16,-12 0 7-16,12 0-5 0,-10 0 0 0,5 4-7 16,-2 1 15-16,2 1 7 0,0 1 2 0,1 4 6 15,0 1 4-15,1 0 10 0,-2 5 6 0,0-1 2 16,2 1 1-16,-1 1 1 0,1 0-7 15,2-1-4-15,0 2-4 0,0 1-3 0,-2-4-9 0,2 1-3 16,-2 0 6-16,2-2-8 0,0-1-10 0,-1 1-16 16,2-4-38-16,0-11-34 0,-2 19-14 0,2-9-28 15,0-10-74-15,-4 11-196 0,4-11 87 0</inkml:trace>
  <inkml:trace contextRef="#ctx0" brushRef="#br0" timeOffset="195613.47">5083 4401 19 0,'11'-1'112'0,"-4"-1"-12"0,5 0-18 0,-2 1-2 16,4-2-23-16,3 0-15 0,3-1-27 0,2 0-7 16,0 0-33-16,6-2-18 0,-7 1-32 0,9-1-80 15,-3 1 35-15</inkml:trace>
  <inkml:trace contextRef="#ctx0" brushRef="#br0" timeOffset="195938.78">5477 4306 53 0,'15'-9'8'15,"3"-1"14"-15,-7 3 28 0,-3 1 34 0,-1-2 3 16,-3 3 25-16,-1-1-24 0,-1-2 10 0,-2 8 3 16,0-10 10-16,0 10-10 0,-2-10 1 0,2 10-13 15,0 0-5-15,-5-6-7 0,5 6-10 0,0 0-7 16,0 0-4-16,-20 13-1 0,12-5 3 0,0 1-8 16,0 3-4-16,0 0-5 0,0 2-7 0,4-1 3 15,1-4-3-15,3 1-6 0,-2 2-5 0,5-4-1 16,-2 0 1-16,3 0-2 0,0-2 0 0,0-1-2 15,1 1-7-15,0-3-1 0,-5-3-3 0,10 6-2 16,-6-4-1-16,-4-2-2 0,9 3-3 0,-9-3 2 16,6 3 3-16,-6-3-4 0,0 0 0 0,0 0-4 15,0 0 1-15,0 0-5 0,0 0-4 0,0 0 5 16,0 0 4-16,-33 1-7 0,20 2 7 0,3 0-1 16,-4 3-4-16,4 0 3 0,-7 1 0 0,7-1 3 15,-3 2-2-15,3-2 10 0,1 3-1 16,0-2-5-16,1 5 3 0,2-4-1 0,2 1 3 15,0-2 1-15,2 2 0 0,0-4-1 0,2-5-6 0,7 16 2 16,-7-16-2-16,9 8-19 0,2-3-31 0,5-3-47 16,3 0-40-16,0-4-146 0,1-1-308 0,2-4 137 15</inkml:trace>
  <inkml:trace contextRef="#ctx0" brushRef="#br0" timeOffset="196136.69">5739 4266 26 0,'0'0'216'0,"0"0"-15"16,-1-9-17-16,1 9-20 0,0 0-20 0,0 0-12 15,0 0-20-15,5-6-5 0,-5 6-13 16,16-1-9-16,-5 0-5 0,7-1-8 0,-2 1-5 16,6-2-14-16,-3-1-22 0,-1 2-28 0,2 1-33 15,-2-1-28-15,-1 0-31 0,-3 2-30 0,-3 0-22 16,-3-1-82-16,-8 1-241 0,0 0 107 0</inkml:trace>
  <inkml:trace contextRef="#ctx0" brushRef="#br0" timeOffset="196305.29">5947 4208 87 0,'-5'19'110'16,"4"-10"-9"-16,-2 2 13 0,2 2-8 0,-2 4 7 15,1-1 7-15,-3 2-16 0,2 2-2 0,1-1-17 16,1-1-2-16,-2-1-8 0,2 0-6 0,-1-1-9 15,1 0-1-15,0 0-13 0,0 0 1 0,-2-4-32 16,3-1-21-16,0-11-34 0,-1 21-62 16,-1-10-123-16,2-11-244 0,-7 17 108 0</inkml:trace>
  <inkml:trace contextRef="#ctx0" brushRef="#br0" timeOffset="196464.49">5878 4266 43 0,'9'-3'123'0,"4"3"-36"0,5-4-36 0,0 0-42 0,-1 0-62 16,-4 3-56-16,5-3 25 0</inkml:trace>
  <inkml:trace contextRef="#ctx0" brushRef="#br0" timeOffset="197022.28">6952 4331 92 0,'0'0'133'0,"-17"6"-12"16,7-2-18-16,1 4 2 0,-5 2-7 0,2 2 1 15,-1 2-11-15,1 3-9 0,0 5-2 0,4 1-8 16,1-5-6-16,3 2 1 0,2 0-17 0,2-4-2 16,1 2-1-16,3-1-3 0,1 1-6 0,3-3-14 15,0-2-15-15,5 1-24 0,3-5-20 0,0-1-26 16,3-2-27-16,-1-3-30 0,2 1-62 0,0-3-199 15,-1-3 88-15</inkml:trace>
  <inkml:trace contextRef="#ctx0" brushRef="#br0" timeOffset="197666.89">7142 4261 118 0,'-5'-18'168'0,"3"6"24"0,-2 2-3 0,1 3-17 0,1 1-18 16,2 6-20-16,-3-10-17 0,3 10-15 15,0 0-10-15,0 0-11 0,0 0-7 0,0 0-7 16,8 36-7-16,-4-19-6 0,1 9-3 0,-4 1-7 0,4 1 0 16,-1-3-5-16,0 1-3 0,-2 0-4 0,1-8 0 15,1 0-7-15,-3-4 6 0,0 1-11 16,0-1 2-16,1-4-5 0,-1 1-3 0,0-3 1 16,-1-2 2-16,0-6 0 0,2 8 2 0,-2-8-5 15,0 0 3-15,2 6-2 0,-2-6-2 0,0 0 0 16,0 0-4-16,0 0 0 0,5-18 1 0,-1 9-3 0,0-1-7 15,2-2-6-15,-1-1-3 0,2 1-4 0,3-4 4 16,-1 6-2-16,0 2 2 0,1 2-3 16,-1 0 0-16,3 1 0 0,-2 3 1 0,-1 1 0 15,2 3-3-15,2 1 4 0,0 0 3 0,-2 1-2 16,6 4-5-16,-3 0-5 0,1 2-13 0,1-1-15 16,-1-1-5-16,-1 1-9 0,3 0-1 0,-2-3-13 15,3-1-5-15,-5 0-12 0,5 0 0 0,-2-6-2 0,3 4-6 16,-1-3-2-16,2-2 7 0,-1-1 6 0,-3-2 13 15,1-2 4-15,-8-2 15 0,2 2 14 16,1 1 14-16,-3-4 22 0,-3 2 15 0,-2-2 10 16,-1 0 9-16,0-1 16 0,-3 0 13 0,-2 0 3 15,-2-1 7-15,-1 3 2 0,-3-2 3 0,2 1-2 16,-3 3-7-16,0 1 1 0,3 1-6 0,-5 3-4 16,1 1-7-16,-1 2-4 0,2 3-7 0,-3 2 0 15,1 7-1-15,-2 1-3 0,3 1 0 0,-1 1-7 16,4 0-1-16,0 0 0 0,5-6-3 0,-1 2 5 15,3-1-9-15,0-11-2 0,5 23 2 0,-2-14-4 16,2-2 4-16,-5-7-8 0,9 9 6 0,-9-9-3 16,10 5-2-16,-10-5 4 0,12 2-4 0,-7-3 4 0,-5 1-5 15,13-5 4-15,-7 0-5 0,2 2 0 16,-1-6 2-16,-2 4-3 0,2 1 1 0,-2 1 1 16,-5 3 5-16,8-7-14 0,-3 5 2 0,-5 2-1 15,6-4-3-15,-6 4-5 0,0 0 4 0,8-1-3 16,-8 1 4-16,0 0-1 0,12 9-10 0,-12-9-18 15,8 10-23-15,-3-5-34 0,-1 4-35 0,1-1-36 16,2 2-112-16,-5-1-292 0,-2-9 129 0</inkml:trace>
  <inkml:trace contextRef="#ctx0" brushRef="#br0" timeOffset="198016.93">7814 4421 9 0,'0'0'174'15,"0"0"-20"-15,2-11-21 0,-2 11-11 0,0 0-15 16,0 0-13-16,0 0-7 0,13 4-9 0,-13-4-6 16,10 10-4-16,-4 0-9 0,-1-1-3 0,0 0-2 15,2 0-7-15,-2 0-4 0,-1-2 0 0,-1-1-9 16,1 2 1-16,0-1-7 0,-1-2 4 0,-3-5-3 16,4 8 3-16,-4-8 5 0,0 0 22 0,4 6 4 15,-4-6 0-15,0 0-7 0,0 0-6 0,0 0-3 16,0 0-5-16,0 0-5 0,0-22-3 0,0 22 6 15,1-17-13-15,0 9-1 0,4-3-1 0,-2 2-6 16,-1 0 0-16,3 1 2 0,0-1-6 0,1 4-2 16,-3 0-4-16,5 1-1 0,-3 1 0 0,-5 3-6 15,13 0-1-15,-5 4-1 0,0 0 4 16,2 6-2-16,-3 1 3 0,3 3 1 0,-1 1-2 16,-2-2-2-16,-1 2 5 0,1 2-6 0,-1 1-11 0,-1-2-18 15,-1 3-18-15,-2-5-33 0,2-2-36 0,-1 0-29 16,1-2-40-16,-3 0-106 0,-1-10-313 0,4 11 138 15</inkml:trace>
  <inkml:trace contextRef="#ctx0" brushRef="#br0" timeOffset="198499">8174 4443 76 0,'0'0'187'0,"5"-9"-24"15,-5 9-18-15,0 0-13 0,0 0-13 0,0 0-16 16,0 0 13-16,0 0-21 0,0 0-1 15,10 19-6-15,-9-9-6 0,1-4-4 0,-1-1-3 16,-1-5-1-16,0 15-8 0,0-15-4 0,1 9-7 16,-1-9-4-16,0 9-7 0,0-9-2 0,0 7 1 15,0-7-7-15,0 0 3 0,0 0 8 0,1 7 11 0,-1-7 6 16,0 0 8-16,0 0-6 0,0 0-10 0,0 0-3 16,0 0-6-16,0 0-6 0,9-20-2 15,-7 12-6-15,4 0-3 0,2 0-4 0,-3-2-3 16,2 2-7-16,5-1-2 0,-2 1-1 0,-2 2-2 15,4 1-4-15,-1 1-4 0,0 0 0 0,1 2 0 16,-1 2-1-16,-2 3-1 0,3 1-2 0,-1-1 0 16,3 0 0-16,-2 3 3 0,-3 0 1 0,9 1-1 15,-7-1-1-15,1-2 0 0,-1-1 4 0,-1 1 1 16,6-1-1-16,-6-1 2 0,3-2 0 0,-3 0 1 16,0-2-3-16,0-1 1 0,2-2-1 0,-2-1-1 15,0-1-2-15,-1 0 1 0,-1-2 1 0,-2 1-1 16,-2-1 0-16,1 0-3 0,-2 1 1 0,-1-1-2 0,-2 1 0 15,0 8-4-15,-1-15 5 0,0 6-2 16,-2 4 2-16,-2-1-2 0,5 6-2 0,-7-10-2 16,3 8-3-16,4 2-1 0,0 0-2 0,-12 1 3 15,12-1 3-15,-10 14-3 0,2-1 3 0,2 3 1 16,-1 0 0-16,2 0 2 0,-3 1-5 0,6-5-22 16,4 4-23-16,-1-3-29 0,3 3-34 0,3-8-49 15,5 4-45-15,-3-3-143 0,1-3-381 0,1-2 168 16</inkml:trace>
  <inkml:trace contextRef="#ctx0" brushRef="#br0" timeOffset="198701.13">8772 4285 180 0,'-3'-12'257'0,"2"2"-7"0,1 0 0 15,-1 3-19-15,1 7-18 0,0 0-22 0,-2-12-29 16,2 12-20-16,0 0-13 0,0 0-11 0,0 0-11 15,3 27-9-15,-3-9-10 0,4 7-10 0,-2 2-3 16,1 1-8-16,-1 0-6 0,1 0-19 0,0 5-27 16,-1 0-32-16,2-4-49 0,0 3-77 0,-2-4-79 15,-4 4-163-15,2-6-416 0,0 1 185 16</inkml:trace>
  <inkml:trace contextRef="#ctx0" brushRef="#br0" timeOffset="199210.12">9471 4428 113 0,'-4'-5'252'0,"4"5"-27"0,-4-9-24 16,4 9-22-16,-4-4-20 0,4 4-16 0,0 0-15 15,0 0-12-15,0 0-13 0,0 0-13 0,-11 18-9 16,9-12-5-16,1 5-7 0,-1-3-7 0,0 3-5 16,2-3-4-16,2-1-8 0,0 3-3 0,1-1-4 15,1-1-4-15,-1-3-11 0,3 1-6 0,-3-2-7 16,6 2-7-16,-1-2-3 0,-2-1-9 0,2-3-1 16,-8 0-4-16,14-2-2 0,-6 0 2 0,-8 2-1 15,13-9 5-15,-7 6 3 0,-1-6 0 0,-1 1-6 16,0 2 8-16,0-3-2 0,0 4-2 0,-2-2-1 15,1 2 4-15,-3 5-1 0,6-10-8 0,-6 10 1 16,2-4-9-16,-2 4 4 0,0 0 1 0,0 0-3 16,0 0 9-16,17 10 5 0,-9-3-5 0,-3-1 0 15,3 1 3-15,-1 1 1 0,3 1 3 0,1-3 1 16,-1-1-2-16,3 0 4 0,-2 0 2 0,2-4 2 16,0 2 1-16,1-5-2 0,0-2 14 0,-1 0 6 15,2-4 8-15,-5 2 6 0,0-1 8 0,1-1 1 16,-4-2-1-16,-3 1 6 0,0-4-3 0,-1 2-4 15,-1-1-8-15,-3 0-1 0,-2 0-7 0,-1-4-3 16,-2 1-10-16,1 6-18 0,0 0-18 0,-4 1-18 16,1 1-24-16,-1 2-26 0,4 3-20 0,5 2-27 15,0 0-9-15,0 0-17 0,0 0-118 0,0 0-305 16,-5 13 135-16</inkml:trace>
  <inkml:trace contextRef="#ctx0" brushRef="#br0" timeOffset="199726.11">9988 4350 43 0,'3'-9'168'0,"-3"9"-8"16,0 0-5-16,0 0-16 0,-10-11-8 16,2 8-3-16,-3 4-7 0,2 3-6 0,-4 1-10 0,-5 3-3 15,1 4-11-15,-1 0-6 0,3 2-4 0,-3 4-5 16,3-2-11-16,6 0-1 0,0 1-7 0,4-3-6 16,1 1-5-16,0-3-5 0,8 0-3 0,-2-1-3 15,4 0-4-15,-1-4-3 0,3 0-1 0,4-3-3 16,-2-1-1-16,3-3-9 0,8-3 0 15,-2-1-9-15,-1-3 4 0,2-2-5 0,-1 0 0 16,-1-2-1-16,-2 0 2 0,-4 0 4 0,-1 3-6 0,-3-1-7 16,-1-5 8-16,-3 2 2 0,1 2-2 0,-4-1 1 15,1 0-1-15,-2 3-6 0,0 1 5 16,0 7 2-16,0-13-1 0,0 13-4 0,0-7-5 16,0 7 1-16,0 0-2 0,0 0 0 0,0 0 4 15,0 0-7-15,0 0 6 0,0 0 3 0,1 33-1 16,-2-22 3-16,2 2-2 0,1 4 2 0,3-9 1 0,0 5 0 15,1-5-9-15,0 2 6 0,3-3 6 0,1-3 0 16,0-1-4-16,2 1 7 0,1-5-4 0,3-2 3 16,2-2-4-16,0-2-7 0,-1-1 3 15,-1-1-5-15,0-4 1 0,-4 4-1 0,0-4-1 16,-4 3 1-16,-1 0 1 0,-2-2 8 0,-2 1-5 16,-1-2-2-16,1 3 0 0,-2-1-1 0,-3 0 0 0,2 4 3 15,0 7 2-15,1-15-9 0,-1 15 8 16,-1-10-3-16,1 10-5 0,0 0-3 0,0 0-1 15,0 0 6-15,0 0 0 0,0 0 1 0,-5 24 1 16,2-6 7-16,1-1-1 0,0 1 5 0,0 0-2 16,1 1-1-16,-2 6 0 0,-2-6 2 0,2 7-2 15,3-3 5-15,-1-3-1 0,0-1-7 0,-2-1-24 16,-1 6-28-16,0-6-44 0,1-1-55 0,-5 1-178 0,2-2-355 16,-4-2 157-16</inkml:trace>
  <inkml:trace contextRef="#ctx0" brushRef="#br0" timeOffset="200125.07">11163 4114 171 0,'-3'-7'176'0,"3"7"-9"16,-5-9-11-16,1 6-18 0,4 3-10 0,-6-3-12 15,6 3-11-15,-10 6-1 0,3 3 4 16,1 4 9-16,-4 12-6 0,-2 0-6 0,2 3-4 15,2 2-7-15,2 2 3 0,-3 4-11 0,5-5-1 16,3 2-8-16,-2-1-13 0,1-1 3 0,2 2-4 16,-1-1-6-16,1 1-1 0,1-3-5 0,0-2-5 0,-1-3-4 15,1 1-4-15,-2-9-5 0,1 2-8 16,1-7-19-16,-1 1-18 0,-1-3-14 0,1 0-17 16,1-3-28-16,-1-7-28 0,0 0-20 0,0 0-39 15,-2 16-34-15,2-16-153 0,0 0-374 0,0 0 165 16</inkml:trace>
  <inkml:trace contextRef="#ctx0" brushRef="#br0" timeOffset="200482.13">10915 4441 109 0,'5'-12'141'0,"3"10"-19"16,5-2-3-16,5-1-17 0,-2 2-11 0,13-1-7 15,1 2-12-15,1-2-8 0,0 0-3 0,0 1-7 16,0 0-4-16,-3 1-7 0,1 1-5 0,-7 1 2 15,-1-3-6-15,-4 5-3 0,1-1-2 0,-6 0-6 16,-2 1 14-16,0-1-19 0,-3 1-2 0,-2 2 0 16,0 0 2-16,-5-4 8 0,5 9 11 0,-5-1 2 15,0 0 10-15,-4 2 4 0,2-1-3 0,-1 0-7 16,1 1 2-16,0-2-6 0,0 1-2 0,2-9-6 16,0 12-3-16,0-12-3 0,4 12-3 0,-2-8 5 15,-2-4-7-15,9 9-2 0,-3-7 0 0,2 0 0 16,1-2 1-16,2-3-5 0,0-1 0 0,0-2 1 15,1 0-3-15,-1 0-1 0,3-4-1 0,-1 0 0 16,-5 0 7-16,-1 1 2 0,0-1-1 0,-4-1 0 16,-3 0-2-16,-2 1-3 0,-3-1-3 0,-2-4-11 15,-3 5-21-15,-4 1-18 0,-2 2-19 0,-2 1-25 16,0 3-19-16,-1 3-17 0,0 4-12 0,-1 3-15 16,1 3-111-16,-3 4-279 0,2 3 124 0</inkml:trace>
  <inkml:trace contextRef="#ctx0" brushRef="#br0" timeOffset="200799.11">11475 4575 137 0,'10'-9'153'0,"0"2"-6"0,2-3 6 0,-5 2-12 16,-2-2 4-16,2 0-12 0,-2-1-13 0,-1-1-9 15,0 2 0-15,-2-3-6 0,0-2-9 0,-4 5-9 16,0-3-2-16,-1 3-7 0,-2-3-8 15,0 3-5-15,1 1-3 0,3 1-3 0,-2 2-5 0,3 6-10 16,-5-11-8-16,5 11-3 0,-1-9-4 0,1 9-9 16,-2-6 1-16,2 6-2 0,0 0-2 0,11-6-1 15,-3 3-6-15,-8 3-4 0,20 1 4 16,-4 3-5-16,-3-2 1 0,3 4-5 0,0-1 0 0,1 5 3 16,-7-5-4-16,4 7 0 0,-3-5 0 15,0 2 3-15,0 3 2 0,-4 0-10 0,0-2 5 0,-2-1 1 16,1 6 3-16,0-3-1 0,-1-3 0 0,-4 3-26 15,1-1-7-15,0-1-24 0,-1 1-28 16,1-2-35-16,-2-9-40 0,2 14-167 0,-2-14-350 16,0 0 154-16</inkml:trace>
  <inkml:trace contextRef="#ctx0" brushRef="#br0" timeOffset="201449.3">11871 4488 1838 0,'4'-5'35'0,"-4"5"-26"0,3-8 10 0,-3 8-10 0,4-5-13 15,-4 5 2-15,4-4 3 0,-4 4-2 16,0 0-3-16,0 0 3 0,0 0 2 0,0 0 6 16,0 0 9-16,5 25-3 0,-5-25-1 0,0 12-4 15,0-12 1-15,0 16-1 0,0-8 3 0,0-8-4 0,0 12 4 16,0-12 2-16,0 0 6 0,2 10 5 16,-2-10 8-16,0 0 16 0,0 0 10 0,0 0 15 15,0 0 14-15,0 0 6 0,0 8-12 0,0-8-4 16,0 0-12-16,0 0-4 0,0 0-5 0,4-32-7 15,-1 22-4-15,2-2-5 0,0-3-7 0,3 0-2 16,-3-2-10-16,3 2 5 0,0-2-9 0,1 3-5 0,3 0-2 16,0 3 0-16,-3 3-6 0,-1 4-4 15,2-1-4-15,1 3 1 0,-2 2-5 0,0 2 2 16,0 4 1-16,2-1-1 0,-4 4-1 0,6 3 5 16,-4 0-4-16,-2-1 4 0,3 2 0 0,-2 1 7 15,-3-3-4-15,1-2 0 0,-4-1-3 0,-1-1 2 16,4 1 1-16,-1-3 0 0,-4-5 1 0,2 10 5 0,0-7-1 15,-2-3 2-15,0 0 2 0,4 7 1 16,-4-7-4-16,0 0-1 0,0 0-5 0,0 0 3 16,5-17 2-16,-5 17-4 0,2-10-4 0,0 3 0 15,-2 0-4-15,2-1 0 0,4-2-8 0,-2 3-2 16,0-2-5-16,3 0-4 0,-1 3 6 0,-1 2-4 16,3 1-3-16,0 1 2 0,-8 2-1 0,13-1 4 15,-13 1 1-15,16 7 2 0,-7-1 4 0,0 0-1 16,2 0 3-16,-2 1 0 0,-2-1 1 0,5 1 3 15,-1 0 8-15,-2 0-5 0,2-1-1 0,0-3 3 16,0-1 1-16,-1-1 2 0,2-1-1 0,2-3 0 16,-1 1 1-16,-1-1 2 0,1-3-3 0,-1 0 6 15,0 0 1-15,-2-2 5 0,-1 0 1 0,-2-1 5 16,0-1 8-16,-3 0 0 0,0-1-8 0,-1 2 4 16,-3-1-7-16,2 0 2 0,-4 1-1 0,-2 0 1 15,1 4-8-15,-1-1 3 0,4 6-4 0,-7-10-2 16,7 10-2-16,-9-4-1 0,9 4-2 0,-14 3-2 15,5 2 2-15,-2 3 0 0,1 0-3 0,0 2 0 16,5-1-2-16,-2 2-24 0,3 1-24 0,2-1-34 16,-2 1-20-16,6 0-29 0,3-1-44 0,1-2-32 15,5 1-151-15,3-1-392 0,-1-3 173 0</inkml:trace>
  <inkml:trace contextRef="#ctx0" brushRef="#br0" timeOffset="201837.42">12726 4411 40 0,'0'-13'187'0,"-4"3"-23"16,0 1 1-16,-1 1-12 0,1 3-8 0,-3-1 1 16,2 2-11-16,-3 1-6 0,8 3-12 0,-13 0-5 15,3 4-7-15,1 2-14 0,-9 4-4 0,9-1-6 16,-4 4-9-16,3-1 0 0,0 2-15 0,1-1-4 16,4-1-10-16,0-2-1 0,5 1-5 0,-2 0-6 15,6 0-9-15,1-4-6 0,2 0-7 0,-2 1-12 16,5-2 6-16,0-5-14 0,1 1-5 0,2-3-11 15,1-3-7-15,-1-3 3 0,5 0-5 0,-3-2 4 16,0-1 2-16,-4-2 5 0,2-2-1 0,-2 1 6 16,-4 1 7-16,-5-5 6 0,2-1 1 0,-1-1-4 15,-3 1 12-15,-5-8 2 0,3-1-1 0,-5 1 0 16,3-1 8-16,0 1 10 0,-3-3-1 0,0 3 15 16,3-1 1-16,-1 7 14 0,-1 6 16 0,3 1 15 15,1 4 0-15,0 3 0 0,2 6-15 0,-2-12-6 16,2 12-12-16,0 0-6 0,0 0-3 0,0 0-2 15,6 25-5-15,-6-7 1 0,5 8-5 16,-1 0-3-16,0 4-1 0,1-1-1 0,0 3-5 0,-3-4 1 16,0 1 1-16,3-1-14 0,-1 0-20 0,-2 0-22 15,-2-2-29-15,0 0-50 0,0-1-78 0,-4 3-237 16,2-8-465-16,-5 4 205 0</inkml:trace>
  <inkml:trace contextRef="#ctx0" brushRef="#br0" timeOffset="202632.84">13585 4376 2 0,'-1'-6'231'16,"1"6"-14"-16,-2-10-24 0,2 10-21 0,-4-7-16 15,4 7-19-15,0 0-19 0,0 0-8 0,0 0-20 16,0 0-3-16,0 0-10 0,0 0-6 0,4 26-7 16,1-16-6-16,-3 2-12 0,2 1 0 0,-2 2-3 15,2-3-1-15,4 4-5 0,-3-3-2 0,1-4-7 16,3 0 2-16,-2 1-1 0,4-5 2 0,0 1-6 16,3-4 1-16,-3 1 1 0,5-2-6 0,-3-1-1 15,6-2-3-15,-2-3-1 0,-1 0-4 0,-1-2 0 16,1-4-4-16,-7 4 8 0,3-2-8 0,-5-1-1 15,-1 1 0-15,1-4-3 0,-1-1-1 0,-1-2 7 16,-4 1-9-16,-1-2 27 0,-1 1-5 0,0-2-2 16,-3 2-3-16,2 5-1 0,2-1-3 0,-2 3-2 15,0 1-3-15,2 8-2 0,-3-8-1 0,3 8-6 16,0 0 0-16,0 0-5 0,0 0 1 0,0 0 2 16,-6 21 2-16,4-6 0 0,2 3 1 0,0 1 0 15,-2-3-1-15,2 1-1 0,2-2 0 0,0 2 1 16,0-5 2-16,3-2 2 0,1 0 1 0,4-1-1 15,-1-1 0-15,1-3 2 0,2-2 3 0,3-1 0 16,4-6-2-16,3 0 3 0,-2-2-4 0,5-4 1 16,-4 0 0-16,-4 1-3 0,6-7 1 0,-8 5-1 15,-1-1 1-15,-1-3 0 0,-3 1-1 0,-2-2-2 16,-1 0 0-16,0 0 2 0,-3 0-2 0,-4-1 1 16,3 1-4-16,-6 5 1 0,1-1-5 0,-1 1 3 15,-1 4 1-15,2 1 1 0,2 6-3 0,-2-10-4 16,2 10 2-16,0 0-1 0,0 0 1 0,0 0 2 15,-17 18-3-15,15-7 5 0,-2 7-4 0,4 0 2 16,0 0 0-16,4 0 1 0,-2 0 2 0,2 1-4 16,4 0 5-16,-3 0 0 0,3-4-3 0,0 3 1 15,-4-3 6-15,1-3-5 0,-1-1-3 0,0 0 3 16,1-1-2-16,-3 1 4 0,0-1-2 0,-2 0 4 16,0-10-14-16,-2 16-14 0,-2-8-19 0,-1 2-25 15,5-10-28-15,-11 8-38 0,4-5-41 16,7-3-167-16,-11 7-369 0,11-7 163 0</inkml:trace>
  <inkml:trace contextRef="#ctx0" brushRef="#br0" timeOffset="202835.08">14324 4282 166 0,'0'0'230'0,"0"0"-24"0,6-7-22 0,-6 7-22 16,0 0-21-16,0 0-7 0,0 0-7 0,0 0-1 0,10 12 0 15,-6-3 0-15,-2 0-7 0,2 2-8 16,-5 3-12-16,3-3-10 0,-1 1-7 0,0 4-11 16,1 0-25-16,-2-1-24 0,2 0-30 0,-4-3-28 15,4-1-33-15,0 1-45 0,1-2-55 0,-1 0-160 16,-2-10-356-16,0 0 158 0</inkml:trace>
  <inkml:trace contextRef="#ctx0" brushRef="#br0" timeOffset="202991.81">14185 4045 112 0,'0'0'101'0,"0"0"-26"16,8-4-34-16,-8 4-32 0,0 0-34 0,15 18-28 15,-5-4-56-15,1 1 25 0</inkml:trace>
  <inkml:trace contextRef="#ctx0" brushRef="#br0" timeOffset="203446.84">14483 4421 81 0,'2'6'231'0,"-2"-6"-20"0,0 0-14 16,0 0-14-16,0 0-17 0,0 0-12 0,0 0-12 15,0 0-8-15,0 0-4 0,0 0-9 0,0 0-9 16,0 0-9-16,-9-22-10 0,9 22-10 0,2-10-7 15,-1 0-7-15,3 2-7 0,0-1-10 0,3 0-8 16,2-7-8-16,-2 6-10 0,7 0-4 0,-4 1-6 16,0 1-3-16,2 3 0 0,-2 0-6 0,-1 0 0 15,0 3-4-15,1 1-3 0,-2 4 3 0,2 2-3 16,3 0-1-16,-2 0-2 0,2 3 7 0,-3-1-3 16,2 0 1-16,-2 0-5 0,1 0 4 0,0 1 5 15,1-2-3-15,0-3 0 0,2 2 6 0,0-3-6 16,2 2 7-16,3-5-3 0,-2 0-1 0,0-1-4 15,5-4 4-15,-5 1 0 0,-1-1 0 0,1-2 6 16,-6 2 13-16,-2-1 0 0,0 0-2 16,-1-1 10-16,-2 0 5 0,1 0 4 0,-5 2 4 0,0 0-5 15,4 0 0-15,-6 6-3 0,2-11-3 0,-2 11-1 16,1-8-6-16,-1 8-5 0,2-7-6 0,-2 7-1 16,0 0-4-16,0 0-2 0,0 0 0 0,-15 30-2 15,6-11-1-15,-2 3-2 0,1 1 2 0,0 6-1 16,2-1-2-16,-1-1 2 0,0 2-2 15,3 0-15-15,3 1-8 0,-1 0-19 0,2 1-15 0,0-3-9 16,0 2-25-16,2-2-22 0,0 1-15 0,0-3-18 16,4 0-29-16,-4-7-19 0,1-1-21 0,2 0-129 15,-5-1-368-15,4-5 163 0</inkml:trace>
  <inkml:trace contextRef="#ctx0" brushRef="#br0" timeOffset="204396.52">15739 4285 39 0,'-9'-3'182'0,"9"3"-14"0,-6-4-16 0,6 4-18 0,0 0-13 16,0 0-9-16,-7-4-9 0,7 4-15 0,0 0-9 16,0 0-10-16,21-3-3 0,-8 0-10 0,7 0-9 15,0 1-13-15,7-2-22 0,1 0-31 0,-8 2-28 16,0 0-30-16,2 1-23 0,-8 1-104 15,-4 0-220-15,-1 0 98 0</inkml:trace>
  <inkml:trace contextRef="#ctx0" brushRef="#br0" timeOffset="204713.12">15829 4297 95 0,'-3'12'102'0,"0"3"4"0,2 2-2 16,1-1-15-16,0 1-11 0,0 1-16 0,3-1 3 15,-1-2-9-15,0 2 0 0,1-2-2 0,-1-2-15 16,0 0 6-16,1 3-1 0,1-5-11 0,1-1-8 0,-2-1 11 16,-3-9-12-16,4 14 1 0,-1-7 4 0,-3-7-5 15,2 10-2-15,-2-10-2 0,0 0 2 16,0 0 1-16,3 7-9 0,-3-7 1 0,0 0 1 16,0 0-4-16,0 0 6 0,0 0-11 0,0 0 3 15,0 0-4-15,-25 0 3 0,25 0-1 0,-13-3-2 0,13 3-4 16,-13-4 5-16,13 4 3 0,-9-4-7 15,9 4-8-15,0 0 7 0,0 0-4 0,-12-2 9 16,12 2-7-16,0 0-2 0,0 0 3 0,0 0-10 16,0 0-7-16,0 0-5 0,0 0-12 0,36 3-13 15,-23-6-15-15,7 1-11 0,0 0-11 0,0-1-17 16,2 0-64-16,6-2-177 0,0 1 79 0</inkml:trace>
  <inkml:trace contextRef="#ctx0" brushRef="#br0" timeOffset="205190.92">16086 4501 323 0,'12'-6'-12'0,"2"-4"15"0,-5 3 21 0,0-1 4 16,-1 1 11-16,-4-3 11 0,-4 10 18 0,5-11 5 15,-4 5 6-15,-1 6 2 0,-2-11 8 0,2 11-2 16,-7-8-3-16,7 8-1 0,-6-6-14 0,6 6-4 16,-7-1-3-16,7 1-9 0,0 0-18 0,0 0 3 15,-19 15 0-15,14-6-1 0,2 3 2 0,0-3-3 16,-6 6-5-16,9-3 0 0,-3 1-3 0,2-1-2 16,2 2 1-16,1-4-9 0,1-2 6 0,2 2-6 15,-1-2 3-15,1 1-2 0,2-5-7 0,-7-4 3 16,9 10-3-16,-3-7-1 0,-6-3 0 0,0 0-2 15,13 2-10-15,-13-2 4 0,0 0-16 0,0 0-3 16,13-12 5-16,-13 12 1 0,3-13 1 0,-1 3-1 16,-2 10 3-16,0-20-3 0,1 8 4 0,-1 1-3 15,0 0 0-15,1 0 3 0,2 0-2 0,-1 1 6 16,1-1-3-16,1 6-2 0,-2 0 0 0,4 0 3 16,-1 1-3-16,-5 4 0 0,14-3 0 0,-7 3 6 15,-7 0-2-15,18 6 3 0,-8 0-4 0,1 1-1 16,-1-1 5-16,-1 2-3 0,-1-2 4 0,0 3 4 15,-1-2-6-15,-1 2 0 0,-2-3 2 0,-4-6-2 16,8 9 4-16,-3-5 4 0,-3 0-3 0,-2-4 21 16,5 6 9-16,-5-6 15 0,0 0 17 0,7 3-3 15,-7-3-5-15,0 0 2 0,0 0-2 0,0 0-8 16,0 0-3-16,4-17-6 0,-2 10 2 0,1 0-10 16,1-3-4-16,2 1-2 0,0 1-4 0,3-2-2 15,-1 1-7-15,2 1 2 0,-1 0-6 0,0 3-2 16,1 0-4-16,1 2-6 0,-2 1 4 0,3 4-12 15,-3 0 6-15,2 2-7 0,0 0-6 0,-3 5 2 16,-1-2-18-16,1 5-20 0,-2-1-23 0,-1 1-37 16,-1-2-32-16,1 3-24 0,-1 2-140 0,-1-3-334 15,0 0 147-15</inkml:trace>
  <inkml:trace contextRef="#ctx0" brushRef="#br0" timeOffset="205407.29">16763 4357 26 0,'0'-7'233'0,"0"-1"-22"15,0 8-16-15,0-10-21 0,0 10-21 0,0 0-23 16,0 0-11-16,0 0-19 0,0 0-5 0,0 0-7 16,0 0-12-16,-1 29-10 0,-1-15-1 0,4 4-5 15,-1 1-2-15,1 0-9 0,1 0-2 0,-1 1-7 16,-2-2-26-16,2 7-28 0,-2-10-41 15,3 3-51-15,-1-7-44 0,-1 1-129 0,-1-12-303 0,-1 18 134 16</inkml:trace>
  <inkml:trace contextRef="#ctx0" brushRef="#br0" timeOffset="205563.09">16676 4171 88 0,'0'0'72'0,"5"-8"-21"0,-5 8-20 16,10 2-12-16,-10-2-6 0,22 14-13 16,-9 3-16-16,7 4-27 0,-2 4-48 0,0 4 22 0</inkml:trace>
  <inkml:trace contextRef="#ctx0" brushRef="#br0" timeOffset="205936.87">16966 4510 125 0,'0'0'196'0,"0"0"-11"0,0 0-10 15,-27-9-2-15,27 9-8 0,-9-12-3 16,4 7-4-16,0-4-13 0,1 1-6 0,3-2-13 16,0 0-15-16,3-1-10 0,1 2-12 0,3-3-8 15,-2 4-8-15,2-1-6 0,2 4-8 0,-2 0-10 16,5 2-10-16,-1 0-5 0,3 4-6 0,-1 3-2 16,-1 1-1-16,0 1-5 0,-1 3-2 0,3 1-1 15,-4 1-2-15,1 1 2 0,-3-2-5 0,-2-1 1 16,-1 1-9-16,2-2-2 0,-5-1-1 0,2 0-2 15,-1 0 1-15,0-2-1 0,-2-5 8 0,1 8-4 16,-1-8 2-16,0 0 2 0,0 0-1 0,0 0-2 16,0 0 7-16,0 0-8 0,0 0-7 0,0 0 3 15,0 0-2-15,0 0 0 0,3-32 2 0,0 22-4 16,5-4-2-16,1 4 3 0,0-4-4 0,3 1 3 16,0 1 1-16,-2 4-2 0,1 3-2 0,0-1 2 15,-3 2-2-15,2 2-1 0,1 2 4 0,0 1-4 16,0 2 9-16,1 4-5 0,-3-1-1 0,0 3 8 15,-2 2-6-15,1 4-1 0,-3-5-2 0,-1 6-17 16,-3-1-24-16,2 2-29 0,-3 0-41 0,0-4-35 16,-1 2-35-16,-1 0-140 0,0-3-355 0,0-3 157 15</inkml:trace>
  <inkml:trace contextRef="#ctx0" brushRef="#br0" timeOffset="206174.58">17464 4247 76 0,'0'-10'239'16,"0"3"-13"-16,0 7 7 0,0-10-25 0,0 10-28 15,0 0-22-15,0-7-19 0,0 7-12 0,0 0-12 16,3 23-8-16,-2-3-6 0,2 6-6 0,-3 3 0 16,0 1-8-16,-1 0-4 0,1 0-13 0,-2 3 0 15,4 2-7-15,-4-3-7 0,2 1-3 0,0-4-2 16,-1 1-6-16,1-3-4 0,-1-8-27 0,1 1-22 15,0-2-27-15,-2 0-36 0,1-2-46 0,0-6-49 16,1 0-46-16,-1-3-143 0,1-7-382 16,-7 10 169-16</inkml:trace>
  <inkml:trace contextRef="#ctx0" brushRef="#br0" timeOffset="206384.54">17503 4355 149 0,'14'-6'183'16,"3"2"-16"-16,0 2-7 0,0 1-14 0,0 5-6 0,-5 1-18 16,1 1-9-16,0 3-14 0,-2 0 0 0,-4 1-13 15,0 5-1-15,0 0-5 0,-5 1-3 16,-4 1-2-16,-3-1-4 0,-2 2-6 0,-2-2-6 0,-2 0-3 16,-2-2 0-16,-1-3-15 0,0 1-25 0,-1-2-22 15,-1-2-37-15,5-3-48 0,-3 1-60 0,2-3-158 16,1-3-335-16,11 0 148 0</inkml:trace>
  <inkml:trace contextRef="#ctx0" brushRef="#br0" timeOffset="206589.56">17716 4167 60 0,'3'-4'246'0,"-3"4"-29"0,6-4-23 0,-6 4-22 16,0 0-10-16,6 18-3 0,-4-6-5 0,2 7 3 15,-4 0-5-15,2 7-6 0,-1 1-11 0,1-2-11 16,-2 2-11-16,0-8-10 0,0 6-11 0,1-1-9 16,-1-3-7-16,1-2-31 0,1-2-26 0,-1 1-34 0,-2-1-39 15,1-4-48-15,0-13-71 0,4 25-45 16,-4-14-124-16,0-11-369 0,7 15 163 0</inkml:trace>
  <inkml:trace contextRef="#ctx0" brushRef="#br0" timeOffset="206881.24">17907 4305 56 0,'-3'-4'207'0,"3"4"-20"15,-8-5-18-15,8 5-17 0,0 0-3 0,-15 8 0 16,5 1-13-16,2-1-11 0,-2 6-12 0,-3 1-9 16,3-1-13-16,3 1-8 0,2-2-7 0,-1-3-5 15,5 2-8-15,0-5-4 0,-1 1-8 0,2-8-3 16,2 17-6-16,0-13-5 0,-2-4-7 0,8 6-1 15,-5-3-7-15,-3-3 2 0,13 1-6 0,-13-1 1 16,14-5-1-16,-9 2-1 0,2-2 1 0,-2 1-5 16,3-3 1-16,-2 4 11 0,-2-2 8 0,-4 5 4 15,9-7-1-15,-9 7-6 0,5-6-8 0,-5 6-5 16,0 0-3-16,0 0 3 0,0 0-6 0,13 10-5 16,-11-4-15-16,-2-6-21 0,1 22-30 0,-1-11-48 15,3 4-56-15,-3 1-62 0,-3-1-115 0,2-2-368 16,1-13 163-16</inkml:trace>
  <inkml:trace contextRef="#ctx0" brushRef="#br0" timeOffset="207083.22">18031 4460 108 0,'6'-12'215'0,"0"0"-15"0,1-3-9 0,1 4-14 0,3-3-3 15,-3 6-6-15,-1-1-11 0,1 3-10 0,-1-1-15 16,0 4-14-16,1 1-16 0,-1 1-8 0,-7 1-11 15,21 6-5-15,-11-3-9 0,1 3-6 0,-3 2-8 16,0 2-3-16,1 1-3 0,-3 0-4 0,-1 5-13 16,-1 0-22-16,-3 0-29 0,-3-1-46 0,-1-4-35 15,1 0-54-15,-2-1-59 0,-6 5-115 16,3-6-356-16,7-9 158 0</inkml:trace>
  <inkml:trace contextRef="#ctx0" brushRef="#br0" timeOffset="207319.31">18383 4098 28 0,'-1'-10'282'16,"2"1"-14"-16,1 0-24 0,-2 9-29 0,1-10-26 0,-1 10-25 16,0 0-14-16,0 0-12 0,0 0 2 15,5 25-3-15,-4 0-4 0,1 3-11 0,-1 3-7 16,-5-2-12-16,4 4-6 0,-3-3-7 0,2 1-8 15,-1 0-8-15,0-2-8 0,0-2-6 0,-1 1-1 16,3-2-13-16,3-3-30 0,-2-5-29 0,-1 1-39 16,0-3-38-16,3-2-49 0,-2-3-56 0,0 1-227 15,-1-12-457-15,0 0 203 0</inkml:trace>
  <inkml:trace contextRef="#ctx0" brushRef="#br0" timeOffset="207767.15">18255 4385 1984 0,'-1'-7'-6'16,"1"7"64"-16,-2-12-16 0,2 12-28 0,-3-7-6 16,3 7-2-16,0 0-3 0,9-10 1 0,1 6-3 15,8-2 0-15,1 0 1 0,3 1-1 0,7 0-2 16,1-1 3-16,-9 4-4 0,0 0 2 0,1 0 6 16,1 0-4-16,4-5 0 0,-7 4 2 0,-2 1-4 15,1-2-1-15,-6 2 6 0,-3-1-5 0,0 2 3 16,-3-1 3-16,-7 2 3 0,11-2 8 0,-11 2 6 15,8 0 2-15,-8 0 1 0,0 0-7 0,0 0-2 16,0 0-3-16,0 0 3 0,0 0 6 0,-19 23-3 16,11-14 3-16,-6 3 5 0,1 1 2 0,2 0-3 15,2 0 2-15,1 3 2 0,0-2-9 0,3-1-4 16,3-3-3-16,-1 0 3 0,3 1-2 0,0-11-5 16,3 13 5-16,-1-9-1 0,-2-4-3 0,13 10-1 15,-7-7-1-15,-6-3 1 0,13 0-4 0,-4 0 2 16,1-3 3-16,-10 3-3 0,13-6-1 0,-4 0-1 15,-4 1 1-15,2-2 2 0,-3 2 3 0,1-2 3 16,-2 1-6-16,1-5 1 0,-1 4 7 0,-2 1 17 16,3 0 11-16,-4 6 0 0,1-10-1 0,-1 10-7 15,3-6-6-15,-3 6-9 0,0 0-6 0,0 0-1 16,0 0-1-16,0 0-4 0,0 0 0 0,5 19 2 16,-4-10-4-16,-1 2 3 0,-4 0 1 0,3 0-16 15,1-11-27-15,0 23-29 0,-1-13-29 0,1-10-38 16,-1 22-85-16,2-15-239 0,-1-7-488 15,0 0 216-15</inkml:trace>
  <inkml:trace contextRef="#ctx0" brushRef="#br0" timeOffset="208017.07">18841 4207 1772 0,'6'-28'90'0,"-3"4"46"0,-1 5-36 0,1 0 23 0,-2 4-3 16,1 6 6-16,-2 1-3 0,2-2-11 15,-2 10-21-15,1-9-15 0,-1 9-13 0,0-7-7 16,0 7-4-16,0 0-6 0,0 0-1 0,7 33 1 0,-7-10 6 16,2 5 2-16,-1 0 0 0,-1 1-7 0,0 1 1 15,0-3-7-15,-2 1-5 0,1 1 0 16,-1-4-2-16,2 2-1 0,0-8-5 0,-2 7 0 16,2-9-21-16,0 1-22 0,0 0-27 0,0-7-26 15,0 6-19-15,1-6-25 0,-1-1-22 0,0-10-40 16,3 15-39-16,-3-15-27 0,0 8-192 0,0-8-468 0,0 0 207 15</inkml:trace>
  <inkml:trace contextRef="#ctx0" brushRef="#br0" timeOffset="208280.81">18767 4325 155 0,'0'0'191'0,"0"0"-22"0,0 0-14 0,0 0-15 0,0 0-14 16,18-5-14-16,-6 1-3 0,6 2-5 15,1-2-5-15,2 3-10 0,-1-4-11 0,1 3 3 16,-2 1-7-16,-1-3-5 0,1 2-3 0,-5 0-1 16,-1 1-10-16,0-2-2 0,-3 2-9 0,0 1-3 15,-10 0-8-15,14 1-5 0,-7 1 5 0,-2 2-11 16,0-1 4-16,1 1 16 0,-3 4 16 0,0 0 1 0,0 4 0 16,0-2-8-16,-1 2-2 0,2 0-4 15,-3 2-3-15,-1-1-4 0,2 3 0 0,-4-4-26 16,2 2-25-16,0-4-35 0,-1 2-49 0,0 2-56 15,1-5-81-15,0-9-128 0,-7 13-390 0,7-13 173 16</inkml:trace>
  <inkml:trace contextRef="#ctx0" brushRef="#br0" timeOffset="208440.46">19015 4114 132 0,'0'0'143'0,"-5"-2"-36"0,5 2-33 0,0 0-40 16,0 0-51-16,-4 19-63 0,5-9-84 0,4 1 37 15</inkml:trace>
  <inkml:trace contextRef="#ctx0" brushRef="#br0" timeOffset="208970.37">19306 4273 41 0,'0'0'222'0,"0"0"-18"16,5 2-22-16,-5-2-15 0,0 0 2 16,0 0-3-16,-20 22 3 0,11-12-8 0,-3 4-12 0,0 0-17 15,1 1-15-15,1-1-11 0,0 1-10 0,2 1-4 16,3-2-12-16,1-4-8 0,3 2-8 0,0 0-4 16,2-2-4-16,1 0-8 0,2-3 1 0,-1 1-6 15,1-2-6-15,1-1 1 0,0-1-9 16,1 1 1-16,1-3-4 0,0 0-2 0,-7-2 0 15,11-2-6-15,-11 2 2 0,11-7-1 0,-7 3-5 16,0-1-6-16,0-1-3 0,1-3-3 0,0-1-5 0,-1 1 0 16,-4-4 2-16,2 1 0 0,-1 1 0 0,1-1 1 15,0 1 3-15,0-1-5 0,0 2-1 16,-1 0-1-16,3 2 3 0,-1 0 0 0,-1 3-1 0,3 0-1 16,-5 5-3-16,5-8 2 0,2 7-4 15,-7 1 3-15,12 6-1 0,-4-3-2 0,0 3 2 16,0 0 4-16,-3 2-3 0,0 2 1 0,4 1 0 0,-5-2-2 15,0-3 2-15,-1 1 5 0,0-2-2 0,1 3 4 16,-3-3 0-16,-1-5 1 0,3 7 0 16,-3-7 2-16,6 7 3 0,-6-7 5 0,0 0 9 15,1 6 4-15,-1-6 0 0,0 0-3 0,0 0-3 16,0 0-4-16,0 0-2 0,0 0 2 0,4-20-3 16,-4 20 0-16,8-13 3 0,1 7-3 0,0-4-1 0,2-2-2 15,-2 5 4-15,6-4-12 0,-4 5 8 16,-1-1 2-16,3 3 3 0,-3 0-4 0,1 1-2 15,-4 2-2-15,3 1 0 0,0 1-4 0,-1 1 0 16,-2 3-2-16,-1 0 5 0,2 2-3 0,-2 2-3 16,-2-2 5-16,0 2-2 0,0-1-4 0,-1 2-11 15,0 1-26-15,-2-4-21 0,-1-7-30 0,0 20-37 16,0-10-53-16,0-10-55 0,2 16-191 0,-2-16-460 16,0 10 204-16</inkml:trace>
  <inkml:trace contextRef="#ctx0" brushRef="#br0" timeOffset="209101.65">19774 4433 206 0,'6'-5'291'0,"-6"5"-16"0,5-4-20 0,-5 4-29 15,0 0-22-15,7-3-26 0,-7 3-35 0,0 0-43 0,0 0-61 16,0 0-101-16,0 0-109 0,0 0-110 16,0 0-305-16,-32-6 136 0</inkml:trace>
  <inkml:trace contextRef="#ctx0" brushRef="#br0" timeOffset="213683.51">25776 648 15 0,'0'0'27'0,"0"0"6"0,0 0-9 16,0 0-5-16,0 0 2 0,0 0-3 0,0 0-2 15,0 0 0-15,0 0 0 0,0 0 1 0,0 0-3 16,0 0 6-16,0 0-7 0,0 0 6 0,0 0-6 15,0 0-7-15,0 0 6 0,0 0 1 0,0 0-5 16,0 0-2-16,0 0 1 0,0 0-1 0,0 0 1 16,0 0 3-16,0 0-8 0,0 0-1 0,0 0 6 15,0 0 1-15,-71-3-5 0,71 3 2 0,0 0 1 16,0 0-8-16,0 0 5 0,0 0-3 0,0 0-2 16,0 0 3-16,0 0-4 0,0 0 7 15,0 0-8-15,0 0 3 0,0 0 2 0,0 0-6 16,-32 25 4-16,32-25-1 0,0 0 1 0,0 0-1 15,0 0 2-15,0 0 1 0,0 0 8 0,0 0-8 16,0 0 2-16,-16 24-5 0,16-24 6 0,0 0-4 16,0 0 1-16,0 0 2 0,0 0-9 0,0 0 5 15,0 0 3-15,0 0-2 0,0 0-1 0,0 0 1 16,0 0 1-16,0 0-1 0,0 0 4 0,0 0-1 16,0 0 0-16,0 0 0 0,0 0 2 0,0 0-7 15,0 0 8-15,0 0-6 0,0 0-1 0,-4 30-2 16,4-30 9-16,0 0-6 0,0 0 1 0,0 0-6 15,0 0 0-15,0 0-6 0,0 0-1 0,0 0-18 16,0 0 5-16,0 0 2 0,0 0-9 0,0 0-17 16,0 0-53-16,0 0 25 0</inkml:trace>
  <inkml:trace contextRef="#ctx0" brushRef="#br0" timeOffset="214463.19">25732 651 11 0,'0'0'40'0,"0"0"4"16,0 0-8-16,0 0-1 0,0 0-12 0,0 0 7 15,0 0-7-15,0 0-1 0,0 0-5 0,0 0 0 16,0 0 5-16,0 0-7 0,0 0-5 0,0 0 1 16,0 0 1-16,0 0-4 0,0 0 1 0,0 0 3 15,0 0-7-15,0 0 3 0,0 0-2 0,0 0 5 16,-88 15-8-16,88-15 7 0,0 0 3 0,0 0 7 15,0 0-9-15,0 0-6 0,0 0 1 16,0 0-1-16,-20 23 2 0,20-23 3 0,0 0-8 0,0 0-1 16,0 0-3-16,0 0 4 0,0 0 4 0,-7 28-6 15,7-28 3-15,0 0-3 0,0 0 5 16,0 0-6-16,0 0 8 0,0 0-4 0,-2 36 2 16,2-36-8-16,0 0 4 0,0 0 2 0,0 0-1 15,0 0-4-15,0 0 6 0,0 0-9 0,0 0 9 16,0 0-9-16,0 0 8 0,0 0 3 0,2 37-7 15,-2-37-2-15,0 0 2 0,0 0 6 0,0 0-4 16,0 0-4-16,0 0 9 0,0 0-5 0,0 0 2 16,0 0-2-16,0 0-3 0,0 0 4 0,0 0-4 15,0 0 4-15,0 0 3 0,0 0-3 0,0 0 3 16,0 0-4-16,0 0 2 0,0 0-3 16,0 0 7-16,0 0-4 0,0 0-6 0,42 7 9 15,-42-7-5-15,0 0 0 0,0 0 6 0,0 0-10 16,0 0 3-16,0 0-1 0,0 0 0 0,0 0 4 15,0 0 4-15,0 0-5 0,0 0-4 0,0 0 6 16,0 0-5-16,0 0 1 0,0 0 4 0,61-19 0 0,-61 19-3 16,0 0-3-16,0 0 6 0,0 0-8 0,0 0 1 15,0 0 1-15,0 0 5 0,0 0-1 16,0 0-1-16,23-19 4 0,-23 19 2 0,0 0-2 16,0 0 5-16,0 0 1 0,0 0-1 0,0 0-3 15,0 0 1-15,0 0-2 0,8-31-2 0,-8 31-1 16,0 0-3-16,0 0 5 0,0 0 5 0,0 0-10 15,0 0 2-15,0 0 12 0,0 0-7 16,0 0-8-16,4-33 6 0,-4 33-2 0,0 0-5 0,0 0 1 16,0 0-2-16,0 0 6 0,0 0-11 0,0 0-6 15,0 0-14-15,0 0-19 0,0 0-16 16,0 0-34-16,0 0-103 0,0 0 46 0</inkml:trace>
  <inkml:trace contextRef="#ctx0" brushRef="#br0" timeOffset="-207400.07">19807 7796 67 0,'0'0'101'0,"0"0"-5"16,0 0-1-16,0 0-10 0,0 0 3 0,0 0-4 15,0 0-2-15,0 0-3 0,0 0-11 0,4 3-1 16,-4-3-11-16,0 0-11 0,0 0-9 0,0 0-28 16,0 0-7-16,0 0-20 0,0 0-17 0,-1 12-13 15,1-12-15-15,0 0-19 0,2 8-52 0,-2-8-145 16,0 6 64-16</inkml:trace>
  <inkml:trace contextRef="#ctx0" brushRef="#br0" timeOffset="-187847.75">4681 5552 133 0,'-3'-10'176'0,"3"10"-7"0,0 0-15 16,-1-8-13-16,1 8-13 0,0 0-17 0,0 0-10 15,-3-7-10-15,3 7-13 0,0 0-12 0,0 0 1 16,0 0-1-16,0 0-4 0,13 25 1 0,-9-10-10 15,1 1-3-15,1 8-4 0,2 0 0 0,0 0-6 16,2 2-2-16,-1-1-1 0,-3 0-3 0,2 1-5 16,1-1 1-16,-1 2-5 0,-2-9-2 0,-1 7-4 15,0-6 2-15,2-1-4 0,-2 0-1 0,1-4-4 16,1 1 2-16,-3-3 0 0,2-3 1 16,-1 3-11-16,-1-4 6 0,0-2-2 0,-1 0 3 0,-1-2 1 15,-2-4 5-15,5 7-3 0,-5-7 4 0,0 0 3 16,0 0 4-16,0 0 7 0,0 0-1 0,0 0 0 15,14-14-4-15,-13 2-2 0,3 1-4 16,1-6-1-16,-1-1-1 0,2-6-3 0,1-2-4 0,-2 1 5 16,0 0-4-16,-1-2-1 0,1-4-4 0,1 2 1 15,-1-3-6-15,-1 4 7 0,3-2-5 0,-1 3 1 16,-5 8 0-16,3 1 1 0,0 1-5 0,-1 6 1 16,-1 2-3-16,-1 1 0 0,1 1-5 0,0 0-20 15,-2 7-17-15,1-10-23 0,-1 10-10 0,0 0-16 16,0 0-23-16,0 0-36 0,18 15-29 0,-11-5-140 15,-2 4-347-15,3 5 154 0</inkml:trace>
  <inkml:trace contextRef="#ctx0" brushRef="#br0" timeOffset="-187354.26">5237 5793 133 0,'0'0'162'0,"-22"-4"-4"0,22 4 2 16,-11 6-12-16,4-4-6 0,-2 2-3 0,2 0-14 0,-1 2-1 15,0 2-10-15,1 1-7 0,0 1 1 0,1 1-4 16,-3 3-5-16,0 0-5 0,1 4-10 0,1-4-4 16,3 1-11-16,0 1-1 0,0-6-7 15,-2 7-8-15,4-7-3 0,1 2-4 0,-1 0-7 0,2-2-1 16,1 0-7-16,0-2-8 0,0 2 5 15,1-3-5-15,-2-7-2 0,5 13-2 0,-2-8 0 0,1-1 1 16,0 2-7-16,3-2 2 0,-7-4-3 0,9 4 1 16,-3-3 0-16,-6-1-3 0,13 0 2 15,-7 0 7-15,-6 0-13 0,13-4 4 0,-8 0-1 0,-5 4-2 16,6-7 0-16,-3 2 2 0,1 1-3 0,-2-4 1 16,-2 8-5-16,4-12 5 0,-1 5-2 0,-3 7-4 15,2-13 2-15,-2 5-2 0,0 8-3 16,3-12 2-16,-3 5-2 0,2 1 0 0,-2 6-2 0,3-8 1 15,-3 8-2-15,4-5 0 0,-4 5-1 0,8-4 2 16,-8 4-1-16,12 0-4 0,-12 0 4 16,13 3 2-16,-8-2-3 0,2 4 2 0,0-2-1 0,0 4 1 15,0 0 1-15,0 1 1 0,0 0 3 0,-2 1-1 16,1-2 0-16,-1 3 3 0,-1-2 0 0,-2 3 3 16,1-1-5-16,-1-1 0 0,1 2-9 15,-2 0-18-15,-2 0-19 0,1-1-40 0,0 0-33 0,1-1-42 16,0-1-25-16,-1-8-180 0,0 12-394 15,0-12 175-15</inkml:trace>
  <inkml:trace contextRef="#ctx0" brushRef="#br0" timeOffset="-187004.08">5593 5869 124 0,'-2'-6'191'0,"2"6"-12"0,-7-7-7 15,7 7-4-15,-9-3-17 0,9 3-13 0,0 0-4 0,-20 10-20 16,10-3-8-16,3 1-9 0,-2 2 1 0,2-1-5 16,-1 3-15-16,3-2-7 0,-3 3-7 0,2 0-7 15,3-4-3-15,2 4-6 0,1-4-8 16,0 3-3-16,4-3-2 0,0 0-3 0,2 2 0 16,1-3-6-16,0 3 0 0,1-4-4 0,2 1-4 15,-2 0 2-15,2-3-4 0,1 3-2 0,-3 0 0 0,0-3 0 16,2 1-3-16,-5 2-3 0,0-5 0 15,-1 3 0-15,-1-1-1 0,-1 0 4 0,1 1-4 16,-3-6 3-16,-3 14 4 0,-2-6 2 0,0 2-1 16,-3 0 0-16,-2-3-2 0,-3 3 2 0,3-2 2 15,-1-2-4-15,-1 2-1 0,-1-3-1 0,2 0-6 0,2 2-7 16,-1-4-15-16,3 1-18 0,1-1-18 0,-1-1-37 16,7-2-52-16,0 0-54 0,-12 0-165 15,12 0-391-15,0 0 173 0</inkml:trace>
  <inkml:trace contextRef="#ctx0" brushRef="#br0" timeOffset="-186830.25">5749 5957 2140 0,'3'-6'107'16,"-3"6"-31"-16,5-8-34 0,-5 8-17 0,0 0-16 16,4-7-6-16,-4 7 10 0,6-2-13 0,-6 2 1 15,9-3-1-15,-9 3-1 0,12-2 5 0,-1 2-2 16,2-1-1-16,0 1-2 0,1-1-19 0,5-2-25 15,-1 3-24-15,-5 0-38 0,6 3-28 0,-6-2-33 16,-1 2-146-16,-2-2-338 0,-10-1 150 0</inkml:trace>
  <inkml:trace contextRef="#ctx0" brushRef="#br0" timeOffset="-186664.33">5793 6057 132 0,'0'0'219'0,"-12"3"-9"16,6 0-6-16,6-3-21 0,-8 1-17 0,8-1-19 15,-6 4-12-15,6-4-13 0,0 0-16 0,0 0-10 16,0 0-8-16,0 0-9 0,0 0-18 0,0 0-32 16,21 9-26-16,-21-9-26 0,31-3-46 0,-12 1-35 15,11 0-26-15,-1-4-24 0,1 1-96 0,0-3-272 16,2 1 121-16</inkml:trace>
  <inkml:trace contextRef="#ctx0" brushRef="#br0" timeOffset="-186343.75">6347 5837 196 0,'0'0'214'0,"-2"-12"-5"16,2 12-15-16,-5-7-15 0,-1 4-11 0,6 3-11 16,-10-4-10-16,10 4-12 0,-11 3-6 0,3 1-6 15,2 5-1-15,-3 1-6 0,1 5-7 0,-1 2-9 16,0 7-4-16,2-6-12 0,0 5-6 0,3-4-8 16,2-2-6-16,-1 2-6 0,3 0-5 0,1 0-7 15,5-2-4-15,-1-1 0 0,3-2-8 0,2-2 0 16,-3-2-4-16,1-2 1 0,5-1-3 0,-2 0-4 15,2-6 0-15,5 1-1 0,-5-2-1 0,6 0-1 16,-4-2-5-16,2-4-6 0,-2-2 5 0,2-1 0 16,-4-1-3-16,1-1 0 0,-3-1 3 0,-1-5-1 15,1 2-10-15,-6 1 4 0,0-3-2 16,-3-2 0-16,0 1 0 0,-4 0-2 0,0-3 1 0,-5 3-3 16,-3-5-4-16,-4 3 4 0,-1-1-7 0,1 8 4 15,-7-3-10-15,2 5-21 0,-1 4-24 0,-10 1-30 16,-2 3-38-16,-1 6-42 0,-1 3-41 0,-5 3-41 15,-10 8-155-15,13-4-436 0,-12 5 192 16</inkml:trace>
  <inkml:trace contextRef="#ctx0" brushRef="#br0" timeOffset="-185678.48">2189 5833 199 0,'-3'-6'234'0,"1"0"-20"0,2 6-17 0,-3-8-21 0,3 8-20 15,-3-8-18-15,3 8-18 0,0 0-15 0,0 0-9 16,0 0-7-16,0 0-9 0,-8 18-6 16,6-3-8-16,0 4-1 0,-3 6-10 0,1 2-3 15,1-2-4-15,2 1-5 0,0 0-4 0,-2 2-6 16,-1-3-2-16,3 2-1 0,-2-4 0 0,1-3-3 0,1-1 0 15,-1 0-7-15,2 0 1 0,-2-2 0 16,0 1-26-16,1-2-23 0,-1-2-23 0,-1 0-42 16,1-4-37-16,-1 0-36 0,0-3-35 0,0-1-101 0,-5-1-328 15,8-5 146-15</inkml:trace>
  <inkml:trace contextRef="#ctx0" brushRef="#br0" timeOffset="-185419.89">2046 5960 1464 0,'5'-26'91'0,"-4"6"-9"0,3 3-35 0,0 1-18 16,2 1-16-16,2-1-2 0,3 3-6 0,1 0 9 16,2 5 1-16,1 1 0 0,3 2 2 0,0 3 1 15,2 2 9-15,2 6 0 0,-4 0-2 16,9 7 10-16,-6 2 2 0,4 3 3 0,-3 3-5 0,-6 2-4 16,2 0 2-16,-4 3 5 0,-4 0-12 0,-2 3-1 15,1 1 2-15,-8 0 9 0,-6 1 0 0,-1-1-2 16,-2-2-1-16,-6 0 2 0,0-2-4 0,-3-3 1 15,-2 0-5-15,-4 2-1 0,-2-2-1 0,-1-3-6 16,-2-2-3-16,1-5-13 0,0 1-12 0,2-4-14 16,8-3-22-16,3-3-22 0,2 0-35 0,4-4-41 15,0-2-53-15,-2 0-137 0,4-3-360 0,6 5 159 0</inkml:trace>
  <inkml:trace contextRef="#ctx0" brushRef="#br0" timeOffset="-185029.07">2573 6124 109 0,'0'0'285'0,"7"-6"-20"16,-7 6-16-16,0 0-20 0,0 0-19 0,0 0-16 15,0 0-21-15,0 0-18 0,0 0-17 16,0 0-12-16,0 0-17 0,0 0-12 0,0 0-6 16,16 3-8-16,-16-3-26 0,14-2-23 0,-14 2-31 0,25-3-37 15,-15 3-34-15,-10 0-50 0,28-1-52 0,-10 0-46 16,-5 1-118-16,1-3-362 0,0 1 161 0</inkml:trace>
  <inkml:trace contextRef="#ctx0" brushRef="#br0" timeOffset="-184804.84">2839 5881 152 0,'0'0'230'0,"-2"-7"-22"0,2 7-16 0,0 0-21 16,0 0-18-16,0 0-14 0,0 0-14 0,0 0-1 15,0 0 0-15,0 0-11 0,-7 21-12 0,5-9-10 16,-1 4-9-16,3 2-7 0,-2 8-8 0,-1-7-3 15,-1 4-7-15,2 2-3 0,2-4-8 0,-2 4-5 16,1-6-22-16,1 0-29 0,-2 1-32 16,0-2-40-16,1-2-47 0,0-3-37 0,-2-2-168 0,-1 2-360 15,2-4 159-15</inkml:trace>
  <inkml:trace contextRef="#ctx0" brushRef="#br0" timeOffset="-184434.77">2824 5921 47 0,'0'0'167'0,"1"-8"-14"15,-1 8-18-15,0 0-9 0,0 0 10 0,0 0-13 0,0 0-4 16,0 0-5-16,18 12-5 0,-10-3-7 0,-3 0-14 16,1-2-6-16,2 2-10 0,-2-1-5 0,2-2-7 15,0 0-2-15,-1-1-9 0,1 0 2 0,1-3-9 16,-4 0-5-16,1 1-1 0,-6-3 0 15,12 3-1-15,-5-3 5 0,-7 0 3 0,12-4 0 16,-12 4-4-16,7-9-1 0,-4 4-5 0,2-2-2 16,-1 0 9-16,-1 0 4 0,-2 0-4 0,-1 7 0 15,0-15 5-15,1 9 2 0,-1 6-8 0,2-11 0 0,-2 11 0 16,2-10-9-16,-2 10-5 0,1-6-5 16,-1 6-5-16,0 0-5 0,0 0 2 0,0 0-4 15,0 0 0-15,7 26 1 0,-6-10 1 0,2 2-3 16,-3 0 2-16,0 1 1 0,1 6-2 0,-2 2 2 15,1-3-5-15,1-5-8 0,-1 0-8 0,3 0-14 0,-1 0-32 16,-1-4-19-16,1 1-42 0,1-5-43 16,0-1-42-16,1 1-168 0,-3-3-403 0,-1-8 179 0</inkml:trace>
  <inkml:trace contextRef="#ctx0" brushRef="#br0" timeOffset="-184164.2">3092 6102 215 0,'0'0'204'0,"0"0"-20"16,0 0-14-16,0 0-12 0,0 0-17 0,0 0-13 16,0 0-12-16,0 0-8 0,0 0-12 0,0 0-10 15,0 0-5-15,0 0-9 0,4 32-8 0,-4-32-2 16,6 4 0-16,-6-4 7 0,0 0 2 0,8 4 2 16,-8-4 2-16,0 0 1 0,0 0-8 0,21-7-1 15,-21 7-1-15,9-7 1 0,-6-2-5 0,1 1-3 16,1-1-6-16,3-1-6 0,-4 0-4 0,-2 0-5 15,-2 10-2-15,0-21-4 0,-1 12-5 0,1 9-5 16,-1-18 0-16,1 18-13 0,-4-13-16 0,4 13-22 16,-5-9-34-16,5 9-30 0,-6-6-29 0,6 6-29 15,0 0-25-15,0 0-30 0,0 0-158 0,-26 13-394 16,26-13 175-16</inkml:trace>
  <inkml:trace contextRef="#ctx0" brushRef="#br0" timeOffset="-183873.78">3289 5951 95 0,'0'0'206'0,"5"-9"-3"0,-5 9-4 0,3-11-7 0,-3 11-10 16,0 0-4-16,1-14-2 0,-1 14-13 0,0-6-14 15,0 6-15-15,0 0-16 0,0 0-7 0,0 0-17 16,0 0-8-16,0 0-8 0,0 0-5 16,0 0-15-16,0 0-1 0,-8 34-8 0,8-22-4 15,-2 1-2-15,2-2-5 0,1 0-6 0,2 0-4 16,0 3-2-16,0-4-2 0,2 1-2 0,0 1-4 0,0 2 2 15,0-1-4-15,2 1-3 0,-2-3-1 0,0 0-1 16,0-1-4-16,0 1-2 0,-1 0-2 16,-1 0 0-16,-2-3-5 0,-1-8-2 0,3 14 0 15,-3-14 0-15,-3 14 1 0,3-14 1 0,-7 10-7 16,0-1-8-16,1-3-10 0,-2 0-12 0,8-6-23 16,-12 8-19-16,12-8-28 0,-16 7-29 0,16-7-36 15,-12-2-49-15,12 2-123 0,0 0-373 0,-16-13 166 16</inkml:trace>
  <inkml:trace contextRef="#ctx0" brushRef="#br0" timeOffset="-183471.27">3543 5878 39 0,'0'0'213'15,"4"-7"-16"-15,-4 7-5 0,0 0-11 0,0 0-18 16,5-5-17-16,-5 5-16 0,9-7-11 0,-5 4-11 15,3-1-11-15,-1-1-7 0,2 1-11 0,3-1-7 16,3-1-10-16,-2-1-5 0,-2 3-3 0,-1 1-7 16,2-1-6-16,-3-1-10 0,-3 2-18 0,-5 3-15 15,10-4-7-15,-10 4-10 0,0 0-7 0,12-5-11 16,-12 5-13-16,0 0-10 0,0 0-16 0,0 0 10 16,0 0-8-16,0 0 0 0,0 0 14 0,0 0-4 15,0 0 14-15,0 0 4 0,-37 2 2 0,37-2 7 16,-14 3 14-16,14-3 3 0,-14 2 12 0,14-2 2 15,-13 5 17-15,13-5-7 0,-12 7 19 0,6-2 2 16,0 2 6-16,1 0 5 0,-1 4 13 0,1 0 6 16,1 1 7-16,-1 4 10 0,3 1 8 0,-5 2-5 15,6 0 5-15,-4-2-1 0,2 4-5 0,2-4-4 16,0 3-1-16,-2-1-6 0,2-2-10 0,0 0-4 16,1 1-2-16,-2 0-6 0,1-3-3 0,1-2-3 15,0 0-4-15,0-1-18 0,-1-1-30 0,1-11-32 16,-1 19-46-16,1-19-54 0,0 12-45 0,0-12-147 15,-3 11-368-15,3-11 163 0</inkml:trace>
  <inkml:trace contextRef="#ctx0" brushRef="#br0" timeOffset="-183312.27">3482 6089 1866 0,'3'-10'63'0,"-3"10"-16"0,4-7-11 15,-4 7-36-15,0 0-1 0,0 0 1 0,2-11 1 16,-2 11-2-16,0 0-2 0,9-6 2 15,-9 6 4-15,9-4-3 0,-9 4 3 0,18-7-12 16,-7 5-27-16,1-2-35 0,6 0-47 0,-3-2-56 16,3 2-94-16,-1-2-290 0,2-2 128 0</inkml:trace>
  <inkml:trace contextRef="#ctx0" brushRef="#br0" timeOffset="-182955.26">3877 5853 197 0,'0'0'235'15,"0"0"-15"-15,0 0-19 0,0 0-11 0,-9-10-9 16,9 10-14-16,0 0-7 0,0 0-16 0,-23 16-12 16,14-8-11-16,0 1-13 0,5 0-14 0,-2 1-9 15,1-1-9-15,1 0-6 0,1-1-10 0,0 2-1 16,1-5-8-16,2-5-4 0,5 14-4 0,-5-14-7 16,11 9-6-16,-6-7-8 0,-5-2-4 0,14 6-2 15,-4-4-5-15,-1-1-4 0,-9-1 3 0,15 0-1 16,-15 0-5-16,12 0 2 0,-12 0 2 0,0 0-2 15,0 0-1-15,13 0-1 0,-13 0 1 0,0 0 3 16,0 0 1-16,0 0 0 0,0 0-2 0,0 0-1 16,0 0 1-16,0 0 2 0,0 0 0 0,-26 14 2 15,13-3 2-15,-1 0 5 0,0 2-3 0,1-3 4 16,1 3 2-16,1-1-2 0,2 2-1 0,-1-3 4 16,4-1-4-16,1 0-4 0,0-1 3 0,2 1-2 15,0-3-1-15,3-7 0 0,0 16-2 0,0-16 0 16,4 13-4-16,-4-13-17 0,11 5-25 0,1-4-28 15,-12-1-38-15,21 1-53 0,-2-5-55 16,-1-1-228-16,-3-2-473 0,5 0 209 0</inkml:trace>
  <inkml:trace contextRef="#ctx0" brushRef="#br0" timeOffset="-182591.84">4055 5863 258 0,'0'0'271'0,"0"0"-18"0,-3-12-17 0,3 12-20 0,0 0-20 16,0 0-22-16,0 0-17 0,6-9-20 16,-6 9-11-16,0 0-16 0,11-5-5 0,-11 5-12 15,17-5-11-15,-4 2-14 0,0 1-23 0,0-1-19 0,-2 2-17 16,2-1-21-16,-3-1-21 0,-10 3-15 16,17-2-23-16,-17 2-15 0,12-3-12 0,-12 3 1 0,11 0 1 15,-11 0 11-15,0 0 13 0,0 0 3 16,10-3 6-16,-10 3 10 0,0 0 5 0,0 0 24 15,0 0 5-15,0 0 19 0,0 0 6 0,0 0 22 16,0 0-6-16,0 0 3 0,0 0-4 0,0 0-1 0,0 0 1 16,0 0 4-16,0 0 7 0,-27 14 10 0,22-3 9 15,-1 5 8-15,-3 0 0 0,3 2-1 16,-1-1-6-16,-2 2 3 0,2-2-2 0,1 2-4 16,-1 6-1-16,2-7-6 0,-2 1-4 0,4 0-5 15,-1-1-2-15,-1 1 2 0,2-3-6 0,2-5-11 16,-2 6-29-16,2-5-31 0,1-12-49 0,0 21-55 15,-2-10-64-15,2-11-126 0,-7 14-365 0,7-14 161 0</inkml:trace>
  <inkml:trace contextRef="#ctx0" brushRef="#br0" timeOffset="-182424.84">4281 5981 147 0,'0'0'221'0,"0"0"-18"0,8-5-26 16,-8 5-18-16,0 0-16 0,0 0-28 0,0 0-29 16,0 0-36-16,0 0-40 0,0 0-70 0,8 13-149 15,-8-13-226-15,0 0 100 0</inkml:trace>
  <inkml:trace contextRef="#ctx0" brushRef="#br0" timeOffset="-182264.95">4255 6202 63 0,'0'0'240'0,"-1"10"-14"0,1-10-23 0,0 0-22 15,0 0-19-15,0 0-35 0,0 0-41 0,0 0-44 16,0 0-42-16,0 0-31 0,0 0-50 16,0 0-122-16,0 0-221 0,0 0 98 0</inkml:trace>
  <inkml:trace contextRef="#ctx0" brushRef="#br0" timeOffset="-182103.86">4443 6146 111 0,'0'0'247'0,"0"0"-25"0,0 0-23 15,0 0-30-15,0 0-46 0,0 0-52 0,0 0-49 16,0 0-65-16,0 0-145 0,0 0-201 0,0 0 89 15</inkml:trace>
  <inkml:trace contextRef="#ctx0" brushRef="#br0" timeOffset="-181825.9">2545 6748 2468 0,'-37'6'72'0,"4"-3"-42"15,11-1-2-15,-5 2-13 0,11-3-11 0,7-1-3 16,2 1-6-16,7-1 3 0,0 0 0 16,0 0 4-16,22 5-1 0,9-5 2 0,10-2-1 15,21-3 0-15,30-4 1 0,7 5 2 0,-2-4-4 0,3-5 0 16,-3 0-5-16,4 2-12 0,-3 1-20 15,-3 1-25-15,-3 1-27 0,-3-3-40 0,-26 4-31 16,-1-1-47-16,1-1-117 0,-3 2-347 0,1-2 153 16</inkml:trace>
  <inkml:trace contextRef="#ctx0" brushRef="#br0" timeOffset="-179447.85">8142 5796 20 0,'-4'-9'188'0,"3"4"-5"0,-2-3 4 0,-1 2-7 0,4 6-10 16,-2-8-13-16,2 8-18 0,0 0-15 0,-3-9-14 16,3 9-15-16,0 0-12 0,0 0-11 0,0 0-6 15,0 0-5-15,0 0-9 0,-1 26 1 0,2-10-8 16,2 4-4-16,-2 5-4 0,0 1-1 16,0-2-10-16,2 3 3 0,-3-1-5 0,1 0 0 15,-1-2-5-15,0 3 0 0,0-9 0 0,3 2-1 0,-3 4-2 16,0-5 2-16,1 0-7 0,2 1-19 0,-3-2-23 15,-3-2-32-15,2-1-44 0,-2 0-24 0,-1-3-22 16,1-1-19-16,-3 0-105 0,-2-1-298 16,0-3 132-16</inkml:trace>
  <inkml:trace contextRef="#ctx0" brushRef="#br0" timeOffset="-178919.54">8017 5889 2 0,'11'-6'133'0,"4"0"-18"0,3 2 17 0,0 1-20 16,2 3-2-16,7 7-21 0,-9-1 3 0,9 4-8 15,-8 1-3-15,7 4-13 0,-7 0-9 0,-4 1 0 0,-2 1-3 16,2 5-12-16,-8-2 7 0,2 5-15 16,-5 0-1-16,-1 2 3 0,-8-3-5 0,3-3-4 15,-6 2-1-15,-2 1-2 0,-7-3-3 0,-1-1 1 16,-1-1-4-16,-4-3 3 0,3-1-9 0,-3-2 0 15,2-6 0-15,3 0-4 0,0-3 8 0,7-2-5 0,-2-2 6 16,3-1 7-16,2 1-2 0,8 0-5 16,-11-5-4-16,7 0 4 0,4 5-5 0,1-12 0 15,-1 12 8-15,12-12-8 0,-3 6 1 0,2 0-2 16,3-3 2-16,3 1-1 0,1 4-2 0,1 1-4 16,8-3 3-16,-5 4 1 0,6-3 3 0,1 2 1 15,2-1 5-15,1 0-3 0,1 1-3 0,-1-4 3 0,-2 3 0 16,-1-1 2-16,-8 2-2 0,6-5-6 15,-6 3 5-15,-1 0 0 0,-2-2-3 0,0 1-2 16,-3-2 4-16,2 0-2 0,-7-1 3 0,-1-1 3 16,0 2-3-16,-3-3-2 0,0 3 5 0,-1-2-8 15,-2-2 3-15,-1 2-3 0,-4-1 0 0,-1 0-4 16,0-2 2-16,-2 3 2 0,-2 0 1 0,1 1 1 16,-2 2 3-16,-2 2-5 0,3-1-1 0,-3 2-5 15,-1 3-2-15,1 4 3 0,-2-1-6 0,-2 6 1 16,0 3-4-16,-1 5 1 0,2-2 4 0,-1 8-2 15,5-5 0-15,1 0 0 0,5 0-1 0,1-1 2 0,2 2 0 16,4-2-13-16,3 0-14 0,-1-3-14 16,2-1-24-16,3-1-31 0,2-1-33 0,2-1-22 0,-2-3-15 15,4-1-140-15,-5-1-330 0,6-4 146 16</inkml:trace>
  <inkml:trace contextRef="#ctx0" brushRef="#br0" timeOffset="-178474.01">8764 6014 174 0,'-1'-9'211'0,"-2"3"-1"0,3 6-10 16,0-13-19-16,0 13-19 0,-1-7-15 0,1 7-26 15,0 0-7-15,0 0-18 0,0 0-7 0,0 0-10 16,0 0-7-16,18 21-3 0,-12-7-1 0,2 0-9 0,1 1 3 16,-1 2-11-16,-2-2-2 0,0-1-2 0,1-1-8 15,-2-1-2-15,-1-2-3 0,1-1-2 16,-3 0-3-16,1-2-4 0,-1-2 0 0,-2-5-2 15,4 7 3-15,-4-7 7 0,4 7 7 0,-4-7 15 16,0 0 8-16,4 5-1 0,-4-5-8 0,0 0-3 16,0 0-8-16,9-14-2 0,-3 5-9 0,1-3 6 15,4-1-15-15,-2-1-10 0,8-8-6 0,-3 3-7 16,-1 3-5-16,6-6-4 0,-3 0-3 0,2 1 1 16,-4 6-3-16,-1 1 2 0,1 0-3 0,-1 0 6 15,0 3 0-15,-4 2 0 0,0 1 1 0,0 0 2 16,-4 4 1-16,0-2-1 0,0 2 3 0,-5 4 0 15,7-6 1-15,-4 3 1 0,-3 3-3 0,0 0-2 16,0 0 0-16,8-5-6 0,-8 5 1 0,0 0 1 16,0 0 3-16,0 0 2 0,6 14 2 0,-3-5 3 15,-1 2 1-15,-1-1 6 0,1 2 2 0,-2 5 2 16,0-1 8-16,1 1 1 0,0-2-8 0,-1 2 1 16,2 1-4-16,-1 0 2 0,-1-3 0 0,0 3-1 15,0-6-23-15,1 3-26 0,-2-1-32 0,1 2-38 16,-1-2-35-16,-2-3-50 0,0 1-48 0,-2-2-126 15,-1 0-397-15,1-2 175 0</inkml:trace>
  <inkml:trace contextRef="#ctx0" brushRef="#br0" timeOffset="-178292.8">9058 5744 137 0,'0'0'125'0,"9"0"-20"0,-9 0-24 16,15 7-28-16,-6-1-25 0,3 3-30 0,4 2-21 15,1-1-26-15,0 2-28 0,2-2-81 0,5 2 37 16</inkml:trace>
  <inkml:trace contextRef="#ctx0" brushRef="#br0" timeOffset="-177941.39">9393 5878 76 0,'0'0'174'0,"0"0"-33"16,0 0 9-16,0 0-5 0,0 0-5 0,-19 8 5 16,11-2-13-16,-1 4-5 0,0-2-9 0,-1 6-8 15,0-1-6-15,1 3-4 0,-1 1-11 0,2-1-9 16,1 1-6-16,3 1-8 0,3-3-8 0,-1 2-1 16,2-6-9-16,2 3-3 0,-1-3-7 0,6-3 0 15,-1 1-4-15,3-1-1 0,3-3-4 0,1 0-2 16,3 0-4-16,3-2 1 0,2-1-1 0,2-3-3 15,5-4 0-15,-1-2 2 0,-3-1-9 0,-3 0-4 16,-1 0-1-16,-2-3 0 0,0-1-4 0,-2 1 7 16,0-3-6-16,-3-1 0 0,-1 0-1 0,-3 1 1 15,-2-2-3-15,-3 0 4 0,-2 3 2 0,-1 1 7 16,-1 1 10-16,-1 1 8 0,-1 1-2 0,-1 1-2 16,-1 2-4-16,-1 2-2 0,5 4-6 0,-12-3-1 15,12 3-1-15,-21 10 0 0,7 2-5 0,1 1-2 16,0 2 5-16,2 1-3 0,0 7 1 0,5-6-2 15,0 0-2-15,3 2-14 0,4 2-27 0,4-4-31 16,0 1-53-16,6-3-39 0,2-2-35 0,3 1-198 16,3-5-422-16,6 1 187 0</inkml:trace>
  <inkml:trace contextRef="#ctx0" brushRef="#br0" timeOffset="-176889.78">10312 5902 151 0,'-2'-15'186'16,"0"9"-5"-16,2 6-1 0,-1-10-7 0,1 10-6 15,-3-8-11-15,3 8-20 0,0 0-13 0,-4-7-17 16,4 7-8-16,0 0-15 0,0 0-9 0,0 0-3 16,-10 18-8-16,7-7-9 0,2 4-4 0,0 3-3 15,1 1-2-15,0-1-1 0,2 0-10 0,2 0 1 16,0 0-3-16,5-2-8 0,-1 1 5 0,-1-4-8 15,4 0 1-15,1-2-4 0,0-1-3 16,-1-2 5-16,1-3-3 0,-1 1 0 0,5-5-4 16,-3 1 1-16,0-2 0 0,2 0-2 0,-1-2-2 0,0-2 2 15,-3-1 3-15,3 1-3 0,-2-3 0 0,-1 0 0 16,-2-1-3-16,-1-2 0 0,1 1 2 0,-3-1-3 16,-1-1 0-16,-1 2 2 0,0-2-3 0,-1-1 2 15,-1 1-3-15,-2 1-4 0,-1-1 4 0,2 2-1 16,-1 2 4-16,0 7-6 0,2-9-3 0,-2 9 3 15,0 0-6-15,0-9-3 0,0 9 1 0,0 0 2 16,0 0 2-16,0 0-6 0,0 0 0 0,0 0 3 16,10 29-3-16,-7-17 5 0,1-1-1 0,1 1 4 15,3 1-3-15,1 2 0 0,-3-5-4 0,3-1 0 16,2 3 2-16,-1-4-2 0,0-3 4 0,2-2 1 16,3 1-1-16,-2-4 2 0,6 0-1 0,-1-2-1 15,-5-2 3-15,-1-1 7 0,0-2-4 0,-1 0 0 16,1-2 3-16,-3 1 8 0,0-2-1 15,-2-4 1-15,1 0 2 0,-3-2-1 0,0 2-3 0,-5 2 4 16,2-5-6-16,-4 0 1 0,0 5-1 0,-1-4-3 16,0-1-5-16,0 7 3 0,-2-2-2 0,0 3-6 15,2 0-11-15,0 2-19 0,1 0-21 0,-2 1-23 16,4 6-37-16,-5-7-44 0,5 7-15 0,0 0-20 16,0 0-141-16,0 0-361 0,0 0 159 0</inkml:trace>
  <inkml:trace contextRef="#ctx0" brushRef="#br0" timeOffset="-176649.66">10983 5876 19 0,'0'0'182'0,"0"0"-12"0,0 0-12 0,0 0-12 16,0 0-13-16,0 0-12 0,0 0-11 0,0 0-6 15,0 0-11-15,0 0-6 0,0 0-8 0,0 0-5 16,0 0-12-16,0 0 2 0,0 0-4 0,0 0-5 15,-18 10-4-15,18-10-9 0,-4 6-2 0,4-6-5 16,-5 7-6-16,5-7 3 0,0 0-5 0,0 7-4 16,0-7-14-16,0 0-16 0,0 0-22 0,0 0-17 15,0 0-19-15,0 0-28 0,0 0-10 0,0 0-19 16,-3 8-21-16,3-8-91 0,0 0-252 0,0 0 113 16</inkml:trace>
  <inkml:trace contextRef="#ctx0" brushRef="#br0" timeOffset="-173895.78">11148 5904 8 0,'-4'-7'89'0,"4"7"-3"0,0 0-6 0,0 0-3 16,0 0 8-16,0 0-13 0,0 0 2 0,-6-5 0 16,6 5 2-16,0 0-1 0,0 0-10 0,0 0-2 15,0 0-2-15,0 0-7 0,-6-4-7 0,6 4-2 16,0 0-10-16,0 0 1 0,0 0-7 0,0 0-1 16,0 0-8-16,-15 5-1 0,15-5-1 0,-8 2 3 15,8-2-6-15,-9 4 1 0,9-4-5 0,-5 5-1 16,5-5 0-16,-6 3-7 0,6-3 6 0,0 0-1 15,-5 4 0-15,5-4-6 0,0 0-1 16,0 0-6-16,0 0 7 0,0 0 0 0,0 0-4 0,-8 3 8 16,8-3-6-16,0 0 2 0,0 0-1 0,0 0-2 15,0 0-4-15,0 0-8 0,0 0 0 0,0 0 3 16,0 0-4-16,0 0 2 0,0-15 2 0,0 15-1 16,0 0 2-16,0 0 1 0,0-11-5 0,0 11 19 15,0 0-15-15,0 0 1 0,0-9 7 0,0 9 5 16,0 0-6-16,0 0 0 0,0 0 0 0,1-8-2 15,-1 8 0-15,0 0-2 0,0 0 12 0,0 0-4 16,0 0 8-16,0 0 0 0,0 0-1 0,0 0-4 16,0 0 1-16,0 0-1 0,0 0 9 0,0 0-3 15,0 0-2-15,0 0-3 0,0 0 5 0,0 0-14 16,0 0 20-16,0 0-6 0,0 0-2 0,0 0 8 16,1-7-1-16,-1 7-1 0,0 0 5 0,0 0 1 15,0 0 0-15,0 0 1 0,0 0 5 0,0 0-5 16,0 0 3-16,0 0-3 0,0 0-4 0,0 0 3 15,0 0-7-15,0 0-3 0,0 0 3 0,0 0 0 16,0 0-2-16,0 0 2 0,0 0-3 0,0 0 1 16,0 0 0-16,0 0 1 0,0 0-2 0,0 0-1 15,0 0 0-15,0 0-4 0,0 0 5 0,0 0-3 16,0 0-2-16,0 0 7 0,0 0-2 0,0 0-2 16,0 0 5-16,0 0-7 0,0 0-2 0,0 0 0 15,0 0-1-15,-2-8 5 0,2 8-4 0,0 0 1 16,0 0-6-16,0 0 2 0,0 0 0 0,0 0 0 15,0 0 1-15,0 0 3 0,0 0-2 0,-9-5-1 16,9 5-1-16,0 0 2 0,0 0-2 0,0 0-2 16,0 0 3-16,0 0 2 0,0 0-5 0,-5-2 3 15,5 2-4-15,0 0 2 0,0 0-2 0,0 0 3 16,0 0-2-16,0 0-9 0,0 0 9 0,0 0 1 16,0 0-4-16,0 0 2 0,0 0 2 0,0 0-4 15,0 0-3-15,0 0 3 0,0 0 0 0,0 0 0 16,0 0 2-16,0 0 1 0,0 0 2 0,0 0-2 15,0 0-1-15,0 0-2 0,0 0-2 0,0 0 8 16,0 0-5-16,-13 5 1 0,13-5 1 0,0 0 0 16,-6 3-3-16,6-3 2 0,-8 7 5 0,8-7-2 0,-6 5-2 15,2-1-2-15,4-4 3 0,-7 6 0 0,7-6-5 16,-6 9 4-16,5-4-3 0,1-5 2 16,-9 12-4-16,5-4 1 0,0 3-1 0,0-1 0 15,0 4 5-15,1-2-2 0,-2 0 4 0,2 2-3 16,2 5 5-16,0-7-4 0,0 0 0 0,1 2 2 0,1 2 3 15,0-1-4-15,1-4-4 0,6 3 0 16,-4-3 6-16,3-2 0 0,1 0 0 0,4 0 3 16,0-4 1-16,5 0 0 0,1-1-5 0,1-3 4 15,0-1 5-15,3-2-2 0,-2-1-1 0,0-3 4 16,5-2-1-16,-4 0-6 0,-5-1-1 0,2 1 9 0,-2-1-1 16,-3-3-2-16,2 0 0 0,-3-2-2 15,-1 0 0-15,-1 1 1 0,-5 1-4 0,0-4 10 16,0 1-1-16,-3 0-1 0,-1 3-1 0,-4-5 0 15,1 1-2-15,-1 4 4 0,-1 0-2 0,0 1-1 16,-6-3 0-16,4 5-2 0,-2 0-6 0,-1 1 3 0,-2 1-5 16,0 1 0-16,0 3-1 0,0 1-5 15,-2 2-7-15,-1 2-18 0,-3 1-19 0,-1 6-17 16,2-1-30-16,-2 1-26 0,2 4-39 0,2 0-128 16,-4-1-313-16,7 4 140 0</inkml:trace>
  <inkml:trace contextRef="#ctx0" brushRef="#br0" timeOffset="-173411.28">11374 6167 72 0,'12'-4'150'0,"-8"1"-5"0,-4 3-6 0,9-4-9 16,-4 0 7-16,-1 1-6 0,1-2-16 0,0-1-9 15,1 0-7-15,-3 2-3 0,1-5-3 0,0 3-6 16,0-5-8-16,-3 2-9 0,3-2-8 0,-3 1 10 16,0-1-8-16,-1-1-4 0,0 0 0 0,-3-3-3 15,-1 3-6-15,-1-3-6 0,1 6-2 0,0-3-1 16,-2 2-6-16,1-1 1 0,-3 1-1 0,3 3-5 16,-2 0-3-16,1-1-2 0,-2 4-1 0,1 0-3 15,2 1-2-15,5 3-7 0,-8-6-2 0,1 4 0 16,7 2-3-16,0 0-5 0,-7-3-9 0,7 3-3 15,0 0-5-15,0 0-2 0,0 0-5 0,0 0 7 16,0 0-3-16,0 0 3 0,25 13-5 0,-11-12-2 16,6 1-5-16,1-4 1 0,1 2 4 0,-3 0 0 15,4-1 5-15,4-1-3 0,-6-1 7 0,-4 2 0 16,-3 0-5-16,-3 0 11 0,0-1-7 0,-1 4 0 16,-10-2 3-16,13 0 2 0,-5 0-8 0,-8 0 6 15,10 2 1-15,-10-2 1 0,9 5 9 0,-3-2 8 16,-4 2 8-16,-2-5 3 0,5 10-1 0,-2-3 9 15,-1 3-4-15,-1-1-2 0,-2 3-4 0,2-2 2 16,-1-1-3-16,1 5-1 0,-1-3-2 0,2-1-7 16,-2-10-23-16,0 23-17 0,2-12-21 0,1-2-23 15,1 1-28-15,-4-10-30 0,4 15-22 0,-2-7-136 0,-2-8-316 16,5 13 140-16</inkml:trace>
  <inkml:trace contextRef="#ctx0" brushRef="#br0" timeOffset="-173155.54">11776 5799 81 0,'0'-13'189'16,"0"1"8"-16,0 4 1 0,0 8-2 0,-2-13-14 16,2 13-19-16,0-8-14 0,0 8-21 0,0 0-11 15,0-8-21-15,0 8-10 0,0 0-7 0,0 0-9 16,0 0 3-16,9 36-1 0,-6-20-7 0,1 3-4 15,-1 5-5-15,-1 1-4 0,2 3-6 0,-2-3-3 16,0-6-4-16,0 6 0 0,-2-6-5 0,1 7-3 16,1-3 2-16,-2-3-18 0,0-3-21 0,2 1-30 15,1-6-30-15,-1 1-32 0,0-1-34 0,-2-3-42 16,1 2-173-16,-1-11-375 0,0 0 166 0</inkml:trace>
  <inkml:trace contextRef="#ctx0" brushRef="#br0" timeOffset="-172636.06">11954 5793 96 0,'0'0'176'0,"4"-7"-15"16,-4 7-11-16,0 0-4 0,0 0-14 0,0 0-13 16,0 0-9-16,0 0-8 0,0 0-13 0,-18 23-8 15,7-11-3-15,0 4-9 0,-2-2-8 0,-3 2-7 16,3-2-15-16,-5 5-5 0,6-7-15 0,1-3-3 15,4-2-6-15,-1-1-4 0,1 1-5 0,7-7 4 16,-10 9 2-16,10-9-5 0,-4 5 5 16,4-5-1-16,0 0-2 0,-6 8 3 0,6-8 4 0,0 0-2 15,0 0-7-15,0 0-2 0,0 0 1 0,15 9-2 16,-6-7 3-16,-9-2-4 0,13 8 0 0,-2-4 8 16,1-1-2-16,1 3-5 0,-1-1 9 0,1-2-8 15,5 0 2-15,-1 2-7 0,2-5 3 16,-1 2-2-16,2 0 6 0,-1-4 2 0,0 3 2 0,1-4 0 15,-1 1 1-15,-1-4 2 0,2 0-2 0,-5-2 1 16,1 1 3-16,-3-2-1 0,-3 1 8 0,-1 0 9 16,-1-1-2-16,-3-1 3 0,2 0 3 0,-4 0 13 15,1 1-2-15,0-1 9 0,-4 3 2 0,0 0 3 16,0 7-3-16,2-12-5 0,-2 12-2 16,0-10-3-16,0 10-6 0,0 0-9 0,0-10 0 0,0 10-9 15,0 0-2-15,0 0-1 0,0 0 1 0,0 0-5 16,-13 29-2-16,8-16 0 0,3 1-1 0,-2-2-2 15,1 4 0-15,1-3-1 0,2 4 1 0,0-6 0 16,0 3-2-16,0 2 2 0,0 1-1 0,0-5 0 16,0-2-3-16,0 3 2 0,0-3-3 0,0 2 0 15,-2-1-1-15,2-2-4 0,-3 2-10 0,1-6-5 16,-2 5-17-16,2-3-21 0,-7 2-40 0,9-9-48 16,-14 10-55-16,3-4-161 0,2-2-390 0,-2-1 172 15</inkml:trace>
  <inkml:trace contextRef="#ctx0" brushRef="#br0" timeOffset="-172485.38">12394 6039 13 0,'0'0'214'16,"8"-5"-19"-16,-8 5-23 0,0 0-36 15,4-3-37-15,-4 3-37 0,0 0-58 0,0 0-42 0,0 0-106 16,-23-2-154-16,23 2 69 0</inkml:trace>
  <inkml:trace contextRef="#ctx0" brushRef="#br0" timeOffset="-170211.28">2660 7486 126 0,'0'0'117'0,"-5"-7"-5"0,5 7-12 0,0 0-7 15,0 0-6-15,-4-6-12 0,4 6-13 0,0 0-2 16,0 0-11-16,0 0-7 0,0 0-3 0,0 0-4 0,0 0-1 16,0 0-5-16,0 0-5 0,0 0 1 15,0 0-4-15,0 0 0 0,0 0 0 0,-7-3-5 16,7 3 13-16,0 0-13 0,0 0 13 0,0 0 7 15,0 0 3-15,0 0-4 0,0 0 3 0,0 0-1 16,0 0-6-16,0 0 0 0,0 0 0 0,0 0-4 16,0 0 0-16,0 0-1 0,0 0 0 0,0 0-5 0,0 0 4 15,0 0 0-15,0 0-2 0,0 0 1 16,0 0-6-16,0 0 7 0,0 0 0 0,0 0 2 16,0 0-1-16,0 0 4 0,0 0 2 0,0 0 4 15,0 0 3-15,0 0 0 0,0 0 0 0,0 0-4 16,0 0-2-16,0 0-4 0,0 0-3 0,0 0-4 15,0 0 1-15,-2-7-2 0,2 7-5 0,0 0-4 0,0 0-1 16,0 0 4-16,-7-2-8 0,7 2-3 16,0 0 1-16,-12-4-4 0,12 4 4 0,0 0-8 15,-14 3 4-15,14-3-1 0,-13 3-1 0,7 1 1 16,-3-1-3-16,-1 3 3 0,-3 5-2 0,1-3-1 16,-3 4-1-16,1-1 6 0,-1 4 2 0,-1-3-4 15,1 2-3-15,2-1 1 0,1-2 0 0,0 3-1 16,3-2 2-16,1-3 1 0,3 2-3 0,0-4-2 15,0 2 1-15,5-1 1 0,-1-4-2 0,1-4 2 16,-1 13 4-16,1-13 2 0,6 8-4 0,2 0 1 0,3-6 3 16,1 0 0-16,0-2 3 0,8 2-3 0,-1-4 0 15,1-2 7-15,1 1-7 0,-1 1 0 16,-3-5-6-16,-2 3 9 0,-3 2-3 0,2-1 0 16,-5 2 1-16,-2 1 3 0,1-5-4 0,-8 5-1 15,13-2 1-15,-13 2 3 0,6-1 2 0,-6 1-4 16,0 0-2-16,8-1-1 0,-8 1-5 0,0 0 3 0,0 0-4 15,0 0 3-15,0 0-1 0,-27 8 7 16,17-3-5-16,-2 2-3 0,-3 1 5 0,-1 4-2 16,-1-1-3-16,-5 5 3 0,1 0 0 0,-2 4 1 15,4 1-1-15,-3 0-3 0,2-3 2 0,7-3 5 16,2-2-4-16,-1 2-1 0,5-2-1 0,0-3 2 16,2-1-6-16,3-3 7 0,2 1 2 0,0-7 0 15,1 12 2-15,-1-12-3 0,10 9 6 0,-4-8-2 16,6 3-9-16,7-5-25 0,2 1-35 0,0-4-42 15,10-1-30-15,2-3-37 0,1 0-141 0,-1-2-338 16,1-3 150-16</inkml:trace>
  <inkml:trace contextRef="#ctx0" brushRef="#br0" timeOffset="-170038.34">2871 7667 168 0,'0'0'183'15,"0"0"-18"-15,0 0-18 0,0 0-19 0,4-10-12 16,-4 10-10-16,10-2-18 0,-2 0-35 0,2-4-27 16,3 3-34-16,2-3-38 0,3 0-16 0,0 2-21 15,1 0-81-15,-1 2-177 0,-4-2 79 0</inkml:trace>
  <inkml:trace contextRef="#ctx0" brushRef="#br0" timeOffset="-169847.44">3184 7506 67 0,'-1'-9'213'0,"1"9"-12"16,0 0-10-16,-4-7-13 0,4 7-20 0,0 0-19 16,0 0-13-16,-2-7-21 0,2 7-10 0,0 0-9 15,0 0-10-15,0 0 7 0,-3 23-6 0,4-7-2 16,-1 3-10-16,-3 0-6 0,1 9-1 0,0 0-5 16,-1-2-7-16,-1 0 3 0,2 1-14 0,-1-7-16 15,1-2-23-15,0 3-29 0,0-4-36 0,1 0-34 16,1-3-18-16,0-4-23 0,1 0-24 0,0 0-101 15,-1-10-292-15,1 14 130 0</inkml:trace>
  <inkml:trace contextRef="#ctx0" brushRef="#br0" timeOffset="-169473.66">3189 7577 213 0,'-2'-13'211'0,"1"6"-10"15,-2-1-10-15,3 8-16 0,-1-11-17 0,1 11-12 16,-3-7-28-16,3 7-11 0,0 0-14 0,0 0-6 15,0 0-11-15,0 0-8 0,0 0-6 0,0 0-5 16,19 14-7-16,-10-5-5 0,0-2-3 0,4 2-3 16,-1-5-2-16,4 5-3 0,-4-2-4 0,5-1 1 15,-4-2-7-15,5-1 3 0,-6 0-4 0,2 0 6 16,-3-1-10-16,0 0 1 0,2-3-6 0,-4 0 3 16,2-1-3-16,-2-4 0 0,0 2-2 0,-6-2 1 15,3 1-2-15,-1-1 3 0,1 1 0 0,-2 0 9 16,-2-2 4-16,-2 7 0 0,4-12-2 0,-2 4-2 15,-2 8-3-15,2-10-4 0,-2 3-2 0,0 7 3 16,0-12-9-16,0 12 9 0,1-7-14 0,-1 7 0 16,0 0-9-16,2-8 4 0,-2 8-4 0,0 0 3 15,0 0-2-15,0 0 2 0,9 17 0 0,-7-4 4 16,2 1-1-16,-2 4-1 0,0 1 1 0,0 5 3 16,1-5-1-16,-3 0-7 0,1-3-17 0,1 2-13 15,0-3-19-15,-1-2-15 0,2-1-25 0,0-1-21 16,-1 1-35-16,1-2-19 0,2-1-169 0,-3 1-365 15,-2-10 162-15</inkml:trace>
  <inkml:trace contextRef="#ctx0" brushRef="#br0" timeOffset="-169184.59">3620 7667 6 0,'0'0'175'0,"0"0"-17"15,0 0-15-15,0 0-12 0,0 0-7 0,0 0-16 16,0 0 0-16,0 0-4 0,0 0 1 0,0 0-14 15,10 19-12-15,-6-17 1 0,-4-2-11 0,9 9-7 16,-4-5 1-16,3-2-3 0,-8-2 0 16,17 0 3-16,-6 0-1 0,2-3-2 0,-3-1-3 0,3 1-3 15,-3-2-1-15,0-1 3 0,0-2 0 0,-2 1 6 16,-1-1-2-16,-2 2 7 0,0-3-8 0,-3-2-3 16,-1 0-10-16,-2 1-1 0,-1 1-6 15,-2-4-2-15,-1 2-6 0,0 2-4 0,-2-1 3 0,0 1-10 16,-4 0-13-16,2 3-7 0,-1-1-14 0,1 0-16 15,-1 5-19-15,1 1-20 0,-2 1-20 16,3 3-15-16,2 2-23 0,6-5-16 0,-10 9-14 16,8-3-14-16,2 1-133 0,0-7-328 0,0 0 145 0</inkml:trace>
  <inkml:trace contextRef="#ctx0" brushRef="#br0" timeOffset="-168903.51">3929 7510 61 0,'4'-3'220'0,"-4"3"-3"0,7-3-6 0,-7 3-20 0,0 0-22 15,5-5-14-15,-5 5-11 0,0 0-17 16,0 0-12-16,0 0-14 0,0 0-8 0,0 0-11 16,-26 6-6-16,20-1-13 0,1 3-2 0,-2-1-8 0,1 3-5 15,2-3-1-15,-1 5-9 0,4-3-2 0,-2 0-7 16,3 2 3-16,0-1-7 0,4 2-4 16,0-4-1-16,0-1-1 0,2 4-4 0,0-4 2 15,1 2-4-15,-1 0 0 0,1-1-4 0,0 0 1 16,0 1-1-16,-2-3-4 0,-1 0 1 0,-2 1-1 0,2-1-4 15,-3 1 4-15,-1-7 2 0,3 12-1 16,-3-12 0-16,-5 13-2 0,-2-2 0 0,1-3-2 0,-2-1-8 16,-3 3-18-16,2-3-18 0,0 0-17 15,0-2-14-15,1 1-18 0,2-3-20 0,-1-2-33 16,7-1-35-16,-10 2-132 0,10-2-336 0,0 0 149 16</inkml:trace>
  <inkml:trace contextRef="#ctx0" brushRef="#br0" timeOffset="-168555.96">4084 7504 112 0,'12'-8'154'0,"-6"5"-15"16,2 0-10-16,-2 0-12 0,2 1-12 0,1-2-11 16,-2 0-9-16,2 3-4 0,-9 1-15 0,17-6-4 0,-7 6-9 15,2-3-10-15,-5 3-11 0,-7 0-29 16,15-3-11-16,-15 3-34 0,12-1-11 0,-12 1-6 15,7-2-6-15,-7 2-1 0,0 0-1 0,0 0 7 16,0 0 8-16,0 0 2 0,0 0 15 0,0 0 17 16,-39-1 14-16,39 1 11 0,-23 0 13 0,13 1 3 0,10-1 13 15,-21 0 12-15,11 0 13 0,10 0-4 16,-13 0-19-16,13 0 3 0,-11 3-1 0,11-3 7 16,-10 10-1-16,6-3 10 0,1 3 17 0,-2 6 0 15,3-1-4-15,0 1 2 0,-1 3 0 0,1 7 2 16,1-2-2-16,1-3-1 0,0-3-8 0,1 8-3 15,-1-10-3-15,-1 3-7 0,0 1 2 0,2-3-11 16,-1-4-19-16,1 4-19 0,-2-1-37 0,0-4-32 16,1-3-46-16,1 2-51 0,-1-11-128 0,-1 16-315 15,1-16 139-15</inkml:trace>
  <inkml:trace contextRef="#ctx0" brushRef="#br0" timeOffset="-168391.83">4125 7677 84 0,'0'0'169'0,"10"-8"-11"0,-2 4-18 0,-8 4-20 15,16-8-9-15,-3 7-11 0,0-2-6 0,4-3-10 16,0 1-30-16,1 1-38 0,2 1-31 0,1-1-70 16,-2-2-87-16,-1 1-186 0,1 0 83 0</inkml:trace>
  <inkml:trace contextRef="#ctx0" brushRef="#br0" timeOffset="-168033.28">4478 7467 138 0,'0'0'184'0,"-8"-3"-10"0,8 3-9 16,0 0-8-16,-13 3-14 0,13-3-14 0,-9 7-9 16,4 0-4-16,0 1-2 0,0 2-12 0,1 0-11 15,0-1-12-15,2 1 0 0,2-2-15 0,0 1-7 16,1 3-1-16,1-5-10 0,1 1-2 0,1-3-12 15,1 1-14-15,0-1 0 0,4 0-5 0,-3-2-3 16,1 1-5-16,-2-1-7 0,-5-3-1 0,10 0 1 16,-4 3 6-16,-6-3 0 0,6 4 3 0,-6-4-8 15,0 0 2-15,0 0-1 0,0 0 6 0,0 0 1 16,0 0 3-16,0 0-5 0,0 0-2 0,0 0 3 16,0 0 4-16,-31-1-5 0,22 4 7 0,-1 0 3 15,1 4 1-15,-1 2 2 0,-2-5 4 0,1 8 2 16,-1-3 4-16,5 0-1 0,-1 1-4 0,0 1-1 15,2-4-5-15,1 3-2 0,1-2-3 0,0 3 2 16,3-5 2-16,1 1-5 0,0-7 1 0,2 14 0 16,2-10-9-16,5 3-22 0,-4-2-15 0,5-1-36 15,2-2-34-15,2 0-40 0,3-4-33 0,0 2-155 16,-5-1-357-16,6-2 158 0</inkml:trace>
  <inkml:trace contextRef="#ctx0" brushRef="#br0" timeOffset="-167765.89">4660 7478 152 0,'2'-5'216'0,"-2"5"-10"0,-2-12-7 0,2 12-22 15,0-7-18-15,0 7-20 0,0 0-12 0,0 0-6 16,0 0 1-16,0 0-6 0,7 20-1 0,-7-3-5 16,-3 2-3-16,3-1-10 0,-1-1-7 0,0 2-10 15,1 7-3-15,-3-9-7 0,1 7-3 0,0-8-7 16,1 1-7-16,1-6 0 0,-1 1-6 0,-1-2-7 15,2-1-3-15,0-9-5 0,-1 12-1 0,1-5-3 16,0-7-2-16,1 7-4 0,-1-7-2 0,2 8-1 16,-2-8 0-16,4 7-3 0,-4-7 5 0,6 4-6 15,-6-4 2-15,13 2-16 0,-6-4-23 0,4 2-25 16,-11 0-35-16,24-2-39 0,-10-1-52 0,1 1-38 16,-1-1-197-16,-14 3-442 0,26-3 195 0</inkml:trace>
  <inkml:trace contextRef="#ctx0" brushRef="#br0" timeOffset="-167168.9">4428 7489 98 0,'0'0'161'16,"-8"0"-10"-16,8 0-10 0,0 0-15 0,0 0-17 15,-9 2-4-15,9-2-2 0,0 0-1 0,0 0-2 16,0 0-7-16,40-1-7 0,-21-1-11 0,10-3-6 16,3-1-20-16,3-1-31 0,1 4-31 0,2-3-37 15,-1 0-66-15,-3 3-119 0,-4-1-254 0,-1 0 112 16</inkml:trace>
  <inkml:trace contextRef="#ctx0" brushRef="#br0" timeOffset="-166604.3">4631 7496 174 0,'-2'-7'189'0,"2"7"-3"0,-2-7-8 0,2 7-11 16,0 0-14-16,0 0-18 0,0 0-11 0,0-12-14 15,0 12-13-15,0 0-10 0,0 0-13 0,0 0-6 16,0 0-11-16,0 0-3 0,0 0-3 0,14 20 11 16,-9-7 0-16,2 2 2 0,-2 2-5 0,-1 2-9 15,1 9 1-15,-1-4 1 0,1 3-3 0,-3-3 0 16,0-3-5-16,0-3-6 0,1 1-2 0,-1-2-6 16,0 2 1-16,0-3-17 0,-1-1-22 0,-1 2-21 15,2-3-29-15,-4-2-36 0,4 0-38 0,-1-2-36 16,-1-1-35-16,0 2-115 0,0-11-343 15,0 12 152-15</inkml:trace>
  <inkml:trace contextRef="#ctx0" brushRef="#br0" timeOffset="-166368.06">5141 7612 180 0,'9'-1'184'0,"-9"1"-6"0,0 0-11 0,11-1-10 16,-11 1-21-16,17-3-16 0,-7 1-11 0,3 0-11 16,-1 0-34-16,1 1-32 0,0 0-41 0,1-1-51 15,-1 1-44-15,-3 2-105 0,-10-1-227 0,16-1 101 16</inkml:trace>
  <inkml:trace contextRef="#ctx0" brushRef="#br0" timeOffset="-166219.79">5225 7711 124 0,'0'0'183'0,"0"0"-13"0,0 0-14 0,0 0-14 0,0 0-19 15,0 0-8-15,0 0-11 0,12 7-28 0,-4-7-34 16,3 0-31-16,6-3-44 0,3-1-46 0,-2-1-110 15,8-4-205-15,0-1 90 0</inkml:trace>
  <inkml:trace contextRef="#ctx0" brushRef="#br0" timeOffset="-165623.34">13145 5753 129 0,'0'0'163'0,"0"0"-19"0,0 0-7 0,0 0-15 0,0 0-13 15,0 0-13-15,0 0-5 0,27-6-8 16,-10 4-16-16,4 0 2 0,8-3-10 0,-2 3-16 16,0 0-27-16,2-3-29 0,-7 4-33 0,-1 1-24 15,-1-1-22-15,-3 1-93 0,-3 2-200 0,-7 0 89 0</inkml:trace>
  <inkml:trace contextRef="#ctx0" brushRef="#br0" timeOffset="-165095.62">13405 5719 163 0,'-7'-6'159'0,"7"6"-8"0,-8-3-10 16,8 3-15-16,0 0-15 0,0 0-16 0,0 0-9 16,0 0-10-16,-10 10-5 0,8 1 7 15,1 3 1-15,-1 4 8 0,4 6-5 0,-1 0-2 16,-1 3-3-16,0-4-2 0,0-2-7 0,2-1-10 15,-4 3-6-15,4-3-3 0,-4-4-6 0,2 1-2 16,2-2-3-16,-2-2-4 0,5 0 1 0,-5-4-3 16,2 2-6-16,-2-1-7 0,2-3-11 0,-2-7-4 0,0 12-14 15,1-5-6-15,-1-7 0 0,-1 8 1 16,1-8-2-16,-4 9-5 0,4-9-5 0,-10 5-2 16,2-5 0-16,8 0-4 0,-19-2 7 0,9-1 4 15,10 3 2-15,-14-5 7 0,9 4 9 0,-2-3 11 0,7 4-3 16,-10-3 13-16,10 3 5 0,-5-5-4 15,5 5-5-15,0 0 4 0,-4-6-1 0,4 6-5 16,0 0-2-16,0 0-4 0,17-4 5 0,-5 3-5 16,-1-2-2-16,8 2 5 0,0-1-6 0,-1 0-6 15,10 0-21-15,-7-1-14 0,4 0-16 0,4-2-22 0,-2 4-10 16,-6-2-17-16,-1 1-7 0,0 0-4 0,-2 0 8 16,-2-3-3-16,2-1 11 0,-3 0 12 15,-4 1 11-15,1 0 16 0,-3 0 16 0,0-3 23 16,0 4 16-16,-4-6 17 0,-1 1 10 0,0 3 18 15,0-3 24-15,-3 3-1 0,1-1 18 0,-2 7 13 0,2-12 12 16,-2 12 4-16,3-6-3 0,-3 6-7 0,0 0-11 16,2-8-11-16,-2 8-18 0,0 0-4 15,0 0-5-15,0 0-7 0,0 0-1 0,0 0-1 0,3 21-5 16,-1-11-2-16,-2 1-3 0,-2-1 2 16,2 1-6-16,0 2 0 0,0-1-6 0,-3 4 4 0,3-3-5 15,0-1-11-15,0-1-26 0,0 0-25 0,0-2-26 16,0-9-27-16,0 18-42 0,0-12-14 0,-2 1-170 15,-3-2-346-15,5-5 153 0</inkml:trace>
  <inkml:trace contextRef="#ctx0" brushRef="#br0" timeOffset="-164868.83">13766 5934 108 0,'13'-3'168'0,"1"1"3"0,-1 2-9 15,4 2-3-15,-4-1 2 0,5 5-10 0,-5 3-3 16,-1-2-8-16,-3 2-13 0,0-2-7 0,2 4-9 0,-4-1-7 16,-1 2-6-16,-3 3-2 0,-3 1 0 15,-1-4-9-15,-5 6-5 0,-1 0-6 0,-4-3-6 16,-2-2-8-16,-6 6-3 0,2-6-12 0,1 1-19 16,1-3-24-16,-2-2-24 0,6-2-36 0,-1 1-37 15,2-4-32-15,3 0-40 0,1-1-198 0,6-3-393 0,0 0 174 16</inkml:trace>
  <inkml:trace contextRef="#ctx0" brushRef="#br0" timeOffset="-164484.53">14558 5618 60 0,'0'0'232'0,"-10"-4"-20"0,10 4-18 16,0 0-12-16,-11 5-4 0,7 4-3 0,-3 5-10 15,-2 4-10-15,0 6-3 0,2 1 1 0,3 2-12 16,-4 0-16-16,6-3-8 0,-2 2-13 0,1-1-4 16,1 0-8-16,0-6-6 0,0 1-5 0,2-1-6 15,2 0-5-15,-2 0-11 0,2 0 3 0,-1-2-8 16,0-1-7-16,-2 2-1 0,1-2-4 0,1-4 2 16,1 1-27-16,-1-3-30 0,-1 1-27 0,0 0-35 15,0-2-43-15,0-9-41 0,-5 17-35 0,1-12-55 16,0 3-147-16,4-8-428 0,-9 8 190 0</inkml:trace>
  <inkml:trace contextRef="#ctx0" brushRef="#br0" timeOffset="-164345.89">14409 5976 124 0,'9'-6'151'0,"5"0"-10"0,1-1-16 15,3 0-6-15,0 0-19 0,0 2-11 0,5 1-25 16,-3 1-48-16,6-4-30 0,-5 4-27 0,6-3-27 0,1 2-67 15,-9-2-146-15,2 3 66 0</inkml:trace>
  <inkml:trace contextRef="#ctx0" brushRef="#br0" timeOffset="-164165.87">14814 5744 128 0,'-1'-7'226'0,"1"7"-1"0,-4-13-10 15,4 13-20-15,0-10-19 0,0 10-21 0,-2-7-19 16,2 7-13-16,0 0-15 0,0 0-13 0,0 0-3 15,0 0-9-15,-3 34-8 0,1-16-6 0,-3 1-5 16,3 2-5-16,-1 3-5 0,-1 2-4 0,2-7-5 16,-2 6-27-16,3-6-26 0,-1 0-35 0,1-3-39 0,1 1-44 15,-1-5-41-15,2 0-161 0,-2-1-355 16,1-11 157-16</inkml:trace>
  <inkml:trace contextRef="#ctx0" brushRef="#br0" timeOffset="-163901.56">14906 5932 105 0,'0'0'148'0,"0"0"-10"15,0 0-4-15,0 0-9 0,0 0-12 0,16 9-4 16,-16-9-16-16,8 5-8 0,-4-3-2 0,-4-2-6 16,12 5 14-16,-5-4 4 0,-7-1 7 0,15-1-1 15,-7 1-3-15,1-3 1 0,-9 3 1 0,13-4 4 16,-7 0-2-16,1-1 0 0,-2 2-4 0,-3-3-6 15,2-1-11-15,-3 0-5 0,-1 7-9 0,0-12-1 16,-1 5-10-16,1-3-13 0,-4 1-12 0,2 2-14 16,-5-2-16-16,4 1-22 0,-3 2-24 0,1 1-32 15,5 5-25-15,-9-6-37 0,9 6-32 0,-9-4-18 16,9 4-18-16,0 0-107 0,0 0-340 0,0 0 151 16</inkml:trace>
  <inkml:trace contextRef="#ctx0" brushRef="#br0" timeOffset="-163484.31">15112 5825 85 0,'0'0'148'0,"7"6"-11"16,-7-6 4-16,2 6-2 0,-2-6-7 0,0 0-5 15,0 13-8-15,0-7-10 0,0-6-4 0,0 12-13 16,0-6-4-16,0-6-11 0,0 12-6 0,3-6-3 16,-1-1-6-16,-2-5-5 0,5 10-7 0,-4-5-2 15,3 0-3-15,3-3 5 0,-7-2 6 0,12 6 1 16,-6-4-3-16,2-1-2 0,-8-1-2 0,14 0-6 15,-6-1-1-15,-8 1 4 0,11-4-4 0,-4 2-1 16,-7 2-8-16,9-8-2 0,-5 5-1 0,-4 3-4 16,6-8-4-16,-1 3-3 0,-5 5-2 0,5-8-6 15,-5 8 3-15,4-6-2 0,-4 6-4 0,0 0-7 16,3-6-2-16,-3 6-1 0,0 0 0 0,0 0 0 16,0 0 3-16,0 0-4 0,0 0-3 0,11 15 6 15,-11-15-4-15,5 8 5 0,-1-4-3 0,0 1 3 16,1-1-1-16,0-2 4 0,2 2 0 0,4-2 0 15,-1-2 1-15,-1 2 12 0,3-2 1 0,0-2 1 16,-1 0 6-16,-3 0 20 0,-1-1-1 0,1 1 9 16,-3-1-5-16,2-1 0 0,-2-1-2 0,-1 0-9 15,3-3 0-15,-3-1-8 0,-4 2-1 0,3 0-12 16,0 0-19-16,-2 1-10 0,-1 6-21 0,3-11-23 16,-3 11-33-16,0-9-42 0,0 9-35 0,0 0-34 15,0 0-5-15,0 0 2 0,0 0-151 0,0 0-382 16,-19 20 170-16</inkml:trace>
  <inkml:trace contextRef="#ctx0" brushRef="#br0" timeOffset="-163170.72">15431 5964 98 0,'10'-5'220'0,"2"-1"-12"0,-1 0-5 16,3-5-12-16,0 2-15 0,2-1-14 0,-5-2-7 16,1 2-6-16,2-3-8 0,-3 2-3 0,2-3-9 15,-1 3-5-15,-2-2-8 0,1 1-10 0,-2-1-7 16,2 0-6-16,-5 1-3 0,3 2-8 0,-4 0-11 15,0 2-1-15,0-1-1 0,0 1-2 0,-1 4-6 16,-1-2-5-16,-3 6-5 0,5-7-5 0,-5 7-9 16,2-4-19-16,-2 4-1 0,0 0-4 0,0 0-12 15,0 0-3-15,0 0-2 0,0 0-18 0,-12 21 0 16,9-12-2-16,2-1 3 0,0 1-2 0,1 0 4 16,0 1-4-16,1 0 4 0,0 1 1 0,2-1 4 15,2-1 0-15,-2 1 4 0,1 2-1 0,0-3 2 16,-1 3 0-16,2-5 0 0,-1 2-1 0,1 0 4 15,-5-3 1-15,2 2 1 0,0-1-2 0,-1 0 5 16,-1-7 0-16,-3 15 0 0,-2-7-5 0,-1 1-19 16,-1 0-28-16,-5 1-49 0,-2 2-59 0,2-6-46 15,-4-1-193-15,7-1-432 0,-2 0 191 0</inkml:trace>
  <inkml:trace contextRef="#ctx0" brushRef="#br0" timeOffset="-163014.45">15990 5907 2694 0,'14'-2'118'16,"-3"-1"-40"-16,-1-2-29 0,-1 3-7 0,-2 0-1 16,-1 0 4-16,1-1 6 0,-7 3-6 0,11-3-8 15,-11 3-1-15,6-2-4 0,-6 2-2 0,0 0-31 16,8-4-31-16,-8 4-47 0,0 0-69 0,0 0-75 16,0 0-247-16,0 0-508 0,0 0 225 0</inkml:trace>
  <inkml:trace contextRef="#ctx0" brushRef="#br0" timeOffset="-158073.45">11806 6370 48 0,'0'0'56'0,"0"0"-6"15,0 0 1-15,0 0-9 0,0 0-2 0,0 0-5 16,0 0-5-16,0 0 3 0,0 0-5 0,0 0-6 15,0 0-1-15,0 0-5 0,0 0 6 0,0 0-1 16,0 0-5-16,0 0 4 0,0 0-10 0,0 0 7 16,0 0-7-16,0 0 1 0,0 0 0 0,0 0-2 15,0 0-3-15,0 0 2 0,0 0-13 0,0 0 12 16,0 0 5-16,0 0 3 0,0 0-3 0,0 0-6 16,0 0 4-16,0 0 2 0,0 0 1 0,0 0-10 15,0 0 1-15,0 0-5 0,0 0 7 0,0 0-1 16,0 0-6-16,0 0 6 0,0 0 2 0,0 0-9 15,0 0 10-15,0 0-8 0,0 0 2 0,0 0 4 16,0 0-7-16,0 0 4 0,0 0 0 0,0 0 0 16,0 0 5-16,0 0-7 0,0 0 4 0,0 0-6 15,0 0 5-15,0 0-1 0,0 0 4 0,0 0-8 16,0 0 6-16,0 0-4 0,0 0 9 0,0 0-15 16,0 0 11-16,0 0 2 0,0 0-8 0,0 0 0 0,0 0 1 15,0 0-1-15,0 0 7 0,0 0-10 0,0 0 1 16,0 0 6-16,0 0 0 0,0 0-11 0,0 0 3 15,0 0-11-15,0 0-13 0,0 0-8 16,0 0-26-16,0 0-51 0,0 0-122 0,0 0 54 16</inkml:trace>
  <inkml:trace contextRef="#ctx0" brushRef="#br0" timeOffset="-157685.86">12571 6192 123 0,'0'0'126'0,"0"0"-11"0,0 0-17 16,0 0-2-16,0 0-18 0,0 0 2 0,0 0-15 15,0 0 0-15,-8 20-11 0,3-9-5 0,-6 4-2 16,4-2-10-16,-6 5-26 0,-3-4-22 0,-2 8-39 16,-2 0-115-16,-3 0-177 0,1-3 80 0</inkml:trace>
  <inkml:trace contextRef="#ctx0" brushRef="#br0" timeOffset="-154993.81">6304 7282 81 0,'0'-11'182'0,"0"11"-2"0,1-10 0 0,-1 10-10 15,-1-7-9-15,1 7-3 0,1-9-7 0,-1 9-10 16,0 0-11-16,0 0-13 0,-1-11-13 0,1 11-4 16,0 0-18-16,0 0-12 0,0 0-5 0,0 0-10 15,-3-7-3-15,3 7-12 0,0 0-1 0,0 0-8 16,0 0 1-16,0 0-6 0,0 0-4 0,0 0-4 15,0 0 3-15,0 0-3 0,0 0-5 0,0 0 0 16,0 0-1-16,0 0-1 0,0 0 1 0,0 0-1 16,0 0-3-16,0 0 2 0,0 0-4 0,0 0 0 15,0 0 1-15,0 0 1 0,0 0-3 0,0 0 0 16,0 0 4-16,0 0-5 0,0 0-3 0,0 0 2 16,0 0-5-16,0 0 1 0,0 0 0 0,0 0-2 15,0 0 1-15,8 20-2 0,-3-12 1 0,0 4 2 16,2-2 5-16,4 6-7 0,-2 1 2 0,3 6 1 15,0-1-1-15,-1 4 4 0,1-2-2 0,-1 2 2 16,-1-3-5-16,-1-5 2 0,-2 0 2 0,2 1-3 16,-1-3 4-16,0 0-2 0,-2 0 3 0,0-6 0 0,0 1-1 15,-1 1 0-15,1-3 3 0,-1-1-1 16,-2-2-1-16,1-1 1 0,-2-1 0 0,-2-4 9 16,3 7 9-16,-3-7 15 0,0 0 15 0,5 6 14 15,-5-6 3-15,0 0-8 0,0 0-2 0,0 0-10 16,0 0-3-16,0 0-4 0,0-25-5 0,0 16-3 0,1-1-1 15,-2-2-8-15,0 0-2 0,2-5-2 16,0 0-1-16,0-7-6 0,3 0-3 0,3 0 1 16,-2-2-4-16,0 0-5 0,5 2 3 0,-2 6-3 15,-1-1-3-15,0 2 0 0,-1 3-1 0,-1 3-6 16,2 2-7-16,-2 1-15 0,-4 1-14 0,2 3-32 0,-3 4-21 16,3-5-17-16,-3 5-21 0,0 0-29 15,0 0-25-15,16 9-43 0,-14 2-156 0,-2 2-417 16,0 2 184-16</inkml:trace>
  <inkml:trace contextRef="#ctx0" brushRef="#br0" timeOffset="-154593.97">6787 7487 156 0,'0'0'189'0,"0"0"-9"0,0 0-5 0,0 0-8 15,-17-5 2-15,17 5-18 0,0 0-7 0,-17 13-17 16,9-7-9-16,1 3-12 0,0 0-12 0,-3 5-10 16,2-5-7-16,1 10-9 0,4-7-1 0,-4 5-8 15,3-4-5-15,3 2-1 0,-1-1-8 0,3-4 0 16,-1 2-4-16,1-2-6 0,2 0-1 16,2-1-3-16,-1-2-7 0,-1 0 0 0,1-1 1 0,3-4-2 0,-1 2 0 15,-1-2-2-15,-5-2-2 0,13 2 1 16,-5-2-3-16,-8 0-2 0,12-2 0 0,-5 0-2 15,-2-1-1-15,0-2-1 0,0 0 2 0,-1-1-6 16,-4 6 2-16,10-9 4 0,-5 1-7 0,-2 3 2 0,1 1-2 16,-4 4-3-16,5-9 1 0,-3 4 0 15,-2 5 2-15,0 0-9 0,0 0 4 0,4-8-8 16,-4 8 7-16,0 0-3 0,0 0 3 0,0 0-7 16,0 0 4-16,14 15-3 0,-12-8 5 0,0-1 1 15,1 5-25-15,-1-4-10 0,1 5-20 0,1-3-26 0,-4-9-25 16,6 18-27-16,-2-8-26 0,-2-1-19 0,2-1-158 15,-1 2-362-15,-3-10 161 0</inkml:trace>
  <inkml:trace contextRef="#ctx0" brushRef="#br0" timeOffset="-154279.75">7061 7551 92 0,'0'0'208'0,"-4"-10"-3"0,2 4-12 15,2 6-10-15,-7-6-14 0,7 6-20 0,-7-5-14 16,7 5-12-16,0 0-12 0,0 0-16 0,-16 11-12 16,12-4-4-16,-1 1-7 0,1 2-8 0,-1 0-8 15,2 2-6-15,3-1-5 0,0-1 2 0,3 1-10 16,1 0-1-16,1-1-2 0,0 1-9 0,3 0 1 16,-2-3-4-16,1 2-2 0,1-1 0 0,0-1-2 15,-2 1-5-15,3-3 0 0,-4 2-4 0,2 2 6 0,-3-3-4 16,0-1 6-16,-2 2-10 0,-1-3 8 15,1 5 0-15,-5 0-2 0,1-2 10 0,-5 0-3 16,2 0-6-16,-4 0-3 0,-1 0-2 0,1 0-4 16,0 0-24-16,-3-2-14 0,5 1-8 0,-1-1-14 15,0-2-22-15,2 0-16 0,1-3-24 0,5-1-22 0,0 0-25 16,-9 2-148-16,9-2-337 0,0 0 149 0</inkml:trace>
  <inkml:trace contextRef="#ctx0" brushRef="#br0" timeOffset="-154121.68">7215 7628 39 0,'9'-6'169'0,"-9"6"-6"0,9-10 0 0,-4 5-5 15,-1 3-13-15,-4 2-10 0,9-5-11 0,-9 5-13 0,11-4-4 16,-11 4-16-16,12 0-13 0,-12 0-23 16,15 0-55-16,-15 0-57 0,14 3-59 0,-14-3-112 15,9 6-246-15,-9-6 108 0</inkml:trace>
  <inkml:trace contextRef="#ctx0" brushRef="#br0" timeOffset="-153964.1">7340 7707 191 0,'0'0'213'0,"0"0"-7"0,0 0-6 0,0 0-5 0,0 9 1 16,0-9-24-16,0 0-19 0,0 0-18 15,0 0-11-15,10 0-13 0,-10 0-34 0,0 0-33 16,19-1-35-16,-19 1-36 0,22-4-58 0,-10 2-34 15,6-1-29-15,0 0-127 0,0-1-297 0,1-2 132 16</inkml:trace>
  <inkml:trace contextRef="#ctx0" brushRef="#br0" timeOffset="-153661.86">7645 7573 39 0,'-3'-14'200'0,"3"14"-13"0,-3-6-5 0,3 6-10 15,0 0-15-15,-5-5-15 0,5 5-8 0,0 0-5 0,0 0-10 16,0 0 0-16,0 0-4 0,-11 25-6 15,8-15-7-15,3 0-14 0,0 0-5 0,-1 0-6 16,2-3-2-16,6 4-10 0,-2-4-6 0,0 4-1 16,0-7-10-16,3 2 1 0,2 0-6 0,-1-1-1 15,0-1-5-15,2-1-4 0,-1-2-1 0,2 2-1 16,-1-6-7-16,1 3 0 0,-2-3 1 0,2-2 1 16,-2 0 6-16,-2-3 4 0,-1 1-3 0,0-1-1 15,-2 1 3-15,-1-3-2 0,-3-2 3 0,-1 2-10 16,0-3 1-16,-4-3-3 0,1 1 4 0,-4 0-7 15,2 4 3-15,-2 0 1 0,1 2-6 0,-2-3-1 0,3 6-1 16,-1-3-3-16,-1 4-3 0,2 1-2 16,-2 0-14-16,7 4-19 0,-16 0-23 0,6 3-27 15,0 2-42-15,-4 4-49 0,5 0-57 0,-3 5-224 16,0-3-482-16,4 0 213 0</inkml:trace>
  <inkml:trace contextRef="#ctx0" brushRef="#br0" timeOffset="-153184.35">9004 7255 82 0,'5'-16'222'15,"-1"1"-4"-15,0 3-2 0,-1 2-2 0,-2 0 19 16,1 4-11-16,0 0-18 0,-2 6-16 0,2-10-17 0,-2 10-16 16,3-9-19-16,-3 9-15 0,0 0-19 15,4-2-13-15,-4 2-11 0,0 0-11 0,6 15-5 16,-6-3-1-16,3 5 5 0,-2 3 0 0,1 7-4 16,0-1-4-16,-2 0 2 0,0 0-11 0,0 0 4 15,-2 0-9-15,2-9-4 0,2 5-3 0,-5-4-4 16,3-1-5-16,0-1-2 0,0 0-12 0,1-3-10 15,-2 2-19-15,1-4-21 0,-1 2-31 0,1-3-23 16,-1-1-27-16,-2-2-32 0,3-7-22 0,-4 17-29 16,3-11-30-16,1-6-171 0,-8 5-435 0,8-5 192 15</inkml:trace>
  <inkml:trace contextRef="#ctx0" brushRef="#br0" timeOffset="-152650.55">8994 7223 144 0,'18'-5'180'0,"0"2"-12"16,2 3-14-16,3 2-15 0,3 4-15 15,1 0 0-15,-2 3-6 0,1 3-10 0,-3 2-6 16,-8-2 1-16,2 1-6 0,2 4-7 0,-6-1-7 16,-2-1-3-16,-2 2-8 0,0-1-7 0,-4 1-3 15,-2 1-6-15,-3-1-3 0,-4 2-5 0,-1-5-6 16,-8 3-6-16,-4 4-14 0,-4 1-5 0,2-6-5 15,-5 0-3-15,0-3-2 0,-1-3-6 0,6-1 2 16,-1-3 3-16,3-1-5 0,2-3 4 0,3-1 5 0,-1 1-8 16,3-4 2-16,1 2 2 0,9 0 6 0,-13 0 2 15,13 0 0-15,-10-1 2 0,10 1-4 0,0 0-1 16,-10 0-3-16,10 0 0 0,0 0-1 16,0 0-3-16,0 0 3 0,0 0 5 0,30 0 4 15,-15 0-1-15,6-1 1 0,8 0 1 0,1-4 3 16,0 2 2-16,2-2-5 0,-1-2 3 0,0 0-3 0,1 1-1 15,-2-3 1-15,0 0-2 0,-2 1 0 0,-1-1-2 16,-1 0-2-16,-8-1 0 0,-2 2 0 16,-1 0 0-16,-3 0-4 0,-3-1 0 0,-2 3 0 0,1-4-2 15,-3 2 4-15,-1-3-1 0,-2 1-1 0,0 0-5 16,-2 0 3-16,-2 0 1 0,0 1-3 0,-1 0 1 16,-2 2-3-16,0-2 0 0,0 5 2 0,-1-1 0 15,0 2-2-15,6 3-1 0,-14-2-1 16,14 2-3-16,-20 7 1 0,10-1-3 0,-2 4 4 0,1 0-5 15,2 1 3-15,1 0 1 0,0 2 2 16,3-1-1-16,1 0 1 0,3 3 1 0,2 1-2 0,3-4 5 16,3 2-3-16,-1-4-11 0,4 3-21 0,3-1-24 15,1-5-33-15,0 3-33 0,3-3-31 0,-1-3-26 16,1-2-18-16,0 2-131 0,-3 1-355 0,-3-5 157 16</inkml:trace>
  <inkml:trace contextRef="#ctx0" brushRef="#br0" timeOffset="-152249.25">9665 7442 87 0,'1'-10'199'0,"-1"1"-1"0,2 1 5 16,-2 8 2-16,2-9-6 0,-2 9-15 0,1-6-20 15,-1 6-17-15,3-7-19 0,-3 7-10 0,0 0-13 16,0 0-12-16,0 0-8 0,18 13-10 0,-12-5-7 16,-1 0-5-16,2 1-8 0,-1-1-1 0,2 1-9 15,-2 3-3-15,-1-5-2 0,2 3-2 0,0-1-4 16,-3-4-3-16,0 0 1 0,0 0-7 0,0 1 0 15,-4-6 2-15,4 8-7 0,-2-5 2 0,-2-3-2 16,5 4 6-16,-5-4 5 0,0 0 3 0,0 0-2 16,0 0-2-16,0 0-8 0,18-12-2 0,-11 6-3 15,-1-3 0-15,3-3-1 0,-3 1 1 0,5-4-5 16,-1 0 2-16,1 0-6 0,0-1-3 0,0 2 0 16,2 2-1-16,-6 1-1 0,6 2-1 0,-3-2 0 15,-2 5 0-15,2 0-3 0,-1-1 2 0,-5 3-1 16,3 0-5-16,-2 0-1 0,-5 4 0 0,10-3 1 15,-10 3-1-15,10 0-4 0,-10 0 3 0,6 7-1 16,-2-2 3-16,1 4 0 0,-3 0 0 0,0 1 3 16,-1 0 0-16,3-2 1 0,-4 3 4 0,2-3 1 15,-4 4 1-15,4 1 0 0,-1-3 3 0,-1 0-1 16,0 2 2-16,0-2-9 0,1-1-26 0,-2 0-37 16,1-9-34-16,1 15-42 0,-1-15-53 0,3 13-44 15,-5-5-159-15,2-8-427 0,0 0 190 0</inkml:trace>
  <inkml:trace contextRef="#ctx0" brushRef="#br0" timeOffset="-152084.96">10005 7190 5 0,'0'0'118'16,"0"0"-28"-16,4-4-22 0,-4 4-20 0,0 0-12 15,0 0-30-15,23 13-25 0,-13-6-40 0,0 0-64 16,6 2 29-16</inkml:trace>
  <inkml:trace contextRef="#ctx0" brushRef="#br0" timeOffset="-151759.45">10327 7274 69 0,'0'0'180'0,"0"0"-16"0,0 0-6 15,4 6 0-15,-4-6-2 0,0 0-6 0,-10 13 1 16,3-6-2-16,0 3 0 0,-4 2-9 0,0 4-13 15,2-2-9-15,0 2-5 0,-1-1-6 0,2 2-11 16,-2-2-5-16,5-5-11 0,2 2-7 0,2-2-8 16,2 0-6-16,1 0-8 0,0-1-3 0,4 0-3 15,1-1-5-15,0-2-1 0,4-2-3 0,0-1-5 16,2 1 2-16,6-4-5 0,0 0-4 0,2 0-4 16,-2-1-8-16,-1-3-2 0,-4 2 1 0,3-6-7 15,-6 4 2-15,-1-1 3 0,-1-3-4 0,-1 2 1 16,-2-3-1-16,-1 0-2 0,-1-3 1 0,0 2-1 15,-3 0 1-15,-1-2 1 0,-1-1-1 0,0 5-2 0,-1-1 3 16,2 9-4-16,-2-12 2 0,-1 7-3 16,3 5-7-16,0 0-1 0,-7-5 3 0,7 5-2 15,-14 10 2-15,6-1 1 0,1 3-1 0,0 1 2 16,-2 0 1-16,5 4-10 0,0-1-35 0,3 0-39 16,0 1-56-16,2-3-69 0,4 1-207 0,-1-3-452 15,9-1 199-15</inkml:trace>
  <inkml:trace contextRef="#ctx0" brushRef="#br0" timeOffset="-151307.99">11144 7352 22 0,'-3'-5'316'0,"-1"-1"-20"15,-2 0-27-15,6 6-24 0,-10-6-27 0,-1 5-19 16,-1 5-13-16,-4 5-16 0,-1 1-14 0,-4 6-18 0,-2-2-14 15,3 5-12-15,5-5-13 0,3 1-8 16,1 1-11-16,2 0-7 0,2-1-4 0,6 0-9 16,-2-2-7-16,2-1-3 0,1-4-1 0,3 3-5 15,1-2-3-15,0 0-11 0,0-3-7 0,2-2-9 0,3 1-3 16,0-1-3-16,3-4-3 0,-2 0-2 0,3-2 0 16,-2-1-4-16,0-3 1 0,-1-1 2 15,0 1 3-15,-1-7-4 0,0 2 1 0,-1-4-3 16,-2-3 1-16,-1 1 2 0,-2-2-3 0,2-7 0 15,-1 0 5-15,-2-1-4 0,-1 1 0 0,1-3 0 0,0-1 2 16,-2 0 7-16,0 1 3 0,4 0 0 0,-4 0 9 16,1 6 4-16,-1 4 17 0,0 6 14 15,0 5 1-15,0-1-1 0,0 3-7 0,0 6-11 16,0-10-7-16,0 10-5 0,0 0-9 0,0 0-6 0,0 0 6 16,0 0-2-16,11 41-2 0,-10-14-2 0,-1 1 4 15,1 2-1-15,-2 1-3 0,1 0 3 0,0-2-3 16,0 0 3-16,1-1-1 0,-1-2-14 15,3-1-25-15,-1 1-22 0,-2-9-15 0,4 2-20 0,-3-2-28 16,3-1-31-16,-1-3-43 0,2-1-28 0,-2-4-23 16,2 2-15-16,0-4-170 0,1 0-455 0,-2-2 202 15</inkml:trace>
  <inkml:trace contextRef="#ctx0" brushRef="#br0" timeOffset="-150585.15">11284 7489 36 0,'0'0'197'0,"4"-7"4"16,-4 7-10-16,3-5-11 0,-3 5-14 0,0 0-13 15,0 0-12-15,0 0-1 0,0 0-3 0,0 0-7 16,0 0-6-16,12 9-11 0,-9-4-12 0,0 0-8 16,0 0-9-16,1 0-9 0,-4-5-5 0,12 8-5 15,-6-4-6-15,1-2-1 0,4 2-7 0,1-1-6 16,-2-1 1-16,2-2-6 0,3 0-2 0,-1-2 0 16,0-1-2-16,0 1-8 0,-3-2 0 0,1 1 5 15,-2-2 3-15,-2 0 0 0,-1-3-7 0,1 0 0 16,-2 0-3-16,-2-1-1 0,-1 2-4 0,-3-3 1 15,1 1-4-15,-2-2-4 0,-2-2 0 0,1 2-4 16,-3 0 1-16,1 0 2 0,-3 0-5 0,2 3-3 16,0-1-1-16,2 5 1 0,-2-1-4 0,5 5-2 15,-9-5-1-15,9 5 2 0,-7-1-4 0,7 1 0 16,-13 11-4-16,4-1 7 0,1-3 0 0,2 8 1 16,-2-2 0-16,-1 0 2 0,4 0 0 0,0-2 0 15,1-1-2-15,2 2 1 0,0-3-2 0,2 2 4 16,2-3-2-16,-1-1-2 0,3 1 4 0,2 1 3 15,2-4-1-15,3-1 4 0,0-2-1 0,0 1 1 16,8-3 2-16,0-3-1 0,0 1-1 0,-2-2 0 16,4-4 0-16,-5 2 0 0,3-3-3 0,-3 0 1 15,0 0-2-15,1 0 3 0,-7 2-7 0,5-7-3 16,-4 0 1-16,0 0-1 0,-2 0-4 0,0-1 0 16,0-1 2-16,-2-1-2 0,-2 2 6 0,-1 4 0 15,0-1-4-15,-2 1 1 0,-1 2 2 0,3 3 1 16,-3-1 2-16,-1 7 3 0,2-8-7 0,-2 8 1 0,0 0-6 15,0 0 6-15,0 0 6 0,0 0 1 16,-18 22-1-16,9-8 3 0,-3 3 3 0,1-1-3 16,0-2-5-16,4-1 4 0,3 0-3 0,-1-3-1 15,5 3-1-15,-2-3-1 0,2-1 4 0,2 1-3 16,2-3 1-16,6-1 2 0,-1-1 3 0,9-2-5 0,1-3-2 16,1-3 1-16,11 1-1 0,-3-3-8 15,0 0-5-15,-7-1 0 0,4-2 0 0,-2 0-1 16,-7-2 2-16,4 0 2 0,-5-1-3 0,0 1 1 15,-3-2 2-15,-2 3 4 0,-3-1-3 0,-1-4 2 0,1 2-2 16,-3 1 2-16,-1-1 1 0,-1 3 4 16,0-3 1-16,-2 4 10 0,1 2 5 0,-1 6 0 0,2-9-4 15,-2 9-1-15,0 0-3 0,0 0 5 16,0 0 8-16,0 0 4 0,0 0 10 0,-17 28 4 0,13-14 2 16,-5 5-3-16,3-2-5 0,-2-1-4 0,2 2-1 15,-3-1-4-15,4 1 1 0,0-1-6 0,1 2-24 16,-1-3-25-16,1 0-27 0,2-3-38 0,0-3-49 15,2 0-82-15,0 0-75 0,-2-4-166 16,2-6-506-16,0 0 225 0</inkml:trace>
  <inkml:trace contextRef="#ctx0" brushRef="#br0" timeOffset="-150328.09">12113 7465 2537 0,'7'-4'89'0,"2"-3"-7"0,-5 5 1 0,1-2 6 0,-1 0 7 16,-4 4-3-16,10-9 5 0,-8 6 20 0,-2 3 4 15,3-9 16-15,-2 3 3 0,-1 6-3 0,2-11-5 16,-2 11-3-16,1-13-25 0,-1 9-9 0,0 4-7 16,4-15-12-16,-2 8-7 0,1-5-7 0,1 4-14 15,0-3-14-15,2 0-3 0,0 1-13 0,1 1-7 16,-1-1-3-16,1 5-7 0,0-3-1 0,-2 4-5 16,-1 1-11-16,-4 3-4 0,13-2-4 0,-13 2-7 15,0 0 18-15,14 9-2 0,-10-3-13 0,0 4-20 16,-2-1-27-16,1 1-23 0,-3 1-21 0,0 1-25 15,-3-1-33-15,1 2-38 0,2-4-53 0,0 0-54 16,-2 1-204-16,2-10-567 0,0 14 251 0</inkml:trace>
  <inkml:trace contextRef="#ctx0" brushRef="#br0" timeOffset="-150100.96">12404 7060 169 0,'1'-10'289'0,"-1"0"-7"0,1 5-21 0,-1 5-23 16,2-11-33-16,-2 11-23 0,0 0-16 0,0 0-13 15,0 0-10-15,2 27-7 0,-2-10-14 0,-6 8-7 16,-1 3-10-16,0 0-7 0,2-3-15 0,0 4-9 16,-1-5-4-16,2 1-4 0,2-4-29 0,-2-5-27 15,3 1-29-15,-2-1-32 0,3-3-37 0,0-2-48 16,0-3-46-16,0-2-51 0,0-6-150 0,3 7-414 15,-3-7 183-15</inkml:trace>
  <inkml:trace contextRef="#ctx0" brushRef="#br0" timeOffset="-149903.68">12563 7034 208 0,'4'-7'261'0,"0"1"-25"0,1 3-24 0,-5 3-3 0,0 0-5 16,0 0-5-16,14 17-2 0,-14-2 0 0,0 10-4 15,0 3-3-15,-5 1-22 0,0 3-18 0,-1 0-11 16,1 0-11-16,1 1-10 0,-3-1-8 0,-2-2-19 16,4-1-16-16,-1-5-32 0,1 3-30 0,1-8-23 15,0-3-25-15,0-5-46 0,3 1-55 0,-4-3-60 0,5-2-44 16,-4-2-201-16,4-5-477 0,0 0 211 16</inkml:trace>
  <inkml:trace contextRef="#ctx0" brushRef="#br0" timeOffset="-149760.25">12417 7311 237 0,'0'0'233'15,"0"0"-25"-15,0 0-17 0,8-5-21 0,-8 5-11 0,16-3-17 16,-5 2-26-16,7-2-38 0,1 3-36 0,1-2-47 16,11-4-83-16,0 2-160 0,3 0-268 15,2 3 119-15</inkml:trace>
  <inkml:trace contextRef="#ctx0" brushRef="#br0" timeOffset="-149195.54">12768 7295 2343 0,'6'-9'22'0,"-4"-3"54"0,3 5 3 16,-3-2-15-16,2 5-17 0,-4 4-15 0,4-8-12 16,-4 8-8-16,0 0 2 0,0 0 5 0,0 0 15 15,0 0 5-15,8 19 3 0,-8-8 3 0,0-1 2 16,2 4-9-16,-4 0 0 0,2-1-6 0,-2-2 1 15,4 1-7-15,0-1 0 0,-2-2-4 0,4 1 1 16,1 0-6-16,-1-3 0 0,0 0-6 0,6 0-5 16,-5-1-12-16,3-1-2 0,1-2-9 0,0-1-6 15,2-4-5-15,0 1-1 0,1 0-3 0,-1-2-2 16,-2-2 0-16,-2 3 1 0,2-5-2 0,-3 3-2 16,1-5 3-16,-1 2 6 0,0 2 3 0,-2-3-3 15,-1 2 8-15,1-1-2 0,0 1 7 0,-4 6-2 16,4-6-1-16,-4 6 3 0,5-5-2 0,-5 5-3 15,0 0 6-15,0 0 0 0,0 0-2 0,0 0 3 16,12 14 4-16,-10-8 1 0,0 1 6 0,2-1-4 16,1 3 2-16,1-4 0 0,-1 0-1 0,0 0 4 15,1 0-1-15,-1-4 3 0,3 2 1 0,0-2-3 16,-1 0 14-16,-7-1 8 0,15-2 5 0,-8-1 2 16,2-1 0-16,-3-2 7 0,-3 1 6 0,3-4-1 0,-2 1-5 15,2-3-4-15,-2 0-4 0,-2 0 0 16,0-1-3-16,-2 0-3 0,-2-1-2 0,0-2-10 15,2 2-21-15,-4 1-23 0,2 2-34 0,-2 1-45 16,2 1-55-16,0 0-42 0,2 8-184 0,-6-8-428 16,6 8 190-16</inkml:trace>
  <inkml:trace contextRef="#ctx0" brushRef="#br0" timeOffset="-148918.75">13250 7260 129 0,'0'0'233'0,"2"7"-27"0,-2-7-15 0,0 9-3 16,0-9-4-16,-5 13-12 0,1-3-13 0,2 1-14 16,-5 0-15-16,5 1-12 0,0 1-14 0,0-4-13 15,4 3-7-15,0-2-7 0,0-1-7 0,1 0-5 16,1-2-7-16,3 0-1 0,1-2-1 0,4-4-2 16,1 3-5-16,5-4 2 0,-2-2-2 0,4-1-5 15,-3-2 3-15,-7 0 6 0,1-2 3 0,1 1-1 16,-3-2-3-16,-1-1-3 0,-3 2-2 0,-1-3 0 15,-1 0-2-15,-1-2-11 0,-2-1-2 0,-5 1-4 16,-1-3-13-16,1 2-20 0,-1 4-23 0,-1 0-24 16,-3-1-30-16,0 3-41 0,-1 2-39 0,-3 2-32 0,3 6-22 15,-5 2-195-15,-2 2-445 0,4 3 198 16</inkml:trace>
  <inkml:trace contextRef="#ctx0" brushRef="#br0" timeOffset="-148572.78">13490 7450 13 0,'19'-4'230'0,"-4"-3"8"16,3-1-3-16,-5-1-3 0,4-2-14 0,-7 2-8 15,-1 0-12-15,3-2-16 0,-4 0-4 0,-1 1-9 0,-1 0-9 16,0-2-8-16,-2-4-16 0,-1-1-10 0,-1 6-10 16,-4-6-13-16,-3 0-6 0,0 3-10 0,1-1-4 15,-1 4-7-15,-1-1-5 0,1 3-5 16,1-1-12-16,2 4-1 0,-1 1-6 0,3 5-7 15,-7-12-4-15,3 9-11 0,4 3-6 0,0 0-5 0,-2-8-6 16,2 8-3-16,0 0-2 0,0 0 0 0,0 0 0 16,0 0 0-16,29 9-3 0,-18-4 1 0,1-1 0 15,5 5 1-15,-5 0-1 0,3 2-4 16,-1-1 0-16,-3 2 0 0,-2-3 4 0,0 2-5 0,0 1 2 16,-2 4 5-16,-1-3-2 0,2 1-2 0,-4-1-1 15,-4-1 1-15,4 0 1 0,-4 1 0 16,2-2 0-16,1 1 2 0,-1-2-5 0,2 0-16 0,0-3-26 15,-2-1-30-15,-1 1-37 0,-1-7-39 16,9 9-47-16,-4-8-49 0,-5-1-225 0,15-1-512 0,-3-2 227 16</inkml:trace>
  <inkml:trace contextRef="#ctx0" brushRef="#br0" timeOffset="-148366.1">13953 7132 236 0,'0'-9'255'0,"0"1"-6"0,0 8-11 15,0-9-13-15,0 9-21 0,0-7-17 0,0 7-19 16,0 0-1-16,0 0 0 0,0 0 6 0,7 19-1 16,-5-8 8-16,0 6-6 0,0 1-5 15,1 2-17-15,1 4-10 0,-3 3-17 0,0-7-8 0,0-1-13 16,1 0-3-16,-2-1-22 0,0 0-12 0,4 0-38 16,-4-4-42-16,0-1-43 0,-2-1-42 0,0-2-45 15,2 1-58-15,-2-3-58 0,1 0-260 0,1-8-562 16,-4 9 250-16</inkml:trace>
  <inkml:trace contextRef="#ctx0" brushRef="#br0" timeOffset="-148153.48">14106 7179 166 0,'0'-8'263'0,"2"2"-8"0,-2 6-23 0,0-8-19 0,0 8-19 15,0 0-13-15,0 0-2 0,-19 4-5 0,9 9-5 16,-8 5-10-16,-2-2-9 0,-1 5-16 0,4 0-9 15,2-7-8-15,3 1-17 0,2-1-13 0,3 1-9 16,3-5-9-16,0 1 0 0,6-1-14 0,2 0-6 16,8-2-16-16,5-2-24 0,4-2-27 0,13-3-37 15,1 1-48-15,4-5-53 0,0-3-58 0,11-1-52 16,-12 2-142-16,14-6-442 0,-14 4 195 0</inkml:trace>
  <inkml:trace contextRef="#ctx0" brushRef="#br0" timeOffset="-148034.02">14595 7267 151 0,'0'0'271'16,"0"0"-20"-16,0 0-21 0,0 0-21 0,0 0-21 16,0 0-19-16,0 0-14 0,0 0-25 0,0 0-51 15,0 0-59-15,0 0-81 0,0 0-75 0,0 0-140 16,-35-3-299-16,35 3 132 0</inkml:trace>
  <inkml:trace contextRef="#ctx0" brushRef="#br0" timeOffset="-147306.9">15094 7019 48 0,'-7'-6'240'16,"7"6"-7"-16,-6-4-12 0,6 4-17 0,0 0-20 0,0 0-16 15,0 0-14-15,0 0-18 0,20-10-14 0,0 2-13 16,10 2-5-16,5-1-14 0,2-1-26 16,-1 3-27-16,2 0-23 0,-2 1-23 0,-6 2-32 15,0-2-30-15,-11 4-12 0,0-3-14 0,-6 2 4 0,-2 0-5 16,0-1 3-16,-6 1 14 0,-5 1 3 0,12 0 21 15,-12 0 4-15,8-1 17 0,-8 1 2 16,0 0 6-16,0 0-7 0,0 0 31 0,0 0 13 16,0 0 19-16,-18-12 9 0,18 12 8 0,-10-2 5 15,10 2 1-15,-6-2-8 0,6 2-5 0,0 0 12 0,-13 13 4 16,12-4 1-16,-3 7-2 0,0 3 13 0,0 8-2 16,3-2 7-16,-2 1 2 0,3 3-6 15,2-1-5-15,-1 0-5 0,0 1 14 0,-1-3-7 16,0-1-7-16,4 1-1 0,-3-9-7 0,1 1-5 0,0 0-2 15,-1-5-3-15,2-2-4 0,-3 0-2 0,0-1-5 16,0-5-2-16,0 2 0 0,0-7-5 0,-1 12-9 16,1-12-6-16,-4 9-12 0,-2-6-6 0,-1-1-3 15,7-2-1-15,-18 2-1 0,7-5 4 0,-1 0 1 16,-1 0 0-16,3-3 5 0,1 2 6 0,-1-3 13 16,1 1 3-16,5 1 4 0,0 0 6 0,4 5-2 15,-6-8-1-15,6 8-1 0,-1-6-5 16,1 6-1-16,0 0 0 0,11-6-2 0,-11 6 1 15,21-4 2-15,-7 4-3 0,5 0-4 0,3 0 0 0,5 0-9 16,4 0-25-16,-1 2-35 0,-1-5-49 0,2 3-46 16,-2 0-48-16,-1 0-183 0,-7 0-417 0,4-2 185 15</inkml:trace>
  <inkml:trace contextRef="#ctx0" brushRef="#br0" timeOffset="-147105.02">15818 7205 203 0,'0'-12'277'15,"0"12"-11"-15,2-9-15 0,-2 9-18 0,0 0-25 16,0 0-25-16,0-10-19 0,0 10-20 0,0 0-8 16,0 0-5-16,0 0 1 0,6 19-7 0,-3-6-5 15,-1 3-8-15,-1 0-7 0,5 1-12 0,-4 2-10 16,1 0-8-16,3-2-3 0,-2 2-10 0,1-1-7 16,-1 0-18-16,0-2-31 0,1-2-22 0,-1-2-26 15,1 0-30-15,-4-3-47 0,0 1-43 0,2-1-42 16,-2-2-30-16,-1 0-170 0,0-7-438 0,0 0 193 15</inkml:trace>
  <inkml:trace contextRef="#ctx0" brushRef="#br0" timeOffset="-146868.22">15827 7228 87 0,'12'-6'223'15,"0"-1"-4"-15,5 2-5 0,4 3-11 0,-2 0-9 16,-1 6-11-16,1 1-11 0,0 2-10 0,1 0-6 15,-2 6-4-15,-2-1-7 0,-1-1-8 16,-5 2-4-16,-1 2-5 0,-2-2-4 0,0 3 0 0,-2 1-7 16,-5-1-5-16,0 2 4 0,-7-1-13 0,-2-2-2 15,-1 2-11-15,-2-2-1 0,-2-2 4 0,-1 1-13 16,-2-2-15-16,3 0-13 0,-4-3-25 0,3 1-36 16,3-3-29-16,-1-3-34 0,1 0-37 0,0-2-52 15,1-1-64-15,2-1-74 0,-2-1-183 0,11 1-521 16,-12-8 230-16</inkml:trace>
  <inkml:trace contextRef="#ctx0" brushRef="#br0" timeOffset="-146711.89">16294 7221 2741 0,'19'-8'46'16,"-8"3"-26"-16,-2 0-16 0,3 1-2 0,-2 0 0 15,2 2 5-15,2-1-2 0,0 0-4 0,4 2 0 16,-7 1 0-16,2-2-27 0,-2 2-36 0,1 0-50 15,2 2-51-15,-1 1-50 0,-2 0-163 0,-4 0-407 16,0 1 180-16</inkml:trace>
  <inkml:trace contextRef="#ctx0" brushRef="#br0" timeOffset="-146562.68">16491 7302 2445 0,'0'0'160'0,"-5"4"-67"0,5-4-43 0,-6 5-15 15,6-5 3-15,0 0-4 0,-2 7 9 0,2-7 1 16,0 0 0-16,0 0 1 0,0 0-2 0,-4 5-10 15,4-5-1-15,0 0-4 0,0 0-11 0,0 0-21 16,24-1-31-16,-12 0-50 0,6-3-65 0,1-2-66 16,3 1-233-16,-1-1-487 0,9-3 215 0</inkml:trace>
  <inkml:trace contextRef="#ctx0" brushRef="#br0" timeOffset="-146254">17031 7089 104 0,'0'0'236'15,"0"0"-19"-15,0 0-17 0,0 0 1 0,0 0-5 16,0 0 3-16,-14 21-8 0,7-9-4 0,-2 1-12 16,1 3-17-16,-1 2-17 0,3-1-8 0,0 0-14 15,3 1-9-15,1-3-12 0,5 3-10 0,1-4-4 16,1-3-5-16,6 3-5 0,1-1 13 0,6-4-1 16,6 1-4-16,3-4-5 0,1-1-4 0,1-2-2 15,3-4-10-15,-1 0-4 0,-2-3-7 0,-2-1-1 16,0-1-2-16,-7-1-6 0,-3-2-5 0,1 2-3 0,-4-3 4 15,0 0-7-15,-5-4-4 0,-1 0-1 16,-4-3-5-16,-6-2-3 0,-3-6-1 0,0 8 2 16,-9-7-8-16,-1 3-7 0,-4-1 11 0,-7-1-8 15,4 4-1-15,-3 5-1 0,-4 1 0 0,4 3-6 16,-4 2-16-16,-2 4-16 0,0 4-31 0,-2 3-38 16,-3 6-48-16,2 2-73 0,-1 1-67 0,-1 2-241 15,1 1-575-15,3-1 255 0</inkml:trace>
  <inkml:trace contextRef="#ctx0" brushRef="#br0" timeOffset="-143513.92">3082 7070 28 0,'0'0'164'16,"0"0"-9"-16,0 0-12 0,-14-13-10 0,6 13-20 15,-2-2-2-15,-2 0-12 0,-5 0 2 0,0 1-5 16,-2 2-7-16,-1-1-3 0,-7 3-8 0,0-1-2 15,-3-1-5-15,1 6-8 0,-3-4-1 0,-4 1-7 16,-2 3-3-16,1 1-6 0,-18 3-12 0,4 1 3 16,0 0-6-16,1-1 2 0,-5 8-4 0,5-3 0 15,0 3-6-15,2 1-3 0,0-1 3 0,1 2-6 16,-2 0-5-16,5 1 5 0,-5 0-4 0,1 3-2 16,3 0 0-16,-1 1-2 0,14-6-2 0,-8 8 0 15,9-8-4-15,4 2 3 0,0 0 0 0,3 1-7 16,3 0 4-16,3 4-1 0,7-3 2 0,4 2-2 15,-3 3 0-15,4-2 2 0,2 6 0 0,4 1 0 16,2 0 1-16,1 1-1 0,3 11 5 0,2-1 4 16,0-11-1-16,1 0-3 0,6 11 2 0,-1-15 8 15,8 12 0-15,4-1-1 0,-9-14-3 0,5 2 1 16,2-2 0-16,3-2-1 0,10 8 5 0,1 1 6 16,3-9-2-16,1 4 2 0,-10-9-5 0,15 4 0 15,2 0-5-15,0-7-1 0,1 1 1 0,1-3 0 16,2 0 1-16,2-1 0 0,2-2-5 0,5-3 3 15,1 4 2-15,2-1 0 0,25 5-5 0,-30-9 1 16,1 0 0-16,4 2-2 0,23 2 2 0,-24-6-1 16,27 2 2-16,-27-3 5 0,29 3-1 0,-3-4 2 15,-1 0-3-15,-22-1 0 0,30 1 0 0,-4-2 1 16,0-2-2-16,5 4-4 0,-5-8 3 0,1 6 2 16,6-1-1-16,3-1-2 0,1-3-3 0,-6 5 5 15,11 0-4-15,-4-2 7 0,3 0-5 0,2-1 1 16,3 4-4-16,-1-3 4 0,3-3-1 0,0 6 1 15,0-3-1-15,5-2-1 0,1 1 2 0,4 1 3 16,1 0-3-16,-2 0-1 0,7-1 0 0,0-1-2 16,-2 0 6-16,4 1-3 0,12-6 2 0,-2 4 2 15,1-1-16-15,-3 0 11 0,2-2-5 0,0 3-1 16,9-4 1-16,-1 1-2 0,-7 0-1 0,6 3 2 16,-3-4 1-16,2 0 0 0,4-1 7 0,-1 3-9 15,1-1 0-15,-5-3 10 0,0 2-9 0,11 2 3 16,-7-4 1-16,1 1-5 0,-1 3 1 0,3-6 3 15,4 1-5-15,-5 2 7 0,1 3-10 0,-4-7 4 16,2 5-7-16,-2-5 8 0,1 11-1 0,-3-2-3 16,-2-2 4-16,2 0 2 0,-4 2-2 0,-4 2-3 15,1 2 4-15,-1-1 0 0,-2 1 7 0,-7-1-4 16,4 0-10-16,-6 3 7 0,4-6 2 0,1 6-2 16,-5-3 4-16,-2-1 2 0,-2-1-7 0,5 0 14 15,-1 2 1-15,-2-3 2 0,0 3 1 0,-3-5 1 16,-5 7-12-16,1-9 0 0,5 1 7 0,-5 1 0 15,4 2-5-15,-3-2-3 0,4 0 6 0,-2 1-9 16,-1-1 2-16,-1-2 4 0,1 2-1 0,5-1-3 16,-5-2-4-16,1 0 2 0,-4 2-1 0,-3-3 4 15,-1 1-4-15,5 3 1 0,-6-1 0 0,1 1-3 16,-1-4 0-16,-5 2 1 0,0 0 0 0,-8 3-1 16,3-4 3-16,-5-1-3 0,3 4 1 0,-2 2 0 15,0-6 1-15,-5 4-3 0,-3-4 3 0,-3 3-3 16,-1-2 1-16,-22 3 1 0,23-3-1 0,-27 2-5 15,3-1-2-15,24-4 5 0,-26 2-2 0,0 1-4 16,0-1 5-16,-2 2-8 0,2-2 7 0,0-4-4 16,-4 3 9-16,-2-3-3 0,-5 1-5 0,1 1 14 15,-16 3-13-15,12-5-7 0,-17 4 4 0,-1-2 8 16,-1 2-4-16,-2-1-2 0,-1 2-3 0,-2-1 2 16,0-5 4-16,-7 6 1 0,-1 1-6 0,-1-3-2 15,0 1 4-15,-2-1 2 0,1 0-2 0,-3-2 6 16,-1 1-7-16,1-3 6 0,-1-2-2 0,-1 1-1 15,1 0 0-15,0-9-3 0,0 6 0 0,-1-5-11 16,-2 7-3-16,4-9 2 0,-5 1-3 16,2 0-4-16,-2 7-1 0,-1-9-4 0,-2 1-3 0,2-2 2 15,-5 2 2-15,1 2 3 0,-4-3-5 0,3 1 4 16,-2 1 8-16,-1-1 1 0,0 0 2 0,-1-1-8 16,-4 0 3-16,2 3 6 0,-1 3-1 0,-3-5-2 15,0-1 4-15,0 3 0 0,-3-1 6 0,-1 0-6 16,-2 2-3-16,-3-1 5 0,0 0-3 0,-2-2 3 15,1 2-3-15,-3-1 1 0,-2 1 3 0,-1 3 1 16,-1-4 0-16,-1 0-2 0,-2-1 3 0,0 2-1 16,0 3 0-16,-2 0-2 0,-1 0 3 0,-2 1-4 15,2 2 4-15,-4 2-1 0,2-3 1 0,-18 0 0 16,14 5 3-16,-14-2-1 0,-3-2-4 16,3 2 4-16,-4 4-6 0,0-1 3 0,-2 1 2 0,-2 2-2 15,-2-1 5-15,-2-3-3 0,-25 0-4 0,29 4 1 16,-4-3-1-16,-3 2 3 0,-26-4 0 0,29 6 4 15,-2 0-2-15,-24-5 2 0,26 7-2 0,-2-1 1 16,1 1 6-16,-27-5-10 0,33 7 3 0,-5-1 4 16,-1 1-5-16,-3 0-3 0,-22 0 6 15,28 2-2-15,-6 0 6 0,-24-1-4 0,28 1-1 0,-4 1 5 16,-24-3-2-16,29 1 7 0,-5-1-11 0,-25-1 4 16,27 2 1-16,-27-1-3 0,26 4 2 0,-24-3 5 15,24 1-6-15,-24-1 3 0,26 1-4 0,-1 0 3 16,-1-1 0-16,-2 2-5 0,3 1 1 15,-23-2-1-15,28 1 3 0,-2-2 2 0,2-1 0 16,-5 0 1-16,0-1 1 0,-25 1 1 0,28 2-3 0,-6-1 4 16,-20 1-1-16,25 0-3 0,-1 2-1 0,-25-1 0 15,25 1 1-15,-1-2-2 0,-23-3 3 0,25 2-5 16,-2 2 2-16,-27 3-4 0,26-2 8 16,-23-2-6-16,23 2 6 0,-26-1-1 0,29 1-2 15,-4 1-2-15,2 0-5 0,-29-3 3 0,33 3 5 16,-6 1-7-16,2 0 1 0,-32-1 5 0,29 1-1 0,-21 2 6 15,21-3-9-15,-22 2 2 0,23 1 0 0,-28-1-3 16,30-1-1-16,-27 2 4 0,0 1-3 0,2-4 5 16,25 6-2-16,-29-7-2 0,2 3 6 0,2 0-7 15,25 0 4-15,-27 2 1 0,24-3-3 16,-25 1 2-16,2 2 1 0,-1-1-5 0,26-1 2 16,-26-2-3-16,1 4 9 0,0-1 0 0,25-2-5 0,-26 0-1 15,2 1 4-15,25 1-5 0,-24-1 0 0,24 1-3 16,-32-2 3-16,7 2 3 0,24-3 0 15,-29 2 0-15,4 1-3 0,-1 0 4 0,30 0 4 16,-29-2-5-16,26-1 0 0,-28 3 1 0,1 1-4 16,1 0 3-16,24-3-6 0,-26 5 6 0,4-3-9 15,22 1 3-15,-25 2 4 0,1 1 3 0,25-5 0 0,-26 1-3 16,27-1-3-16,-30 2 5 0,30-1 0 0,-30 3-7 16,6-3 6-16,22 3-6 0,-22 0 9 0,26-3-1 15,-26 1-1-15,22-1-1 0,-22 0-3 16,24-1 5-16,-32 5 0 0,5-2-4 0,30-2 2 15,-2-1 4-15,-29 0-5 0,31 2 4 0,-4 0-6 16,-27 0 0-16,4-2 2 0,25 2 1 0,-27-1 3 0,27-1-4 16,-28 0 1-16,3 1-2 0,25 2 4 0,-3-2-2 15,-26-2-1-15,28 1 4 0,-26-3 2 16,30 6-3-16,-6-5-2 0,-26 5 1 0,-1-2 1 16,33 0-1-16,-5-3 3 0,-33 6-6 0,34-5 1 15,-1 2 4-15,-29 1 4 0,33 0-1 0,-5-1 1 0,-24 1-5 16,27-1 0-16,-1 3-2 0,-27-1 3 0,30-2-2 15,-1 2 3-15,-3-2 3 0,-23 0-9 16,27-3-1-16,-1 5 2 0,-2-2 3 0,2 3-1 16,-1-4-2-16,1 2 4 0,-3 1 2 0,-23-2-4 15,33-1 1-15,1 1 1 0,-3 3 9 0,-3-2-14 16,3 0-1-16,1 1 3 0,1 0-4 0,2-4 2 16,3 3 2-16,10-1-1 0,-10 2 5 0,-2-3-1 0,0 3-5 15,4-3 7-15,-2 1-15 0,13 1 12 16,-2-2-6-16,1-1 6 0,-1 4-5 0,-10 1 1 15,10-4-4-15,5 3 6 0,-15 2 0 0,13-2-2 16,0 2 6-16,-3-3-3 0,3 0-5 0,1 4 6 16,2-2-4-16,-2-1 3 0,1-1 2 0,-1 2-1 0,2 0-1 15,-2 1 1-15,2-3-3 0,-1 4 3 16,-1-3 1-16,3-1 1 0,-1 2 0 0,-2 0-4 16,3-1 0-16,-3 2-3 0,2-2 7 0,0 2-3 15,0-1 0-15,0 1 10 0,0-3-15 0,1 4 5 16,-1 1 6-16,1-2-3 0,1-2-3 0,-3 2 7 15,6-1-4-15,0-1 4 0,-2 1 2 0,4-2 5 16,1 1-10-16,3-4 8 0,1 1 1 0,1 1-8 16,1-1-3-16,0 0 1 0,3 1 6 0,3 0-4 15,1-4-5-15,4 1 3 0,0 2-26 0,2-3-21 16,7 0-34-16,-13 4-44 0,8-4-56 0,5 0-62 16,-11 1-64-16,11-1-252 0,-8 6-601 0,8-6 266 15</inkml:trace>
  <inkml:trace contextRef="#ctx0" brushRef="#br0" timeOffset="-57633.32">1474 9799 1 0,'3'-10'32'0,"-3"10"-1"0,0-10-14 16,0 10 0-16,-5-10-5 0,5 10-1 0,-4-8 6 15,0 5 0-15,4 3-5 0,0 0 4 0,-6-16-11 16,3 6 4-16,3 10-2 0,0-17 2 0,0 17-4 16,3-18-5-16,1 8 3 0,-4 10 6 0,10-19-4 15,-4 9 7-15,1 2-7 0,-2-1-4 0,4 1 2 16,-2 1 0-16,2 0-6 0,-1 1 3 0,3 0-3 15,-2-1-4-15,-4 3 1 0,4-5 53 0,-2 2-3 16,-1-2-3-16,-3-1 2 0,3 1 3 0,-2-1 5 16,0 1 8-16,-2-1 5 0,0 1 1 0,-2-2 3 15,0 2 2-15,-2 0 14 0,0-2 6 0,-3 1-4 16,0 0 5-16,-1 1 3 0,-1-3 1 0,-5-1-4 16,5 3 16-16,-3 0-8 0,4 0-12 0,-4 2 4 15,1-2 4-15,0 2 4 0,0-2-3 0,2 2-13 16,1 3 7-16,1-1-2 0,1 3-1 15,4 3-10-15,-6-9-7 0,6 9-2 0,-8-6-12 0,8 6-11 16,-5-3 9-16,5 3-15 0,0 0-14 0,0 0 0 16,0 0-2-16,0 0-4 0,0 0-4 0,0 0-4 15,0 0 2-15,30 12-5 0,-16-5-1 0,1 5 2 16,3-2 1-16,-3 0-7 0,2 2 2 0,-2 2-1 16,7 5-1-16,-4 0-9 0,-4-5-19 0,-1 1-16 15,1-1-18-15,-5 3-17 0,2 1-11 0,-2-3-19 16,-2 2-7-16,0-2-16 0,-3 0-20 0,4 1-1 15,-6-5-17-15,1 0 1 0,-2-1 6 0,1-1 12 16,0-2 14-16,-1-1 4 0,2 0 13 0,-3-6 11 16,2 7 17-16,-2-7 20 0,0 0 13 0,5 3 16 15,-5-3 16-15,0 0 5 0,0 0 10 0,0 0 18 16,-2-23 2-16,-1 13 11 0,2-1 9 0,-3-1 13 16,-1 0-3-16,2 0 5 0,0 1 13 0,-5-6 7 15,3 6 4-15,1 0-8 0,0-1 1 0,0 2-3 16,-1 0 5-16,3 4 6 0,-5 0 4 0,4 2-6 15,3 4-4-15,-7-9-13 0,7 9-8 0,-6-4-3 16,6 4-10-16,0 0-11 0,-9-3 5 0,9 3-8 16,0 0-7-16,-10 6 3 0,10-6-3 0,-8 10-1 15,0-3-5-15,-2 6-11 0,-1 1-13 0,-2 2-10 16,-5 3-10-16,-3 3-19 0,3-2-29 0,-4 1-16 16,9-6-22-16,-4 4-9 0,6-4-83 0,-2-1-234 15,4 1 104-15</inkml:trace>
  <inkml:trace contextRef="#ctx0" brushRef="#br0" timeOffset="-57496.03">1416 9719 259 0,'0'0'-24'16,"0"0"11"-16,0 0 2 0,2-29 9 0,-2 29-1 16,7-12 1-16,-4 6 0 0,-3 6-6 0,12-13 5 15,-7 6-2-15,0 2-4 0,1 0-2 0,3-2 93 16,-5-2 13-16,-1 0-13 0,1 1-15 0,-2 0 0 16,-2 8-8-16,3-8-40 0,-3 8-24 0,2-6-16 15,-2 6-19-15,0 0-56 0,0 0-103 0,0 0 47 16</inkml:trace>
  <inkml:trace contextRef="#ctx0" brushRef="#br0" timeOffset="-53873.09">1750 9232 25 0,'-6'10'72'0,"-3"-1"13"0,4 3-14 0,-6 3-4 16,3 1-14-16,-4 7 7 0,-1 3-16 0,-3-1 5 15,2 3 0-15,-4 2-8 0,1-2 0 0,1 3-3 16,-2-2-9-16,-3 1 3 0,1-1-16 0,-3-1 16 16,4 3-19-16,0-5-5 0,-1 0-27 0,-2 3-6 15,2 0-26-15,1-2-71 0,-5-2-132 0,3 0 58 16</inkml:trace>
  <inkml:trace contextRef="#ctx0" brushRef="#br0" timeOffset="-53369.47">2354 9515 202 0,'0'0'188'0,"-7"-5"-13"0,7 5-14 16,-6-6-15-16,6 6-14 0,0 0-14 0,0-11-14 15,0 11-8-15,9-9-10 0,0 4-9 0,3-1-7 16,5-2-21-16,-4 6-19 0,3-3-22 0,2 2-31 16,-1-1-25-16,-4 3-22 0,0 0-19 0,4 1-20 15,-1 0-15-15,-3 1-73 0,-3 0-213 0,2-1 95 16</inkml:trace>
  <inkml:trace contextRef="#ctx0" brushRef="#br0" timeOffset="-52868.12">2540 9456 93 0,'0'0'114'0,"0"0"-10"0,0 0-17 16,0 0-7-16,0 0-7 0,0 0-1 0,-2 18 15 15,-2-7-5-15,4 7-7 0,-3 1-6 0,1 0-6 16,0 1 1-16,1 4-9 0,1-4-5 0,0 6-4 15,-1-6-7-15,2-2-3 0,-1 0-1 0,0-2-5 16,1-1-5-16,-1-2 4 0,0-1-4 0,0-2-8 16,2-3 5-16,-2 0-3 0,0-7 1 0,-2 11 0 15,2-11-3-15,0 0 1 0,-2 9-5 0,2-9 3 16,-5 3 8-16,5-3-9 0,0 0-2 0,0 0-1 16,-22-6-5-16,17 3-1 0,5 3 5 0,-10-8 20 15,7 4 8-15,3 4-1 0,-9-4-2 0,9 4-3 16,-8-5-4-16,8 5-9 0,-3-4-1 0,3 4-7 15,0 0 0-15,0 0-3 0,0 0-2 0,0 0-9 16,0 0-16-16,15-5-9 0,-2 7-14 0,1-2-14 16,6-2-22-16,1 1-11 0,-2 0-14 0,3-2 0 15,-2 3-8-15,1-1 2 0,0-1 8 0,-2 1 7 16,-2-2 7-16,-3 1 9 0,-2 0 16 0,-2-1 13 16,-1 0 24-16,-3 0 7 0,1 0 17 0,-7 3 8 15,7-9 13-15,-4 5 9 0,-1-2 9 0,-2 6 6 16,3-9 18-16,-3 9 10 0,0 0 11 0,0-11 3 15,0 11-8-15,0 0-8 0,0 0-7 0,2-7-13 16,-2 7-4-16,0 0-7 0,0 0-7 0,0 0 7 16,0 0-4-16,0 0-1 0,8 20 4 0,-5-10-3 15,-2 2-1-15,1 0-4 0,2 0-6 0,-1 0 3 16,1 5-3-16,-2-5-7 0,2 0-17 0,0-1-8 16,-2 0-17-16,2-1-25 0,-1 1-18 0,-1-1-23 15,0-4-23-15,-1 0-24 0,-1-6-102 0,-3 17-258 16,0-13 115-16</inkml:trace>
  <inkml:trace contextRef="#ctx0" brushRef="#br0" timeOffset="-52646.01">2823 9671 132 0,'11'-4'141'0,"1"1"-8"15,0 0-13-15,3 3-13 0,-3 0 0 0,1 3-10 16,1 1-8-16,0 2 2 0,-2 2-8 0,-1 0-1 15,1 2-2-15,-6 0-1 0,0 2 4 0,-2-2-3 16,-3 6 1-16,1 0-8 0,-6-2-6 0,-1-2-2 16,-1 4-7-16,-2-2-10 0,-3 1-14 0,1-3-16 15,0 2-23-15,1-4-29 0,-1-4-22 0,2-1-26 16,1 3-47-16,0-2-145 0,0-2-296 0,2-1 130 16</inkml:trace>
  <inkml:trace contextRef="#ctx0" brushRef="#br0" timeOffset="-52364.95">3269 9597 113 0,'2'-5'238'0,"-2"5"-24"16,2-7-28-16,-2 7-16 0,0 0-14 0,0 0-17 16,-26 3-9-16,11 3-11 0,3 1-10 0,-6 3-13 15,2 2-12-15,2 0-11 0,2 2-7 0,-1-2-8 16,6 3-4-16,0-1-19 0,5-1-17 0,0-2 2 15,4-1-3-15,3-1-1 0,0 3-4 0,3-3-1 16,-1 1 1-16,5-1-4 0,-1 2 1 0,4-3-2 16,-4 1-2-16,-1-1 2 0,0-2-10 0,-2 1 5 15,-2-4-1-15,-1 0-2 0,-1 2-2 0,-4-5-5 16,5 6-2-16,-5-6 1 0,-2 10-4 0,2-10-1 16,-14 9-16-16,1 1-25 0,-2-3-13 0,-1 3-31 15,0-3-6-15,4-2-21 0,-2-1-26 0,4 0-97 16,1-2-268-16,9-2 118 0</inkml:trace>
  <inkml:trace contextRef="#ctx0" brushRef="#br0" timeOffset="-52069.32">3502 9652 33 0,'6'-5'243'0,"-3"1"-1"0,-3 4-17 15,7-6-19-15,-7 6-12 0,0 0-25 0,0 0-15 16,0 0-17-16,0 0-14 0,0 0-18 0,0 0-7 15,-22 2-12-15,22-2-11 0,-13 8-8 0,8-1-6 16,1-1 0-16,0 1-13 0,4 0-8 0,-2 2-3 16,4 1-6-16,1-2-6 0,2 1-2 0,2 1-6 15,-1-1-5-15,4-1 1 0,-1 0-4 0,0 0-2 16,0-3-6-16,0 2-1 0,0-1 1 0,-1 2 2 16,-2-2-2-16,-1-2-1 0,-1 1-6 0,0 0-4 15,-4-5-1-15,1 9-3 0,-1-9 1 0,-5 11 1 16,-3-7-4-16,1 4 0 0,-4-3-12 0,-4 3-10 15,-2-2-14-15,2 2-20 0,-3-2-25 0,2 1-19 16,3-4-18-16,0 1-27 0,2-2-132 0,11-2-315 16,-13 2 140-16</inkml:trace>
  <inkml:trace contextRef="#ctx0" brushRef="#br0" timeOffset="-51187.08">4103 9486 2086 0,'14'-23'11'0,"-9"-3"9"0,-3 7 19 0,-1 2 49 16,0 6-4-16,0-2-6 0,-1 5-5 0,0 0-8 16,2 1-22-16,-2 7-9 0,0-9-9 0,0 9-3 15,0 0-7-15,0 0-4 0,0 0 3 0,0 0 5 16,11 32-5-16,-6-13 3 0,-1 11 0 0,0-2-11 16,1 2 4-16,-1 0-1 0,0-2 6 0,0 1-5 15,2-3 3-15,-2-2-3 0,-2-6-1 0,1-3 0 16,0 2 5-16,-1-7-3 0,1 0-5 15,-2-1 8-15,0-2-8 0,1-2 6 0,-2-5-2 0,1 10 1 16,-1-10 1-16,0 0 3 0,0 7 0 0,0-7-4 16,0 0 4-16,0 0-2 0,0 0 0 0,0 0-4 15,0 0 0-15,0 0 1 0,0 0-13 0,-12-20-3 16,14 11-6-16,-2-1 0 0,1-2-3 16,4 2 1-16,0-3-5 0,5 0 9 0,0 2-5 0,1 1-2 15,4 0 2-15,0 2 0 0,2 2-2 0,0 3 1 16,-3 2 5-16,2 2-1 0,2 2 1 0,-1-1-5 15,-4 3-2-15,3 1 1 0,1 1-16 0,-1 0 7 16,1 2-12-16,-4-3-6 0,-2-2 1 0,5 3 4 16,2 0-2-16,-1-3 6 0,1-1 1 0,3-2-1 15,-2-1 9-15,9 0-2 0,0-4-2 0,-1 0 5 16,-8-2 5-16,-1 0 1 0,1-2-5 0,-3 2 10 16,-5-1 5-16,-3-1 6 0,-1-1 11 0,0-1-5 15,-3-1 6-15,-1-1 2 0,-4-1 1 0,1 3 0 16,-1-2 4-16,-3 2 4 0,-4 1-8 0,1-2 5 15,-1 5 2-15,-3-3 3 0,0 7-4 0,-3 1 1 16,-4 2-1-16,3 6-3 0,-3 2-5 0,-2 5 0 16,-1 6 2-16,3-1-1 0,2 2 0 0,4-4-1 15,3 1 2-15,2 0-3 0,2-2 3 0,3-5-7 16,2 8 3-16,2-9-2 0,3 0-9 0,0-1 0 16,1-1 0-16,3-2 2 0,1-1-2 0,1-3 1 15,0-1 5-15,0-4-4 0,0 3 1 0,-2-3 1 16,2-1 4-16,-3-1 2 0,-2 0 7 0,1-3-7 15,-5 1 3-15,3 0 0 0,-3-4 8 0,0 3-2 16,-2 1 2-16,0-3-4 0,0 2 5 0,0 8-2 16,-1-11 2-16,1 11-4 0,0 0-1 0,-1-9-6 15,1 9-3-15,0 0-5 0,0 0 1 0,0 0-3 16,0 0 2-16,0 0-2 0,0 0-1 0,0 0 2 16,0 0 3-16,10 25-1 0,-5-18 0 0,-1-1-2 15,5 2 5-15,-3-2-1 0,4-1 5 0,1 0-2 16,1-3 2-16,2 1-4 0,0-5 2 0,7-1-1 15,-2-3 0-15,0-2 1 0,8-4-1 0,-10 4-1 16,0-3 5-16,0 3-5 0,-2-5 1 0,0 0-4 16,-3 1 3-16,-1-2 1 0,-5 4 1 0,0-2-2 15,-2 1 3-15,1 2-5 0,-1-1 2 0,-3 1-4 16,1 2 2-16,-2 7-1 0,2-9-3 0,-2 9-5 16,2-6 1-16,-2 6-3 0,0 0 0 0,0 0-2 15,0 0 1-15,0 0 4 0,2 25 1 0,-3-8-2 16,-2 2 3-16,-2 8 2 0,-1 0 3 0,-1-1-4 15,0 1 4-15,0-1 1 0,0-1-7 0,0 2-16 16,4-2-30-16,-3-2-44 0,4-2-62 0,-1 6-37 16,1-2-190-16,0 4-415 0,1-6 184 0</inkml:trace>
  <inkml:trace contextRef="#ctx0" brushRef="#br0" timeOffset="-50782.17">5565 9587 184 0,'0'0'187'0,"0"0"-13"0,1-9-22 0,-1 9-10 15,0 0-18-15,0 0-12 0,0 0-2 0,20 15-9 16,-13-8-11-16,0 2 4 0,-2-1-11 0,0 1-7 15,1-2-3-15,1 1-12 0,-2 1 3 0,-3-5-5 16,1 1 0-16,1 0-9 0,-4-5-1 0,4 7 10 16,-4-7 10-16,0 0 11 0,4 6 4 0,-4-6-10 15,0 0-7-15,0 0-5 0,0 0-4 0,0 0-6 16,0 0-8-16,0-22-3 0,0 14-4 0,1-2-5 0,0-1-3 16,2 0-7-16,4-7-6 0,-2 2-7 15,3 0 0-15,2 1-1 0,2 2-1 0,-2 1-2 16,0 4-5-16,2 0-1 0,-2 3 2 0,5 4-3 15,-3 1 1-15,-1 3-3 0,3 0 0 0,-3 3 0 16,4 2 3-16,-1 5 1 0,-5 0-1 0,2-1-1 16,-2 4 3-16,-1-1 0 0,-2 0-2 0,1 1-26 15,-3 1-35-15,-2 1-39 0,-1-2-58 0,1 0-33 16,-4 1-200-16,0-9-424 0,1 3 188 0</inkml:trace>
  <inkml:trace contextRef="#ctx0" brushRef="#br0" timeOffset="-50502.23">6018 9613 149 0,'0'0'182'0,"1"-6"-24"0,-1 6-11 0,0 0-1 16,0 0 4-16,0 0-4 0,0 0-19 0,0 0-12 16,6 25-10-16,-5-17-12 0,3 2-3 0,2-2-12 15,-1-1-7-15,1 2-9 0,3-4-4 0,-1 0-1 16,2-1-5-16,3-2-7 0,-2 1-2 0,1-5-4 15,2 1-1-15,4-3-2 0,-6-3 2 0,3-1 1 16,-4 1 8-16,-1-3 9 0,-5 2 4 0,0-3-7 16,-3-1 1-16,-4-1-6 0,1-3-9 0,-7 2 1 15,-1 1-10-15,-3-2-4 0,-1 4 2 0,-2 1-4 16,-2 1-7-16,-1 1-18 0,0 5-21 0,-2 1-25 0,-8 8-29 16,2 5-42-16,2 2-48 0,-4 6-59 0,-4-2-131 15,5 2-385-15,1 1 171 0</inkml:trace>
  <inkml:trace contextRef="#ctx0" brushRef="#br0" timeOffset="-49688.97">6350 9885 127 0,'3'-27'244'0,"2"-4"-27"0,6 0-17 0,11-12-17 16,3 0-12-16,4-2-15 0,3-1-16 0,1 1-10 16,4-1-13-16,-5 3-9 0,1-1-12 15,3-1-7-15,-6 4-12 0,-3 3-9 0,-8 13-8 0,-1-2-1 16,-7 11 0-16,-3 6 2 0,-1-1-10 0,-2 2-2 15,-1 4-14-15,-4 0-1 0,0 5-4 0,0 0-7 16,0 0-3-16,-30 14 0 0,7 7-3 0,-5 2-4 16,3 4-7-16,-10 10-7 0,8 3-3 0,9-10-5 15,3 0-5-15,4 0-2 0,5-4 0 0,3 2-7 16,4-2-1-16,4-8-2 0,5 0 6 0,2-2 1 16,-1 1-2-16,6-4 2 0,-2-1 3 0,12 4 3 15,-9-7 0-15,1 2 3 0,0-4 1 0,-5 2-2 16,-1-5 3-16,-3 2 1 0,-2 0-4 0,1-4 3 15,-4 2 2-15,0-3 4 0,-5-1-2 0,5 7-1 16,-5-7-1-16,0 0 1 0,0 0 2 0,0 0-3 16,-10 11-2-16,10-11 4 0,-6 1 0 0,6-1 1 15,0 0-1-15,0 0 5 0,0 0 0 0,0 0-2 16,0 0-5-16,-13-9-10 0,13 9 0 0,0 0-2 16,11-13 0-16,-3 5-4 0,1-1 0 0,0 1-2 15,4-3 0-15,1-2-2 0,-1 0 6 0,-1 1 1 16,4-2 2-16,-5 0 9 0,1 1 0 0,2-1-5 15,-4 3 4-15,-2 0 8 0,-1 1 7 0,-2 3 7 16,1 3 4-16,-3-3 1 0,1 4 0 0,-4 3-6 16,5-7-6-16,-5 7 4 0,0 0-5 0,0 0 2 0,0 0 19 15,0 0 22-15,12 17-6 0,-10-10 1 16,2 2-3-16,-1 1-3 0,2 0-5 0,-1 1 2 16,1 0-6-16,1-3-3 0,1 1-1 0,-1-3-2 15,3-1 2-15,1 0-1 0,2-2-3 0,2-3-3 16,4 0-2-16,2-3 6 0,-1-1-7 0,0-3 1 0,1-1-3 15,-4 0 2-15,1-1 2 0,-3-1-3 16,-4 1 4-16,-2-1 3 0,-2 0 2 0,-1-2 6 16,0-1 0-16,-2 2 0 0,2-1-5 0,-2 1-2 15,-1 2-1-15,-1-1 5 0,-1 4 0 0,0 6-5 16,-1-12-5-16,1 12-6 0,3-6-2 0,-3 6-4 0,0 0 1 16,0 0 0-16,0 0 2 0,0 24 11 15,-2-7-2-15,0 0-2 0,1 2-2 0,-1 5 0 16,1-5 0-16,-4 5 1 0,4-6-2 0,1 6 0 15,-3 1 1-15,-1-4-20 0,3-2-18 0,0-1-31 16,-2 0-43-16,2 1-43 0,0-1-41 0,-2-1-54 0,-2-1-161 16,-1-4-432-16,-2 2 191 0</inkml:trace>
  <inkml:trace contextRef="#ctx0" brushRef="#br0" timeOffset="-49172.02">7335 9695 22 0,'0'0'231'0,"0"0"-4"0,-1-26-12 0,2 18-18 15,2-2-16-15,-1-1-10 0,2-5-16 0,0 5-11 16,2-5-15-16,0 4-5 0,-1 2-18 16,1 0-12-16,0 3-12 0,-1 0-9 0,2 3-1 0,2-1-16 15,-1 4-4-15,-8 1-10 0,12 1-2 0,-12-1-4 16,13 4-3-16,-5 0-7 0,-2 0 2 0,2 3-5 15,0 0-2-15,3 0-1 0,-3 0-1 16,1-1 0-16,2 0-1 0,-2-1-3 0,0-1 0 16,0 0-1-16,4-2 1 0,-3-1-5 0,3-2 4 0,-3-1-3 15,-1-1-2-15,0-1 3 0,1-3 2 0,-4 1-2 16,1-3 0-16,-2 0-2 0,0-1 0 0,-4 1 9 16,4 0-1-16,-5-3-4 0,0 3 2 15,-1 0-1-15,1 9 3 0,-2-14 6 0,0 7-1 0,2 7-7 16,-5-9-3-16,5 9-3 0,-4-9-7 0,4 9 1 15,0 0 0-15,0 0-2 0,0 0 5 0,-11 13-7 16,10-4-6-16,-2 3-17 0,-1 0-24 0,2 5-24 16,0-1-35-16,0 1-41 0,2-2-47 0,0 1-41 15,-3 0-133-15,5-5-399 0,-2 0 177 0</inkml:trace>
  <inkml:trace contextRef="#ctx0" brushRef="#br0" timeOffset="-48765.97">7874 9264 75 0,'-3'-4'226'0,"-2"-1"-7"0,5 5-12 0,-7-6-18 16,7 6-18-16,-6-5-20 0,6 5-16 0,0 0-9 15,-5 17-2-15,5 0 3 0,-3 9-5 0,3 8-2 16,1 0-10-16,-2 14-7 0,2 0-5 0,-1-1-4 15,0-11-13-15,2-2-5 0,-4 0-11 0,2-1-3 16,-1-3-4-16,-1 1-6 0,2-5 0 0,-3 3-9 16,-1-3-4-16,2-1-5 0,-2-9 2 0,0 0-24 15,0 0-15-15,2-5-27 0,-4-1-23 0,3-1-29 16,-5 1-37-16,3-3-41 0,-3 0-22 0,-1-4-42 16,-1-1-135-16,-1-2-390 0,-1 0 173 0</inkml:trace>
  <inkml:trace contextRef="#ctx0" brushRef="#br0" timeOffset="-48518.5">7693 9614 34 0,'12'-4'102'16,"5"-1"-5"-16,1 0-10 0,3 2-10 0,0 0 0 16,-1 1-14-16,1-2 2 0,1 1-14 0,5 0-6 15,-8 1-1-15,2-1 2 0,-5 1-7 0,0 0 7 16,-6 2-2-16,1-2 5 0,-4 2 7 0,0 0 10 15,-7 0-6-15,11-2 5 0,-11 2 0 0,10 0-4 16,-10 0-4-16,0 0-2 0,0 0-7 0,9 2-1 16,-9-2-3-16,2 7 7 0,-2-7 3 0,3 12-1 15,-2-3-5-15,1 1-6 0,-2 0-6 0,1 2-2 16,0-1-33-16,0 1-34 0,1 5-42 0,1-6-46 16,-1 2-159-16,0-1-304 0,-1-2 135 0</inkml:trace>
  <inkml:trace contextRef="#ctx0" brushRef="#br0" timeOffset="-47886.04">8379 9479 19 0,'-10'0'231'0,"1"-1"-4"16,-1 1-4-16,0 1-11 0,-2 3-13 15,2 0-19-15,0 2-19 0,0 4-3 0,-1-2-17 16,4 3-15-16,-1 3-10 0,-2 1-12 0,5 2-11 0,1 0-7 16,1-2-9-16,2-2-12 0,1 3-25 15,3-4-20-15,0 0-18 0,1-1-19 0,5-1-22 0,0 0-20 16,1-1-23-16,7-1-8 0,0 0-17 16,0-4-15-16,4-2-7 0,-1-2 7 0,3-2 9 15,-3-1 12-15,0-2 12 0,-1-1 13 0,-3-3 15 0,-3-2 34 16,-2 3 16-16,-1-4 12 0,0-2 2 15,-3 0 15-15,-5-3 15 0,1 4 9 0,-1-3 9 0,-2 0 16 16,-1 5-7-16,0-1 13 0,-1 2 22 16,-1 0 6-16,-1 2 6 0,0 1-20 0,0 3-8 0,4 4-8 15,-11-4-6-15,11 4 2 0,-12 0-3 0,12 0-4 16,-14 12-4-16,6-4-6 0,-1 0-7 0,3 2-3 16,-2-1-6-16,5-1 2 0,-1 2-5 0,2-4-3 15,0 1-5-15,2-7 1 0,1 12-3 16,-1-12-1-16,1 10-1 0,1-4-2 0,-2-6 3 0,5 6-7 15,-5-6-7-15,10 4-1 0,-10-4-2 0,8 3-1 16,-8-3 0-16,9 1-2 0,-9-1-2 0,11-2 0 16,-11 2 1-16,0 0 3 0,14-2-9 0,-14 2 1 15,8 3-8-15,-3 1-13 0,-5-4-16 0,9 7-15 16,-5-1-19-16,-3 1-21 0,2 4-40 0,-2 0-25 16,1-1-23-16,0 2-156 0,-1-1-371 0,0-2 164 15</inkml:trace>
  <inkml:trace contextRef="#ctx0" brushRef="#br0" timeOffset="-47714.5">8663 9657 8 0,'4'-12'151'0,"2"0"-8"0,-1 1 4 0,1 2 9 0,-4-1-6 16,2 4-5-16,1-3-13 0,-1 4-14 0,1 2-15 16,-5 3-10-16,10-6-11 0,-5 5-7 0,-5 1-9 15,13 1-7-15,-13-1-7 0,14 9-8 0,-6-2-27 16,-2 0-23-16,2 1-35 0,-2 1-33 0,2-1-23 15,0 1-33-15,0 0-103 0,-2-2-251 0,1 0 112 16</inkml:trace>
  <inkml:trace contextRef="#ctx0" brushRef="#br0" timeOffset="-47349.62">9006 9504 128 0,'-3'-7'199'0,"-1"-1"3"0,2 3-1 0,-3-1-8 15,5 6-13-15,-8-7-22 0,3 4-14 0,5 3-17 16,-12 7-9-16,6 3-8 0,-4 5-8 0,0 2-13 16,-1 1-8-16,5-1-5 0,-1 0-11 0,0 1-6 15,6-1-7-15,-2-2-2 0,4-1-6 0,2-2-3 16,4-2-3-16,1 2-6 0,4-2 0 0,4-1-4 16,1-2 0-16,1-3-5 0,0-1 2 0,-1-3-9 15,3 0-3-15,-4-4-2 0,-2 2-2 0,-2-2 3 16,3-4-9-16,-1 2-1 0,-1-3 1 0,1-3 2 15,-4 0-1-15,-2 4-1 0,0-5 2 0,-2-2-2 16,-1 0-5-16,-4 1 4 0,-1-1 8 0,0 4 9 16,-2 1 3-16,1 0-3 0,-3 3 0 0,1 1-4 15,3 6 0-15,-11-6-2 0,11 6 0 0,-16 4 2 16,4 2 0-16,-1 7 1 0,-1 2 0 0,-4 5-3 16,4-1-1-16,0 4-1 0,3-1-1 0,5-4-3 15,1 1-24-15,3-1-29 0,4-1-27 0,6 0-49 16,1-2-40-16,3-3-42 0,9 5-17 0,-3-7-135 15,6 1-383-15,7-6 169 0</inkml:trace>
  <inkml:trace contextRef="#ctx0" brushRef="#br0" timeOffset="-47150.08">9638 9554 180 0,'5'-12'248'0,"-1"2"5"0,-1 0-2 16,-1 3-12-16,0 1-17 0,-2 6-25 0,5-6-23 15,-5 6-19-15,0 0-16 0,0 0-8 0,0 0-12 16,0 0-7-16,-10 29-7 0,4-14-11 0,-1 3-5 16,1 0-11-16,-1 6-7 0,4-5-17 0,1-2-25 0,-2 1-23 15,4 0-24-15,-1 2-31 0,1-4-49 16,0 1-52-16,2-6-45 0,0 1-211 0,-2-3-441 16,0-9 195-16</inkml:trace>
  <inkml:trace contextRef="#ctx0" brushRef="#br0" timeOffset="-46981.12">9597 9258 19 0,'-1'-12'128'16,"1"12"-23"-16,0 0-20 0,4-9-8 0,-4 9-19 15,0 0-14-15,20 24-17 0,-4-2-18 0,-1 4-19 0,2 4-23 16,2-1-53-16,-4 3-91 0,2-3 41 15</inkml:trace>
  <inkml:trace contextRef="#ctx0" brushRef="#br0" timeOffset="-46780.33">9844 9651 29 0,'0'0'237'0,"0"0"-12"0,0 0-10 16,0 0-1-16,0 0-6 0,0 0-2 16,-17-16-13-16,14 12-7 0,3 4-13 0,-6-15-7 15,4 6-9-15,2-1-10 0,0-1-14 0,0 0-5 16,2 0-10-16,1 1-11 0,2 1-13 0,3 0-17 0,2 0-5 15,-2 4-9-15,2 2-7 0,-2 2-6 0,2 2-10 16,0 2-5-16,0 3-3 0,0 2-1 16,1 3-6-16,-1 1-3 0,-5 0-11 0,1 4-14 15,-1 0-26-15,-2-1-39 0,-3 3-47 0,1 0-63 0,-1 0-67 16,-2 0-224-16,0-5-508 0,2-13 225 0</inkml:trace>
  <inkml:trace contextRef="#ctx0" brushRef="#br0" timeOffset="-46161.64">11037 9318 155 0,'0'0'221'0,"-10"-9"-17"0,4 5-13 0,-7 0-11 16,0 3-14-16,-1 1-16 0,-1 3-10 0,3 0-11 15,0 1-13-15,0 1-9 0,2-1-11 0,1 5-12 16,0-1-7-16,4 3-6 0,2-3-10 0,1 5-4 15,4-3-7-15,1 2-2 0,2-3-9 0,4 2 1 16,5 1-5-16,4-3-7 0,0 2-8 0,7 0-8 16,-5-6-10-16,1 2-9 0,-3-3-7 0,-1-1-1 15,-6-1 3-15,0 1-2 0,-6-2 4 0,1 0 3 16,-6-1 4-16,0 0-1 0,0 0-2 0,0 0 1 16,0 0 3-16,0 0-2 0,0 0-7 0,-27-4 11 15,15 6 7-15,-7 3-2 0,-2 0 8 0,-6 4 4 16,1 2 2-16,8 0 4 0,-4 6-1 0,1-1 3 15,5-2 0-15,4 3 0 0,3-2 2 0,-1 2 0 16,5 0-6-16,1 1-3 0,3-3-1 0,2 0 1 0,3 3 3 16,1-2-6-16,4 0-20 0,1-3-28 0,4 1-41 15,1-2-52-15,11 1-56 0,-9-4-200 0,3-3-413 16,2-2 182-16</inkml:trace>
  <inkml:trace contextRef="#ctx0" brushRef="#br0" timeOffset="-45996.97">11296 9621 19 0,'1'-8'244'0,"-1"8"-26"0,1-8-17 0,-1 8-28 0,5-8-11 16,-5 8-17-16,8-5-24 0,2 3-28 0,-10 2-34 16,17-2-27-16,-3 1-38 0,4 1-32 15,4-1-33-15,6 1-27 0,-5 0-111 0,-2 0-227 0,9-4 100 16</inkml:trace>
  <inkml:trace contextRef="#ctx0" brushRef="#br0" timeOffset="-45807.02">11705 9443 66 0,'0'-8'222'0,"-2"1"-11"0,2 7-4 16,-1-13-1-16,1 13-10 0,-2-8-21 0,2 8-17 16,-2-6-20-16,2 6-19 0,0 0-12 0,0 0-13 15,0 0-6-15,0 0-10 0,0 0-1 0,2 38-10 16,-1-22-5-16,0 3-7 0,2 0-5 0,-1 1 0 15,-2 4-11-15,2-6-24 0,-2 0-32 0,2-1-25 16,-4-4-28-16,4 2-21 0,0-4-34 0,-1-1-16 16,0-2-23-16,3-2-15 0,-3 0-97 0,-1-6-298 15,5 6 133-15</inkml:trace>
  <inkml:trace contextRef="#ctx0" brushRef="#br0" timeOffset="-45468.32">11721 9442 72 0,'0'-11'160'0,"2"2"9"0,-4 1-17 0,2 8-12 0,0-9-10 16,0 9-17-16,0 0-16 0,0 0-12 0,0 0-1 16,0 0 3-16,0 0 11 0,17 15-9 0,-12-6-3 15,4 4-6-15,0 1-2 0,4-2-9 0,-3 2-7 16,3-3-4-16,3 0-6 0,-1-1-8 0,1-4 1 16,1 1-3-16,2-3-5 0,-1-3-5 0,-4 2 2 15,3-5-2-15,-1 0-4 0,-5-2 3 0,3 0 5 16,-3-2 1-16,-1-1-5 0,0 0 6 0,-1-3-1 15,0 1 0-15,-3-2-4 0,2-2 1 0,-3 3-4 16,0-1-2-16,0 1 4 0,-3 3-2 0,2 2 1 16,-4 5-4-16,2-10-3 0,-2 10-5 0,6-6-7 15,-6 6 2-15,0 0-8 0,0 0 2 0,0 0-2 16,11 18 3-16,-11-5-1 0,0 4 2 0,-2 1 2 16,-1 1-5-16,0 6 5 0,-2 1-2 0,-3-2-2 0,6-3-12 15,0-2-20-15,0-1-21 0,-1-1-18 16,3 0-21-16,3-1-27 0,-3-6-33 0,0 1-42 15,4 0-25-15,-3-2-130 0,2-4-368 0,-1 0 163 16</inkml:trace>
  <inkml:trace contextRef="#ctx0" brushRef="#br0" timeOffset="-45210.07">12167 9635 84 0,'3'-6'146'0,"-3"6"-4"0,0 0 1 0,6-3 4 15,-6 3-5-15,0 0-8 0,0 0-9 0,0 0-11 16,7 13-8-16,-7-13 0 0,7 7-7 0,-3-1-6 15,3-3-6-15,-1 1-6 0,2-1-3 16,1 0-8-16,1 0-6 0,2-3 6 0,-1 0-3 16,0-1 3-16,1-2 4 0,-3 0 4 0,1-1-2 0,0-1 3 15,-1-1 2-15,-1-3 1 0,-3 4-3 0,0-3-3 16,-2-1-6-16,-1 1-7 0,-2 0-8 0,2-3-3 16,-5 1-11-16,0 3-1 0,2-1-11 15,-7 1-12-15,4 1-21 0,-2 1-15 0,-1 2-20 0,7 3-23 16,-20-3-26-16,13 5-27 0,-2-1-39 0,2 2-23 15,0 2-31-15,7-5-19 0,-6 9-118 0,6-9-373 16,0 0 165-16</inkml:trace>
  <inkml:trace contextRef="#ctx0" brushRef="#br0" timeOffset="-44912.25">12560 9487 75 0,'3'-6'186'15,"-1"-1"7"-15,-2 7-6 0,0-10 8 0,0 10-7 16,-5-11-7-16,1 7-12 0,4 4-17 0,-10-6-9 15,4 4-20-15,6 2-6 0,-13 2-13 0,3 2-9 16,0 2-13-16,3 1 1 0,0 1-15 0,3 3-5 16,-3 0-9-16,4 2-1 0,-1-2-19 0,4 0-8 15,0 3-1-15,2-3-4 0,0 4-6 0,5-2-2 16,-2-3-3-16,4 3-6 0,-2-1-4 0,6-1-1 16,-4 0 3-16,0-4-2 0,-3 3-3 0,2-1 1 15,-2-1 2-15,-3-3-2 0,1 2 2 0,0-1 0 16,-4 0-1-16,0-6 12 0,0 0 3 0,-6 16-1 15,-1-12 0-15,-3 3 0 0,2-1-1 0,-3-1 0 16,-1 0-2-16,3 0 2 0,-3-1-5 0,2 0-17 16,1 0-11-16,3-2-23 0,1 1-26 0,5-3-37 15,-12 2-42-15,12-2-23 0,-4 2-43 0,4-2-116 16,0 0-357-16,0 0 158 0</inkml:trace>
  <inkml:trace contextRef="#ctx0" brushRef="#br0" timeOffset="-44719.39">12810 9475 171 0,'2'-4'200'0,"-2"4"-21"15,0 0-9-15,2-6-9 0,-2 6-12 0,0 0-18 16,4-5-12-16,-4 5-10 0,12-2-12 0,-12 2-9 0,16 0-10 16,-8 0-9-16,4 0-17 0,-3-2-28 0,-9 2-35 15,13 2-18-15,-5-2-30 0,-8 0-25 16,10 3-18-16,-10-3-11 0,0 0-5 0,0 0-1 15,0 0-75-15,0 0-210 0,-23 13 93 0</inkml:trace>
  <inkml:trace contextRef="#ctx0" brushRef="#br0" timeOffset="-44550.15">12841 9481 546 0,'-13'1'-23'0,"-1"0"20"0,3 0 16 16,-1 0 18-16,4-2 11 0,-1 2 1 0,9-1 5 15,-12 0 0-15,12 0-7 0,-9 2 4 16,9-2 5-16,-6 6 18 0,1 1 13 0,1 1 4 16,2 2 10-16,-1 1 3 0,-1 5-2 0,2 0 3 0,1 1 0 15,-3-1-4-15,2 4-5 0,0-2-3 0,2 0-11 16,-2 0-6-16,0-2-4 0,4 3-7 0,-4-3-7 15,1 1-5-15,1 1 0 0,-2-3-9 16,0-2-16-16,2-1-17 0,-4 1-24 0,4-2-30 0,-2-2-30 16,2 1-47-16,0-2-16 0,0-8-35 0,-1 11-117 15,1-11-319-15,0 0 141 0</inkml:trace>
  <inkml:trace contextRef="#ctx0" brushRef="#br0" timeOffset="-44401.4">12718 9720 94 0,'4'-8'148'0,"-4"8"-16"0,5-3-16 16,-5 3-6-16,15-4-12 0,-3 0-8 0,6 2-15 15,1-3-7-15,8 1-25 0,1-3-43 0,3 1-34 16,0 0-52-16,-4-1-57 0,5 0-154 0,-5 0 68 16</inkml:trace>
  <inkml:trace contextRef="#ctx0" brushRef="#br0" timeOffset="-44063.88">13174 9523 172 0,'-7'-5'210'0,"7"5"-9"15,-7-4-10-15,7 4-8 0,0 0-15 0,-11 1-15 16,11-1-10-16,-7 5-19 0,7-5-13 0,-9 8-9 16,6-1-11-16,-1 0-10 0,4 1-7 0,0 3-6 15,0-1-6-15,4-1-9 0,2 1-6 0,-2-3-12 16,1 3-7-16,1-3-8 0,3 0-5 0,0-2-8 15,-2 1 0-15,0-1-1 0,-1 0 4 0,-4-1-7 16,-2-4 5-16,10 4 2 0,-10-4-2 0,0 0 1 16,4 2 4-16,-4-2 7 0,0 0 2 0,0 0-1 15,0 0 3-15,0 0-4 0,0 0 2 0,0 0-2 0,0 0-2 16,-23-6-4-16,23 6-1 0,0 0-3 16,-13 5 2-16,4-3 2 0,4 2 2 0,-1 0 0 15,-1 4 3-15,1-3-2 0,0 0 0 0,2 2-5 16,-2-2 3-16,3 3 0 0,1-2-1 0,2-6 0 15,0 14-5-15,2-7 0 0,-1-1-18 0,7 1-19 0,-1 2-22 16,2-2-32-16,0-2-37 0,7 0-56 16,0-2-218-16,2-3-424 0,1 3 187 0</inkml:trace>
  <inkml:trace contextRef="#ctx0" brushRef="#br0" timeOffset="-43843.91">13394 9555 65 0,'-4'-9'278'0,"4"9"-20"0,0 0-18 15,-1-9-17-15,1 9-16 0,0 0-20 16,0 0-18-16,0 0-20 0,9-10-15 0,2 6-16 0,7-1-11 16,3 1-9-16,8-1-18 0,2 0-27 0,-1 0-27 15,-4 0-31-15,3 1-31 0,-2-1-29 0,-4 3-27 16,-2 0-33-16,-2 0-16 0,-7 1-16 15,1-2-20-15,-6 2-89 0,0 0-288 0,-7 1 127 0</inkml:trace>
  <inkml:trace contextRef="#ctx0" brushRef="#br0" timeOffset="-43671.26">13620 9473 96 0,'-4'8'139'0,"2"-3"10"0,0 5 2 0,-1 1 0 16,-1 0-9-16,2 4-8 0,-3 3-10 0,-2-1-8 15,5 2-7-15,-5 1-13 0,3-4-11 0,-2 2-3 16,3 0-9-16,-2 0-9 0,0 0-8 0,1-1-16 16,0 0-23-16,2-1-42 0,2 0-56 0,0 0-43 15,-2-3-142-15,1-2-288 0,-1-2 127 0</inkml:trace>
  <inkml:trace contextRef="#ctx0" brushRef="#br0" timeOffset="-43481.19">13625 9474 15 0,'5'-3'138'15,"2"-1"-21"-15,6 0-38 0,3-3-26 0,5 1-47 0,6-1-40 16,-2 1-29-16,3 0-68 0,-1-1 32 15</inkml:trace>
  <inkml:trace contextRef="#ctx0" brushRef="#br0" timeOffset="37043.32">25659 671 10 0,'0'0'10'0,"0"0"-2"0,0 0 2 16,0 0 2-16,0 0 2 0,0 0 0 0,0 0 4 16,0 0-5-16,0 0 4 0,0 0-1 15,0 0-2-15,0 0 4 0,0 0-2 0,0 0 2 16,0 0 2-16,0 0 1 0,0 0-7 0,0 0 5 15,0 0 0-15,0 0-5 0,0 0 10 0,0 0-6 16,0 0-4-16,0 0 5 0,0 0-7 0,0 0 6 16,0 0-3-16,0 0 9 0,0 0-5 0,0 0 4 15,0 0 2-15,0 0-7 0,0 0 7 0,0 0-8 16,0 0-2-16,0 0 0 0,0 0-3 0,0 0 4 16,0 0-7-16,0 0-4 0,0 0 3 0,0 0-4 15,0 0 4-15,0 0 3 0,0 0-6 0,0 0 4 16,0 0-5-16,0 0 4 0,0 0-1 0,0 0-2 15,-56-13 0-15,56 13 0 0,0 0-6 0,0 0-1 16,0 0 5-16,0 0 0 0,0 0-2 16,0 0-4-16,0 0-3 0,0 0 11 0,0 0 0 15,0 0-2-15,0 0-4 0,-36-5 21 0,36 5-19 16,0 0 11-16,0 0-7 0,0 0 3 0,0 0-5 16,0 0 6-16,0 0-2 0,0 0-9 0,0 0-1 15,0 0 2-15,0 0 5 0,0 0-6 0,0 0 7 16,0 0-2-16,0 0-2 0,0 0 1 0,0 0 0 15,0 0-1-15,0 0 1 0,0 0-2 0,0 0 9 16,0 0-8-16,-40-1 3 0,40 1 9 0,0 0 5 16,0 0-3-16,0 0 7 0,0 0-10 0,0 0 8 15,0 0-3-15,0 0-9 0,0 0 2 0,0 0 0 16,0 0-3-16,0 0 8 0,0 0-8 0,0 0-1 16,0 0-3-16,-34-9 7 0,34 9 12 0,0 0-14 15,0 0-4-15,0 0 7 0,0 0-6 0,0 0-5 16,-33-4 5-16,33 4 0 0,0 0-5 15,0 0 5-15,0 0-10 0,0 0 7 0,0 0 8 0,0 0-4 16,-42-6-6-16,42 6 10 0,0 0-6 0,0 0 4 16,0 0-7-16,0 0 1 0,0 0 4 0,0 0 4 15,-33-7-6-15,33 7-1 0,0 0 3 16,0 0-4-16,0 0 1 0,0 0 1 0,0 0-3 16,0 0 0-16,0 0-1 0,0 0 0 0,0 0 7 15,0 0-7-15,-38-2 2 0,38 2-1 0,0 0 3 16,0 0-4-16,0 0-1 0,0 0-6 0,0 0 12 15,0 0-9-15,0 0 5 0,0 0 4 0,0 0-1 16,0 0-3-16,0 0 2 0,0 0-5 0,0 0 6 16,0 0-2-16,0 0-4 0,0 0 2 0,0 0-5 15,0 0 7-15,0 0 3 0,0 0-2 0,0 0-14 16,0 0 9-16,0 0 6 0,0 0-3 0,0 0 8 16,0 0-7-16,0 0-6 0,0 0 10 0,0 0-15 15,0 0-6-15,0 0 3 0,0 0-3 0,0 0-12 16,0 0-7-16,0 0-13 0,0 0-7 0,0 0-8 15,0 0-6-15,0 0-2 0,0 0-3 0,0 0-47 16,0 0-130-16,0 0 58 0</inkml:trace>
  <inkml:trace contextRef="#ctx0" brushRef="#br0" timeOffset="38745.71">22781 579 14 0,'0'0'31'0,"0"0"0"0,0 0 1 15,0 0 5-15,0 0-1 0,0 0-9 0,0 0 2 16,0 0 2-16,0 0-6 0,0 0 1 0,0 0 5 15,0 0 4-15,0 0 5 0,0 0 4 0,0 0-7 16,0 0 6-16,0 0-12 0,0 0 5 0,0 0-13 16,-95-8 4-16,95 8-4 0,0 0-3 0,0 0 8 15,0 0 7-15,0 0-1 0,0 0-7 16,0 0 7-16,0 0-3 0,0 0-6 0,-39-2-5 16,39 2-6-16,0 0 6 0,0 0 1 0,0 0-11 0,0 0 16 15,0 0-2-15,0 0 2 0,0 0-1 0,0 0-8 16,-40 0 3-16,40 0-5 0,0 0-2 0,0 0-3 15,0 0 3-15,0 0-8 0,0 0 13 0,0 0-10 16,0 0 0-16,0 0 0 0,0 0 2 0,0 0 1 16,0 0 0-16,0 0-12 0,0 0 9 15,0 0-10-15,0 0 3 0,0 0 0 0,0 0 4 16,0 0-6-16,0 0 3 0,0 0 4 0,0 0 1 16,0 0 0-16,0 0-5 0,0 0 10 0,0 0 4 15,0 0-7-15,0 0 0 0,0 0 6 0,0 0 0 16,0 0-6-16,0 0 5 0,0 0 2 0,0 0-4 15,0 0 5-15,111 14-8 0,-111-14 6 0,39 2 9 16,-39-2-10-16,0 0 5 0,56 0-5 0,-56 0-3 16,36 2-4-16,-36-2 3 0,35 0-3 0,-35 0 2 15,0 0 0-15,54 1 3 0,-54-1-6 0,0 0 3 16,47-1-3-16,-47 1-1 0,37 1 4 0,-37-1-7 16,0 0 4-16,40 0 5 0,-40 0-1 0,0 0-8 15,46 1 7-15,-46-1 4 0,35 0-2 0,-35 0-5 16,0 0 8-16,47 2 0 0,-47-2-3 0,0 0 4 15,45 0-1-15,-45 0-3 0,0 0 3 0,40 0 2 16,-40 0-7-16,0 0-1 0,39 0 3 16,-39 0-4-16,0 0-4 0,36-3 7 0,-36 3 2 15,0 0-4-15,0 0-4 0,47 1 1 0,-47-1-1 16,0 0 2-16,0 0-5 0,45-1 3 0,-45 1-1 16,0 0 0-16,0 0 1 0,37-3 3 0,-37 3-6 15,0 0 1-15,0 0 2 0,0 0 0 0,44-1-1 16,-44 1 1-16,0 0-2 0,0 0-2 0,0 0 4 15,35-1-3-15,-35 1-2 0,0 0 5 0,0 0-1 16,0 0 0-16,0 0 6 0,0 0-4 0,45 1 2 16,-45-1-5-16,0 0-1 0,0 0 0 0,0 0-2 15,0 0-1-15,0 0 5 0,0 0 1 0,0 0-4 16,0 0 1-16,35-3 4 0,-35 3-5 16,0 0 2-16,0 0-4 0,0 0 5 0,0 0 0 15,0 0-2-15,0 0 1 0,0 0-5 0,0 0 6 16,0 0-5-16,0 0 4 0,0 0-1 0,0 0 1 15,0 0-3-15,0 0-1 0,0 0 4 0,0 0 5 16,0 0-8-16,0 0 0 0,0 0 3 0,0 0 0 0,0 0 3 16,0 0-2-16,0 0-6 0,0 0 5 15,0 0 0-15,0 0-1 0,0 0 1 0,0 0-8 16,0 0-11-16,0 0-9 0,0 0-22 0,0 0-25 16,0 0-25-16,0 0-7 0,0 0-38 0,0 0-112 15,0 0-274-15,0 0 121 0</inkml:trace>
  <inkml:trace contextRef="#ctx0" brushRef="#br0" timeOffset="40769.58">23585 335 23 0,'0'0'120'0,"0"0"-10"0,0 0-7 0,0 0-6 15,0 0-6-15,0 0 3 0,0 0-12 0,0 0-13 16,0 0-7-16,0 0-7 0,0 0-4 0,0 0-11 16,0 0-7-16,0 0 5 0,0 0-14 0,0 0 2 15,0 0 1-15,0 0-5 0,0 0-4 16,0 0 2-16,0 0-3 0,0 0-2 0,0 0 4 0,0 0-3 16,-2 94 3-16,2-94-5 0,-5 52 2 0,3-26 3 15,2-26-3-15,-5 54 2 0,4-26 1 0,1-28-2 16,0 54-3-16,0-54-2 0,1 51 6 0,-1-24-7 15,0-27 1-15,5 42 5 0,-5-42-5 0,5 40 0 16,-5-40-2-16,6 35 6 0,-6-35-11 16,5 34 5-16,1-17 2 0,-4-1-4 0,2-1-5 15,1-1 7-15,-5-2-1 0,4-3-5 0,-2 2 2 16,1-2-4-16,0 1-2 0,-3-10 8 0,1 14-4 16,-1-6-2-16,0-8-8 0,1 13-13 0,-1-13-11 15,0 0 0-15,0 0-24 0,-2 13-1 0,2-13-33 16,0 0-23-16,0 0-95 0,0 0-223 0,0 0 98 15</inkml:trace>
  <inkml:trace contextRef="#ctx0" brushRef="#br0" timeOffset="41196.18">23907 256 96 0,'0'0'129'0,"0"0"-5"0,0 0-7 0,0 0-11 15,0 0-8-15,0 0-12 0,0 0-6 16,0 0-8-16,0 0-12 0,0 0-7 0,0 0-5 0,0 0 6 15,0 0 1-15,0 0 2 0,0 0 2 0,0 0-6 16,0 0 0-16,0 0-1 0,0 0-7 0,-7 93 3 16,7-93-1-16,-7 53 2 0,7-25-4 0,0-28 4 15,-5 61 6-15,1-33-6 0,0 0-2 16,4-28 1-16,-5 58-1 0,1-33-4 0,4-25 3 16,-3 46-2-16,3-16-6 0,0-30-3 0,-1 43 2 15,1-43-7-15,1 42-4 0,-1-42-5 0,-1 37 7 16,1-37-9-16,0 0-2 0,0 43 1 0,0-30 0 15,-1-3-6-15,1 1 4 0,-1-3-18 0,-1 3-26 16,2-11-26-16,0 0-24 0,-1 20-29 0,1-20-25 16,0 0-18-16,-3 14-23 0,3-14-112 0,0 0-307 15,0 0 136-15</inkml:trace>
  <inkml:trace contextRef="#ctx0" brushRef="#br0" timeOffset="42425.46">23973 529 34 0,'0'0'58'0,"0"0"2"0,0 0-7 0,0 0 1 16,0 0-4-16,0 0-5 0,0 0 1 0,0 0 2 15,0 0-7-15,0 0-3 0,0 0 0 0,0 0-3 16,0 0 4-16,0 0-3 0,-60 2 13 0,60-2-8 15,0 0 2-15,0 0 4 0,0 0-11 0,0 0-1 16,0 0-1-16,0 0-6 0,0 0-6 0,0 0-5 16,0 0 3-16,0 0 1 0,0 0 9 0,0 0-2 15,0 0 11-15,0 0-10 0,0 0 1 16,0 0-4-16,0 0 13 0,0 0-14 0,0 0 5 16,0 0 0-16,0 0-2 0,108 16-3 0,-108-16-1 15,38 2 2-15,-38-2-3 0,43 0 0 0,-43 0 5 16,55 0 0-16,-55 0-2 0,49 0 0 0,-18 0 0 0,-31 0-1 15,57 0-5-15,-57 0-2 0,49-1 2 16,-49 1-1-16,45 0-1 0,-45 0 1 0,40-1-8 0,-40 1 5 16,45 0-5-16,-45 0 2 0,55 0 0 15,-55 0 2-15,42 1-1 0,-42-1-12 0,41-1 12 16,-41 1-5-16,40 2 0 0,-40-2 0 0,42 0 2 16,-42 0-6-16,39 2 3 0,-39-2 0 0,41 1 1 15,-41-1-1-15,42 3-2 0,-42-3 3 0,40 1-2 16,-40-1-2-16,38 2 0 0,-38-2 3 0,36 0 1 15,-36 0-4-15,0 0 3 0,56 2 0 0,-56-2-2 16,39 1-4-16,-39-1 5 0,0 0 6 0,53 0-3 16,-53 0 0-16,34 0-2 0,-34 0-1 0,38 1 0 15,-38-1 1-15,0 0-3 0,47 0-3 0,-47 0 5 16,0 0 2-16,44 0-7 0,-44 0 4 16,0 0-1-16,0 0-2 0,39-2-3 0,-39 2 5 15,0 0-1-15,0 0 3 0,0 0-1 0,36-2-4 16,-36 2 3-16,0 0 2 0,0 0-5 0,0 0 2 15,0 0-4-15,0 0 3 0,36-3-2 0,-36 3-3 16,0 0 4-16,0 0-1 0,0 0 2 0,0 0-2 16,0 0 0-16,0 0-6 0,34-7 1 0,-34 7-7 15,0 0-5-15,0 0-9 0,0 0 12 0,0 0 0 16,0 0-1-16,0 0 1 0,0 0 1 0,0 0-1 16,0 0 0-16,0 0 6 0,0 0-3 0,44 1 3 15,-44-1-2-15,0 0 2 0,0 0-1 0,0 0 5 16,0 0-3-16,0 0 5 0,0 0-2 0,0 0-7 15,0 0 6-15,0 0 0 0,0 0 5 0,0 0-4 16,35 6 0-16,-35-6 3 0,0 0-4 0,0 0 0 16,0 0 3-16,0 0-3 0,0 0-8 0,0 0 2 15,0 0-5-15,0 0-7 0,0 0 0 16,0 0-7-16,0 0-7 0,0 0-4 0,0 0 0 16,0 0-1-16,0 0-8 0,0 0-4 0,0 0-10 15,0 0-9-15,0 0-13 0,0 0 1 0,0 0-7 16,0 0-2-16,0 0 9 0,0 0-2 0,0 0 6 15,0 0 9-15,0 0 2 0,0 0 10 0,0 0 3 16,0 0 6-16,0 0 5 0,0 0 2 0,0 0 7 16,0 0 8-16,0 0 11 0,0 0-4 0,0 0 6 15,0 0 8-15,0 0 16 0,0 0-7 0,-104 11 8 16,104-11 7-16,0 0 1 0,0 0 6 0,0 0 6 16,0 0 8-16,0 0-13 0,0 0 9 0,0 0-3 15,0 0-3-15,0 0 3 0,0 0-3 16,0 0 6-16,0 0-3 0,0 0 4 0,0 0-3 15,0 0 6-15,0 0 6 0,0 0 4 0,0 0 3 16,0 0-3-16,0 0 3 0,0 0-5 0,0 0 2 16,0 0 0-16,0 0-4 0,0 0-5 0,0 0 0 15,92 11-3-15,-92-11-9 0,0 0 2 0,48-6-2 0,-48 6 0 16,0 0-3-16,42-1-7 0,-42 1-10 16,0 0 1-16,0 0-21 0,39-4-1 0,-39 4-8 15,0 0-11-15,0 0-1 0,0 0-4 0,0 0-13 16,0 0-4-16,0 0-2 0,0 0-9 0,0 0-6 15,38 3 4-15,-38-3-5 0,0 0 2 0,0 0-2 16,0 0-8-16,0 0-41 0,0 0-132 0,0 0 59 16</inkml:trace>
  <inkml:trace contextRef="#ctx0" brushRef="#br0" timeOffset="42622.23">25479 592 33 0,'0'0'40'16,"0"0"1"-16,0 0-5 0,0 0 0 0,0 0 6 15,0 0-8-15,0 0 0 0,0 0-4 0,0 0 24 16,0 0-12-16,0 0 21 0,0 0-9 0,0 0 7 16,0 0-4-16,0 0-10 0,0 0 2 0,0 0-8 15,0 0-13-15,0 0 11 0,110 0-5 0,-110 0-9 16,35-3-2-16,-35 3-12 0,0 0-15 0,47-4-11 16,-47 4-19-16,0 0-16 0,33-5-22 0,-33 5-59 15,0 0-139-15,0 0 61 0</inkml:trace>
  <inkml:trace contextRef="#ctx0" brushRef="#br0" timeOffset="43035.63">25662 561 8 0,'0'0'53'0,"0"0"1"0,0 0 9 16,0 0-1-16,0 0 21 0,0 0-15 0,0 0 14 15,0 0-3-15,0 0 8 0,0 0 8 0,0 0-6 16,0 0-3-16,0 0-1 0,0 0-4 0,0 0-10 0,0 0-10 15,0 0-4-15,0 0-12 0,0 0-4 0,0 0-5 16,0 0-3-16,0 0 9 0,0 0 6 16,0 0 5-16,0 0 2 0,0 0-3 0,0 0 2 15,0 0-2-15,20 81-9 0,-20-81 6 0,0 0 0 16,0 52-7-16,0-52-4 0,-3 29-4 0,3-29-3 16,0 0 3-16,-2 36-8 0,2-36-2 0,0 0-1 15,-9 34-12-15,9-34-14 0,0 0-19 0,-6 28-15 16,6-28-34-16,0 0-14 0,0 0-20 0,-12 27-24 15,12-27-16-15,0 0-119 0,0 0-286 0,-16 21 127 16</inkml:trace>
  <inkml:trace contextRef="#ctx0" brushRef="#br0" timeOffset="43255.12">25724 571 98 0,'0'0'165'0,"0"0"-10"0,0 0-5 0,0 0-3 15,0 0-12-15,0 0-8 0,0 0-14 0,0 0-7 16,-20 87-10-16,20-87-11 0,-7 31-8 0,7-31-7 16,0 0-21-16,-2 41-25 0,2-41-34 0,0 0-51 15,-3 35-52-15,3-35-123 0,0 0-255 16,-4 32 113-16</inkml:trace>
  <inkml:trace contextRef="#ctx0" brushRef="#br0" timeOffset="44261.83">23941 251 81 0,'0'0'144'0,"0"0"2"15,0 0-14-15,0 0-10 0,0 0-15 16,0 0-2-16,0 0-12 0,0 0-8 0,0 0-1 0,0 0-5 16,0 0 4-16,0 0-12 0,0 0-8 15,0 0 0-15,0 0-10 0,0 0-10 0,0 0-1 16,0 0-5-16,0 0-4 0,0 0-6 0,0 0 3 16,0 0-11-16,0 0 4 0,0 0-6 0,0 0 1 15,0 0 0-15,0 0-1 0,0 0-8 0,0 0 5 16,0 0 1-16,0 0-5 0,0 0 1 0,0 0 4 15,0 0 1-15,0 0-6 0,0 0 11 0,0 0 4 16,0 0-5-16,0 0 5 0,0 0-7 0,0 0-2 16,0 0 0-16,0 0-1 0,0 0-2 0,0 0-3 15,0 0 1-15,0 0 3 0,0 0-2 16,0 0 3-16,0 0 2 0,0 0-4 0,0 0 0 16,0 0-1-16,0 0 12 0,0 0-6 0,0 0-4 0,0 0 2 15,0 0 0-15,0 0-4 0,0 0 1 0,0 0-5 16,0 0 3-16,0 0 1 0,0 0-6 0,0 0-6 15,0 0-1-15,0 0 0 0,0 0 3 16,0 0-4-16,0 0-3 0,0 0 4 0,0 0 0 16,0 0 1-16,0 0-5 0,-18 75 7 0,13-43 2 15,-2 0 0-15,2-1-5 0,-1 3 8 0,-1-1-2 16,2 0 0-16,-3-5-1 0,3 4 0 0,1 0 0 16,4-32-2-16,-4 56-19 0,4-30-15 0,0-26-30 15,1 46-31-15,-1-46-45 0,-5 42-68 0,5-42-103 16,-7 37-333-16,7-37 147 0</inkml:trace>
  <inkml:trace contextRef="#ctx0" brushRef="#br0" timeOffset="44748.75">24171 345 100 0,'0'0'188'0,"0"0"-14"15,0 0 0-15,0 0-11 0,0 0-12 0,0 0-12 16,0 0-4-16,0 0-11 0,0 0-10 0,0 0-12 16,0 0-7-16,0 0-11 0,0 0-10 0,0 0-6 15,0 0-6-15,0 0-7 0,0 0-13 0,45-21-9 16,-45 21-15-16,49-1-16 0,-49 1-22 0,41-3-17 16,-41 3-26-16,35 0-40 0,-35 0-36 0,0 0-151 15,41-1-313-15,-41 1 139 0</inkml:trace>
  <inkml:trace contextRef="#ctx0" brushRef="#br0" timeOffset="44941.75">24281 244 146 0,'0'0'134'0,"0"0"-29"16,0 0 2-16,0 0-6 0,0 0-12 0,0 0-7 15,0 0 0-15,0 0-23 0,0 0 10 0,0 0-9 16,4 82-8-16,-4-82-22 0,0 32-25 0,0-32-43 0,0 0-54 16,-5 48-74-16,5-48-178 0,-2 28 79 15</inkml:trace>
  <inkml:trace contextRef="#ctx0" brushRef="#br0" timeOffset="45461.62">23325 824 98 0,'0'0'93'0,"0"0"-14"16,0 0 0-16,0 0-6 0,0 0-6 16,0 0-8-16,0 0-5 0,0 0-12 0,0 0-18 15,0 0-22-15,0 0-31 0,62-5-79 0,-62 5-115 16,56-9 52-16</inkml:trace>
  <inkml:trace contextRef="#ctx0" brushRef="#br0" timeOffset="46247.08">22796 527 44 0,'0'0'38'15,"0"0"-3"-15,0 0 1 0,0 0-1 0,0 0-6 16,0 0-4-16,0 0 0 0,0 0-6 0,0 0-8 16,0 0-12-16,0 0-5 0,0 0-15 0,0 0-25 15,0 0-48-15,0 0 22 0</inkml:trace>
  <inkml:trace contextRef="#ctx0" brushRef="#br0" timeOffset="47509.7">22615 583 49 0,'0'0'60'0,"0"0"-5"0,0 0-9 16,0 0-5-16,0 0 3 0,0 0-8 0,0 0-1 16,0 0 1-16,0 0-6 0,0 0-1 0,0 0-4 15,0 0-6-15,-53 2-1 0,53-2 5 0,0 0-10 16,-46 3 5-16,46-3-7 0,-38 3 4 0,38-3 1 16,-43 3-7-16,43-3 4 0,-58 9-1 0,29-4 5 15,-2 0-4-15,31-5-3 0,-63 8 6 0,31-2-3 16,0-3 0-16,-3 1 3 0,0 3 1 0,-2-3-4 15,3 3 0-15,34-7-1 0,-68 3-2 0,36 0 6 16,0 2 2-16,32-5-13 0,-65 7 5 16,34-3 6-16,-3 2 2 0,2-1-3 0,-3-1-2 15,1 2 0-15,-1 1 6 0,-1 1-7 0,-1-2 5 16,3 1 0-16,-2-1-1 0,2 3 8 0,-1-2-6 16,1 0-4-16,0-2-9 0,1 1 0 0,33-6 7 15,-64 15-5-15,31-8 2 0,1-1-2 0,0 1 7 16,0-2-7-16,32-5-6 0,-58 13-5 0,29-6 12 15,1-1-2-15,28-6 0 0,-56 6-8 0,29 1 9 16,27-7 13-16,-55 11-17 0,27-8-6 0,28-3 6 16,-55 9 4-16,25-4-5 0,2 0 3 15,28-5 8-15,-56 10-11 0,29-4 8 0,27-6-4 0,-54 6 2 16,54-6-4-16,-49 8-3 0,27-4 6 0,22-4 6 16,-41 6-10-16,41-6 0 0,-51 9 1 15,51-9 0-15,-42 3 10 0,42-3-2 0,-50 2 6 16,50-2-5-16,-42 5 11 0,42-5-8 0,-43 3 1 15,43-3 8-15,-40 2-12 0,22 0-1 0,-1 0-1 16,19-2 3-16,-36 2-8 0,36-2 5 0,-29 1 6 16,16 1 0-16,1-2-8 0,2 1 5 0,-3-1 1 15,13 0 1-15,-19 2 0 0,9-1 1 0,10-1 4 16,0 0-5-16,-22 1 3 0,22-1-10 0,-10 2 7 16,10-2-4-16,0 0 2 0,-13 0 4 0,13 0-4 15,0 0 2-15,0 0-2 0,0 0 0 0,-15 0-4 16,15 0 3-16,0 0-5 0,0 0-1 0,0 0 3 15,0 0-8-15,0 0 1 0,0 0 2 0,-9 3 0 16,9-3-5-16,0 0 6 0,0 0-7 0,0 0 4 16,0 0 0-16,0 0-6 0,0 0 6 0,0 0-1 15,0 0-4-15,0 0 0 0,0 0-1 0,0 0-2 16,-3 11 6-16,3-11-2 0,0 11-1 16,0-11 5-16,0 14 0 0,0-14 0 0,0 16-4 15,0-5-2-15,2-1 4 0,-2 1 3 0,1 2-1 16,-1-2-4-16,0 4 1 0,2 1 5 0,1 0 5 15,0 2-13-15,-1-2 1 0,1 2 3 0,2 0 4 16,-3 1-4-16,1-1 6 0,-1 1 2 0,2 7-5 16,-2-7 0-16,1 0 2 0,0 8-3 0,1-6 1 15,1 4 1-15,1 2-1 0,-1 4 3 0,-3-3 1 16,2 4 1-16,-2-2-15 0,-1 2 12 0,2 0 0 16,0-1-3-16,0 1 4 0,-1-2 5 0,0 1-12 15,1-1 3-15,0 3 4 0,1 0-1 16,1-2-2-16,-1 1 3 0,2 0-3 0,0-2 1 15,-2 1 4-15,1 2-4 0,-1-4-2 0,-1 0 0 16,3 1 0-16,-4 0 3 0,1-2-2 0,-2 4 3 16,0-1-1-16,-2 3-1 0,0-3-1 0,-2 3 1 0,-2 0 2 15,1 1 0-15,-4-3-2 0,3 3 1 0,-1-2 0 16,1 0-4-16,-2-1 6 0,1 3 2 16,2-2 1-16,0-2-1 0,4 1 2 0,0-2 0 15,3-1-1-15,2-3 4 0,0 0 5 0,3 0 5 16,-2 1 2-16,4-2 1 0,1-1 0 0,-2 2 0 15,3-2-1-15,-4-7 1 0,4 7-3 0,2 0-3 16,-8-9-3-16,1 0 3 0,0 3-5 0,-1-3-2 16,0-3 0-16,-3 4 1 0,3 0-2 0,-6-16-5 15,6 22 7-15,0-12-4 0,-6-10-2 0,5 23-1 16,-2-12-10-16,-3-11-9 0,3 20-22 0,-3-20-17 16,1 14-16-16,-1-14-17 0,0 0-22 0,1 19-26 15,-1-19-21-15,0 0-28 0,1 14-126 16,-1-14-329-16,0 0 145 0</inkml:trace>
  <inkml:trace contextRef="#ctx0" brushRef="#br0" timeOffset="47962.3">20080 3106 15 0,'-9'4'143'0,"-4"-1"0"16,2 0-11-16,0-2-5 0,-1 2 0 0,3 0-8 15,2-1-8-15,0 1-5 0,7-3-6 0,-7 2 12 16,7-2-7-16,0 0-9 0,0 0-6 0,0 0-5 15,0 0-7-15,25 9-5 0,-7-10-11 0,1-2-3 16,8 1-5-16,2-3-2 0,2 2-6 0,-3-1-6 16,0-2-15-16,3 1-25 0,-3 2-31 0,-1-2-37 15,-8 4-43-15,0 1-46 0,-5 0-133 0,-2 2-312 16,-3 0 139-16</inkml:trace>
  <inkml:trace contextRef="#ctx0" brushRef="#br0" timeOffset="48149.75">20060 3302 23 0,'0'0'239'0,"-6"5"-26"0,6-5-18 0,0 0-15 16,0 0-14-16,0 0-11 0,20 0-7 16,-20 0-20-16,29-7-11 0,-11 3-12 0,11-3-12 15,-8 5-20-15,6-4-30 0,-8 3-35 0,3-1-42 16,-3 2-38-16,0 0-44 0,-3 2-42 0,-6 0-93 0,-10 0-273 15,19 0 121-15</inkml:trace>
  <inkml:trace contextRef="#ctx0" brushRef="#br0" timeOffset="48316.95">20141 3384 90 0,'0'0'171'0,"-9"3"-5"0,9-3-11 16,-4 4 1-16,4-4-7 0,0 0-11 0,0 0-11 15,0 0-12-15,0 0-12 0,19 5-11 0,-6-7-14 16,-2 2-27-16,-11 0-34 0,28 0-54 0,-16 0-49 16,2 0-55-16,-4 1-83 0,-10-1-243 0,23 0 107 15</inkml:trace>
  <inkml:trace contextRef="#ctx0" brushRef="#br0" timeOffset="48451.25">20279 3514 156 0,'0'0'238'0,"0"0"-21"0,0 0-20 0,0 0-19 0,16-4-16 16,-5 0-18-16,1 0-12 0,4-3-14 0,1 0-31 16,1 0-48-16,-1 0-57 0,3-1-70 0,0 1-173 15,-4-3-282-15,3 2 125 0</inkml:trace>
  <inkml:trace contextRef="#ctx0" brushRef="#br0" timeOffset="66013.83">26670 7773 19 0,'0'0'76'0,"0"0"-11"0,7-9-1 16,-7 9 4-16,0 0-17 0,0 0 6 0,4-6-8 15,-4 6-3-15,0 0-20 0,0 0 9 0,0 0-3 16,0 0-4-16,0 0 4 0,0 0-17 0,0 0 0 15,0 0 5-15,0 0-5 0,0 0 9 0,0 0-13 16,0 0 3-16,0 0 2 0,0 0-7 0,0 0 4 16,10 0-7-16,-10 0 2 0,0 0-5 0,0 0 5 15,0 0 0-15,0 0 5 0,0 0-5 0,0 0-3 16,0 0 2-16,-21 10-8 0,21-10 7 0,-13 3-1 16,3 0 0-16,-1 0-5 0,1-2 9 0,-2 1-6 15,1-1 2-15,2 1-5 0,-1 1 6 0,0-2-3 16,-4 0 10-16,5 1 4 0,0-2-3 0,-3 2-2 15,1-1 7-15,1 2-7 0,-2-2 11 0,5-1 7 0,7 0 6 16,-15 2-3-16,7-2 0 0,8 0 0 16,-11 0 1-16,11 0-2 0,-6 0-1 0,6 0-4 15,0 0-4-15,0 0 7 0,0 0-7 0,0 0-12 16,0 0 1-16,0 0 6 0,0 0-3 0,0 0-2 0,23 4 2 16,-10-4-4-16,5 0-10 0,2 0 17 15,13 0-2-15,1 0-6 0,3 0-1 0,1 2 10 16,0-1-7-16,2-1-3 0,12 2 3 0,-12 1-3 15,-1-1 1-15,1 1-4 0,-4-1-1 0,2 1-5 0,3-1 3 16,-3-1 3-16,-1 0-4 0,14 2 4 0,-12 1-1 16,1-5-2-16,11 2 3 0,-12 3-2 0,2-3 5 15,9-2 0-15,-13 1-9 0,3 0-10 0,-2 1 16 16,-3-1-4-16,3 0-7 0,-2 3 10 0,-4-2-3 16,2-2 1-16,-3 1-5 0,1 0 9 0,-3 0-3 15,2 0 7-15,-1-2-3 0,1 1-2 0,0 0 3 16,1-2-6-16,-5 2 4 0,-4 0 2 0,3-3 0 15,-5 1-6-15,-2 3 7 0,0-1-4 0,-1 0 2 16,-8 1-5-16,2-1 6 0,-1-1 0 0,-2 1-4 16,-1 1 2-16,2 0 1 0,-3 0-7 0,-7 0 4 15,15 0-4-15,-5 0 5 0,-10 0-2 0,13 0-2 16,-13 0 2-16,11 0-4 0,-11 0-4 0,9 0 7 16,-9 0-18-16,7 1-15 0,-7-1-20 0,0 0-5 15,7 2-13-15,-7-2-22 0,0 0-24 0,0 0-20 16,0 0-79-16,0 0-230 0,0 0 102 0</inkml:trace>
  <inkml:trace contextRef="#ctx0" brushRef="#br0" timeOffset="67373.22">26806 7816 19 0,'0'0'87'0,"0"0"1"0,0 0-14 0,0 0-3 0,0 0-6 15,0 0-5-15,0 0-5 0,0 0 1 16,0 0-5-16,-29-6-14 0,21 6 12 0,-3-2-10 0,2 2 1 15,-3 0-1-15,1-2-5 0,-3 2 5 0,1-1-13 16,-1 1 10-16,-5 0 0 0,0 0-9 0,2 0-5 16,-2 0 6-16,-3 0-8 0,4 0-1 0,-4 1-5 15,-5-1 6-15,-1 2-4 0,7 1 4 16,-9 0-6-16,6 1-3 0,-1-3-10 0,-5 2 10 0,3 0-3 16,5 0 1-16,-7 1 7 0,9-1-8 0,-3 0 0 15,3 2 8-15,0-2 1 0,-3 2-2 0,3-2-2 16,2-1-4-16,-4 2-7 0,4-1-6 0,2 1 14 15,-3 0-1-15,6-2-2 0,0 1 4 0,0 0 1 16,-1-2 0-16,2 2-4 0,0 0 1 0,-2 1-3 16,5-4-1-16,-2 3 1 0,-1 1-5 0,-1-1 3 15,4 0 2-15,-2 0-5 0,2 2 5 0,-2-2-2 16,1 1 5-16,1-1-7 0,3 1 3 0,-5-1 5 16,1 0-4-16,-1 1 2 0,3-1 1 0,-2 0-4 15,1 1 7-15,3-1 5 0,-3-1-6 0,2 2 5 16,7-4-5-16,-11 6-4 0,6-3 6 0,1 1-8 15,4-4 3-15,-8 6 7 0,4-2-7 0,0 1 4 16,2 3 1-16,-2-2 0 0,2 4-2 0,-1-2-3 16,-1 0 3-16,2 3 3 0,-2-2 11 0,3 1-2 15,-2-1-3-15,1 0 1 0,0 2-1 0,2-2-2 16,0 2 0-16,0 1-1 0,0-3 1 0,-2 4 0 16,2-2 1-16,0 1 0 0,2 0 0 0,-2 0-2 15,2 3 1-15,-2 1-5 0,2 0 1 0,-2 2 4 16,3-1-5-16,-4 5 6 0,1-4 1 0,0 7 1 15,2 2 0-15,-2-2-3 0,-1 1 0 0,1-1-7 16,-1 2 4-16,-1-3-1 0,2 3-2 0,0-9-9 16,-2 9 9-16,0-7 5 0,2 5-7 0,-4-3 4 15,3-3 0-15,1 1 0 0,-2-1-4 0,0 0-1 16,0-1-1-16,2 0 3 0,-2-1-2 0,2-1-1 16,0-2-2-16,-2 1 3 0,3-2-1 0,-1-1 0 0,0-1 0 15,1 3 2-15,-1-6 1 0,0 4-2 16,2-1-3-16,0 0 2 0,0-1-1 0,-2-1 3 15,2 2-4-15,-1-2 1 0,1 0-2 0,0 0 1 16,-2-1-2-16,0-1 1 0,2 0-4 0,-2-7 0 0,2 13 4 16,-2-7 2-16,0-6-4 0,2 10-2 0,-2-10 3 15,3 9 1-15,2-2-2 0,-3-3 2 0,-2-4-1 16,4 7 1-16,1 0-4 0,-1-3 3 16,4 1-3-16,3 1 4 0,1 0-1 0,0-1-1 0,6-1-1 15,4 3 3-15,4-3-2 0,0 0 3 0,2-1-4 16,4 1 7-16,3-1-9 0,1-2 3 0,3 0-2 15,12-3 1-15,0 0-2 0,5-3 3 16,-6 2 0-16,6-2 2 0,-3 2-4 0,3-1 2 0,5 1 1 16,-2 1-4-16,5 0 0 0,-3-1 1 0,4 0-6 15,0-1 4-15,25 2 1 0,-29 2 3 0,4 1-4 16,0-1-2-16,29 0 7 0,-30 3-2 0,27-5 0 16,-32 2 3-16,4-1-5 0,-1 4 0 0,-1-5 0 15,-2 5-2-15,-3-4 5 0,2 2 0 0,-20 0-4 16,17 0 2-16,-15-1-3 0,11 2 5 0,-14-2-2 15,0-2-3-15,0 4 2 0,1-4 1 0,2 1-5 16,-4 1 5-16,2 0-2 0,-4 1 1 0,-2-1 1 16,4 2-1-16,-5-4-1 0,-1 2-4 0,-3-1-8 15,-8 0-6-15,1 0-17 0,-8-1-5 0,1 1-9 16,-4 1-1-16,-1-1-7 0,-2-2-15 0,3 1-13 16,-3-2-18-16,0-1-30 0,-1-3-8 0,1 0-27 15,-2-1-106-15,1-1-297 0,-2-3 132 0</inkml:trace>
  <inkml:trace contextRef="#ctx0" brushRef="#br0" timeOffset="68201.64">28192 7879 30 0,'0'0'99'16,"-7"-2"-11"-16,7 2-6 0,0 0 0 0,0 0-14 0,0 0 1 16,0 0 6-16,0 0 4 0,23-1 3 15,-4 2-16-15,7-1-2 0,10 0-2 0,1 0-17 0,16-1 5 16,1-1-8-16,0 2-6 0,2-1 2 0,-1-1-7 16,-1 4 0-16,-1-2-3 0,4 0 6 15,-1 0-9-15,-6-2-4 0,-12 2-3 0,0 0 1 16,-2 0-4-16,0 0-13 0,-3 3 12 0,-1-3 3 0,-2 4-5 15,-2-3 0-15,-9 0 4 0,0 1-9 0,1 0 1 16,-7 0-4-16,0-1 6 0,-3 2 0 0,-2-1-6 16,0-1 13-16,-2 1-14 0,0 0 2 0,-6-2 6 15,9 5-9-15,-4-2-1 0,-5-3 4 0,8 4 1 16,-8-4 6-16,5 8 7 0,-2-4 2 0,-1 2 3 16,0 4 2-16,-1-1 3 0,0 2 5 0,1 0-2 15,-2 5-7-15,0-4 4 0,-2 6 5 0,4 0-1 16,-1 1-3-16,1 1-4 0,2 5 6 0,0 1-9 15,1 0 5-15,-1 0-3 0,0-3-7 0,0 4 2 16,1-3-3-16,2 2 2 0,1 3-4 0,-2-3 2 16,1 3-1-16,-1-2-1 0,-1 1-3 0,0-3 0 15,1 1 1-15,-3 0 4 0,3-1 0 0,0 1-3 16,-4-6 0-16,2 6 1 0,-4 1-3 0,1 1 1 16,-2 1-2-16,-1-3 0 0,-2 2 0 0,0-2-9 15,-1-1 10-15,0-6-6 0,1 0 0 0,-3 0 5 16,2 1-5-16,-2 5-1 0,3-7 1 0,-1-3 3 15,1 3-4-15,0-5-2 0,0-1-1 0,0-1 4 16,-1-1-1-16,2-2 0 0,-1 2-3 0,1-3 1 16,2-1-1-16,-2 1 1 0,3-7-1 0,-7 8 5 15,3-3 3-15,-2-2 8 0,-2 1-7 0,-1-1 3 16,-4 0-6-16,-4-2 3 0,-2 1 1 0,-1 1-2 16,-8-5-2-16,-4 5-1 0,-6 0-1 0,0-3 0 15,-17 0 2-15,2-2-1 0,-6 5 0 0,1-2 2 16,0-2-2-16,-6 3-1 0,-2 0 0 0,-26-2 0 15,3 3 0-15,26 1-3 0,-27-5-3 0,27 2 1 0,2 2-4 16,1 0-13-16,1-6-12 0,1 2-20 0,20-2-31 16,0 2-27-16,1 0-26 0,9-3-43 0,-3 1-166 15,4-5-370-15,0 0 165 0</inkml:trace>
  <inkml:trace contextRef="#ctx0" brushRef="#br0" timeOffset="68810.56">26115 8388 3 0,'-13'-1'148'0,"3"1"-9"15,10 0 1-15,-11-1-5 0,11 1-2 0,-13 1-6 0,13-1-4 16,-9-1-3-16,9 1-9 0,0 0-7 16,-11 0-5-16,11 0-11 0,0 0-10 0,-8-3-10 0,8 3-4 15,0 0-7-15,0 0-3 0,0 0-8 16,0 0-8-16,0 0 0 0,0 0-3 0,0 0 0 0,0 0 1 16,0 0 0-16,0 0-1 0,33-2-6 0,-18 1-3 15,6 1 0-15,8-3-2 0,0-1-7 16,3 2 0-16,3-2 0 0,-5 2 0 0,-1-2-13 15,-9 3-20-15,2 0-19 0,-3 0-22 0,-2 2-22 0,-3-1-18 16,-3-1-17-16,3 1-21 0,-5 1-23 0,-1-1-105 16,-8 0-285-16,14 1 127 0</inkml:trace>
  <inkml:trace contextRef="#ctx0" brushRef="#br0" timeOffset="69053.75">26254 8277 17 0,'0'0'154'16,"0"0"-18"-16,-7-4-8 0,7 4-3 0,0 0-9 15,0 0-7-15,0 0-9 0,0 0 14 0,0 0-1 16,-10 9-3-16,7-3-5 0,1 3-4 0,0-2-9 16,-2 3-10-16,-1 1-6 0,4-1-4 0,-3 4-9 15,0 2-3-15,-1 1-6 0,3 2-5 0,-4-1-8 16,4-1 1-16,-1 1-7 0,-2-1-14 0,5-6-18 15,-2 4-31-15,2-2-26 0,0-1-18 0,2-1-27 16,0 2-29-16,1-3-45 0,2 1-88 0,-1-3-283 16,3-1 125-16</inkml:trace>
  <inkml:trace contextRef="#ctx0" brushRef="#br0" timeOffset="69281.69">26643 8344 1581 0,'4'-6'70'0,"1"1"13"16,0 0-31-16,-5 5-11 0,4-9 1 0,-4 9-15 16,5-8-12-16,-5 8 2 0,2-4-2 15,-2 4-3-15,0 0 4 0,8-4 2 0,-3 2-2 16,4 0 3-16,0 0 4 0,10 1-4 0,2-3 4 0,6 2-2 16,3-1 0-16,1 2-7 0,1 1 4 0,-3-2-8 15,2 2-18-15,-4 0-19 0,-6 2-20 16,-2-2-28-16,-2 2-13 0,0-2-25 0,-3 0-22 0,-3 3-14 15,-4-2-107-15,0-1-276 0,-7 0 122 0</inkml:trace>
  <inkml:trace contextRef="#ctx0" brushRef="#br0" timeOffset="69487.07">26904 8233 49 0,'-8'-5'173'0,"8"5"-10"0,-8-4-9 16,8 4-12-16,0 0-11 0,-2-5-9 0,2 5-10 15,0 0-13-15,0 0-11 0,0 0 0 0,0 0-1 16,0 0-6-16,0 0-3 0,-3 17-4 0,6-6-1 16,-3-1-8-16,0 3-6 0,-3-1-2 0,3 3-9 15,3-2-6-15,-3 4 0 0,0 2-5 0,4-4-7 16,-2 5-32-16,3-4-31 0,0 1-44 0,-1-2-39 16,3 1-37-16,-1-1-133 0,-1-4-310 0,4-3 138 15</inkml:trace>
  <inkml:trace contextRef="#ctx0" brushRef="#br0" timeOffset="69694.33">27512 8319 152 0,'0'0'192'15,"7"-3"-21"-15,-7 3-9 0,7-3-14 0,-7 3-5 16,13 0-8-16,-3-2-2 0,1 2-10 0,6-1-12 15,1-2-11-15,1 3-13 0,3-1-9 0,5 4-6 0,-7-2-26 16,0-2-26-16,0 2-36 0,-4 2-41 0,-3-2-40 16,-4 0-41-16,1 0-124 0,-10-1-282 15,8 1 125-15</inkml:trace>
  <inkml:trace contextRef="#ctx0" brushRef="#br0" timeOffset="69895.53">27587 8268 1601 0,'0'0'69'15,"0"-11"26"-15,-2 7-32 0,2 4-23 0,0 0-25 0,0-11 1 16,0 11-9-16,0 0 1 0,0 0-3 0,0 0 13 16,0 0 10-16,0 0 17 0,0 0 6 0,12 16 6 15,-9-4 2-15,1-1-3 0,1-1 5 0,-1 5-4 16,-3 2-5-16,-1 2-6 0,0-2-2 0,2 3-3 16,0-2-5-16,-6 0 1 0,4 8-12 0,-1-9-31 15,1 0-24-15,0 1-38 0,-2-1-40 0,5-5-53 16,-1 1-47-16,0-1-135 0,4-4-369 0,3-2 164 15</inkml:trace>
  <inkml:trace contextRef="#ctx0" brushRef="#br0" timeOffset="70099.59">28170 8320 36 0,'5'-6'212'0,"-5"6"-21"0,6-5-19 15,-6 5-18-15,7-2-5 0,-7 2-4 0,10-1 1 16,0 1-3-16,3 0-13 0,1 0-13 0,8 0-12 16,6 0-8-16,0 0-9 0,2 0-10 0,-1 1-24 15,0 1-31-15,-8-1-32 0,2 2-36 0,-8-1-32 16,-1-1-34-16,-1-1-29 0,-3 3-137 0,-1-2-299 16,-5 1 133-16</inkml:trace>
  <inkml:trace contextRef="#ctx0" brushRef="#br0" timeOffset="70294.35">28401 8229 84 0,'0'0'204'0,"-6"-9"-16"15,4 6 0-15,2 3-18 0,0 0-19 0,-3-7-16 16,3 7-13-16,0 0-12 0,0 0-2 0,0 0-6 0,0 0-2 16,-4 19 3-16,2-6-7 0,0 0-6 0,2 2-9 15,-5 2-10-15,4 2-3 0,-3 4-4 16,4 4-8-16,-4-8-15 0,4 6-20 0,0-7-32 15,0 0-37-15,0 0-41 0,0-3-58 0,4 0-47 0,-3-4-117 16,1-2-337-16,-2-9 150 0</inkml:trace>
  <inkml:trace contextRef="#ctx0" brushRef="#br0" timeOffset="70545.28">28820 8401 82 0,'0'0'238'0,"0"0"-15"0,0 0-15 0,9-1-18 16,-9 1-16-16,6-4-20 0,-6 4-16 0,12-6-14 16,0 3-13-16,-1 1-14 0,6-2-14 0,5 1-8 15,-2 2-7-15,10-5-11 0,-1 6-25 0,-2-2-21 16,-7 1-25-16,-1 1-19 0,1 0-22 0,-8-1-16 15,2-2-24-15,-3 2-10 0,-1-1-16 0,-3 0-14 16,-7 2-105-16,9 1-259 0,-9-1 115 0</inkml:trace>
  <inkml:trace contextRef="#ctx0" brushRef="#br0" timeOffset="70713.61">29081 8286 102 0,'0'0'175'0,"-5"-5"0"0,5 5-1 0,-4-8-4 16,4 8-15-16,0 0-13 0,0 0-18 0,-3-8-10 0,3 8-12 15,0 0-1-15,0 0-6 0,0 0-6 0,-3 28-8 16,1-17-5-16,-1 7-9 0,1 1-5 16,-2-9-6-16,3 7-10 0,-1 0-21 0,1 1-36 0,-1 0-35 15,1-1-56-15,1 3-64 0,-3-3-135 0,1 0-327 16,1-6 145-16</inkml:trace>
  <inkml:trace contextRef="#ctx0" brushRef="#br0" timeOffset="71532.05">27346 7146 104 0,'-4'-17'166'0,"2"5"-2"0,-1 1-5 0,-2-2 12 16,3 7 5-16,0-3-9 0,2 9-17 0,0-9-18 0,0 9-15 15,-3-6-15-15,3 6-10 0,0 0-10 0,0 0-3 16,-1 25 0-16,1 1 1 0,-1 6-1 16,1 3 0-16,-4 13-5 0,0 1-4 0,-1-4-7 15,-1 2-6-15,0-11-5 0,2 12-2 0,-2-5-7 0,5-7-5 16,-3-4-5-16,0 4 0 0,2-4-3 0,0-1-1 16,0-3-4-16,2-1 1 0,1 0-5 15,0-2 0-15,-2-6-19 0,2 2-23 0,-3-5-21 16,3 2-32-16,-2-6-40 0,-3 2-37 0,4-5-34 15,0 3-40-15,-4-7-115 0,4-5-366 0,-4 5 162 0</inkml:trace>
  <inkml:trace contextRef="#ctx0" brushRef="#br0" timeOffset="71995.42">27263 6938 132 0,'0'0'121'0,"0"0"-6"0,0 0 1 16,0 0-2-16,0 0 9 0,0 0-3 0,0 0-3 0,-7 23-5 16,5-14-11-16,-2 3-7 0,-1-2-5 0,3 3-6 15,0 0-5-15,2 0-5 0,0-3-5 0,2 3-10 16,0-3-8-16,3 1 2 0,-1 0-4 0,2-4-6 16,1 3-1-16,5-4-3 0,-1-2-4 0,5-2 0 15,1-2-1-15,4 0-4 0,0-3-4 0,-2-1-2 16,-1-2-1-16,-3 0-3 0,2-4 4 0,-4-1-4 15,-3 1 1-15,1-4-6 0,-3 0 2 0,-4-2-2 16,-3 0-2-16,-2-1-1 0,-3-2-2 0,-2-1 0 16,-5 2-1-16,-5-3-4 0,-3 0 0 0,4 9-1 15,-8-4-3-15,6 6-2 0,-4 5 0 16,3 1-11-16,-2 0-13 0,2 4-24 0,0 2-14 0,-2 4-32 16,4 2-12-16,5-2-35 0,2 4-35 0,1-1-104 15,6 1-305-15,2-10 135 0</inkml:trace>
  <inkml:trace contextRef="#ctx0" brushRef="#br0" timeOffset="72369.72">27885 6728 180 0,'-4'-1'192'0,"4"1"-11"16,-13-5-11-16,13 5-4 0,-21 6-8 0,8 4-9 15,-4 2-4-15,-2 5-10 0,-1 4-10 0,1 1-13 16,3 3-5-16,2 1-10 0,1 0-13 0,3 1-4 16,5-3-7-16,0-1-12 0,3-5-1 0,0-2-6 0,6 0-6 15,-2-5-4-15,3-1 14 0,2 0-4 16,0-1-7-16,3-3 0 0,2 0-7 0,0-5-2 16,-2 0-4-16,9-1-3 0,-6-1 3 0,1-3-9 15,-1 1 1-15,1-5-7 0,1-1-2 0,-3 3-1 16,-1-6 0-16,1 2-3 0,-4-1 0 0,-1 2 0 15,1 0-5-15,-3-1 0 0,-3 4 1 0,0 0-4 16,5 2-2-16,-4 0-2 0,-3 4-2 0,6-4 0 16,-6 4-1-16,0 0-3 0,0 0 8 0,7 11-7 0,-5-4 1 15,2 3-2-15,-1 3 5 0,-1 3-1 0,1 0 2 16,-1 2 0-16,1 2-23 0,-1-1-38 16,1 8-43-16,-2-1-70 0,-1 2-85 0,-1-1-137 15,-4-1-425-15,0-7 188 0</inkml:trace>
  <inkml:trace contextRef="#ctx0" brushRef="#br0" timeOffset="75469.02">25210 9133 5 0,'-12'-4'51'0,"1"4"-6"0,-3-3-6 0,3 1-5 16,-2 0 4-16,-2 0 4 0,-2 0-6 0,0-1-2 16,-2 0 5-16,3 0-3 0,-1 0-2 0,-2 0 3 15,4 3 1-15,2-3 6 0,-2 2-4 0,3-2 4 16,2 2 4-16,-2-1-10 0,2 2 12 0,2-2-11 16,8 2 3-16,-14-1-8 0,14 1-1 0,-13 0-8 15,7-3 4-15,6 3-8 0,-10-1-2 0,10 1-3 16,0 0-3-16,-9-2 6 0,9 2-10 0,0 0 3 15,0 0-3-15,-9-1-8 0,9 1 13 0,0 0-6 16,0 0 9-16,0 0-9 0,0 0 6 0,0 0-1 16,0 0 12-16,0 0-11 0,17 10 11 0,-6-7-6 15,1 1 0-15,-1-3 6 0,8 1 2 0,2 1-3 0,8 0 7 16,4-2 5-16,3-1 0 0,2 2-1 16,12 0 0-16,3-2-8 0,1 3-1 0,3-2 2 15,-1-1-1-15,4 1-6 0,3 2-1 0,0-6-2 0,2 4 1 16,0-1-5-16,0 0-4 0,27 6 2 0,-33-3-1 15,1-1-3-15,-1 3 1 0,1-2-4 16,-3 1 2-16,8 3-2 0,-6-2 3 0,1-2-1 0,-1 4-4 16,3 1 1-16,1 0 2 0,0 0-3 0,2-5-1 15,0 2 2-15,0 1-2 0,2-5-2 0,25 3 3 16,-27-1-1-16,30 1 6 0,-29-6-3 0,26-3-2 16,-27 6-3-16,31-2 4 0,-31 1-4 0,26 2 6 15,-29-4-2-15,28 4-2 0,-25 1 1 0,23-2-3 16,4 2 2-16,-27-2-1 0,27-1 1 0,-26-1 4 15,26 3-5-15,-27-3 1 0,28 0-1 0,-29 1-2 16,25-2-2-16,-23 2 4 0,-1 0 1 0,26-5 1 16,-27 4-1-16,1 0 1 0,1 1-3 0,27-2 3 15,-30 4-3-15,1-2-3 0,-2-2-1 0,1 2 7 16,1 4-5-16,-4-3 5 0,-1 2-6 0,-2-2 4 16,0 2 2-16,-1-1 0 0,-5-2-2 0,3 2 1 15,-15-1-4-15,12-1 2 0,-12 2-7 0,0-2 7 16,0 2-6-16,-1-3 3 0,-1 1-3 0,-1-1 9 15,-3 1-14-15,-1 1-2 0,3-4-1 0,-5 2 4 0,2-1-1 16,-1 1-6-16,1 0 5 0,-3-3 0 16,-1 1 2-16,-5 0-13 0,-1 1-7 0,-1 0-6 15,-2 1-23-15,-1-1-7 0,-4 1-19 0,-3 0-10 16,2-1-15-16,-4-1-100 0,-3 1-227 0,1-1 100 0</inkml:trace>
  <inkml:trace contextRef="#ctx0" brushRef="#br0" timeOffset="76179.39">24792 9148 42 0,'0'0'71'0,"0"0"-10"16,-2-11-7-16,2 11 0 0,0 0-4 0,0-11-2 15,0 11-12-15,-3-9 8 0,3 9 1 0,-2-7-4 16,2 7-5-16,0 0-3 0,-4-7 3 0,4 7 0 16,0 0-8-16,-4-6 3 0,4 6 2 0,0 0-9 15,0 0-8-15,0 0 5 0,0 0 0 0,0 0-8 0,-5-7-3 16,5 7 4-16,0 0-2 0,0 0 0 0,0 0-7 16,0 0-1-16,-6-4 1 0,6 4-4 15,0 0 2-15,0 0 2 0,0 0-2 0,0 0 6 0,-12 0-5 16,12 0 9-16,0 0-10 0,0 0 3 0,-14 2-11 15,14-2 1-15,-8 2-10 0,8-2-13 0,-9 1-5 16,9-1-19-16,-7 2-18 0,7-2-62 0,-8 7-141 16,8-7 63-16</inkml:trace>
  <inkml:trace contextRef="#ctx0" brushRef="#br0" timeOffset="77338.98">25089 9095 50 0,'0'0'90'0,"0"0"-8"15,0 0-10-15,0 0 2 0,-18-7-6 0,18 7-8 16,0 0-4-16,-9-4-3 0,9 4 3 0,0 0-17 15,-14 0-4-15,14 0-11 0,-11 0 8 0,11 0-10 16,-13-1 3-16,4 2-1 0,1 1-14 0,-2-2 8 16,-4 2 8-16,1 0-8 0,-1 1-4 0,-3 0 1 15,-2 0 7-15,0 1-14 0,0-1-8 0,-1 0 10 16,0 0 2-16,2 2-8 0,-1-3 4 0,1-1 15 16,4 2-12-16,0-2-2 0,0 1 2 0,-2 1 6 15,-2-3 0-15,7 2-4 0,-2 0 4 0,-1 0-7 16,1-2 5-16,1 1-1 0,1 2-3 0,-1-3 4 15,-2 0-1-15,2 2 2 0,0-2-7 0,-1 0 4 16,4 0 2-16,-2 0-9 0,11 0 11 0,-16-2 0 16,7 2-11-16,9 0 11 0,-13 2 0 0,7-2 9 0,6 0-8 15,-13 0-6-15,13 0 0 0,-10 0 7 0,10 0-8 16,0 0 3-16,-12 0-4 0,12 0 0 0,0 0 0 16,0 0-3-16,-9 1 3 0,9-1-4 15,0 0 4-15,0 0-1 0,-8 1-5 0,8-1 0 0,0 0 1 16,0 0-5-16,-9 2 5 0,9-2-12 0,0 0 10 15,-8 4 2-15,8-4 1 0,-5 5 0 16,5-5-2-16,-4 4-9 0,4-4 10 0,-4 13-3 0,4-13-1 16,-5 8 5-16,3-2 2 0,-1 1 3 0,0 2 0 15,1-2-3-15,-1 3 6 0,1-2 12 0,-2 1-10 16,2 0 1-16,1 2-2 0,-1-2-3 0,1 2-1 16,-2 0 6-16,2 0-5 0,1 1-2 0,-3 0 7 15,2 5 3-15,-1-1 0 0,0-5 5 0,2 6-8 16,-1-4-6-16,1 2 3 0,0 3 0 0,-2-1-4 15,1-1 0-15,1 4 1 0,0-2 0 0,0 0 1 16,0-2-4-16,-1 3 4 0,1 0-4 0,0-2 0 16,1 2 1-16,0-3-1 0,-1 1 1 0,2 0-4 15,-1-2 1-15,1 3-2 0,0-1 1 0,0-4-4 16,1 3 5-16,-2-1-2 0,2 1 2 0,-1-4-1 16,0 0-1-16,0 4 1 0,1-3-9 0,-1-2 8 15,3 2 2-15,-5-2-1 0,4-2-1 0,-1 2 3 16,-1-3-2-16,0 3-2 0,0-1 0 0,1-1-8 15,-1-1 13-15,1-1-1 0,-2 0-7 0,2-1-3 16,-3-6 2-16,4 11 1 0,-2-5 3 0,1-2-1 16,-1 3 1-16,2-2 2 0,3-1-3 0,-2 1 3 15,5 0 1-15,1-2-7 0,3 2 3 0,4 0 2 16,1-1 0-16,9 1-2 0,2-2 0 0,-2 2-1 16,-1-4 2-16,4 3-3 0,4-4 1 0,0 3 0 15,2-3 5-15,1 0-2 0,16 3-6 0,-2-1 4 0,-3-4-1 16,5 2 0-16,-2 0-3 0,4 2 6 15,-2-5-4-15,6 1 1 0,1 5 1 0,4-3 3 16,0 2 3-16,1-4-5 0,-1 5-2 0,0 2 1 0,27-3 0 16,-31 2-2-16,2-4-1 0,-2 3-4 15,3 0 6-15,1 1-2 0,0-1 3 0,27 2-5 16,-29-2 6-16,32-2 0 0,-30-1 1 0,33 3 3 16,-3-4-4-16,-2 2 3 0,-1 2-1 0,-25-3 2 0,27 1-1 15,5-2 2-15,-7 2-1 0,0-2-1 0,2 2-3 16,1-2 5-16,-3 3 0 0,2 0-2 0,-2 1 0 15,3-3 0-15,-6 1 3 0,1-1-2 0,2 3-1 16,1-2 4-16,0 1-4 0,2-1 0 0,-3-1 2 16,1-1 0-16,-2 2-1 0,0-3 1 0,2 0 0 15,-3-3-2-15,0 0 3 0,5 4-3 0,-30-1-5 16,28-2 0-16,-2 1 2 0,-28 1 4 0,2 0-8 16,27-3 4-16,-3-2 2 0,-25 4-7 0,2 1 5 15,23-4 0-15,-26 3 4 0,1 0-5 0,-4 0 2 16,0 0-1-16,-5 0-1 0,-3 5 1 0,-15-4-4 15,3 2 5-15,-4 0-3 0,-7-1-4 0,-2 2-6 16,-6 2-13-16,-4-4-12 0,-2-1-11 0,-3 1-15 16,-3 1-10-16,-9 0-13 0,6-1-8 0,-6 1-19 15,0 0-3-15,0 0-4 0,0 0-22 0,0 0-120 16,-15-19-280-16,7 11 124 0</inkml:trace>
  <inkml:trace contextRef="#ctx0" brushRef="#br0" timeOffset="78135.87">30332 9233 43 0,'0'0'89'0,"0"0"-9"0,0 0-3 0,0 0-5 15,0 0-3-15,0 0 6 0,36 2-15 0,-14-1-2 16,7-1-9-16,2 3-1 0,1 0-9 0,2-1 3 16,0 3-6-16,-2-2-6 0,-3 0 4 15,0 0-12-15,-2 0 4 0,-8 0 1 0,2 0-4 0,-3-1 3 16,-6 0-10-16,1 0 2 0,0 0 0 0,-4-2-5 16,-3 3 1-16,3-3-3 0,-9 0 8 0,9 0 1 15,-9 0-7-15,8 3 6 0,-8-3-5 16,0 0 2-16,8 0-2 0,-8 0-8 0,0 0 3 0,0 0 0 15,0 0-2-15,6 4 2 0,-6-4-1 0,0 0 3 16,0 0 17-16,1 8 10 0,-1-8 5 0,-1 11 4 16,1-11-5-16,-6 15-1 0,3-5 2 0,1 0 2 15,-2 1-5-15,1 0 2 0,1 2-6 0,-1 3-2 16,0-1-3-16,2 0 6 0,0 1-2 0,-2 2-4 16,2 0 2-16,0 1 0 0,-3 0-6 0,3 2 5 15,1-2-6-15,-2 5 3 0,1-5 5 0,1 6-8 16,0-6-6-16,-1 5 5 0,1-4-8 0,1-2-2 15,0 1 1-15,-1-1 1 0,2 1-6 0,-2 0 2 16,1 1 0-16,-1-4-4 0,0 0 1 0,0 0-1 16,-3 0-2-16,3-3 0 0,-1-1-1 0,0 4-1 15,1-1-2-15,-3-3 3 0,2 1 1 0,0-2-4 16,-1 0 5-16,0 2-2 0,-2 1-2 0,1-1 1 16,1-1-1-16,1 1-1 0,-2 0 0 0,2-1 1 15,-4 1-2-15,2 1 2 0,2-1-2 0,-3-1-1 16,1-1 2-16,1 1 2 0,-3-1-4 0,2-1 3 15,1-2-3-15,-2 0 5 0,-2 0 7 0,2-2-10 16,-1-1 1-16,-1 0-2 0,-1-1 2 0,-3-1-3 16,-3 0 2-16,-1-3-2 0,-6 0-2 0,0 0 4 15,-12-3 0-15,-4 1 6 0,-2-2-10 0,-16-4 5 16,-1 3-5-16,1-3-4 0,-7-4-9 0,4 6-3 16,-2-4-17-16,4 2-8 0,1-1-18 0,3-2-23 15,14 6-26-15,1 0-27 0,3-4-37 0,1 3-128 16,0 3-324-16,4-2 143 0</inkml:trace>
  <inkml:trace contextRef="#ctx0" brushRef="#br0" timeOffset="81347.38">23797 9229 15 0,'0'0'27'0,"0"0"-5"15,0 0-1-15,0 0 3 0,-10-2-7 0,10 2-8 16,0 0 5-16,-9-1-5 0,9 1-6 0,0 0 11 15,-11 0-7-15,11 0 0 0,0 0 4 0,-15 1-3 16,15-1-5-16,-11 0 2 0,4 1-2 0,-2 0 0 16,0 1 1-16,9-2 0 0,-19 4-1 0,9-2-1 15,0-2-2-15,0 2-1 0,-1-2 14 0,4 2-10 16,7-2 4-16,-16 0 6 0,16 0 0 0,-11 0 1 16,11 0 5-16,-12 0-4 0,12 0 3 0,-10 1-4 15,10-1 6-15,-10-1 0 0,10 1 2 0,-10-2 1 16,10 2-4-16,-12-2 8 0,12 2 1 0,-9 0 4 15,9 0-1-15,-6-4-6 0,6 4-5 0,-9-2 3 16,9 2-1-16,0 0 10 0,-6-5-4 0,6 5 1 16,0 0 5-16,-7-4-5 0,7 4 9 0,0 0 1 15,0 0-6-15,-6-3 11 0,6 3-5 0,0 0-10 0,0 0 9 16,0 0-2-16,0 0-6 0,0 0 5 16,0 0-6-16,0 0-3 0,0 0-4 0,0 0-2 0,0 0-2 15,13-13 2-15,-7 10-9 0,-6 3 3 0,19-3 0 16,-6 2-6-16,0-2-4 0,-2 1 4 0,4 0-4 15,-2 1 4-15,6 1-3 0,-6-1 3 16,5 0-5-16,1-2 3 0,0 1-3 0,2 2 8 0,-3-2-6 16,2 1 4-16,1-1-11 0,-2 0 5 0,3 3-3 15,0-2 5-15,-2-1 2 0,3 2-6 0,-4-1-1 16,0 1 3-16,0-1 2 0,0 0 3 0,-2-2-3 16,3 3-1-16,-3-1-1 0,1 1-2 0,-5-1-3 15,5 1-2-15,-2-2 4 0,3 2 5 0,-6-2 0 16,4-1-1-16,-4 1-7 0,1 2 4 0,-3 0-1 15,3-2 6-15,-4 2-3 0,1-1-2 0,-1 1 1 16,-10 0-5-16,14-1 6 0,-8 0 0 0,-6 1-4 16,13 0 9-16,-13 0-6 0,9-3 1 0,-9 3 2 15,0 0 0-15,8-1-2 0,-8 1 1 0,0 0-5 16,0 0 1-16,10-1 1 0,-10 1 3 0,0 0-1 0,0 0-4 16,0 0 1-16,0 0 2 0,0 0 5 15,0 0-3-15,10 2-5 0,-10-2 3 0,7 1 0 0,-7-1 1 16,12 2-2-16,-5-1 0 0,-7-1 0 0,11 1-3 15,-4 0 1-15,-7-1 0 0,12 4 2 0,-12-4-1 16,11 1-3-16,-11-1 2 0,6 2-3 0,-6-2 4 16,9 0-3-16,-9 0 5 0,5 2-2 0,-5-2-2 15,0 0 2-15,0 0-4 0,0 0 2 0,0 0 2 16,8 2-5-16,-8-2 10 0,0 0-6 16,0 0 5-16,0 0-4 0,0 0 1 0,2 6 1 0,-2-6-4 15,0 0-2-15,0 0 4 0,0 0 1 0,0 0 1 16,0 0-7-16,-1 12 10 0,1-12-2 0,0 0 5 15,-1 8-4-15,1-8 4 0,0 0-5 0,-2 13-1 16,2-13 4-16,0 0-3 0,0 11 1 0,0-11 0 16,0 6-3-16,0-6 5 0,0 0-5 0,0 10 2 15,0-10-1-15,0 0 1 0,0 0 1 0,0 9-7 16,0-9 8-16,0 0-1 0,6 5 1 0,-6-5 3 16,0 0-2-16,3 7-1 0,-3-7-7 0,0 0 8 15,0 0-6-15,0 0 0 0,0 0-1 0,0 0 2 16,0 0 4-16,2 7-1 0,-2-7-5 0,0 0-2 0,0 0 6 15,0 0-5-15,0 0-2 0,0 0 5 16,2 6 1-16,-2-6 4 0,0 0-6 0,0 10 7 16,0-10-6-16,3 10 4 0,-2-4 4 0,-1-6-3 15,-1 14 3-15,1-3 5 0,0 2 2 0,-4-2 3 0,4 6-1 16,-3-2 2-16,1 2-2 0,1-1-4 0,-1 3 7 16,1-2-2-16,1 3-1 0,-1-1-1 0,2 0-3 15,-2 2 6-15,-1-4-1 0,2 2-4 0,0 1 7 16,0-1-3-16,0 0 3 0,2-2-4 0,-4 0 2 15,1 1-4-15,2-2 0 0,-1 1 0 0,2-1-8 16,-1-1 5-16,-1-2-3 0,1 0 4 0,-1-2-5 16,2 2 2-16,-2-1-1 0,1 1-1 0,2-2 0 15,-2 2-3-15,1-2 2 0,1 2 1 0,-3-1 1 16,1 3-1-16,-1-3 1 0,3-1-3 0,-2 0 2 16,-1-1 0-16,0 1-9 0,0-1 7 0,0 0 1 15,0-5-2-15,0-5 4 0,0 14-3 0,0-7-1 16,0 0 8-16,0-7 0 0,-5 15 0 0,2-8-5 15,2-1 0-15,-1 0 0 0,-2-1 1 0,4-5-1 16,-4 13-2-16,1-9 5 0,3-4-3 0,-6 10-9 16,4-5 4-16,2-5 0 0,-3 8 0 0,0-3 5 15,3-5-5-15,-3 11 2 0,1-6-1 0,2-5 0 16,0 11 0-16,0-11-1 0,-2 9-1 0,2-9 1 16,-2 12 0-16,1-7-3 0,1-5 0 0,0 9 0 15,0-9 7-15,0 0-4 0,-1 8-2 0,1-8-3 0,0 0 3 16,0 0 3-16,-2 8 0 0,2-8 2 15,0 0 4-15,0 0 6 0,0 0-2 0,0 0-1 16,0 0 0-16,-5 6 0 0,5-6-4 0,0 0-1 16,-11-3-7-16,11 3-6 0,-12-5-12 0,12 5-20 0,-15-5-29 15,5 0-20-15,1 2-37 0,1-3-23 16,-1 0-30-16,-2 0-157 0,-4-5-360 0,0 2 160 16</inkml:trace>
  <inkml:trace contextRef="#ctx0" brushRef="#br0" timeOffset="82101.62">23522 9222 41 0,'-9'0'94'0,"2"1"-11"0,7-1-11 0,-13 3 1 16,6-1-15-16,0 1-6 0,7-3 1 0,-11 4-8 16,11-4-10-16,-7 4 6 0,7-4-5 0,-8 3-4 15,4 1-2-15,4-4-4 0,-6 8 2 0,6-8-1 16,-5 9 3-16,2-3-9 0,-1 2 13 0,2 1-5 16,-2 2 8-16,1-1 1 0,-4 6-3 0,3 1 6 15,0 7 6-15,2-5 0 0,-2 7-8 0,0-2 9 16,0 1-8-16,-1 1 0 0,3-6-3 0,-1 4 1 15,2 0 2-15,1-5-1 0,0 0 2 0,-2 1-1 16,2-1 1-16,0 1 3 0,-1 3-4 0,1-4-7 16,-1 0 1-16,1 0 2 0,0 1 1 0,-2-2-8 15,2 0 1-15,0 3 3 0,0-5-10 0,0 2 5 0,0 0-4 16,0 1 0-16,2-2-5 0,-2 2 1 16,0-1 4-16,0 0-7 0,0-3 2 0,0 2-2 0,1-2-5 15,-2-2 1-15,1-3 4 0,-2 0-3 16,1 2-2-16,1-5-1 0,-1 0 2 0,1-7 0 0,-1 10-5 15,1-10 1-15,-2 8 0 0,2-8-1 0,0 0-3 16,-1 11 3-16,1-11 1 0,0 0-4 16,0 8 0-16,0-8 0 0,0 0-1 0,0 0 2 15,3 7 0-15,-3-7-2 0,3 4 3 0,-3-4-7 0,12 4 8 16,-4-1-2-16,2 0 2 0,1-2-4 0,2 2 3 16,5-2 2-16,2 0-4 0,2-1-2 0,10 1-1 15,1-3 5-15,3-1-2 0,18 2-1 16,-2-2 1-16,2 0-2 0,1 2 0 0,0-3-1 0,0 4 2 15,-1-3-4-15,-14 3 2 0,-3 0-1 0,3-3 1 16,-3 5-2-16,1-2-3 0,-2 0-1 0,-1 0-11 16,-6 0-5-16,-1 0-11 0,-9 0-9 0,2 0-10 15,-7-2-13-15,0 2-17 0,-4 0 1 0,2 0-19 16,-6-1-26-16,-6 1-35 0,10-2-122 0,-10 2-305 16,5-8 134-16</inkml:trace>
  <inkml:trace contextRef="#ctx0" brushRef="#br0" timeOffset="83433.58">24460 10061 4 0,'0'0'55'0,"-2"-10"-6"0,2 10-6 0,-5-5-3 16,5 5-5-16,0 0 0 0,-6-9-4 0,3 5-5 15,3 4-4-15,-8-4-6 0,8 4 0 0,-6-3 1 16,6 3 0-16,-6-6 2 0,6 6 3 0,0 0-13 16,-9-5 17-16,9 5-8 0,-3-5-1 0,3 5 9 15,0 0-3-15,0 0 12 0,-10-3-12 0,10 3 6 16,0 0-4-16,-6-4 3 0,6 4 0 0,0 0 6 16,0 0 3-16,-7-3-3 0,7 3-3 0,0 0 6 15,0 0 0-15,0 0 1 0,0 0-5 0,-9-1-3 16,9 1-8-16,0 0 3 0,0 0-11 0,0 0 9 15,0 0-11-15,0 0-5 0,0 0 7 0,0 0 10 16,-9 5-8-16,9-5 11 0,-3 10 7 0,1-2 9 16,-1-1 0-16,1 3-3 0,-2 2-5 0,1 1-1 15,2-2 4-15,-2 5-3 0,1 0-4 0,2 0 0 16,-2 1 2-16,-1-2-2 0,3 1-4 0,-2-5 0 16,0 3 6-16,2 0-5 0,0-2 2 0,-1 3 5 15,-1-1 5-15,2 0-6 0,0-1-6 0,0 3 3 16,0-3 0-16,0-1 2 0,0 1-3 0,0 0-3 15,0-2 2-15,0 0-11 0,0 1 5 0,0 0-2 16,2 0 1-16,-2 0-3 0,0 2 2 0,0 3 1 16,0-4 1-16,1 0-3 0,-2 2-1 0,1 1 1 0,0-1-5 15,-2-3 2-15,4 0-4 0,-4 0-4 16,2 5 2-16,-2-2 3 0,2 0-2 0,-2-3 3 16,1 1-6-16,-1 2 0 0,-1 2-1 0,0-2 5 15,3 4-3-15,-2-1 2 0,-1 1 1 0,1 1-1 0,-1-4 0 16,2 1-1-16,0-2-1 0,-1 1 1 0,1-5 1 15,1 1-4-15,0 1-2 0,0 0 1 0,0-3 0 16,-1 1-2-16,2 0 0 0,0 0 0 0,1-1-1 16,-1 1-5-16,-1-2 6 0,4 2-3 0,-3-2 3 15,-1 0 1-15,1-2-3 0,-1-7 1 0,0 13 0 16,2-7-2-16,-2-6-1 0,1 11 0 0,-1-11 2 16,0 7 2-16,0-7-3 0,2 7-2 0,-2-7 1 15,0 0-1-15,0 8 3 0,0-8 1 0,0 0-1 16,0 0-5-16,2 7 7 0,-2-7-2 0,0 0 5 15,0 0 0-15,0 0 9 0,0 0 3 0,0 0 1 16,0 0-3-16,0 0-2 0,-8 5-1 0,8-5-3 16,-13-2 4-16,3 2-6 0,1 0-2 0,-5-1 0 15,1 1-2-15,-6 0 0 0,-1-3-2 0,-2 2 1 16,-7 1-2-16,-3 0 3 0,-3-2-3 0,-2 1 2 16,3-1-3-16,-6 2 4 0,1-2-4 0,-12 1-2 15,-1-1 6-15,15 2-5 0,1-1-4 0,3-2-2 16,0 3-11-16,-1-3-11 0,2 1-10 0,2-2-22 15,8 3-18-15,1-2-19 0,0 2-31 0,1-3-7 16,0 2-18-16,4-2-18 0,1 3-24 0,-1-2-113 16,2 0-331-16,3-1 147 0</inkml:trace>
  <inkml:trace contextRef="#ctx0" brushRef="#br0" timeOffset="83982.01">23474 10444 78 0,'0'0'145'0,"0"0"-8"0,10 18 3 15,-8-5 4-15,0 2-14 0,0 2-1 0,-3 0-7 16,0 9-6-16,1-1-11 0,-2-6-1 0,0 6-6 16,-2-5-13-16,2 0-8 0,-1-4-4 0,2 0-11 15,-1-6-1-15,1 0-9 0,0-2-7 0,1-1 5 16,0-7 0-16,-2 13 13 0,2-13 3 0,-1 7 9 15,1-7 1-15,0 0-8 0,0 0-6 0,0 0-7 16,0 0-3-16,0 0-4 0,0 0-6 0,-6-26-7 16,6 15-8-16,2-2 3 0,1-2-9 0,-2-2-2 0,3-1-4 15,-1 1-5-15,2-2-4 0,2 0-1 0,1 3-4 16,0-1 0-16,2 0-3 0,3 4 1 16,-2-1-2-16,-1 5 2 0,-1 1-1 0,0 1-2 15,3 2 2-15,-3 0-3 0,-2 3-1 0,1 2 0 0,-8 0-1 16,19 3 3-16,-10 2 1 0,1 1 0 0,1-1 0 15,-4 5 0-15,2 0-2 0,3 3 2 0,-5 2 3 16,2-1-4-16,0 1 5 0,0 1 0 16,-2-1 2-16,-5-5 1 0,2 2-3 0,4 6 1 0,-3-4-2 15,-1-1 2-15,-2-1-16 0,3 4-40 0,-1-5-37 16,-1-1-39-16,3-1-43 0,-3 0-51 0,-3-9-117 16,6 12-368-16,-6-12 163 0</inkml:trace>
  <inkml:trace contextRef="#ctx0" brushRef="#br0" timeOffset="84279.45">23977 10539 42 0,'0'0'182'0,"0"0"-3"0,0 0-14 0,0 0-6 16,0 0-1-16,-9-11-7 0,9 11-5 0,0 0-11 15,0 0-11-15,-5-5-13 0,5 5-5 0,0 0-10 16,0 0-3-16,0 0-8 0,0 0-1 0,0 0-8 16,0 0-4-16,-6-4-8 0,6 4-6 0,0 0-9 15,0 0-3-15,0 0-4 0,0 0-6 0,0 0-1 16,0 0-3-16,15-5-4 0,-6 5 0 0,1-1-5 16,0 1 1-16,3-2-4 0,-1 1-4 0,2 1-12 15,0-1-21-15,-3 1-6 0,3-2-27 0,-1 2-27 16,0 0-33-16,-2 0-23 0,1 0-30 0,-3 0-30 15,-9 0-125-15,13 0-343 0,-13 0 152 0</inkml:trace>
  <inkml:trace contextRef="#ctx0" brushRef="#br0" timeOffset="84485.96">24081 10397 109 0,'0'0'221'0,"0"0"-17"0,-3-8-18 0,3 8-17 15,0 0-17-15,0 0-10 0,0 0-2 0,0 0-3 0,0 0-1 16,-9 19-9-16,5-8-12 0,1 0-3 16,0 6-14-16,0 0-12 0,0 2-7 0,-1 1-10 15,1 3-3-15,2-3-11 0,-2 1 0 0,1 3-30 16,2-5-28-16,1 7-39 0,3-2-38 0,0-6-55 0,2 0-69 16,-1-3-133-16,4 1-365 0,-1-4 163 15</inkml:trace>
  <inkml:trace contextRef="#ctx0" brushRef="#br0" timeOffset="87519.18">30795 9321 8 0,'0'0'33'16,"-1"-8"2"-16,1 8 3 0,0 0 0 0,0 0 0 16,-2-8 0-16,2 8-4 0,0 0 3 0,0 0 5 15,0 0-10-15,0 0-6 0,-2-8 0 0,2 8 0 16,0 0-4-16,0 0 0 0,0 0 9 0,0 0-7 16,0-10-7-16,0 10-2 0,0 0 7 0,0 0-5 15,0 0-2-15,0 0 2 0,0 0-4 0,0-10 0 16,0 10 9-16,0 0 3 0,0 0-7 0,0 0 7 0,0 0-10 15,0 0 11-15,0-10-8 0,0 10-2 16,0 0-4-16,0 0 0 0,0 0 1 0,-1-9 7 16,1 9-6-16,0 0 4 0,0 0-5 0,0 0 1 15,-3-8 1-15,3 8 3 0,0 0 2 0,0 0-9 16,0 0-4-16,0 0 7 0,0 0-6 0,8-6 1 16,-8 6-5-16,9-3 4 0,-3 1-6 0,-6 2 5 15,19-2 2-15,-6 2-1 0,1-1-7 0,3 0 12 16,3 1-4-16,0-2-9 0,1 2 0 0,9-2 2 15,-4-1 3-15,2 2 2 0,2 1-7 0,0 0 9 0,-1-1 2 16,4-2-5-16,-4 2-3 0,-2 1 4 16,2 0-12-16,-8-2 9 0,6 4-8 0,-8-2 2 15,1-2 6-15,-2 2 2 0,0-1 0 0,-1-1-3 16,1 3-3-16,-6-1 2 0,1 0-1 0,-1-1-2 0,-1-1 7 16,-1 4-2-16,-10-2-1 0,15-3 6 0,-5 4-2 15,-10-1-7-15,10 0 4 0,-10 0 4 16,11 2-3-16,-11-2-5 0,13 0 0 0,-13 0 5 15,10 1-3-15,-10-1-4 0,13 1 4 0,-13-1 6 0,10 1 2 16,-10-1-4-16,12 0 3 0,-7 2 1 0,-5-2-3 16,14 0 4-16,-9 1-9 0,-5-1 7 0,9 2 3 15,-9-2-6-15,0 0 0 0,13-2 2 0,-13 2-7 16,0 0 5-16,0 0 0 0,10 0 1 0,-10 0 1 16,0 0 0-16,0 0 0 0,0 0 6 0,10 2 0 15,-10-2-6-15,0 0 2 0,0 0-1 0,0 0-8 16,0 0 5-16,0 0 1 0,9 0 0 0,-9 0-1 15,0 0 4-15,0 0-4 0,0 0-3 0,0 0-4 16,0 0 3-16,0 0 0 0,0 0 4 0,0 0-1 16,0 0-5-16,7 3 3 0,-7-3-3 0,0 0 3 15,5 9 8-15,-5-9 9 0,2 8-4 0,0-1 2 16,-1-1 10-16,2 3-6 0,-1 2 3 0,-1-1-2 16,-1-1 5-16,3 4-4 0,-3-4 3 0,0 3-1 15,0-1 1-15,1 2-2 0,-2 3 2 0,-2 0-1 16,2 0 6-16,-1 3-9 0,0 0-2 0,0 1-3 15,-1 4 0-15,2-5-8 0,-3 2 2 0,1-4 4 16,2 2-3-16,-2-2 0 0,1 2-4 0,-2 0 5 16,0 0 1-16,-1 0 3 0,3-1-1 0,-1 0 2 15,1 2-5-15,-2-1-1 0,1-2 5 0,-1 2-6 0,-1 0 2 16,3-3 1-16,-1 2-3 0,2 0-2 16,-3-7 0-16,0 5-4 0,4-5 5 0,0 2-7 15,-1 3 4-15,1-1-3 0,-1 0-2 0,-1-3 6 16,0-2-2-16,0 2 0 0,2-5-5 0,0 1 3 0,-1 0 0 15,1-8 1-15,-1 13 1 0,1-13 3 0,-1 12-5 16,-1-7 0-16,2-5-1 0,-2 12 0 16,2-12-1-16,-3 10 3 0,3-10 1 0,-1 8 0 15,1-8-4-15,-1 8 3 0,1-8-3 0,-4 9 0 16,4-9 1-16,-1 7-3 0,-3-2 3 0,4-5 3 0,-4 8-7 16,4-8 8-16,-3 7-3 0,3-7-2 15,-4 9-1-15,4-9-6 0,-3 7 5 0,0-2-1 16,3-5 2-16,-5 8-2 0,5-8 3 0,-5 8 4 15,1-4-4-15,4-4-1 0,-5 7 0 0,1-3 4 0,4-4-4 16,-8 8-1-16,3-4 5 0,0-1-3 0,5-3 1 16,-14 4 1-16,4-1-1 0,-2-2-2 0,0 1 0 15,-1 0 2-15,-1 0-1 0,-1-2 0 16,-2-2-3-16,-2 2 2 0,-3-2-1 0,1 2-1 0,-8 0-2 16,1 0 4-16,-3 0-2 0,1 0 3 0,0-2-3 15,-2 1 2-15,2 1 2 0,-4 0-6 0,2-1-2 16,-1 2 4-16,3 0 0 0,-5 1 0 0,-1-4-2 15,4 4 3-15,-1-2 0 0,-1 4 4 16,2-8-5-16,1 4 3 0,2-2-2 0,1-2-2 0,-2 3 6 16,10 0-7-16,-3-1 4 0,1-1 4 0,1 0-6 15,1-1 2-15,1 0-4 0,1 1 2 0,0-1 0 16,5 3 1-16,1-2-2 0,-1 2-1 0,1-2-2 16,2 2-11-16,2-1-8 0,2 0-18 0,-3 0-19 15,9 2-22-15,-11-3-26 0,11 3-19 0,-11 0-30 16,11 0-17-16,0 0-117 0,-12 3-316 0,12-3 140 15</inkml:trace>
  <inkml:trace contextRef="#ctx0" brushRef="#br0" timeOffset="88397.59">30717 10014 17 0,'5'-4'60'0,"-5"4"-12"0,0 0 0 0,6-5-5 0,-6 5-10 16,0 0 1-16,0 0-2 0,0 0 3 15,0 0-2-15,0 0 8 0,0 0-4 0,0 0-1 0,0 0 4 16,0 0-1-16,0 0 2 0,0 0-8 0,0 0 2 15,0 0-1-15,0 0-7 0,0 0 1 0,0 0-3 16,0 0-3-16,0 0-4 0,0 0 6 0,0 0 3 16,0 0 3-16,0 0 8 0,-15 17-3 15,11-10-1-15,1 5 22 0,-3 3-8 0,4 2 2 0,-1 0 1 16,-1 2-7-16,-1 5 3 0,3 2 11 0,-2 0 5 16,0 2-7-16,0-2-2 0,0 3-1 15,1-1-2-15,0-1 5 0,2 0-2 0,-3 0-5 16,3-1 6-16,-2-3-11 0,2-3-2 0,0-2 6 15,1 1-5-15,-2 2 3 0,2-3-5 0,0 2-2 0,0-3-4 16,2 1-1-16,0-1-7 0,0-1 2 0,0-2-9 16,-1 1 4-16,4 2-4 0,-3 0-2 0,1-1 1 15,-1-1 1-15,-1-2 2 0,2-2-2 16,-2 0-6-16,0 0 0 0,0 1 1 0,1-1-2 0,-1-1-1 16,0 1-1-16,-2 0 0 0,2-2 1 0,1 0-3 15,-1-2 3-15,-1-7-6 0,-1 12-1 0,2-5 2 16,-1-7 2-16,-1 13-4 0,1-13 2 0,1 10-1 15,-4-4 1-15,3-6-3 0,0 12 2 16,0-12 1-16,0 11-2 0,0-11-3 0,-1 12 0 0,2-6 2 16,-1-6-5-16,2 12 5 0,-2-4-2 0,0-8 2 15,1 10-1-15,-1-10 0 0,1 6 0 0,-1-6-4 16,3 7 3-16,2-4 2 0,-5-3-1 0,6 8 3 16,-1-4-1-16,2 0 1 0,4 0 1 0,1 0-4 15,3 1 4-15,4 0 1 0,4-3-4 0,5 1-1 16,3-2 4-16,-2-1-3 0,4 0 3 0,-1-1-3 15,2 0-1-15,0-1-1 0,1 1 3 0,-2-3-4 16,0 0 4-16,1 2-7 0,-1-2 4 0,-3 1-1 16,0-1-1-16,-9 2 2 0,1 0 0 0,-4 0-5 15,0 0 4-15,-6 0 1 0,1 2-4 0,-1 0 8 16,1-1-5-16,-6 0-2 0,-7 1 1 0,12-2-1 16,-12 2-8-16,9-1-12 0,-9 1-14 0,0 0-10 15,10-2-21-15,-10 2-16 0,0 0-17 0,0 0-27 16,0 0-38-16,9-7-30 0,-8 3-131 0,-1 4-352 15,0 0 156-15</inkml:trace>
  <inkml:trace contextRef="#ctx0" brushRef="#br0" timeOffset="88848.04">31016 10472 94 0,'-1'-9'158'0,"1"9"-19"0,0 0-11 0,0 0-14 15,0 0-7-15,0 0 6 0,0 0-3 0,0 0-5 16,0 0-5-16,9 31-1 0,-7-18-11 0,3 3-7 16,-2 1-5-16,1-2-9 0,-3 2-6 0,3-1 1 15,-3-3-5-15,0-2-8 0,1 0 2 0,-2-3-4 16,0-2 0-16,1 2-3 0,-1-8 4 0,1 10 9 15,-1-10 6-15,0 0 7 0,0 10 8 0,0-10 2 16,0 0-4-16,0 0-17 0,0 0-3 0,0 0-5 16,0 0-3-16,0 0-7 0,-1-28-2 0,1 18-8 15,3-2-2-15,2-3-1 0,2 0-6 0,1-2-4 16,1 1 0-16,2-3-5 0,2 5 0 0,0 0 0 16,1 1-5-16,-1 2 0 0,-2 5-2 0,3-2 7 15,-3 2-12-15,-2 0 4 0,1 3-5 0,-1 2-3 16,2 4 3-16,0 1-2 0,-6-1 1 0,2 4-1 15,1 2-1-15,-2 0 1 0,-1 2 0 0,-1-1 0 16,-1 1 3-16,0 4-2 0,-1-1-1 0,2-1 2 16,-3 3 1-16,-2-4-3 0,1 4 2 0,-3-5-23 15,1 6-17-15,1 0-40 0,-2-6-18 0,2 1-54 16,-1-1-46-16,2 0-199 0,-4-1-429 0,4-10 190 16</inkml:trace>
  <inkml:trace contextRef="#ctx0" brushRef="#br0" timeOffset="89144.4">31548 10569 82 0,'0'0'177'0,"0"0"-10"0,1-9-12 0,-1 9-10 15,0 0-7-15,0 0-3 0,-10-8-2 0,10 8-12 16,-11-2-9-16,11 2-6 0,-11-3-15 0,11 3 0 15,-13-2 2-15,13 2-7 0,-9-2-6 0,9 2-2 16,-7-2-6-16,7 2-7 0,0 0-4 0,-9-1-6 16,9 1-4-16,0 0-9 0,0 0-3 0,0 0 0 15,0 0-7-15,0 0-6 0,0 0-1 0,32-7-2 16,-15 6-3-16,5-1-2 0,0 1-1 0,9 0-6 16,-10-1-17-16,7 2-15 0,-8 0-21 0,-2 0-30 15,1 2-18-15,-1 0-28 0,-4-2-16 0,-3 2-27 16,1-1-25-16,-3 1-107 0,-4-1-318 0,-5-1 142 15</inkml:trace>
  <inkml:trace contextRef="#ctx0" brushRef="#br0" timeOffset="89347.28">31672 10394 31 0,'-4'-8'198'0,"4"8"-13"0,0 0-18 16,-5-5-19-16,5 5-14 0,0 0 5 0,0 0-10 15,0 0-1-15,-3 18-3 0,2-8-7 0,2 6-10 16,-2-1-9-16,-2 3 0 0,1 1-15 0,-1 1-8 16,2 5-6-16,-3-1-7 0,-1 2-5 0,3-7-27 15,0 8-24-15,-2-2-36 0,3-1-43 0,-1-6-52 16,0 1-55-16,-2-2-121 0,3-5-323 0,-2 1 144 16</inkml:trace>
  <inkml:trace contextRef="#ctx0" brushRef="#br0" timeOffset="92214.39">29329 10890 32 0,'-4'-9'73'0,"4"9"-6"0,0 0-9 0,0 0 0 0,0 0-3 16,0 0-18-16,0 0-18 0,0 0-1 0,0 0-26 15,-4-6-15-15,4 6-14 0,0 0-22 0,0 0-63 16,0 0 29-16</inkml:trace>
  <inkml:trace contextRef="#ctx0" brushRef="#br0" timeOffset="93569.55">25071 12093 4 0,'-2'-7'167'0,"2"7"-1"0,0 0-19 0,0 0-5 16,0 0-18-16,0 0-8 0,0 0-17 0,0 0-8 0,0 0-5 16,0 0 5-16,0 0-8 0,0 0-2 0,-10 21 1 15,7-13-5-15,-2 4-6 0,2 1-6 0,-1 3 2 16,2 3-5-16,-1 0-2 0,-1-2-4 16,0 2-7-16,1 1-2 0,1-4-5 0,-3 3-4 0,5-3-4 15,-2 1-2-15,1 0-1 0,1 0-6 0,0-1 0 16,0-5-4-16,0 1-4 0,1 1-1 0,-1-3 3 15,0 0-3-15,-1 1-5 0,1 0-16 0,0-3-12 16,0 1-27-16,-2 0-15 0,2-9-20 0,-1 12-38 16,-2-5-40-16,3-7-15 0,-2 12-113 0,-1-7-309 15,3-5 136-15</inkml:trace>
  <inkml:trace contextRef="#ctx0" brushRef="#br0" timeOffset="93817.63">25095 12207 1 0,'5'-4'136'15,"2"1"-12"-15,-1 1-3 0,-6 2 10 0,14 0-6 16,-9 3-2-16,3 1-3 0,-4 4-12 0,4-1-3 16,-3 3-4-16,-1 0-4 0,-3 3 0 0,0 0-11 15,-3 4-2-15,-2-2-9 0,-3 1-4 0,0 0-3 16,-1 0-3-16,-2-3-8 0,-2 0-4 0,3 0-3 15,0-4-9-15,1-2-2 0,-1 2-3 0,1-4-2 16,0 3-21-16,2-5-23 0,-2 1-33 0,2-2-33 16,6-2-33-16,-7 5-41 0,7-5-146 0,0 0-320 0,0 0 142 15</inkml:trace>
  <inkml:trace contextRef="#ctx0" brushRef="#br0" timeOffset="93979.27">25295 12330 47 0,'12'-3'137'0,"-6"2"-12"0,-6 1-10 16,13-2-6-16,-5 1-15 0,-8 1-9 15,18 1-1-15,-5 2-17 0,-1-2-21 0,0 1-30 16,0 1-29-16,2-3-32 0,0 3-19 0,-1-2-71 0,5-1-144 16,-1-2 64-16</inkml:trace>
  <inkml:trace contextRef="#ctx0" brushRef="#br0" timeOffset="94179.81">25641 12130 65 0,'0'0'189'0,"0"0"-11"0,0-12-19 0,0 12-18 16,0 0-19-16,0 0 3 0,0 0 5 0,0 0-6 16,0 0 2-16,0 0-4 0,-9 32-10 0,4-17-13 0,1 4-6 15,0-2-7-15,-2 2-12 0,-4 4-3 0,3-4-7 16,0 4-9-16,1-4-6 0,4-1-16 0,-6-1-29 15,6-4-26-15,0-1-22 0,-2 2-31 16,1-3-40-16,0 0-30 0,2-1-20 0,-1-3-112 0,0-1-298 16,2-6 132-16</inkml:trace>
  <inkml:trace contextRef="#ctx0" brushRef="#br0" timeOffset="94633.07">25581 12278 16 0,'0'0'114'0,"8"-5"-6"15,-3 3-11-15,-5 2-2 0,9-5-4 0,-2 3 1 16,-7 2-2-16,13 0-1 0,-6 0 3 0,-7 0 2 16,16 2-7-16,-9 0-9 0,1-1-1 0,-1 1-18 15,4 0 2-15,-4 0-7 0,2-1-6 0,-2 1-5 16,-7-2-2-16,11 0-4 0,-6 2-1 0,-5-2-1 16,10 0 6-16,-10 0 8 0,12 1-11 0,-12-1 1 15,0 0-5-15,11-3-1 0,-11 3 0 0,12-3-10 16,-7 1-1-16,-5 2 1 0,10-2 1 0,-10 2 0 15,9-6 8-15,-9 6-2 0,0 0-4 0,7-3 1 16,-7 3-3-16,0 0-4 0,0 0-1 0,7-1-6 16,-7 1-4-16,0 0 1 0,0 0 1 0,0 0-3 15,0 0 2-15,0 0-5 0,0 0-1 0,0 14 0 16,0-14 4-16,2 7-6 0,-2-7 2 0,0 8 1 16,0-8-3-16,4 4 5 0,-4-4-1 0,5 5-3 15,-5-5 4-15,4 5-4 0,-4-5-1 0,0 0 5 16,10 3-1-16,-10-3-3 0,9-2 1 0,-9 2 1 15,13-4 1-15,-4 3-3 0,-9 1 1 0,11-5-2 16,-4 4 0-16,-1-1 3 0,-6 2-4 0,10-7-2 16,-10 7 6-16,8-3-5 0,-8 3-1 0,7-2 0 15,-7 2-2-15,0 0-4 0,0 0 1 0,0 0 3 0,6 9 2 16,-6-3 2-16,-1 4-2 0,-2 2-2 16,-3 3 6-16,-1 0-12 0,3 0-19 0,-4 1-29 15,2 0-28-15,-1 0-35 0,3-2-40 0,-1-2-156 16,4-2-340-16,-2 0 151 0</inkml:trace>
  <inkml:trace contextRef="#ctx0" brushRef="#br0" timeOffset="94871.67">26180 12118 57 0,'2'-5'202'0,"-2"5"-22"0,5-3-2 0,-5 3-3 16,0 0 1-16,2 17-7 0,-2-4-12 0,0 3-17 0,-2 3-15 16,-5 9-6-16,3-1-12 0,-1-2-12 0,3-5-9 15,-7 4-6-15,4-4-7 0,1-2-7 16,0 0-10-16,4-1-24 0,-3-1-19 0,1-4-33 16,-2-1-33-16,2-1-43 0,-1-2-49 0,2-1-42 0,-5 0-111 15,2-4-323-15,-1 2 144 0</inkml:trace>
  <inkml:trace contextRef="#ctx0" brushRef="#br0" timeOffset="95237.38">26247 12232 92 0,'0'0'138'0,"0"0"-8"15,0 0-6-15,12 7-6 0,-12-7-2 16,0 7-8-16,0-7-1 0,0 0-4 0,-7 15-13 0,2-11-1 15,1 3-4-15,0-1-7 0,0-2-8 0,4-4-7 16,-5 10-5-16,1-8-6 0,4-2-5 0,-5 6-7 16,5-6-5-16,-1 7-3 0,1-7-1 0,0 0-1 15,0 0-2-15,0 0-6 0,10 7 0 0,-10-7-1 16,15-1-2-16,-3-1 1 0,1 0-1 0,-2 1-5 16,7-3-1-16,-2-2-3 0,-2 2-3 0,-3-3-3 15,7 0 2-15,-9 0-2 0,1 2 2 0,-2 0-6 16,-2 0 4-16,-1 0 4 0,-1-2 5 0,-1 1 7 15,-3 6 4-15,2-8-1 0,-2 8 0 0,0 0 1 16,0 0-4-16,-5-12-3 0,5 12-2 0,-9-1-1 16,9 1-4-16,0 0 2 0,-18 8-4 0,16-3 0 15,-5 0 0-15,5 2 1 0,-2-1-14 0,2 1-12 16,2-7-23-16,-2 15-28 0,6-9-27 0,0 2-35 16,1-4-42-16,5 1-126 0,4-2-322 0,5-3 143 15</inkml:trace>
  <inkml:trace contextRef="#ctx0" brushRef="#br0" timeOffset="95366.36">26612 12286 9 0,'0'0'180'0,"0"0"-9"0,0 0-8 0,0 0-11 15,0 0-9-15,0 0-9 0,0 0-10 0,0 0-14 16,0 0-9-16,0 0-17 0,0 0-34 0,-23 8-44 16,23-8-52-16,-9 4-63 0,5-1-103 0,4-3-230 15,-7 3 101-15</inkml:trace>
  <inkml:trace contextRef="#ctx0" brushRef="#br0" timeOffset="96715.4">23868 8486 24 0,'-1'-12'168'0,"0"-1"-6"16,-2 3-4-16,2 2-7 0,1 8-2 0,-3-11-4 15,2 4-10-15,1 7-10 0,-1-8-12 0,1 8-14 16,0 0-14-16,0 0-10 0,0-8-9 0,0 8-4 15,0 0 0-15,0 0-8 0,0 0 1 0,-3 29 5 16,3-10 0-16,-3 6-4 0,3 0-4 0,0 4-2 16,-2 2 2-16,2 1-5 0,-1-2 2 0,0 2-1 15,1 2-2-15,0-5-2 0,1 1 4 0,-1-2-5 16,1-1 1-16,-2-3-7 0,1-6 5 0,1 3-8 16,1 3 0-16,3 0-3 0,-3-5-3 0,1-3-3 15,-3 0-2-15,2 0-2 0,0 0 0 0,-1-4-5 16,0-1-1-16,2 1 1 0,-3-1-1 0,1-2-1 15,0 1-4-15,1-2 1 0,-2-1 1 0,0-7 1 0,1 13-3 16,-1-6-1-16,0-7-11 0,0 10-14 0,0-10-14 16,0 10-19-16,0-10-19 0,-4 6-22 15,4-6-32-15,-5 3-20 0,5-3-26 0,0 0-24 16,0 0-166-16,-17-8-388 0,14 3 173 0</inkml:trace>
  <inkml:trace contextRef="#ctx0" brushRef="#br0" timeOffset="97321.79">23814 8359 118 0,'-6'-8'139'15,"6"8"-5"-15,-6-4-10 0,6 4-3 0,-6-5-6 16,6 5-13-16,-9-6-4 0,9 6 2 0,-7-3-4 16,7 3-5-16,-6-4-14 0,6 4-7 0,-7-2-8 15,7 2-3-15,0 0-8 0,0 0-9 0,0 0 0 16,0 0-6-16,0 0 10 0,-8 11-11 0,8-11-6 16,-3 9-3-16,2-1 5 0,1-8-9 0,-1 16-4 15,1-9 1-15,-3 2-4 0,3-9-1 0,3 13-3 16,-5-7 5-16,5 4-4 0,-1-4 1 0,2 0-2 15,0-1 1-15,1 0-1 0,1-1-3 0,0 0 1 0,5 1 0 16,-2-2 9-16,3-2-10 0,-1 1 1 0,1-2-6 16,-1-3 3-16,0 1 3 0,0 0-3 15,-1-2 6-15,0 0-8 0,-1-2 0 0,-1-1 4 16,1 0 0-16,-3 0-5 0,1-2 6 0,-2 2-4 0,-1-2 0 16,-2-1 4-16,-1 1 0 0,1-1-5 0,-2 2 5 15,0 8 6-15,-2-15-3 0,0 8-3 16,-1 1 6-16,3 6-5 0,-6-11-2 0,2 6-4 15,-1 0 3-15,5 5-7 0,-10-4-6 0,5 1-27 0,5 3-7 16,-12 0-13-16,12 0-13 0,-16 6-12 0,6-2-30 16,3 3-23-16,-5 1-39 0,3-1-95 0,0 5-287 15,-1-6 128-15</inkml:trace>
  <inkml:trace contextRef="#ctx0" brushRef="#br0" timeOffset="102293.24">24851 9332 14 0,'0'0'92'0,"0"0"-14"0,0 0 3 0,0 0-17 16,0 0 10-16,0 0-3 0,0 0-7 0,0 0 3 16,0 0-14-16,0 0-4 0,0 0-7 0,0 0 0 15,0 0-3-15,0 0-2 0,0 0-8 0,0 0-3 16,0 0-3-16,0 0 1 0,0 0-1 0,0 0-9 15,0 0 2-15,0 0 3 0,0 0 2 0,0 0-3 16,0 0-3-16,0 0-1 0,0 0 6 0,0 0-3 16,0 0 8-16,0 0-5 0,0 0-1 0,0 0-9 0,0 0 17 15,0 0-3-15,0 0-1 0,0 0 3 0,0 0 1 16,0 0-6-16,0 0 1 0,0 0-1 0,0 0 0 16,0 0-4-16,0 0 2 0,0 0 1 15,0 0-4-15,0 0-7 0,0 0 5 0,0 0 0 0,0 0 3 16,0 0-6-16,0 0-3 0,0 0-1 0,0 0-4 15,-16-14 6-15,16 14-6 0,0 0 5 0,0 0 4 16,0 0-16-16,0 0 21 0,0 0-4 16,0 0 0-16,-12 1 4 0,12-1-1 0,0 0 4 0,0 0-4 15,0 0 2-15,0 0 5 0,0 0-7 0,-11 0-1 16,11 0 4-16,0 0 5 0,0 0-1 0,-11-1-4 16,11 1 4-16,0 0-1 0,-11-2-3 0,11 2-1 15,-9 0 6-15,9 0-7 0,0 0 1 0,-13 0-6 16,13 0 11-16,0 0-4 0,-7-1-3 0,7 1 0 15,0 0 1-15,0 0 0 0,0 0-2 0,-11 0-2 16,11 0 3-16,0 0-3 0,0 0 5 0,0 0-5 16,0 0-2-16,0 0 1 0,0 0-3 0,0 0-2 15,0 0 1-15,0 0 2 0,0 0-3 0,0 0 4 16,0 0-4-16,40 1 3 0,-27 0-1 0,-1-2 1 16,3 1-1-16,-1 0-11 0,4-1 10 0,0 2-3 15,-5-1 4-15,5-2 2 0,-5 3-1 0,1-2-2 16,-2 1 0-16,2-1 0 0,-4 1 1 0,-1 0-4 15,-9 0 1-15,14 1-1 0,-8-1 1 0,-6 0-3 16,0 0 1-16,13-1 0 0,-13 1 4 0,8 1-2 16,-8-1 8-16,0 0-2 0,0 0 5 0,0 0 1 15,11-1 3-15,-11 1-4 0,0 0 6 0,0 0-1 16,0 0 2-16,0 0-3 0,0 0-1 0,0 0-2 0,0 0-3 16,0 0 0-16,0 0-4 0,0 0-1 15,0 0 0-15,0 0-5 0,7 1-7 0,-7-1-15 0,0 0-11 16,0 0-17-16,0 0-15 0,0 0-24 15,0 0-33-15,0 0-36 0,0 0-25 0,0 0-30 0,0 0-105 16,-11 17-339-16,11-17 151 0</inkml:trace>
  <inkml:trace contextRef="#ctx0" brushRef="#br0" timeOffset="102770.25">25324 9323 107 0,'0'0'138'0,"0"0"0"0,0 0-3 0,0 0-7 16,0 0-6-16,0 0-11 0,0 0-7 0,0 0-9 15,0 0-6-15,0 0-8 0,0 0-1 0,0 0-5 16,0 0-1-16,0 0-4 0,0 0 2 0,0 0-2 16,0 0-5-16,0 0-1 0,0 0-3 0,0 0-3 15,0 0-1-15,0 0-6 0,0 0-2 0,0 0-7 16,0 0-5-16,0 0 1 0,0 0 3 0,0 0-5 16,12-8-1-16,-1 7 3 0,-2 0-4 0,5 1-11 15,3-4 9-15,1 2-4 0,-2 0-1 0,-2 1 0 16,-1 0-4-16,1-1 0 0,-4 2-8 0,1 0 5 15,-3-1-1-15,-8 1-4 0,13-1-4 0,-13 1 2 0,9 0-4 16,-9 0 2-16,9-2-2 0,-9 2 2 16,0 0 2-16,9 0-1 0,-9 0-2 0,0 0 2 15,0 0 0-15,0 0 4 0,0 0-6 0,0 0 4 16,9 0-2-16,-9 0-1 0,0 0-1 0,0 0-4 0,0 0-5 16,0 0 4-16,0 0-11 0,0 0-22 0,0 0-23 15,0 0-18-15,0 0-31 0,0 0-21 16,0 0-43-16,0 0-29 0,-5 13-162 0,5-13-382 15,0 0 169-15</inkml:trace>
  <inkml:trace contextRef="#ctx0" brushRef="#br0" timeOffset="103145.2">26207 9332 11 0,'0'0'190'0,"0"0"-12"16,0 0-9-16,0 0-5 0,0 0-4 0,0 0-15 15,0 0-11-15,7-1-8 0,-7 1-12 0,0 0-12 16,0 0-7-16,0 0-10 0,0 0-7 0,0 0-7 16,0 0-2-16,0 0-12 0,0 0 0 0,0 0-7 15,0 0 0-15,0 0-6 0,9-3 2 0,-9 3 1 16,0 0 0-16,12 3-1 0,-4-2 0 0,-8-1-5 15,14 0-1-15,-7 1-4 0,1 1-3 0,-8-2-2 16,14 0 0-16,-7 0-3 0,-7 0 0 0,13 0 0 16,-6 0 3-16,2 0-5 0,-9 0 2 0,13 1-4 15,-13-1 0-15,14 0-3 0,-14 0-3 0,7-1-4 16,-7 1 1-16,0 0-2 0,8 1-1 0,-8-1 5 16,0 0-8-16,0 0-3 0,9 2-9 0,-9-2-15 15,0 0-16-15,0 0-24 0,8 2-25 0,-8-2-41 16,4 3-44-16,-4-3-48 0,4 7-157 0,-4-7-402 15,7 4 178-15</inkml:trace>
  <inkml:trace contextRef="#ctx0" brushRef="#br0" timeOffset="103500.73">26989 9331 14 0,'0'0'203'0,"0"0"-19"0,0 0-17 16,0 0-5-16,0 0-8 0,0 0-12 0,0 0-9 15,0 0-3-15,0 0-12 0,0 0-16 0,0 0 0 16,0 0-11-16,0 0-4 0,0 0-8 0,0 0-1 16,0 0-3-16,9-2-2 0,-9 2-7 0,0 0 1 15,9 3-5-15,-9-3-3 0,6 3-5 0,-6-3-1 16,11 3-1-16,-3-2 0 0,-8-1-5 0,11 2 4 15,-3-1-11-15,0-1-3 0,0 1-1 0,4-1-1 16,-1 0-5-16,0 0-1 0,0-1-2 0,3 4-2 16,-5-5-7-16,-9 2-1 0,16 2-1 0,-11-2-2 15,-5 0 0-15,8 1 1 0,-8-1-4 0,0 0-18 16,11 0-12-16,-11 0-18 0,0 0-24 0,8 1-34 16,-8-1-27-16,0 0-22 0,0 0-30 0,8 3-23 15,-8-3-165-15,0 0-390 0,9 2 173 0</inkml:trace>
  <inkml:trace contextRef="#ctx0" brushRef="#br0" timeOffset="103809.07">27775 9381 146 0,'0'0'206'0,"0"0"-8"0,0 0-10 0,9 0-11 15,-9 0-12-15,0 0-9 0,0 0-13 0,0 0-15 0,0 0-12 16,0 0-8-16,0 0-9 0,0 0-5 16,0 0-5-16,0 0-3 0,0 0-4 0,10 0-5 15,-10 0 2-15,0 0-4 0,8 2-7 0,-8-2-1 0,7 0-5 16,-7 0-5-16,11 0-2 0,-11 0-6 0,12-1-6 16,-12 1-1-16,12-3-3 0,-5 3-4 15,-7 0-5-15,10 2-5 0,-10-2-1 0,11-2-1 16,-11 2-2-16,0 0-4 0,13 0-9 0,-13 0-14 0,5 3-19 15,-5-3-14-15,9 2-26 0,-9-2-28 0,4 3-24 16,-4-3-39-16,9 3-24 0,-9-3-23 0,11 1-163 16,-6 1-396-16,-5-2 176 0</inkml:trace>
  <inkml:trace contextRef="#ctx0" brushRef="#br0" timeOffset="104069.4">28424 9418 53 0,'7'4'175'0,"-7"-4"-4"0,0 0-5 15,0 0-13-15,0 0-8 0,0 0-6 0,0 0-12 16,7 1-6-16,-7-1-9 0,0 0 0 0,9 1-5 16,-9-1-3-16,9 2-5 0,-9-2-6 0,11 0-8 15,-11 0-2-15,12 0-10 0,-6 0-6 0,-6 0-6 16,13 3-2-16,-5-3-9 0,0 0-6 0,-8 0-5 15,18 2 1-15,-8-1-6 0,-2-1-18 0,-1 1-22 16,-7-1-23-16,14 0-25 0,-8 2-32 0,-6-2-24 16,16 0-36-16,-7-2-36 0,2 2-138 0,3-1-346 15,3 0 154-15</inkml:trace>
  <inkml:trace contextRef="#ctx0" brushRef="#br0" timeOffset="104305.49">29100 9454 95 0,'0'0'201'0,"0"0"-2"0,0 0-8 0,7 2-9 15,-7-2-7-15,0 0-13 0,0 0-9 0,0 0-18 16,6 2-7-16,-6-2-9 0,0 0-9 0,10 2-5 0,-10-2-6 16,7 3-12-16,-7-3-7 0,0 0-13 0,11 0 5 15,-11 0-11-15,13 0-8 0,-7 1-5 16,-6-1-5-16,17 0 10 0,-8 1-24 0,2-2-22 15,1 1-31-15,1 0-31 0,-3-1-37 0,1 1-32 0,0-2-31 16,0 1-16-16,3 1-24 0,-2-2-112 0,-1 2-332 16,2-2 148-16</inkml:trace>
  <inkml:trace contextRef="#ctx0" brushRef="#br0" timeOffset="104474.51">29509 9451 184 0,'0'0'190'0,"8"0"6"0,-8 0-7 0,0 0-6 15,13 0-11-15,-13 0-7 0,10-1-11 0,-10 1-12 16,13 0-9-16,-13 0-15 0,13 0-10 0,-6-1-8 16,-7 1-13-16,17-1 0 0,-7 1-19 0,0-1-15 15,-1 1-31-15,1-1-41 0,1 0-47 0,0-1-57 16,1 0-51-16,-1 2-155 0,1-4-355 0,-1 2 158 16</inkml:trace>
  <inkml:trace contextRef="#ctx0" brushRef="#br0" timeOffset="104640.19">30017 9429 142 0,'10'-1'229'0,"-10"1"-6"0,10-2-7 16,-10 2-13-16,12 0-23 0,-5-3-16 0,1 2-17 16,-8 1-15-16,19-4-13 0,-7 3-26 0,-1-1-39 15,1 0-42-15,1-1-55 0,-1 2-53 0,0-1-69 16,-2 0-104-16,3-2-290 0,-2 2 128 0</inkml:trace>
  <inkml:trace contextRef="#ctx0" brushRef="#br0" timeOffset="104785.68">30358 9403 183 0,'8'0'232'0,"-8"0"0"0,0 0-1 16,0 0-11-16,7-3-13 0,-7 3-23 0,0 0-15 15,9-3-23-15,-9 3-11 0,6-4-28 0,-6 4-29 16,0 0-34-16,0 0-48 0,4-3-54 0,-4 3-65 15,0 0-59-15,0 0-119 0,0 0-324 0,-14-9 143 16</inkml:trace>
  <inkml:trace contextRef="#ctx0" brushRef="#br0" timeOffset="105549.11">24833 9859 2 0,'0'0'150'0,"0"0"2"15,0 0-8-15,0 0 1 0,0 0-1 0,0 0-19 16,-7 4-4-16,7-4 0 0,0 0-6 0,0 0-6 16,0 0-4-16,0 0-4 0,0 0-1 0,0 0-8 15,0 0-7-15,0 0-3 0,0 0-10 0,0 0-4 16,0 0-7-16,0 0 0 0,0 0-7 0,0 0-9 16,0 0 1-16,29-5-6 0,-21 2-2 0,4 3-1 15,0-3-7-15,0 1-3 0,2 1-3 0,-2 1-2 16,4 1-4-16,-3-1-20 0,0-1-19 0,-2 1-20 15,-1-2-29-15,-1 4-28 0,-1-2-34 0,-8 0-23 16,13 1-33-16,-13-1-118 0,8-1-330 0,-8 1 147 16</inkml:trace>
  <inkml:trace contextRef="#ctx0" brushRef="#br0" timeOffset="105789.51">24965 9779 185 0,'0'0'180'0,"0"0"-13"0,0 0-12 16,0 0-15-16,-5-6-7 0,5 6 1 15,0 0-1-15,0 0-3 0,0 0-11 0,-4 16-12 16,4-16-7-16,0 11-11 0,0-11-9 0,-2 11-9 16,2-3-5-16,-2-1-7 0,2-7-4 0,-1 16-4 0,0-8-4 15,1 1-9-15,-2 0-1 0,2-9-10 16,-1 15-21-16,1-4-15 0,-2-1-36 0,2-1-23 15,0 0-36-15,0-9-35 0,2 15-24 0,-2-5-135 0,0-3-321 16,1 1 143-16</inkml:trace>
  <inkml:trace contextRef="#ctx0" brushRef="#br0" timeOffset="106045.45">25457 9887 1 0,'5'-5'215'0,"-5"5"-23"15,0 0-15-15,0 0-15 0,6-4-13 0,-6 4-14 16,0 0-14-16,0 0-9 0,0 0-5 0,12 3-7 16,-12-3-5-16,15 2-16 0,-4 0-4 0,1-2-4 15,-1 2-10-15,2-1-7 0,-1 2-1 0,1-2-6 16,1-1-18-16,-3 0-21 0,2 2-25 0,-4-2-25 15,1 2-30-15,-2-2-26 0,1 0-16 0,-9 0-27 16,10 1-120-16,-10-1-281 0,10-1 126 0</inkml:trace>
  <inkml:trace contextRef="#ctx0" brushRef="#br0" timeOffset="106254.87">25610 9820 104 0,'0'0'173'15,"0"0"-6"-15,-8-2-12 0,8 2-14 0,0 0-16 0,0 0-6 16,0 0-11-16,0 0 0 0,0 0 1 16,0 0-2-16,-8 11-9 0,4-1 0 0,1-4-13 15,1 4-3-15,0-1-6 0,-2 4-11 0,0-4-6 16,1 2 1-16,0 2-8 0,-1 3-6 0,1 0-11 0,0-4-28 16,3-1-21-16,-1 2-28 0,1-3-17 15,1 1-51-15,1 0-36 0,-1-3-156 0,-1 0-326 0,1-1 144 16</inkml:trace>
  <inkml:trace contextRef="#ctx0" brushRef="#br0" timeOffset="106475.2">26041 9928 141 0,'11'-2'175'0,"-4"2"-10"0,1-2-7 16,4 0-7-16,-3 2-18 0,5-1-7 0,-3 1-15 16,4-2-11-16,-1 2-9 0,-1 2-10 0,1-4-10 15,-1 5-12-15,-1-2-26 0,1-1-35 0,-2 0-46 16,1 0-30-16,-3 1-40 0,-1-1-108 0,-8 0-243 16,10-1 108-16</inkml:trace>
  <inkml:trace contextRef="#ctx0" brushRef="#br0" timeOffset="106685.34">26205 9855 105 0,'0'0'185'0,"0"0"-22"0,0 0-4 0,0 0 3 16,0 0 1-16,0 0-8 0,0 0-9 15,0 0-10-15,-9 23-8 0,4-15-12 0,3-3-11 16,0 5-8-16,-2 2-11 0,3-2-9 0,-1 4-5 15,-2-1-7-15,2-3-6 0,-1 2-17 0,1-1-18 0,2-1-28 16,0 1-36-16,0-2-56 0,1-2-46 0,3 2-186 16,-4-5-354-16,0-4 157 0</inkml:trace>
  <inkml:trace contextRef="#ctx0" brushRef="#br0" timeOffset="106921.45">26701 9926 69 0,'0'0'205'0,"0"0"-8"0,9-4-17 0,-9 4-9 0,12-3-11 16,-6 1-12-16,5 1-11 0,-1 1-14 0,-1-1-11 15,4 0-12-15,1 1-9 0,-3 0-9 0,7 0-12 16,-5-1-12-16,1-1-19 0,-1 2-22 0,-2 0-34 15,1 2-32-15,-3-4-28 0,-1 4-37 0,-8-2-21 16,14-2-127-16,-14 2-282 0,7-1 125 0</inkml:trace>
  <inkml:trace contextRef="#ctx0" brushRef="#br0" timeOffset="107123.4">26877 9852 46 0,'0'0'196'0,"0"0"-7"15,0 0-7-15,0 0-9 0,-8-3-10 0,8 3-14 16,0 0-6-16,0 0-8 0,0 0-11 0,0 0-8 16,0 0-10-16,-8 14-13 0,8-14-5 0,-5 10-8 15,3-5-8-15,0 2-4 0,2-7-12 0,-4 12-2 16,2-8-11-16,2-4-22 0,-1 15-13 0,1-9-30 0,-2 3-37 16,2-9-38-16,3 12-40 0,-3-4-40 15,2-1-126-15,-2-7-327 0,2 10 146 0</inkml:trace>
  <inkml:trace contextRef="#ctx0" brushRef="#br0" timeOffset="107339.92">27398 9914 57 0,'7'-3'231'0,"-7"3"-17"0,0 0-16 0,0 0-15 15,6-4-20-15,-6 4-10 0,9 0-20 0,-9 0-10 0,14 0-9 16,-3-2-11-16,3 4-10 0,-1-2-11 0,5 0-5 16,0 2-6-16,0-1-25 0,1 0-24 0,-2 2-44 15,1-3-24-15,1 0-49 0,-2 0-44 0,-4-1-155 16,-2-1-318-16,1 0 141 0</inkml:trace>
  <inkml:trace contextRef="#ctx0" brushRef="#br0" timeOffset="107553.46">27661 9814 203 0,'0'0'199'16,"0"0"-10"-16,0 0-15 0,-7-4-11 0,7 4-13 16,0 0 2-16,0 0-11 0,-7 12-8 0,7-12-5 15,-7 11-16-15,5-4-9 0,1-1-10 0,-1 2-11 16,-2 1-5-16,2 1-8 0,0 0-7 0,-1 1-6 15,2 0-5-15,0 0-33 0,1-1-19 0,-2 1-39 16,0-1-52-16,4-3-61 0,-2 3-193 0,2-3-373 16,0-2 166-16</inkml:trace>
  <inkml:trace contextRef="#ctx0" brushRef="#br0" timeOffset="107845.65">28585 9940 165 0,'0'0'211'0,"0"0"-18"0,0 0-11 16,0 0-13-16,0 0-16 0,23-4-14 0,-10 3-17 16,5 1-9-16,2-2-12 0,-2 2-11 0,1 0-22 15,-2 0-32-15,-3 2-33 0,0-2-39 0,4 2-44 16,-4-3-44-16,-1 1-128 0,-5 0-271 0,2-3 121 16</inkml:trace>
  <inkml:trace contextRef="#ctx0" brushRef="#br0" timeOffset="108071.99">28776 9835 193 0,'0'0'218'16,"0"0"-4"-16,0 0-15 0,-4-7-17 0,4 7-20 0,0 0-13 16,0 0-11-16,0 0-9 0,0 0-5 0,0 0-8 15,-6 18-9-15,6-18-9 0,-4 13-10 16,1-1-7-16,3-3-7 0,-3 7-7 0,1-5-5 15,1-1-4-15,-1 6-6 0,-4-4-4 0,6 0-5 0,-1 0-10 16,-2 0-29-16,1-3-28 0,0 5-35 0,2-5-44 16,0-2-48-16,2 2-56 0,-2-9-143 0,0 13-378 15,2-9 168-15</inkml:trace>
  <inkml:trace contextRef="#ctx0" brushRef="#br0" timeOffset="108271.7">29197 9911 104 0,'0'0'178'0,"17"0"-13"0,-5-1-13 16,0 0-18-16,1 1-9 0,0 0-18 0,2 1-8 15,-2 2-10-15,1-5-21 0,-2 4-33 0,0-1-36 16,1-1-35-16,-3 2-40 0,1-2-115 0,-11 0-206 15,11 0 91-15</inkml:trace>
  <inkml:trace contextRef="#ctx0" brushRef="#br0" timeOffset="108478.08">29366 9842 125 0,'-4'-5'198'0,"4"5"2"0,0 0-13 16,0 0-14-16,-2-8-16 0,2 8-17 0,0 0-10 15,0 0-7-15,0 0-6 0,0 0-2 0,0 0-1 0,-10 20-13 16,8-11-6-16,-2 1-14 0,1-1-1 0,-1 0-11 16,2 2-5-16,-1 2-6 0,0-4-7 15,2 3-5-15,0-2-14 0,-1 1-20 0,2-1-34 16,0 2-51-16,0-4-48 0,3 0-53 0,-1-2-173 0,1-1-375 16,3 1 166-16</inkml:trace>
  <inkml:trace contextRef="#ctx0" brushRef="#br0" timeOffset="108699.3">29687 9890 32 0,'6'-5'235'0,"-6"5"-13"15,0 0-7-15,7-4-9 0,-7 4-18 0,0 0-15 16,10-3-16-16,-5 0-14 0,-5 3-19 0,13 0-11 15,0 0-12-15,-3-1-11 0,3 0-8 0,1-1-5 16,5 0-20-16,-3 2-22 0,2-1-25 0,-1 0-35 16,2-1-47-16,-2 1-41 0,2-2-50 0,-1 3-152 15,-4-3-340-15,2 1 150 0</inkml:trace>
  <inkml:trace contextRef="#ctx0" brushRef="#br0" timeOffset="108917.3">29973 9772 95 0,'0'0'200'0,"0"0"-9"0,0 0-11 0,-7-3-10 15,7 3-15-15,0 0 0 0,-11 10-6 0,5-4-4 16,2 1-2-16,-2 2-15 0,1 0-7 0,-2 1-13 16,3-1-10-16,-2 2-5 0,2-1-10 0,2-1-7 15,-3 1-5-15,2-1-11 0,2 0-4 0,-2-2-5 16,0 2-10-16,3 2-28 0,-1-3-22 0,1-8-38 15,0 14-47-15,3-8-47 0,-2 1-55 0,-1-7-154 16,7 9-378-16,-1-8 168 0</inkml:trace>
  <inkml:trace contextRef="#ctx0" brushRef="#br0" timeOffset="109113.66">30187 9844 128 0,'0'0'221'0,"0"0"-14"0,9-4-15 16,-9 4-23-16,8-1-17 0,-8 1-16 0,16-2-12 15,-6 0-10-15,0 0-14 0,2 1-6 0,-1 0-32 0,1 1-26 16,-1 0-29-16,1 0-41 0,-1-2-40 16,1 1-46-16,-5 0-133 0,0-1-273 0,-1-1 121 15</inkml:trace>
  <inkml:trace contextRef="#ctx0" brushRef="#br0" timeOffset="109276.67">30325 9765 93 0,'0'0'164'0,"0"0"-8"0,0 0 0 16,0 0 11-16,0 0-11 0,-14 10-18 0,10-3-9 0,1-2-10 16,-2 4-11-16,0 2-11 0,-1-3-3 0,-1 4-10 15,1 3-10-15,1-5-5 0,1 1-26 16,0 1-28-16,-1 0-33 0,2-2-36 0,2 0-59 15,-1 2-167-15,-2-2-303 0,2 0 134 0</inkml:trace>
  <inkml:trace contextRef="#ctx0" brushRef="#br0" timeOffset="112367.17">25048 10574 33 0,'0'0'76'0,"-4"-6"-1"0,4 6-12 0,0 0-6 0,0 0-3 15,2-11-8-15,-2 11-14 0,0 0 1 0,7-5 1 16,-7 5-14-16,18-6 3 0,-4 3-2 0,14-3-10 16,3-1 0-16,6 3-2 0,1-4-6 0,21 3 1 15,1-4-1-15,1 2-2 0,2 1-5 0,2 0 0 16,0-1-1-16,2 4-2 0,-2-3-5 0,0 4 2 15,-2-1-14-15,-2 2 4 0,-1 0-12 0,-3 0 6 16,-1-1-9-16,0 1-1 0,-4-1 5 0,1 1 2 16,-12 0 4-16,10-2-2 0,-13 1 6 0,14-2 2 15,0-1 3-15,-14 4 4 0,2-2 6 0,-1 2 2 16,2-1-1-16,-1 2 0 0,-1-1 0 0,-2 1 5 16,-3-3 2-16,0 2-10 0,-1 0 5 0,-1-1 2 15,-1 0 7-15,-1 1-7 0,1 0 4 0,-9 0 4 16,6 2-4-16,3-2 0 0,-11 1 5 0,9 0 4 15,-7 2-1-15,4-3-4 0,-4 2 5 0,0-1-5 16,7 3 6-16,-2-1-8 0,1 0 7 0,0-1-7 16,0 1 4-16,1 2-1 0,0-3 0 0,3 1-2 15,-1-2 1-15,2-2-4 0,2 2 2 0,-4-1-8 16,3 0 1-16,-3 1-4 0,3-5-3 0,-3 3-4 0,4 0 11 16,-3 3-7-16,0-3 5 0,1-1 2 15,0 1-5-15,-2 0-1 0,3-1 9 0,-3 2-9 16,-2 0 1-16,4-1-2 0,-1 0-2 0,0 1 4 15,3 1-1-15,-1-1-1 0,1 1-1 0,-1 2 2 0,2-2 1 16,0 2-1-16,-3 1-1 0,0 1-3 0,-1 0 10 16,0 2-4-16,0 1 5 0,-3 0-8 0,1 2 6 15,1-2 1-15,-2 3 1 0,3 0-7 16,-3-1 5-16,1 0 4 0,-1 0-2 0,-2 0-2 0,1-2 3 16,0 0-2-16,0-2 3 0,-1 2 0 0,-6-2-2 15,-1-1 0-15,7 0-2 0,-7 1 3 0,7 1 0 16,-6-1 3-16,6 0-4 0,-1-2 3 15,2 3-1-15,-6-1 4 0,5 0 2 0,4-1-2 0,-5 3 0 16,1-3 0-16,-1 3 0 0,-4 0-3 0,1-3 1 16,-4 2 2-16,8 1 4 0,-7 0-3 0,7 5 5 15,-3-1-10-15,-6-1 7 0,0 0-5 16,-3 2 3-16,2 0-8 0,-3 0 3 0,2 2 4 16,0-2 5-16,0 0-14 0,0 2-9 0,4 3-22 0,-3-4-37 15,0-2 16-15</inkml:trace>
  <inkml:trace contextRef="#ctx0" brushRef="#br0" timeOffset="112562.28">30377 11328 7 0,'19'26'35'0,"0"1"-10"0,-5-1-3 0,-3 0-5 16,3 3-4-16,-5-2 0 0,0-1-5 0,-2 2 3 15,0 0-2-15,-2-1 2 0,0 1-4 0,0 0 3 16,0-2-5-16,-4 1 1 0,1-1-5 0,-1 1-4 16,-4-1-31-16,-2 0-35 0,2-1 16 0</inkml:trace>
  <inkml:trace contextRef="#ctx0" brushRef="#br0" timeOffset="114980.48">24727 10979 22 0,'0'0'42'0,"0"0"3"0,0 0-6 0,0 0-6 16,18-4-5-16,-8 2-7 0,2 4 7 0,3-2-3 15,6-2-2-15,-1 1-4 0,10 0-3 0,2-1 0 16,3 1-1-16,1 0-7 0,2-1 5 0,14-1-9 16,-11 1 4-16,12 1-11 0,-3-2 0 0,4 1-2 15,1 1-7-15,1-2 3 0,1 2 2 0,-5-2-4 16,2 2 4-16,-1-1-6 0,0 2 0 0,0-2-1 15,-3 2 0-15,1-2 0 0,3-1-4 16,-16 0 6-16,14-1 2 0,-12 4-6 0,10-3 4 0,-10 0 2 16,12-1 2-16,-1 2-3 0,1-5 1 0,-12 4 7 15,-1 0 1-15,1-1 6 0,-2 1 2 0,14-1 4 16,-16 1-3-16,0 1 1 0,0 0 5 0,-1 1 0 16,0-2-3-16,1 2-3 0,-3-1 4 0,1 2-1 15,-2-1 1-15,1 0-2 0,-1 1 0 0,-1-1 2 16,0 1 2-16,3 0-12 0,-1 0 14 0,-1-1-8 15,1 1 4-15,1 2-4 0,1-1 5 0,1 0-3 16,-3 1 0-16,1-2-3 0,-1 1-6 0,-1-1 8 16,1-1 0-16,1 3-6 0,2 0 3 0,-3-4-2 15,6 5-3-15,-1-4-1 0,-2 1 0 0,4 0-4 16,10-2 5-16,-14 2-5 0,2-1-2 0,1 1 0 16,-2 0 7-16,0-1-6 0,0 1 3 0,-1 0 2 15,3-2-3-15,-1 2 9 0,0 0-8 0,-1 0 3 16,1 0 1-16,0 0-1 0,-1 0-4 0,-1-1-1 15,0 1 5-15,3 0-3 0,-3 0-2 0,0-1 4 16,0 3 0-16,-1-4 0 0,1 3 2 0,2-1-4 0,-4 1 0 16,2-1 2-16,-2 0 0 0,2 0-1 15,-1-1 3-15,0 0-2 0,-1 2 0 0,3 0-1 16,-1-2 1-16,-2 0 1 0,1 2-5 0,-1-1 4 16,-1 0 5-16,-1 1-5 0,-1-1-1 0,0 2-2 0,2-2 5 15,-1 0-3-15,0 2-1 0,-2 0 4 16,0-2 0-16,0 2-8 0,1 1 10 0,0-3-4 15,-4 0 5-15,2 1-8 0,3 1 4 0,-1-1 0 16,-1-2 0-16,1 2 2 0,0 1 0 0,-2-2-5 0,2 0 5 16,-2 3-2-16,-1-3-1 0,0 1-5 0,1 2 5 15,0-3 8-15,0 1 0 0,2-1 0 0,-3 0-9 16,1 0 5-16,-1 0-8 0,2 1 1 16,-2-1 5-16,-1 0 2 0,0 2-3 0,4-2 5 0,-2 0-2 15,0 0-5-15,1 0 4 0,-9 0-3 0,7 0 2 16,-5 0 0-16,-3 1 5 0,0 1-4 0,-1-2 3 15,2 2-3-15,-1-1-3 0,-2 0 0 0,3 0 1 16,-2 1-1-16,0-1-3 0,0 1 6 0,3-2-3 16,-4 0-2-16,2 0 1 0,-1 0 1 0,3 2 2 15,6-4-2-15,-9 1-5 0,9 2-6 0,-8-1 4 16,0 0-7-16,0-1-6 0,-2 0-8 0,1 0-16 16,-6-1-49-16,5 1 21 0</inkml:trace>
  <inkml:trace contextRef="#ctx0" brushRef="#br0" timeOffset="131103.23">6048 10943 85 0,'-2'-11'148'16,"2"11"-18"-16,-1-6-7 0,1 6-5 0,0 0 5 16,-3-13-11-16,3 13-8 0,-1-6 2 0,1 6 1 15,0 0-7-15,-3-8 0 0,3 8-2 0,0 0-8 16,0 0-2-16,0 0-10 0,-2-9-4 0,2 9-9 16,0 0-10-16,0 0-5 0,0 0-6 0,0 0-4 15,0 0 0-15,0 0 2 0,0 0-3 0,0 0-4 16,2 25 1-16,-1-14 11 0,1 2-1 0,0 3-1 15,0 1 1-15,-1 0-6 0,0 1-4 0,-1 1 0 16,0 0-7-16,0 0 0 0,0 2-3 0,1-3-1 16,-1 1-3-16,0-4-3 0,2 1 1 0,-2-4-4 15,0 1 0-15,0-3-4 0,1 2-1 0,-1-4 0 16,0-1 0-16,0-7 0 0,0 12 0 0,0-12-2 16,2 9 5-16,-2-9 1 0,0 0 8 0,-2 9 9 15,2-9-1-15,0 0-4 0,0 0 0 0,0 0 0 16,0 0-5-16,0 0-3 0,0 0-2 0,0 0 3 15,5-35-4-15,-4 25 0 0,4-5-4 0,2-2-2 16,2 0-3-16,2-8-4 0,2 3 3 0,2-2-1 16,1 0-2-16,-1 3 3 0,0 0-5 0,2 1 2 15,-4 7 1-15,2 1-7 0,-2 1 3 0,0 2 1 16,-2 3-4-16,-1 0 0 0,1 1 4 0,-1 2-5 16,-3 3-1-16,1-2 1 0,4 4-1 0,-3 2 0 15,0 2 4-15,1 1-2 0,-1 2-1 0,-2 1-3 16,1 3 1-16,-2-1 6 0,1 2 0 0,-2-3-3 15,0 4-1-15,0 1 2 0,0 0 0 0,0-1-1 16,-2-2 0-16,1-2 3 0,-2 2 0 0,0-3 3 16,-1 3-19-16,1-1-14 0,1-2-20 0,-2 0-25 15,2-1-27-15,-1 0-20 0,-2-9-14 0,7 13-36 16,-4-8-14-16,1 0-9 0,3-2-7 0,-1 1-102 0,-6-4-328 16,14 2 145-16</inkml:trace>
  <inkml:trace contextRef="#ctx0" brushRef="#br0" timeOffset="131419.37">6650 11039 2 0,'0'0'163'0,"0"0"1"0,0 0-5 0,0 0-4 16,0 0-5-16,-6 32-3 0,2-21-6 0,-1 1-10 16,1 3-5-16,0-3-7 0,3 0-8 0,1 0-15 15,1-2-3-15,-1 3-13 0,2-6-8 0,1 1-1 16,4 0-3-16,-1-1 1 0,3 2-2 0,0-6 1 15,4-1-1-15,-2 0 0 0,3-1-1 0,3-2-5 16,-1-3-4-16,3-1-6 0,0 0-3 0,-3-4-4 16,-3 4-4-16,1-5-5 0,0-1 1 0,-6 1-3 15,0 0-4-15,-3-2-3 0,0 0-3 0,-3-4-2 16,-2 2 0-16,-4-2 0 0,-2-1-6 0,-2 2-3 0,-1 0 1 16,-3 2 1-16,0-1-4 0,-2 5-3 15,-1 0-4-15,3 3-1 0,1 1 0 0,-2 4 1 16,0 1 1-16,0 1-8 0,2 2-20 0,-7 5-16 15,3 1-25-15,-3 3-40 0,1 2-53 0,6-2-47 16,-2 4-209-16,3 0-448 0,1 0 198 0</inkml:trace>
  <inkml:trace contextRef="#ctx0" brushRef="#br0" timeOffset="131667.61">7018 11222 227 0,'0'0'256'0,"0"0"-10"16,0 0-10-16,0 0-9 0,0 0-6 0,0 0-11 15,0 0-9-15,0 0-8 0,0 0-13 0,0 0-7 16,0 0-11-16,0 0-10 0,0 0-5 0,0 0-12 16,0 0-17-16,0 0-11 0,0 0-4 0,0 0-19 0,0 0-5 15,0 0-11-15,0 0-5 0,0 0-18 16,0 0-34-16,8-4-24 0,-8 4-38 0,0 0-35 15,0 0-51-15,0 0-72 0,0 0-45 0,0 0-229 16,0 0-523-16,0 0 233 0</inkml:trace>
  <inkml:trace contextRef="#ctx0" brushRef="#br0" timeOffset="132541.44">7537 10837 189 0,'0'0'197'0,"0"-11"-14"0,0 11-8 0,-1-8-14 15,1 8-19-15,0 0-17 0,0 0-9 0,0 0-6 16,0 0-13-16,0 0 1 0,8 23 7 0,-7-5-6 15,3 10-4-15,-2 0-2 0,0 3-4 0,0 1-8 16,-3 0-1-16,-2 1-7 0,2-1-8 0,0-2-1 16,-2 0 2-16,2-1-5 0,-2-2-7 0,1 1-5 15,-1-4 4-15,2-5-10 0,0 0-7 0,-2-2-3 16,-1 0-1-16,3-2-4 0,0-2-1 0,-2-1-2 16,3-2-5-16,-2 0-1 0,2-3-1 0,-2 1-4 15,2-8-15-15,0 15-18 0,0-9-19 0,0-6-16 16,-1 10-24-16,1-10-19 0,1 7-19 0,-1-7-16 15,0 0-23-15,0 0-22 0,0 0-15 0,0 0-134 16,0 0-354-16,0 0 157 0</inkml:trace>
  <inkml:trace contextRef="#ctx0" brushRef="#br0" timeOffset="132805.29">7547 11008 18 0,'8'-11'148'0,"3"3"0"16,2-6 2-16,3 4-6 0,0 3-5 16,3 0-10-16,-2 5-9 0,-3-1-17 0,0 2-4 0,0 2-9 15,-4 2-13-15,1 1-1 0,0 3 3 0,-4 1-3 16,-2 3 4-16,-1 1-5 0,-4 5-1 0,-3 0-3 16,-2-2 12-16,-2 3-9 0,-3-1-7 15,0-1-8-15,-3 0-5 0,-3 3-4 0,1-4 0 16,-6 1-9-16,7-2-1 0,-2-4-4 0,2-1-4 0,-1 1-20 15,1-2-21-15,3-2-20 0,3-1-23 0,-1 0-35 16,1-2-33-16,3 0-38 0,5-3-183 0,-9 3-367 16,9-3 163-16</inkml:trace>
  <inkml:trace contextRef="#ctx0" brushRef="#br0" timeOffset="133151.43">7867 11196 122 0,'0'9'192'0,"0"-9"-7"0,0 0-12 15,-5 15-11-15,4-9-15 0,1-6-8 0,-4 10-14 16,4-10-10-16,-3 10-9 0,3-10-7 0,0 10-9 16,0-10-10-16,1 8 0 0,-1-8 0 0,7 7 2 15,-3-5 0-15,3 0 0 0,-7-2-6 0,13 2-2 16,-1-2-8-16,-1-2-5 0,1-1-1 0,-1-2-4 15,2 2-5-15,-3-2-2 0,1-1-6 0,1-1-3 16,0-4-2-16,-2 2-3 0,-3 0-4 0,0-1 6 16,-2-1 3-16,-2 1-6 0,0-3-4 0,0 2-1 15,-4 0-2-15,-4 0-4 0,1-1-2 0,-1 2-1 16,-3 2-6-16,1-1 1 0,-1 3-7 0,0 3 4 16,3-1-5-16,5 4-3 0,-19 0 0 0,10 3-2 15,-2 0-22-15,1 3-22 0,0 1-24 0,2 0-35 16,-2 7-40-16,5-5-47 0,1 3-56 0,-1-4-147 15,4 3-425-15,2-6 188 0</inkml:trace>
  <inkml:trace contextRef="#ctx0" brushRef="#br0" timeOffset="133529.17">8366 11152 122 0,'0'0'251'0,"0"0"-16"0,0 0-10 15,3 6-15-15,-3-6-9 0,0 0-9 0,0 0-12 16,0 0-10-16,0 0-8 0,0 0-8 0,0 0-8 16,0 0-7-16,0 0-8 0,3 7-3 0,-3-7 1 15,0 0-4-15,0 0-4 0,0 0 6 0,0 0 5 16,0 0-18-16,0 0-15 0,0 0-3 0,0 0-7 15,0 0-10-15,0 0-11 0,0 0-5 0,0 0-3 16,1-19-7-16,-1 19-5 0,0 0-5 0,0-10 2 16,0 10 7-16,0 0-7 0,0 0 0 0,0 0 3 15,-1-12-6-15,1 12-7 0,0 0-1 0,0 0 0 16,0 0-4-16,0 0-8 0,0 0-8 0,0 0 3 16,-2-7-4-16,2 7-8 0,0 0 2 0,0 0-6 15,0 0-7-15,0 0-50 0,0 0-36 0,0 0-24 16,0 0-37-16,0 0-55 0,0 0-72 0,0 0-60 15,0 0-215-15,3 26-602 0,-3-26 266 0</inkml:trace>
  <inkml:trace contextRef="#ctx0" brushRef="#br0" timeOffset="133963.41">8333 11208 58 0,'0'0'258'0,"0"0"-13"0,-8-1-15 16,8 1-7-16,0 0-12 0,0 0-11 0,0 0-13 16,0 0-19-16,0 0-16 0,-7-3-16 0,7 3-7 15,0 0-17-15,0 0-7 0,0 0-10 0,24-7-8 16,-11 5-8-16,1 0-4 0,-1-1-8 0,5 2-7 15,0-2-4-15,2 2-8 0,-2-1-4 0,-1 2-4 16,2-1-1-16,-6 0-10 0,6-1 7 0,-4 2-18 0,4-2-20 16,-6 2-27-16,5 0-33 0,-5 1-31 0,-1 0-56 15,0-1-51-15,0 0-39 0,-5 2-164 16,1-2-435-16,-8 0 193 0</inkml:trace>
  <inkml:trace contextRef="#ctx0" brushRef="#br0" timeOffset="134154.4">8369 11320 250 0,'-6'2'254'0,"-2"-1"-20"0,8-1-7 0,-10 4-16 0,10-4-13 16,-7 3-15-16,7-3-14 0,0 0-2 0,-2 5-5 16,2-5-12-16,0 0-7 0,15 4-16 15,-2-4-10-15,6 1-12 0,-1-1-32 0,0 0-28 16,4 0-42-16,-1 0-50 0,0-1-64 0,7-1-79 0,-6 2-222 15,-2-4-446-15,2 1 198 0</inkml:trace>
  <inkml:trace contextRef="#ctx0" brushRef="#br0" timeOffset="134690.87">9254 11025 263 0,'-4'-6'247'15,"4"6"-23"-15,-3-9-24 0,3 9-21 0,-4-6-18 0,4 6-19 16,0 0-12-16,0 0-8 0,0 0 1 16,0 0-3-16,6 29-1 0,-3-11-10 0,2 2-4 0,-1 3-10 15,0 5 1-15,-1-9-13 0,-1 2 0 16,-2-2-9-16,1 0-4 0,1-1-4 0,-1-3 0 0,0-2-6 16,1-3-3-16,-1 1-8 0,-1-3 3 0,0-1 1 15,0-7 8-15,-3 10 13 0,3-10 11 16,0 0 15-16,-1 9 2 0,1-9 9 0,0 0-15 15,0 0-9-15,0 0-9 0,0 0-6 0,0 0-1 0,0 0-17 16,1-29-1-16,2 17-10 0,3-5-7 0,3 0-3 16,1-5-7-16,6-1-15 0,-2 0-8 0,4 1 0 15,-3 2 1-15,-1 5 9 0,-1 1-16 0,-2 2-13 16,-1 4 11-16,1-1-4 0,-3 4 5 0,2-1-3 16,-4 5-3-16,2 1-1 0,1 3 5 0,2 2-5 15,-2 2 0-15,-1 3-3 0,3 4 7 0,-2 1-1 16,-1 2 4-16,-2-1 0 0,1 2-4 0,-4 2 2 15,3 3 4-15,-4-3-7 0,2-2-43 0,-3 0-25 16,-2 0-33-16,0 0-42 0,-1 1-57 0,2-1-40 16,0-2-36-16,-1 0-228 0,2-4-555 0,2-3 245 15</inkml:trace>
  <inkml:trace contextRef="#ctx0" brushRef="#br0" timeOffset="134997.41">9651 11395 255 0,'0'0'249'0,"6"-7"-9"16,-1 2-10-16,-1 0-13 0,1 2-13 0,3-4-14 16,1 0-7-16,0 1-11 0,0 0-5 0,1-1-18 15,0 0-12-15,1-1-8 0,1-2-4 0,-1 1-12 16,-2 1-2-16,1-1-8 0,-1 0 6 0,-4 2-2 16,1-3-16-16,-1 1-4 0,2-1-10 0,-5 3-5 15,-1 0-3-15,1 1-6 0,-2 6-10 0,0-11-3 16,0 11-10-16,0-8 0 0,0 8-8 0,0 0-5 15,0 0 0-15,0 0-2 0,-14 0-5 0,14 0 1 16,-10 12-7-16,3-5 3 0,2 2-3 0,-3 1 1 0,5 0-1 16,-3 0-2-16,3 0 4 0,1 0 0 15,1 1-8-15,1 0-3 0,1-1 3 0,2-1 2 16,1-2-4-16,1 0-22 0,0 0-25 0,3-1-34 16,2-3-37-16,-1-1-55 0,2 3-58 0,0-5-57 15,-1 4-256-15,2-6-581 0,-3 2 258 0</inkml:trace>
  <inkml:trace contextRef="#ctx0" brushRef="#br0" timeOffset="135170.43">9829 11035 2486 0,'-9'-15'22'0,"2"4"20"0,1 3-30 0,1-2-7 15,0 5 1-15,2 2-6 0,3 3 0 0,-6-8-3 16,6 8 0-16,0 0 3 0,-7 0-7 0,7 0-19 0,0 0-28 15,0 0-43-15,0 0-38 0,16 24-47 0,-7-18-163 16,3 0-373-16,0 1 165 0</inkml:trace>
  <inkml:trace contextRef="#ctx0" brushRef="#br0" timeOffset="135511.28">10195 10796 42 0,'6'-10'233'16,"1"1"-15"-16,-1 1-10 0,1 3-15 0,-2 0-18 15,2 4-13-15,-7 1-11 0,15-2-11 0,-15 2-3 16,15 8 0-16,-5 0-10 0,-2 2-9 0,2 4-8 16,2 1-12-16,-5 0 0 0,1 1-6 0,-3 1-6 15,-2 1 6-15,-2-1-3 0,-2 1-5 0,-2-1-4 16,-1 0 1-16,-1 2 0 0,-1-2 0 0,-3-2-7 15,1-1 2-15,-1 1 14 0,3-4-18 0,-7 2-5 16,7-5-3-16,-2-2 1 0,2 2-6 0,-1-2-3 16,4-2-1-16,-1 1-12 0,4-5-1 0,-7 7-10 15,7-7-7-15,-4 5 6 0,4-5-11 0,0 0 3 16,0 0-3-16,16 8 2 0,-2-8 2 0,5 2-6 16,10-4-24-16,6-2-26 0,3-4-47 0,13 0-48 15,0-1-49-15,-13 3-65 0,15-8-47 0,-14 6-236 16,13-5-568-16,-16 3 252 0</inkml:trace>
  <inkml:trace contextRef="#ctx0" brushRef="#br0" timeOffset="135636.51">11018 10945 2928 0,'9'-2'172'0,"-9"2"-62"0,0 0-53 16,0 0-16-16,11 0 8 0,-11 0-8 0,0 0-4 16,0 0-10-16,0 0-1 0,0 0 3 0,8-4-24 0,-8 4-42 15,0 0-74-15,0 0-91 0,0 0-327 16,0 0-573-16,0 0 254 0</inkml:trace>
  <inkml:trace contextRef="#ctx0" brushRef="#br0" timeOffset="138695.43">6333 11460 33 0,'0'0'117'0,"0"0"-6"16,0 0-2-16,0 0 3 0,-9 30-3 0,4-15-11 15,1 6-6-15,1 3-3 0,-4 5-7 0,3 1-5 16,-2 0-5-16,1 0-8 0,2 0-10 16,-1 1 1-16,1-3-9 0,-3 0-3 0,4-2-2 0,1 1-4 15,-1-8 8-15,-1 0-2 0,3-2 1 0,0 0-8 16,2 0-2-16,-2-5-1 0,-2 2-9 0,4-4-1 15,-2 1-2-15,0-3-1 0,0 3-2 0,0-4-6 16,0 1-21-16,0-8-22 0,-5 17-26 0,3-10-22 16,-2-1-30-16,-3 1-35 0,-2 0-84 0,-3-1-246 15,1-1 108-15</inkml:trace>
  <inkml:trace contextRef="#ctx0" brushRef="#br0" timeOffset="138957.91">6117 11836 119 0,'0'0'145'0,"0"0"-6"15,0 0 2-15,0 0-12 0,0 0-5 0,8 35-2 16,-5-24-5-16,0 1-8 0,0 5-4 0,1-3-8 16,0 1-1-16,2 1-9 0,-4-4-10 0,2 1-4 15,-1-2-9-15,2 0-5 0,-2-1-5 0,1-2-3 16,1 1-3-16,0-4-3 0,0-1-1 0,0-2-2 15,3 0-2-15,-8-2-2 0,15 0-2 0,-2 0-2 16,4-6 0-16,3-1-7 0,4-4-3 0,3-1-5 16,2-3-29-16,-1 1-36 0,-3 1-38 0,-4 1-29 15,-4 2-55-15,-5 4-152 0,0-1-347 0,-5 4 154 16</inkml:trace>
  <inkml:trace contextRef="#ctx0" brushRef="#br0" timeOffset="139459.96">5646 12828 61 0,'-9'2'196'0,"9"-2"-8"0,0 0 1 0,0 0-4 16,-8 2 1-16,8-2-6 0,0 0-14 0,0 0-14 15,0 0-11-15,0 0-19 0,0 0-9 0,18-19-10 16,-7 11-3-16,4-2-12 0,0 0-5 0,2-2 1 16,0 1-17-16,8-7-5 0,-9 5-3 0,5-4-5 15,-6 4-6-15,-1 2-6 0,-1 0-3 0,1-3-5 16,-6 4 3-16,-2 1-6 0,1-1-2 0,-5 1-4 15,1-1-3-15,0 4-4 0,-3-1-3 0,0 7 0 16,-3-12-5-16,-1 7-2 0,4 5-3 0,-12-5 0 16,2 3-1-16,-3 3-3 0,-1 0 3 0,-2 6-2 15,-2 1 1-15,-3 0-3 0,-2 6 0 0,4 3 0 16,4-3-2-16,-1 1-1 0,2 1-18 0,3 1-1 16,-2-1 9-16,4 2-5 0,0-1 8 0,4 0-5 15,1-1 3-15,0 2 0 0,4-4 3 0,-1-2 4 16,2 3-1-16,2-3 1 0,2-2 1 0,0 0 1 15,1 0 5-15,4 1 0 0,-2-4-2 0,8 1 1 16,0-1 5-16,1-2-2 0,3-2-6 0,-3-1-20 16,3-1-22-16,2-2-33 0,-1-2-28 0,-1 1-32 15,3-3-32-15,-2 0-31 0,4-5-147 0,-7 3-373 16,0-4 165-16</inkml:trace>
  <inkml:trace contextRef="#ctx0" brushRef="#br0" timeOffset="139647.91">6023 12467 177 0,'0'0'214'0,"-7"-7"-17"0,7 7-13 0,-3-7-14 16,3 7-15-16,0 0-13 0,-4-7-14 0,4 7-14 16,0 0-10-16,0 0-13 0,15-6-7 0,-3 3-15 15,7-1-4-15,1 2-19 0,8-2-33 0,0 3-46 16,2-3-61-16,-1 4-68 0,-8-1-116 0,-1-1-300 15,-2 4 133-15</inkml:trace>
  <inkml:trace contextRef="#ctx0" brushRef="#br0" timeOffset="140507.91">6644 12703 72 0,'-9'-8'172'0,"3"1"0"0,-3 1 3 16,-2 1 4-16,-3 1-14 0,1 2-14 0,0 0-13 15,-6 4-14-15,2 0-8 0,-1 4-6 0,-1 1-11 16,2 2-12-16,3 1-11 0,-1 2-7 15,3 0-3-15,2 2-10 0,1 2-5 0,4-4-5 0,2-1-4 16,1 2-1-16,2-1-7 0,2-1 1 0,1-1-5 16,2-1-2-16,4 0-2 0,0 0-1 0,1-1-5 15,3-3 3-15,5-2-2 0,-4-1 0 0,0 0-3 16,-1-4-3-16,-1 0 0 0,2-1-3 0,3-4 0 16,-2 0-1-16,1-3 1 0,-7 2 1 0,3-6-2 15,-1 1-5-15,-1-1 2 0,-1-2-3 0,-3-1 1 16,1-2-2-16,-3-6 5 0,-1 1-6 0,2 5 3 15,-2-7-2-15,-2 5 0 0,-1 2-3 0,-2 0 4 16,-2-2-2-16,1 2 2 0,1-1-1 0,-2 5 3 16,0 3 7-16,0 1 6 0,3 1-3 0,-2 3-1 15,3 7-4-15,-4-10-3 0,4 10-5 0,-2-6-3 16,2 6 1-16,0 0 1 0,0 0-3 0,0 0 0 16,5 23 4-16,-2-4-2 0,-1 7-1 0,2 0-2 15,-3 2 3-15,2 2-1 0,-3-1-1 0,0 0 0 16,1-2 6-16,2 1-7 0,-1-3 1 0,0-5-1 15,1 0 0-15,1-2 4 0,0 0-2 0,2-2 3 16,0 0-4-16,-1-4 2 0,1-1-2 0,-1-2 1 16,3-1 2-16,-4-4-3 0,1 2 3 0,1-2 3 15,2-1 2-15,0-1-4 0,1-2 1 0,2-2-2 16,-1-1 2-16,2-1-3 0,0-4 0 0,0-2 0 16,-2 1 0-16,4-3-8 0,-2 0 0 0,-1-1 3 15,-1-2 4-15,-3 1-6 0,-2-2-4 0,0 5 0 16,-2-4-2-16,-5 3 3 0,2 2-1 0,-3 0 1 15,1 2 3-15,0 1-4 0,2 7-1 0,-8-10 3 16,3 8 0-16,5 2-1 0,-17-2-3 0,11 2 2 16,6 0 1-16,-17 10 1 0,7-2 1 0,1 0 1 15,0 1-2-15,2 7 0 0,2-5 6 0,-1 1-2 16,1 3-2-16,3-2 1 0,2-1-12 0,1 0-26 16,0 1-19-16,4-2-21 0,3 1-29 0,1-4-27 15,1 1-28-15,2-5-20 0,4 1-122 0,-3-1-331 16,2-3 146-16</inkml:trace>
  <inkml:trace contextRef="#ctx0" brushRef="#br0" timeOffset="140967.94">7034 12813 2 0,'0'0'169'0,"-5"-5"-11"0,5 5-4 0,0 0-1 16,-6-5-7-16,6 5-4 0,0 0-3 0,-3-5-4 15,3 5-5-15,0 0-5 0,0 0-4 0,0 0-10 16,-2-9-10-16,2 9-13 0,0 0-8 0,0 0-8 15,7-12-7-15,-2 7-4 0,-1-1-21 0,4 0-2 16,2-3-8-16,-1 4-2 0,-1-2-2 0,3 0-5 16,-1 1-3-16,1 1-1 0,-4 1 1 0,0 0-5 15,-1 2-4-15,-6 2-1 0,11-4-4 0,-6 2 1 16,-5 2 0-16,0 0 3 0,14 3-4 0,-10 1-5 16,-4-4 2-16,11 7 2 0,-7-2 5 0,1 0-5 15,-1-1-2-15,-4-4 0 0,8 10 1 0,-3-7 1 16,1 2-2-16,0-1-3 0,-3 0 4 0,-3-4 2 15,11 3 0-15,-5 0 0 0,-6-3 2 0,9 0-1 16,-9 0 0-16,10-2 1 0,-10 2 1 0,12-7-3 16,-9 4 0-16,3-2 2 0,-6 5-3 0,4-12 2 15,-3 5-3-15,1 1 1 0,-2-4-1 0,-1 1 2 16,1 9-2-16,-1-16-2 0,-2 9 0 0,2 1 0 16,1 6 6-16,-3-13-5 0,3 13 1 0,-4-9-3 15,4 9-4-15,-2-4-3 0,2 4 2 0,0 0-1 16,0 0-1-16,0 0 9 0,0 0-5 0,-4 22 1 15,4-10 0-15,-1 0 2 0,0 0-1 0,1 3 0 16,0-3-5-16,-2 4 2 0,4 0 4 0,-1-3-1 16,-1-1-7-16,0 0-14 0,1 2-18 0,2-5-21 15,-3 2-18-15,2-4-43 0,-1 2-36 0,1-3-28 16,-2-6-114-16,1 10-326 0,-1-10 145 0</inkml:trace>
  <inkml:trace contextRef="#ctx0" brushRef="#br0" timeOffset="141163.28">7406 12686 119 0,'3'-4'151'16,"-3"4"9"-16,0 0 4 0,0 0-16 0,0 0-1 16,0 0-12-16,2 22-17 0,-2-12-5 0,0 0-17 15,-2 0 0-15,2 2-12 0,-1 2-8 0,-3-3-8 16,2 0-6-16,1 3-21 0,-1-2-23 0,0-2-40 15,0 2-49-15,1-3-49 0,1 1-145 0,0-10-285 16,-4 10 127-16</inkml:trace>
  <inkml:trace contextRef="#ctx0" brushRef="#br0" timeOffset="141324.25">7331 12511 56 0,'0'0'99'0,"0"0"-26"16,0 0-27-16,0 0-41 0,0 0-29 0,0 0-19 15,0 0-46-15,0 0 20 0</inkml:trace>
  <inkml:trace contextRef="#ctx0" brushRef="#br0" timeOffset="141531.57">7559 12505 165 0,'0'0'174'0,"0"0"-12"16,0 0-26-16,0 0-8 0,0 0-2 0,0 0 3 16,7 13-1-16,-7-4-1 0,2 1-4 0,-1 2-4 15,-2 3-8-15,2 1-10 0,-2 2-12 0,1 2-7 16,1-1-6-16,-2 1-8 0,-1-1-9 0,0 0 1 16,2-1-4-16,0-1-11 0,-1-1-1 15,-2-2-22-15,2-3-21 0,0-1-22 0,-2 0-26 0,3-3-32 16,0-7-36-16,0 0-20 0,0 16-7 0,-1-12-23 15,1-4-107-15,0 0-294 0,0 0 131 0</inkml:trace>
  <inkml:trace contextRef="#ctx0" brushRef="#br0" timeOffset="141871.44">7554 12683 6 0,'5'-6'113'0,"-5"6"-13"15,6-5 0-15,-1 2-9 0,-5 3 0 0,9-3 4 16,-3 1-16-16,-6 2-6 0,13-2 13 0,-13 2 3 15,13 0-5-15,-13 0-6 0,14 0 5 0,-7 0-13 16,-7 0-8-16,10 4-4 0,-5-1 0 0,-5-3-7 16,10 3-2-16,-6 0-3 0,-4-3-4 0,9 6-2 15,-9-6 4-15,7 6-7 0,-5-4 0 0,-2-2-4 16,4 5-1-16,-4-5-5 0,7 4-1 0,-7-4-3 16,6 6 0-16,-6-6 6 0,7 1 3 0,-7-1 2 15,9-1 0-15,-9 1 1 0,12-1-5 16,-12 1-2-16,11-5-2 0,-6 5 2 0,-5 0 2 0,9-2-4 15,-9 2-7-15,0 0 1 0,11 0-3 0,-11 0-7 16,5 4 3-16,-5-4 1 0,2 8 11 0,0-1 3 16,-1 1-3-16,-2 1 2 0,1 2 0 0,-2-1-3 15,1 2-2-15,-2 4 2 0,2-5-7 16,0 5 0-16,0 1-2 0,-2-2-4 0,2 1-17 0,-2 1-19 16,2-1-29-16,-2-1-54 0,3-1-57 0,-2-1-212 15,-2-1-406-15,3 0 180 0</inkml:trace>
  <inkml:trace contextRef="#ctx0" brushRef="#br0" timeOffset="142536.77">7942 11800 59 0,'-6'-3'135'16,"6"3"-4"-16,0 0-10 0,0 0-12 0,0 0-4 16,0 0-13-16,20 15 1 0,-4-8-11 0,3 1-4 15,7 4-6-15,0-3-2 0,4 2 1 0,-1-3-6 16,0 3-10-16,1 0 0 0,-2 0-10 0,4-2-3 15,-4 2 0-15,-9-3-10 0,7 1 2 0,-1 3-2 16,-4-5-3-16,-3 3-6 0,0-1 1 0,1-1-6 16,-1 3-3-16,-2-1 4 0,0-1-2 0,1 1 3 15,-2-1-7-15,-4-2-3 0,1-1-13 0,-1-1 16 16,-1 2-3-16,-3-4-2 0,-2 2-1 0,1-1-1 16,-1-2-3-16,-5-2 6 0,9 6 2 0,-9-6-2 15,7 2-1-15,-7-2 3 0,5 4 3 0,-5-4 2 16,0 0 5-16,0 0 3 0,0 0 0 0,6 3 1 15,-6-3 0-15,0 0-5 0,0 0 3 0,0 0-4 16,0 0-1-16,0 0 3 0,0 0-9 0,4 4-2 16,-4-4-2-16,0 0-1 0,0 0-1 0,0 0-3 15,0 0 2-15,-8 14 4 0,4-4-3 0,-2 2 5 16,-4 1 6-16,-3 2-6 0,-1 6 0 0,-4-2 2 16,3 1 2-16,-3 2-4 0,-1-2 4 0,5 0-4 15,0-6 1-15,2 0-1 0,-1-1-3 0,2 3 0 16,1-2-4-16,-1-1-26 0,4-2-27 0,0 0-34 15,2 0-43-15,0-3-36 0,1 1-160 0,-1-2-350 16,5-1 155-16</inkml:trace>
  <inkml:trace contextRef="#ctx0" brushRef="#br0" timeOffset="142746.41">8584 12046 19 0,'-13'-22'234'15,"-2"1"-14"-15,-3 1-9 0,-1 1-11 0,0 0-9 16,-3 2-8-16,1 0-13 0,3 6-10 0,-2-5-13 16,5 5-10-16,-1 3-13 0,6 2-9 0,1 0-17 15,0 1-5-15,3 3-16 0,2-1-22 0,4 3-30 16,-8-3-24-16,8 3-17 0,0 0-27 0,0 0-41 16,0 0-38-16,14 20-39 0,-1-8-39 0,0-2-106 15,10 4-331-15,-4-3 146 0</inkml:trace>
  <inkml:trace contextRef="#ctx0" brushRef="#br0" timeOffset="144161.84">8846 12482 112 0,'1'-7'194'0,"-1"7"-11"15,0-19-8-15,0 11 0 0,0 1-5 0,0 7-5 16,1-12-12-16,-1 5-11 0,0 7-9 16,0 0-24-16,0-9-13 0,0 9-11 0,0 0-6 0,0 0-3 15,0 0-4-15,0 0-4 0,0 41 3 0,-3-16 1 16,0 0-3-16,0 1-5 0,1 5-9 0,-2-5-5 15,0 1-5-15,2 0-4 0,-1-3-21 16,3-3-5-16,-2-3 4 0,-1-1-5 0,2 1-2 0,0-3 2 16,1-2 0-16,0-1-5 0,1-2-1 0,-1-1 2 15,0-3 0-15,0-6-3 0,4 10 5 0,-4-10 0 16,0 7 0-16,0-7-2 0,0 0-1 0,0 0-1 16,0 0 2-16,0 0-1 0,0 0-1 0,0 0-4 15,14-21 3-15,-9 10 0 0,-1-5-2 16,2 5 0-16,0-5-3 0,1-3-3 0,0 3 1 0,1-1-5 15,2 0 5-15,1 2-2 0,-2 2 1 0,-1 3-4 16,0 1 0-16,0 2 6 0,0 1-6 0,-1 3-4 16,3 3 6-16,-2 0-5 0,1 2 3 0,2 3-2 15,-2 0 2-15,5 4-1 0,-5-1 2 0,-2 2 3 16,1-1-5-16,-3 2 2 0,2 1 0 0,-3-2 0 16,1 2 2-16,0-2-4 0,-1-1 8 0,1 2 3 15,0-2-5-15,-2 1-8 0,-1-1-16 0,1-3-27 16,1 0-18-16,-4-6-24 0,4 12-23 0,-4-12-20 15,5 6 9-15,0-3-19 0,-5-3-2 0,10 0 3 16,-10 0 7-16,14-6 16 0,-4 1 5 0,1-1 15 16,-2-2 13-16,1 1 10 0,-1-6 6 0,-2 3 18 15,-1-1 16-15,-1 2 13 0,1 0 26 0,-4 2 16 16,-2 7 17-16,4-12 12 0,-2 6 15 0,-2 6 7 16,0-7-1-16,0 7-2 0,0 0-3 15,0 0 1-15,0 0-2 0,0 0 5 0,0 0 1 0,0 0-3 16,0 0-6-16,0 0-5 0,0 0-6 0,-7 23-2 15,7-23-4-15,5 8 5 0,1-4-11 0,-1 0 2 16,5-2-2-16,-1-1 1 0,0 0 1 0,2-1 5 16,3-1-1-16,-3-1 0 0,2-2 4 0,-3-1-4 15,0-1 5-15,1 0-2 0,-2-2-3 16,-2 0 1-16,0 0 3 0,0-1-9 0,-6 0-1 0,-1 0-6 16,-1-1-3-16,-4 1 0 0,-2 1-11 0,-2 2-16 15,-6-2-16-15,2 3-13 0,-2 1-22 0,-3 3-19 16,-1 1-14-16,2 1-24 0,4 2-31 0,1-1-31 15,0 4-28-15,2-1-103 0,3-2-328 0,7-3 147 16</inkml:trace>
  <inkml:trace contextRef="#ctx0" brushRef="#br0" timeOffset="144600.5">9429 12451 194 0,'1'-8'217'0,"0"0"-1"0,2 2-9 0,-2-1-18 15,-1 7-19-15,1-10-23 0,-1 10-12 0,0 0-20 16,0 0-5-16,0 0-6 0,9 21-8 0,-6-1-4 16,-6 9-8-16,-1 4-7 0,-3 2-5 0,0 9-10 15,1-8-4-15,-1-2-11 0,-4 0-21 0,5-1-23 16,1-1-21-16,1-4-30 0,1 1-27 0,3-12-18 16,0 2-28-16,3-9-11 0,1 2 4 0,-1-4-8 15,3 0-5-15,0-4 3 0,1-3-95 0,1-1-250 16,-8 0 820-16,18-7-430 0,-10 2 18 0,1-1 26 15,-2-2 22-15,1 1 20 0,-2-2 15 16,2 2 10-16,-1-2 5 0,-1 2 26 0,3 0 7 16,-4-2 3-16,3 2-2 0,-1-4-2 0,5 2 9 0,-2 0 7 15,-1 2-6-15,5-5 4 0,-2 5-3 0,-1 0 3 16,-1-1-11-16,1-1 2 0,4-1-1 0,-5 1-1 16,0 3 0-16,2-3 4 0,-5 1-1 0,1 1 4 15,1 3 0-15,-4-6-1 0,0 1-3 16,-1 1-4-16,-1 2 5 0,-2-1 0 0,-1 7-2 0,-1-12-2 15,1 12-4-15,-5-10-9 0,1 7-5 0,4 3-3 16,-16-1-4-16,5 2-5 0,-1 6-3 0,1 2-1 16,-3 1-2-16,0 3-7 0,1 3 0 0,-1-2-23 15,5 1-12-15,1 1-25 0,2 0-26 0,3 0-31 16,2 0-40-16,4-2-35 0,2-4-196 0,0 2-402 16,3-5 178-16</inkml:trace>
  <inkml:trace contextRef="#ctx0" brushRef="#br0" timeOffset="145191.34">10079 12636 158 0,'-1'-9'227'16,"1"9"-11"-16,-7-11-12 0,2 8-7 0,5 3-11 16,-15-6-20-16,7 7-10 0,-2 2-15 0,-1 3-10 15,-3 3-11-15,2 1-7 0,-2 3-12 0,2-2-10 16,0 4-9-16,1-2-8 0,2 0-6 15,8-2-7-15,-5 1-8 0,2-2-2 0,2 2-8 0,2-2-2 16,1 0-3-16,1-4-3 0,7 1-4 0,0-1-2 16,0-1-3-16,1-3-2 0,2-2-4 0,-1 0-1 15,3-2 3-15,-1-1-5 0,1-2 9 0,-2 2-9 16,3-7-1-16,-5 3-5 0,2-5 2 0,-3 2-2 16,-2-4 2-16,0 0-4 0,1-2 1 0,-3-3-2 15,0 0 2-15,0-6-3 0,-4 1 6 0,2-2-1 16,-1 0-8-16,1-1-2 0,-2 1 0 0,0 1-2 15,1-4 0-15,0 1 0 0,0 0 3 0,-1 9-1 16,0 1 0-16,-1 4 1 0,1 4 1 0,-1 10 0 16,2-14 1-16,-2 14-12 0,3-8 0 0,-3 8 11 15,0 0-10-15,0 0 1 0,8 32-3 0,-4-6 2 16,-2 5 4-16,-2 1-3 0,-2 3 3 0,2-1-1 16,-1 1-1-16,1-6-1 0,0 1 4 0,2-3 1 15,-1-2-1-15,2-6 0 0,0-2 3 0,-2-2-2 16,3-2 6-16,0-1-4 0,1-2-4 0,-2 0 3 15,3-5 3-15,1 1-1 0,0-2 2 0,3-2 0 16,0 0-1-16,0-4 1 0,2-2-3 0,-1-1 4 16,2 0 1-16,0-1-1 0,1-3-1 0,0-1-2 15,0-3 0-15,-1-1-1 0,-3-1 4 0,-1 1-4 16,0-1 2-16,-1 0-1 0,-5-1 0 0,1 5-1 16,-2 1 1-16,-2 1-4 0,0 9 4 0,-3-14-5 15,0 10 1-15,3 4-4 0,-7-7 5 0,7 7-5 16,0 0 0-16,-18 11 2 0,10-3 1 0,-1 3 0 15,0 2 0-15,0 1-17 0,0 1-14 16,2-1-37-16,0 4-41 0,4-4-40 0,0-2-42 0,3-1-20 16,0 1-19-16,4-3-124 0,1 1-386 0,0-3 172 15</inkml:trace>
  <inkml:trace contextRef="#ctx0" brushRef="#br0" timeOffset="145567.37">10440 12730 92 0,'3'-9'143'0,"1"-4"-7"0,0 3 4 0,2-5-15 0,1 0 10 15,0-1-5-15,1-1-7 0,1 1 3 0,0 2-3 16,-1 4-2-16,2-3-9 0,0 6-8 0,-1-2-7 16,0 4-14-16,1 2-7 0,-2 2-5 0,2 2-7 15,2 3-4-15,-5 0-4 0,1 3-6 0,0 0-4 16,-1 2-8-16,0-1 1 0,-1 0-3 0,1 1-3 16,-2 0 0-16,1-1-7 0,-1 1 1 0,1-2 0 15,0-1-6-15,-1-2-3 0,2 1-1 0,2-2 4 16,-1-2-5-16,2 1 1 0,0-4-1 0,1 0-3 15,0-3 3-15,1 0-6 0,-2 1 2 0,-1-1-1 16,-2-4 1-16,0 3-4 0,-1-3 2 0,1 1-3 16,-1-2 3-16,-1-1-1 0,-1 1-1 0,-1-1-1 15,-2-1-4-15,1 2 5 0,-2-2 1 0,3 2 0 16,-2 3 4-16,-1 7 4 0,-1-11-1 0,1 11-4 16,3-8-3-16,-3 8-1 0,0 0-3 15,0 0-3-15,0 0 4 0,0 0 1 0,0 0-4 0,-9 29-1 16,6-14 1-16,-2 2-6 0,0 0 9 0,0 1-2 15,0-1 2-15,-1 0-9 0,1 2-14 0,-1-4-15 16,0 1-35-16,1-1-32 0,2-3-31 0,0-1-41 16,2 0-42-16,-1-1-145 0,2-10-387 0,-3 11 172 15</inkml:trace>
  <inkml:trace contextRef="#ctx0" brushRef="#br0" timeOffset="145743.23">10932 12533 104 0,'2'-3'204'16,"-2"3"3"-16,0 0-10 0,0 0-11 0,0 0-16 15,0 23-9-15,-1-14-19 0,-2 4-13 0,1 2-11 16,-1-5-11-16,-2 6-29 0,0 1-32 0,-1-7-40 16,2 1-62-16,0 0-41 0,0-1-187 0,-1-2-308 15,-1 0 137-15</inkml:trace>
  <inkml:trace contextRef="#ctx0" brushRef="#br0" timeOffset="145905.07">10834 12343 106 0,'0'0'93'0,"0"0"-31"0,0 0-33 0,0 0-49 0,-7 19-25 15,7-19-49-15,0 15 21 0</inkml:trace>
  <inkml:trace contextRef="#ctx0" brushRef="#br0" timeOffset="146111.29">11141 12365 22 0,'0'0'221'15,"1"-5"-13"-15,-1 5-18 0,0 0-22 0,0 0-12 16,0 0 7-16,0 0 1 0,0 0-6 0,7 19-13 15,-6-8-6-15,-1 0-8 0,-1 2-3 0,1 4-18 16,1 1-7-16,-3 0-14 0,0 1-8 0,1 0-10 0,0 1-4 16,-1 4-8-16,2-7-14 0,-1 2-17 0,-3-3-24 15,3 0-21-15,-3-5-32 0,2 1-23 0,-1 0-28 16,1-2-14-16,0 0-28 0,1-1-32 16,-2-2-22-16,3-7-102 0,-7 8-322 0,7-8 142 15</inkml:trace>
  <inkml:trace contextRef="#ctx0" brushRef="#br0" timeOffset="146443.73">11099 12554 115 0,'5'-9'123'0,"-5"9"-7"0,8-4 1 16,-4 2-8-16,-4 2 0 0,11-2 1 0,-11 2 3 0,11 4-10 16,-4 0 2-16,-1 0-3 0,1 0-7 0,-2-1-6 15,5 3-12-15,-4-3 4 0,2 4-2 0,-1-4-2 16,3 1-2-16,-4-1-7 0,3 1-1 15,0-1-7-15,1-3-1 0,-1 2-1 0,-1-1-1 16,-8-1-3-16,14-1 4 0,-6 0-5 0,-1-2-3 0,2 1 0 16,-2-1-5-16,2-1-3 0,-2 1-2 0,1-1-3 15,-3-1-1-15,0 2 1 0,-5 3-3 0,9-5 0 16,-9 5-5-16,9-4-10 0,-9 4-4 0,0 0-1 16,9 0 5-16,-9 0 3 0,4 12 6 15,-3-2 4-15,-1 4 4 0,1 0 16 0,-2 3-3 0,0 2-7 16,-2 1 1-16,-1-1-6 0,0 6-4 0,1-6-4 15,-4 1-2-15,2-3 0 0,2 2-9 0,-4 0-22 16,2-2-23-16,-3 0-35 0,3 0-41 0,-1-2-49 16,2-3-75-16,-5 2-228 0,1-5-494 15,-1 1 219-15</inkml:trace>
  <inkml:trace contextRef="#ctx0" brushRef="#br0" timeOffset="147054.87">10400 11700 129 0,'0'0'152'0,"0"0"3"16,0 0-5-16,20 14-7 0,9-9-15 0,6 4-6 15,16 2-13-15,8-1-5 0,5-1-7 0,27 4-9 16,-26-3-7-16,26 3-8 0,-26-6-5 0,30 5-8 16,-5 1-5-16,-26-7-6 0,1 5-2 0,26 2-7 15,-27-4-4-15,2 3-1 0,-1-3 0 0,25 6-7 16,-35-7 0-16,4 3-2 0,-7-3 0 0,0 1-4 16,-14-2 0-16,0-1-10 0,0 1 4 0,-1-1-3 15,-4 2 1-15,-1-3-2 0,-1 0-1 0,-4 1-4 16,-8-2 1-16,0-1 1 0,-2 0-4 0,-4-1 3 15,-3 2-1-15,4-3 2 0,-5 2-4 0,-3-2 3 16,1 2 1-16,-1-3-1 0,-6 0 4 0,13 3-1 0,-7-3-3 16,-6 0 0-16,7 2 3 0,-7-2-4 15,0 0 1-15,0 0 0 0,9 1-1 0,-9-1 0 0,0 0-1 16,0 0-3-16,0 0 2 0,0 0 7 16,-14 13-1-16,3-8 4 0,1 1 4 0,-5 3 0 0,-3 0 4 15,0 3-1-15,-6 0 2 0,1 3-3 0,1 0 0 16,-1-2-4-16,5 0-1 0,-1-3-2 15,2 3 2-15,2-3-10 0,-3 3-23 0,3 0-35 16,1 0-42-16,3-6-46 0,1 0-59 0,3 3-155 0,3-5-384 16,-7 1 170-16</inkml:trace>
  <inkml:trace contextRef="#ctx0" brushRef="#br0" timeOffset="147248.68">12181 12011 1835 0,'0'-30'-8'15,"-5"3"68"-15,-4 0 31 0,-1 3 9 0,-1 2-16 16,-2 0-13-16,1 6-6 0,0 0 4 0,1 2-4 16,-3 1 5-16,5 3 1 0,0 2-1 0,-1 1-3 15,4 0-7-15,2 1-5 0,-1 1-9 0,1 1-10 16,4 4-17-16,-4-6-25 0,4 6-20 0,0 0-23 16,0 0-22-16,0 0-34 0,0 0-39 0,22 12-42 15,-4-4-205-15,1-3-421 0,0 1 187 0</inkml:trace>
  <inkml:trace contextRef="#ctx0" brushRef="#br0" timeOffset="147867.11">12868 12327 90 0,'0'0'169'15,"-12"0"-1"-15,12 0 1 0,0 0-2 0,0 0-4 16,0 0-9-16,0 0-12 0,0 0-15 0,0 0-9 15,0 0-9-15,0 0-7 0,25-23-9 0,-11 13-9 0,1 1-7 16,4-4-5-16,-2 0-6 0,4-2 1 0,-3 4-7 16,-3 0-3-16,0 0-8 0,0-2-5 15,-6 1-3-15,2-2-5 0,-2 4 0 0,-2-6-5 16,-1 2-9-16,-1 3 6 0,0-2-5 0,-3 3-3 16,0-1-2-16,0 1-4 0,0 2-1 0,-2 8 3 0,0-12-3 15,1 5-3-15,-1 7-4 0,0 0 0 16,-1-9-3-16,1 9-3 0,0 0 4 0,0 0-5 15,0 0 2-15,0 0-2 0,-6 25-1 0,-1-14 1 16,0 3 2-16,0 2-1 0,3-4 2 0,2 0 2 0,-3 5 1 16,5-5 0-16,-2 0 2 0,4 0 0 0,1 4 4 15,1-5 2-15,0-1-4 0,3-1-3 0,3 1 3 16,0-3-9-16,3 0-24 0,2 1-29 0,-3-4-37 16,3 1-48-16,0-3-42 0,-1 0-200 0,-1-2-411 15,-1 0 182-15</inkml:trace>
  <inkml:trace contextRef="#ctx0" brushRef="#br0" timeOffset="148023.04">13155 11932 63 0,'0'0'139'0,"0"0"-33"0,0 0-24 16,14 23-40-16,-9-13-30 0,3 3-43 0,-3 4-39 0,4 1-74 15,5 4 33-15</inkml:trace>
  <inkml:trace contextRef="#ctx0" brushRef="#br0" timeOffset="148567.4">13362 12269 189 0,'0'0'219'0,"0"0"-10"15,0 0-9-15,0 0-7 0,-2-26-19 0,2 16-11 16,2 4-8-16,1-3-15 0,-1-2-12 0,2 0-9 15,2 0-12-15,0 1-6 0,0-5-11 0,1 4-4 16,-1-1-8-16,3-1-8 0,1 3-8 0,-1 3-6 16,-3-2-5-16,-2 5-8 0,4-1-7 0,-2 1-3 15,-1 2-5-15,-5 2-3 0,0 0-3 0,18 4 1 16,-11-1-8-16,-3 2-1 0,3 4 0 0,1 0-2 16,-3 1-1-16,-2-1-3 0,3 2 0 0,-3-3 4 15,3 3-3-15,-2-4 1 0,2 3 0 0,0-3-4 16,1-2 3-16,-1 0 3 0,1-1-1 0,5-3-2 15,-2-1 3-15,1 0 1 0,3 0-1 0,-3-3-4 16,3 0 3-16,-1-1-1 0,-2-2 0 0,1 0-1 16,1 0-2-16,-3-2 2 0,-1 3-6 0,1-4 2 15,2 2 0-15,-3-2 2 0,0 0-2 0,-3 2 1 16,4-4-3-16,-2-3 6 0,-3 3-8 0,-1 0-1 16,1-1 1-16,0 1 0 0,-5-1-3 0,4 2 4 15,-4-3-4-15,0 2 5 0,2 0-2 0,-4 1-5 16,2 10 1-16,0-14 7 0,0 7 0 0,0 7 4 15,0-8-5-15,0 8 4 0,-2-9-6 0,2 9-1 0,0 0 0 16,0 0-2-16,0 0 0 0,0 0 6 0,0 0-4 16,0 0 1-16,0 0-2 0,0 0 1 15,-2 31 6-15,2-21-9 0,0 0 1 0,0 0 0 16,0 1-1-16,-2-1 9 0,-1 0-8 0,2 1-1 16,1 1-3-16,-2-2 6 0,2 0-2 0,-4 2 2 0,2 0-2 15,2-3 5-15,-4 2-4 0,4-2 1 16,-3 2 7-16,1 0-6 0,0-2-1 0,0 1-1 15,0-1-1-15,0-2 0 0,-2 0-19 0,2 0-13 16,0 1-17-16,-2-1-18 0,4-7-31 0,-5 9-39 0,3-4-39 16,-2 0-34-16,2 2-177 0,2-7-419 0,-12 6 186 15</inkml:trace>
  <inkml:trace contextRef="#ctx0" brushRef="#br0" timeOffset="150973.31">14000 11867 95 0,'0'0'175'0,"0"0"-12"0,-2-12-10 16,2 12-18-16,0 0-13 0,0 0-15 15,0 0-4-15,0 0 4 0,0 0-6 0,0 0-8 16,-7 32 0-16,4-16-11 0,-1 3-2 0,0-1-6 15,2 1-6-15,-5 0-3 0,2 1-6 0,1-1-11 0,4-1-5 16,-3 0 0-16,1-2-5 0,0 3-2 16,0-3-5-16,0 1 2 0,2-2-7 0,0-3-16 15,-2 0-31-15,2 1-19 0,-2-1-27 0,1 1-32 16,-1-3-36-16,0 0-22 0,-2-1-121 0,-4-1-300 0,4 0 133 16</inkml:trace>
  <inkml:trace contextRef="#ctx0" brushRef="#br0" timeOffset="151343.93">13959 12039 90 0,'10'-3'121'0,"-1"0"-6"0,4 2-8 16,1 1 7-16,-3 1-20 0,3 2 17 16,-1 1-9-16,2 3-5 0,1 0-2 0,-1 1 1 0,-1 2-7 15,-1 1-8-15,-5-3-11 0,1 2-2 0,-3-1-5 16,1 0 0-16,-3-1-3 0,0 0-3 0,-2 0-5 15,-2-2 2-15,0-6 1 0,0 13-1 0,0-13-1 16,-8 10-2-16,6-7 7 0,2-3-2 16,-7 6 2-16,7-6 3 0,-8 1-3 0,8-1-8 0,0 0 1 15,0 0-9-15,-7-15 0 0,7 15-8 0,0-14-3 16,5 4-4-16,-1-1-6 0,5 1 7 0,-1-5-10 16,6-2-2-16,1 3-1 0,4-4-4 15,-6 5 3-15,5 1-6 0,-5 0 4 0,3 2-4 0,-2 3-5 16,-3 1-1-16,2 2 1 0,-3 0-2 0,-1 1-1 15,-1 3 0-15,-8 0 1 0,15 4 2 0,-11 0-4 16,3 1-1-16,-4 0 1 0,0 3 0 0,1 1 1 16,-1-1 0-16,-6 3 0 0,6-2-8 0,-6 3-16 15,-1-1-29-15,0 1-33 0,-1-2-48 0,1 2-41 16,-6 2-202-16,6-5-408 0,-3 4 181 0</inkml:trace>
  <inkml:trace contextRef="#ctx0" brushRef="#br0" timeOffset="151525.34">14363 11909 138 0,'0'0'134'0,"6"-2"-22"0,-6 2-8 0,0 0-26 15,17 7-17-15,-8-2-25 0,3 1-21 0,3 1-23 16,4 0-15-16,-2 0-19 0,10 1-12 0,0-3-39 0,3 1-99 15,-4-3 45-15</inkml:trace>
  <inkml:trace contextRef="#ctx0" brushRef="#br0" timeOffset="151697.59">14616 11972 296 0,'19'0'-12'0,"-4"0"16"0,-5-1 24 0,1-1 18 16,-5 1 13-16,-6 1 8 0,8-6 4 0,-8 6 9 15,1-6 19-15,-1 6-1 0,0 0 3 0,0 0-1 16,-19-7-3-16,10 8 7 0,-3 0-8 0,0 2-1 0,0 2-1 16,-4 5 3-16,-1-1-6 0,1 1-6 15,5 1-1-15,-1-1-7 0,5 0-6 0,1 1-5 16,-1 0-8-16,1-2-1 0,4 3-9 0,-1-1-3 15,1 1-5-15,4-2-2 0,3 0-12 0,-3 0-18 0,7-1-30 16,-1 0-25-16,2-1-28 0,1 0-29 0,4-1-27 16,4 0-27-16,1-2-27 0,0-1-97 15,2-1-306-15,5-3 135 0</inkml:trace>
  <inkml:trace contextRef="#ctx0" brushRef="#br0" timeOffset="152233.2">14989 12011 179 0,'0'-10'178'0,"0"1"-3"0,0 9-5 0,-8-12-5 16,4 7-8-16,2-1-10 0,2 6-11 0,-9-5-10 0,9 5-11 16,-17 2-5-16,7 1-3 0,-3 6-8 0,-3 1-2 15,2 1-6-15,0 3-8 0,1-1-8 0,-1 1-8 16,5-1-5-16,1-4-6 0,4 2-7 0,0 2-2 16,1-4-5-16,0 1-4 0,6-1-5 0,0 0-3 15,0-3-1-15,2-2-3 0,3 0-1 0,2-1-2 16,-1-3-1-16,2 1-2 0,0-3-1 0,3-4-2 15,-4 2 0-15,1-4-4 0,0-1 1 0,-1 0-3 16,-3-5-2-16,2-2 6 0,-2 2-5 0,-2-2-2 16,-1-5 0-16,-2 2 0 0,0-6 2 0,3-3-7 15,-8 0 5-15,3 0-6 0,3-1 3 0,-2 1-3 16,-1 2 2-16,1-3-4 0,1 2 2 0,-4 12 1 16,4-1 6-16,-2 6 4 0,0 3 1 0,0 0-7 15,0 7-3-15,0-10-3 0,0 10-2 0,0 0 0 16,0 0 3-16,0 0-2 0,0 29 3 0,-2-11-5 15,0 10 4-15,-3 1-2 0,5-1 0 0,-2 0 0 16,2-3 0-16,2 1 0 0,-2-5-3 0,6-3 3 16,-2 0 0-16,0-1 1 0,3-1 5 0,1-3-4 15,0-3 2-15,-1 0-3 0,1-1 5 0,2-3-3 16,2 1 4-16,-1-3-1 0,5-1-2 0,-4-2 1 16,1-2-2-16,1-2-1 0,-1 0-1 0,5-4-6 15,-4 0 3-15,-3 0-1 0,2-5-2 0,-5 2 0 16,3-3 0-16,-2-2 1 0,-3 4-1 0,-1-4 1 15,-2 4 0-15,-3 0-1 0,-2 2 3 0,2 1-2 16,0 8 0-16,-4-11-3 0,-1 8 0 0,5 3-1 16,-12 1 2-16,12-1 1 0,-19 13-3 0,8-3 2 15,-2 2 0-15,2 1-14 0,0 3-23 0,1-2-29 16,1 2-41-16,4 0-50 0,1-1-25 0,2-3-23 16,2 0-147-16,0-1-387 0,6-3 170 0</inkml:trace>
  <inkml:trace contextRef="#ctx0" brushRef="#br0" timeOffset="152589.56">15288 12036 138 0,'5'-10'176'16,"1"-5"-16"-16,1 1-10 0,-2 2-5 0,3-2-2 15,-1-1-5-15,-2 4-12 0,1 2-4 0,0 0-5 0,-2 2-4 16,2 0-11-16,-1 1-7 0,0 0-14 0,-5 6-6 16,9-5-8-16,-3 3-8 0,-6 2-5 15,13 4-6-15,-6-1-3 0,-1 0-4 0,2 1-4 16,-2 1 1-16,1 0-6 0,-1-2-2 0,2 2-3 0,1 1-2 15,-3-2 0-15,2-1-2 0,-2 1 1 16,3-3-3-16,-1 0-3 0,-8-1 2 0,18-1-7 0,-7-2-2 16,2 1 3-16,-4-1 0 0,3-3 0 15,-2-1 1-15,-3 3 2 0,1-4-1 0,-2 0 5 0,1-1-1 16,-2 0-1-16,-1-1 0 0,1 0-3 0,-3 1 2 16,0 2 0-16,-1-2 6 0,-1 9 1 0,0-10 3 15,0 10-5-15,1-9 0 0,-1 9-8 16,0 0-4-16,0 0-2 0,0 0 1 0,0 0-2 0,0 0 0 15,0 0-2-15,-11 24 0 0,7-13 2 0,-3 5-2 16,2-4 0-16,0 2-1 0,0 3-7 0,-3-2-10 16,3 1-21-16,2 1-29 0,-2-5-27 0,3 3-29 15,-1-5-48-15,1 1-19 0,2-3-40 0,-1 3-124 16,1-5-376-16,0-6 166 0</inkml:trace>
  <inkml:trace contextRef="#ctx0" brushRef="#br0" timeOffset="152769.81">15705 11911 145 0,'3'-11'195'0,"0"0"7"16,-2 4-3-16,1 0-10 0,-2 7-15 0,1-10-16 15,-1 10-18-15,1-6-12 0,-1 6-15 0,0 0-10 16,0 0-8-16,0 0-5 0,0 0-10 0,-4 26-5 16,2-15-4-16,-2 0-8 0,0 1-8 0,0-1-31 15,0-1-25-15,-1 1-34 0,2 0-43 0,-1-1-46 16,0-1-39-16,2 0-154 0,0-4-342 0,-1 0 151 15</inkml:trace>
  <inkml:trace contextRef="#ctx0" brushRef="#br0" timeOffset="152927.27">15613 11649 47 0,'0'0'95'0,"0"0"-17"15,0 0-17-15,0 0-27 0,15 13-14 0,-5-4-22 16,0-2-20-16,7 5-31 0,1-5-55 0,1 0 25 16</inkml:trace>
  <inkml:trace contextRef="#ctx0" brushRef="#br0" timeOffset="153106.84">15867 11694 21 0,'8'-7'173'0,"-2"0"-1"16,-4 2-2-16,1-3-1 0,1 2 4 0,-4 6 0 15,4-8-8-15,-4 8-18 0,2-6-18 0,-2 6-14 16,0 0-11-16,0 0-8 0,0 0-1 0,3 22-4 15,-4-6-4-15,-1 2-9 0,1 2-8 0,0 4-2 16,-3 2-7-16,0 1-7 0,-2 0-5 0,-1-1-17 16,5-8-13-16,-2 0-21 0,1 0-17 0,2-5-21 15,0 2-14-15,-2-4-22 0,2-1-21 0,-2-2-20 0,2 0-33 16,0-2 3-16,1-6-7 0,-2 10-1 0,2-10-95 16,0 0-272-16,0 0 121 0</inkml:trace>
  <inkml:trace contextRef="#ctx0" brushRef="#br0" timeOffset="153325.57">15851 11988 628 0,'0'0'-40'16,"0"0"12"-16,16-22 17 0,-11 14 13 0,1 0 12 15,1-1 6-15,-1 3 17 0,2-1 2 0,-3 1 13 0,0 2-1 16,0-1-2-16,0 1-3 0,-5 4-4 0,12-6 11 16,-7 4-3-16,-5 2 2 0,11-3-6 0,-11 3 8 15,9-1-12-15,-9 1-1 0,13 3 1 16,-7-2 1-16,-6-1-6 0,9 4 5 0,-5 0-1 0,3 0 10 16,-1 2 2-16,0 0 5 0,1 1-5 0,-1 0 1 15,-2-1-3-15,1 4-3 0,-1-2-3 0,0 4 1 16,-2-1-7-16,-2 2-1 0,4 2-3 15,-2 1-6-15,-5-1-5 0,0 2 2 0,2 2-4 0,-1-2 1 16,-1 0-10-16,-2 0-13 0,2 1-16 0,0 0-26 16,-3 1-34-16,3-2-32 0,-4 1-43 0,-2-1-143 15,2 0-317-15,-4-2 140 0</inkml:trace>
  <inkml:trace contextRef="#ctx0" brushRef="#br0" timeOffset="160577.7">6884 13726 174 0,'-5'-9'184'15,"3"3"-9"-15,-1-1-4 0,0 1-5 0,3 6-12 16,-4-11-17-16,4 11-12 0,-2-5-21 0,2 5-10 16,0 0-11-16,0 0-7 0,0 0-10 0,0 0-4 15,0 0-4-15,-4 22-3 0,4-5-8 0,0 3 1 16,-3 5-5-16,2 3 7 0,-1 1-8 0,-2 1-23 16,-1 0 0-16,2 1 5 0,-2 2-7 0,0-4 0 15,1-1 1-15,-5 1 0 0,5-4-1 0,-1 2-2 16,1-3-3-16,-1 0 0 0,0-7 0 0,1 0-4 15,1 2 1-15,0-7-1 0,1 4-2 0,-2-1-21 16,1-4-17-16,0-2-27 0,1 1-35 0,-1-3-22 16,2-3-13-16,1-4-3 0,-1 9-1 0,1-9-6 15,0 0-111-15,-3 7-270 0,3-7 120 0</inkml:trace>
  <inkml:trace contextRef="#ctx0" brushRef="#br0" timeOffset="160811.34">6801 13947 16 0,'5'-10'82'0,"4"0"-4"0,1 2 2 0,3-3 11 16,-3 4-13-16,8 0 8 0,-6 2-15 0,2 2-6 15,2 3 6-15,-2 3 2 0,-2-2-6 0,1 4 1 16,-2 0-10-16,0 3-9 0,-5-3 2 0,3 6-3 16,-7-1-4-16,0 4 4 0,-4 0-3 0,0-1 1 15,-5 2-6-15,-1 0 0 0,-3 1 0 0,0-1-9 16,-3-2-8-16,-2 0 4 0,1-2-2 0,1-1 2 15,-3 1-7-15,3-3-3 0,3 1-18 0,2-5-17 16,-1 2-24-16,2-2-29 0,-1-1-22 0,4 0-23 16,5-3-95-16,-9 4-228 0,9-4 100 0</inkml:trace>
  <inkml:trace contextRef="#ctx0" brushRef="#br0" timeOffset="161085.59">7066 14125 13 0,'0'0'103'0,"0"0"-15"0,5 6 0 16,-5-6 1-16,5 8-8 0,-1-6 7 0,-4-2 3 15,10 2-3-15,-10-2-2 0,15-3-8 0,-7 0 0 16,2 0-2-16,2-1 0 0,-3-1-9 0,1-3-1 16,0 2 5-16,-2 0 7 0,-1-4-2 0,0 1-3 15,-1 0-9-15,-2-2 4 0,0 0-6 0,-3 0 2 16,-1 1-5-16,-3-3-7 0,0 3-2 0,-2 0-7 15,0 0-4-15,-2 1-5 0,1 2-4 0,-3 1-5 16,1 4-2-16,-2 1-3 0,0 2-2 0,-3 0-20 16,1 4-20-16,0 1-15 0,1 1-25 0,1 2-34 15,0 3-32-15,1 2-41 0,1-1-113 0,3-1-305 16,1-3 136-16</inkml:trace>
  <inkml:trace contextRef="#ctx0" brushRef="#br0" timeOffset="161485.31">7409 13782 99 0,'0'0'126'0,"0"0"2"0,21 18-3 15,-12-4-4-15,-3 3-6 0,1 7-2 0,0 3 0 16,-2 2-20-16,2 0-5 0,-5-1-5 0,-2 3-10 16,-2 1-8-16,-2-4-9 0,0 4-2 0,-1-3-5 15,1-1-3-15,-5-3-8 0,-2 0-18 16,-2 1-19-16,-2-1-23 0,0-1-22 0,-5-2-29 16,1-2-27-16,-5 1-129 0,1-3-246 0,-4-2 109 0</inkml:trace>
  <inkml:trace contextRef="#ctx0" brushRef="#br0" timeOffset="161756.28">6222 13898 39 0,'-18'23'154'0,"2"2"-13"0,2 6-8 0,3 3-9 15,4 2-14-15,3-3-4 0,1 3-8 0,6 0-10 16,1-2-17-16,2 2 2 0,6-5-11 0,3-2 0 16,4 5-13-16,0-6-25 0,5-2-24 0,3-1-31 15,3-2-28-15,9 6-27 0,-7-10-107 0,2-6-210 16,0 1 93-16</inkml:trace>
  <inkml:trace contextRef="#ctx0" brushRef="#br0" timeOffset="162265.37">7772 13797 126 0,'0'-10'181'0,"0"10"-21"0,0 0-11 16,0-7-7-16,0 7-5 0,0 0 1 0,0 0-6 16,0 0 1-16,-2 34-11 0,2-14-13 0,-1-1-17 15,-1 5-12-15,2-3-8 0,-2 4 0 0,2 1-11 16,0-2-2-16,0 1-5 0,0 2-4 0,0-6-3 15,-2-3-4-15,1 8-5 0,0 0-3 0,-2-1-2 16,-1-6-4-16,2 2-3 0,-1-4-4 0,-3 3-1 16,3-3-1-16,0-2-2 0,0-3-3 0,0 1 0 15,1-4 0-15,-1-1-1 0,3-2-2 0,-2 0-5 16,2-6 6-16,-2 11-4 0,2-11 8 0,0 0 2 16,-1 7 6-16,1-7 6 0,0 0-5 0,0 0 3 15,0 0-2-15,0 0-2 0,0 0 0 0,0 0-4 16,0 0 2-16,0 0-8 0,0 0 9 0,0 0-10 15,9-24-4-15,-6 17 1 0,2 2-3 0,0-4 2 16,2 0-5-16,0 1 1 0,1-1-1 0,-1 3 0 16,3-2-1-16,-1 0 0 0,1 0 0 0,1 1-4 15,-1 0 4-15,4-2 0 0,2 0-1 0,-6 3-3 0,2 0 2 16,1 1-1-16,-4-1-3 0,1 3 3 16,-2 0-1-16,2 1-11 0,-2-1-16 0,-2 2-21 15,-6 1-27-15,13-2-30 0,-13 2-45 0,9 2-31 16,-9-2-204-16,3 8-418 0,-3-8 185 0</inkml:trace>
  <inkml:trace contextRef="#ctx0" brushRef="#br0" timeOffset="162483.07">7747 14318 1478 0,'-17'-6'57'15,"11"2"35"-15,-2-1-41 0,-2 0 3 0,2-1 6 16,-2 0 1-16,0 2 3 0,1-2 1 0,-3-1 2 15,0 2 4-15,-3-2 4 0,1 3 4 0,-2-4 2 16,-1 2-7-16,3-2-5 0,0 2-2 0,5 2-7 16,-1-1-2-16,0 1-5 0,3-1-8 0,2 3-4 15,5 2-6-15,-10-7-25 0,10 7-25 0,-6-5-33 16,6 5-39-16,0 0-43 0,0 0-48 0,0 0-49 16,15-10-137-16,-4 9-394 0,2-2 175 0</inkml:trace>
  <inkml:trace contextRef="#ctx0" brushRef="#br0" timeOffset="163335.57">8197 14166 154 0,'0'0'183'15,"0"0"-11"-15,0 0-15 0,0 0-7 0,0 0-12 16,-4-14-14-16,4 14-8 0,0 0-9 0,8-7-14 15,-3 5-7-15,2-2-11 0,1-2-4 0,1 1-8 16,2-2-4-16,0-3-3 0,-1 3 0 0,1 1-4 16,0-7-3-16,-4 4-3 0,1 1 8 0,-2-1-6 15,1 1-3-15,-2 1 0 0,-3 0-3 0,0 1-4 16,-2 6-3-16,1-13-4 0,-1 13-4 16,-1-9-3-16,1 9-4 0,-6-8-2 0,1 5-4 0,5 3-1 15,-16-2-2-15,6 4 0 0,-1 2-5 0,0 1 2 16,1 1-7-16,-6 2 6 0,6-1-4 0,-2 4 3 15,0 3-2-15,3-1 0 0,1 1-3 0,2 1-2 16,1-2 1-16,1 2 1 0,1-3 2 0,3 1-3 16,3 3 2-16,-2-5 1 0,3 0 1 0,1-1 2 15,1 1-2-15,3-2 0 0,0-1-2 0,4-3 1 16,0 0-2-16,3-3 2 0,4 1-2 0,0-2 4 16,0-2-1-16,-1-1 3 0,0-1-1 0,0-2 0 15,0 1 0-15,-1 0 0 0,-1-3-1 0,-2-2-2 16,-1 0 2-16,2 2 1 0,-5-1-4 0,-2-1-1 15,-1 0 2-15,0-1 0 0,-1 0-3 0,-1-2 5 16,0 3-3-16,-2-1 2 0,0 0 0 0,0 2-3 16,-2 1 0-16,1 2 1 0,-3 5-2 0,3-7 4 15,-3 7-6-15,3-7-5 0,-3 7 1 0,0 0 1 16,0 0 2-16,0 0-2 0,0 0 1 0,0 0-1 16,0 0 6-16,-3 30-1 0,1-19-1 0,0 1 1 15,-2 3 0-15,1 1 2 0,1-4-4 0,0 3 4 16,1-2 0-16,0-1 2 0,1 0 2 0,-1-1-3 15,1 1 2-15,0-3 1 0,-2 0-6 0,2 0 4 16,-1 1-1-16,-1-2 1 0,-1-1-4 0,2 0 2 16,-3 2-17-16,3-3-15 0,-3-1-21 0,0 0-35 15,4-5-35-15,-8 11-47 0,3-6-197 0,-1-3-393 16,-1 1 175-16</inkml:trace>
  <inkml:trace contextRef="#ctx0" brushRef="#br0" timeOffset="166391.29">9395 11577 38 0,'0'0'102'0,"0"0"-16"0,0 0 6 16,0 0-8-16,-9 2-10 0,9-2-10 0,-5 3-4 15,5-3-9-15,-7 2-1 0,7-2 2 0,-9 3-15 16,2-1 3-16,7-2 0 0,-14 5-1 0,7-3-2 16,0 0 2-16,-1 1 0 0,-3-3-4 0,3 3 4 15,-1 1-10-15,2-2 6 0,-3-1 2 0,10-1-3 16,-13 3 5-16,6 0-4 0,-1-2-1 0,1 1 0 15,7-2 0-15,-12 2-5 0,12-2 3 0,-11 1 4 16,11-1-4-16,-8 2-2 0,8-2 7 0,0 0-1 16,0 0-5-16,0 0 3 0,0 0-7 0,26 2 0 15,-9-2 5-15,12-2-6 0,5-1 1 0,3 1-6 16,16-5 2-16,3 1 2 0,3 0-2 0,0 2-2 16,-1-6 0-16,1 5 3 0,-3-2-3 0,-4 4-3 15,-1-4-3-15,-12 6 4 0,2-1-8 0,-4-2 5 16,-2 0-4-16,-3 1 4 0,-2 0-4 0,-7 1 3 15,-2 1 0-15,-2-1-9 0,-4 2 0 0,-2-2 5 16,-2 2-4-16,0 0-2 0,-11 0 0 0,13 0 4 16,-13 0-3-16,9 0 0 0,-9 0 2 0,7 2 2 15,-7-2-2-15,0 0 2 0,0 0 2 0,0 0-6 0,0 0 1 16,-25 10-2-16,11-7 1 0,1 1-1 16,-7 1 0-16,0-2 2 0,-7-2-10 0,-1 5-3 15,1-3-2-15,1 0-6 0,-2 1-6 0,0 0-9 16,1 1 4-16,-3 1-2 0,2-3 0 0,0-1 0 0,-2 2-1 15,0 1-1-15,-1-2 10 0,2-1-3 0,-3 0 2 16,0-1 0-16,-1 3-2 0,1 0 1 16,1-4 11-16,-2 2-2 0,5-2-5 0,-2 1 7 15,2 1 3-15,6-1 0 0,0-1 1 0,1 0 1 0,1-1 2 16,1 1 0-16,0-2 2 0,-1 1 4 0,2 1 6 16,0 0-4-16,4 0 6 0,1 0 7 15,4 0 1-15,9 0 5 0,-15 1-6 0,15-1-2 0,-9 0-4 16,9 0 3-16,0 0 1 0,0 0 1 0,0 0-3 15,0 0-3-15,35-3 3 0,-14 3 2 0,13-2-2 16,1 1 1-16,5-3-6 0,14-1 4 0,-1 1-3 16,2 3 1-16,-3-2-4 0,1-2 2 0,2 1-2 15,-4-1-2-15,2 0 0 0,-14 3 1 0,12 0 0 16,-12 0 2-16,-3-1-5 0,2-1 0 0,-2 3-9 16,-4-1 12-16,-2 4-1 0,0-4-1 0,-12 2 1 15,2 0-5-15,-6 0 0 0,0 0 0 0,-2 0 1 16,0 0 0-16,-4 2 1 0,-8-2-6 0,12-2 1 15,-12 2 2-15,10 0 2 0,-10 0 2 0,0 0 0 16,0 0-2-16,0 0 1 0,0 0 3 0,0 0-5 16,0 0-1-16,-23 7 1 0,12-4 1 0,-6-4 1 0,1 1 2 15,-4 3-6-15,-2-3 3 0,-7 2 2 16,1 1-1-16,0-1 2 0,-2-2-6 0,2 2-2 16,-3 0 2-16,1 1-2 0,-1-3 2 0,0 3 1 15,1 0-1-15,-1 0-3 0,-1 1 1 0,1 0-1 16,-3-1 2-16,1-1-1 0,0 3 3 0,-1-1-5 15,1-1 5-15,2 1 2 0,2 0-5 0,6-3 3 16,2 1 1-16,0 1-2 0,0-1-1 0,5 0 3 0,3-1 1 16,4-1-4-16,1 1 1 0,8-1 0 0,-11 1-2 15,11-1 8-15,0 0-5 0,0 0 1 16,0 0 1-16,28-2 5 0,3-3-6 0,6 1 4 16,16-5-4-16,2 0 3 0,4 0-1 0,1-1 2 15,0 2-7-15,0-1 6 0,-4 0-3 0,-3 4 3 0,-2-3 4 16,-14 1-5-16,0 3 3 0,-4-1 1 0,-2 3-4 15,-5 1 1-15,-6-1 0 0,-1 0 0 0,-7 1-3 16,-1 2 0-16,-2-2 0 0,-9 1-2 0,13 1 2 16,-9-1-1-16,-4 0 1 0,0 0 4 0,0 0-5 15,0 0-6-15,0 0 7 0,-20 9 1 0,7-6-4 16,-4-1-5-16,-4 0 3 0,-5 1 1 0,-5-1-3 16,-1-1 0-16,-1 0 1 0,-2 2-2 0,-1-2 1 15,-1 1 0-15,-2 4-2 0,-12-5 0 0,-2 4 2 16,14-2-5-16,-12 3 1 0,12-2 4 0,0-1 1 15,3 1 0-15,1-1-7 0,5 1 10 0,2-1 1 16,7 0-2-16,4-2 0 0,6 0 2 0,0-1-4 16,4 0 0-16,7 0 3 0,-8 4-2 0,8-4 1 15,0 0 5-15,0 0-2 0,0 0 4 0,40 4 1 16,-8-6 1-16,4 1 3 0,15-4-1 0,-11 2 1 16,11-1-1-16,1-2-2 0,-12 1 4 0,11-2-5 15,-14 4-1-15,0-2 2 0,-4 3-2 0,-1 1-2 16,-10 0 1-16,1 1 4 0,-7 0-2 0,-3-1-2 15,0 2-1-15,-3-1-1 0,-3 0 4 0,-7 0-1 16,11 0-5-16,-11 0 7 0,0 0-3 0,9-1-3 0,-9 1 4 16,0 0-1-16,0 0-1 0,-25 6-4 0,12-4 9 15,-8 2-3-15,1 0-5 0,-8 3 5 16,-2-4-4-16,1 1 2 0,-2 2 0 0,2 0-1 16,-1-4 1-16,0 3 0 0,2-1-2 0,-1 1 2 0,8-3-10 15,3 1 7-15,3 0 2 0,2-2-7 0,0 2 9 16,1-2-3-16,3 0-2 0,4 1-1 15,5-2 2-15,-8 1 2 0,8-1 1 0,0 0-3 0,0 0 5 16,0 0-1-16,34 3 9 0,-12-3-2 0,6-3 2 16,2 0-8-16,2 1 7 0,4-3-2 0,0 0 2 15,-3 1 0-15,2 0 0 0,-5-2-3 16,-1 3-2-16,1 1-2 0,-3-2-1 0,-5 3 4 16,-3-1 1-16,-2 1-8 0,-5 1-10 0,-1 0-15 0,-5 0-15 15,2 2-19-15,-1 1-28 0,-7-3-34 0,7 8-47 16,-9-1-127-16,2-7-321 0,-10 14 143 0</inkml:trace>
  <inkml:trace contextRef="#ctx0" brushRef="#br0" timeOffset="170575.33">9614 13868 2 0,'0'-10'121'0,"0"10"-9"0,0 0-2 0,0 0-4 15,0 0-12-15,0 0 1 0,13 21-9 0,-11-10-6 16,2 1-2-16,-3 0 1 0,3 4-16 0,-3 2-5 15,1-1-11-15,0 0 12 0,0 0-14 0,0 1 7 16,0-2-5-16,-1-5-5 0,0 1 1 0,0-2-2 16,3 1-6-16,-4 2 1 0,3-5-4 0,-3-2 6 15,0-6-8-15,1 10 5 0,-1-10 8 0,1 7 4 16,-1-7 7-16,0 0 2 0,0 9 6 0,0-9 0 16,0 0-1-16,0 0-5 0,0 0-1 0,0 0-5 15,0 0-2-15,0 0-8 0,0 0-2 0,0 0-2 16,0 0-7-16,-14-18 0 0,14 18-5 0,3-17 0 15,-1 5-5-15,3-2-4 0,2-2 5 0,0-1-7 16,4-1 0-16,5-2-7 0,-2-2 2 0,3 1 0 16,-4 6 1-16,1-1-3 0,5-3 1 0,-5 5-4 15,1 2 3-15,-1 2-4 0,-2 4-2 0,1 1-4 16,-3 1 3-16,0 3 0 0,2 2 1 0,-2 3-5 16,-2 0 0-16,2 3 3 0,-3 1 1 0,1 3 0 15,-1 2-1-15,-1 4-1 0,0-1 10 0,1 0-8 16,-4 2 1-16,0-1 0 0,0 2-1 0,-1-2 2 15,0-1-1-15,-2 2-3 0,2-2 3 0,-2-5 0 16,3 2-11-16,2 3-25 0,-4-6-38 0,0 0-11 16,2 0-45-16,-1-2-24 0,0-2-28 0,0 1-139 15,-2-7-346-15,4 8 153 0</inkml:trace>
  <inkml:trace contextRef="#ctx0" brushRef="#br0" timeOffset="170877.54">10052 14041 73 0,'0'0'112'0,"0"0"-2"16,0 0 12-16,0 0-2 0,0 0-4 15,0 0-10-15,0 0 2 0,0 0-15 0,5 27-4 0,-2-19-3 16,2-3-5-16,0 0-11 0,0 0 2 0,2-1 0 16,3-1-6-16,0-1-4 0,3-1-4 0,1-2-8 15,-1 0-5-15,5-3 3 0,-2-1-4 16,2-3 2-16,-1 2-2 0,-2-4 5 0,0 0 2 15,-6 2 0-15,0-1-1 0,-2-2-7 0,-1 1-3 16,-2 0-1-16,0-2 0 0,-4 2-2 0,-2 1-5 0,-3-1-9 16,-5 2 2-16,0 1-4 0,-8-1-4 0,0 4 0 15,-2-2-2-15,-2 6-6 0,-4 0 0 0,-3 3 0 16,9 3-8-16,-6 3-16 0,8-2-19 16,0 3-24-16,3 0-16 0,2 3-35 0,2 2-40 15,3-1-32-15,5 2-128 0,5-3-334 0,0-2 148 16</inkml:trace>
  <inkml:trace contextRef="#ctx0" brushRef="#br0" timeOffset="171380.48">10479 13720 137 0,'5'-3'135'0,"4"0"3"0,0 2-5 16,4 1-15-16,0 2 3 0,3 4-11 0,2 4-8 15,0 0-3-15,3 10-7 0,-2 0-2 0,-4 3-1 16,-1 1-1-16,-4 3-5 0,1 3-2 0,-5-3-31 16,-1 2 4-16,-4-2-9 0,-1 0-3 0,0-1-4 15,-2 0-2-15,-2-2-6 0,0-1 0 0,-1 3 0 16,-1-7-6-16,-2-1 2 0,-4 4-23 0,0-5-17 16,-5 6-19-16,-3-1-24 0,-3-3-29 0,-2 0-26 15,1-2-22-15,-5-2-131 0,0-1-287 0,0-3 127 16</inkml:trace>
  <inkml:trace contextRef="#ctx0" brushRef="#br0" timeOffset="171698.61">9559 13834 53 0,'-19'21'157'0,"0"3"-4"0,1 2-7 0,1 5-8 16,4-1-8-16,1 2-12 0,1 1-11 0,4 2-4 15,2-3-23-15,3-2-2 0,6 4-10 0,2-6 0 16,3-1-6-16,3 1-24 0,7-4-18 16,1-2-30-16,4 2-47 0,1-5-36 0,3 0-134 15,-3-3-245-15,3-3 109 0</inkml:trace>
  <inkml:trace contextRef="#ctx0" brushRef="#br0" timeOffset="172170.63">11110 13750 136 0,'-3'-6'211'15,"1"-1"-1"-15,2 7-12 0,-6-7-15 0,6 7-21 16,-5-8-17-16,5 8-12 0,0 0-15 0,0 0-8 16,0 0 7-16,-3 22-10 0,3-5-3 0,0 2-7 15,0 1-9-15,-1 6-5 0,0 0-9 16,1-1-2-16,0 0-24 0,0 0-9 0,0 1 5 0,0-6-10 16,1-2 1-16,-2 0-5 0,1 0-3 0,0 2-3 15,-2-4-5-15,0-3 0 0,2-2 1 0,0 4-2 16,-1-1-3-16,-1-3-7 0,1 1-28 0,0-1-31 15,-2-2-39-15,2 1-11 0,-4 0-60 0,1-4-41 16,-1 2-149-16,-1-3-379 0,-5-2 167 0</inkml:trace>
  <inkml:trace contextRef="#ctx0" brushRef="#br0" timeOffset="172395.23">11026 13773 91 0,'0'0'174'0,"0"0"0"0,0 0 3 16,0 0-9-16,0 0-15 0,0 0-18 0,-5 29-6 15,-1-14-16-15,-5-1-7 0,4 2-8 0,-4-1-11 16,5 0-10-16,-4 1-6 0,0-1-7 16,1-2-8-16,-3 0-1 0,5-1-24 0,-1-4-28 0,-1 0-35 15,1-1-26-15,2-1-24 0,2-2-31 0,-1 1-17 16,5-5-19-16,-9 1-84 0,9-1-253 0,0 0 111 15</inkml:trace>
  <inkml:trace contextRef="#ctx0" brushRef="#br0" timeOffset="172551.98">11039 13777 16 0,'6'-4'145'0,"-6"4"-2"0,11 0-6 16,-11 0-11-16,11 0 6 0,-11 0 2 0,11 6-9 15,-3-3-2-15,0 2-9 0,2 2-11 0,0 0-10 16,-1 3-6-16,5-2-11 0,-5 1-6 0,5 2-16 15,0 0-35-15,-1 4-37 0,4-5-50 0,-2 1-37 16,0-1-41-16,0 3-81 0,0-4-246 0,-4-3 110 16</inkml:trace>
  <inkml:trace contextRef="#ctx0" brushRef="#br0" timeOffset="173716.96">11480 14139 10 0,'0'0'164'0,"0"0"-6"0,0 0-3 15,0 0 1-15,0 0-14 0,0 0-3 0,0 0-12 16,0 0-2-16,0 0-6 0,0 0-5 0,-9-9-6 16,9 9-6-16,0 0-8 0,0 0-5 0,0 0-2 15,0 0-12-15,0 0-4 0,0 0-7 0,0 0-7 16,0 0-5-16,0 0-7 0,0 0-4 0,0 0-4 15,0 0-12-15,0 0 6 0,0 0-6 0,0 0 1 16,0 0-6-16,0 0 0 0,0 0-1 0,0 0-2 16,0 0 2-16,0 0-5 0,0 0-3 0,0 0 0 15,0 0-1-15,0 0 1 0,0 0 0 0,0 0-2 16,0 0-4-16,0 0 1 0,0 0 0 0,0 0 0 0,14-12 1 16,-14 12-6-16,0 0 2 0,6-3 0 15,-6 3-3-15,4-4 4 0,-4 4-2 0,0 0 1 16,0 0-2-16,0 0 2 0,0 0 1 0,0 0 0 15,0 0-2-15,0 0 0 0,7-4 0 0,-7 4 1 16,0 0-3-16,0 0 1 0,0 0 5 0,0 0-4 16,0 0 0-16,0 0-3 0,0 0 3 0,0 0 1 0,0 0-2 15,0 0 4-15,0 0-5 0,0 0 2 16,0 0-3-16,0 0 5 0,0 0-8 0,0 0 1 16,0 0 4-16,0 0 2 0,0 0-1 0,0 0 1 15,0 0-3-15,0 0 7 0,6-7-3 0,-6 7 0 16,6-5-3-16,-6 5 7 0,7-6-4 0,-3 2 3 15,-4 4 3-15,7-8-3 0,-2 4 1 0,1-3-3 16,-3 3 1-16,1-2-2 0,0 0 1 0,1-1 1 16,-1 1-3-16,1-1 2 0,-1 1-2 0,-2 0-1 15,1-1 1-15,-3 7 0 0,2-12-1 0,-2 7 2 16,0 5-5-16,0-9 4 0,0 9-3 0,-7-8 1 16,7 8-3-16,-9-5-1 0,9 5-1 0,-13 1 2 0,13-1 1 15,-15 6-3-15,3-3 2 0,2 4-1 16,-5 2-3-16,2 1 4 0,-1 0-3 0,2 3 3 15,1 0-1-15,0 0 1 0,0 2-5 0,2-1 4 16,5-2 0-16,-3-2 1 0,3 0-2 0,3 2 2 16,-1-1 1-16,4 0 1 0,-1-1 6 0,3-2-3 15,3 1-3-15,0-3-6 0,3-1 9 0,4-1 1 16,-1 0 0-16,5-1 0 0,-2-3 0 0,2 0-1 16,-1-3 0-16,1 1 3 0,-3 0-3 0,3-2 1 15,-5 0-2-15,5-3 4 0,-5 0 0 0,2-3 1 16,-1 0-2-16,1-1-1 0,-5 0 1 0,-1-1 1 15,0-1-4-15,-1 0 3 0,2-2-2 0,-6 1 0 0,0 2 1 16,0 0 2-16,-2 1 2 0,1 1 3 16,-1 1-3-16,0 4 8 0,-2 5-2 0,1-12 2 15,-1 12-2-15,1-8-5 0,-1 8-4 0,0 0-3 16,4-7-4-16,-4 7 2 0,0 0 1 0,0 0 0 16,0 0 0-16,0 0 4 0,-13 28-4 0,13-18-2 15,-5 1-2-15,1 0 0 0,3 2 3 0,-1 0-2 16,2 1 4-16,-2 0-4 0,2-3-1 0,0 2 5 15,0 3-4-15,0-3 2 0,0 2 0 0,0-2 0 16,0 1 0-16,-4 1 3 0,3 1-1 0,-2-3 3 16,0 2-1-16,-4 0-12 0,-2 1-15 0,0-1-20 15,-4 2-33-15,-3 2-35 0,3-3-54 0,-3-2-45 16,-4 4-180-16,6-5-422 0,-9-1 187 0</inkml:trace>
  <inkml:trace contextRef="#ctx0" brushRef="#br0" timeOffset="174699.58">12565 13704 25 0,'0'0'191'16,"0"-9"-19"-16,0 9-20 0,-2-9-19 0,2 9 2 15,0 0-4-15,0 0 5 0,0 0-1 0,0 0-1 16,8 35-7-16,-3-17-4 0,-5 7-2 0,0 1-9 16,0 0 8-16,0 2-9 0,-2-3-13 0,-1 1-2 15,1 0-7-15,-2 1-9 0,0-8-7 0,3 6-30 16,-1-6 5-16,0 0-9 0,-2-3-11 0,1 0 5 15,1 1-10-15,1-5 4 0,-1-1-5 0,2 2-12 16,0-3-24-16,0 0-24 0,-2-2-34 0,2-8-31 16,0 11-38-16,0-11-26 0,0 8-26 0,0-8-148 15,-4 5-367-15,4-5 163 0</inkml:trace>
  <inkml:trace contextRef="#ctx0" brushRef="#br0" timeOffset="175030.83">12520 13950 33 0,'18'-2'121'0,"2"2"-11"15,0-1 0-15,1 3-9 0,-1-1 5 0,-3 4-3 16,2 0-8-16,-2 1-4 0,-3-3-11 0,-5 4-8 16,3-2-5-16,-3 0-5 0,-1 1 1 15,-1 0 0-15,-2-2-8 0,1-1 2 0,1 1-8 0,-3 0-3 16,1 0-4-16,-5-4-2 0,9 4-4 0,-9-4 3 15,7 3 8-15,-7-3-1 0,0 0 1 0,9 0 0 16,-9 0 4-16,11-6-4 0,-4 3 4 16,-3-3-3-16,1 1-4 0,-1-3 9 0,0 1 1 15,-3-3-6-15,3 0-1 0,-2 3-4 0,-2-2-1 0,-4-1-2 16,1 1-6-16,-3-1-3 0,-1 1-3 0,-1 3-4 16,-2-2-1-16,1 3-4 0,-5 3-4 0,1-1-1 15,3 3-9-15,-4 4-12 0,5-1-19 0,-6 1-29 16,3 5-31-16,3 1-37 0,2-1-41 15,-2 4-47-15,0 2-109 0,2-4-346 0,5 1 153 0</inkml:trace>
  <inkml:trace contextRef="#ctx0" brushRef="#br0" timeOffset="175279.19">13270 13732 153 0,'2'-5'240'16,"-2"5"-28"-16,5-6-24 0,-5 6-13 0,0 0 11 16,0 0-3-16,16 11-8 0,-12-2-15 15,1 3-5-15,1 6-10 0,-2 0-6 0,-1 6-9 16,1 0-10-16,1 1-16 0,-4 1-6 0,1-1-12 0,0-1-7 16,-2-3-10-16,0-3-6 0,2 2-8 0,-4-1-8 15,2 0-23-15,0-2-23 0,0 0-32 16,-2 0-32-16,0-4-48 0,2 0-44 0,0-4-47 15,-1 1-203-15,1-1-437 0,-2-1 193 0</inkml:trace>
  <inkml:trace contextRef="#ctx0" brushRef="#br0" timeOffset="175895.95">13430 13847 52 0,'0'-8'177'0,"0"8"0"0,0 0-1 15,0 0-7-15,0 0 1 0,0 0-9 0,-9 30-14 16,4-16-11-16,-4 4-6 0,0 0-13 16,-2 6-14-16,1-5-9 0,2 0-9 0,4-2-14 15,-3 0-1-15,7-5-11 0,0 0 1 0,2 0-8 16,3-1-6-16,1-2-1 0,3-3-7 0,3 0 3 0,1-2-9 16,7-1 0-16,9-3-5 0,-8-3-2 0,10-2-3 15,-7 0 2-15,3-1-5 0,-2-6-4 16,0 1 0-16,-7 0 0 0,0 2 1 0,-3-2-4 15,3-2 0-15,-3-1-4 0,0 1 3 0,-2 1 0 16,-1-3-5-16,-4 1 6 0,-1 4-7 0,0 1 0 0,-4 0 8 16,-1 2-4-16,0-3 3 0,-2 4 0 0,0 6 1 15,-4-12-2-15,4 12-4 0,-12-4 0 16,5 3 2-16,7 1 2 0,-22 7 4 0,13-1 2 16,-6 3-3-16,-1 3 1 0,5 1 2 0,-1 2-4 15,1-1-2-15,2 0 0 0,2 0-5 0,5-2 2 16,-1-1 4-16,1-1-5 0,4 0 2 0,1 0-2 0,1-1 0 15,6-2 1-15,0 1 1 0,7-2-1 0,-2-3 0 16,5 0-1-16,0-2 1 0,7-1-2 16,-6-1 2-16,3-3-2 0,-4 1 1 0,3-3 2 15,2-3-4-15,-7 3 5 0,0-2-3 0,0-2-2 0,-3-1 1 16,-1-1-4-16,1 2 4 0,-3-5-4 0,-1 5 3 16,-2 0-5-16,-3-1 7 0,1-1-2 0,-4 1-3 15,-1 0 2-15,0 2-2 0,-2-1 1 16,-4 2-2-16,4 8 2 0,-4-13 0 0,-2 9-5 15,6 4 2-15,-13-3-3 0,2 6 8 0,0 1 2 16,2 3 5-16,-5 3 0 0,-1 2-10 0,3 2 4 0,1 0-3 16,2-1 4-16,3 2-5 0,-1-4 1 0,5-1 1 15,2 3-1-15,0-2 3 0,2-1-4 0,4-1 6 16,1 1-4-16,2-1-6 0,3-3-16 16,0-2-16-16,0 2-18 0,4-3-28 0,-3-1-22 15,1 0-25-15,-1-4-25 0,1 1-21 0,3-2-18 0,-3-1-12 16,-3 0-1-16,3-1-109 0,-5-3-340 0,2 0 151 15</inkml:trace>
  <inkml:trace contextRef="#ctx0" brushRef="#br0" timeOffset="176091.28">14137 13936 224 0,'11'-24'-2'0,"-1"1"10"16,-1-1 23-16,-1-1 28 0,-3 4 17 15,0 4 19-15,-1-1 12 0,1 2 20 0,-4-1 19 16,2 7 12-16,-1 1 4 0,0 2-7 0,-2 7-15 0,2-10-19 16,-2 10-14-16,0 0 0 0,0 0 9 0,0 0 7 15,0 0 8-15,12 32 1 0,-12-16-11 0,3 11-7 16,-6-1-11-16,3 5-10 0,-5-2-5 15,2 3-8-15,1-1-7 0,-2-2-12 0,0 2 0 16,1 0-11-16,-1 0-2 0,2-3-6 0,0-5-14 0,0 1-26 16,1-6-26-16,-3 0-18 0,-1-5-26 0,5-2-33 15,0 0-43-15,-4-1-55 0,3-2-38 16,-1 1-175-16,-2-3-447 0,-2-3 198 0</inkml:trace>
  <inkml:trace contextRef="#ctx0" brushRef="#br0" timeOffset="176300.77">14229 13909 44 0,'11'-4'201'0,"-1"1"-11"0,-1 2-6 16,-1 2-11-16,-8-1 0 0,18 2-3 0,-13-1-8 16,4 3-5-16,-2 0-14 0,-3 1-12 0,-1 1-6 0,1 0-15 15,-4 1-7-15,4 2-11 0,-4-9-8 0,-8 19-6 16,3-11-8-16,-5 5-6 0,-1-1-21 15,1 1-35-15,-2 2-38 0,-1-2-48 0,-1-1-78 16,1-2-61-16,-5 2-121 0,4-3-365 0,-2 0 161 16</inkml:trace>
  <inkml:trace contextRef="#ctx0" brushRef="#br0" timeOffset="176749.83">15255 13814 39 0,'-4'-5'228'0,"2"0"-17"0,2 5-15 0,-4-10-18 0,4 10-20 16,-3-4-18-16,3 4-15 0,0 0-1 0,0 0 3 15,0 0-1-15,3 26-8 0,-1-14 4 0,2 4-13 16,0-2-6-16,-4 1-11 0,6 1-11 0,-5-4-5 16,2 4-7-16,-1-3-8 0,-2-4-4 0,2-1-4 15,-2-1 0-15,0-7 4 0,0 11 6 0,0-11 12 16,1 6 7-16,-1-6 13 0,0 0 10 0,1 8-6 16,-1-8-16-16,0 0 1 0,0 0-11 0,0 0-8 15,0 0-2-15,0 0-10 0,0 0-4 0,2-35-3 16,-1 25-9-16,7-5-9 0,2 0-4 0,3-8-7 15,1 1-6-15,5 0-5 0,-6 7-3 0,6-3-1 16,-5 5-4-16,-1 2 2 0,1 2-1 0,-5 2-3 16,2 2-2-16,-1 4-1 0,-1 1 2 0,3 3 7 15,-4 2 0-15,2 2-8 0,-3 4 1 0,2 3 1 16,-4 2-10-16,-1 4-20 0,0-1-32 0,-4 7-33 16,-4 0-41-16,3 0-46 0,0-7-57 0,-2 7-49 15,-2-7-168-15,2 1-497 0,3-5 219 0</inkml:trace>
  <inkml:trace contextRef="#ctx0" brushRef="#br0" timeOffset="177007.83">15597 14081 171 0,'5'-5'186'0,"2"-3"-21"0,-3-1-3 0,5 0 4 16,-2-1-3-16,1 0-2 0,2-3-9 0,2 0-7 16,0 0-9-16,-1 1-6 0,-1-1-7 0,3-1-5 15,-2-1-11-15,-3 4-4 0,-2 2-2 0,1-3-5 16,-4 5-1-16,0-3 4 0,1 3 0 0,-3-1-3 15,-1 8-4-15,1-10-11 0,-1 10-5 0,0-8-16 16,0 8-6-16,0 0-1 0,0 0-9 0,0 0 0 16,0 0-3-16,-16 22-2 0,12-13-9 0,1 3 5 15,-2-2 4-15,3 1-9 0,0 0-6 0,1 2-6 16,1-3 4-16,3 2 0 0,2-2-10 0,0-1-32 16,0 1-32-16,1-2-29 0,1-1-35 0,3 1-47 15,-1-3-53-15,1-1-41 0,-3 0-191 0,0-1-485 16,0-2 215-16</inkml:trace>
  <inkml:trace contextRef="#ctx0" brushRef="#br0" timeOffset="177393.8">15912 13495 141 0,'5'-2'183'0,"1"1"-6"16,-6 1 11-16,14 5-6 0,-5 0-12 0,-1 5-10 15,-2-1-10-15,3 5-6 0,-3 4-14 0,-2-2-10 16,-1 1-12-16,-2 1-3 0,-2-1-11 0,0-1-7 16,-1 0-2-16,-2-1-2 0,1-4-12 0,-4 0 1 15,5 0-8-15,-3-3-6 0,2-2-5 0,1 0-6 16,2-6-5-16,-2 9-3 0,2-9-7 0,0 0 0 16,0 0-6-16,4 9-12 0,4-7-28 0,-8-2-32 15,29-4-37-15,-10 1-34 0,9-4-49 0,2-2-44 16,-1 4-161-16,1-3-401 0,1 1 178 15</inkml:trace>
  <inkml:trace contextRef="#ctx0" brushRef="#br0" timeOffset="177715.23">16778 13662 134 0,'0'0'243'16,"0"0"-22"-16,-5-8-13 0,5 8-17 0,-9-1-5 16,9 1-11-16,-13 5-9 0,4 2-7 0,-2 1-19 15,-2 5-12-15,-1 0-9 0,3 1-8 0,1 1-10 16,0 2-13-16,3 0-3 0,2-2-12 0,2 2-5 15,-1 0-6-15,3-2-5 0,3 2-7 0,1-6-4 16,3 1-4-16,1-2-18 0,2 0-21 0,1-1-23 16,0 0-33-16,5-1-34 0,-4-3-35 0,0 0-49 15,1-2-20-15,-1-3-4 0,2 2-6 0,0-2-106 16,0-1-332-16,1-1 146 0</inkml:trace>
  <inkml:trace contextRef="#ctx0" brushRef="#br0" timeOffset="178421.11">16877 13879 611 0,'5'-10'-43'0,"-3"1"26"0,1-2 11 0,-1-1 15 16,-2 1 19-16,0-1 17 0,0 12 24 0,2-16 18 15,-2 16 21-15,0-13 10 0,0 13-4 0,2-9-6 16,-2 9-12-16,0 0-2 0,0 0 13 0,0 0 15 16,0 0 0-16,0 0-12 0,-16 22-7 0,10-9-8 15,1-2-9-15,-1 3-10 0,3-3-4 0,0 1-7 16,0 2-6-16,2-1-2 0,1-3-11 0,1 2-2 16,3-3-5-16,1-1 0 0,2-2-2 0,1 0-3 15,0 0-3-15,2-3-3 0,0 0-1 0,1-2-2 16,3-1-2-16,-2-1 0 0,-3 0-5 0,3-1-2 15,-2-1-2-15,-2 0 0 0,-1-1-9 0,-3-2-7 16,1 0-7-16,-1-4-4 0,-2 4-7 0,0-4-4 16,-3 0-4-16,1-1 0 0,-3 0-5 0,2 0 4 15,-3 1 1-15,1-2 2 0,1 0 1 0,-1 2-3 16,0-2 6-16,1 2 3 0,2 1 2 0,-1 2 4 16,1 7-5-16,3-12 2 0,-3 12 4 0,7-7-9 15,-7 7 8-15,11-1 10 0,-11 1 6 0,15 5 0 16,-6 0 2-16,0 3 4 0,0 0 6 0,1 3 1 15,-2-2-2-15,-1 1 5 0,3 3 0 0,-3-4 1 16,-1 3 1-16,-1-1 4 0,1-2-6 0,-1 0 0 16,-2-2 1-16,-1 0-1 0,0-4-1 0,1 3 2 15,-3-6 10-15,2 7 11 0,-2-7 15 0,4 7 8 16,-4-7 10-16,0 0-6 0,0 0-2 0,0 0-11 16,0 0-13-16,0 0-2 0,0 0-4 0,3-23-5 15,-2 18-3-15,3-5-4 0,0-1-10 0,1 0-6 16,1-5-6-16,3 0-4 0,0-1 5 0,4 1-14 15,-2-2-2-15,2 5 6 0,-3-1-10 0,-1 6 3 16,-1-1 1-16,-2 2 0 0,1 3-3 0,-2 2 6 16,-5 2-1-16,11 0 0 0,-11 0 2 0,14 8 0 15,-6 0-1-15,-1-1 5 0,-1 4-3 0,1-1-1 16,0-1 2-16,-1 1 5 0,0-2-2 16,0 2 4-16,1-2 4 0,1-1-4 0,1-1 3 0,1-1-5 15,-1-3 5-15,4 1 1 0,-2-2-1 0,2-4-1 16,1 1 2-16,-3-1 0 0,0 0 1 0,1-3-1 15,-2 1 1-15,-2-1-1 0,0-1-2 0,0 0 1 16,-3 0-2-16,-1-2 2 0,1 1 0 0,-1-1 1 16,-4 3 0-16,3-1-4 0,-3 7-1 0,3-12 3 15,-3 12-3-15,2-9 8 0,-2 9-14 0,0 0-1 16,2-5 2-16,-2 5-1 0,0 0-2 0,0 0 0 16,0 0 5-16,0 0-5 0,-14 28 5 0,10-17 4 15,-1 0-7-15,-1 6 5 0,-3 0-3 0,3-1 5 16,-3-1-11-16,2-1-21 0,1 2-22 0,-2 0-30 15,3-6-40-15,0 2-48 0,1-2-48 0,1-2-37 16,0 0-130-16,0-2-417 0,-1-2 185 0</inkml:trace>
  <inkml:trace contextRef="#ctx0" brushRef="#br0" timeOffset="178653.27">17638 13558 45 0,'5'-9'247'0,"-1"0"-24"16,-3 3-26-16,-1 6-17 0,6-4 2 0,-6 4-3 16,0 0 3-16,5 19 4 0,-4-8-16 0,-1 8-7 15,0 2-10-15,-1 3-13 0,-2 1-8 0,1 1-8 16,-1-7-13-16,-2 7-5 0,1 1-10 0,-1-2-12 16,0-2-10-16,1-4-8 0,0 0-4 0,3-2-18 15,-3-1-29-15,3-1-28 0,-2-2-33 0,-1-3-34 16,2 0-48-16,0-2-66 0,0 0-47 15,-3-2-170-15,1-2-443 0,4-4 196 0</inkml:trace>
  <inkml:trace contextRef="#ctx0" brushRef="#br0" timeOffset="179078.2">17582 13711 76 0,'0'0'136'0,"14"-4"-2"0,-1 1-5 0,1 3-16 15,0-3-9-15,3 1-8 0,3 1-1 0,0-2-10 16,0 2-10-16,0 1-7 0,-2-2-11 0,0 0-6 16,-5 2-3-16,-1 0 2 0,-3 0-2 0,-9 0 10 15,13 0 11-15,-13 0 12 0,10 0 1 0,-10 0 4 16,9-1-4-16,-9 1-7 0,0 0-4 0,0 0 1 16,0 0-1-16,0 0 5 0,-16 16 3 0,7-10 2 15,0 1-5-15,0 1 3 0,-3 2-6 0,6-1 1 16,-6 2-9-16,6-1 7 0,-3-1-18 0,4 2-7 15,0-3-1-15,4-1-1 0,-2 1-9 0,2-3-4 16,1-5-5-16,-2 12 2 0,2-12-4 0,3 8 9 16,2-6-14-16,-5-2 2 0,11 3-1 0,-3-5-3 15,-8 2-6-15,14-1 5 0,-3-5 0 0,-1 3-4 16,-1-2 1-16,-1-3-5 0,0 2 5 0,0-4-5 16,-3 2-3-16,0-1 4 0,3 1-1 0,-4 1-5 15,0 2 3-15,-3-2-5 0,4 3-2 0,-1-1 1 16,-4 5 6-16,6-8-9 0,-6 8 3 0,0 0-7 15,0 0-1-15,0 0 2 0,0 0 0 0,8 14 4 16,-7-4-2-16,-2 0-1 0,1 0-25 0,0 2-21 16,-1 0-34-16,-2 0-52 0,2 1-66 0,-2-3-41 15,3 2-194-15,-2-2-472 0,3-1 209 0</inkml:trace>
  <inkml:trace contextRef="#ctx0" brushRef="#br0" timeOffset="179289.2">17990 13775 152 0,'9'-13'198'0,"2"1"3"16,-2 3-4-16,0 0-4 0,0 2-8 0,-1 2-13 15,-3 0-20-15,1 1-14 0,-6 4-17 0,12-2-3 16,-12 2-11-16,9 5-8 0,-6 1-12 0,1 0-4 16,-1 5-9-16,1-3 0 0,-3 4-11 0,1 0-5 15,0 0-6-15,-2 0 3 0,-2 2-14 0,2-3-20 16,0 1-30-16,-2-1-27 0,2-2-32 0,0 1-42 15,2-2-40-15,-2-8-43 0,7 9-154 0,-5-5-373 16,-2-4 165-16</inkml:trace>
  <inkml:trace contextRef="#ctx0" brushRef="#br0" timeOffset="179490.08">18362 13514 172 0,'2'-5'235'0,"-2"5"-20"15,3-5-4-15,-3 5 3 0,0 0 3 0,0 0-9 16,0 29-2-16,-3-13-4 0,-1 8-11 0,-1-6-11 16,0 8-16-16,-3-2-11 0,0 1-13 0,-1 1-11 15,-1 0-16-15,3 0-8 0,2-2-11 0,1-5-41 16,0 1-42-16,-1-4-45 0,0 1-45 0,0 0-68 16,2-5-84-16,-2 0-223 0,0-3-491 0,-1-1 216 15</inkml:trace>
  <inkml:trace contextRef="#ctx0" brushRef="#br0" timeOffset="179634.15">18326 13721 16 0,'0'0'231'0,"5"-8"-23"0,-1 4-24 16,2-1-27-16,0 2-30 0,3 0-38 0,1 0-29 0,1-1-50 15,-1 2-40-15,2-2-59 0,-4 3-72 0,-8 1-174 16,0 0 77-16</inkml:trace>
  <inkml:trace contextRef="#ctx0" brushRef="#br0" timeOffset="185770.89">27300 6929 27 0,'0'0'58'0,"0"0"-4"0,0 0-2 16,0 0-9-16,0 0-6 0,0-10-2 0,0 10-14 16,0 0-8-16,0 0-4 0,0 0-7 0,0 0-5 15,0 0-1-15,0 0-8 0,0 0 2 16,0 0-11-16,0 0-7 0,0 0-18 0,0 0-50 0,0 0 23 15</inkml:trace>
  <inkml:trace contextRef="#ctx0" brushRef="#br0" timeOffset="186503.03">27310 6891 1 0,'0'0'59'0,"0"0"-4"16,0 0-2-16,0 0-2 0,0 0-6 0,0 0-8 15,0 0 1-15,0 0-4 0,0 0-8 0,0 0 0 16,0 0-5-16,0 0-1 0,0 0-3 0,0 0 4 0,0 0-2 16,0 0-2-16,0 0-18 0,-9 9 18 15,9-9-5-15,-5 7 0 0,5-7 1 0,-4 5-2 16,4-5-1-16,0 0 3 0,-4 6-7 0,4-6 6 16,0 0-4-16,0 0 11 0,0 0 12 0,-5 4-5 15,5-4 8-15,0 0-4 0,0 0-2 0,0 0-4 0,0 0-6 16,0 0 0-16,0 0 6 0,0 0 0 15,0 0-3-15,0 0-6 0,0 0-3 0,9-26-2 16,-9 26 3-16,2-7 0 0,-2 7 3 0,2-8-1 0,2 3 1 16,-4 5 4-16,1-11-2 0,-1 11 0 0,3-8 0 15,-3 8-3-15,0-7-6 0,0 7 1 0,2-8-4 16,-2 8 1-16,0 0 5 0,0 0-7 16,0-11-2-16,0 11 2 0,0 0 2 0,0 0-7 0,0 0 0 15,0 0 0-15,0 0-3 0,0 0 9 0,0 0-2 16,0 0-4-16,0 0 3 0,0 0 0 0,0 0-9 15,0 0 2-15,-8 23 4 0,2-13 5 0,1 5-1 16,-3 1 10-16,-2-4-3 0,4 0-8 0,-1 3-10 16,-1 1 19-16,1-2 5 0,-3 0-3 0,6-3-5 15,0-1-1-15,1 2 7 0,1-5-8 0,0 3 4 16,0-3 3-16,2-1-7 0,0-6 4 0,0 15-3 16,4-7-16-16,0-1-20 0,-1 0-17 0,3 1-27 15,4 2-43-15,-4-1-71 0,1-4-200 0,0-2 88 16</inkml:trace>
  <inkml:trace contextRef="#ctx0" brushRef="#br0" timeOffset="187853.08">26769 7021 47 0,'0'0'81'0,"0"0"-4"0,0 0-9 0,0 0 5 16,0 0-6-16,0 0-2 0,0 0-4 0,0 0-6 15,0 0 4-15,0 0-12 0,0 0 3 0,0 0-3 16,0 0-8-16,0 0-5 0,0 0-8 0,0 0 2 15,0 0-6-15,0 0 1 0,0 0-15 0,0 0 7 16,0 0 6-16,0 0-4 0,0 0-3 0,0 0 1 16,0 0-1-16,0 0-6 0,0 0-8 0,0 0 10 15,-13-15-4-15,13 15 0 0,0 0-4 0,-12-1 8 16,12 1-5-16,-11-2 4 0,11 2-1 0,-11 0-4 16,11 0-1-16,0 0 0 0,-10-1 7 0,10 1-8 15,0 0 1-15,0 0 6 0,-11 1-2 0,11-1 4 16,0 0-3-16,0 0 7 0,0 0 1 0,0 0-7 15,0 0 11-15,0 0-2 0,0 0 6 0,0 0-7 16,27-6 4-16,-16 5 1 0,8 0-12 0,-2-1 3 16,2 0-13-16,1 2 3 0,0-3-5 0,2 1-5 15,-1 1-24-15,-1 1-9 0,-2-2-13 0,-5 4-14 16,-1-1-11-16,-1-1-9 0,-3 0-11 0,-8 0-56 0,12 0-166 16,-12 0 73-16</inkml:trace>
  <inkml:trace contextRef="#ctx0" brushRef="#br0" timeOffset="188080.19">26861 6843 32 0,'0'0'104'0,"0"0"-10"0,-5-8-14 0,5 8-1 0,0 0-12 15,0 0-6-15,0 0-1 0,0 0-4 16,0 0-17-16,0 0 2 0,0 0-5 0,-6 21 3 0,4-10 3 15,0 4-5-15,-1-1-1 0,1 0 7 16,-1 3-18-16,1 0 1 0,-1 2 1 0,1 0-10 0,2 0-25 16,-2-2-14-16,2 3-11 0,-2-2-27 0,2 1-23 15,-2-1-57-15,0-1-151 0,2-2 68 16</inkml:trace>
  <inkml:trace contextRef="#ctx0" brushRef="#br0" timeOffset="190163.58">26160 12758 4 0,'0'0'13'0,"0"0"-8"0,-7-12-9 0,7 12-4 0,0 0 2 16</inkml:trace>
  <inkml:trace contextRef="#ctx0" brushRef="#br0" timeOffset="192516.96">26248 12353 8 0,'0'0'52'0,"0"0"-12"15,0 0-16-15,0 0-5 0,0 0-13 0,18-14-10 16,-18 14-21-16,4-9-25 0,0 2 11 0</inkml:trace>
  <inkml:trace contextRef="#ctx0" brushRef="#br0" timeOffset="212081.09">25504 6113 106 0,'-4'-5'130'16,"4"5"5"-16,0 0-5 0,0 0-7 0,-2-9-5 16,2 9 7-16,0 0-23 0,0 0-6 0,0 0-10 15,-4-6-13-15,4 6-4 0,0 0-11 0,0 0-2 16,0 0-8-16,0 0-3 0,0 0-2 0,0 0 1 15,-5 17-7-15,5-17-3 0,0 14-4 0,-3-3 7 16,3 0-5-16,-3 0-5 0,0 6-4 0,2-5-3 16,1 4 0-16,-2 0 0 0,0 0-4 0,-1 1 1 0,0 1 1 15,0-1-7-15,-1 0 5 0,4 0-2 16,-4-1-2-16,3 1-4 0,-1-6 4 0,-1 3-2 16,3 0 0-16,-2-1-3 0,0-2 5 0,2 1-7 0,0-2 4 15,0 1-3-15,0-1 2 0,0 0-3 16,0 0 4-16,0-3-6 0,0 0-2 0,0-7 3 15,-4 15-1-15,6-10 0 0,-2-5-3 0,0 10 6 16,0-10-1-16,2 9 0 0,-2-9-3 0,2 8 4 0,-2-8-2 16,5 8 1-16,-5-8 0 0,2 5 2 0,-2-5-1 15,5 6-3-15,-5-6 2 0,8 4-5 0,-8-4 1 16,7 4 4-16,-7-4-2 0,7 2 0 0,2-1-1 16,-9-1 2-16,15 0-1 0,-2 0 16 0,-1 0-5 15,7 0-3-15,-2-3-2 0,1 0-1 0,5 2 2 16,-3-3-2-16,9 0-2 0,0 2 2 0,1-1-1 15,-1 1-1-15,0 0-1 0,0-1-2 0,-1 0 3 16,1 3 5-16,-2-2-6 0,-8 2-5 0,4-2 1 16,-4 2 0-16,2 0 1 0,-3 0-2 0,3 2 13 15,-3-4-10-15,4 2-3 0,-4-1 3 0,2 2-3 16,-1-2 1-16,-2 1-2 0,-3 1-1 16,-1-1 1-16,-1 2 0 0,-1-2 2 0,2 0 5 15,-1 0-3-15,-2 0-3 0,-1 0-3 0,-9 0 4 0,14 2 1 16,-7-1-3-16,-7-1 2 0,13-1-2 0,-13 1 0 15,9 1-4-15,-9-1-8 0,9 2-9 0,-9-2-7 16,0 0-4-16,0 0-9 0,0 0-12 0,0 0-11 16,0 0-24-16,0 0-15 0,0 0-20 0,11 2-13 15,-11-2-11-15,0 0-96 0,0 0-265 0,0 0 117 16</inkml:trace>
  <inkml:trace contextRef="#ctx0" brushRef="#br0" timeOffset="212647.94">26286 6221 13 0,'-3'-12'116'0,"3"12"-3"0,0 0-8 0,3-14 0 16,-3 14-2-16,0 0 2 0,0 0-12 0,0-14-4 15,0 14-6-15,0 0-4 0,0 0-2 0,0 0-14 16,0 0-3-16,2-9 3 0,-2 9-15 0,0 0 0 16,0 0-6-16,0 0 5 0,0 0-2 0,0 0-3 15,0 0-6-15,0 0 3 0,0 0-4 0,0 0 1 16,0 0-4-16,0 0 5 0,0 0-1 0,0 0-3 15,0 0-1-15,3-11-2 0,-3 11-2 0,0 0-7 16,0 0-1-16,0 0-3 0,0 0-4 0,0 0-1 16,0 0-2-16,0 0 0 0,0 0-4 0,0 0-1 15,0 0-1-15,0 0 3 0,0 0-1 0,8 24-6 16,-5-16 3-16,-1 4-3 0,0 0 3 0,0 0-1 16,0 5 0-16,-2 1 0 0,-2-1 3 0,0 1 0 15,0 1-2-15,0 1 3 0,2-2-4 0,-5-1 1 16,3 1 4-16,-2-1 1 0,4-6-3 0,-3 7-3 15,1-3 1-15,2-3 2 0,0-1 0 0,0 0-1 0,2-4 1 16,-4 2-2-16,2-1 0 0,0-8 4 16,0 13-3-16,-5-8 7 0,5-5-9 0,-2 12 3 15,2-7-3-15,0-5 6 0,-9 7-1 0,3-4 0 16,1 2 2-16,-2-4-4 0,-2 2 3 0,0-2 2 16,9-1-6-16,-18 2 2 0,9-2-3 0,-4 2-8 0,2-2-21 15,-1 0-16-15,1 0-32 0,11 0-26 16,-18-2-36-16,8 4-29 0,-3-1-115 0,1-1-304 15,12 0 135-15</inkml:trace>
  <inkml:trace contextRef="#ctx0" brushRef="#br0" timeOffset="213279.2">25857 6269 59 0,'0'0'139'0,"0"0"-14"16,0 0-9-16,0 0-12 0,0 0-4 0,-27 9-6 16,13 2-9-16,-10 5-6 0,2-1-8 0,1 2-5 15,-1 1-13-15,0 2 2 0,3 1-10 0,-3-2-20 16,2 1-30-16,4-5-18 0,0 3-39 0,-2 0-37 15,0-4-73-15,5-2-185 0,4-3 82 0</inkml:trace>
  <inkml:trace contextRef="#ctx0" brushRef="#br0" timeOffset="213484.69">25816 6234 15 0,'0'0'141'16,"0"0"-13"-16,-15 27-11 0,5-12-12 0,-5 5-8 16,-4 2-6-16,3 0-6 0,-1 1-8 0,2 3-3 15,-2-2-13-15,2 1-6 0,1-2-13 0,1-1-28 16,3-5-31-16,2 0-33 0,-1-3-38 0,5-2-71 16,-1-2-170-16,3-3 75 0</inkml:trace>
  <inkml:trace contextRef="#ctx0" brushRef="#br0" timeOffset="213663.81">25949 6201 146 0,'0'0'131'16,"0"0"-14"-16,-16 21-15 0,5-7-4 0,-5 7-11 15,1 1-12-15,-4 2-3 0,2 1-9 0,-3 4-3 16,4-2-3-16,0-2-18 0,-2 1-24 0,3-4-30 15,5-5-23-15,1-2-46 0,-1 0-71 0,3-5-167 16,2-1 75-16</inkml:trace>
  <inkml:trace contextRef="#ctx0" brushRef="#br0" timeOffset="213844.57">26113 6227 26 0,'0'0'152'0,"0"0"-8"0,0 0-11 15,-9 27-4-15,-9-4-10 0,-3 6-4 16,-10 8-13-16,-3 3-7 0,-3-5-9 0,1 4-12 16,0-7-5-16,9-6-8 0,2 0-3 0,-2-2-5 15,4 0-17-15,2-4-29 0,2 0-31 0,8-6-30 16,-3-1-44-16,6-2-117 0,-2-4-230 0,6-1 101 0</inkml:trace>
  <inkml:trace contextRef="#ctx0" brushRef="#br0" timeOffset="214009.25">26005 6320 50 0,'0'0'124'0,"0"0"-14"0,-34 22-6 0,13-5-8 16,-6-1-14-16,-1 4-6 0,-1-1-20 0,0 1-20 15,2-2-17-15,-1 0-31 0,1-1-26 0,0 0-80 16,4-4-126-16,4-3 56 0</inkml:trace>
  <inkml:trace contextRef="#ctx0" brushRef="#br0" timeOffset="214185.24">25623 6209 84 0,'-11'6'118'0,"-5"6"-7"15,-7 6-14-15,-2 2-13 0,-5 1-7 0,1 3-14 16,4-2-33-16,0 2-20 0,4-1-23 0,2 0-21 0,2 0-71 16,0-1-113-16,6-5 50 0</inkml:trace>
  <inkml:trace contextRef="#ctx0" brushRef="#br0" timeOffset="-214654.29">25843 6584 154 0,'0'0'192'15,"0"-14"-18"-15,2 9-2 0,-2 5-11 0,0-11-8 16,0 11-16-16,1-6-12 0,-1 6-11 0,0 0-14 16,0 0-14-16,0 0-7 0,0 0-12 0,0 0-5 0,0 0-8 15,0 0-6-15,0 0-1 0,0 0-9 16,0 0-3-16,0 33-3 0,-1-23-6 0,-1 7 2 16,2 0-4-16,-2 0-1 0,0 0-1 0,0-2-4 15,-1 0-2-15,1 1-1 0,0 0 2 0,0-2-6 0,0 1 3 16,2 0-4-16,-5-3-1 0,4 0 1 15,0 1 1-15,0 2-2 0,2-4-3 0,-4 6-1 0,3-5 2 16,0-1-1-16,0 3-1 0,-2-4 2 16,0 3-4-16,0 0 2 0,1-2 1 0,1-1 1 0,-3 0-3 15,2 1-2-15,-1-1 3 0,-2-2-1 0,4 2-2 16,-2-3 14-16,2-7-13 0,-5 10-3 16,5-10 0-16,0 8-2 0,0-8 4 0,-3 6 1 15,3-6 1-15,0 0-1 0,-2 8 5 0,2-8-5 16,0 0 0-16,0 0 5 0,-9 0-1 0,9 0 1 0,0 0-2 15,0 0 0-15,-11-9 1 0,11 9-1 0,-10-3-2 16,10 3-3-16,-4-3 4 0,4 3-4 16,-10-3 0-16,10 3 6 0,-5-3-5 0,5 3 2 15,-11-4-4-15,11 4 2 0,-9-1 0 0,9 1-4 0,-11-4 2 16,11 4 3-16,-8 0-1 0,8 0-1 0,-11 0-1 16,11 0 1-16,0 0 1 0,-15 2 4 0,10-2-5 15,5 0 1-15,-14 3 1 0,6 1 7 0,-2-4-6 16,0 0-4-16,-1 4 5 0,1-1-5 15,-1 0 3-15,-8 0-1 0,2 2-1 0,-1-4 0 16,-1 5 3-16,-2-5-2 0,-10 2 2 0,3 4-13 0,-5-2-17 16,2 1-15-16,-4-2-15 0,0 3-20 0,-7-3-21 15,3-1-17-15,-11 3-30 0,12-5-11 0,2 3-149 16,-1-3-330-16,3-1 146 0</inkml:trace>
  <inkml:trace contextRef="#ctx0" brushRef="#br0" timeOffset="-213089.72">26081 6891 2 0,'-4'-5'40'0,"4"5"10"0,0 0 4 15,-2-9 4-15,2 9-12 0,-4-7 2 0,4 7 2 16,-4-6-3-16,4 6-1 0,-4-7 2 0,4 7 0 16,-4-10 9-16,4 10 4 0,-4-7-4 0,4 7-18 15,-5-9 23-15,5 9-2 0,-4-9-2 0,2 6 3 16,2 3-3-16,-3-9 11 0,3 9-6 0,-3-8 2 15,3 8 0-15,0 0-4 0,-2-7 1 0,2 7-4 16,0 0-4-16,0 0-5 0,0 0-15 0,-4-6 4 16,4 6-12-16,0 0-5 0,0 0-6 0,0 0 3 15,0 0 1-15,0 0 0 0,2 25-4 0,-2-16-8 16,-2 0 8-16,2 2 0 0,-4-3-1 0,3 4 0 16,-1-2-1-16,0 3-4 0,0 2 1 0,0-6-4 15,-2 3-1-15,3 1 3 0,-1-2 1 0,-3 0-7 16,3 1-16-16,-1 0-20 0,1-2-23 0,-2 0-36 15,2 0-30-15,-2-3-146 0,-1 2-289 0,3-2 129 0</inkml:trace>
  <inkml:trace contextRef="#ctx0" brushRef="#br0" timeOffset="-212700.53">26048 6774 74 0,'5'-6'131'0,"-4"1"-3"0,4-1-14 16,-5 6-8-16,6-7-4 0,-6 7-7 0,8-6-15 16,-8 6-7-16,8-2-8 0,-8 2 5 0,0 0-10 15,11 2-11-15,-11-2-8 0,7 6 3 0,-4-2-11 16,-3-4-1-16,4 7-6 0,-4-7 0 0,0 12-4 16,-2-3 6-16,0 0-6 0,-3 1 4 0,0-1-7 15,-3 3-4-15,1-3-4 0,-2 0 6 0,4-1-6 16,1 1 10-16,-1-5-13 0,3 2-5 0,2-6-4 15,-8 9 1-15,5-4 4 0,3-5-19 0,-3 7 5 16,3-7 6-16,0 8-2 0,0-8 2 0,0 0-9 16,8 10 13-16,-4-7-8 0,-4-3 2 0,7 6 0 15,-1-1-1-15,-4-1-12 0,-2-4 12 0,8 13 10 16,-4-8-2-16,-2 0-3 0,-2 2 2 0,2 0-4 16,-2 2 0-16,0-9 3 0,-2 13-3 0,0-7 0 15,2-6 7-15,-6 12 1 0,0-7 1 0,2 2-15 16,0-2-3-16,-1-1 1 0,-1 1-12 0,1-1-24 15,0 0 4-15,5-4-20 0,-9 5-20 0,9-5-23 16,-8 4-67-16,8-4-188 0,0 0 84 0</inkml:trace>
  <inkml:trace contextRef="#ctx0" brushRef="#br0" timeOffset="-211949.31">26203 6859 88 0,'0'-9'160'0,"0"9"-22"0,0 0-11 0,0 0-15 16,0 0 0-16,0 0-8 0,-25 9-4 0,17-3-6 0,1-1-11 15,-1 4-5-15,0-1-7 0,-1 1-3 0,3 0-5 16,-2 0-8-16,4-4-2 0,-1 7-2 0,1-5-10 16,0-2-6-16,2 2-3 0,-1 0-2 15,3-7-2-15,-3 13 3 0,3-13-6 0,0 7 4 16,0-7-8-16,3 6 1 0,-3-6-4 0,5 5 3 0,-5-5-3 15,0 0-2-15,0 0-1 0,0 0-5 0,15-7 2 16,-15 7-2-16,8-12-3 0,-5 4 4 0,2 3-4 16,-1-2 0-16,-2-3 0 0,1 2-4 0,-1-1 5 15,0 2-1-15,-2 7-3 0,4-14 2 0,-4 9-4 16,0 5-4-16,1-8-4 0,-1 8 1 0,0 0 3 16,0 0-5-16,0 0 5 0,0 0-4 0,0 0-2 15,0 0 5-15,4 22-3 0,-4-13 2 0,0-1 5 16,0 3-2-16,0-4 2 0,0 2 3 0,3 0-11 15,-1 0 6-15,2-2 5 0,-3-1-3 0,3 0 3 16,0-1-4-16,0-2 4 0,3 0-1 0,-7-3 5 16,14 1 0-16,-14-1-1 0,15-4-2 0,-5 0-7 0,-1-1 4 15,1-2 6-15,0-2-3 0,-3-1 0 16,1 2 2-16,-1-3 7 0,0-3-5 0,-2 3 2 16,1 0 3-16,-4-2 0 0,3 3 0 0,-1 1-1 15,-2-1-6-15,0 2 11 0,1 2 1 0,-3 6-2 0,3-9-1 16,-3 9-6-16,2-7-4 0,-2 7 3 15,0 0-6-15,0 0-1 0,0 0 6 0,0 0-5 16,2 26 4-16,-2-15-4 0,0 2 0 0,0 2 2 0,-2-2-3 16,0 3 0-16,-1-4 1 0,0 4 2 0,-1-5-5 15,4 2 2-15,-2-4 1 0,2 2-1 16,-2-1 3-16,0-4-1 0,-1 2 0 0,1-1 6 0,2-7-6 16,-4 8 1-16,4-8 1 0,-2 8 2 0,2-8 3 15,0 0-8-15,-5 4 3 0,5-4 0 16,0 0-6-16,0 0 2 0,0 0-5 0,0 0 3 0,9-27-2 15,-2 19-1-15,-1 0-2 0,1-4 2 0,2-1 1 16,2-1-5-16,-4 3 2 0,5-3 0 0,-4 2 1 16,1 2 5-16,-3 1-3 0,2 3 0 0,-4 1 5 15,1 0-4-15,-3 1 0 0,2-3 3 0,-4 7 1 16,4-6-6-16,-4 6 2 0,0 0-2 0,0 0 3 16,0 0-6-16,0 0 5 0,-23 13 2 0,13-4-2 15,1 0 0-15,1-1-1 0,-2 2-1 0,3 1 0 16,-3 2 1-16,5-2 4 0,-2 0-13 0,4 1-20 15,-1-1-23-15,4 0-29 0,0-2-31 0,4 2-41 16,2-2-156-16,2 1-338 0,-3-2 150 0</inkml:trace>
  <inkml:trace contextRef="#ctx0" brushRef="#br0" timeOffset="-211265.22">25684 7193 178 0,'2'-7'182'15,"-2"7"-13"-15,0-9-14 0,0 9-12 0,-11-6-13 16,11 6-6-16,-20 0-4 0,9 3-9 0,-3 1-10 16,1 1-4-16,-1-1-11 0,1 8-5 0,4-6-10 15,-1 2-11-15,1 2-4 0,1-1-4 0,3 1-9 16,0 0-3-16,5-1-3 0,0 1-1 0,0-1-3 16,5 2-3-16,0-2-3 0,3 1-6 0,1-1 2 15,1 0-8-15,1-1-1 0,-1-2 3 0,1 1 0 16,-1-1 0-16,-1 2-9 0,-1 0 4 0,-2-3-3 15,-2 1-1-15,-1 1 0 0,-1-3 1 0,-2-4 0 16,-4 13-3-16,-1-6 3 0,-4 2 0 0,-1-3-3 16,-2 1-9-16,-7-3-2 0,4 2-10 0,-5-3-12 0,3 1-8 15,0-2-7-15,3-1-25 0,3-1-18 16,0 0-26-16,11 0-17 0,-14-1-22 0,14 1-18 16,-7-7-90-16,7 7-278 0,-1-8 123 0</inkml:trace>
  <inkml:trace contextRef="#ctx0" brushRef="#br0" timeOffset="-210375.3">25688 7281 76 0,'0'0'144'0,"7"-2"-7"0,-7 2-19 15,0 0 7-15,0 0 13 0,0 0-14 0,10 8-4 16,-9-2-9-16,-1-6-8 0,3 9-8 0,-1-3-7 16,-2-6-8-16,0 12-8 0,2-5-8 15,-2-7-4-15,2 11-4 0,-1-6-2 0,3 0-7 0,0-1-7 16,1-1 2-16,-5-3-6 0,13 6-2 0,-6-6-3 15,-1 2 4-15,4-2-10 0,-10 0 0 0,15-5 1 16,-6-1-8-16,-2 4 2 0,0-5-8 16,-4 1 0-16,3-3 2 0,-2 1-2 0,-1 2 15 0,2-4-4 15,-3 2-4-15,2-2-3 0,-2 4 2 0,-1 0 0 16,-1 6 6-16,1-9-5 0,-1 9 1 16,0 0-8-16,3-8-5 0,-3 8 0 0,0 0-1 0,0 0-2 15,0 0-3-15,0 0 2 0,-9 22 0 0,9-22-2 16,-2 14 1-16,2-7 3 0,0 1-4 0,0-8 1 15,0 12 2-15,4-5-1 0,-4-2 2 0,0-5-1 16,5 9 1-16,-1-5 2 0,-4-4 0 16,8 2 3-16,-8-2-1 0,11-1 2 0,-11 1-5 0,12-8 2 15,-3 2 1-15,-2-1 1 0,-2-1 5 0,1-1-1 16,1 0 0-16,-3-3 0 0,1-1 2 0,2 0-6 16,-4-3 0-16,5-1-1 0,-4 1-3 0,-1 4 2 15,3 1-2-15,-1 1 0 0,-4 2 2 0,3 1-2 16,-2 2-6-16,-2 5-1 0,4-6-3 0,-4 6 3 15,0 0 0-15,0 0 0 0,0 0 0 0,7 20 1 16,-7-13-2-16,0 2 1 0,0 4 1 0,-3-3-3 16,2 1 4-16,1 0-3 0,-1 0 1 0,1-2 2 15,0-2 1-15,0-7-1 0,-2 13-2 0,4-8 3 16,-2-5 0-16,1 10 3 0,3-6 0 0,-4-4-3 16,4 6 3-16,-4-6-1 0,10 1-1 0,-10-1 0 15,13 0-2-15,-13 0-1 0,11 2 4 0,-11-2-1 16,10 0-6-16,-10 0 0 0,10 1-2 0,-10-1 4 0,7 5-3 15,-3-2-2-15,-4-3 1 0,5 10 4 16,-6-3-3-16,1-7 5 0,-6 18-1 0,0-10-9 16,1 1-13-16,-4 1-8 0,0-2-5 0,2 0-5 15,1-2 3-15,-3 1 2 0,2-4 1 0,4 1 0 16,-3 1 3-16,6-5 3 0,-5 6-2 0,5-6 0 16,0 0-6-16,-6 2-6 0,6-2 3 0,0 0-4 15,0 0 7-15,0 0 1 0,0 0 5 0,17-19 7 16,-9 13 14-16,0 0 7 0,1 0 6 0,-2-3 9 15,2 0 7-15,2 2 2 0,2-4 6 0,1-2 3 0,-1 0 4 16,1 1 5-16,-1 0-1 0,-1 2 1 0,1-2 4 16,-6 2-1-16,1 1 6 0,-2 3 1 15,0 0 1-15,-1-1 0 0,-1 2-12 0,-1-2 0 16,-3 7-6-16,1-9-3 0,-1 9-4 0,0 0-4 0,0 0-6 16,-8-12 5-16,8 12-5 0,0 0-6 0,-13 6 0 15,13-6-1-15,-12 6-3 0,7-1 2 0,-1-1-3 16,0 5 1-16,3-2-3 0,1 2-1 15,-3-3-4-15,5-6-1 0,2 15-2 0,1-9 2 16,-1 4 1-16,1-2 1 0,3 1-3 0,-2-1 4 0,1 0 0 16,1 1-3-16,-2-1 1 0,-2 0 0 0,2-1-3 15,-2 0-4-15,0 0-13 0,-2-1-5 0,0-6-3 16,-2 15-10-16,0-9-10 0,-2 1-18 16,0-2-19-16,-2 2-23 0,2-2-30 0,4-5-33 0,-9 5-169 15,3-2-370-15,6-3 164 0</inkml:trace>
  <inkml:trace contextRef="#ctx0" brushRef="#br0" timeOffset="-210177.75">26189 7213 110 0,'5'-14'216'16,"0"-3"-2"-16,-1 8-13 0,-2-1-8 0,0 4-21 16,-2 6-17-16,3-10-18 0,-3 10-14 0,8-1-6 15,-8 1-10-15,0 0-12 0,14 19-7 0,-7-4 3 16,-3 0-7-16,0 3-1 0,1 6-7 0,-3-6-10 15,-4 1-4-15,0 6-3 0,0-4-4 0,-3-3-14 16,1-2-26-16,0 0-34 0,-1 0-33 0,3-5-30 16,0-1-59-16,-3-2-47 0,0 0-159 0,-1 0-375 15,6-8 166-15</inkml:trace>
  <inkml:trace contextRef="#ctx0" brushRef="#br0" timeOffset="-209551.29">26279 7320 11 0,'7'-2'191'0,"-2"-1"-11"0,3 2-15 0,-8 1-18 16,13 0-10-16,-5 3-13 0,-2 0-10 0,-1 0-12 15,1 2-8-15,-4 0-9 0,3 0-7 0,0 0-3 16,-5-5-10-16,3 11-6 0,-3-5-3 0,0-6-9 16,2 11-4-16,0-5-3 0,-2-6-12 0,0 0-3 15,0 12-3-15,0-12 0 0,0 0 4 0,0 0-10 16,0 0 0-16,0 0-1 0,0 0 1 0,0 0-1 15,0 0-1-15,0 0-6 0,0 0-3 0,17-19 2 16,-9 9-1-16,0 0 2 0,3-3 2 0,3-1 1 16,-3 2-2-16,0 0 1 0,-1 4 2 0,-2 3 1 15,1-3 1-15,-7 4-1 0,6 1-5 0,-8 3-5 16,6-4 5-16,-6 4-2 0,9 1 1 0,-9-1-2 16,6 8 3-16,-3-4 6 0,-3-4 4 0,5 9 2 15,-5-2-2-15,2-1-1 0,-2-6 1 0,2 13-4 16,0-8 1-16,-2-5-5 0,1 11 0 0,-1-11 1 15,2 7 0-15,-2-7 1 0,4 5 4 0,-4-5-6 0,0 0 3 16,7 2-1-16,-7-2 2 0,0 0-6 0,0 0 1 16,16-9 2-16,-10 5-3 0,-1-1 0 15,1-1-2-15,-2-1 3 0,2 2 0 0,0-4-2 16,1 4-2-16,-1-1-3 0,-3 0 1 0,-3 6 1 16,9-6-6-16,-6 3 2 0,-3 3-3 0,6-4-2 0,-6 4 3 15,0 0 3-15,7-3-3 0,-7 3-1 16,0 0 0-16,0 0 6 0,8-3-3 0,-8 3 0 15,0 0 0-15,0 0 1 0,0 0 1 0,0 0 4 16,0 0-2-16,0 0 1 0,6-6-1 0,-6 6 0 0,0 0-2 16,0-11 0-16,0 11 1 0,2-10 1 0,-2 10-4 15,2-13 5-15,-2 3-3 0,4 2 6 16,-4 1 4-16,4 0 1 0,-4 7 11 0,1-11 7 16,1 4 2-16,-2 7-3 0,2-7-8 0,-2 7-5 0,0 0-2 15,4-4-2-15,-4 4-4 0,0 0-1 0,0 0 1 16,2 20-2-16,-1-10 2 0,-1 2-1 0,0-2 1 15,-1 2-4-15,-1 4 1 0,-2-4-1 16,2 0-12-16,0 0-30 0,-1 0-31 0,1-1-30 16,-2-2-34-16,2 1-44 0,0-4-49 0,-4 0-129 0,6-6-382 15,-8 8 169-15</inkml:trace>
  <inkml:trace contextRef="#ctx0" brushRef="#br0" timeOffset="-209402">26632 7245 4 0,'0'0'115'0,"0"0"-28"15,0 0-26-15,0 0-28 0,7-3-21 0,-7 3-32 16,0 0-29-16,0 0-53 0,0 0 24 0</inkml:trace>
  <inkml:trace contextRef="#ctx0" brushRef="#br0" timeOffset="-205986.03">25145 7145 45 0,'0'0'81'0,"7"-5"-3"0,-7 5 8 0,4-5-6 0,-4 5-4 16,0 0 7-16,0 0-7 0,6-4-9 0,-6 4-12 15,0 0-2-15,0 0-3 0,5-4-3 0,-5 4-1 16,0 0 8-16,0 0-18 0,0 0-1 16,0 0 5-16,3-6-1 0,-3 6-4 0,0 0-2 0,0 0-2 15,0 0-4-15,0 0 3 0,0 0-4 0,0 0-9 16,0 0-5-16,0 0 8 0,0 0-7 0,0 0-4 15,0 0 8-15,0 0-7 0,0 0-6 0,0 0 12 16,0 0-10-16,0 0 1 0,0 0 4 0,0 0-6 16,-16-3 1-16,16 3-5 0,0 0 4 0,-11-3-4 15,11 3 2-15,0 0-1 0,0 0 5 0,-13 3-10 16,13-3 13-16,-8 3-13 0,8-3 2 0,0 0 2 16,0 0 2-16,-12 1 4 0,12-1-9 0,0 0 1 15,0 0 0-15,-8 3-1 0,8-3 6 0,0 0-7 16,-7 2 6-16,7-2-10 0,0 0 7 0,0 0-3 15,0 0 1-15,-6 4 4 0,6-4-3 0,0 0 8 16,0 0-11-16,-8 4 3 0,8-4 9 0,0 0-8 16,0 0 0-16,0 0 0 0,-8 3 0 0,8-3 4 15,0 0-5-15,0 0 7 0,-8 3-4 0,8-3-1 16,0 0 7-16,-7 5-2 0,7-5-1 0,0 0-8 16,-10 1 11-16,10-1-4 0,-8 2 4 0,8-2-3 15,0 0-4-15,-10 2 4 0,10-2 5 0,-6 2-3 16,6-2 7-16,0 0-5 0,-12 3-10 0,12-3 7 15,-10 3-2-15,10-3 4 0,-9 2 0 0,9-2-1 0,-10 2 5 16,10-2-3-16,-9 2-2 0,9-2 0 0,-14 2-3 16,8-2 7-16,6 0-1 0,-15 2-3 15,10-1 6-15,-5 0-5 0,10-1-14 0,-11 2-1 16,5-1 18-16,6-1-4 0,-16 0 0 0,16 0-5 16,-14 0 2-16,7 3 0 0,7-3-1 0,-15 1 9 0,7 1-12 15,-3-1 1-15,1-1 0 0,-1 2-2 0,0-1 2 16,1-1-7-16,1 0 9 0,-4 0-2 15,2 2 1-15,0-1-1 0,-3-1-1 0,0 2 6 0,-4-1-3 16,-1 1-4-16,-9-1 4 0,0-1 0 0,-2 0-3 16,-2 0-3-16,1-1 7 0,0 1-6 0,-4 1 5 15,0-2-3-15,1 1 3 0,-3 0-3 0,2 0-1 16,-3 1-5-16,-1-2 3 0,2 1-10 0,-3 1 14 16,1-1-5-16,-2 2 1 0,4-1 7 0,-2 2-9 15,1 0 1-15,0-2 3 0,1-1-6 0,1 2 8 16,-1-2-2-16,0 3-7 0,0-1 9 0,2 1-4 15,-1 1 1-15,-1 0 0 0,1 0-1 0,1-1 4 16,-2 1-6-16,3 0 8 0,0 1-2 0,-2 0-1 16,0 0-1-16,0-1-4 0,3 1 9 0,0 2-1 15,2-4-6-15,1 4 0 0,0-4 5 0,1 3-4 16,1-3 4-16,5 1-2 0,-4 2-1 0,5-3 2 16,2-1 1-16,-2 0-5 0,-7 3 2 0,8-1-2 15,-1 0 6-15,1 0 0 0,-6 0-6 0,5 0 0 16,-5 0 2-16,-1 0 2 0,0 0-1 0,6-1 0 15,-7-1-3-15,1 2 2 0,1 2 4 0,-1-3-2 16,0 1 2-16,0-2-2 0,1 1-11 0,-3-2 8 16,1 1 2-16,1-1 5 0,0 1-18 0,0 0 15 15,1-2-1-15,-1 3 1 0,-3-1 1 0,3 1 3 16,-1-2-8-16,-1 2 6 0,1-2 2 0,-1 0-12 16,2 0 3-16,-1 1 3 0,-1-1 3 0,1 0 1 0,0 2-4 15,1-3 4-15,5 3 0 0,1-2 4 16,1 1-5-16,0-2-1 0,-1 0-1 0,0 1-4 15,2-1 3-15,-2 2 0 0,3-1-8 0,-3-1 10 16,2 1-1-16,0-1 3 0,0 2-6 0,0-1 3 16,-1 0-5-16,1-1 7 0,-2 0-3 0,4 0-1 15,-4 0 5-15,1 0-7 0,0 5-2 0,0-3 8 0,0-2-5 16,2 0 2-16,-2 2 3 0,4-1 1 0,-1-2-4 16,2 2 1-16,5-2 0 0,-3 2 4 15,1-1-6-15,3 2 11 0,-2-2-4 0,1 0 0 0,0 0 1 16,0-2-3-16,1 2 1 0,0 0-2 0,-1 0 3 15,1 2-3-15,1-2 7 0,9 0-4 0,-16 0-5 16,5-2 4-16,11 2-2 0,-16 2-4 0,9-2 8 16,7 0 12-16,-10-2 3 0,10 2 3 0,-8 3-4 15,8-3 2-15,0 0-6 0,-11 1 0 0,11-1-1 16,0 0-3-16,0 0 4 0,0 0 0 0,0 0-6 16,0 0-1-16,-10-1 3 0,10 1-2 0,0 0 2 15,0 0-2-15,0 0-3 0,0 0 1 0,0 0 0 16,0 0 1-16,0 0-4 0,0 0-2 0,0 0 0 15,0 0 1-15,-13-1-6 0,13 1 7 0,0 0-4 16,0 0 6-16,-9 0-8 0,9 0 0 0,0 0 4 16,0 0-1-16,0 0-1 0,0 0 0 0,0 0-1 15,0 0-2-15,0 0-3 0,0 0-2 0,0 0-5 16,0 0-5-16,0 0-5 0,0 0-9 0,0 0-13 16,0 0-1-16,0 0-20 0,0 0-13 0,0 0-7 15,0 0-24-15,0 0-14 0,0 0-27 0,0 0-84 16,0 0-250-16,0 0 111 0</inkml:trace>
  <inkml:trace contextRef="#ctx0" brushRef="#br0" timeOffset="-200979.9">20627 1662 20 0,'0'0'79'16,"0"0"0"-16,-1-19-10 0,1 19-1 0,0 0 3 15,0 0-11-15,0 0-3 0,0 0 1 0,-2-13-13 16,2 13-3-16,0 0-12 0,0 0 7 0,0 0-8 0,0 0-1 16,0 0-2-16,0 0-8 0,0 0-4 15,0 0-3-15,0 0 1 0,0 0 3 0,0 0-5 16,0 0 6-16,0 0-5 0,-18 32-7 0,13-21 7 16,2-1 1-16,-2 5-1 0,2 1-3 0,-2 3 3 15,2-1-5-15,0 1 0 0,-1 5-1 0,0-5-4 16,2 6 13-16,-1-1-6 0,0 1 8 0,2 1-12 15,-1 0 10-15,0 1-1 0,2-1 4 0,-3-1-5 16,1 0-6-16,0 5 13 0,1-4 0 0,1 1-14 16,0 3 17-16,-2 0-4 0,5-1 2 0,-3 3-5 15,2 0-1-15,3-5 8 0,-1 3-11 0,1 2 6 16,-1-2 2-16,3 2-6 0,-2-1 1 0,1 1-9 16,-2-1-13-16,0 1 17 0,0-3-1 15,-1 1 7-15,0-2-7 0,-2-3 3 0,2 3-2 16,-2-3 3-16,1 1-3 0,-2-2 0 0,-2-5 11 15,2 6-12-15,-1-6-5 0,1 5 1 0,0 1 6 16,-1-6-8-16,2 7-7 0,0-3 17 0,-2-2-4 16,0 4-4-16,1 0-2 0,2 0-2 0,0-5 5 15,-1-1-10-15,1 6 10 0,-2 0 5 0,3-1-9 16,2 0 9-16,-5-3 0 0,-1-4-1 0,2 3 2 16,0-1 0-16,-1 0-14 0,3 0 15 0,-2 2-1 15,2-2 3-15,-2 0-6 0,3 2 5 0,-2-2-3 16,1 0-2-16,-2 5 5 0,2-4-6 0,-2-1 3 15,3 0-7-15,-2 0 9 0,-2 1 1 0,3 6 0 16,-2-10-5-16,2 3 2 0,-1 0 0 0,1 2-5 16,-2-2 9-16,2 8-2 0,-2-1 9 0,2-1-8 15,-3 2-3-15,1-1 3 0,1-2-4 0,0 2 2 16,-2 2-2-16,3-3 3 0,-4 3-1 0,4-1-3 16,-1 0 2-16,-1 2 5 0,1-1 0 0,-1-1-3 15,0 3 3-15,-1-2 3 0,0 2-7 16,2 0 3-16,-2 0 2 0,-2-1 3 0,5 0-2 15,-1-1 4-15,0 1-5 0,0 2 2 0,1-3-9 16,0 0 5-16,-1 2 3 0,3 3-2 0,-1 0 0 16,-3 2 6-16,3-1-7 0,-1-2 2 0,0-1-11 15,3 2 10-15,-4 0 0 0,1-1-3 0,2 1 3 16,-3 2-6-16,1-2 5 0,-2-1 2 0,0 1-3 16,1-2 1-16,-2 0 0 0,0 1-3 0,1-1-3 15,-1 2 3-15,0-2-2 0,1-2 2 0,1 0 0 16,-2 2-1-16,0-2 0 0,0 2 2 0,-3 0 1 15,3 1-4-15,0-1 2 0,0 1 1 0,0-3-5 16,1 2 4-16,-2-1 0 0,5-1-2 0,-2-1 0 16,2 2-3-16,-2 1 14 0,3-2-6 0,-2 2 1 15,1-5-5-15,-1 3 7 0,1-1-6 0,0-1 3 16,1-2-8-16,-1 1 6 0,-1-2-3 0,1 2 0 16,0 1 2-16,0 1-1 0,1 0 1 15,-1-3 0-15,-2 2-3 0,2-2 2 0,0 0-2 16,0 3 3-16,-2-1-1 0,2 2-3 0,-1 0 4 15,-2-3 0-15,0 0-2 0,1-1 5 0,0 1-13 16,1-2 10-16,-2 2 1 0,0 0 2 0,1 0-1 16,3-1-2-16,-5 0 2 0,0-6 0 0,0 1-4 15,0 0 1-15,0 5-2 0,0-5 3 0,1-1-1 16,-2 5-3-16,1-3 2 0,0-2-3 0,0 5-4 16,-2-5 4-16,4 6-9 0,-1-5 6 0,1-1 2 15,1 1 0-15,1-1 2 0,-2 3 3 0,1-4-3 16,0 7-4-16,-1 6 0 0,2-2 2 0,0-1 0 15,0-2 0-15,-1-1-1 0,0 2 1 0,-2 0 0 16,2-1-6-16,-3-1 4 0,1-6 2 0,0-1-1 16,2 7 1-16,-2-5-2 0,0 6 3 15,2-6-3-15,-2 1-2 0,-1-4 2 0,3 3-1 0,0-4-2 16,-2 0 4-16,4 2 1 0,-3-5-4 16,1 3 1-16,1-4 0 0,-4-12 0 0,6 24 0 15,-3-14 0-15,-3-10 1 0,5 23 1 0,-3-12 2 16,-2-11 0-16,9 22-1 0,-5-11-2 0,-4-11 2 15,5 24-2-15,-2-13 0 0,-3-11 1 0,4 20-1 16,-4-20 1-16,4 17 1 0,-4-17-2 0,5 14-4 0,-5-14 7 16,0 0-2-16,6 17-1 0,-6-17-1 15,0 0-1-15,0 0-6 0,4 15 10 0,-4-15 4 16,0 0-4-16,0 0 5 0,0 0-5 0,0 0 2 16,0 0-12-16,0 0-18 0,0 0-8 0,0 0-21 15,0 0-28-15,0 0-40 0,0 0-32 0,10-43-50 16,-10 25-221-16,0 0-458 0,1-13 203 0</inkml:trace>
  <inkml:trace contextRef="#ctx0" brushRef="#br0" timeOffset="-199830.04">20574 1637 12 0,'0'0'82'0,"0"0"-7"0,-9-4 1 16,9 4-16-16,0 0-3 0,0 0-11 0,0 0-1 15,0 0-6-15,0 0-1 0,0 0 5 0,0 0-6 16,0 0-9-16,0 0 4 0,0 0-11 0,0 0 0 16,0 0 3-16,36 9-7 0,-23-6 8 15,6-3 1-15,1 0-6 0,6 1 3 0,2-2-4 0,6-4 1 16,1 2 0-16,0-2-10 0,1 1 3 0,3-3-2 16,10-1-3-16,3 2 2 0,-15 2-2 15,0-1-1-15,14-5 0 0,-14 2 6 0,14-2-14 16,-13 3 11-16,-1-3-2 0,0 3 0 0,1-1-2 15,0 0-4-15,0-5 5 0,1 6-11 0,-4-3 5 16,1 1-8-16,-3-1 14 0,1 3-10 0,-1-2 6 16,-1 3-8-16,-2-1 8 0,-3-2-6 0,3 3 11 15,-3 0-11-15,-7 1 3 0,3 0-6 0,-6 1 8 16,4 0-4-16,0 0 3 0,-3-2 0 0,-1 3 0 16,2 0 16-16,1 1-18 0,-2-1 1 15,-2 2-7-15,2-2 12 0,-5 2-3 0,5-2-4 16,0 0 5-16,0 3-14 0,-2-1 7 0,5-1 5 15,-2-1-1-15,-2 2-13 0,2 0 14 0,0-2 3 16,1 0-11-16,2 3 12 0,1-1-2 0,3-3-6 16,-6 1 13-16,2 0-13 0,-2 3 6 0,2-4 0 0,0 1-4 15,-1 0-5-15,0-1 10 0,7 0-1 0,-6 1 6 16,-3 0-10-16,8-3 1 0,1 1 7 0,-9 3-9 16,-1-1 3-16,0 0 2 0,0 1-9 0,-6-2 9 15,8 2 12-15,-9 0-19 0,-1 0 7 16,2 0-9-16,-12 2-10 0,18-3-11 0,-11 1 0 15,-7 2-8-15,15-5-17 0,-10 4-19 0,-5 1-68 16,9-1-148-16,-9 1 66 0</inkml:trace>
  <inkml:trace contextRef="#ctx0" brushRef="#br0" timeOffset="-159839.75">27323 10517 2 0,'21'0'6'0,"1"0"-2"16,-2 0-1-16,1 0 1 0,1 1-4 0,-2-1 9 16,7 1-2-16,-4 1 2 0,4-2 3 0,-7-2 0 15,9 2-4-15,-2 2 3 0,-6-2 2 0,1 0-1 0,-3 0 1 16,0 0-9-16,-1 0 2 0,0 0 5 0,2 0-2 15,-2 0 3-15,0 0 1 0,0 1 4 16,0-1 2-16,3-1 1 0,-2-1-1 0,10 2-1 16,-8-1 2-16,8 0 2 0,-6 0-2 0,6-1-6 0,-3 2 10 15,-5-1-5-15,2-2-6 0,4 0 2 0,-5 1 5 16,5 1-4-16,-5 0-7 0,7-3 1 0,0 2 9 16,1 1-7-16,-1 1-3 0,2-2 8 15,-2 0 2-15,-2 2-2 0,1 0-4 0,-6-2 0 0,5 2-2 16,-6 0 0-16,1-2-6 0,5 1 5 0,-5 0 2 15,5 0-8-15,2-1 0 0,0 2-1 16,-2-1 4-16,1 2-7 0,1-2 2 0,1 0 7 0,-2 1-2 16,-2 0-4-16,-5 0 1 0,1 0-1 0,-3 0-1 15,2 0 5-15,0 0-1 0,-2 0-1 0,1-1-2 16,-1 1-1-16,0-2 4 0,3 2-1 0,6-1-5 16,0-1-10-16,-8 2 4 0,10-3 0 0,-2 0 0 15,0 1-1-15,0-1 1 0,-7 2-5 0,2 0-1 16,-3 0 4-16,2-1-6 0,0 1 4 0,-2 1-1 15,1-3-1-15,-1 2 1 0,-2-1 4 0,1 1-4 16,3 0 1-16,-4 0-1 0,3-2-2 0,0 3 3 16,-1-1 1-16,1-2 1 0,-1 3-1 0,3-2 6 15,-1 2-3-15,6 0 0 0,-9 0 9 0,3 0-11 16,0 0 1-16,1 2-1 0,-5-2-2 0,2 0-5 16,-1 0 1-16,2 3-7 0,0-3 3 0,0 1 0 15,-2 0-4-15,9-1 2 0,-7 0-6 0,-1-1 8 16,3 1 1-16,-1-1 2 0,5 0-7 0,-9 1 6 15,2-2-21-15,-2 2-40 0,-5 0 18 0</inkml:trace>
  <inkml:trace contextRef="#ctx0" brushRef="#br0" timeOffset="-159097.79">25182 10522 30 0,'12'-1'39'0,"8"-1"-5"16,8-1 0-16,-2 1-3 0,8 2 1 0,2-1-5 15,17-2 0-15,2 2-3 0,3-1 4 16,5-1-4-16,27 3-4 0,-27-4-4 0,31 1-6 0,-29 3-3 16,25-3-2-16,-29 3-7 0,4 0-2 0,24 0 3 15,-26-3-5-15,2 3-1 0,0 1-3 16,26-1 6-16,-26-1 3 0,28 0 0 0,-29 2-2 15,27-2-3-15,-26 2 3 0,0 2-6 0,27-3 0 0,-25 3 5 16,-4-3-7-16,27 4 0 0,-30 0-2 0,3 0 1 16,-2 0 0-16,4 0-3 0,-5 0 4 0,1-1-3 15,-2 1 2-15,3 0 1 0,-3-1-4 0,0-1 3 16,-1 3 1-16,-2-2 3 0,1 1 1 16,-2-1-1-16,2 0 2 0,-2 1 1 0,-3-1 3 0,1 0 1 15,0 0 3-15,-3 0-4 0,3 1 0 0,-2-3-2 16,0 2-16-16,1-3 23 0,-1 0-20 0,2 3-17 15,-1 0 7-15</inkml:trace>
  <inkml:trace contextRef="#ctx0" brushRef="#br0" timeOffset="-150977.97">20997 12650 1 0,'-4'-7'119'0,"4"7"7"16,-3-10-29-16,3 10 5 0,-6-10 4 0,6 10-9 0,-4-9-3 15,4 9-3-15,0-9-8 0,0 9 0 16,-1-7-1-16,1 7 0 0,0 0-5 0,-3-9-4 15,3 9-10-15,0 0-20 0,0 0 2 0,-2-7-8 16,2 7-9-16,0 0 2 0,0 0-7 0,0 0 1 16,0 0 4-16,0 0 1 0,0 0-1 0,16 21-2 15,-11-11-8-15,2-1 3 0,-1 2-1 0,2 2 0 16,1 3-3-16,0-2 0 0,-1 1 2 0,-1 3 0 16,3-2-4-16,-1 0 8 0,-2 1-11 0,0-2 1 15,0 2-2-15,1-2 3 0,-2 0 1 0,3 2-4 16,-3-1 6-16,-1-3-9 0,2-1 2 0,2 2-3 15,-2-3-1-15,1 0-2 0,-2-2 0 0,0 1-1 16,-1 2 2-16,2-3 2 0,-2 1-2 0,-1-2-9 16,3 1 8-16,-3-3-1 0,-1 0 5 0,4-1-3 0,-5 0 1 15,-2-5-2-15,7 8-3 0,-6-4 2 0,-1-4 3 16,4 7 4-16,-4-7 4 0,0 0-4 0,0 0-1 16,0 0 6-16,14-14 1 0,-10 4 3 15,-2 1-6-15,3-5-1 0,2-2-1 0,-2 0 2 0,-1-1 0 16,2-2-2-16,2-7-1 0,-3 2 0 0,-1-1 2 15,1 7-4-15,-1-7-1 0,1 5 1 16,-3 1 1-16,3 1 1 0,-2 1 0 0,-1 2-3 16,0 3 2-16,-1 1 5 0,0 3-1 0,1 3 1 0,0-1-3 15,-2 6 12-15,3-11-4 0,-3 11-4 0,1-8-1 16,-1 8-3-16,0 0-1 0,5-6-5 0,-5 6 3 16,0 0-3-16,0 0 2 0,0 0-5 0,13 10-13 15,-9-6-17-15,0 4-32 0,1 1-30 0,-3 0-28 16,2 1-45-16,-3 2-181 0,-1 0-372 0,0 0 165 15</inkml:trace>
  <inkml:trace contextRef="#ctx0" brushRef="#br0" timeOffset="-150055.5">21626 12866 101 0,'1'-12'130'0,"0"5"-6"0,-1 7 9 0,0-11 5 15,0 11-11-15,0-11-3 0,0 11-5 0,0-8-13 16,0 8-6-16,-2-9-4 0,2 9-6 0,0 0-9 15,-6-10-9-15,6 10-8 0,-5-3-8 0,5 3-2 16,-9 0-4-16,9 0 3 0,0 0-3 0,-17 6-4 16,10 0-6-16,1-2-5 0,-3 3-2 0,2 0 0 15,0 2-2-15,0-2 0 0,0 2-3 0,2-2 0 16,-2 2 0-16,2 0-6 0,1-3-1 0,-1 4 2 16,0-2 4-16,1 1-3 0,2 1-3 0,0 0-1 15,0-1-1-15,-1 1-4 0,2 0 1 0,0-1-4 16,-1 1 1-16,2 0-4 0,-1-1 0 0,1 1 2 15,1-1-3-15,-1-1 1 0,3 0 0 0,-2 2-1 16,2-4 1-16,-1 3-2 0,2 1-2 0,-1-2 1 16,-1 0 0-16,5-2 0 0,-4 1 0 0,1-1 1 15,-1-1 0-15,2-1-1 0,-1 1-1 0,1-1-2 16,-5-4 3-16,11 5 8 0,-4-2-10 0,-1-1 4 16,-1 0-4-16,-5-2 1 0,14 2-1 0,-6-4 2 15,-8 2 0-15,18 0-4 0,-10-3 4 0,2 2-2 16,0-2 0-16,0 0-1 0,1-2 2 0,0 1-1 15,-1 0-1-15,-1-2 2 0,1 1-3 0,-1 0-2 16,0 0 3-16,-2-2-1 0,0 3 0 0,-2-2 0 16,2-1 3-16,-2-2-2 0,0 4 3 0,-1 0-5 15,0-4 0-15,-4 9 0 0,4-11-1 0,-3 5 1 16,-2-4 1-16,1 10-3 0,-4-12-1 0,-1 7 1 16,1 1-3-16,-1-1 1 0,-3 1 2 0,0-1-3 0,-3 2 2 15,1 2-1-15,-3-4 0 0,3 4-1 16,-1-1-1-16,1 1 1 0,10 1-1 0,-13-1 0 15,7 0-1-15,6 1 3 0,0 0-3 0,-14 1 1 16,14-1 2-16,0 0 5 0,0 0-7 0,-8 1 5 0,8-1 0 16,0 0 0-16,0 0 0 0,0 0 0 0,0 0 1 15,0 0 2-15,26 7-4 0,-17-5 1 16,2-2-3-16,1-2 3 0,1 2 5 0,1 0-5 16,-4 0 1-16,3-2 0 0,-2 2 1 0,1-1 0 0,0 0-2 15,-1 1 2-15,-1-2-4 0,-1 2 6 0,0-1-4 16,-1 0-1-16,-8 1-2 0,11 0 3 0,-11 0-1 15,10 0-1-15,-10 0 3 0,11 0-2 16,-11 0-1-16,0 0 0 0,11 2-1 0,-11-2 1 16,6 2 2-16,-6-2-2 0,7 2-1 0,-7-2 1 0,0 0 2 15,6 5-3-15,-6-5 3 0,0 0-2 0,8 6 1 16,-8-6-5-16,2 4 6 0,-2-4-1 0,3 10-1 16,-3-10 11-16,0 12-10 0,0-5 0 15,0-7-3-15,-3 13 8 0,4-7-5 0,-2 4-1 0,0 1 0 16,0 0 5-16,-1-1 7 0,-1 0-8 0,1 1-1 15,0 0 0-15,1-1-2 0,-1 4 3 0,0-2-1 16,0 4-10-16,1-3-34 0,1 1-47 0,-1-2-31 16,2 0-39-16,3 1-206 0,-3 0-397 0,1-3 175 15</inkml:trace>
  <inkml:trace contextRef="#ctx0" brushRef="#br0" timeOffset="-149373.75">22124 12921 67 0,'0'0'107'16,"0"0"-9"-16,-15 6-2 0,6-3 7 0,-3 4-11 16,2-1-10-16,1 3-2 0,-2-1-3 0,-4 1 1 15,4 3-7-15,3-3-5 0,2 2-5 0,1 0-2 16,1-1-3-16,1-1-5 0,1 1-6 0,2-2 0 16,0 1-5-16,0-9 0 0,4 13-4 0,2-5-5 15,-1-1-2-15,0 1-2 0,2-1 10 0,0 1-18 16,2-3 1-16,-1 2-5 0,0-1 8 0,2 0-6 15,-6-2-7-15,2 2 5 0,1-2-8 0,-4 0-4 0,-3-4 8 16,7 7-2-16,-6-1-1 0,-1-6 1 16,0 11-3-16,0-11-1 0,-10 12-1 0,2-5 7 15,0-1-10-15,-6-1 5 0,3 1 3 0,-8-1-6 16,3 1 4-16,-1-1-3 0,4-2 0 0,-6 0-8 16,3 0-24-16,2-2-23 0,3 2-36 0,0-2-43 15,0 1-120-15,5-2-272 0,6 0 121 0</inkml:trace>
  <inkml:trace contextRef="#ctx0" brushRef="#br0" timeOffset="-146703.81">22916 12933 3 0,'0'0'102'0,"0"0"4"16,0 0-11-16,0 0-2 0,0 0-8 0,0 0-8 16,0 0-5-16,0 0-2 0,0 0 9 0,0 0-13 15,0 0-4-15,0 0-8 0,0 0-7 0,0 0 2 16,0 0-6-16,0 0 2 0,0 0-9 0,0 0-13 16,-11-16 11-16,11 16-7 0,-5-5 0 0,5 5-5 15,0 0 1-15,-10-4-6 0,10 4 2 0,-4-5 2 16,4 5-4-16,-8-3-1 0,8 3 3 0,-14-3-7 15,8 3 5-15,6 0-3 0,-17 0-4 0,3 2 8 16,2 0-7-16,-3 1 1 0,2 1-4 0,-4 2 1 16,0 1 1-16,-1 2 3 0,1-2-6 0,-1 5 6 15,3-3 0-15,0 2-4 0,1 1 14 0,1 0-10 16,1 2 8-16,1 2 0 0,5 1 6 0,-3-2-10 16,5 5 9-16,-1-3-5 0,1 2 3 0,1 0 2 15,3-2-1-15,3 2-2 0,-1-2 10 0,2 0 1 0,1-1-5 16,3 1-1-16,3-3 0 0,-2-1-4 0,0-2-1 15,3 1-3-15,-1 0 0 0,0-4-4 0,0-3-1 16,-1 1-3-16,1 1 3 0,-1-5-3 16,1 0 2-16,1 0-4 0,2-3 2 0,-3 0-3 15,-3-1 3-15,1-2-1 0,0 0 0 0,0-3-3 0,3 0 2 16,-2-1 2-16,-3-2-8 0,-2 2 3 0,2-3-5 16,-2-1 0-16,-3 0 4 0,3 0-3 0,-1-2 2 15,0-2-1-15,-1-1 1 0,-2 2-2 16,3-1 0-16,-4 0-1 0,1 5-1 0,0-1 1 0,-1 2-2 15,3 0 3-15,-3 1 0 0,0 9-2 0,2-14 2 16,0 8-2-16,-2 6 0 0,0-11-1 0,0 11 1 16,0-7 0-16,0 7 0 0,2-8 1 15,-2 8 1-15,0 0 4 0,2-6-3 0,-2 6 0 0,0 0 1 16,0 0 1-16,0 0 0 0,0-8 2 0,0 8 2 16,0 0-1-16,0 0 0 0,2-9 0 0,-2 9-2 15,3-6 1-15,-3 6-2 0,2-7 0 16,-2 7-2-16,3-10 0 0,-1 5 8 0,-2 5-5 0,7-12-5 15,-5 8 6-15,-2 4 0 0,4-9 0 16,-1 4 1-16,-3 5-3 0,4-10-4 0,-2 6 4 0,-2 4 0 16,4-10-1-16,-4 10-2 0,1-7-2 0,-1 7 3 15,0 0 1-15,3-10-2 0,-3 10 0 0,0 0 0 16,0 0-2-16,1-5 4 0,-1 5-4 16,0 0-1-16,0 0-3 0,0 0 0 0,0 0-2 0,0 0 2 15,0 0 0-15,0 0 3 0,0 0-3 0,0 0 0 16,0 0 3-16,3 21-3 0,-3-21 3 15,1 11-2-15,4-2 1 0,-5 0-2 0,0-2 3 0,1 4 1 16,-1 1 4-16,0 2 4 0,0 0 1 0,0 2-2 16,0 1 3-16,1 0 2 0,-2-5 2 0,2 4-4 15,-1-4 1-15,2 3-5 0,-1-4 2 0,-1 0 1 16,3 0-2-16,-2 0-1 0,1-1 1 0,2 0 1 16,-1-2-3-16,0-1-1 0,0 1 2 0,5-1 0 15,-2 0 1-15,2-2-1 0,0 0-1 0,4-1-5 16,0-1-17-16,1-2-18 0,-2 1-28 0,2-4-26 15,1 2-36-15,3-4-38 0,-3 0-36 0,2-1-150 16,-4-1-376-16,1-4 167 0</inkml:trace>
  <inkml:trace contextRef="#ctx0" brushRef="#br0" timeOffset="-145859.41">23265 12801 33 0,'0'0'99'0,"0"0"-12"0,0 0-8 0,0 0 3 15,0 0 1-15,0 0-13 0,0 0-3 0,0 0-4 16,0 0-1-16,0 0-5 0,0 0 2 0,0 0 3 15,0 0-5-15,0 0-2 0,0 0-1 0,0 0-2 16,0 0-4-16,0 0-3 0,0 0-4 0,0 0-3 16,0 0 1-16,0 0-3 0,0 0-2 0,0 0-7 15,0 0-1-15,0 0 7 0,0 0-8 0,0 0 2 16,0 0-8-16,0 0 4 0,0 0-6 0,0 0 0 16,0 0-1-16,0 0-4 0,0 0-1 0,0 0 0 15,0 0-2-15,0 0-1 0,0 0-4 0,0 0-1 16,0 0-1-16,0 0 8 0,0 0-5 0,0 0 3 15,0 0-3-15,0 0-2 0,0 0 2 0,0 0-2 16,0 0-3-16,0 0 0 0,0 0 0 0,0 0 9 16,0 0-8-16,0 0 0 0,0 0 2 0,0 0-1 15,0 0-2-15,0 0 2 0,0 0-1 0,0 0 3 0,0 0-5 16,0 0 9-16,0 0-7 0,0 0 2 16,0 0-3-16,0 0 3 0,0 0 2 0,0 0 7 15,0 0-5-15,0 0 5 0,0 0-1 0,0 0-1 16,0 0-1-16,0 0 1 0,0 0-5 0,0 0 5 15,0 0-5-15,0 0 0 0,0 0-2 0,0 0 3 0,0 0-1 16,0 0 1-16,0 0-3 0,0 0 0 16,0 0 2-16,0 0 2 0,0 0-6 0,0 0 2 15,0 0-2-15,0 0 10 0,0 0-5 0,0 0 2 16,0 0 3-16,0 0 2 0,0 0 1 0,0 0 7 0,0 0 2 16,0 0-1-16,0 0 4 0,0 0 1 0,0 0 4 15,0 0-3-15,0 0-3 0,0 0-2 16,0 0-9-16,0 0 2 0,3-10-3 0,-3 10 0 15,0 0 2-15,0 0-6 0,-3-9-1 0,3 9 6 16,-1-9-9-16,1 9 1 0,-2-11 7 0,2 11-3 0,-2-9-1 16,2 9 1-16,0-12-2 0,0 12 8 15,-1-11-1-15,0 5 3 0,1 6 1 0,0 0 5 16,-2-10-4-16,2 10 0 0,0 0-2 0,0 0-7 16,-2-9 0-16,2 9-5 0,0 0 1 0,0 0-3 15,0 0 2-15,0 0 2 0,2 25 1 0,-2-9 1 16,-1 0 2-16,1 3 2 0,-1 1 0 0,-2 4 3 15,-2 2 1-15,2-2 5 0,0 4-1 0,-2-9 3 0,1 0-8 16,0 6 0-16,1-1 0 0,2-7-1 16,0 1 0-16,0 0-3 0,1-3 1 0,0-4-3 0,1 2-1 15,0 0 0-15,2-3-1 0,-1 0 1 0,2-2 1 16,2 1-3-16,-1-2 2 0,2 0-2 16,-2-2-1-16,0 0-15 0,4-3-22 0,-3 2-27 15,3 0-44-15,-9-4-40 0,20-2-44 0,-14 1-46 16,-6 1-133-16,13-5-394 0,-13 5 175 0</inkml:trace>
  <inkml:trace contextRef="#ctx0" brushRef="#br0" timeOffset="-145701.68">23099 12923 17 0,'0'0'120'0,"0"0"-1"0,24-7-17 0,-6 10-11 15,5-3-15-15,8-2-41 0,0 2-37 0,-1 1-53 16,2 0-30-16,-1-2-90 0,-2 2 40 0</inkml:trace>
  <inkml:trace contextRef="#ctx0" brushRef="#br0" timeOffset="-144747.43">23684 12892 82 0,'0'0'189'0,"0"0"-2"0,0 0 2 0,4 20-15 16,-2-10-10-16,-2-10-6 0,-3 21-12 0,2-7-12 16,1 2-13-16,1-2-6 0,0 2-9 15,1-1 0-15,3 1-18 0,1 0-9 0,6 0-8 0,-6-6-5 16,2-1-4-16,4 2-5 0,-1-3-5 16,1-3-5-16,1 1-5 0,0-3-3 0,5 0-3 0,-5-1-4 15,5-2-4-15,-6-1-2 0,2-3 0 16,-3 0-3-16,1-1-2 0,-1-1-1 0,-2-2-2 0,1-3 0 15,-3 3-6-15,2-6 2 0,-3 3 0 16,-3 1-3-16,4-4-3 0,-1 0 1 0,-3 4 0 16,-2 0 3-16,2 4-1 0,-2 0 1 0,1 0-5 0,-2 6-2 15,0 0 1-15,0 0-5 0,0 0 4 0,0 0 0 16,0 0-1-16,0 0 1 0,6 25-2 16,-6-16 2-16,0 4 1 0,2-1-2 0,1 0 3 15,2 5-1-15,0-1 0 0,-1-6-2 0,2 1 0 16,0-2 4-16,3 0-5 0,0-1 5 0,3-2-2 0,0-1 0 15,1-2-1-15,3 0-1 0,-1-2-9 0,-1-1-5 16,-2-3-7-16,-1-1-10 0,-1 0-8 0,-3-2-7 16,-1-3-9-16,-1-2 1 0,-1 0-9 15,-3-6-7-15,-1 1-6 0,-1-1 3 0,0-2 0 16,-2 0 5-16,1-4 8 0,-1 6 6 0,1-1 5 0,-2 1 6 16,2 6 11-16,1 0 14 0,0 3 14 0,0 2-2 15,1 6 1-15,-2-12-1 0,2 12-2 0,0-10 2 16,0 10 3-16,5-4 4 0,-5 4 3 15,12-5 3-15,-1 3-3 0,0 1 1 0,2 0 4 0,0-2 1 16,3 0 1-16,-1 2-1 0,2-3 5 0,1 2 2 16,-5-1 3-16,-1 0 5 0,1-1-5 0,-4 1 1 15,2-3-1-15,-5 3 2 0,1-1-4 0,-2-2-3 16,0 0-4-16,0-1-1 0,-2 1-3 16,1-1 4-16,-1 0-4 0,-1 0 0 0,-2 7-3 0,1-14-2 15,-1 9 2-15,0 5-2 0,0-10-2 0,0 10-2 16,3-5-2-16,-3 5 0 0,0 0 5 0,0 0-10 15,0 0 8-15,0 0-8 0,-4 30 3 0,-1-11 0 16,-2 7 1-16,2 1-1 0,-2 1 1 0,-1-1-2 16,2 3 4-16,2-3 3 0,0-1 5 15,3 0-2-15,-4-8-2 0,5 1 1 0,-2-2 2 0,2-1-2 16,0-6 0-16,2-1 0 0,-4-2-2 0,2-7 3 16,0 12 7-16,0-12 6 0,4 6-3 0,-4-6-3 15,10 0 2-15,-10 0-1 0,0 0-1 16,16-14-4-16,-5 6-1 0,-4 1-1 0,3-8 1 15,1 7-1-15,1-5-1 0,-3 4-2 0,2 1-2 0,-2 0-1 16,2 4-1-16,-1-1-3 0,-10 5-1 0,11-5 3 16,-11 5-3-16,13-2 1 0,-13 2 2 0,13 5 2 15,-13-5 2-15,14 5-2 0,-9-1 3 0,4 1 3 16,-9-5-5-16,9 7 2 0,-5-2-3 0,-4-5 3 16,14 6 2-16,-8-3-1 0,4-1 0 0,-10-2 1 15,23-1-3-15,-23 1 3 0,17-5 0 0,-8 2 0 16,-3-3-1-16,3 2 0 0,-2-2 1 0,0-1-4 15,-7 7 2-15,11-15 0 0,-5 7-4 0,-1-1 1 16,-1 0-3-16,1-1-1 0,0 3 2 0,-2 1 0 16,-3 6-2-16,5-10-5 0,-2 7 2 0,-3 3-1 15,0 0 1-15,0 0 0 0,0 0 0 0,0 0 1 16,0 0 2-16,10 16-4 0,-10-16-22 0,-2 17-20 16,4-5-23-16,-4 0-35 0,2 0-40 0,0-1-50 15,0 2-174-15,-2-1-399 0,1-2 177 0</inkml:trace>
  <inkml:trace contextRef="#ctx0" brushRef="#br0" timeOffset="-144358.78">25021 12889 53 0,'-15'-16'231'0,"6"12"-11"0,-5 1-12 16,1 1-5-16,-5 2-8 0,0-1-3 0,-1 4-8 0,0 0-9 15,3 1-12-15,-4 3-11 0,4 3-11 0,-4 0-7 16,5 2-8-16,0 3-12 0,3-1-4 0,1 3-13 16,6-2-11-16,0 2-7 0,3 1-6 0,2-1-7 15,4 1-6-15,3 1-7 0,3-4-5 16,2-2-24-16,-1 1-22 0,5-4-16 0,1-1-24 0,2-2-23 16,-1 0-32-16,0-3-22 0,1 0-39 0,-1 0-24 15,1-7-13-15,1 0-10 0,-2-3-6 0,-1 1-117 16,0-4-349-16,-3-1 156 0</inkml:trace>
  <inkml:trace contextRef="#ctx0" brushRef="#br0" timeOffset="-144076.62">25065 13073 994 0,'8'-15'-91'0,"-1"-2"8"0,2-1 15 16,-7-1 15-16,5-6 23 0,1 0-2 0,-3-1 25 16,2 1 6-16,0 1 18 0,-1 6 7 0,1 1 23 15,-2 3 15-15,0 2 17 0,-1 3 5 0,-2 1-11 16,0 5-4-16,-2 3 15 0,0 0 31 0,0 0 3 16,0 0 7-16,5 20 7 0,-5-2-5 0,-3 7-6 15,-1 0-9-15,2 0-7 0,-2 3-8 16,1-1-3-16,0 0-9 0,3-3-9 0,0-5-7 0,0 0-8 15,1-3-4-15,-1-5-8 0,1 1-3 0,3-3-2 16,-4-3-2-16,0-6 4 0,0 9 13 0,0-9 1 16,2 4-8-16,-2-4-4 0,0 0-3 0,0 0-6 15,11-13-10-15,-7 5 3 0,1-2-6 0,1 1-4 16,1-2-11-16,4-2-9 0,-6 1-5 0,1-2-5 16,2 7 0-16,-2-1 0 0,1 0-7 0,-3 4-1 15,-4 4-2-15,0 0 2 0,0 0 2 0,16 0 4 16,-16 0-2-16,0 0-10 0,5 22-23 0,-1-10-22 15,-4-2-32-15,0 7-44 0,4-2-32 0,-3-4-56 16,2 6-170-16,-2-5-435 0,6 0 193 0</inkml:trace>
  <inkml:trace contextRef="#ctx0" brushRef="#br0" timeOffset="-143817.69">25695 12686 166 0,'0'0'242'15,"0"0"-8"-15,0 0 3 0,7 29-12 0,-10-10-10 16,3 9-19-16,-2 1-13 0,0 1-15 0,-3 2-13 16,1 0-13-16,2 0-12 0,-3 1-11 0,3-2-15 15,0 1-8-15,0-2-12 0,2-1-4 0,-2-3-9 16,2-1-7-16,-3-5-8 0,3-1-24 0,0-2-25 15,0-5-30-15,0 0-32 0,0-3-45 0,0 1-44 16,0-10-33-16,0 11-41 0,0-11-164 0,0 0-414 16,0 0 184-16</inkml:trace>
  <inkml:trace contextRef="#ctx0" brushRef="#br0" timeOffset="-143305.87">25673 12966 90 0,'9'-7'115'15,"1"1"-5"-15,5-4 1 0,2 3-1 0,-1 1-13 16,1-3 2-16,2 2-7 0,-1-2-2 0,-2 1-7 16,0 2-3-16,-1-3-11 0,-4 3 7 15,1-1-1-15,-1-1-5 0,-5 0-7 0,4-2-3 0,-3 1 1 16,-1-2-2-16,0 2-6 0,2 0-2 0,-4 2-6 16,1 0-2-16,-1 1-7 0,-2 0-4 0,-2 6-2 15,3-7-7-15,-3 7 0 0,0 0 6 0,0 0 6 16,0 0 5-16,8 19 4 0,-10-7 1 0,0 3-2 15,2 4-3-15,-4 1-2 0,3-1-2 0,-3 0-3 16,4 0-4-16,-2 0-2 0,0 1-2 0,4-1-2 16,-2-4-2-16,0-2 0 0,2-4-5 0,-2 1 4 15,2-3-5-15,0 0 3 0,-2-7-3 0,3 10 0 16,1-7-1-16,3-1-3 0,-7-2-3 0,18-2 4 16,-9 4-4-16,2-6 1 0,-11 4-5 0,18 5-1 15,-8-5 0-15,2 2-1 0,-3 1 1 0,1 3 0 16,-1-1-3-16,1 1 4 0,2 0 8 0,-3-1-10 15,2 2 4-15,3-4-1 0,-3 1 1 0,3 0-1 16,1-3-2-16,3-1 3 0,-3 0 2 0,0-1-3 16,-2-1 0-16,1-5 2 0,3-2-1 0,-1 2-4 15,-3-2 1-15,1-2 0 0,-5 2 7 0,0 0 4 16,2-3 0-16,-2-1 1 0,-2-1 2 0,1 4 6 16,-5-2 2-16,4-4 6 0,-4 6-3 0,1-1 6 15,-2 3 6-15,-2 0 1 0,0 8-4 0,0-11-5 16,0 11-6-16,-9-1 1 0,9 1-3 0,0 0-4 15,-37 11-2-15,20-2 2 0,1 5-6 0,-4 4-14 16,2 1-24-16,3-5-40 0,3 3-55 0,3-1-71 16,7 1-62-16,2-1-183 0,4-2-469 0,9-1 208 15</inkml:trace>
  <inkml:trace contextRef="#ctx0" brushRef="#br0" timeOffset="-142901.25">27158 12917 168 0,'-9'-6'245'0,"-1"0"-11"0,-1 2-17 16,-1 2-14-16,-5 3-10 0,-1 3-9 0,0 3-13 15,2 3-15-15,-7 6-11 0,6-3-12 0,-1 6-9 16,2 6-10-16,5-1-11 0,2 1-7 0,4-1-11 15,3-5-9-15,2-1-3 0,5 1-6 0,1-2-1 16,4 1-9-16,1-1-5 0,4-2-2 0,8 0-6 16,-5-4-18-16,7-1-22 0,-5-3-30 0,0-3-30 15,7 2-37-15,-7-6-46 0,2 0-35 0,-3-3-21 16,-2-4-23-16,1 0-147 0,-4-1-394 0,0 1 175 16</inkml:trace>
  <inkml:trace contextRef="#ctx0" brushRef="#br0" timeOffset="-142313.83">27378 12813 112 0,'1'-12'180'0,"0"2"12"0,1 1-19 0,-2 3-17 16,0 6-17-16,0 0 0 0,0 0 13 0,0 0-3 15,0 0-2-15,4 32-1 0,-6-8-10 16,-2 6-10-16,2 2-10 0,-3 0-6 0,1-1-8 16,2 0-7-16,-4 2-13 0,4-4-6 0,0 0-6 15,0-4-5-15,2-1-4 0,0-7-8 0,0 0-3 16,-2-4-5-16,4-2-5 0,-2-3-6 0,0-2-1 15,0-6 4-15,2 11 2 0,-2-11 4 0,0 0 1 16,0 0-6-16,0 0-3 0,0 0-7 0,0 0-2 16,0 0-2-16,19-20-4 0,-11 9-5 0,4-3-5 0,-1-1-9 15,4-6-7-15,1 6-3 0,3-2-4 0,-4 3-1 16,3 3 2-16,-1 0 0 0,-5 6 1 0,4-2-5 16,-2 5 5-16,-3 0-2 0,1 4 0 0,-2 0 2 15,1 2 1-15,0 2-1 0,-1 0 7 16,2 1-1-16,-3 2-1 0,1-1 0 0,5 2 4 0,2-2 4 15,-2-1-2-15,1-1-3 0,1-2 2 0,0-2 2 16,-4 1 1-16,1-5 1 0,-1 1 1 0,1 0 4 16,1-5 3-16,-2 1-2 0,1-1 5 15,-5-2-4-15,1 2 4 0,-4-3-1 0,4-5-4 0,-3 4 0 16,-2-2-1-16,-2 1-1 0,-1-5-1 0,-2 4 2 16,0 2 1-16,-5-2-2 0,5 4 5 0,-4-2-6 15,1 5 3-15,-2-2-2 0,-1 3-4 0,-3-1 0 16,-2 5-2-16,-2 2-1 0,-1 1 1 15,2 2-2-15,0 3 3 0,2-3-4 0,-1 5 0 0,5-2 2 16,-2 2-1-16,4 0 1 0,2-2 0 0,0 2 2 16,2 0-1-16,0-3 0 0,0-7 1 0,6 12 2 15,-4-5-3-15,6-1 4 0,-2 0-3 0,3 1-2 16,-2-2 3-16,0-3-2 0,-1 2-1 16,1-1-1-16,-2 0-1 0,-1 1-1 0,5-1 2 0,-4 2 0 15,1-1-2-15,-1 0 3 0,-1 1 1 0,0 1 2 16,2-1-4-16,-2 1-1 0,4 1 1 0,-6-2 1 15,1 2-14-15,2-3-19 0,-1 2-34 0,1 1-39 16,-3-3-49-16,-2-4-36 0,7 7-43 0,-7-7-192 16,6 5-461-16,-6-5 205 0</inkml:trace>
  <inkml:trace contextRef="#ctx0" brushRef="#br0" timeOffset="-141951.16">28146 12968 20 0,'0'0'213'0,"0"0"8"0,0 0-8 15,0 0-15-15,9 15-10 0,-9-8-8 0,0 1-18 16,0 1-12-16,0 3-14 0,1-2-7 0,-1 1-10 16,-1-2-10-16,2 0-8 0,-2-1-15 0,1-8-8 15,0 13-2-15,0-13-12 0,0 7-2 0,0-7 1 16,0 0 7-16,1 8 3 0,-1-8 5 0,0 0-7 15,0 0-5-15,0 0-7 0,0 0-7 0,0 0-5 16,0 0-4-16,0 0-7 0,7-28 5 0,0 19-11 16,-2-2-3-16,1-1-6 0,4 0 4 0,-3 1-5 15,6 0-2-15,-2 0-5 0,1 3-1 0,-3-1-1 16,1 5-2-16,-1 0-1 0,-4 2 1 0,4 0-7 16,-9 2 3-16,14 2-2 0,-5 4-2 0,-5-3 3 15,1 3-2-15,1 3-2 0,-1 0 5 0,1 1-3 16,-4 2 2-16,1-2-18 0,-3 4-25 0,4 0-32 15,-3 2-23-15,-1-5-49 0,1-1-51 0,0-1-40 16,-1 1-207-16,2-3-478 0,-2 1 211 0</inkml:trace>
  <inkml:trace contextRef="#ctx0" brushRef="#br0" timeOffset="-141483.37">28464 13001 59 0,'4'-6'215'16,"-2"1"-12"-16,-2 5-27 0,0 0-7 0,10-1 3 15,-10 1 5-15,0 0-8 0,7 18-8 0,-7-7-9 16,0 2-6-16,-2 2-9 0,2 2-15 0,-1 1-8 16,-1-3-12-16,0-2-11 0,1-1-9 0,-1-1-8 15,-1-2-11-15,3-1-4 0,0-8-3 0,-4 12-3 16,4-12-7-16,-1 8 4 0,1-8 2 0,0 0 1 16,0 0-3-16,0 0-7 0,0 0-6 0,0 0-3 15,20-11 1-15,-11 6-9 0,0-4-1 0,2-1-3 16,0-1-4-16,6-1 2 0,-3 1-8 0,5 1 0 15,4-3 1-15,-5 4-2 0,-2 4-1 0,-3 4-4 16,5-7-3-16,-6 7 2 0,-1 1-7 0,-11 0 5 16,19 1-2-16,-11 0 0 0,2 2 0 0,-1 1 0 15,-4-1 1-15,4-1-1 0,-3 3 3 0,-6-5 0 16,13 5 1-16,-5-3 3 0,-8-2-2 0,19 0-1 16,-7-3 1-16,0 0 2 0,-1-3 0 0,1-1-4 15,-1 0 4-15,0 0-1 0,-2 0 0 0,0-3-2 16,-3-1-2-16,1 0 1 0,-1-1-1 0,-2 2 5 15,0 0-2-15,-3 1-2 0,0 1 2 0,1 0-3 16,-2 1 2-16,0 7 2 0,0-13-4 0,0 13 0 16,-4-8-5-16,4 8 1 0,-11 1 0 0,11-1 5 15,-20 12-2-15,8-1-2 0,-1 0 2 0,-1 1 2 16,5 4 4-16,2-1-5 0,0 2 0 0,0 0 3 16,5 0-3-16,1-5-12 0,-1 7-21 0,5-3-29 15,-3-5-38-15,6 0-49 0,-1-1-53 0,4-3-58 16,-2 1-197-16,5-2-490 0,-1-1 217 0</inkml:trace>
  <inkml:trace contextRef="#ctx0" brushRef="#br0" timeOffset="-141283.78">29125 12813 236 0,'2'-4'263'0,"-2"4"-23"0,4-8-29 16,-4 8-11-16,0 0 1 0,0 0-1 0,0 0-13 15,-8 38-14-15,1-21-21 0,2 2-4 0,-2 4-8 16,-1 2-21-16,2 2-9 0,-3-1-9 0,2-1-8 16,0 0-12-16,3-1-29 0,-1-5-33 0,0 7-48 15,3-7-67-15,2-1-77 0,1 1-81 0,1-4-142 16,6 1-429-16,1 0 190 0</inkml:trace>
  <inkml:trace contextRef="#ctx0" brushRef="#br0" timeOffset="-140537.99">29546 13111 25 0,'11'-10'256'0,"0"-4"-9"0,1 4-20 16,-1 1-12-16,-1 3-23 0,-1-3-11 0,1 2-18 16,-1 2-14-16,0-2-17 0,2 2-12 0,-6 1-14 15,-5 4-9-15,10-7-8 0,-10 7-14 0,10-4-7 16,-10 4-6-16,0 0-9 0,0 0-4 0,0 0-7 15,6-6-2-15,-6 6-6 0,0 0-3 0,0 0-4 16,0 0-2-16,0 0-3 0,0 0-1 0,0 0-10 16,0 0 0-16,0 0-2 0,0 0-4 0,0 0 2 0,0 0 11 15,0 0-14-15,0 0 8 0,0 0-5 16,0 0 1-16,0 0 4 0,0 0-7 0,0 0 3 16,8-5 0-16,-8 5-5 0,0 0 2 0,0 0-3 15,0 0-1-15,0 0-2 0,0 0-2 0,0 0 3 0,0 0-5 16,0 0-1-16,0 0 1 0,0 0 2 0,0 0-1 15,0 0 3-15,0 0 0 0,0 0 0 0,0 0 0 16,0 0-3-16,0 0 5 0,0 0 1 16,0 0 3-16,0 0-1 0,0 0 4 0,0 0 6 15,0 0 5-15,0 0 0 0,0 0-1 0,0 0 2 0,0 0 0 16,0 0 6-16,0 0 4 0,0 0-2 0,0 0 2 16,0 0-4-16,7-5 3 0,-2 0-1 15,0-1-1-15,0 1 0 0,-1-1 1 0,1-2 0 16,1 2-5-16,1-3-2 0,-2 1 0 0,1-1 0 15,-2 0-3-15,1-1-4 0,-1 5 2 0,1-3 5 0,-1 2-1 16,0 0 5-16,-4 6 7 0,5-10-2 0,-5 10 1 16,4-6 1-16,-4 6-8 0,2-4-7 0,-2 4-3 15,0 0-3-15,0 0-4 0,0 0 3 16,0 0-5-16,-11 17 2 0,4-9-2 0,2 3 3 16,1-1 2-16,1 2-2 0,1 1 3 0,1-1 2 0,1 4 3 15,3-2 5-15,-1-3-2 0,2 5 1 0,1-4-6 16,5-3 1-16,1 1 10 0,1-2-14 15,6 0 3-15,0-1-5 0,0-2 2 0,0-3 0 16,0 0 0-16,1-1 1 0,0-4-4 0,-1 1 0 16,0-2 2-16,-3-1-7 0,-1 1 1 0,-2-4 1 0,2-1-4 15,-5 0 0-15,0 0-1 0,-1-2-1 0,0 2-5 16,0-6 4-16,-2 3-6 0,0 2 3 16,-1-2 5-16,1 3-1 0,-2-1 1 0,-2 3-5 15,0 1 7-15,-2 6-1 0,4-10-2 0,-4 10-3 16,1-4 3-16,-1 4 4 0,0 0-4 0,0 0 7 0,0 0-3 15,-17 22 5-15,11-11 3 0,-1 0-3 0,2 5 0 16,-1-2 1-16,1 2-3 0,-1 1-17 0,0-2-22 16,2-2-22-16,2 3-32 0,-1 0-48 15,2-5-67-15,0-1-73 0,-1 2-266 0,1-3-585 16,1-9 259-16</inkml:trace>
  <inkml:trace contextRef="#ctx0" brushRef="#br0" timeOffset="-140366.36">29743 12665 109 0,'-5'-5'196'0,"0"3"-28"16,5 2-22-16,0 0-28 0,0 0-28 15,0 0-67-15,0 0-63 0,0 0-95 0,26 24-147 0,0-10 65 16</inkml:trace>
  <inkml:trace contextRef="#ctx0" brushRef="#br0" timeOffset="-139995.68">30845 12705 67 0,'0'0'225'16,"-4"-10"-6"-16,4 10-9 0,-4-7-14 0,4 7-21 15,-2-6-17-15,2 6-15 0,0 0 1 0,-16 9-7 16,7 7 3-16,-1-1-6 0,-4 7-8 0,1 3-2 15,0 4-10-15,0-4 3 0,2 8-11 0,1-2 0 16,1-1-6-16,0 5-12 0,3-4 1 0,0 0-10 16,-2-1-7-16,5-1-8 0,1 1-2 0,-2-3-14 15,2-1 0-15,2-1-3 0,2-5-9 0,-2-2-20 16,1 0-15-16,-1-2-23 0,0-3-27 0,0-3-39 16,-1 0-45-16,1-3-39 0,0-7-48 0,-2 11-38 15,2-11-151-15,-5 4-441 0,5-4 196 0</inkml:trace>
  <inkml:trace contextRef="#ctx0" brushRef="#br0" timeOffset="-139630.25">30573 13012 129 0,'7'-9'134'0,"0"4"2"0,4 3-7 16,2 0 1-16,7-2-14 0,1 4-6 0,8 0-9 15,1 0-8-15,2 1-15 0,0-2-7 0,-3 1 3 16,0-1-16-16,-8 0-9 0,0 2 1 0,-4-3-4 15,-3 3 2-15,-2-2 4 0,-2 0 4 0,-4 1 9 16,-6 0 2-16,14-1 2 0,-14 1-5 0,9-3-5 16,-9 3-8-16,0 0-7 0,9 3-5 0,-9-3-8 15,7 4 1-15,-7-4 1 0,2 6-6 0,-2-6 4 16,4 12-5-16,-3-5 2 0,3 2-7 0,1-2 4 16,2 0-4-16,1 0-2 0,2-1 1 0,1 2-3 15,0-4-2-15,1 0 0 0,2-2 2 0,-1 2-3 16,0-1 4-16,-2-3 7 0,-1-2 1 15,1-3 5-15,-1 2 4 0,-1-3-5 0,-3-3-2 0,2-1 3 16,-3-1 2-16,-1-3-7 0,-3 3-1 0,-1-6-3 16,-3 2-5-16,1 2 0 0,-3-1-3 0,-1-1-20 15,-4 1-19-15,1 1-8 0,1 4-18 0,-3 2-22 16,1 3-19-16,0 2-15 0,0 2-26 0,-2 2-21 16,1 5-12-16,-2 2-25 0,-1 4-119 0,-1 1-336 15,3 0 150-15</inkml:trace>
  <inkml:trace contextRef="#ctx0" brushRef="#br0" timeOffset="-139327.68">31116 13128 27 0,'10'-5'221'0,"0"-1"-6"0,-1 0-13 16,3-2-4-16,-3-1-16 0,2-3-12 0,3-2-12 0,-4 1-17 16,1 1-10-16,-4-4-11 0,2 3-11 15,0-1-7-15,0 0-9 0,-1-1-11 0,-4 3-5 16,-1 0-8-16,1-4-4 0,-1 4-1 0,1 2-10 0,-3-1 0 15,4 2-10-15,-4 1-1 0,1 2-8 16,1-1-5-16,-3 7-5 0,6-10 0 0,0 7-3 0,4-1-6 16,2 2 1-16,-1 0-2 0,4 2-7 0,-2 3 1 15,1 2 0-15,0 1-3 0,2 2-1 0,-1-1 1 16,-1 3-4-16,-5-2 1 0,-1 1-2 0,0 2 1 16,0-2-4-16,-3 1 4 0,-1 2 1 0,0-2-1 15,-3 1 3-15,1 0-5 0,-2 0 2 0,-2 5 2 16,-1-6-12-16,1 0-28 0,1-2-21 0,-2 0-35 15,3-8-38-15,-5 10-39 0,4-2-48 0,0-3-144 16,1-5-391-16,0 0 173 0</inkml:trace>
  <inkml:trace contextRef="#ctx0" brushRef="#br0" timeOffset="-138663.89">31555 12928 22 0,'0'0'161'0,"8"-4"12"15,-8 4 4-15,0 0 5 0,0 0-13 0,6 15-10 16,-4-9-7-16,2 4-6 0,-3 1-11 0,2-2-9 16,-3 6-11-16,2-4-7 0,3-1-8 0,-5 0-13 15,0-5-8-15,3 2-6 0,-2 0-7 0,-1-7-3 16,2 9 3-16,-2-9 15 0,3 5 2 0,-3-5 3 16,0 0-4-16,0 0-12 0,0 0-8 0,0 0-5 15,0 0-6-15,0-23-5 0,0 23-4 0,1-16-1 16,-2 6-8-16,4-1-6 0,-1 0-5 0,1 0 2 15,2 1-3-15,1-2-6 0,4-2-2 0,-1 1-5 16,-1 4-8-16,1 0 9 0,0 1-6 0,0 2-3 16,0 2-8-16,-3 3 3 0,-6 1 1 0,13 1-8 15,-13-1 4-15,14 5 5 0,-9 1-4 0,2 1-1 16,-4 2 1-16,3 0 1 0,-4-1-2 0,1 1 5 16,2 1 0-16,-3 0 1 0,-1-2-1 0,2-3 5 15,0 1-3-15,-3-6 3 0,3 10 0 0,-3-10 1 16,0 7 0-16,0-7 5 0,0 0-1 0,3 5 1 15,-3-5-3-15,0 0 2 0,0 0-2 0,0 0 1 16,0 0 3-16,0 0-8 0,9-22 0 0,-4 16 1 16,0-1-1-16,2-2-2 0,-2 1-3 0,4-1-5 15,0 2-1-15,0-2 0 0,1 3 0 0,1 0-3 16,0 2 2-16,-1 0 1 0,-1 4-5 0,-9 0 5 16,14 1 0-16,-4 3 1 0,-2-2-1 0,1 4 3 0,0 0-2 15,-2-2 0-15,2 2 5 0,-2 1 1 16,0-1 0-16,3 0 0 0,-1 1 3 0,0 0 4 15,3-5 0-15,-2 1-5 0,2-1 4 0,0-2-4 16,-1 2 1-16,-1-5 5 0,2 0-3 0,-1 0-1 0,-2-3-1 16,1 1 3-16,0-1-4 0,-1-2 4 0,-1 0-2 15,-3-1 1-15,-1-1 1 0,2 3 0 16,-3-2-2-16,2 0 4 0,-4 0-8 0,0 2 5 16,1 0-4-16,-2 7 2 0,-2-11-2 0,2 11 0 0,0 0-5 15,-6-10-1-15,6 10 3 0,-12 2-2 0,1 4 4 16,1-2 2-16,-1 2-3 0,0 3 3 15,2-2 1-15,0 1 0 0,3 2-2 0,-2 0 9 0,2-1-8 16,3 1 6-16,4-1-2 0,1 2-3 16,3 0-20-16,7 1-30 0,0 0-35 0,3-2-48 0,10 2-44 15,2-6-42-15,-6 0-177 0,7 0-428 0,-6-5 190 16</inkml:trace>
  <inkml:trace contextRef="#ctx0" brushRef="#br0" timeOffset="-138284.04">32446 12968 73 0,'6'-10'161'0,"1"1"4"0,-2-1 11 15,-2-1 5-15,-5 1 23 0,2 3-15 0,-1-4-9 16,-3 5-13-16,0 1-11 0,-2-1-5 0,-2 3-5 16,-2 2-8-16,-4-2-2 0,0 6-4 0,-3 0-4 15,-2 1-11-15,0 4-4 0,6-4-8 16,-3 3-6-16,5 0-9 0,2 0-11 0,2 2-4 0,-2 0-6 16,6 1-6-16,2 0 3 0,1-10-17 0,4 18-5 15,1-8 1-15,5-2-6 0,0-3-5 0,6 2-6 16,0-1-12-16,3 1-18 0,1-7 9 0,-1 1-8 15,1-1-8-15,-2-2 4 0,-1-3-2 0,-6-2 1 16,5 0 2-16,-7-3-4 0,0-3 2 0,1-2 0 16,-4-2 9-16,-2-8-7 0,0 5 2 0,-4-3-3 15,-1-6 2-15,1 4 0 0,-2-1 5 0,2-1-1 16,-2 2-5-16,0-3 2 0,4 2-1 0,-2 8 16 16,0 2 4-16,-2 6 5 0,4 1 11 15,-4 0-8-15,2 9-6 0,0-9-10 0,0 9 0 0,0 0 0 16,0 0-15-16,0 0 13 0,-3 32 5 0,0-13-7 15,2 7 2-15,-3 1 4 0,3 0-6 0,1 1 4 16,0 0-1-16,0 1-5 0,1 1 4 0,4 0-11 16,-2 0-30-16,-1 1-24 0,-2 1-49 15,0-4-59-15,0 0-69 0,-4-2-72 0,-5 1-170 0,0-2-517 16,-3-2 229-16</inkml:trace>
  <inkml:trace contextRef="#ctx0" brushRef="#br0" timeOffset="-137437.58">21098 13890 183 0,'0'0'202'0,"8"-17"-1"16,-1 9-16-16,2-3-11 0,0-4-15 16,1 2-10-16,6-2-17 0,1-6-6 0,1 3-9 0,1-1-13 15,-4 3-6-15,5-4 9 0,-3 0-9 0,2 0-8 16,-9 5-7-16,1 0-3 0,-2-1-2 15,-2 6 2-15,-2 0-12 0,1 0 0 0,-3 2-11 16,-2 1-1-16,-1 7-12 0,0-10-4 0,0 10-6 0,0 0-4 16,0 0-7-16,0 0-1 0,0 0-4 0,0 0 3 15,-25 25 0-15,16-9-5 0,0 1 1 0,0-1 3 16,4 2-3-16,-1-2-5 0,4 1 3 0,3-4 0 16,0-1-2-16,5 3 0 0,-2-2 3 15,6-1-1-15,4-2-4 0,1-2 0 0,4-3 0 0,2-1 5 16,-1-2-7-16,3-2-1 0,4-2 4 0,1-5-3 15,-9 1-3-15,2-1 2 0,-1-2-2 0,-3-1 1 16,1 0 4-16,-2-2-1 0,2-2-5 0,-7 0-1 16,0 1 0-16,-5-1 2 0,2-1 0 0,-4-1 0 15,-1 4-4-15,0-1 1 0,-3 0-2 0,3 1 0 16,-1 2 2-16,-2 3-6 0,0 7-1 0,2-11-2 16,-2 11 0-16,0 0 6 0,0 0-5 0,0 0-1 15,0 0 0-15,0 0 3 0,-3 30 1 0,-1-19 1 16,1 5 4-16,0 2-5 0,-1 1-1 0,1-2-6 15,2 2-10-15,-1 0-15 0,0-2-28 0,2 0-30 16,-1 0-46-16,2-1-57 0,-2-2-54 0,-2-1-160 16,1-2-443-16,-1-3 197 0</inkml:trace>
  <inkml:trace contextRef="#ctx0" brushRef="#br0" timeOffset="-137269.63">21277 13485 1763 0,'-11'-28'-16'0,"0"3"25"0,5 8 9 16,-2 0 3-16,4 8-2 0,-1-1-14 0,4 4 2 15,1 6-5-15,0-7-3 0,0 7 4 0,0 0-46 16,0 0-33-16,27 19-41 0,-14-5-149 0,8 4-288 16,3 1 127-16</inkml:trace>
  <inkml:trace contextRef="#ctx0" brushRef="#br0" timeOffset="-136999.85">22298 13604 260 0,'-9'-6'258'0,"-3"3"-24"0,2 2-15 0,-1 1-16 16,-9 4-9-16,1 3-12 0,-5 3-9 0,-2 6-9 15,2 2-19-15,-1 2-12 0,-1 0-13 0,6 2-8 16,-1 1-9-16,7 2-13 0,3 1-7 0,4-2-12 16,5-5-5-16,-1 0-7 0,10 6-2 0,-2-6-4 15,5-1-8-15,0-2-24 0,3-2-23 0,1-1-26 16,3-2-31-16,0 1-35 0,3-5-37 0,7 3-33 16,1-4-24-16,1-3-12 0,2-3-6 0,2-3-124 15,1 0-356-15,-3-5 159 0</inkml:trace>
  <inkml:trace contextRef="#ctx0" brushRef="#br0" timeOffset="-135726.48">22465 13930 669 0,'16'-13'-44'15,"-1"-9"27"-15,-4 6 11 0,-3-1 20 0,-1 0 18 16,-4 2 23-16,-1 2 10 0,-2-3 7 0,-2 5 14 16,0 0 4-16,-3 0 8 0,-3 4 10 0,-1 1-4 15,-1 4 3-15,-3 2 3 0,-1 1 3 0,-1 3-8 16,-3 4-2-16,1 3-4 0,1 3-5 0,3 2-12 16,1-1-3-16,3 0-6 0,2 1-5 0,0-1-6 15,3-2-8-15,-1-1-2 0,5-1-6 0,3-1-6 16,-1 1 10-16,2-2-17 0,3-2-1 0,2 0-2 15,1-1-2-15,0-2-2 0,2 0 2 0,1-4-8 16,-1 0 3-16,2-4-6 0,-4 1 3 0,1-3-6 16,0 1 0-16,-1 0-3 0,-1-3 0 0,-1 1-3 15,-1-2 4-15,-1 2-4 0,0-5 0 0,-3 2-2 16,-1 0-2-16,1 0 1 0,-2-1 0 0,2 6 0 16,-3 5-4-16,3-9-2 0,-3 9-1 0,2-7-4 15,-2 7 1-15,0 0-3 0,0 0 3 0,0 0-1 16,0 0 5-16,-9 21-4 0,5-10 2 0,3-1 1 15,-3 0-2-15,1 2 3 0,3-1 2 0,2-2-1 16,-2 3 0-16,2-3 2 0,2-1 1 0,0 0 1 16,2 0 0-16,-1-3 3 0,5-2 3 0,1-1 1 15,1 1 7-15,1-3-8 0,4-1 0 0,-3-3-2 16,2 0 0-16,0-4 0 0,-1 1 8 0,-5-2-2 16,3-4 0-16,-3 0 4 0,1-2-3 0,-2-1-1 15,-2-1-5-15,0-7 2 0,-3 5 0 16,1-8-4-16,0 1 3 0,-1 0 0 0,-2-1-6 0,1 2 3 15,0-2 1-15,0 8 3 0,-2 1-4 0,-1 1 8 16,2 7 4-16,-1 0 3 0,-1 2-4 0,1 3-4 16,-1 5-5-16,0 0-1 0,0 0-1 0,0 0-3 15,0 0 2-15,-8 20 0 0,3 0 0 0,-1 5-6 16,1 2 5-16,0 1-3 0,0 3 2 0,2-2-1 16,0-3 0-16,2 1-3 0,1-4-2 0,3-5 1 15,-1-1 5-15,2-1-3 0,0 0-1 0,1-5 1 16,2 0 6-16,3-3-2 0,-3 1 2 0,1-3 0 15,1 0 1-15,1-2 1 0,2-1-2 0,-2-2 0 16,2-2 1-16,0 1 1 0,0-3-2 0,-1-1 0 16,-2-2 0-16,3 0 1 0,-3-6-4 0,1-1 2 15,0-1-3-15,-2-2 0 0,-3-3 2 0,1 2 0 16,3-5-2-16,-5 3-6 0,2-6 1 0,-2 5 1 16,-2-5 0-16,2 5-4 0,-2 0 3 0,2 1 0 15,-2 5 0-15,0 1 3 0,-2 4 4 0,1 2 8 16,-1 7-3-16,0-14-2 0,0 14-4 0,1-4-2 15,-1 4-4-15,0 0 5 0,0 0-1 0,-10 29 0 16,8-11-1-16,-2 6 2 0,0 1 4 0,0-1-6 16,1 1-4-16,2 1 6 0,4-7 2 0,-1 0 1 15,2 0 0-15,3-2-6 0,0 2 3 0,1-4 4 16,2-2-5-16,3 0 2 0,0-2 0 0,1-1 2 16,4-2-1-16,-1-1 0 0,1-4 1 0,1-2 0 15,2 0 4-15,-1-1-6 0,1-2 1 0,-1-3 0 16,-1-3-6-16,1 0-3 0,-4-2-2 0,1 0-2 15,-3-3-1-15,-1 0 0 0,-4 0 2 0,0-3-4 16,-3 0 3-16,-5 0-4 0,3 1 2 0,-5 0 1 16,-2 1 2-16,-1 3-4 0,2 1 2 0,-3 2-2 15,0 3 0-15,-3 2 3 0,-1 1-4 0,-1 3-1 16,-3 3 2-16,-2 5 2 0,-1 2 0 0,1 2 9 16,2 3-5-16,2-1-1 0,3 1-2 0,0-1 2 0,4 2 3 15,2-2-15-15,2-3-16 0,4 1-22 16,1 1-25-16,5 0-20 0,4-5-28 0,4 1-24 15,8-2-17-15,0-3-7 0,5-1-2 0,-3-2 4 16,3-3 21-16,0-3 15 0,-1 0 19 0,-2-2 11 16,-6-1 13-16,-3 1 15 0,-1-2 24 0,-1-1 21 15,-2 1 8-15,-3 1 21 0,0-6 20 0,-3 3 24 16,0-5 8-16,-3 7 11 0,0-1 18 0,-4-3 10 16,0 2 4-16,-2 0-1 0,0 10 4 0,-4-11 3 15,4 11-8-15,-8-6 1 0,8 6-3 0,-13 0-5 16,1 3 0-16,-1 2-6 0,-4 2-5 0,2 2-7 0,1 4-1 15,1 0-8-15,0-1-5 0,3-1-3 16,4-1-3-16,1 2 4 0,1-3-9 0,1 0-7 16,3 1-1-16,1-3-1 0,-1-7-1 0,7 15-1 15,-3-10-1-15,2-1-5 0,3 0 2 0,0-2-4 16,1 0-2-16,3-5 1 0,4 0 1 0,-6 0 3 16,1-1 3-16,-2-3-6 0,1 1-7 0,-2 0-2 15,-1-5-2-15,1 1 3 0,-3-7-3 0,2 2 1 16,-3-3-1-16,0 0 0 0,0 0 0 0,0-2-2 15,-2-4 1-15,-1 5-1 0,0-7-1 0,2 0 1 16,-4 8-1-16,3 0-3 0,-3 1 6 0,0 4 12 16,2 2 10-16,-2 1-1 0,0 5 0 0,0 5-4 15,1-11-8-15,-1 11-4 0,0 0-1 0,0 0-4 16,0 0 2-16,-8 28-4 0,3-12 5 0,1 2-7 16,-3 0 1-16,3 10 0 0,-3-1 2 0,5-3-12 15,1 1-24-15,-1 1-26 0,2-5-33 0,-1-4-58 16,4 3-41-16,4-2-55 0,0 1-226 0,3-3-509 0,3-2 225 15</inkml:trace>
  <inkml:trace contextRef="#ctx0" brushRef="#br0" timeOffset="-135106.68">24449 13756 250 0,'-7'-7'287'0,"-3"2"-16"15,0 2-17-15,-3 6-18 0,-5 3-11 0,-7 7-13 16,0 0-13-16,1 4-8 0,0 4-17 0,2-1-13 16,3 1-14-16,7-4-15 0,6 0-11 0,1 2-15 15,4-2-12-15,2-1-5 0,5 0-9 0,6-1-8 16,6 4-9-16,-2-6-1 0,7 0-8 0,-2-6-4 16,0-1-3-16,-1-2-6 0,0-2-1 0,9-4-4 15,-13 2-6-15,3-4-3 0,1-4-1 0,-4 1-5 16,-1-1 1-16,-1-1-4 0,3-3 1 0,-10 2 0 15,2-6-7-15,-1-1 2 0,0 0-3 0,-2 0 1 16,-3 1-1-16,2-2-3 0,0 0 1 0,-2-2-3 16,-3 4 2-16,1 4-1 0,1 1 7 0,2 2-12 15,-4 9-2-15,0-14-9 0,0 14 3 0,0 0-2 16,0 0-1-16,0 0 4 0,0 0-1 0,0 0 5 16,-18 25 0-16,13-11 0 0,-1 2 3 0,-1 1-1 0,6-5 0 15,1 0 4-15,-2 3-2 0,4-3-3 16,-1-1 1-16,4 1 3 0,-3-3 2 0,4-2 2 15,1 0 2-15,5-1-2 0,1-1-3 0,6-3 2 16,0-2-6-16,-1 0 7 0,2-5 1 0,0 0 0 16,-1-2-4-16,-1 1-2 0,0-3 3 0,-3-2-1 15,2 2 3-15,-1-1-1 0,-5-2-15 0,-1 0 1 0,-1-4 2 16,0 2-4-16,-3-2-2 0,1 2 0 16,-5 1-2-16,0 2 3 0,0 0 3 0,-1 3 2 15,-1 1-5-15,0 7-1 0,0 0-1 0,-2-10 3 16,2 10-3-16,0 0 5 0,0 0-7 0,-18 15 0 15,10-4 6-15,0 1-3 0,1 0 2 0,-1 5 1 16,0-2 5-16,-1 2 0 0,2 2-3 0,2-2-2 16,-2-1 6-16,2 0-1 0,2 0-4 0,-3-2 4 15,4-2-2-15,-2 3 0 0,1-5 4 0,1 0 2 16,-2 2-14-16,0-1-4 0,-1 4-2 0,-3-5-9 0,-2 4-14 16,-3 1-15-16,-1-4-26 0,-1 4-25 15,2-2-34-15,-6-4-43 0,5 1-45 0,-3-1-55 16,0 0-149-16,2-4-470 0,0 1 208 0</inkml:trace>
  <inkml:trace contextRef="#ctx0" brushRef="#br0" timeOffset="-134461.92">25889 13797 42 0,'-18'-8'243'0,"-1"3"-9"16,-1 1-21-16,-9 3-11 0,0 4-12 0,0 9-13 16,0 3-7-16,3 4-14 0,0 2-15 0,6 1-9 15,0 2-16-15,8 0-9 0,2 0-9 0,2-1-10 16,3-4-6-16,3 0-24 0,2-2-8 0,5 1-4 16,2-1-4-16,1-1-2 0,4-5-3 0,3 0-3 15,1-1-2-15,-1-3-4 0,6-6-3 0,-1 1 0 16,8-4-2-16,-8 1 0 0,0-3-3 0,-3-3-2 15,4-2-1-15,-5-1-1 0,-1-2 1 0,0-1-5 16,-3-2-2-16,-1 1-1 0,-1-2 1 0,-3-1-1 16,-1 2-3-16,-2 2 0 0,-1 2-3 0,-1-1 4 15,0 3-3-15,-2 5 8 0,0 4-7 0,3-12-2 16,-3 12-6-16,0 0 3 0,0 0 0 0,0 0 3 16,0 0 0-16,-12 21 3 0,8-7-5 0,-1 1 0 15,3 2 2-15,-2 2 1 0,4 1 1 0,0-1-6 16,2 6-18-16,2 0-41 0,-2-1-57 0,7-6-71 15,1 5-59-15,-5-5-159 0,8 4-438 0,0-8 194 16</inkml:trace>
  <inkml:trace contextRef="#ctx0" brushRef="#br0" timeOffset="-134101.31">26704 13754 228 0,'0'-7'242'0,"-1"-1"-12"0,1 8-20 0,-4-9-25 15,4 9-20-15,0 0-15 0,0 0 0 0,0 0 4 16,0 0-13-16,-4 33-3 0,2-6-8 0,2 0-9 16,-3 0-13-16,-2 1-6 0,1 2-11 0,4 0-9 15,-2 1-8-15,2-2-10 0,0-1-3 0,2 0-6 16,-2-3-8-16,-2 0 7 0,4-6-4 0,-2-1-11 16,0-1-10-16,4 0-24 0,-4-1-19 0,0-7-28 15,0 1-28-15,3 0-43 0,-3-3-42 0,0-7-29 16,2 6-30-16,-2-6-172 0,0 0-418 0,0 0 185 15</inkml:trace>
  <inkml:trace contextRef="#ctx0" brushRef="#br0" timeOffset="-133082.93">26724 13998 84 0,'11'-6'133'0,"-2"0"1"15,5 1 5-15,-1 0-3 0,3-4 1 0,1 2-11 16,-1-1-7-16,-3-1-1 0,0 3-3 0,-3-1-5 15,1 0 1-15,3-4-8 0,-5 3-8 0,0-1-7 16,-2 2 2-16,0-2-1 0,1 1-10 0,-3-3-2 16,2 3-10-16,-2 0 4 0,-1 1-6 0,0 3-6 15,-4 4-3-15,3-6-11 0,-3 6-7 0,6-5-3 16,-6 5-3-16,0 0-2 0,6 12 4 16,-5-2-4-16,-1 3-2 0,-1 3-5 0,-1 4 1 0,-2 0-2 15,0 4 0-15,1-4-4 0,1-1-1 0,-2 0-3 16,0-1-1-16,1 0-1 0,-2-1 1 0,3-2 1 15,-2-1-6-15,3-4-1 0,1 1 4 0,-2-4-1 16,0 0-4-16,2-7 1 0,0 10 3 0,0-10-5 16,0 8 5-16,0-8-2 0,0 0-3 0,0 0-4 15,0 0-1-15,9 0-1 0,-9 0-6 0,16-9-3 16,-9 3 3-16,1-1-1 0,4 0 0 0,1 1-1 16,1 3 1-16,-1 1-1 0,0 1 0 0,1-1-1 15,-3 4 1-15,1 0 3 0,1 0-3 16,-2 3 4-16,1-1-4 0,-1 2 6 0,3-2-3 0,1 5 1 15,-3-5 6-15,1-1 1 0,0 2-1 0,-1-2 5 16,5 0-3-16,2-3 0 0,-1 0-1 0,-1-2 4 16,-2 1-2-16,-1-2 0 0,-1 0 1 0,-3-1-2 15,1-1-1-15,-5-1 1 0,2 0-3 0,-1-3 5 16,-1 0-8-16,-2 0 8 0,-1 0-5 0,-1 0 2 16,0-2-2-16,-2 1 4 0,2 0-3 0,-2-2-1 15,4 2 0-15,-3 0 2 0,0 0-1 0,1 1 2 16,0 0-4-16,3 3-1 0,-2-1-3 0,0 4 5 15,3-2-1-15,-1 2 5 0,4 0-6 0,-2 1 5 16,-7 2-3-16,15 0 2 0,-7 3-1 0,0 2 0 16,-1 2 3-16,3 0 0 0,-4 2 3 0,-1 1 0 15,-1 1 1-15,0 1 6 0,-1 1-4 0,-2 0 4 16,0-1-5-16,1-2 0 0,0 2-3 16,-2-1 4-16,5-1 2 0,-1-1-2 0,1 0 12 0,-5-4 0 15,6 1-1-15,-1 1 7 0,4-4 0 0,2-1-4 16,2-1 2-16,4 2-3 0,0-4-3 0,3-2 2 15,1-1-5-15,-3-1 2 0,2-1-1 0,-2-2-4 16,0-1-1-16,0 0-1 0,-3-3 7 0,3 1-8 16,-5-1-1-16,2-1 1 0,-4-1 2 0,-1 0 1 15,-4-1-16-15,-1-2 1 0,-1 4-6 0,-3 0 1 16,0 2 1-16,-1-1 0 0,2 4-2 0,-2 1 2 16,0 7 1-16,-3-12-2 0,3 12-4 0,-10 0 2 15,10 0 2-15,-23 10 0 0,7 0-1 0,3 4 2 16,-3-1-2-16,5 1 1 0,-2 1 2 0,1 0 1 15,1 0-2-15,6-1 3 0,1-2-4 0,4-1 3 16,0-1 0-16,1 3 5 0,3-5-5 0,4 2 5 16,-1-1 0-16,3-5 1 0,2 2 7 0,1-3-11 15,4 0 1-15,3-2 3 0,-4-1-4 0,4-1 5 16,-2-2-5-16,2-3 5 0,-1 1-1 0,-2-3-2 16,2 1 3-16,-3-3-4 0,-1-1 2 0,-2 2 0 15,1-5 1-15,-3 1 3 0,-2 0-5 0,0-3-3 16,-1 2 0-16,-3 2 2 0,0-3-2 0,-2 3-1 15,0 0 3-15,-1 4 3 0,-2 1-4 0,5-1 2 16,-4 2-7-16,-1 6 1 0,2-7-4 0,-2 7 1 16,0 0 0-16,0 0 6 0,0 0-3 0,-13 21-1 15,9-10 2-15,0 2 1 0,-3 1 0 0,-1 0 4 16,3-3 1-16,-2 5-3 0,3-1 2 0,-1-1 1 16,-1-2-3-16,1 0 4 0,0 3-2 0,-1 2 1 15,4-5 2-15,-3 4-3 0,3-5-17 0,0 1-23 16,1-2-24-16,-2 0-28 0,2 0-33 0,-1-1-48 15,2-1-34-15,0-8-32 0,0 13-151 0,0-13-420 16,4 7 186-16</inkml:trace>
  <inkml:trace contextRef="#ctx0" brushRef="#br0" timeOffset="-132434.76">28166 13755 153 0,'0'-8'261'15,"1"-2"-15"-15,-1 10-22 0,3-10-25 0,-3 10-21 16,0 0-5-16,0 0-5 0,0 0-11 0,0 0-10 16,-3 35-8-16,-3-11-11 0,0 1-5 0,1 0-11 15,1 1-9-15,-3 1-5 0,3-2-13 0,1 2-4 16,3-2-7-16,-2-1-10 0,1-5-1 0,1-3-10 16,1 2-6-16,1-4-4 0,-2-2-3 15,5-1-4-15,-5-2-2 0,0-4 0 0,0-5-4 0,3 11 0 16,-1-5-3-16,-2-6 3 0,0 0-6 0,0 0-2 15,4 4-2-15,-4-4-6 0,0 0 4 0,13-10-2 16,-6 5-5-16,0-1-11 0,0-1-8 0,1-1-7 16,4-5-3-16,1 1-4 0,1-1-3 0,2 0 0 15,2 2-1-15,-3-1 2 0,3 5 1 0,-3-4 3 16,-2 6 0-16,-3 2 1 0,1-1 4 0,-1 4 2 16,-3 0-1-16,1 1 0 0,0 2 8 0,0 0-7 15,-1 0 1-15,1 4 2 0,-3-3 3 0,2 4-1 16,1-1-1-16,-3 0 4 0,0-1-1 0,3 1 3 15,0-1 2-15,1 1 2 0,1-2-3 0,3 0-1 16,-3-1 2-16,1 0 1 0,1 0-3 0,-4-2-6 16,-1-1 2-16,-7-1-2 0,14 0-2 0,-14 0-1 15,11-3-1-15,-5 0 3 0,-6 3-3 0,7-8 0 16,-3 3 1-16,-2-1 0 0,-2 6-3 0,1-10 6 16,-1 10-1-16,0-8 0 0,0 8-2 0,0 0 1 15,0 0-3-15,0 0 5 0,0 0 4 0,0 0 5 16,0 0 3-16,0 0 0 0,0 0 3 0,-20 13-1 15,18-6 5-15,2-7-1 0,-1 10 5 0,1-10 3 16,3 12-3-16,-1-5 3 0,2-3-4 0,1-1 5 16,5 2-4-16,2-2 3 0,2-2-4 0,0 0-2 15,6 1 2-15,-3-4 3 0,-1 0-4 0,-3-1-1 16,0-2-2-16,-3 0-1 0,2 0-1 0,-1-4 4 16,-2 2-5-16,-1-1-3 0,-3-3 2 0,3 2 3 15,-4-6-3-15,1 4-3 0,-3 1-1 0,0-1 4 16,-4-3-2-16,2 5-5 0,-1-2-11 0,0 4-3 15,-4-2-15-15,3 1-9 0,-2 3-20 0,-3 1-22 16,-5 4-21-16,1 0-33 0,-2 0-42 0,-1 4-50 16,0 2-159-16,0 4-419 0,1-4 185 0</inkml:trace>
  <inkml:trace contextRef="#ctx0" brushRef="#br0" timeOffset="-132206.79">28907 13836 70 0,'3'-3'256'16,"1"-3"-5"-16,-4 6-18 0,4-6-27 0,-4 6-20 15,0 0-19-15,0 0-9 0,0 0 10 0,0 0-4 16,0 0-12-16,1 26-1 0,-4-8-13 0,-1-2-9 16,-1 1-13-16,0 0-15 0,0 2-7 0,0 0-6 15,0-1-7-15,1-2-11 0,-2 4-21 0,2-3-27 16,-1-1-32-16,2 1-36 0,0-5-46 0,3 0-61 15,0 1-47-15,5 0-52 0,1 2-132 0,4-2-414 16,2-1 184-16</inkml:trace>
  <inkml:trace contextRef="#ctx0" brushRef="#br0" timeOffset="-131801.53">29329 13975 67 0,'-9'-9'248'0,"-4"0"-12"0,1 2-8 15,-6 4-6-15,2 2-12 0,4 3-17 0,-8 3-13 16,4 4-7-16,-2-2-11 0,1 6-17 0,5 0-9 16,-1 0-11-16,1 1-9 0,3 0-5 0,3 1-15 15,1 0-10-15,2 1-10 0,2-4 5 0,5 5-20 16,1-6-5-16,3 0 0 0,-1-3-3 0,9 3-8 16,-6-5-8-16,4-1-3 0,2 1-11 0,-4-3-6 15,7-2-6-15,-7-2-4 0,0 1-3 0,0-3-2 16,-2-4-1-16,-1-2-2 0,3-3-1 0,-6 1 4 15,3-4-4-15,-1-2 4 0,-2-1-5 0,0 0 3 16,2-7-3-16,-2 1 6 0,1-2-5 0,-2-1 1 16,1 1-2-16,1-3 5 0,-1 5-1 0,1-2-1 15,-1-2 2-15,0 2 10 0,-1 9 16 0,-1-1 7 16,-1 8 6-16,-2 1-2 0,0-1-10 0,1 5-7 16,-2 5-5-16,2-9 7 0,-2 9-8 0,0 0 6 15,0 0 9-15,-6 34 3 0,-1-15 3 0,1 4-4 16,0 4 7-16,1-3-18 0,-2 2 7 0,4-6 2 15,0 7-9-15,0-1-7 0,3-2 8 0,-2 2-18 16,2 0-37-16,0-7-31 0,2 0-38 0,-1 0-61 16,3-1-68-16,3-2-81 0,-5-4-190 0,1-1-541 15,-2-1 239-15</inkml:trace>
  <inkml:trace contextRef="#ctx0" brushRef="#br0" timeOffset="-131411.75">29844 13948 2421 0,'1'-7'39'0,"2"-2"-42"0,0 0 44 0,-1 1 3 16,-2 8 5-16,0-7 9 0,0 7-8 0,3-8-7 15,-3 8-12-15,0 0 0 0,0 0-3 0,0 0-1 16,0 0 7-16,15 12 0 0,-9-1 0 0,-2 0-2 15,0 4-2-15,5 1-4 0,-5 1-1 0,1 0-5 16,-2 1 1-16,3-4 4 0,-2 2-1 16,1-6 2-16,-3-1-7 0,2 2 1 0,-3-3-2 0,5-1 3 15,-4-1-2-15,-1 0 8 0,-1-6 18 0,4 7 12 16,-4-7 9-16,0 0 10 0,5 4 8 0,-5-4 5 16,0 0-8-16,16-10-12 0,-10 3-6 0,3-1-2 15,0-2-8-15,-3-1-3 0,5-2-7 0,-1-3-1 16,0 1-10-16,-1-2 3 0,6-6-10 0,-4 6 3 15,5-5-6-15,-2-1-5 0,-2 0-5 0,-1 5-11 16,-2 1-25-16,0-1-21 0,0-1-13 0,-3 4-14 16,0 3-18-16,-3 3-28 0,0 1-51 0,0 1-67 15,0 3-36-15,-3 4-22 0,0 0-205 0,0 0-538 16,0 0 238-16</inkml:trace>
  <inkml:trace contextRef="#ctx0" brushRef="#br0" timeOffset="-131145.82">30226 13962 82 0,'0'0'206'0,"-2"13"1"0,-1-7-13 16,2 0-16-16,0 5-9 0,-1-5-6 0,2-6-11 15,0 13-9-15,-1-6-10 0,1-7-3 0,5 10-12 16,-1-4-5-16,2-2-3 0,2 3-4 0,4-2-7 16,0-2-10-16,0-3-6 0,6-1-5 0,-8-1-2 15,3 0-1-15,-2-3-4 0,1-1-2 0,-2-1 1 16,1-2-10-16,-2-3-7 0,-1 1-3 0,-2-1-3 15,-1-3-7-15,-2 0-3 0,-3 2-5 0,0 1-4 16,-1 0-2-16,-2 1-7 0,1 5 0 0,-3-1-7 16,0 2 3-16,-6 0-4 0,1 3-8 0,-5 3-15 15,-3 3-21-15,0 0-25 0,-1 3-30 0,5 1-42 16,-2 2-52-16,2-2-54 0,0 4-203 0,7-5-473 16,-1 2 210-16</inkml:trace>
  <inkml:trace contextRef="#ctx0" brushRef="#br0" timeOffset="-130913.42">30487 13782 78 0,'4'-10'273'0,"2"0"2"0,-2 2-13 16,1 3-20-16,-2 0-26 0,-3 5-25 0,3-7-22 15,-3 7-4-15,0 0 4 0,0 0-10 0,8 34-2 16,-9-18-4-16,0 4-7 0,3 3-4 15,-6-4-11-15,3 0-23 0,-3-1-2 0,2 1-5 16,-5 7-15-16,5-7-4 0,-1 2-10 0,1-3-9 0,0-3-39 16,-1 1-33-16,1-2-38 0,0-1-41 0,-1-3-67 15,2 1-87-15,-2-2-264 0,3-1-546 0,0-8 242 16</inkml:trace>
  <inkml:trace contextRef="#ctx0" brushRef="#br0" timeOffset="-130675.77">30695 13801 219 0,'1'-8'300'0,"2"1"-17"15,0 0-22-15,-3 7-23 0,1-8-27 16,-1 8-21-16,0 0-9 0,0 0-6 0,0 0 10 16,5 33-4-16,-6-18-2 0,0 3-13 0,-1 0-7 0,-2 8-10 15,2-2-11-15,-3-6-10 0,0 0-17 0,1 1-9 16,0 0-11-16,0 4 1 0,0-4-18 0,-1-3 5 15,3 3-39-15,-1-4-33 0,2 0-31 0,-3-3-31 16,4-2-25-16,-2 0-36 0,0-3-43 16,2-1-43-16,0-6-46 0,-2 10-27 0,2-10-189 15,0 0-501-15,0 0 221 0</inkml:trace>
  <inkml:trace contextRef="#ctx0" brushRef="#br0" timeOffset="-129693.85">30638 13977 170 0,'0'-12'189'0,"0"12"-9"16,1-7-18-16,-1 7-19 0,9-5-13 0,-2 2-14 0,4 1-7 16,0 0-10-16,8-1-7 0,0 3-13 15,1 0-3-15,-1-4-8 0,0 2-11 0,2 2-4 16,-3-1-7-16,3-3 1 0,-2 3-8 0,-6 0 0 16,1-2-8-16,-1 2 0 0,-1 0-1 0,-1-3-5 15,-2 2 10-15,-2-2 8 0,-1 2-1 0,-6 2 8 16,7-5-2-16,-7 5 1 0,6-6 0 0,-6 6-2 15,0 0-4-15,0 0-2 0,0 0 7 0,0 0 1 16,0 0 9-16,-28 10 1 0,18-3 4 0,0 1-3 16,1 1-4-16,0 1-2 0,-2-2-4 0,3 0-4 15,2 1-4-15,1 1-5 0,-2-2-1 0,1-1-2 16,2 1-7-16,3-1 2 0,0 0 0 0,1-7-4 16,4 12 29-16,-1-8-1 0,4 2-4 0,2-3-6 0,0 1-7 15,2-3 5-15,-1-1-12 0,1-1 4 16,2-2-6-16,-1 0-1 0,1-1-6 0,-2 0-1 15,2-2-12-15,-1-1 17 0,-3 0-10 0,1-1-6 16,0-1-4-16,-1-1-5 0,-3 1-3 0,2-1-2 0,-2 1 2 16,-1 4-12-16,-2-1 14 0,1 2-3 15,-4 4-2-15,5-7-1 0,-5 7-4 0,0 0-3 16,4-4 2-16,-4 4 2 0,0 0 0 0,0 0 11 16,0 0-6-16,0 0 6 0,-10 28-3 0,7-21 0 15,2-1 1-15,1 3-6 0,0-9 8 0,2 16 3 16,1-9-1-16,1-1 9 0,4 1 0 0,2-1-1 0,1-2 0 15,2 1 1-15,7-2 3 0,-1-2-4 16,1-1 3-16,0 0-2 0,-1 0 1 0,-1-3-4 16,0-1 3-16,1 0-2 0,-5 0 4 0,-2 0-2 15,-1-3 3-15,0 0 0 0,-4 1-2 0,2-5 1 16,-1 3-3-16,-2-3 9 0,-2 0-12 0,-1 1-2 16,-1-1 3-16,-2 1-3 0,0-1-1 0,-1 1 1 15,1 10-15-15,-3-11 9 0,2 6-3 0,1 5 5 16,-8-4-4-16,2 1 6 0,6 3-8 0,-19 3 2 15,9 0 0-15,-4 2 0 0,-2 0 0 0,1 2-2 16,5 2 1-16,1 0 5 0,-1 0-7 0,1 3 8 16,1 1-1-16,1 1-3 0,0 0 1 0,2 3-4 15,2 1 5-15,1 6-1 0,0-5-1 0,4 7 6 16,-1-3 0-16,3 5-2 0,0-2 1 0,-2 4-2 16,1-3-3-16,2-1 8 0,-4 1-8 0,-1-2 3 15,1 0-3-15,1 2 1 0,-4-8 1 0,2 0 0 16,-2-2 3-16,0 3 0 0,-4 2 0 0,2-6-4 15,0-5-7-15,-1-2-3 0,0-1 1 0,-5-2 0 16,4 1-5-16,-5-6-4 0,1 2-2 0,-3-5-3 16,1 2 1-16,-2-2 1 0,-1-5 2 0,3 0 1 15,3-2-10-15,4-3 18 0,-2 0-1 0,6 0 2 16,1-4-4-16,4-2 1 0,3 1 3 0,5 2 5 16,7-6-3-16,3 0-1 0,2 2-1 0,3 2-8 15,0-1 12-15,2 0 2 0,3 0-2 0,14-1-1 16,-13 4 2-16,1 0 5 0,0-3-3 0,-1-1 0 15,-1 3 2-15,2-2-1 0,-5 0 4 0,0 1 3 16,-4-1 5-16,-4 2 11 0,-1 1 6 0,-5-1 5 16,-4 1-2-16,-2 1 1 0,1 0 5 0,-4 3 2 15,-1 0-1-15,-3 0-19 0,-2 0 24 0,2-1-10 16,-5 4 1-16,-1 0-7 0,-1 5-1 0,-8-1-8 0,1 1 11 16,-3 6-3-16,-2-2 9 0,-2 4-20 15,2 3 16-15,0 1-20 0,4 3 9 0,1-1-8 16,1 2 9-16,5-1-9 0,1 3 6 0,2 0-8 15,6 1-24-15,3-1-38 0,3 0-45 0,3 1-53 16,8 4-70-16,2-4-86 0,-3-6-247 0,7 3-600 16,1 1 265-16</inkml:trace>
  <inkml:trace contextRef="#ctx0" brushRef="#br0" timeOffset="-129081.28">32385 13845 160 0,'0'-9'258'0,"0"9"-9"16,-3-11-10-16,3 11-8 0,-1-9-25 0,1 9-10 15,0 0-22-15,-1-8-21 0,1 8-14 0,0 0-19 16,0 0-7-16,0 0-10 0,6 22-9 0,-2-5-8 16,1 1-5-16,-4 5 0 0,2 3-5 0,-1-1-6 15,1-1-4-15,-2 3-6 0,2-2-34 0,-2-4-3 16,0-2 5-16,1-1-6 0,1 0 1 0,-1 0-6 16,0-4-2-16,1-3 1 0,-2 2 0 0,2-3-2 15,-2-1 1-15,3-2-2 0,-2-1 0 16,-2-6 6-16,0 0 15 0,2 14 23 0,-2-14-1 0,0 0 1 15,0 0-11-15,0 0 0 0,0 0-10 0,23-20-2 16,-17 10-3-16,7-4-1 0,-2-4-5 0,5-2 2 16,0-1-1-16,2-3-6 0,-2 1-4 0,3-2-1 15,-3 1-1-15,2-1 0 0,-1-1 2 0,-1 1 0 16,-1 0-6-16,0 0-1 0,-4 0 0 0,-11 25-5 16,21-41 10-16,-21 41-9 0,11-25-2 0,-11 25-2 15,0 0-15-15,13-23-22 0,-13 23-26 0,0 0-20 16,0 0-6-16,0 0-14 0,0 0-33 0,0 0-37 15,0 0-52-15,0 0-51 0,-18 46-175 0,8-28-487 16,-4 4 216-16</inkml:trace>
  <inkml:trace contextRef="#ctx0" brushRef="#br0" timeOffset="-128715.88">32706 14077 106 0,'0'0'265'0,"0"0"-29"0,0 0-9 0,0 0-18 16,0 0-21-16,0 0-20 0,0 0-15 0,0 0-16 16,0 0-10-16,71-31-20 0,-71 31-5 0,45 0-13 15,-45 0-4-15,49 2-34 0,-49-2-24 0,0 0-23 16,45 2-19-16,-45-2-15 0,0 0-27 0,0 0-22 0,34-4-31 16,-34 4-17-16,0 0-4 0,0 0 7 0,0 0-1 15,0 0 15-15,0 0 10 0,0 0 12 16,0 0 8-16,0 0 11 0,0 0 30 0,0 0-1 15,0 0 26-15,0 0 6 0,0 0 33 0,0 0-2 16,0 0 10-16,0 0 0 0,0 0 0 0,0 0 11 16,0 0 28-16,0 0 10 0,0 0 14 0,0 0 4 15,0 0 2-15,0 0 0 0,0 0 2 0,0 0-2 16,-64 52 1-16,64-52-3 0,-12 41-7 0,12-41-8 16,-10 36-7-16,10-36-5 0,-12 36-10 0,12-36-6 15,-10 38-5-15,10-38-5 0,-7 33-15 0,7-33-34 16,-5 31-41-16,5-31-50 0,0 0-64 0,0 38-66 15,0-38-136-15,0 0-388 0,0 0 172 0</inkml:trace>
  <inkml:trace contextRef="#ctx0" brushRef="#br0" timeOffset="-128559.01">33060 14344 2820 0,'0'0'78'15,"0"0"18"-15,29-24-23 0,-29 24 15 0,0 0 46 16,0 0 7-16,0 0-11 0,0 0-24 0,22-21-25 15,-22 21-5-15,0 0-17 0,0 0-30 0,0 0-32 16,0 0-33-16,0 0-49 0,0 0-67 0,0 0-105 16,0 0-306-16,0 0-611 0,0 0 271 0</inkml:trace>
  <inkml:trace contextRef="#ctx0" brushRef="#br0" timeOffset="-120735.68">21002 14677 77 0,'0'0'137'0,"0"0"-8"15,0 0 1-15,0-9-3 0,0 9-5 16,0 0-11-16,0 0 0 0,0 0-5 0,0 0-2 15,0 0-6-15,0 0-4 0,0 0-12 0,0 0-3 16,0 0-7-16,0 0-8 0,0 0-4 0,-4-9-6 16,4 9-6-16,0 0-3 0,0 0-6 0,0 0-1 15,0 0-16-15,-13 2 7 0,13-2-1 0,0 0-4 16,-11 1-3-16,11-1 0 0,-9 1-3 0,9-1 2 16,-13 0-5-16,4 3 3 0,0-1-10 0,-2-1 3 15,0 3-5-15,-1 0-1 0,0-1 4 0,-3 3-4 16,1-1-4-16,2 0 6 0,1-1-5 0,-2 1 1 15,3 2 3-15,-3 1-3 0,4 0 2 0,-1 1 2 16,-3 3-1-16,3 0 2 0,-2-1-1 0,2 3 3 16,1 1-1-16,0 0-1 0,0 0 1 0,4 2 5 15,1 1 0-15,2-4 0 0,0 5 3 0,2-2-1 16,2 1-1-16,-1-2 0 0,0 0 0 0,5 2-2 16,-3-1 0-16,5-2-4 0,0 1 1 0,-2-1-1 15,3-2-1-15,4 0 7 0,-3 0-9 0,-1-4-4 16,5 3 5-16,-4-6 2 0,2 3-6 0,-2-3 6 15,0 0-1-15,2 0 1 0,-1-1-3 0,-2-3-1 16,0 1-2-16,3-3 3 0,-3 0-1 0,2 2-3 16,-2-4 7-16,-1 0-4 0,2-3-3 0,-1 2 3 15,1-3-2-15,1 1 0 0,0-2-1 0,-5 0-3 16,3-3-1-16,-1 0-3 0,-1 1-2 0,-2-4 2 16,1 3 6-16,-2-5-11 0,-1 4 0 0,-3-4 2 15,-1 4-1-15,0-2-1 0,0 1 2 0,-2 1 0 16,0 0-2-16,-2 4 7 0,-1-2-5 0,-2-1 4 15,-2 3-4-15,1 1 2 0,0 1-1 0,-2 1 3 16,2 1-5-16,1 2 2 0,-1 0-1 0,9 1 4 16,-13-2 2-16,13 2-4 0,-11 4 0 0,11-4 3 15,-12 4-3-15,8-3 4 0,4-1-2 0,-2 8 5 16,2-8 2-16,0 0-3 0,9 10-2 0,-2-6 3 16,5-3-1-16,-3 3 8 0,4 0-8 0,-2-2 1 15,4 0-1-15,2 0 4 0,1-2 0 0,-4 0-4 16,8 2-1-16,-4-4 0 0,-7 4 2 0,1-2 2 15,-12 0-5-15,17 0 5 0,-17 0-6 0,15 1 6 16,-15-1-2-16,11 1 2 0,-11-1 2 0,8 4 0 16,-3-3-3-16,-5-1 5 0,5 6-2 0,-2-1 9 15,-3-5 1-15,5 11 0 0,-4-2 9 0,3 1-9 16,-3 1 0-16,-1 2 0 0,0 1-1 0,-1-1-3 16,2-2 0-16,-1 8-3 0,3-2-29 0,-3 1-29 15,0-2-40-15,2 1-53 0,-1 1-53 0,3-1-155 16,-1-2-379-16,2 0 167 0</inkml:trace>
  <inkml:trace contextRef="#ctx0" brushRef="#br0" timeOffset="-120271.63">21429 15013 43 0,'-7'-2'207'0,"-4"-2"-6"0,1 1-1 0,-4 2-20 16,0 3-8-16,1 2-10 0,-6 2-6 0,0 0-16 16,2 4-11-16,2-1-13 0,-1 4-4 0,1-4-13 15,3 2-4-15,5 0-13 0,-1-1-8 0,6 3-8 16,-4-5-5-16,8 3-7 0,-2-3-7 0,4 1 0 15,2-2-4-15,1 0-3 0,1-3-6 0,4 1 1 16,-1-2-4-16,3-1-1 0,-1-6-3 0,0 2-5 16,5-1 1-16,-3-1-3 0,-5-1-1 0,3 0-5 15,-4-5 5-15,4 3-7 0,-2-5 3 0,-2 2 4 16,3-2-8-16,-6 1 1 0,0-2-3 0,0-3-3 16,0 2 1-16,3 1-4 0,-5 0 2 0,0 4-3 15,-2 2 4-15,-1 0 1 0,-1 7-4 0,3-10 3 16,-3 10-8-16,3-5-2 0,-3 5 1 0,0 0 0 15,0 0 6-15,0 0-3 0,0 0 2 0,-4 34-1 16,2-22 0-16,0-1-6 0,2 3 6 0,1-1 2 16,0 1 5-16,2 3-4 0,0-2-2 0,-1-3-10 15,2-1-26-15,1 0-28 0,0 2-33 16,-1-4-39-16,1 1-47 0,2-3-50 0,-2-1-134 0,-5-6-394 16,12 5 174-16</inkml:trace>
  <inkml:trace contextRef="#ctx0" brushRef="#br0" timeOffset="-120047.79">21732 14741 69 0,'2'-11'215'0,"-2"11"-11"16,0 0 4-16,0 0-6 0,0 0-5 0,0 33-6 15,-1-13-10-15,-2 4-13 0,1 4-17 0,-2 0-18 16,2 0-9-16,2-1-15 0,-2 3-7 0,2-5-9 15,0 3-8-15,-2-2-11 0,3-6-4 0,-1-1-11 16,1 0-15-16,1-1-25 0,-1-2-32 0,0-1-36 16,-1 1-31-16,1-4-48 0,2-2-49 0,-2-2-199 15,-1-8-406-15,-5 11 180 0</inkml:trace>
  <inkml:trace contextRef="#ctx0" brushRef="#br0" timeOffset="-119661.41">21674 14966 40 0,'0'0'103'0,"22"3"-17"0,-8-2-3 0,-1 2-17 0,6 6-17 16,-4 0-14-16,1 2-19 0,-2 0-10 0,1 3-16 16,-2-1-11-16,2 1-5 0,-1-1 4 0,-1 2 0 15,-2-3 5-15,-3-2-3 0,0-2 5 16,-1-1 10-16,0 2 16 0,-3-5 18 0,-4-4 13 15,7 9 19-15,-7-9 12 0,8 4-2 0,-8-4 7 16,0 0-8-16,0 0-1 0,10 2 6 0,-10-2-6 16,0 0 1-16,0 0-5 0,12-16 0 0,-6 11-3 0,2-5 4 15,-4-1-13-15,1 1 2 0,4-5-3 16,0 1-2-16,-3-4-5 0,0 4 14 0,0-3 11 16,-4 5 10-16,1 1 1 0,-2 1 2 0,-1-1-2 15,0 11 1-15,0-13-5 0,0 13-9 0,-5-10-6 16,5 10-7-16,-7-1 1 0,7 1-7 0,-14 11-1 15,5-2-5-15,-1 2-5 0,2 0-3 0,3 3-1 16,0 2-5-16,4-3-5 0,1 1-12 0,0 2-23 16,4-3-25-16,3 3-27 0,2-1-30 0,3-2-37 15,5-2-50-15,2 0-37 0,0-1-116 0,8-3-359 16,1-1 159-16</inkml:trace>
  <inkml:trace contextRef="#ctx0" brushRef="#br0" timeOffset="-119356.02">22491 14940 186 0,'2'-6'229'0,"-2"6"-25"15,5-7-20-15,-5 7 3 0,0 0-3 0,0 0-9 16,12 20-10-16,-9-8-10 0,-1 2-17 0,2 5-7 16,0 1-6-16,-2-2-11 0,5-1-7 15,-2 2-9-15,0-2-8 0,3-1-5 0,-2 2-11 0,2-7-2 16,-2-2-9-16,-1 1-2 0,3-4-6 0,-3-1 1 15,1-1-1-15,-2 0 9 0,-4-4 15 0,10 5-3 16,-10-5-8-16,9-2-3 0,-9 2-7 0,13-9-4 16,-7 2-3-16,2-1-6 0,0-3 1 0,2-1-5 15,-1-2-3-15,-1-1-3 0,-2 1-6 0,0-5-2 16,3 0-22-16,0-4-19 0,-1 6-11 0,-2-2-18 16,1 1-17-16,-3 2-20 0,2 3-31 0,-6 1-42 15,1 6-35-15,-1 6-40 0,7-12-17 0,-7 12-14 16,0 0-136-16,0 0-428 0,0 0 190 0</inkml:trace>
  <inkml:trace contextRef="#ctx0" brushRef="#br0" timeOffset="-119111.24">22780 15102 161 0,'0'0'176'0,"3"7"-2"0,-3-7-1 0,8 10-4 0,-1-4-2 15,-1-3-4-15,4 1-10 0,-1-2-5 0,3 1-5 16,2-3-2-16,-1 1-17 0,4-2-11 15,1-4-6-15,1 1-9 0,-1-1 1 0,-2-1-1 16,0-2-2-16,-3 1-6 0,-3-2-1 0,2-2-12 16,-5 1-3-16,-1-2-11 0,-1 0-4 0,-2 0-7 15,-3-3-5-15,-5-1-7 0,0 4-3 0,1 2-9 0,-3 0-1 16,-1 0-5-16,-5 5-3 0,-3-2-3 0,-5 6-9 16,1 2-22-16,-7 5-19 0,0 1-34 15,0 2-44-15,2 3-50 0,7-2-58 0,4 4-221 16,1-2-476-16,5-1 212 0</inkml:trace>
  <inkml:trace contextRef="#ctx0" brushRef="#br0" timeOffset="-118806.2">23365 14877 1543 0,'-8'-15'57'0,"3"4"63"15,3 3-36-15,-2 0-18 0,1 2-16 0,3 6-16 16,-4-8-14-16,4 8 7 0,0 0 10 0,0 0 19 16,0 0 8-16,-6 26 7 0,5-7-6 0,-4 5 0 15,2 4-6-15,2-2-6 0,0 0-2 16,-3 2-4-16,2-3-6 0,4 0-2 0,-2 2 1 0,0-3-9 15,1 0-4-15,-1-6 1 0,0 1-15 0,1-3-22 16,2 1-32-16,-2-5-31 0,0 0-41 0,2-2-49 16,1 0-41-16,-2-3-162 0,-2-7-396 0,3 10 176 15</inkml:trace>
  <inkml:trace contextRef="#ctx0" brushRef="#br0" timeOffset="-118585.56">23521 14889 106 0,'1'-6'223'0,"-1"6"-20"16,4-6-15-16,-4 6 1 0,0 0-6 0,0 0-5 15,3 28-2-15,-5-12-16 0,0 3-14 0,0-1-9 16,0 3-15-16,-1 2-4 0,1-4-15 16,-1-2-9-16,2 3-7 0,-2-2-12 0,3 1-4 15,0 1-4-15,-1-5-13 0,1 2-12 0,1-3-18 0,-1-2-22 16,0-1-31-16,0-1-30 0,2-1-46 0,-2-3-66 15,0-6-39-15,-2 10-153 0,2-10-393 0,0 0 175 16</inkml:trace>
  <inkml:trace contextRef="#ctx0" brushRef="#br0" timeOffset="-117727.38">23462 15041 161 0,'22'-4'153'0,"5"2"-2"0,0 1-8 0,-1 1-10 0,6-2-7 16,-2 1-9-16,0 0-9 0,2 0-15 16,-4-2-9-16,1 0-16 0,-8 1 4 0,-4-2-6 15,-3 4 6-15,-3-1 8 0,0 0 13 0,-4-1 6 16,0 2 7-16,-7 0-15 0,5-4-4 0,-5 4-11 0,0 0-4 16,0 0-3-16,0 0 1 0,0 0 6 15,-36 6 0-15,20 1-3 0,-1 2 3 0,-2-2-4 16,3 5 6-16,0-3-9 0,3 2-6 0,1-2-7 15,3-2-5-15,3 1-8 0,1 2-2 0,1-5-5 0,0 3-1 16,2 0-4-16,2-8-2 0,2 12-2 0,2-8-1 16,1 2-5-16,0-3 0 0,6 1-3 0,-1-1 3 15,1-2-10-15,1 0 7 0,0-2-8 16,-1-1 3-16,-1-2-6 0,1 0-1 0,0 1-2 16,-2-5-4-16,0 1-7 0,-2 2 4 0,0-4-6 15,-1 1 0-15,2-3-3 0,-3 0 1 0,0 2-1 0,-1-1 1 16,-3 3 2-16,2 3-3 0,-3 4 3 15,4-9-3-15,-4 9-5 0,3-4 6 0,-3 4-3 0,0 0 6 16,0 0-2-16,0 0-1 0,0 0 2 16,0 0 3-16,13 16-1 0,-9-9 3 0,1-1 0 15,3-1 3-15,1-2 1 0,0 3 1 0,2-2-2 16,2 0 1-16,-2 0-1 0,5-1 3 0,0-2-1 0,2-1 1 16,-5-1-2-16,2-3 3 0,-2 1 1 0,-1-1 5 15,-1 0 2-15,-1 0-2 0,-1-5 4 16,1 3 1-16,-3-2-5 0,-2 2 5 0,-2-2-6 15,-1 1 3-15,0 1-2 0,-2 6 0 0,-2-11 2 16,2 11-3-16,-1-10-1 0,1 10-5 0,-3-8-2 16,3 8 0-16,0 0 0 0,0 0-3 0,0 0 4 0,-16 13-5 15,8-3 1-15,0 5 3 0,1 1-1 16,0 2 0-16,0 5 0 0,0-4-4 0,3 1 13 16,-1 4-10-16,1-4-1 0,-1 6 1 0,0 1 3 15,3 0-3-15,-1-2 2 0,2-2 3 0,-2 3-3 16,2-8 1-16,1 1 1 0,-4-2-3 0,0-1 5 15,2-3 32-15,-1-2-8 0,1-1-4 0,-3 0-12 0,0-1-9 16,-1-1-3-16,0-1-11 0,2-1 0 16,4-6-3-16,-11 2 3 0,11-2-9 0,-11-2-6 15,11 2-3-15,-6-9-3 0,6 9-8 0,-1-13-9 16,2 3 2-16,3-2-1 0,5-3-2 0,3-3 2 16,5-5 6-16,5 2 0 0,6-2 3 0,-3 3 3 15,4-5 0-15,-1 4 8 0,-1-3 1 0,2 1 6 16,-2 3 1-16,0 0 1 0,-2-2 2 0,-4 3 0 15,-3 0 2-15,-4 5 19 0,-4 0 10 0,0 0 4 16,-2 3 5-16,-4 1 14 0,-1 4 1 0,-3-2 5 16,3 1 0-16,-3 7-1 0,0 0-5 0,-6-11-7 15,6 11-2-15,-13 2 5 0,4 3 0 0,-9 2 2 16,3 2-4-16,-2 3-4 0,-3 5 0 0,3-6-4 16,3 4-2-16,0-2 2 0,1 3-3 0,5-3-8 15,1 2-30-15,0-2-44 0,2 1-58 0,3-1-77 16,4-3-84-16,2 0-170 0,3-4-486 0,3 1 215 15</inkml:trace>
  <inkml:trace contextRef="#ctx0" brushRef="#br0" timeOffset="-117275.19">24591 15257 121 0,'11'-7'285'0,"1"-2"-10"15,-1 2-2-15,-1-2-16 0,1 1-4 0,0 0-13 16,-1 1-10-16,2-5-10 0,-2 5-23 0,1-3-23 15,-4-1 5-15,3 3-20 0,2-5-10 0,-5 3-23 16,0 0-26-16,2-2 7 0,-4 2-9 0,1-4-9 16,-1 2-10-16,0 1-8 0,2 3-7 15,-4 1-7-15,-3 7-10 0,4-12-6 0,-4 12-5 0,5-8-6 16,-5 8-6-16,0 0-4 0,0 0-3 16,0 0 1-16,0 0-14 0,-13 27 11 0,6-15-5 0,2-2-4 15,3 0 4-15,-2 3 0 0,2-3-2 0,1 4-1 16,1-14 10-16,5 20-22 0,-3-9 14 15,4-2 3-15,5 0-5 0,3 0 4 0,3-4-2 0,2 0-1 16,0-6 9-16,3 1-7 0,-2-1-4 16,-2-3 4-16,0 0-3 0,-4 0-1 0,-1-1 0 15,-2-2-1-15,5-2 0 0,-8 1-3 0,3-6 8 0,-3 7-9 16,-2-3 5-16,2 1 0 0,-4-4-2 16,-1 3-3-16,1-2-2 0,0 3 5 0,-3 2-6 15,1 1-1-15,0 0 4 0,-2 6-7 0,4-8-1 16,-4 8 2-16,0 0-6 0,0 0 5 0,0 0 0 15,0 0 6-15,-18 26 6 0,9-16 4 0,2 6-3 16,-2-1 4-16,1-1 7 0,-2 2-5 0,0 3-3 16,3-3-3-16,1 1-13 0,0-1-39 0,0 0-13 0,1 0-27 15,3-5-35-15,-1 5-49 0,0-5-70 16,1-3-76-16,-1-1-232 0,3-7-592 0,0 0 262 16</inkml:trace>
  <inkml:trace contextRef="#ctx0" brushRef="#br0" timeOffset="-117115.99">24720 14966 1801 0,'-16'-12'43'0,"3"-1"21"0,2 6-16 16,2-4-16-16,0 5-13 0,1 0-7 0,0 0-9 16,8 6-14-16,-11-6-12 0,11 6-27 0,0 0-30 15,0 0-54-15,0 0-154 0,0 0-311 0,0 0 138 16</inkml:trace>
  <inkml:trace contextRef="#ctx0" brushRef="#br0" timeOffset="-115667.24">25671 15162 51 0,'2'7'223'0,"-2"0"-16"0,0-7-16 0,-2 17-3 0,2-8-16 16,0 2-13-16,-3-2-12 0,-1 0-6 0,3-3-13 16,0 1 0-16,1-7-8 0,-5 10 1 0,5-10 16 15,-2 8 6-15,2-8 5 0,0 0-16 0,-5 3-10 16,5-3-18-16,0 0-6 0,-14-11 0 0,10 7-11 16,-2-5-17-16,3-1-9 0,-1 1-2 0,2-4-11 15,0 2-6-15,1-2-4 0,4 1-3 0,-1-4-9 16,0-1-4-16,3 2-5 0,1-2-5 0,3-1-2 15,1 3-1-15,1-1-6 0,4 2-2 0,-1 1-2 16,1 3 2-16,3 1-3 0,0 4-1 0,3 2 1 16,-4 2-1-16,4 5-5 0,-1 1 5 0,0 5-1 15,3 4 0-15,-3 3 1 0,-5-2-4 0,1 4 4 16,-2-3 0-16,-1 7 0 0,-5-5 2 0,2-2-2 16,-3 2 3-16,-1-4-1 0,0-2-1 0,-2 0 1 15,-2-1 2-15,0-4 1 0,1 2 0 0,-1-1-1 16,-2-8 4-16,4 7-1 0,-2-3 5 0,-2-4 8 15,0 0-6-15,0 0-2 0,0 0 2 0,0 0-2 16,0 0-3-16,0 0-4 0,0 0-2 0,0 0-3 16,-4-26-3-16,6 19-12 0,0-2-3 0,2-3 1 15,1 1-5-15,2-2-12 0,0-1-3 0,4-1 3 16,-1 0-2-16,1 1 0 0,1 2 5 0,0 4 0 16,-3 0 6-16,0 3 0 0,0 1 0 0,-2 3 3 15,-1-2 1-15,-6 3 2 0,13 2 3 0,-7 1 0 16,-6-3 5-16,9 10-7 0,-7-6 11 0,2 3-1 15,0-1 3-15,1 2 0 0,0 0 5 0,-1-1-2 16,1 0 0-16,-1-1 4 0,0-1 1 0,3 1 0 16,1-4 0-16,2 2 0 0,-3-2-1 0,-1 0 2 15,-6-2 5-15,19-2-4 0,-11 2 3 0,-3-3-3 16,4 0 7-16,-4-2-7 0,1 1 4 0,1-1-6 16,0 0 2-16,-2-2-2 0,-3 3 1 0,0-4 1 15,0-2-2-15,-2 10-2 0,2-12 3 0,-2 12-1 16,-2-13 11-16,2 13-1 0,0-10 4 0,0 10-5 15,-2-7-5-15,2 7-1 0,0 0 6 0,0 0-6 16,-14 5 0-16,14-5-1 0,-9 11 2 0,3 0 1 16,-3 2-2-16,4-2-2 0,3-1 4 0,0 2-4 15,1 0 3-15,2-1 7 0,1 1-6 0,2 1-3 16,3-3 2-16,-2 0-3 0,1-2 5 0,3 0-1 16,3-2 2-16,-1-1-3 0,3-3 2 0,-1 1 2 15,-2-1-2-15,1-4-1 0,-2 2 3 0,3-3-5 16,-3 0 5-16,1-1-4 0,1-1 3 0,-5 0-2 15,1-1 0-15,-1-1-2 0,-3-1-1 0,1 1-3 16,-2-4 3-16,-1 3-1 0,-4-3 4 0,2 1-6 16,-3 1 1-16,-2-1 0 0,-1 1-2 0,1 1 1 15,-1 0-4-15,-3 2 4 0,2 1 0 0,0 1-2 16,-2 0 0-16,-1 2-1 0,-3 2 1 0,3 2-3 16,-4 2 12-16,5 1-8 0,-9 2-2 0,7-1-1 15,2 1 0-15,-3-1-2 0,5 3 6 0,1-2-4 16,-1 2-1-16,5-1 5 0,0-2 0 0,-1 3-3 15,3-9 7-15,3 12-6 0,1-7 4 0,1 0 3 16,-1 0-4-16,7-1 2 0,1-2 1 0,-1 1 0 16,5-2 1-16,-3 1 0 0,6-1 0 0,-2-4 7 15,3 1-14-15,-4-2 4 0,2 0 2 0,0-2 1 16,-3 1 5-16,2-3-6 0,-2 1 1 0,3-3-3 16,-9 3 0-16,2-1 1 0,-1-2 2 0,0 2 1 15,-3-3-7-15,0 0 4 0,0 1-2 0,0 0 2 16,-3-2-3-16,0 2 3 0,-2 0-2 15,3 4-1-15,-3-1 3 0,1 1-4 0,-3 6-2 0,4-10 0 16,-4 10-1-16,7-3-2 0,-1 1 34 0,-6 2-5 16,17 2-2-16,-6 0-3 0,-3 3-2 0,2 1-5 15,-1 1-1-15,2 1 2 0,-3 0-3 0,2 4-1 16,-2 0 3-16,-3-1-4 0,2 0 0 0,0 1-1 16,-1-2-2-16,-1 0 3 0,1 0-3 0,-1 1 2 15,4-3 0-15,-4-1-1 0,1 0 2 16,1 2-3-16,3-2 2 0,0-1 6 0,3-2-6 0,1-2-1 15,-3 0 3-15,6-4-4 0,0 2 3 0,1-4-1 16,-5 0 1-16,-1-2 2 0,1 1 1 0,-2-1-7 16,-1-3 5-16,-1 0-4 0,-1-2 2 15,0-2 1-15,0-2-3 0,-5 4 2 0,-1-6-1 16,0-1 0-16,-4 2-3 0,2-1-1 0,0 0 5 16,-2 6-5-16,1 0-3 0,-3 1 6 0,0 5-3 15,-1-1 3-15,5 6-1 0,-11-5-2 0,11 5 1 0,-23 8 0 16,14-2 1-16,-4 4 1 0,-1 2-4 15,3 0 4-15,5 1-3 0,-4 2 0 0,4 1 3 0,1-2-3 16,3-1-15-16,2 0-22 0,2 3-29 16,3 0-32-16,3-2-51 0,4-2-57 0,3-2-61 15,-1 0-173-15,-1-1-475 0,1-4 210 0</inkml:trace>
  <inkml:trace contextRef="#ctx0" brushRef="#br0" timeOffset="-115434.01">27369 14940 83 0,'9'-8'260'0,"-7"2"-22"0,2 1-24 15,-4 5-20-15,7-4 7 0,-7 4 6 0,9 10-5 16,-6 0 2-16,-2 3-1 0,-1 3-11 0,1 9-16 16,-3 0 2-16,-3 0-9 0,3-6-16 0,-3 6-15 15,2-1-11-15,-1-4-11 0,0 5-11 0,3-6-23 16,-3-1 1-16,2 6-4 0,2-5-15 0,0-1-31 15,-2 1-20-15,4-3-33 0,-2-4-44 0,0-2-33 16,0-1-46-16,0-9-39 0,0 15-45 0,0-15-62 16,0 0-160-16,0 0-487 0,0 0 216 0</inkml:trace>
  <inkml:trace contextRef="#ctx0" brushRef="#br0" timeOffset="-114719.41">27390 15137 135 0,'1'-6'212'0,"-1"6"-13"0,2-12-11 0,3 6-18 15,1 0-17-15,3 0-12 0,-2-2-8 0,7 1-6 16,1 0-5-16,4 0-3 0,-2 1-5 0,1-3-4 16,1 3-1-16,-2 0-7 0,-7-1-6 0,3 3 1 15,-2-1 3-15,-2-2-7 0,0 0-8 0,-1-1-7 16,-1-1-7-16,3 2-3 0,-6 2-10 0,0-1-4 16,-1-1-7-16,1 3 0 0,-4 4-6 0,6-8-7 15,-6 8-2-15,3-4-7 0,-3 4-8 16,0 0 1-16,0 0-9 0,0 0 9 0,0 26-1 15,-3-11-1-15,-3 0 12 0,2 4-11 0,-3 0 2 0,-2 5 2 16,2-6-1-16,0 1 1 0,-1-1-3 16,1-1 0-16,2-1-4 0,-1 1 3 0,3-8-5 15,-3 2 5-15,6-2-6 0,-3 0-1 0,2-5 1 0,1-4 1 16,-5 9 1-16,5-9 0 0,0 0 1 16,0 0-2-16,0 0-10 0,9 3 1 0,-9-3-3 15,0 0 5-15,18-9-9 0,-11 3 2 0,3 0-6 16,1-2-8-16,-1 1 2 0,5-2-2 0,0 1-1 15,0-1 8-15,-1 4-8 0,-4 1 6 0,-1 1-1 16,1 2-3-16,1 0-1 0,-1 2 6 0,-2 1-4 16,0 2 3-16,-3 0 1 0,0 2 1 0,1-1 1 15,4 1 2-15,-4 2 4 0,1 1 4 0,3-1 2 16,1-1 10-16,2-1-2 0,-2 0-2 0,7 1 1 16,0-3 1-16,2-1-2 0,0-3 2 0,2-3-1 15,-1 3 0-15,-1-4-2 0,1 1 0 0,-4 0 2 16,1-2-2-16,-2 0 0 0,-3-1 7 0,-1 2-4 15,-1-4 0-15,-2 2-3 0,0-3 6 0,-3 2-3 16,2-3-2-16,-4 1 1 0,1 1-4 0,0-1 2 16,-2-2-3-16,-3 5 3 0,0-1 2 0,0 7 3 15,0-10 1-15,0 10 2 0,0 0-16 0,-7-8 14 16,7 8 0-16,-15 2-2 0,15-2-1 0,-21 10-2 16,8-6 2-16,0 6 5 0,2-2-3 0,-1-4-8 15,5 7 3-15,-1-5-4 0,0 1 0 0,3 1-2 16,-1 1 3-16,6-9 1 0,-6 11-10 0,6-11 9 15,-1 9 1-15,1-9 0 0,0 0 3 0,0 0 1 16,7 15-2-16,-7-15-5 0,11 5 9 0,-11-5-6 16,14 3-1-16,-14-3 2 0,15 1 3 0,-5-1-6 15,-10 0-3-15,18-1 1 0,-9 0-6 0,-9 1 2 16,17-2 0-16,-10 2-3 0,-7 0-1 0,14 0 2 16,-8 2-3-16,-1 0-5 0,2 0-9 0,-7-2-19 15,12 6-19-15,-8-3-28 0,-4-3-25 0,7 13-28 16,-4-9-54-16,-3-4-50 0,5 13-262 0,-5-13-548 15,5 13 243-15</inkml:trace>
  <inkml:trace contextRef="#ctx0" brushRef="#br0" timeOffset="-114490.38">28351 15252 44 0,'6'-17'245'16,"1"7"-13"-16,-1 0-8 0,6-3-8 0,-1 1-6 15,0 5-16-15,2 0-11 0,-2 1-10 0,1 1-13 16,2 1-12-16,-3 3-13 0,3 2-10 0,-4 0-18 16,1 3-1-16,-1 0-9 0,0 1-5 15,-3 0-16-15,-1 1-1 0,0 2-8 0,-2-3-6 16,1 0-7-16,-3 2-4 0,1 0-10 0,0 2 3 0,-2-3-16 16,-1-6-27-16,2 12-31 0,-2-12-41 0,0 0-59 15,-3 16-88-15,3-16-237 0,-8 9-493 16,8-9 219-16</inkml:trace>
  <inkml:trace contextRef="#ctx0" brushRef="#br0" timeOffset="-113024.91">29493 14985 70 0,'0'0'133'0,"0"0"7"0,0 0-9 0,0 0-6 0,0 0-7 16,0 0-2-16,0 0-10 0,-14 14-5 0,14-14-4 15,0 0-10-15,0 0-8 0,0 0-6 16,0 0-3-16,0 0-8 0,-5 5 0 0,5-5-6 0,0 0-3 16,0 0-1-16,0 0-4 0,0 0-3 0,0 0 0 15,0 0 0-15,0 0-3 0,0 0 1 0,0 0 3 16,0 0-3-16,0 0 0 0,0 0-6 0,0 0-4 16,0 0-2-16,-11 1-2 0,11-1 25 0,0 0-10 15,0 0 0-15,0 0-6 0,0 0-4 0,0 0-3 16,-15-4-5-16,15 4-2 0,0 0-1 15,0 0-1-15,0 0 1 0,0 0 2 0,0 0 3 0,0 0 6 16,0 0 3-16,0 0 11 0,-6-4 2 16,6 4 7-16,0 0 2 0,0 0-3 0,0 0-5 0,0 0-3 15,0 0 2-15,-3-9-5 0,3 9-1 16,0 0-3-16,0 0-6 0,1-11 0 0,-1 11-10 16,5-8 1-16,-1 2-15 0,1 3 9 0,2-2 1 0,2 0-4 15,2 2 1-15,2-1-4 0,0 1 0 0,-2 0-4 16,3 2 2-16,-1 0-3 0,1 1 1 15,-4 1-2-15,3 1-7 0,-1 1-6 0,-2 1 5 16,0 2 0-16,-2 3 3 0,1-3-2 0,-4 5 0 16,-3 0 0-16,0 0-1 0,-2 2-9 0,1-3 9 0,-2 3 0 15,-2-1 1-15,2-1-1 0,-3 1 1 0,1 3 3 16,-2-3-3-16,1-1-2 0,-2-1 4 0,-1 0-3 16,-1 0 3-16,0 2 2 0,-3-4-3 0,0 0 2 15,1 1-4-15,-1-2 1 0,-1 0 3 16,2-1-9-16,-3 1 5 0,0-2 1 0,2 1-1 15,-2-1 2-15,5-1 3 0,1-1-3 0,-1 0-2 16,2 0 1-16,-1 0 1 0,2 0 5 0,5-3-7 16,-9 4 0-16,9-4 1 0,-5 4-2 0,5-4 6 0,0 0-1 15,0 0-2-15,-9 2-1 0,9-2 1 0,0 0-2 16,0 0 0-16,0 0-1 0,-6 3 2 16,6-3-1-16,0 0-4 0,0 0 3 0,0 0 3 15,0 0-3-15,0 0 3 0,0 0-6 0,0 0 2 0,0 0 0 16,0 0 0-16,0 0-1 0,-7 3 4 15,7-3-1-15,0 0-10 0,0 0 11 0,0 0 2 16,0 0-2-16,0 0 0 0,0 0-2 0,0 0 2 16,0 0 0-16,0 0-3 0,0 0 4 0,0 0 1 15,0 0-3-15,0 0 3 0,0 0-3 0,0 0 3 16,0 0-2-16,0 0 0 0,0 0 1 0,0 0-2 16,0 0 0-16,0 0 1 0,0 0 2 0,0 0-3 15,0 0-10-15,0 0 20 0,0 0-7 0,0 0-6 16,0 0 3-16,0 0 3 0,0 0-4 0,0 0 5 15,0 0-4-15,0 0 0 0,0 0 1 0,0 0-2 16,0 0 1-16,0 0 1 0,0 0 0 0,0 0 2 16,0 0-3-16,0 0-1 0,0 0 6 0,0 0-5 15,0 0-3-15,0 0 2 0,0 0-1 0,0 0 1 16,0 0-1-16,0 0 4 0,0 0-2 0,0 0 2 16,0 0-4-16,0 0 2 0,0 0 8 0,0 0-6 15,0 0-3-15,0 0 1 0,0 0 2 0,0 0-2 16,0 0 8-16,0 0 12 0,0 0 7 0,0 0 3 0,25 3-7 15,-13-3 2-15,0 2 5 0,3-2-6 0,3 3 3 16,1-3-1-16,-1 1 4 0,4-2-11 16,0 2 3-16,-2 0-1 0,-1-2 0 0,2 1-4 15,-3 1 4-15,-3-1-4 0,-3-1-2 0,3 0 1 16,-5 1 4-16,-1 0-6 0,-9 0 5 0,14 0-4 16,-14 0-1-16,9 0 6 0,-9 0 0 0,10 1-6 15,-10-1 6-15,8 0-5 0,-8 0 3 0,0 0-7 16,0 0 1-16,10 0-3 0,-10 0 5 0,0 0-6 15,0 0 3-15,0 0-8 0,0 0 3 0,8 0-1 16,-8 0-2-16,0 0-17 0,0 0 13 0,0 0-6 16,0 0-27-16,0 0-22 0,0 0-28 0,0 0-25 15,0 0-37-15,0 0-38 0,0 0-45 0,0 0-56 16,0 0-251-16,0 0-579 0,0 0 256 0</inkml:trace>
  <inkml:trace contextRef="#ctx0" brushRef="#br0" timeOffset="-112519.83">29840 14986 265 0,'-1'-7'270'0,"1"7"-23"0,0 0-13 0,-5-10-21 15,5 10-22-15,0 0-22 0,0 0-6 0,0 0-9 16,0 0 2-16,0 0-8 0,11 23-6 0,-3-8-6 16,-4-1-3-16,5 3-2 0,-3-1-3 0,2 0 2 15,0 2-16-15,-2 1-4 0,0-1-11 0,1-2-9 16,-1 1-3-16,-1-3-7 0,3 4-11 0,-3-4-4 16,1 1-10-16,1 0-2 0,-3-4 1 0,2-2-9 15,-1 2 12-15,2 0-19 0,-1-3-7 0,-1 1-1 16,-2 0 2-16,2-3-10 0,0 2-13 15,-1-4 8-15,0 0 17 0,-1 0-10 0,-3-4-1 0,6 5 1 16,-6-5 12-16,0 0 2 0,10 0-22 0,-10 0 11 16,9-7 2-16,-4-1 0 0,0-1 1 15,1-1-20-15,3-3 27 0,-1-3-12 0,0 0 1 0,2-1-4 16,-1 1-1-16,5-5-2 0,1-3 1 0,-1 2-5 16,4 0-1-16,-5 1 4 0,0 7-1 0,-3-1 11 15,-2 0 1-15,0 5-9 0,-3 0 4 0,1 0-1 16,-2 3-3-16,-1 2 1 0,0-1 0 0,-3 6-6 15,4-8 0-15,-4 8 0 0,6-8-3 0,-6 8-4 16,3-5-2-16,-3 5-6 0,0 0-17 0,3-5 10 16,-3 5-26-16,0 0-14 0,0 0-11 0,0 0-20 15,0 0-26-15,0 0-41 0,13 11-42 0,-9-6-39 16,-1-1-64-16,2 1-67 0,-5-5-215 0,4 12-619 16,-3-8 274-16</inkml:trace>
  <inkml:trace contextRef="#ctx0" brushRef="#br0" timeOffset="-109533.92">30822 15056 93 0,'4'-9'227'0,"-3"0"-8"16,0 2-11-16,-2-3-4 0,1 1-16 0,-1-1-15 15,1 10-4-15,-4-14-15 0,0 9-10 0,-2 1-14 16,2-2-13-16,4 6-2 0,-18-3-10 0,6 6-3 16,-3 1-9-16,1 1-2 0,-1 4-11 15,-1 3 3-15,2 0-9 0,3 2-5 0,-1-2-7 16,2 4-6-16,4 0-2 0,-1-1-7 0,5 1-4 0,-1 1-7 15,3 0-2-15,3 1-3 0,4-1 6 0,0-1-11 16,3-2-9-16,3 2 9 0,1-4-26 0,9 4-22 16,0-4-28-16,1 0-34 0,2-4-41 0,-6-2-39 15,9-2-47-15,0 0-51 0,-11-2-137 16,1-3-431-16,1-3 192 0</inkml:trace>
  <inkml:trace contextRef="#ctx0" brushRef="#br0" timeOffset="-108946.79">31113 14943 18 0,'2'-8'219'0,"-1"2"-20"0,-1 6-20 15,1-11-16-15,-1 11-14 0,0 0-3 0,0 0 3 16,0 0-4-16,6 22 1 0,-4-5-15 0,-2-1-8 16,-2 4-11-16,1 4-8 0,-1-5-10 0,4 2-9 15,-2-2-9-15,-2 0-4 0,2 1-3 0,-2-1-7 16,4 1-6-16,0-2-5 0,2-2-9 0,-4-2-3 15,1-7 1-15,0 5-6 0,2-6-3 0,0 1 0 16,-3-7-3-16,1 11 0 0,-1-11 2 0,1 8-5 16,-1-8 0-16,3 4-4 0,-3-4-1 0,0 0-3 15,0 0-6-15,0 0 2 0,0 0-9 0,19-17-4 16,-13 11-8-16,2-3-7 0,1 1-1 0,6-2 1 16,-2 2 0-16,4-1 0 0,-2 1 1 0,-4 3 1 15,4 1 0-15,-3 2 1 0,1 1-2 0,-6 1 2 16,4 1 2-16,-2 1 8 0,-1 2-2 0,-8-4 2 15,19 6-3-15,-8 0 5 0,-2-1-1 0,4 0 4 16,0-1 1-16,-2 2 3 0,6-2-2 0,-3 1 2 16,3-2-1-16,-3-2 2 0,-2-1-2 0,0 0 2 15,-1 0 4-15,1-4-2 0,1 1-1 0,-3 1 5 16,-1-4-1-16,0 1 2 0,-4 0-3 0,1-1-22 16,-1-2-2-16,-1 0 2 0,0 2 5 0,-4 6-1 15,0-12 6-15,0 12-3 0,-2-10 2 0,-2 3-5 16,4 7 5-16,-13-8-1 0,5 8 3 0,-2-2-2 15,0 3 2-15,-2 0-3 0,1 1 2 0,-1 1-2 16,0 0 2-16,4 2 1 0,0-2 0 0,3 2-4 16,0 0 3-16,0-1-1 0,5-4 4 0,0 11-5 15,0-11 5-15,0 0 0 0,11 15-1 0,-6-12-3 16,1 1 4-16,3 0-2 0,1-1-1 0,-1 0 0 16,0 3-3-16,-2-4 0 0,2 2 4 0,0 1-4 15,-4-1 0-15,2 0 3 0,-1 0-2 0,-1 2 3 16,-1-2-3-16,-1 2-4 0,0 0-2 0,0 0-22 15,-3-6-17-15,5 13-28 0,-3-5-28 0,-2-8-44 16,1 15-43-16,0-11-189 0,-1-4-410 0,0 0 181 16</inkml:trace>
  <inkml:trace contextRef="#ctx0" brushRef="#br0" timeOffset="-108591.34">31731 15191 130 0,'0'0'157'0,"3"-2"10"0,-3 2-2 0,0 0-5 16,0 0-5-16,5 18-5 0,-3-12-15 15,-5 3 2-15,4 2-8 0,-2-3-10 0,1 3-6 16,-2-1-17-16,2-2-11 0,0-8-4 0,-2 11-9 16,2-11-5-16,2 12-5 0,-2-12 6 0,0 0 12 0,-3 9 7 15,3-9 6-15,0 0-14 0,0 0-7 0,0 0-7 16,0 0 5-16,0 0-15 0,0 0-2 15,10-21-7-15,-5 13-7 0,2-3-1 0,1 2-5 16,3-4-6-16,-3 3 1 0,4-2-7 0,0-1 1 16,-1 3-1-16,0 1-4 0,-1 5-4 0,-2-2-8 0,-1 2 2 15,1 2-2-15,-8 2-2 0,10 0-3 0,-10 0 2 16,12 7 4-16,-7-2-6 0,-3 2-1 0,2 1 3 16,-1 0 2-16,-1 2 0 0,1 5 7 15,-3-4-12-15,1 4 3 0,-1-1-22 0,0-1-27 16,0-2-40-16,0-3-28 0,1 5-48 0,1-7-52 15,-2-6-221-15,0 12-470 0,2-8 208 0</inkml:trace>
  <inkml:trace contextRef="#ctx0" brushRef="#br0" timeOffset="-108116.84">32055 15184 63 0,'0'0'193'0,"0"0"-2"0,0 0-7 0,0 0-6 15,0 0-13-15,1 18-9 0,-1-18-8 0,-1 13-10 16,1-4-13-16,-1 1-4 0,-1-3-17 0,0 4-7 16,1-5-10-16,-1 5-6 0,5-3-3 0,-3-8-11 15,-3 13-11-15,3-13-3 0,-1 9-4 0,1-9 1 16,0 8-8-16,0-8 3 0,0 0-8 0,0 0-3 16,0 0 0-16,0 0-3 0,0 0-3 0,0 0-4 15,0 0-3-15,0 0-1 0,0 0-7 0,9-24 1 0,-3 17-3 16,4-3-3-16,3-2-6 0,0 2 3 15,-1 1-2-15,-2 4-2 0,0 0-3 0,2-1 3 16,-3 4-4-16,0 0 3 0,1 0-4 0,-10 2 5 16,11 2-1-16,-6 2 5 0,2-1 2 0,-1-1 1 15,3 2-2-15,-2-1 2 0,-1 0-2 0,4 0 2 16,-4 1 2-16,2-4 0 0,-8 0 2 0,14 2 7 16,-6-4-1-16,-8 2 2 0,13-4-4 0,-5 1 2 15,-1-1-6-15,-2-1 4 0,0-2-6 0,-1 2 1 16,1-1-1-16,0-1-1 0,-2-3-2 0,-1 3 0 15,1-3-5-15,-4 2 1 0,1 0 2 0,0 8-4 16,-4-12 3-16,4 12-7 0,-4-8 0 0,-1 3 0 16,5 5-3-16,0 0 4 0,-14 5 8 0,14-5-10 15,-11 4 6-15,7 2 0 0,-2-1 10 0,6-5-12 16,-6 14-1-16,6-14 1 0,-3 18-9 0,3-11-25 16,4 4-26-16,0-4-42 0,4 3-34 0,3-2-52 15,0-1-51-15,-2 0-136 0,2-1-407 0,-1-3 180 16</inkml:trace>
  <inkml:trace contextRef="#ctx0" brushRef="#br0" timeOffset="-107932.18">32542 15023 152 0,'4'-8'267'16,"-2"2"-19"-16,1 1-26 0,-3 5 11 0,4-5-18 15,-4 5-10-15,0 0-19 0,0 0 10 0,-8 27-11 16,4-13-28-16,-5 3-6 0,4 1-15 0,-4 6-9 15,4-5-17-15,0 4-6 0,4-3-26 16,-2 7-35-16,6-2-48 0,-2-4-52 0,2 3-48 0,-1 2-80 16,1-8-260-16,-2 0-480 0,0-1 213 0</inkml:trace>
  <inkml:trace contextRef="#ctx0" brushRef="#br0" timeOffset="-107191.18">28523 15747 112 0,'0'0'221'0,"4"-9"-8"16,-4 9-16-16,1-7-23 0,-1 7-15 0,0 0-13 15,0 0-3-15,0 0-6 0,14 12-1 0,-9-2-6 16,1 6-4-16,1 1-7 0,0 1-7 0,0 2 0 16,0 4-9-16,0 0-9 0,-1-6 3 0,2 0-7 15,-3 1-8-15,0-2-8 0,2 1-6 0,-1-4-6 16,-2-1-8-16,3-3-6 0,-3 0 0 0,1 1-6 16,1-2 1-16,-4-3-14 0,1 0 4 0,2-2-2 15,-5-4 0-15,5 7-1 0,-5-7-9 0,4 5 9 16,-4-5-1-16,0 0-3 0,10-3 0 15,-10 3-2-15,10-9-2 0,-4 2-6 0,1-3-1 0,1 0 3 16,3-5-8-16,-1-2 2 0,1-1 1 16,1-6-1-16,1 0-1 0,-6 4-1 0,2-5-4 0,1-2 3 15,1 0-5-15,-1 1 5 0,1 2-5 0,-2 1 1 16,1 9-1-16,-3 0 0 0,-3 3-3 0,0 4 4 16,-2-2-4-16,1 4 0 0,-3 5 0 15,4-9-6-15,-4 9 1 0,5-6-3 0,-5 6-10 0,0 0-8 16,0 0-6-16,0 0-12 0,0 0-22 0,0 0-20 15,0 0-24-15,-5 35-25 0,1-25-29 16,0 2-19-16,-1 5-43 0,-2-4-25 0,4 6-134 0,-2-8-415 16,1 4 184-16</inkml:trace>
  <inkml:trace contextRef="#ctx0" brushRef="#br0" timeOffset="-106628.2">28911 15832 117 0,'0'0'147'15,"0"0"2"-15,-5-7-5 0,5 7-7 0,0 0-6 16,-6-6-8-16,6 6-5 0,0 0-9 0,0 0-2 16,-4-3-10-16,4 3-5 0,0 0-6 0,0 0-5 15,0 0 1-15,0 0-12 0,0 0 1 0,0 0-1 16,0 0 0-16,0 0-1 0,0 0-5 0,0 0 6 15,0 0-1-15,0 0 1 0,0 0 0 0,0 0 2 16,0 0-1-16,0 0-9 0,-3-8 12 0,3 8-2 16,0 0-8-16,0 0-4 0,0 0-9 0,0 0-3 15,0 0-9-15,0 0 1 0,-2-9-9 0,2 9 3 16,0 0-12-16,0 0 9 0,-4-7-9 0,4 7-3 16,0 0-3-16,0 0 1 0,0 0-3 0,0 0-4 15,-1-8 5-15,1 8-4 0,0 0-8 0,0 0 3 16,0 0 1-16,0 0-5 0,0 0-3 0,0 0 4 15,0 0-5-15,0 0-7 0,0 0 4 0,0 0 2 16,0 0-4-16,0 0 7 0,7 27 7 0,-3-16 1 16,4 1 3-16,-4 1 2 0,3 3 2 15,2-2-2-15,4 3 10 0,-4-2-2 0,3 1 0 0,0-2-1 16,-1-2-8-16,0 2 5 0,2-2-2 0,-2-2-5 16,-1-2 2-16,-2 0 1 0,0 0-2 0,-2-1 2 15,0-3-1-15,2 0 3 0,-4-1-8 0,0 1 4 16,-4-4 1-16,8 4 14 0,-8-4 2 15,0 0-1-15,11-3-8 0,-11 3-13 0,6-8 16 0,0 0-4 16,-3-1-3-16,1-2 3 0,-1 0-4 0,1-1-11 16,1-4 9-16,-1 1 0 0,-1-2-2 0,3-2-9 15,-1 0-17-15,0 1-12 0,0 0-42 0,3 1-15 16,-2 3-19-16,-1 1-13 0,0 6-20 0,-3-1-35 16,1 0-31-16,2 3-53 0,-5 5-188 0,5-5-479 15,-5 5 213-15</inkml:trace>
  <inkml:trace contextRef="#ctx0" brushRef="#br0" timeOffset="-106423.09">29325 15825 41 0,'0'0'244'16,"0"0"-6"-16,3-9 10 0,-3 9-10 0,0 0-11 16,0-9-19-16,0 9-21 0,0 0-17 0,0 0-20 15,0 0-10-15,0 0 1 0,0 0-6 0,0 0-10 16,0 0-13-16,-8 34-8 0,6-23-9 0,-1-1-11 15,0 1-1-15,0 4-4 0,-1-4-19 0,0 2-11 0,3-1-30 16,-3 3-30-16,4-4-29 0,-1 1-48 16,-2-1-53-16,3 0-48 0,0-11-68 0,-4 19-152 15,4-13-443-15,0-6 197 0</inkml:trace>
  <inkml:trace contextRef="#ctx0" brushRef="#br0" timeOffset="-106079.88">29496 15701 21 0,'0'0'211'0,"0"0"-21"0,0 0-10 16,0 0-3-16,0 0 3 0,0 0-10 0,6 26-10 16,-6-15-17-16,1 5-10 0,-4 2-12 0,3 2-10 15,-1 0-16-15,0-2-6 0,-1 2-11 0,0-1-10 16,-1-2-16-16,2 0-27 0,2 1-27 0,-1-5-32 15,2 2-49-15,-1-3-43 0,1-1-52 0,1 1-120 16,-3-12-321-16,8 15 143 0</inkml:trace>
  <inkml:trace contextRef="#ctx0" brushRef="#br0" timeOffset="-105893.9">29654 15792 11 0,'2'-12'224'0,"-2"12"-21"0,0 0-16 15,0 0 2-15,0 0 2 0,0 0-17 16,0 0-13-16,0 0-12 0,0 28-11 0,-1-15-12 16,-3 2-10-16,3 1-14 0,0 1-9 0,-2-1-9 0,3 2-9 15,-1-1-29-15,-1 0-28 0,2-1-29 0,2-1-55 16,-2-3-52-16,2-2-61 0,2 0-141 16,-4-10-344-16,9 13 152 0</inkml:trace>
  <inkml:trace contextRef="#ctx0" brushRef="#br0" timeOffset="-105338.28">30004 15691 75 0,'4'-6'203'0,"-3"1"-16"0,-1 5-2 0,0 0-4 16,0 0 3-16,9 18-3 0,-9-7-12 0,-1 8-2 15,-1 0-16-15,-3 6-7 0,3-5-15 0,-1 5-4 16,1-4-16-16,2-3-7 0,-2-1-12 0,0 1-6 15,2-4-8-15,0 2 2 0,0-3-15 0,1-4-7 16,-1-1-5-16,0-1-4 0,0-7-4 0,0 12-5 16,0-12 3-16,1 10-3 0,-1-10-8 0,2 5 5 15,-2-5-6-15,0 0-4 0,0 0-4 16,0 0-5-16,0 0-13 0,0 0-10 0,0 0-6 16,0 0-9-16,5-28-9 0,1 20 2 0,2-1-1 0,-1 1 3 15,4 2 3-15,-1 2 3 0,0 0-1 0,2 2 2 16,-4 2 2-16,3 0 1 0,-3 2 1 0,-1 0 0 15,-1 3 5-15,1-1-3 0,-3 2 4 0,-2 2 3 16,0 2 0-16,-6-1 0 0,-1 1 3 0,-2 2-1 16,-5-1 1-16,0 0-8 0,0 1 1 0,2-8-8 15,3 4 4-15,0-3 1 0,3-1 3 16,-1 0-3-16,5-4 6 0,-7 4-3 0,7-4 4 16,0 0-2-16,0 0 1 0,0 0 1 0,0 0 0 0,0 0-1 15,0 0-1-15,34-9 1 0,-17 2 8 0,2 0 0 16,5-4-6-16,-3 4 3 0,7-4-3 15,-2 2 2-15,1-2-3 0,1 1 3 0,-3-2 5 16,-1-2-3-16,-7 3 2 0,-3 1-2 0,0-3 7 16,-5 5 9-16,-3-1 2 0,1 0 1 0,-4 1 4 15,1-1 9-15,-3 3 6 0,1 1-2 0,-2 5-3 16,0 0-3-16,0 0 0 0,-14-8-5 0,14 8 2 16,-22 10-2-16,7-3 0 0,-1 3-1 0,5 0-2 15,-3 3-5-15,4-1 1 0,-1 3-4 0,5-4-8 16,-3 3-29-16,5-2-40 0,3 1-33 0,1 0-53 15,4-3-60-15,2 1-199 0,2-4-443 0,6 2 196 16</inkml:trace>
  <inkml:trace contextRef="#ctx0" brushRef="#br0" timeOffset="-105082.55">30841 15718 43 0,'-1'-12'269'0,"1"1"-6"0,0 2-12 0,0 9-19 16,-1-13-23-16,1 13-21 0,-7 0-6 0,7 0 3 0,-14 13-8 16,1 0-9-16,-3 8-10 0,0 0-8 0,2 4-10 15,-1-2-7-15,2 4-9 0,3-2-6 0,-3 1-7 16,3-2-18-16,3 3-2 0,-3-5-3 0,1 5-14 16,3-4-3-16,1-4-10 0,1-1-3 15,2-4-1-15,0 4-23 0,4-2-31 0,-1-5-26 16,0 5-33-16,-1-6-23 0,-1 0-35 0,1-2-37 15,0-8-51-15,0 0-32 0,1 17-40 0,-1-17-159 16,0 0-470-16,0 0 208 0</inkml:trace>
  <inkml:trace contextRef="#ctx0" brushRef="#br0" timeOffset="-104737.19">30629 15954 73 0,'2'-6'172'0,"7"-2"-6"0,-1 2 1 16,1 0-9-16,5 2-3 0,-1-2-8 0,6 3-11 15,3-1-7-15,6-2-13 0,-1 1-4 0,0 2-13 16,-4 2-4-16,-3-1-16 0,-2 1-4 0,-3-1-3 16,-3 2-8-16,0 0-4 0,-4 0-8 0,0 2-3 15,-2 0-6-15,-6-2 10 0,10 4 7 0,-7 2 12 16,-2 0 13-16,-1-6-3 0,0 16 0 0,-2-8-5 16,-2 4 0-16,0-2-10 0,2 0-6 0,-2 0-5 15,1 0-6-15,1 0-7 0,2-1-6 0,1 0 1 16,-1-9-4-16,2 12 7 0,0-6-9 0,-2-6-4 15,10 8 3-15,-4-6-8 0,3-1-1 0,2-1 1 16,-1-1 2-16,1-2-5 0,-2 0-2 16,1-3-4-16,-2 1-1 0,1 0-4 0,-4-4-3 15,1 0 1-15,-3-1 2 0,1 1-14 0,-3-3-14 16,-1 2-17-16,-1 1-15 0,-1-3-19 0,0 3-16 0,-1-2-22 16,1 5-24-16,2 6-29 0,-5-10-45 0,5 10-10 15,-7-2-2-15,7 2 5 0,0 0-120 0,-15 13-359 16,9-4 159-16</inkml:trace>
  <inkml:trace contextRef="#ctx0" brushRef="#br0" timeOffset="-104473.48">31079 16066 45 0,'10'-4'198'0,"0"-1"3"0,-1-1 4 0,-2 0-14 16,3-1-13-16,-5 0 0 0,1-2-4 0,-2 2-16 15,0 0-11-15,-1-2-15 0,-1-1-14 0,-1 0-9 16,-1 1-4-16,3-3-9 0,-3 3-9 0,1-1-8 15,-1 2-7-15,0 8-7 0,3-15-7 0,-2 10-10 16,4-1-3-16,0 1-3 0,0 2-8 0,-5 3-5 16,14-2-5-16,-14 2-1 0,16 4-1 0,-11 2-5 15,4 0-3-15,-3 1 3 0,-1 2 0 0,-1 1 8 16,-1 6 2-16,-1-4-3 0,0-1-3 0,-2 2-2 16,0-2-1-16,-3 1-2 0,2-2-15 0,-2 2-22 15,3-2-30-15,-1 2-26 0,2-2-30 0,-1-10-32 16,4 14-42-16,-1-10-50 0,-3-4-148 0,10 5-410 15,-10-5 181-15</inkml:trace>
  <inkml:trace contextRef="#ctx0" brushRef="#br0" timeOffset="-103497.8">31397 15975 160 0,'6'-4'187'0,"-6"4"-16"0,8-6-17 0,-8 6-13 15,4-2 5-15,-4 2 1 0,0 0 0 0,9 8 5 16,-9-8-9-16,1 12 1 0,-1-12-1 0,-2 11-3 15,2-11-12-15,-2 14-8 0,1-7-6 0,1-7-7 0,-3 13-12 16,2-7-13-16,1-6-4 0,1 10-9 0,-1-10 4 16,-1 7 0-16,1-7 13 0,0 0 2 0,0 0 0 15,0 0 2-15,0 0-17 0,0 0-3 16,0 0-1-16,0 0-10 0,0 0-9 0,0 0-5 16,0 0-8-16,0 0-8 0,8-29-1 0,-2 22-8 15,-1-3-13-15,3 0-10 0,-2 1-2 0,7-4 0 16,-3 6-3-16,1 0 1 0,-1 1-6 0,-3 1 3 15,0 1 1-15,-1 3-2 0,-6 1 0 0,14 1-1 16,-7 4 4-16,-3 0 0 0,-1 0 0 0,0 6 2 16,0-4 0-16,-3 5-2 0,1-2 3 0,-2 0-3 15,2-1 5-15,0 2-4 0,-1-2 1 0,0-9 1 16,-1 10 5-16,1-10-1 0,-1 10 5 0,1-10 0 16,1 6 4-16,-1-6-2 0,0 0 1 0,0 0 5 15,0 0-8-15,14-3 0 0,-14 3-4 0,11-9-5 16,-4 1-1-16,3 3 0 0,-1-3 0 0,0 1-4 15,6-4-9-15,1 3 1 0,-4 2 33 0,-2-1-4 16,3 1-11-16,1 3 9 0,0 0-2 0,-1 0-4 16,-1 1-2-16,-12 2-2 0,21 4 3 0,-10-3-4 15,-1 2 4-15,-10-3 0 0,16 4-4 0,-9-1 1 16,-7-3 2-16,14 8-1 0,-5-2 6 0,-3-2 0 16,-6-4-3-16,15 3 3 0,-5-1-4 0,-10-2 2 15,16 0 3-15,-16 0-15 0,13-4 15 0,-13 4 0 16,13-5 1-16,-7 0-17 0,-6 5 16 0,6-10 0 15,-6 10-5-15,4-14 5 0,-4 14 0 0,0-10-1 16,0 10-4-16,0 0 3 0,-2-17 3 16,2 17 4-16,-5-9-5 0,5 9-9 0,-9-5 14 15,9 5-5-15,0 0 4 0,-22 5-8 0,12 0 4 16,1 0 1-16,2 2-2 0,0 0 3 0,-1 1-2 16,3 1 0-16,1 1-4 0,4-10-20 0,-2 14-20 15,2-14-35-15,10 17-30 0,-1-10-39 0,2-1-31 16,6 0-43-16,1-2-30 0,1-1-10 0,-1 0 13 15,2-1-141-15,1-2-414 0,-2-1 1355 0,0 0-715 16,-6-2 31-16,2 0 26 0,-2-1 32 0,0-2 36 16,-3-1 35-16,-1-2 13 0,2 0 14 0,0-3 20 15,-5 4 21-15,0-1 12 0,3-1 19 0,-5 3 15 16,-4 7 9-16,5-13 21 0,-5 13 2 0,0 0-13 16,3-9-23-16,-3 9 9 0,0 0-2 0,0 0-1 15,0 0-4-15,-28 3-5 0,28-3 6 16,-18 12-1-16,6-5-8 0,3 0-22 0,3 2 11 15,-2-2-13-15,3 2-1 0,1 0-15 0,2-1-3 16,2-8-1-16,-1 14-10 0,1-14 4 0,3 11-11 16,-3-11-2-16,11 8 2 0,-3-6-15 0,-8-2 0 15,17 1-3-15,-17-1-11 0,19-5 17 0,-10-1-17 0,3-1 3 16,-6-1-4-16,2 1-7 0,-2-3 5 16,4-5-19-16,-3-2-17 0,-2 1-2 0,0-2 0 0,2-1-3 15,-1-5 0-15,-2 4-2 0,3 2 2 16,-2 1 5-16,1 0 11 0,-1 2 10 0,-4 6 14 15,0 2-2-15,-1 7 0 0,4-12-2 0,-4 12-5 16,0 0 1-16,0 0 4 0,0 0 6 0,0 0 9 16,0 0 1-16,-15 41-5 0,8-25-23 0,3 2 23 15,1 2-2-15,-1 6 4 0,1-2-4 0,3-5-14 16,3 6-30-16,1-6-32 0,-1-2-30 0,1-1-35 16,-4 9-30-16,3-8-38 0,-7-1-58 0,0-2-82 15,-6-1-178-15,-3-1-549 0,-5 2 244 0</inkml:trace>
  <inkml:trace contextRef="#ctx0" brushRef="#br0" timeOffset="-102849.39">22217 16239 50 0,'-2'-5'251'0,"2"5"-13"0,-4-7-21 15,4 7-19-15,0 0-28 0,-4-7-15 0,4 7-18 16,0 0-6-16,0 0-6 0,9 23-6 0,-1-5-1 16,2 5-12-16,3 2-10 0,-2 1-3 0,2 1-14 15,-3-1-7-15,2 1-7 0,-2-4-8 0,3-1-6 16,-4-5-4-16,0 2-1 0,1-2-6 0,0-3-5 16,-5-4-3-16,-1-2 27 0,0 0-2 15,0-1-6-15,-2-1 7 0,-2-6 6 0,7 5 21 0,-5-1 19 16,-2-4-8-16,0 0-11 0,0 0-11 0,13-17-7 15,-9 7-8-15,6-7-1 0,-2-7-9 0,1-2-11 16,2 0 4-16,-1-2-3 0,-1-4-11 0,3 4 3 16,-3-5-8-16,0 2 4 0,1-2 1 0,0-2-7 15,-1 3-4-15,1 2-2 0,0 4-2 0,-2 1 3 16,-1 10-7-16,-5 4 0 0,1 1-2 0,-3 10-10 16,7-14-26-16,-5 8-29 0,-2 6-14 0,0 0-16 15,0 0-8-15,0 0-34 0,0 0-36 16,0 0-52-16,14 39-62 0,-14-14-207 0,0 2-526 15,-2-3 233-15</inkml:trace>
  <inkml:trace contextRef="#ctx0" brushRef="#br0" timeOffset="-102536.4">22763 16479 126 0,'0'0'265'0,"0"0"-11"0,0 0-17 0,0 0-22 15,0 0-3-15,0 0-19 0,0 0-12 0,0 0-16 16,0 0-16-16,0 0-15 0,0 0-12 0,0 0-16 16,0 0-5-16,0 0-10 0,0 0-11 0,0 0-6 15,-28-16-2-15,28 16-7 0,-8-5-8 0,8 5-15 16,0 0 7-16,-8-7 0 0,8 7-6 0,0 0-6 16,-5-11-18-16,5 11 13 0,-3-7-8 15,3 7-2-15,0 0-5 0,0 0 1 0,14-14-3 0,-7 12-3 16,6-2 0-16,4-1 0 0,3 2 0 15,2 0-1-15,5-1 0 0,5 1-1 0,-3 0-5 16,3 0 4-16,0 0-5 0,1 1-16 0,-2 2-21 0,-3 0-22 16,-1 0-27-16,-4 0-38 0,-2 0-34 15,-2 2-63-15,0-2-51 0,-8 2-137 0,1 0-437 16,-12-2 195-16</inkml:trace>
  <inkml:trace contextRef="#ctx0" brushRef="#br0" timeOffset="-102327.92">23047 16370 95 0,'0'0'251'0,"0"0"-20"0,-7-6-28 0,7 6-17 15,0 0-11-15,0 0 1 0,0 0 5 0,0 0 1 16,0 30 0-16,2-15-13 0,-2 2-14 0,-3 2-12 16,2 2-12-16,-3 3-5 0,3-3-10 0,-2-2-12 15,-2 5-10-15,4-5-10 0,-4 0-6 16,2 0-5-16,3 0-13 0,-1 0-29 0,1-2-35 0,2 0-37 15,-2-5-48-15,3 0-50 0,2 0-74 0,-3-1-244 16,-2-11-495-16,7 15 219 0</inkml:trace>
  <inkml:trace contextRef="#ctx0" brushRef="#br0" timeOffset="-101955.79">23673 16503 1872 0,'0'0'118'0,"0"0"-61"0,0 0 6 16,-13-17-5-16,7 17 22 0,-3-6-2 0,0 2-5 15,0 1-3-15,1 0-4 0,1-2 10 0,-4 0 4 16,4 3 9-16,2-2-7 0,5 4-5 0,-9-9-9 16,5 5-6-16,0-3-10 0,2-3-5 0,0 2-6 15,4-3-4-15,-1 1-1 0,1-2-10 0,3 2 2 16,0-1-2-16,3-4-5 0,1 6-2 15,3-4-3-15,-1 1-2 0,2 3-1 0,5-2-1 0,-7 5-3 16,2 0-1-16,-1 2 1 0,0 2-5 16,1 0 0-16,-1 2 2 0,-1 2-4 0,1-1 1 0,-1 2-5 15,1-1 4-15,-1 2-2 0,3 0 6 0,-1-3 1 16,5 3 0-16,-1-1 5 0,2-3 4 16,0 1-19-16,-1-1 15 0,1-1 5 0,-2-1 4 15,-5 0-6-15,-1 1-2 0,-4-1 0 0,-7 2-17 16,15 0-13-16,-11-3-45 0,-4 3-38 0,0 0-39 15,11-7-29-15,-11 7-52 0,1-7-55 0,-1 7-168 16,0 0-479-16,0 0 213 0</inkml:trace>
  <inkml:trace contextRef="#ctx0" brushRef="#br0" timeOffset="-101708.88">23687 16663 138 0,'-4'6'264'0,"-1"0"1"0,1-1-5 15,4-5-16-15,-9 6-19 0,4-4-23 0,5-2-19 16,-9 0-13-16,9 0-17 0,0 0-11 0,-15-8-13 16,12 3-15-16,3 5-8 0,-2-13-9 0,2 13-2 15,0-18-10-15,2 7-8 0,1 1-6 0,3 0-20 16,-1 0 6-16,2 1-7 0,1 1-8 0,-1 5 3 16,-7 3-13-16,10-8-3 0,-2 6-4 0,-8 2-2 15,20 0 0-15,-9 3-4 0,3 1-12 16,-1 2-29-16,3 0-33 0,1 0-32 0,3 2-44 15,-1-1-47-15,12 0-50 0,1 1-226 0,-1-5-491 16,6 3 216-16</inkml:trace>
  <inkml:trace contextRef="#ctx0" brushRef="#br0" timeOffset="-101361.91">24351 16340 1717 0,'2'-31'34'0,"0"5"73"0,1 6-19 0,0 2 6 16,0 7 6-16,0-2-20 0,-3 13-16 0,10-14-14 16,-10 14-5-16,12-6 4 0,-12 6 3 0,20 1 2 15,-8 4-1-15,-2 0-2 0,4 7 0 0,-1 2-1 16,-2 1-10-16,-2 2 1 0,-3 0-4 0,-3 2-3 16,1 1 0-16,-4 5-7 0,-3-6 1 0,-3 5-3 15,-1-5-2-15,-1-2-4 0,-3-2-1 0,0 2 1 16,-4-3-2-16,2-1-3 0,-1-4-2 0,0 1 3 15,3-5-4-15,1 0 2 0,1-2-1 16,1 0 0-16,1-1-7 0,7-2 16 0,-13 1-1 16,13-1 7-16,-8 0 0 0,8 0-1 0,0 0-3 0,0 0-1 15,0 0-10-15,0 0 4 0,0 0-6 16,0 0 1-16,0 0-3 0,40-5 0 0,-22 7 1 0,3-2 2 16,0 2-13-16,10-1-29 0,-4 1-33 15,3 0-33-15,-2-1-52 0,3-1-71 0,-12 0-261 16,0 2-521-16,-1-4 232 0</inkml:trace>
  <inkml:trace contextRef="#ctx0" brushRef="#br0" timeOffset="-101015.61">24713 16254 9 0,'5'-20'292'15,"-2"15"-20"-15,-3 5-30 0,0 0-25 0,6-9-5 16,-6 9 2-16,0 0 2 0,17 17-14 0,-7 0 6 15,1 5-10-15,-3 3-8 0,1 2-13 0,1 1-13 16,-3 2 1-16,-1 0-18 0,2-5-10 0,-3 1-20 16,3 0-3-16,-3-8-2 0,1-2-14 0,1 1-6 15,-5-7-9-15,3 1-2 0,-1-3-7 0,0-2-4 16,-4-6 11-16,5 8 17 0,-1-6-5 0,-4-2-11 16,0 0 0-16,22-13-9 0,-10 3-14 15,4-3 2-15,-2-3-10 0,5-6-5 0,4 0-4 16,-3-5-3-16,2 1-5 0,1-3-3 0,9-9-3 15,-9 8 1-15,8-8-11 0,-8 9-13 0,10-7 2 0,-11 8-6 16,-1 4 2-16,1 1-5 0,-6 2-9 0,-4 8-12 16,0 0-21-16,-3 6-20 0,0-1-27 15,-9 8-35-15,9-8-37 0,-9 8-15 0,0 0-17 16,0 0-37-16,0 0-19 0,0 0-51 0,-27 30-262 16,5-10-611-16,-2 1 270 0</inkml:trace>
  <inkml:trace contextRef="#ctx0" brushRef="#br0" timeOffset="-100164.81">22615 15623 45 0,'-33'-2'128'0,"-2"3"3"0,-2 2-10 0,-3-1-11 16,0 0-1-16,1 1-10 0,-12-3-9 0,11 2 3 16,-12 0-9-16,14 1-1 0,-11-1-10 0,10 0-3 15,1-1-3-15,1 3-5 0,0-1 0 0,0 0-5 16,2 1-8-16,1 0 0 0,2 2-7 0,0-1 1 16,2 3-7-16,4 0-2 0,-2-2-4 0,1 5 0 15,3 1 3-15,5-1 9 0,-3 5-11 0,5-4-1 16,-6 4-1-16,5 4 0 0,1 3 1 0,-3-1 1 15,5 5 9-15,0 3 0 0,2 2 0 0,-7 11 1 16,5 2 1-16,3 2 3 0,1 3 0 0,4-2-2 16,-2 1-28-16,2-4 3 0,1 3 2 0,0-3-4 15,2-12 3-15,1 4-1 0,-1-3 1 0,3 1-1 16,0-2 7-16,1 2-2 0,0-2 0 0,0 3-2 16,0-5 1-16,-3 1 0 0,6-1 4 0,-6-1-8 15,3 0 3-15,3 0-4 0,-6-2 1 0,7 2-4 16,-4-5 33-16,1 1-9 0,1-7 0 0,-1 7-3 15,0-10-3-15,4 4-2 0,2-4-4 0,-1 1-1 16,2-2-1-16,1 2-3 0,1-2 1 0,4-1-2 16,0-2-4-16,4 0-1 0,9 2 3 0,0-2-8 15,7-2 7-15,2-3-5 0,2 0-1 0,16 3-2 16,0 0 1-16,3-2 2 0,5 1-5 0,0 0 11 16,3-4-2-16,26 6-1 0,-25-1 5 0,23 0-13 15,1-1 2-15,-28-3 4 0,0-2-3 0,29 4-1 16,-28-6-3-16,30 1 4 0,7 1 3 0,-7-8-8 15,-4 0 6-15,3 0-3 0,-28-1-11 0,27 1-9 16,-26-1-15-16,25-4-16 0,-30 1-14 16,-1-2-27-16,3-1-25 0,0-2-38 0,-1-4-58 15,-5-2-63-15,-5-2-148 0,0-2-450 0,-2-4 200 16</inkml:trace>
  <inkml:trace contextRef="#ctx0" brushRef="#br0" timeOffset="-99298.49">22727 15654 19 0,'0'0'119'0,"0"0"3"0,0 0-5 16,58-7-7-16,-1-1-12 0,33-2 4 0,5-3-16 16,10 4-1-16,4-1-15 0,0-1 7 15,3 4-7-15,2-2-7 0,-2 3 14 0,1 3-2 0,-1 3-13 16,5 2-4-16,-4-1-6 0,3 5-5 0,-7 3-8 15,0 0 6-15,0-3-6 0,-2 7-5 0,-4-5-5 16,2 3 2-16,-1-3-5 0,-3 2-2 16,-8-3-4-16,-2-1-1 0,-26-1-4 0,24-1-1 15,-29 0 0-15,1-2 0 0,-3-1-1 0,-3 2 4 16,-4-2-3-16,-12-1 7 0,-2-1 3 0,1 1-3 16,-2 0-4-16,-4-1 13 0,1-1-4 0,-4 2 6 0,-2-1 1 15,-8-1 0-15,-6 2-2 0,1 0-1 0,-6 0 0 16,3 0-2-16,-3 0 4 0,-8 0-3 15,9-2-6-15,-9 2 1 0,10 2-2 0,-10-2-1 16,7 3-3-16,-7-3-4 0,12 3 1 0,-8 1-2 16,3 1 6-16,1 2 5 0,0 3 1 0,-1-1 1 15,-1 6 5-15,0 2 1 0,2-1-3 0,-4 4-1 16,-2-1-4-16,5 0 1 0,-2 7 1 0,1 1 0 0,2 0 4 16,-2 0-2-16,1 3 4 0,1 1-3 0,0-1 2 15,1 2-4-15,-1 1 4 0,-3-1-5 16,4-3 3-16,-5 5 2 0,-1-4 2 0,-1 3-3 15,0-1 2-15,-2 0-7 0,0-1 1 0,-2-1-4 16,-3 1-29-16,3-1-2 0,-5 1 3 0,-2-2 1 16,0 0 3-16,1-1-5 0,-2-1 7 0,6-1-4 15,-5 0 2-15,5-2 0 0,-1-6-2 0,-2 1 2 16,3-1 3-16,-1 2-1 0,-2-4-1 0,5 4 2 16,-7 4 0-16,4-6 0 0,3 0-2 0,-4-1 2 15,3-2 1-15,-3 4 1 0,0-1-1 0,-2-1-1 16,-1-2 2-16,-2 2-3 0,-1-1 2 0,2-2 29 15,-4 0 3-15,-1 1-4 0,-4 1-6 0,2-3 1 16,0-1-4-16,-10 2-2 0,3-3 1 0,-3 1-4 16,-4-3-2-16,-2 1 0 0,-1-2 0 0,-3 0-8 15,-16-1 2-15,-6-4 0 0,-1 0 1 0,-5 0-3 16,-33 1 0-16,0-4-4 0,-5 0 2 0,-6 0-3 16,-7-1 4-16,-6-4-12 0,-5 1 5 0,-2 4-3 15,-1-3 8-15,2-1-13 0,-3 3 14 0,6 0-2 16,3 1 3-16,-1 2-7 0,3 2 8 0,6 0-2 15,12 4-17-15,8 2 19 0,28-3-1 0,-25 6-16 16,30-5-10-16,2 1-23 0,2 4-29 0,4-4-49 16,15 2-44-16,2-3-73 0,3 5-239 15,3-7-516-15,1 0 228 0</inkml:trace>
  <inkml:trace contextRef="#ctx0" brushRef="#br0" timeOffset="-89706.36">22617 1232 26 0,'-2'-8'47'0,"-1"1"-1"0,3 7-5 0,-2-10-8 15,-2 4-10-15,4 6 7 0,-5-12-1 0,2 6-3 16,-1-3 5-16,-1 1-14 0,0-3 9 0,0 1-14 15,0-2 6-15,-2-1-5 0,2 3 6 0,-2-6-10 16,-1 0 4-16,2 0-1 0,-1-3 4 16,7 19-5-16,-16-34 14 0,16 34-16 0,-15-38 2 0,8 15 0 15,7 23 0-15,-12-43-8 0,7 19 12 0,5 24-4 16,-9-44 3-16,9 44-6 0,-7-50 0 16,4 24 1-16,3 26-1 0,-1-37-8 0,1 37 9 15,-4-39-7-15,4 39 3 0,-3-40 0 0,3 40 11 16,-2-33-16-16,2 33 1 0,-7-34 4 0,7 34-4 15,-5-33-4-15,5 33 10 0,0 0 0 0,-7-32-5 16,7 32 6-16,0 0-5 0,-8-32-3 0,8 32 42 16,0 0-1-16,0 0-8 0,-8-33-21 0,8 33 21 15,0 0-8-15,0 0-2 0,0 0-1 0,-9-31-8 16,9 31 8-16,0 0-6 0,0 0-3 0,0 0 1 16,-12-30-6-16,12 30 6 0,0 0-5 0,0 0 0 15,-9-25 6-15,9 25-11 0,0 0 2 16,0 0 9-16,0 0-5 0,-14-27 0 0,14 27 5 15,0 0-3-15,0 0-1 0,0 0-5 0,0 0 2 0,0 0 0 16,-9-28-1-16,9 28 4 0,0 0-9 0,0 0 4 16,0 0 3-16,0 0-4 0,0 0 10 15,0 0-13-15,0 0-19 0,-9-29 34 0,9 29-8 0,0 0 3 16,0 0-13-16,0 0 14 0,0 0-13 16,0 0 8-16,0 0 4 0,0 0-6 0,0 0 4 15,0 0-3-15,0 0-5 0,-4-31 1 0,4 31 8 16,0 0-7-16,0 0-4 0,0 0-1 0,0 0-1 15,0 0 0-15,0 0-3 0,0 0-2 0,0 0 7 16,0 0-2-16,0 0 0 0,0 0-2 0,0 0 3 16,0 0-7-16,0 0 3 0,0 0 1 0,0 0 4 15,0 0 3-15,0 0-9 0,0 0 9 0,45-10-8 16,-45 10 2-16,0 0 3 0,58-2-2 0,-58 2 3 16,61 2-17-16,-30-2 18 0,-31 0 4 15,70-2-17-15,-31 4 8 0,1-1 0 0,15-5 0 16,-4 4 1-16,5-1-1 0,-1-3-5 0,-1 3-1 0,2-2 14 15,3-2-10-15,0 1 2 0,-2 1 4 16,0-1-5-16,2 0 8 0,-1-1-13 0,-5 2-10 16,0-3 12-16,3 0 4 0,4 2-2 0,-5 0 4 15,1 1-3-15,-2-1 3 0,0 3-13 0,2-2 14 16,-2 2-3-16,1-3 6 0,-16 4-9 0,17 0 3 16,-16 0-15-16,16 0 25 0,-16 0-12 0,13-2 5 15,1 2 3-15,0-1-3 0,-2 2 4 16,3 1-2-16,-4-5 6 0,3 1-3 0,-2-2 4 15,4 5-7-15,-5-5-3 0,1-1 1 0,0 4 7 16,-1-1-8-16,-15 2 5 0,5-3-7 0,-4 2 3 16,2-1-2-16,0 1 4 0,-2-1-7 0,-37 2 6 15,72-3-5-15,-38 2 9 0,-2-1-10 0,-32 2 2 16,68-1 3-16,-36-1 0 0,5-1-14 0,-37 3 16 16,61 0 9-16,-28 2-10 0,-33-2-9 0,59-2 4 15,-26 1 5-15,-33 1 0 0,61-3-6 0,-30 2 3 16,-31 1 8-16,65-5-8 0,-36 5 6 0,-29 0-9 15,59-4 8-15,-59 4 0 0,42-3-6 0,-42 3 0 16,38 0-1-16,-38 0 3 0,0 0-8 0,46 3 5 16,-46-3 1-16,0 0 1 0,38 0 5 0,-38 0-6 15,0 0-2-15,0 0 10 0,0 0-14 0,0 0 10 16,40 0-1-16,-40 0 3 0,0 0 1 0,0 0-5 16,0 0 1-16,0 0-7 0,0 0 3 0,0 0 4 15,0 0-3-15,0 0-9 0,0 0-13 16,0 0 0-16,0 0-18 0,0 0-1 0,0 0-6 15,0 0-10-15,36 0 0 0,-36 0-10 0,0 0-51 16,0 0-132-16,0 0 59 0</inkml:trace>
  <inkml:trace contextRef="#ctx0" brushRef="#br0" timeOffset="-89273.7">26068 1 1087 0,'0'0'44'0,"0"0"-9"16,-22 50 6-16,22-50-8 0,-2 37 2 15,2-37-4-15,0 38-4 0,0-38 0 0,2 36-2 16,-2-36-1-16,4 39 3 0,-4-39-9 0,4 33-5 15,-4-33 4-15,7 34-5 0,-7-34 0 0,0 0 10 16,4 37-9-16,-4-37-10 0,0 0 3 0,6 33-6 16,-6-33-11-16,0 0-7 0,0 0-14 0,2 31-18 15,-2-31-12-15,0 0-8 0,0 0-19 0,0 0-6 16,0 0-11-16,0 0-65 0,0 0-183 0,0 0 81 16</inkml:trace>
  <inkml:trace contextRef="#ctx0" brushRef="#br0" timeOffset="-88969.82">26324 0 1346 0,'0'0'40'0,"22"48"-5"0,-22-48-6 0,6 43 2 15,-6-43-5-15,2 43 1 0,-2-43-3 16,4 36 2-16,-4-36-9 0,4 33-1 0,-4-33 5 16,2 30-7-16,-2-30 6 0,0 0-4 0,3 34 0 15,-3-34-13-15,0 0-30 0,0 0-13 0,4 38-15 16,-4-38-21-16,0 0-15 0,0 0-36 0,6 29-89 15,-6-29-233-15,0 0 104 0</inkml:trace>
  <inkml:trace contextRef="#ctx0" brushRef="#br0" timeOffset="-87429.68">26506 80 98 0,'0'0'118'15,"0"0"-16"-15,0 0-13 0,0 0-7 0,0 0-4 16,0 0 0-16,0 0-13 0,0 0-2 0,0 0 0 16,0 0 1-16,0 0-10 0,105 4-2 0,-53 1-8 15,-1-5-3-15,1 1-4 0,2 2 3 0,1-1-7 16,3 0 3-16,2 0-8 0,0-2-1 0,7 0 1 15,-2 2-8-15,2 0 5 0,23-4 1 16,-25 5-4-16,0-4-4 0,-2 1-2 0,2-2-8 16,2 2 0-16,22-1 3 0,-26 1-4 0,26-2 5 15,-26 3 0-15,2-1-8 0,28 1-10 0,-29-1 9 16,29 0 5-16,-26 3 3 0,-2-3-4 0,-1 3-6 16,-2-2 3-16,1 2-1 0,-4-3-5 0,-2 3 4 15,-4-3-3-15,-2 0 10 0,-13 0-9 0,-1 0 7 16,2 0-1-16,-39 0-14 0,67 0 11 0,-37 0-2 15,-30 0-1-15,55 0 3 0,-55 0 4 0,38-3 0 16,-38 3-11-16,0 0 10 0,47-3-5 16,-47 3 3-16,0 0-6 0,39-4 9 0,-39 4-4 15,0 0-4-15,0 0-5 0,37-4 7 0,-37 4 2 16,0 0 3-16,0 0-3 0,33-5 2 0,-33 5-5 16,0 0 4-16,0 0-4 0,0 0 1 0,37-4 1 15,-37 4 1-15,0 0-3 0,0 0 0 0,0 0 4 16,0 0-2-16,40-2 0 0,-40 2-1 0,0 0-1 15,0 0 2-15,35-4 0 0,-35 4-4 0,0 0 2 16,0 0 5-16,43-3-2 0,-43 3-10 0,0 0 5 16,51-3 1-16,-51 3 3 0,34-1 1 15,-34 1-1-15,36-2 6 0,-36 2-13 0,0 0 8 0,44-1 0 16,-44 1-7-16,0 0 6 0,39 0-2 0,-39 0-18 16,0 0 19-16,0 0-5 0,46 1 3 15,-46-1 0-15,0 0 9 0,35 1-17 0,-35-1 9 16,0 0-1-16,0 0 3 0,0 0-6 0,0 0 9 15,43 0-5-15,-43 0-2 0,0 0 2 0,0 0-3 16,0 0-7-16,0 0 6 0,0 0 7 0,0 0-8 16,0 0 6-16,0 0-3 0,0 0 3 0,0 0 1 15,32 5 2-15,-32-5-4 0,0 0 3 0,0 0 2 16,0 0-7-16,0 0 1 0,0 0-10 0,21 16 9 16,-21-16 2-16,0 0 2 0,0 0-4 15,0 0-10-15,0 0 18 0,0 0-3 0,25 13 2 16,-25-13-4-16,0 0 3 0,0 0-5 0,0 0 7 0,0 0-7 15,27 16 4-15,-27-16-3 0,0 0 0 0,0 0-1 16,23 15 4-16,-23-15-2 0,0 0 4 16,20 17-5-16,-20-17 1 0,0 0 2 0,25 22-1 0,-25-22 1 15,17 19 4-15,-17-19-1 0,18 23 6 0,-18-23 2 16,17 27-3-16,-17-27-2 0,13 26 6 16,-13-26 12-16,14 32-1 0,-14-32-5 0,11 35-3 15,-11-35 10-15,9 32-9 0,-9-32 6 0,9 32-3 16,-9-32-2-16,7 32 15 0,-7-32 2 0,3 31-4 15,-3-31-7-15,0 0-1 0,6 43 1 0,-6-43-5 16,0 0 0-16,-2 36-1 0,2-36-1 0,0 0-6 16,-2 37 5-16,2-37-4 0,0 0 1 0,-5 35-1 15,5-35-2-15,0 0 1 0,0 0 0 0,-4 38-2 16,4-38 1-16,0 0 2 0,0 0-3 0,0 0-5 16,-3 31 0-16,3-31 8 0,0 0-6 0,0 0 0 15,0 0-3-15,0 0 2 0,0 0-2 0,0 0-6 16,0 0 7-16,0 0-2 0,0 0 5 0,0 0 0 15,0 0-1-15,0 0-6 0,0 0 13 0,0 0 4 16,0 0 4-16,0 0 1 0,0 0-8 16,-5 30 8-16,5-30-3 0,0 0 0 0,0 0-4 15,0 0-2-15,0 0-1 0,0 0 0 0,0 0-4 16,0 0 1-16,0 0-6 0,0 0-2 0,0 0 4 16,0 0 0-16,0 0 0 0,-36 5-2 0,36-5 0 15,-38 5-1-15,38-5-1 0,-40 5 0 0,40-5-3 16,-47 4 3-16,21 1 4 0,26-5-3 0,-39 6-4 15,39-6 1-15,-38 10 1 0,38-10-2 0,-48 8 2 16,20-1 2-16,28-7-1 0,-56 6-4 0,28-1 4 16,28-5-1-16,-45 6 2 0,45-6-4 15,-56 6 2-15,28-4-2 0,28-2-3 0,-50 7 3 16,50-7 1-16,-59 0-1 0,37 4 0 0,22-4 1 16,-47 1-5-16,47-1 3 0,-37 5 0 0,37-5-3 15,0 0 3-15,-47 5 5 0,47-5-1 0,0 0-4 16,-39 5-1-16,39-5 5 0,0 0 1 0,-33 0-4 15,33 0-2-15,0 0 4 0,0 0-2 0,0 0-3 16,0 0 1-16,-42 3 3 0,42-3-6 16,0 0 4-16,0 0-7 0,0 0 2 0,0 0-1 0,0 0 8 15,0 0 5-15,0 0-8 0,-32 5-5 0,32-5 11 16,0 0-9-16,0 0 6 0,0 0 1 0,0 0-2 16,0 0 2-16,0 0 0 0,0 0-5 0,0 0 4 15,0 0-4-15,0 0 6 0,0 0-1 0,0 0 0 16,0 0 1-16,0 0-3 0,0 0-4 0,0 0 4 15,0 0 3-15,0 0-4 0,0 0-9 0,0 0 6 16,0 0 6-16,0 0-4 0,0 0 0 0,0 0-4 16,0 0 4-16,0 0-2 0,0 0 2 0,0 0-4 15,0 0 0-15,0 0 3 0,0 0-2 0,0 0 2 16,0 0-2-16,0 0-4 0,0 0 3 16,0 0 2-16,-2 36 5 0,2-36-2 0,0 0-1 15,13 28-2-15,-9-19-4 0,0 4 11 0,-3-4-8 16,3 4 6-16,-2-2 0 0,0 2 6 0,0 0-7 15,0-2 1-15,2 5-4 0,0-5 8 0,-2 3-17 16,-1-3-21-16,-1-11-22 0,6 22-30 0,-4-12-44 16,3-1-57-16,-5-9-172 0,3 17-386 0,-3-17 171 15</inkml:trace>
  <inkml:trace contextRef="#ctx0" brushRef="#br0" timeOffset="-86827.89">27365 458 23 0,'0'0'133'0,"0"0"-15"0,0 0-2 0,0 0-11 16,0 0 2-16,-44-18-3 0,44 18 3 0,0 0 2 15,0 0-4-15,0 0-1 0,0 0-12 0,0 0 0 16,0 0-2-16,0 0-15 0,0 0-4 0,0 0-5 16,0 0-14-16,0 0 1 0,0 0-7 0,0 0-1 15,0 0 0-15,0 0-14 0,0 0 0 0,86-19-14 16,-86 19-9-16,52-2-22 0,-52 2-26 0,37-3-27 15,-37 3-31-15,0 0-31 0,38-1-27 0,-38 1-85 16,0 0-259-16,0 0 115 0</inkml:trace>
  <inkml:trace contextRef="#ctx0" brushRef="#br0" timeOffset="-86656.09">27420 329 10 0,'0'0'158'15,"0"0"-27"-15,0 0-14 0,0 0-3 0,0 0-3 16,0 0-4-16,0 0-8 0,0 0-12 0,0 0-2 16,-13 55-32-16,13-55 15 0,4 39-12 0,-4-39-32 15,2 44-28-15,-2-44-40 0,-2 44-38 0,2-44-100 16,-7 37-197-16,7-37 87 0</inkml:trace>
  <inkml:trace contextRef="#ctx0" brushRef="#br0" timeOffset="-86112.2">25624 337 106 0,'0'0'172'0,"0"0"-18"16,0 0-29-16,0 0-4 0,0 0-5 0,0 0-10 16,0 0-18-16,0 0-3 0,0 0-7 0,0 0-24 15,0 0-37-15,118 5-40 0,-61-8-69 0,1-2-93 16,-3 2-200-16,4-3 89 0</inkml:trace>
  <inkml:trace contextRef="#ctx0" brushRef="#br0" timeOffset="-84979.83">26310 0 960 0,'0'0'2'16,"0"0"1"-16,0 0-3 0,0 0 3 0,34 42 6 16,-34-42 10-16,0 0-11 0,10 35 4 0,-10-35 8 15,6 33-8-15,-6-33 1 0,4 31 4 0,-4-31 2 16,0 0 4-16,7 40-6 0,-7-40-1 0,6 25 4 15,-6-25 2-15,0 0-9 0,10 33 6 0,-10-33-7 16,0 0 2-16,9 29 2 0,-9-29-4 0,0 0-9 16,0 0 8-16,11 29-3 0,-11-29-2 15,0 0 2-15,0 0-1 0,0 0-3 0,10 30 5 16,-10-30-9-16,0 0 9 0,0 0-3 0,0 0 2 0,0 0-3 16,0 0-9-16,6 28-4 0,-6-28-2 0,0 0-15 15,0 0-8-15,0 0-14 0,0 0-19 0,0 0-16 16,0 0-100-16,0 0-197 0,0 0 87 0</inkml:trace>
  <inkml:trace contextRef="#ctx0" brushRef="#br0" timeOffset="-84459.92">26375 0 156 0,'0'0'55'0,"0"0"0"16,0 0-1-16,0 0 4 0,0 0-6 0,0 0-1 15,0 0-1-15,-23 66-1 0,23-66 7 16,0 0-18-16,-8 40 3 0,8-40-7 0,-2 27 4 15,2-27-5-15,0 0 7 0,-2 48 2 0,2-48-7 16,2 32-4-16,-2-32 3 0,0 0-6 0,2 45 1 16,-2-45-6-16,0 0 1 0,5 35-7 0,-5-35 0 15,0 0 3-15,0 0-10 0,5 33 12 0,-5-33-7 16,0 0 2-16,0 0-5 0,0 0 4 0,0 0-1 16,4 29-3-16,-4-29 0 0,0 0-1 0,0 0-1 15,0 0 7-15,0 0-13 0,0 0-4 16,0 0-12-16,0 0-20 0,0 0-13 0,0 0-21 15,0 0-6-15,0 0-30 0,0 0-66 0,0 0-181 0,0 0 80 16</inkml:trace>
  <inkml:trace contextRef="#ctx0" brushRef="#br0" timeOffset="-35057.93">31963 9310 11 0,'0'0'30'0,"0"0"-7"0,0 0 8 16,0 0-11-16,0 0-3 0,0-10-6 0,0 10 5 15,0 0 2-15,0 0-9 0,0 0 5 16,4-7-3-16,-4 7-5 0,0 0 5 0,0 0 4 15,0-8-5-15,0 8 1 0,0 0-4 0,0 0 10 16,0 0 6-16,1-10 17 0,-1 10-16 0,0 0-3 0,0 0 5 16,0 0-5-16,-4-11 5 0,4 11-12 0,0 0 7 15,0 0 5-15,-5-6-7 0,5 6-2 16,0 0-6-16,-9-4 0 0,9 4-3 0,-7-3 12 16,7 3-7-16,-9-5-9 0,9 5 4 0,-8-2 5 15,8 2 6-15,-10-3-5 0,10 3 7 0,-8-2-3 0,8 2 4 16,0 0-5-16,-6-3-6 0,6 3 7 0,0 0 1 15,0 0 3-15,0 0 5 0,0 0 9 16,0 0-17-16,0 0 9 0,0 0-8 0,0 0 0 16,0 0 19-16,0 0-18 0,36 3 11 0,-14-3-9 15,10 2 6-15,3-1-10 0,3 1 1 0,1 0-1 0,13-1-6 16,-1 2 6-16,-12-1-5 0,-1 0 4 0,1-2-5 16,0 1-2-16,-2 0 2 0,-1-1-7 0,0 2-8 15,-2-2 5-15,-3 2-1 0,-2-2-3 16,-2 0 3-16,-27 0-4 0,0 0-8 0,54 1-1 0,-54-1-1 15,0 0 0-15,0 0-1 0,0 0-9 0,41 0-15 16,-41 0-11-16,0 0-11 0,0 0-11 0,11-5-21 16,-12 5-62-16,1 0-164 0,0 0 74 0</inkml:trace>
  <inkml:trace contextRef="#ctx0" brushRef="#br0" timeOffset="-34267.9">32299 9263 81 0,'0'0'87'0,"0"0"1"0,0 0-12 16,0 0 3-16,0 0-17 0,-2-9 4 0,2 9-17 16,0 0 0-16,0 0-8 0,0 0 1 0,0 0-7 0,0 0 3 15,0 0-12-15,0 0 13 0,0 0-2 0,0 0 8 16,-2 20 0-16,2-20-1 0,2 16 2 16,-2-3 5-16,-2-1-10 0,0 4 9 0,-1-1-3 0,1 2-2 15,-3 1 1-15,1 1-4 0,1 1 6 16,-1-1 0-16,2 2-2 0,-1 3-6 0,-1-5-2 0,2 0 0 15,-2-2-6-15,0 2 0 0,-1 0-7 0,1-2 6 16,3 3 5-16,-2-1-2 0,2-2-4 16,0 0-2-16,-1 0-4 0,0 2 0 0,-1-3 2 15,3 1-2-15,-3 0 2 0,3-5-3 0,-3 5-4 16,2-2 0-16,1 2 1 0,-1 1-1 0,2-1-1 0,-1 1-1 16,-1 0-2-16,1 2 2 0,-2 4 2 15,2-4-7-15,-2-4 1 0,0 4 0 0,1-2-2 16,0 1 1-16,0-2-4 0,-1 0 2 0,2-1 0 15,-1-1-1-15,0 4-1 0,-1-5-1 0,0 2 1 16,3-3-3-16,-2-1 3 0,1 0-4 0,0 3 0 0,-3-3 2 16,3 2 0-16,-2-4-3 0,2 2 3 15,0 1-2-15,-3-2 4 0,3 1 0 0,-1-1 3 16,1 0-8-16,1-1 5 0,-1 1-3 0,0 0-10 16,0-4 12-16,3 2-3 0,-3-9 0 0,0 13-2 15,-3-7 0-15,6 1 6 0,-3-7-6 0,1 13 2 0,-1-13-2 16,0 9 2-16,0-3-3 0,0-6 1 15,0 8 1-15,0-8 0 0,0 0-3 0,0 0 3 16,-1 11 0-16,1-11-3 0,0 0 0 0,0 0-1 16,0 11 2-16,0-11 2 0,0 0 2 0,0 0 0 15,0 0-1-15,0 0 4 0,0 0-2 0,0 0 2 16,2 4-5-16,-2-4 1 0,0 0 0 0,0 0 2 0,0 0-3 16,14-15 0-16,-7 10-3 0,0-2 0 0,0-2 1 15,1 2 1-15,-1-2-2 0,3 0-1 16,1 1 1-16,2-3 3 0,-3 4-6 0,4-4 3 15,1 2 2-15,-6 1-3 0,1 2 0 0,0 0 1 16,2-1-2-16,-2 1 4 0,2 3-7 0,-3-2 3 0,2 0-11 16,-1 3 3-16,-1-2-6 0,-2 2-9 0,-1 1-9 15,-6 1-13-15,11 0-21 0,-11 0-27 0,0 0-44 16,11 3-26-16,-11-3-15 0,2 6-110 16,-2-6-314-16,0 0 139 0</inkml:trace>
  <inkml:trace contextRef="#ctx0" brushRef="#br0" timeOffset="-34060.23">32285 10368 115 0,'-6'-8'157'0,"1"2"-9"16,5 6 1-16,-16-11-3 0,4 5-3 0,1-2-20 0,-7 3-7 15,2-2-14-15,-1-1-8 0,-2 2-5 16,5-1-10-16,-3 1-9 0,5 1-8 0,0 2-1 15,1-2-11-15,2 2-3 0,2 0-19 0,7 3-31 16,-12-6-31-16,12 6-34 0,0 0-29 0,-10-5-41 16,10 5-103-16,0 0-259 0,0 0 115 0</inkml:trace>
  <inkml:trace contextRef="#ctx0" brushRef="#br0" timeOffset="-33753.96">32768 10061 140 0,'0'0'187'0,"0"0"-2"15,0 0-9-15,0 0-13 0,0 0-16 0,0 0-16 16,0 0-16-16,18-39-13 0,-18 39-6 0,0 0-13 15,0 0-6-15,0 0-12 0,0 0-3 0,0 0 5 16,0 0-6-16,35 53-7 0,-35-53-6 0,14 32 3 16,-14-32-9-16,14 32 25 0,-14-32-8 0,11 32-4 15,-11-32-5-15,13 25-6 0,-13-25-3 0,14 26-11 16,-14-26-28-16,12 25-30 0,-12-25-32 0,0 0-43 16,15 30-34-16,-15-30-32 0,0 0-149 0,6 26-343 15,-6-26 152-15</inkml:trace>
  <inkml:trace contextRef="#ctx0" brushRef="#br0" timeOffset="-33580.78">33003 10065 138 0,'0'0'152'0,"0"0"-6"0,0 0 6 0,0 0-11 0,0 0-5 15,0 0-11-15,0 0-16 0,-102 43-8 0,73-23-14 16,-10 11-8-16,0-2-24 0,0 0-39 0,11-5-40 15,-1-1-50-15,3 1-57 0,-3-2-71 0,3 0-218 16,-2-3 97-16</inkml:trace>
  <inkml:trace contextRef="#ctx0" brushRef="#br0" timeOffset="-23538.32">16767 8663 84 0,'0'-11'104'0,"0"11"-7"0,-3-7-2 0,3 7-14 0,0-8 8 16,0 8-4-16,0 0 0 0,-1-12 8 0,1 12-6 15,-1-10-5-15,1 10-4 0,0 0-4 0,-2-9-12 16,2 9 3-16,0-10 3 0,0 10 2 0,-1-7 5 15,1 7-13-15,0 0 0 0,0 0-2 0,1-11-4 16,-1 11-9-16,0 0 5 0,0 0-4 0,-1-10 0 16,1 10 0-16,0 0 1 0,-3-8-4 0,3 8-1 15,0 0-3-15,0 0 2 0,-1-10-3 0,1 10-3 16,0 0-2-16,0 0-4 0,0 0-2 0,0 0-9 16,0 0 0-16,0 0-6 0,0 0-3 0,0 0 0 15,0 0-1-15,0 0-5 0,0 0 5 0,0 0-6 16,0 0-1-16,0 0 1 0,0 0-1 0,7 31 0 15,-7-23 6-15,2 2-5 0,-1 0 0 0,2 1 3 0,-1 0-1 16,0 0 3-16,0 1-6 0,-1 1 5 0,-2-1 0 16,1-1-1-16,1 3 2 0,-1-3 2 15,3 2-3-15,-3-2-2 0,3 5 2 0,-3-3 3 16,1 1 0-16,0-1 1 0,2 1 5 0,-2 2-3 0,2 0-1 16,-3-2 0-16,0 3 1 0,1-2 0 0,0-2 0 15,-1 0 3-15,2-1-5 0,-1 0 1 0,0 0 2 16,-2-1 3-16,2 0-4 0,-1 0 0 15,-1-1 3-15,2 1-5 0,-2 1 4 0,2-1-1 0,-1 1 1 16,-1-1-1-16,1-1 1 0,0 2-2 0,1-2 3 16,-1-1-4-16,0 1 4 0,1 0-3 0,-1 0 2 15,2 3 2-15,-2-1 3 0,2-1 1 16,-1 0 5-16,-1 1-3 0,2-5 4 0,-2 6-9 0,0-4 6 16,1 3 2-16,-1-1 4 0,0 0 1 0,1-2 3 15,-2 1-1-15,2 0-7 0,-1 0 3 0,0-1-4 16,0 2-1-16,0 1 0 0,0-4-2 0,0 2-3 15,1 0-2-15,-2-1 3 0,2 1-2 0,-1 1-2 16,0 0 1-16,0-2-1 0,-1 3-2 0,1-2-6 16,0 0 4-16,0-1-4 0,0 1 3 0,0 1 4 15,0 0-1-15,0-1-2 0,0 0-3 0,0-1 0 16,0 2 2-16,-1-4-3 0,1 2 5 0,0-9-2 16,0 17 3-16,-1-9 3 0,-1-1-3 0,2-7-5 15,2 13 4-15,-4-5-3 0,2 1 0 0,0-9 3 16,0 15 2-16,-1-5-8 0,-1-2 7 0,2 0-2 15,0 1 0-15,-2-1 1 0,1 2 6 0,2-2-6 16,-3-1 2-16,2-7-2 0,-1 14 7 0,-1-6-8 16,2-8 4-16,-1 16-1 0,1-9 2 0,-1-2 5 15,1-5-7-15,0 13 1 0,-2-8-1 0,2-5-6 16,-1 12 7-16,1-12-1 0,-2 13-3 0,3-7 0 16,-1-6 1-16,1 11 4 0,-2-1-2 0,0-1 3 15,1 0-1-15,0-9 14 0,0 14-14 0,0-9 2 16,-2 2 0-16,2-7 0 0,-2 13-3 0,0-5 5 15,2-8 0-15,-1 13-11 0,1-5 12 0,-3 1-3 0,3-9-3 16,0 14 10-16,0-4-15 0,0 0 6 16,0-1-5-16,-1 1-2 0,0-1 8 0,1 1-7 15,1-2-3-15,-1 1 5 0,0-2-1 0,0-7 2 16,0 15-4-16,0-9 1 0,0-6 12 0,0 13-17 0,0-5 4 16,0-8 3-16,1 11-2 0,1-4-4 0,-2-7 7 15,0 13-1-15,1-4 1 0,-1-2-8 16,0-7 6-16,1 10-2 0,-1-10 1 0,-1 11 2 0,2-5 14 15,-1-6-10-15,0 14 2 0,0-9 0 0,0-5 1 16,2 12-4-16,-2-4 0 0,0 0 0 0,0-8 1 16,1 12-1-16,-1-2 1 0,0-3-12 15,0-7 13-15,0 13-1 0,-1-7-3 0,1-6 0 0,1 12 0 16,-1-6 2-16,0-6-6 0,-1 12 1 0,1-12-2 16,1 12-1-16,2-6-1 0,-3-6 1 0,-2 12 3 15,4-6 0-15,-2-6-6 0,0 12 8 0,1-3 3 16,-1 0 3-16,0-2 0 0,0 2-6 0,1 1 3 15,-1-2-5-15,1 1-3 0,-1-2 4 0,2 3-2 16,-2-2-3-16,0-1 4 0,-2 3-1 0,4-3-2 16,-2 3 7-16,-3 1 3 0,2-3-1 0,2 2 1 15,-1-10-2-15,-2 14-1 0,2-7-2 0,0-7 2 16,0 12-3-16,-2-5-1 0,2-7-1 0,2 10-1 16,-2-10 0-16,-2 11 0 0,2-11-2 0,0 8-1 15,0-8 1-15,-1 8 0 0,1-8 0 0,0 0-3 0,0 9 0 16,0-9-4-16,0 0 4 0,0 0 0 15,-1 9-2-15,1-9 1 0,0 0 0 0,0 0 0 16,0 0-8-16,0 0-20 0,-3 5-39 0,3-5-30 16,0 0-45-16,0 0-43 0,0 0-46 0,0 0-53 0,0 0-84 15,0 0-38-15,0 0-277 0,0 0-733 0,0 0 325 16</inkml:trace>
  <inkml:trace contextRef="#ctx0" brushRef="#br0" timeOffset="-21597.95">16781 10329 70 0,'-2'-11'66'0,"2"11"0"16,-1-8 5-16,1 8-11 0,0-10 4 0,0 10-1 16,-1-10-17-16,1 10 2 0,0 0-3 0,-2-12 7 15,2 12 0-15,0-7-4 0,0 7-3 0,0 0 7 16,0-11-7-16,0 11 2 0,0 0-2 0,2-9-8 16,-2 9 0-16,0 0-3 0,0 0-3 0,1-8-1 15,-1 8-2-15,0 0-6 0,0 0-2 0,0 0 0 16,0 0-6-16,0 0 1 0,0 0-2 0,0 0 1 15,0 0-2-15,1-8 2 0,-1 8-6 0,0 0 8 16,0 0-4-16,0 0 8 0,0 0 2 0,0 0-3 0,0 0 10 16,0 0 0-16,0 0-4 0,0 0-5 15,0 0-2-15,0 0-2 0,0 0 0 0,0 0 0 16,0 0-11-16,0 0 8 0,0 0-4 0,0 0-4 0,0 0 1 16,0 0 0-16,0 0-2 0,0 0 1 0,0 0-4 15,0 0-4-15,0 0 3 0,0 0 4 16,0 0 1-16,4 25-2 0,-4-18 8 0,0 1-5 0,0 0 6 15,0 2 7-15,0 0-1 0,0-1 4 0,0 2-4 16,2 1 10-16,-2-2 0 0,1 0-3 0,-1 0-1 16,1 2-2-16,-1 0 1 0,1-1-2 15,1 0 5-15,-1 0 3 0,-1 0-5 0,0 1 2 16,1-1-1-16,-1 0-2 0,3 0 1 0,-1-2 6 0,2 1-5 16,-3 2-2-16,3-3-3 0,-3 1 1 0,1 1-3 15,-1-1 0-15,0 0-3 0,1 0 2 0,0 0-1 16,-2 1-3-16,1-2 1 0,1 0 6 0,-2 2 1 15,1-1-5-15,-1 0 3 0,1-1-2 0,1 1 0 16,-2 0-1-16,1 0 3 0,-2-2-4 0,2 3 1 16,0-1-1-16,-2-2 0 0,1 0-1 0,1 2-2 15,1-4-1-15,-2-6 0 0,-2 15 0 0,4-6 3 16,-2-1 3-16,-2-1-3 0,2-7 1 0,0 13 3 16,2-7-5-16,-2 2 1 0,0 1-1 0,-3 0 1 15,3 1 2-15,-1-1 2 0,-1 0 2 0,2-9-2 16,-1 14-1-16,0-7-1 0,1-7-5 0,-2 14 3 15,1-7-6-15,1-7 5 0,0 12-2 0,-1-5-2 16,1-7 1-16,-1 14-2 0,-1-9-1 0,2-5 2 16,0 15 1-16,-1-8 1 0,1-7-3 0,-1 12 3 15,1-4-2-15,-2 1 2 0,1-1-4 0,1-8 0 0,-1 13 2 16,1-6-1-16,0-7 2 0,-1 16 3 16,1-10-2-16,-2 4 3 0,-1-1-2 0,1 1 3 15,1-3 0-15,1 3 12 0,0-1-18 0,-2 1 1 16,2 0-2-16,-3-1 0 0,2 1-1 0,1 0 1 0,-2 0 0 15,4-1 8-15,-5 0-8 0,2 0-1 0,0 1-1 16,1-2 4-16,0-8-5 0,-2 16 4 0,2-10 0 16,0 4-1-16,0-2-2 0,-1 2 1 15,1-10-3-15,0 13 5 0,0-5-5 0,0-1 1 0,0-7 2 16,1 15-2-16,-2-7 2 0,2 1-4 0,-2-1 2 16,2 1 1-16,-1-1-1 0,2 2 1 0,-2-3 0 15,0 3 1-15,1-2-1 0,0 2 1 16,0-1-1-16,1-1 6 0,-4 1-5 0,2 1-1 0,2-1 4 15,-2-1-2-15,1 1 2 0,0-1-2 0,-1 2-2 16,2-2 7-16,-2 1-5 0,0-9 2 0,0 15-1 16,0-5-1-16,0-3 1 0,0 3 1 0,1-5-3 15,0 3 3-15,-1-8-4 0,-1 12 1 0,1-12-1 16,-1 11 3-16,1-3-2 0,0-8-3 0,1 13 0 16,-1-5 3-16,0-1-3 0,1 0 3 0,-1-7-2 15,-1 16-3-15,2-6 13 0,-1 1-8 0,0 0 2 16,-1 1 1-16,0-3-9 0,-1 1 10 0,2 0-4 15,-1-3 1-15,1 2 0 0,0-9-1 0,0 13 1 16,1-7-5-16,-1-6 6 0,-1 15 2 0,0-8 0 16,1-7 2-16,0 11-1 0,1-5 7 0,-1-6-7 15,-3 12 3-15,3-12-3 0,-1 11 2 0,1-11-1 16,0 8 1-16,0-8 0 0,0 11 0 0,0-11-4 16,-1 9 14-16,1-9-8 0,-1 9-11 0,1-9 4 15,0 11-1-15,0-11-6 0,0 10 4 0,0-10 3 16,-2 12-7-16,2-12 3 0,-2 8 5 0,2-8-4 15,0 9 2-15,0-9 0 0,0 0-2 0,-2 13 1 16,2-13 3-16,0 7-2 0,0-7 2 0,-1 7-2 16,1-7 3-16,0 0-6 0,0 9 2 0,0-9-2 15,-1 9 7-15,1-9-5 0,0 10-5 0,0-10 7 16,-2 9 0-16,2-9-3 0,-1 9 1 0,1-9 8 16,-1 6-7-16,1-6 1 0,0 0-2 0,-1 14-6 15,1-14 5-15,-2 7 0 0,2-7-4 0,2 7 4 16,-2-7 2-16,0 0-2 0,-2 11 0 0,2-11-1 15,0 0 1-15,0 8-3 0,0-8 0 0,0 0-3 16,-2 7 5-16,2-7-2 0,0 0-4 0,0 0 8 16,0 0-8-16,2 9 2 0,-2-9 2 0,0 0 3 15,0 0 2-15,0 0-5 0,0 0 18 0,0 0-19 16,0 0 3-16,0 0 5 0,0 0-4 0,0 0 6 0,0 0-5 16,0 0-3-16,0 0-15 0,0 0-3 0,0 0-34 15,0 0-32-15,0 0-28 0,0 0-35 16,0 0-52-16,0 0-43 0,0 0-46 0,0 0-254 15,0 0-582-15,0 0 257 0</inkml:trace>
  <inkml:trace contextRef="#ctx0" brushRef="#br0" timeOffset="-20123.65">16823 12043 30 0,'0'0'68'0,"0"0"-3"0,0 0 0 0,-4-7-3 16,4 7-2-16,0 0 3 0,0 0 4 0,0 0-11 16,-6-4-3-16,6 4-1 0,0 0 1 0,0 0-4 15,0 0-4-15,0 0-11 0,0 0 7 0,0 0-6 16,0 0 5-16,-7-5-6 0,7 5 3 0,0 0-6 16,0 0 5-16,0 0 9 0,0 0 3 0,0 0 1 15,0 0 5-15,0 0-6 0,0 0 3 0,-7-3-4 16,7 3 4-16,0 0-5 0,0 0-1 0,0 0-4 15,0 0-3-15,0 0 0 0,0 0-13 0,0 0 7 16,0 0-8-16,0 0 1 0,0 0-9 0,0 0 9 16,0 0-2-16,0 0 1 0,0 0-3 0,25 2 0 15,-12-1 8-15,4 2-6 0,2-3 5 0,1 0-1 16,7 3-2-16,2-3-2 0,2 0-2 0,1 3 1 16,4-2-2-16,-3 1-7 0,3-2 1 0,1 0 0 15,0 1-1-15,1 2 0 0,1-3-4 0,-1 2 4 16,-1-2-3-16,1 1-1 0,-1 0 1 0,2-2-4 15,-2 2 5-15,14-1-3 0,-14 2 1 0,1-2 4 16,2 0-1-16,-2 0-3 0,-2 0 2 0,0-2 0 16,1 1 1-16,0 0-1 0,-1-1 3 0,-3 0 0 15,1 2-2-15,-2-1 6 0,2 0-6 0,-2 1 2 16,0 0-2-16,-2-2 0 0,2 0-1 0,-1 0 1 0,0 2-4 16,-3 0 4-16,1-1 0 0,-2-1-3 15,-7 2-1-15,10-3 0 0,-2 3-2 0,-1-1 0 16,1-1-1-16,0 4 3 0,-5-2-4 0,5-3-1 15,-1 3-1-15,5 0 4 0,-4 0-3 0,4-1 5 16,-1 1-1-16,2 0 3 0,0 0-4 0,-2-1 2 16,1-1-2-16,0 2 0 0,-1 0 2 0,1-1 2 15,-2-1-3-15,0 0 2 0,1 2 0 0,1 0 1 16,1 0 0-16,-1 0-1 0,0-3 0 0,-1 3 1 0,0-2 2 16,1 1 3-16,-4 0-4 0,-7-1-5 0,0 2 2 15,1-1 2-15,7 2 1 0,-2-1 5 16,-5-1-6-16,-3 0 0 0,2 1 1 0,6 0 2 15,-9-2-2-15,4 1-1 0,-3 0-1 0,-2 1-1 0,-3 0 1 16,0-1-2-16,-3 1-1 0,3 0 3 0,-3 0 1 16,1-3-3-16,-1 3-2 0,-4 0 2 0,1-1 0 15,-8 1 1-15,17 0 1 0,-8 0 0 16,2-2 2-16,-1 4-3 0,-2-4 3 0,0 1-4 0,-8 1 7 16,19 1-7-16,-9-2-1 0,1 1 2 0,-2 0-2 15,2-1 2-15,0 1-5 0,-1 0 0 0,3 0 2 16,5-2 1-16,0 2-3 0,-5 0 20 0,5-2-1 15,-2 2-4-15,2 1-2 0,1-1-2 0,0 0 2 16,2 1-4-16,-3-1-1 0,2 2 0 0,-1-4-6 16,-2 1 5-16,-3 2-5 0,-1-1 3 0,5 0-1 15,-7 2-3-15,2-2 2 0,0 0-2 0,-3 0 0 16,-1 0-2-16,2 0 0 0,-11 0 4 0,15-2-6 16,-8 2 0-16,-7 0 7 0,14 0-5 0,-14 0 1 15,13 0 2-15,-4 0-2 0,-9 0-1 0,12 2 3 16,-12-2 2-16,10 0-3 0,-3 0-3 0,-7 0-1 15,13 0 3-15,-6 0 2 0,-7 0-2 0,11 0-1 16,-11 0 1-16,10 1-2 0,-10-1 2 0,14 0 2 16,-5 1 5-16,-9-1-7 0,13 0 4 0,-5-1-1 15,2 1 2-15,-2-1 1 0,-8 1 0 0,11 1 2 16,1-1 3-16,-12 0-2 0,9 1-1 0,-2-1 1 16,-7 0 1-16,0 0-1 0,13-1-3 0,-13 1 3 15,0 0 0-15,9 1 0 0,-9-1-5 0,0 0-4 16,0 0 2-16,0 0-1 0,8 0 0 0,-8 0-1 15,0 0-2-15,0 0 0 0,0 0-2 0,0 0 3 16,0 0 0-16,0 0 1 0,0 0-2 0,0 0-3 0,7 2 3 16,-7-2-2-16,0 0 3 0,0 0-3 15,0 0-1-15,0 0 3 0,0 0 3 0,0 0-5 16,0 0-3-16,0 0-18 0,0 0-14 0,0 0-29 16,0 0-36-16,0 0-53 0,0 0-63 0,0 0-60 0,0 0-177 15,0 0-490-15,0 0 217 0</inkml:trace>
  <inkml:trace contextRef="#ctx0" brushRef="#br0" timeOffset="-19582.68">20268 11851 159 0,'-9'-6'204'0,"5"1"-8"15,4 5 1-15,-10-9-13 0,10 9-9 0,-7-5-9 0,4 1-11 16,3 4-1-16,-5-5-18 0,5 5-13 0,-5-6-8 16,5 6-7-16,-8-4-7 0,8 4-11 0,0 0-2 15,0 0-7-15,-6-6-6 0,6 6-8 16,0 0-3-16,0 0-8 0,0 0-5 0,0 0-8 0,0 0-6 16,0 0-7-16,0 0-2 0,0 0-1 0,0 0-2 15,0 0-4-15,0 0 0 0,0 0-3 0,0 0-1 16,0 0-1-16,15 17-1 0,-8-13-3 0,-1 1-2 15,3 1 3-15,2 2-4 0,0-3 2 0,1 3-2 16,-3-2-4-16,2-1 2 0,0 3-3 0,-2-2 1 16,-1 1-1-16,1 1 3 0,-3-4-7 0,-2 2 0 15,1 1 0-15,-2-1 0 0,0 0 5 0,0 1-4 16,-2 0-4-16,-1-7 3 0,0 16 1 0,-1-7 2 16,0 0-4-16,-2 0 1 0,-1 1 3 0,-1 0 0 15,-1-1-4-15,-2 0 6 0,0 3-2 0,-3 1-1 16,-6 1-20-16,2-2-30 0,-3 1-34 0,-4 3-45 15,6-2-46-15,2 0-35 0,0-3-210 0,0 1-452 16,5-2 201-16</inkml:trace>
  <inkml:trace contextRef="#ctx0" brushRef="#br0" timeOffset="-19229.97">20078 12255 146 0,'0'-9'267'16,"0"9"-9"-16,-3-9-13 0,3 9-3 0,-2-7-4 16,2 7-10-16,-2-9-17 0,2 9-3 0,0 0-13 15,0-12-17-15,0 12-12 0,0 0-17 0,0 0-14 0,2-8-12 16,-2 8-20-16,0 0-9 0,0 0-10 15,0 0-8-15,0 0-4 0,20 13-7 0,-11-6-3 16,0 4 0-16,3 1-3 0,-2-2-4 0,-1-1-1 16,1 3-6-16,3-1 0 0,-3 0-6 0,2 1-6 0,-2-4-1 15,-3-1 13-15,5 1-21 0,-3 0-1 16,0-1-4-16,-1 0-2 0,2 1 1 0,-1-1-15 16,-3-3-22-16,-1 0-33 0,0 0-20 0,2 0-29 15,-7-4-24-15,7 4-38 0,-7-4-35 0,7 5-45 0,-7-5-40 16,0 0-208-16,0 0-528 0,0 0 234 0</inkml:trace>
  <inkml:trace contextRef="#ctx0" brushRef="#br0" timeOffset="-19061.59">20325 12214 221 0,'0'0'230'0,"0"0"-5"0,-12-1-3 0,12 1-14 16,-17 10-15-16,8-1-18 0,-2-1-12 0,0 3-17 0,-6 2-12 15,3 1-14-15,-7 5-12 0,0 0-29 0,0-2-47 16,-2 2-60-16,4 0-80 0,-5-3-80 0,-2 2-134 16,1-4-350-16,-3-1 155 0</inkml:trace>
  <inkml:trace contextRef="#ctx0" brushRef="#br0" timeOffset="-17898.19">16813 8635 61 0,'0'0'152'0,"0"0"11"0,1-12-4 0,-1 12-5 16,0 0-4-16,0 0-4 0,-1-9-6 0,1 9-7 0,0 0-4 15,0 0-3-15,0-8-5 0,0 8-3 0,0 0-8 16,0 0-4-16,0 0-11 0,0 0-8 16,0 0-2-16,0 0-8 0,0 0-10 0,0 0-5 15,0 0-9-15,0 0-4 0,0 0-4 0,-12 0-7 0,12 0 2 16,-13 9-6-16,6-2-4 0,-4 0 2 0,1 3-4 15,-4-2 0-15,1 3-4 0,-1-2-3 16,0 1-1-16,2-1-5 0,-1 0-2 0,-3 1 1 16,6-1 0-16,-3-2-12 0,3 0-19 0,0 1-21 0,1-1-24 15,0 0-20-15,1 0-34 0,2-4-35 0,0 2-30 16,2 1-40-16,4-6-125 0,-8 3-375 0,8-3 167 16</inkml:trace>
  <inkml:trace contextRef="#ctx0" brushRef="#br0" timeOffset="-17698.63">16791 8629 159 0,'0'0'158'0,"6"-4"-19"0,-6 4 7 16,0 0 9-16,0 0-5 0,0 0-10 0,10 10-12 15,-10-10-14-15,7 7-4 0,-3-3-13 0,0 2-11 16,2 2-5-16,3-1-7 0,-1 0-21 0,-1 1-17 15,1 2-38-15,1-2-40 0,2-1-29 0,0 1-57 16,0-1-137-16,-2 0-285 0,1-1 127 0</inkml:trace>
  <inkml:trace contextRef="#ctx0" brushRef="#br0" timeOffset="-9342.11">14409 8733 96 0,'2'-12'177'0,"0"5"-8"0,0 0-9 15,-2 7-2-15,0-14-7 0,0 7-4 0,0 7 3 16,-2-12-7-16,-2 6-10 0,4 6-3 0,-4-10-7 16,4 10-11-16,-4-11-9 0,4 11-6 0,-6-6-15 15,6 6 2-15,-9-4-19 0,9 4-9 0,-12 2-5 16,12-2-5-16,-22 4-2 0,8 3-4 0,2 1-6 15,-3 2-1-15,2 2-10 0,0 1 4 0,-1 0-2 16,1 2-3-16,1-3-5 0,1 4 1 0,3-1-4 16,0 0 1-16,3 1 2 0,0-4 0 0,2 3-2 15,1 2-2-15,0-1-2 0,2-3 1 0,0-2-4 16,5 1 3-16,-1 0-13 0,1-2-4 0,1-1-8 16,1 2-16-16,2-3-14 0,5 1-12 0,1-1-17 0,3-2-20 15,-3 1-9-15,2-1-20 0,3-5-15 16,-2 2-11-16,1-2-5 0,-2 0-10 0,-3-2-3 15,3-1-91-15,2 0-279 0,-6-1 124 0</inkml:trace>
  <inkml:trace contextRef="#ctx0" brushRef="#br0" timeOffset="-8240.75">14609 8800 117 0,'0'0'137'0,"-1"-10"9"0,1 10-9 0,-6-11-17 15,3 6 5-15,3 5-13 0,-10-3-2 0,10 3-1 16,-14 0-5-16,3 3-7 0,0 2 0 0,1 3-9 15,-7 1-8-15,3 4-1 0,-1 0-11 0,1 1-7 16,3-1-4-16,0 1-4 0,1 1-8 0,1-1-1 16,1 0-7-16,6-2-2 0,-3-2-1 0,3 3-7 15,2-3-4-15,0 0 2 0,3 0-4 0,1-3-3 16,-2 1-2-16,5-4-7 0,-1 3-8 0,3-3-7 16,4 0-7-16,-2-2 0 0,2 0-1 0,-1-2-8 15,-1-3 6-15,2 1-1 0,0-2 2 0,1-2 3 16,-4 0 1-16,-1-1-2 0,5 0 10 0,-6-3-6 15,-1 1 6-15,0-2-1 0,-2 2 4 0,0-3 13 16,-3 0-5-16,2 1 5 0,-2 0 2 0,-2-1 2 16,0 2 2-16,0 1 7 0,0 1 5 0,0 8 1 15,0-9 2-15,0 9-9 0,0-10-3 0,0 10-3 16,0 0-4-16,0 0 0 0,0 0-3 0,0 0-8 16,0 0 5-16,0 0-3 0,0 0 0 0,0 0-2 15,0 0 2-15,-4 32 4 0,4-22-5 0,0 0-3 16,2 0 1-16,0 0 0 0,0 1-2 0,-2-2 1 15,4 1 2-15,-1-1 0 0,1 0 2 0,2-2-2 0,-3-1 3 16,5 1-1-16,0-3-1 0,2 1 1 0,-1-2 2 16,-3 0 1-16,2-2-6 0,4 0 5 15,-3-1-4-15,0-1 4 0,1 0-3 0,-1-3 0 0,-1 0-2 16,4-1 3-16,-6-1 0 0,1 0-3 0,-3 0-3 16,2-3 4-16,-3-1-3 0,-1 0-1 0,1 0 0 15,-3-2 0-15,-5 0-1 0,3 1 1 0,0-1 0 16,-3 1 3-16,-2-2-3 0,1 1-2 0,-3 1-1 15,0 3 4-15,0 1-1 0,3 1 1 0,-4 1 2 16,4 0-1-16,1 1 0 0,5 4-2 0,-7-6-1 16,7 6-1-16,-7-5-4 0,7 5 2 0,0 0-2 15,0 0 10-15,0 0-6 0,0 0 0 0,0 0 1 16,27 2 1-16,-13 1 0 0,4-2 1 0,0 1 2 16,1 2-5-16,-1-1-2 0,-3-1 6 0,-2 4-2 15,-3-4-1-15,2 3-3 0,-3 1-2 0,-2-1 2 16,1 0-1-16,-2 2 2 0,1 3-1 0,-2-2-2 15,-2 0 4-15,-3 4 1 0,3-5 1 0,-1 4 0 16,-2-2-1-16,-2 0-1 0,4 2 2 0,-4-3 0 16,2 3-3-16,2-3 0 0,-1-2 3 0,-1-6 1 15,4 14 1-15,-3-8 1 0,0 0-1 0,-1-6-1 16,8 8 5-16,-3-4-9 0,0-2 7 0,-5-2 0 16,13 3 2-16,-6-3-3 0,1 0 3 0,-8 0-1 15,14-2 0-15,-7 0 1 0,-1-2-3 0,1 0 0 16,3-3 0-16,-5-1 0 0,1-1-1 0,-2-1 4 15,0 1-1-15,1-1-3 0,-3-1 0 0,-3-2-4 16,1-1 4-16,-1-1-4 0,-1 3 0 0,0 1 1 16,0 1-1-16,-1 0 0 0,3 3-1 0,0 7 4 0,-2-13 1 15,2 13-8-15,0-9-2 0,0 9-6 16,0 0 2-16,2-7-2 0,-2 7 0 0,0 0 3 16,14 2 4-16,-14-2-6 0,13 8 3 0,-7-2 3 15,1-1-2-15,0 3-1 0,1 2 1 0,-3 1 5 0,2-1-3 16,-2 0-1-16,0 1 5 0,0-1-1 0,0-1 0 15,-2 1 2-15,2 0 0 0,-3-1 2 16,2-3-4-16,0 1 4 0,-2-1 1 0,2-2-3 0,0 1 3 16,0 0 0-16,2-2 2 0,1 0 2 0,-7-3-3 15,14 3 3-15,-7-4-3 0,-7 1 1 0,18-2 2 16,-10 1 7-16,-2-3 7 0,2 2 1 0,-2-3 2 16,-1-2-4-16,2 1-1 0,-3-2 5 0,1-1-1 15,-2-1-2-15,0 0 0 0,2-2-1 0,-4 2-3 16,1 0 7-16,-2-2 0 0,0 5 1 0,0 7 2 15,0-12-1-15,0 12-1 0,2-10-6 0,-2 10-3 16,0 0-3-16,0-8-3 0,0 8-1 0,0 0-2 16,0 0 0-16,0 0-1 0,0 0-3 0,-2 28 3 15,-1-19-6-15,3 1 5 0,-1-1 1 0,-1 2-2 16,0 0-1-16,2-1 2 0,2 0-7 0,-5 0-11 16,6 1-19-16,-3-2-17 0,0 1-24 0,2-3-41 15,0 1-45-15,0-2-39 0,-2-6-168 0,2 10-396 16,-2-10 175-16</inkml:trace>
  <inkml:trace contextRef="#ctx0" brushRef="#br0" timeOffset="-8087.09">15243 8725 61 0,'0'0'99'0,"0"0"-6"16,0 0-37-16,0 0-17 0,20 17-35 15,-12-8-32-15,0-1-26 0,1 1-59 0,4 5 26 16</inkml:trace>
  <inkml:trace contextRef="#ctx0" brushRef="#br0" timeOffset="-7588.58">15471 8903 1 0,'0'0'170'15,"12"-7"-4"-15,-12 7-10 0,2-7-1 0,-2 7-8 0,7-7-11 16,-5 0-5-16,-2 7-8 0,4-10-5 0,-3 3-5 15,-1 7-9-15,4-11-9 0,-3 3-7 16,3-2-6-16,-3 3 5 0,2-2-7 0,-3 1-6 16,0 8-10-16,0-15 2 0,0 15-9 0,-2-11 1 0,0 6-12 15,2 5-1-15,-4-10-10 0,4 10-4 0,0 0-1 16,-4-7-7-16,4 7-2 0,0 0-4 0,0 0-2 16,-15 10-2-16,10-4-1 0,-4 2 3 0,4 1-5 15,-3 2-2-15,3 0-2 0,-4 2 3 0,4-1-3 16,-1-1 2-16,4-1-1 0,0 1-4 0,0-1-2 15,1 0 2-15,2-3-1 0,1 1 1 0,-1-1-1 16,4 1 3-16,1-2-2 0,3 0 2 0,-2-1 0 16,-1-2-2-16,4 0 1 0,2 0-2 0,-1-2 3 15,2 2 0-15,0-3 0 0,-2 0-1 0,2-2 2 16,-3 1 0-16,1 0-3 0,-1-2-1 0,0 0 3 16,-1 0-3-16,1-1 3 0,-3 0 0 0,-1-2 5 15,0 0-7-15,2-1 1 0,-3-1-1 0,-1-1-1 16,1 1 1-16,-1-3-4 0,-1 1 3 0,0 0-5 15,1 0 4-15,0 0-3 0,-2 3 0 0,0 0-1 16,0 1 2-16,-2 6 3 0,5-10-1 0,-3 4-4 16,-2 6 2-16,6-7-2 0,-6 7-3 0,8-3-1 15,-8 3 3-15,9-1 2 0,-9 1-2 0,0 0-3 16,13 5 3-16,-8-1 1 0,0 1-2 0,0 1 0 16,-1-2 2-16,0 4-2 0,-2-1 1 0,1 0 2 15,-2 2 4-15,3 0-4 0,-3-1-8 0,0 1-19 16,2 1-19-16,-3-1-32 0,0-1-27 0,2 1-27 0,-2-1-48 15,-3 1-166-15,1-1-376 0,1 0 167 16</inkml:trace>
  <inkml:trace contextRef="#ctx0" brushRef="#br0" timeOffset="-6794.01">14988 9341 157 0,'-4'-6'200'0,"-1"0"-4"0,-3-2-12 0,1 2 2 16,-1 0-14-16,-2 0-7 0,-1 2-15 0,1-1-11 15,-3 3-10-15,2 0-12 0,-3 0-15 0,3 4-9 16,0 0-15-16,-2 3 0 0,-3 1-13 0,4 0-3 16,-1 4-3-16,2 2-9 0,1-3-3 0,-1 3 0 15,5-1-11-15,-2 0-3 0,2-2-2 0,4 1-3 16,0 0-4-16,2-3-3 0,0-7-2 0,4 16-1 15,0-11-4-15,2 0 2 0,2 1 2 0,1-2-4 16,0-2-3-16,5-1 3 0,-1-1-4 0,-1-2 4 16,6-3-5-16,-5 2-6 0,-4-3 6 0,4-1 0 15,-2-1 0-15,-3 0 4 0,0-6-4 0,2 5-2 16,-4-7 0-16,-1-1-2 0,1 2 3 0,-1-3-2 16,-3-2-3-16,-1 2 4 0,3-7-3 0,0 0 3 15,-2 1-6-15,-2 5 5 0,2 0-3 0,-2-1 1 16,0 2-1-16,0 3 1 0,0 4-1 0,1 3 0 0,-1 2-5 15,0 6 1-15,0-11-3 0,0 11-1 16,4-4-1-16,-4 4 2 0,0 0-2 0,0 0 3 16,2 25-2-16,0-9 2 0,-2 4 0 0,1-3 2 15,-1 8-1-15,-1-6 2 0,1 1-2 0,0 4-1 16,1-5 2-16,-1-2 0 0,3 0-2 0,-1-1 4 16,1-1-1-16,2-2 1 0,0-2-4 0,1 0 6 15,1-2-2-15,0 0 2 0,4-3-1 0,0-2 3 16,-2 1-4-16,1-2 3 0,2-1-2 0,-1-2 1 0,5-1-2 15,-5-2 5-15,3-1-1 0,-1 1 1 0,-2-3 4 16,-3 1-6-16,0 0 0 0,-3-2-2 16,3-1 0-16,-3-1-3 0,-2-2 0 0,-1 0 1 15,-2 0-2-15,-2 1-2 0,-1 0-1 0,0 1 0 0,-2 1 1 16,0 2-3-16,2 0 2 0,3 6 0 0,-10-7-2 16,5 6 1-16,5 1-1 0,0 0 2 0,-20 11-6 15,11-4 8-15,-2 2-4 0,4 1 0 0,-1 0 1 16,2 1 0-16,-1 0 1 0,5 0-9 0,-2 1-9 15,4 0-3-15,0 0-15 0,2-1-21 0,2-1-15 16,3 0-17-16,-2 0-18 0,2-3-19 0,2 0-13 16,3-1-1-16,-2-1-16 0,-1 0-2 0,5-2 6 15,-2 0-91-15,0-2-269 0,0-1 118 0</inkml:trace>
  <inkml:trace contextRef="#ctx0" brushRef="#br0" timeOffset="-6422.01">15209 9449 848 0,'6'-2'-60'0,"3"0"25"0,0-2 22 16,-4 0 13-16,3-1 26 0,-5-1 11 0,3-1 12 15,-4 0 8-15,3-2 9 0,-4-3 11 0,1 3 5 16,3-1 0-16,-1 2-2 0,-2-1 1 0,2-1 1 15,2 1-7-15,-4-1 1 0,4 2-1 0,-2 3-3 16,1-2-3-16,-1 2-8 0,1 1-2 0,2 0-5 16,-7 4-5-16,11-3-6 0,-4 0-4 0,-7 3-4 15,14 1-2-15,-8 1-5 0,2 0-1 0,-2 0-4 16,-1 3-3-16,3-1 1 0,-2-1-5 0,-1 2-1 16,2-1-1-16,-1 0-2 0,-1 0-1 0,2 1 3 15,-2-1-3-15,1-1 1 0,-6-3-1 0,10 5-4 16,-2-4 3-16,-2 0-1 0,-6-1 7 0,15-2-9 15,-8 0 0-15,1-1 1 0,-1-1 0 0,-1-1-1 16,0 0 1-16,-1 1-1 0,1-4 7 0,0 0 0 16,-4 0 1-16,1 1-4 0,1-2 6 0,-3-1-8 15,0 1 3-15,0 2-3 0,-1 7 0 0,0-12 6 16,0 12-1-16,0-8-4 0,0 8-4 0,0 0 0 16,2-9-2-16,-2 9-3 0,0 0 5 0,0 0-3 15,0 0 0-15,0 0-3 0,0 0-1 0,0 33 0 0,-2-25 2 16,2 4-2-16,-1-2 0 0,0 2 1 0,0-2 0 15,1 0-3-15,-2-1-4 0,2 1-12 0,0 1-9 16,-1-1-18-16,0-2-17 0,1-8-25 16,1 14-27-16,0-7-32 0,-1-7-15 0,2 9-35 15,-2-9-108-15,2 8-331 0,-2-8 147 0</inkml:trace>
  <inkml:trace contextRef="#ctx0" brushRef="#br0" timeOffset="-6232.35">15624 9281 93 0,'0'-12'194'0,"0"12"-8"0,0-9-12 16,0 9-20-16,0 0-23 0,0 0-12 0,0 0-13 15,0 0-10-15,0 0-9 0,0 0-9 0,0 0-7 16,0 0-2-16,-2 28-8 0,0-19-10 0,0 4-2 16,0-4-6-16,1 4-11 0,-1-2-24 0,2 0-21 15,-2 2-28-15,4-4-24 0,-2 1-30 0,0-3-35 16,0 1-113-16,0-8-264 0,0 11 117 0</inkml:trace>
  <inkml:trace contextRef="#ctx0" brushRef="#br0" timeOffset="-6071.56">15647 9141 28 0,'-2'-5'109'0,"2"5"-16"0,0 0-34 0,0 0-30 16,0 0-27-16,0 0-56 0,0 0-58 0,0 0 26 16</inkml:trace>
  <inkml:trace contextRef="#ctx0" brushRef="#br0" timeOffset="-5845.89">15788 9150 112 0,'2'-8'179'16,"-2"8"-3"-16,3-9-5 0,-3 9-4 0,0 0-12 15,1-7-16-15,-1 7-16 0,0 0-12 0,0 0-18 0,0 0-10 16,0 0 7-16,0 0 6 0,0 0 7 16,3 29-1-16,-5-16-10 0,1 3-9 0,-2 0-8 15,3-1-7-15,-1 3-3 0,1 1-8 0,-1 0-2 16,-2-3-6-16,-2 1-3 0,2 0-7 0,1-3-4 0,0-3-7 16,0 2-17-16,2-1-13 0,-2-2-19 0,1-1-19 15,-2 1-23-15,2-1-26 0,1-9-29 16,-2 11-15-16,2-11-28 0,0 9-16 0,0-9-124 15,0 0-324-15,0 0 144 0</inkml:trace>
  <inkml:trace contextRef="#ctx0" brushRef="#br0" timeOffset="-5332.11">15783 9292 19 0,'0'0'141'16,"0"-10"8"-16,0 10-14 0,2-8-11 0,-2 8-18 0,0 0-6 15,1-9-21-15,-1 9 5 0,0 0-13 0,0 0-4 16,0 0-5-16,0 0 0 0,0 0 0 0,16 12-7 15,-12-8-2-15,-4-4 1 0,6 7-5 16,0-2-3-16,-1-1 4 0,1 2-6 0,0-2 2 0,3-1-1 16,1 0 9-16,2-1-4 0,-5-1 2 0,5-2-2 15,-1 0 3-15,1 0 3 0,-2-2 1 0,0 0-1 16,-3 1 7-16,3-2 3 0,-4 0-3 0,2-1-3 16,-3-1-5-16,0 1 1 0,3-2 3 0,-4 2 6 15,-4 5 5-15,5-9-4 0,-4 1-5 0,2 3-4 16,-3 5-7-16,2-8-5 0,-2 8 2 0,3-8-8 15,-3 8 2-15,2-5-14 0,-2 5-3 0,0 0-11 0,0 0-1 16,0 0-2-16,0 0 2 0,0 0 0 16,0 29-1-16,-3-13-4 0,0 3 4 0,-1 1-3 15,1 5 3-15,-2 0-1 0,3-1 3 0,0 2-5 16,1-1 9-16,-1 1-3 0,-1-1 3 0,3 3-6 16,-2-9 6-16,0 2 2 0,1-2-9 0,0 0 2 15,1-1-7-15,-1-2 3 0,1 0 0 0,-2-3-2 16,1 0 11-16,2 2-13 0,-3-4 3 0,0-1-2 15,0-1-2-15,-2-3 3 0,-1 3 3 0,-4-4-3 16,0 1-1-16,1-3 0 0,-2 1 0 0,3-4-5 0,7 0 3 16,-19-1-1-16,9-2-1 0,1-2 1 15,0-1-2-15,2-1-4 0,-1-4 0 0,3 1 2 16,-1-9-1-16,3 2 0 0,0-3-2 0,7-5-4 0,-1-1-8 16,3-2-4-16,4 1 6 0,2 1-14 15,2 1-4-15,1 2-7 0,2 2-8 0,3 1-10 0,-3 4-14 16,2-1-13-16,4 3-12 0,-4 6-30 15,-1-3-34-15,0 3-29 0,1 1-28 0,-1 2-160 0,8-4-409 16,-8 2 181-16</inkml:trace>
  <inkml:trace contextRef="#ctx0" brushRef="#br0" timeOffset="-5198.63">16341 9311 30 0,'9'-2'251'15,"-9"2"-16"-15,0 0-19 0,0 0-14 0,0 0-12 16,4-5-22-16,-4 5-14 0,0 0-17 0,2-7-17 15,-2 7-41-15,0 0-43 0,0 0-57 0,0 0-67 16,0 0-198-16,0-9-308 0,0 9 137 0</inkml:trace>
  <inkml:trace contextRef="#ctx0" brushRef="#br0" timeOffset="-4034.34">16727 9767 19 0,'0'0'131'0,"0"0"-11"0,0 0-12 0,0 0 1 15,0 0-16-15,0 0-5 0,0 0-5 0,0 0-1 0,0 0-9 16,0 0-8-16,0 0 5 0,0 0-5 0,0 0-7 16,0 0-2-16,0 0-7 0,0 0 7 0,0 0-10 15,0 0 2-15,0 0-3 0,0 0-5 16,0 0-2-16,0 0-3 0,0 0-5 0,0 0-6 0,0 0-1 15,0 0 1-15,0 0-1 0,0 0 4 0,0 0 3 16,0 0-3-16,0 0-2 0,0 0 0 16,-28-2 1-16,28 2-2 0,-12 0-5 0,12 0 0 0,-12 0 3 15,12 0-3-15,-11 0 13 0,11 0-1 0,-11 2 4 16,11-2 1-16,-14 0-3 0,14 0 0 16,-12 0 2-16,12 0-2 0,-10-2 0 0,10 2-3 0,-15 0 5 15,15 0-3-15,-13 0-1 0,13 0 3 0,-11-1-4 16,11 1 7-16,-9 0-1 0,9 0-4 0,0 0-3 15,0 0 0-15,-10-3-5 0,10 3-4 0,0 0-1 16,0 0-2-16,0 0-2 0,0 0 0 0,0 0 0 16,0 0-4-16,29-1 3 0,-17 1-7 0,8-2 0 15,-1 2 1-15,1 0-2 0,2 0 4 0,0-2-2 16,-1 2-4-16,2-1 0 0,4-1 0 0,1 0 3 16,-2 1-4-16,-4 2 5 0,-2-1-5 0,-2-1 0 15,-3 1 3-15,-2 0-1 0,0 0-3 0,0-1 4 0,-4 1 0 16,3-1 6-16,-4 1-3 0,-8 0 4 15,17 0 0-15,-11-2 0 0,-6 2 0 0,10 0 1 16,-10 0-2-16,0 0-4 0,13 0 0 0,-13 0 1 16,0 0-3-16,8 0-7 0,-8 0-24 0,0 0-27 15,0 0-43-15,0 0-53 0,7 0-56 0,-7 0-210 16,0 0-448-16,0 0 198 0</inkml:trace>
  <inkml:trace contextRef="#ctx0" brushRef="#br0" timeOffset="-3504.19">15514 9829 129 0,'0'0'175'0,"3"-7"-9"0,-3 7-3 0,2-11-3 0,1 8 3 16,-3 3-3-16,1-9-1 0,-1 9-5 0,4-8-7 15,-4 8-12-15,0 0-5 0,3-6-20 0,-3 6-6 16,0 0-16-16,0 0-7 0,0 0-12 0,0 0-9 16,0 0-6-16,0 0-3 0,0 0-7 0,0 0-1 15,0 0-6-15,2 25-2 0,-3-13 0 0,0-1-1 16,-1 5 2-16,1 0 4 0,-3 0-1 15,4 2 2-15,-2-2 5 0,-1 1-11 0,0-4-4 0,2-1-1 16,0 2-3-16,0-3-3 0,-1-2 1 0,2 3-6 16,-1-3 1-16,1-2-2 0,-1 0-2 0,1-7 2 15,1 17-3-15,-1-11-16 0,1 0-24 0,-1-6-24 16,0 10-21-16,0-10-34 0,2 8-32 0,-2-8-33 16,1 8-30-16,-1-8-24 0,4 5-142 0,-4-5-396 15,0 0 175-15</inkml:trace>
  <inkml:trace contextRef="#ctx0" brushRef="#br0" timeOffset="-3166.88">15702 9903 149 0,'5'-6'160'0,"-5"6"-7"0,0 0-4 16,0 0-1-16,0 0 4 0,0 0-10 0,0 0-10 0,0 20 0 15,0-20-2-15,-1 16-12 0,0-9-14 16,1-7-8-16,-2 14-11 0,2-8-8 0,2 2-5 15,-2-8-10-15,3 11-2 0,1-4-5 0,-1-3-4 16,2 1-6-16,1-1 0 0,1 0 0 0,3 0-3 0,-1-4 2 16,2 0-4-16,0 0-2 0,1-2-3 15,-1 0 2-15,0 0 3 0,1-2-2 0,-3 1-3 16,0-1-3-16,-3 0 10 0,1-1-1 0,-1-2-1 16,-1-3-8-16,-1 1 1 0,0 0-3 0,-4 0-5 0,1-2 1 15,-2 3-4-15,-2-1 0 0,-1-1-9 0,0 5 3 16,0-3-5-16,-1 3-2 0,1 1 2 15,-3-2-5-15,7 6 1 0,-9-7-4 0,2 6-2 16,7 1-3-16,-15-2-8 0,15 2-14 0,-11 4-16 0,4-1-22 16,0 0-19-16,0 4-35 0,2-3-41 0,-1 2-49 15,2 3-201-15,0-3-438 0,1 0 193 0</inkml:trace>
  <inkml:trace contextRef="#ctx0" brushRef="#br0" timeOffset="-2903.82">15992 9758 112 0,'4'-10'241'0,"-3"4"-1"0,3-1-6 0,-4 7-7 16,1-11-9-16,-1 11-14 0,2-9-5 0,-2 9-28 15,1-5-21-15,-1 5-15 0,0 0-17 0,0 0-6 16,0 0-19-16,0 0-11 0,0 0-7 0,0 0-8 15,0 0-7-15,-3 25-2 0,1-14-9 0,-2-1-4 16,3 2-3-16,-2 1-4 0,-1-2 3 0,2 5-12 0,-1-5-18 16,2 1-24-16,0-1-20 0,-1-1-27 15,1 2-38-15,1-2-42 0,1-1-47 0,-1 2-45 16,0-11-150-16,4 13-413 0,-4-13 183 0</inkml:trace>
  <inkml:trace contextRef="#ctx0" brushRef="#br0" timeOffset="-2560.54">16152 9717 33 0,'0'0'230'0,"4"-8"-19"15,-4 8-15-15,0 0-27 0,1-9-17 16,-1 9-18-16,0 0-11 0,0 0-10 0,0 0-6 16,0 0-7-16,0 0-4 0,0 0-9 0,5 19-2 15,-5-19-10-15,1 12-7 0,2-7-9 0,-3-5-5 16,6 10-4-16,-3-5-2 0,1 0-4 0,2-1-3 0,-1 1 1 15,2-3-8-15,-1 0-3 0,-6-2-2 0,14 3-2 16,-6-3-2-16,-8 0 0 0,14-4-4 16,-8 3 5-16,-6 1-6 0,14-6 5 0,-7 1-3 0,-1-1-1 15,0 1-1-15,-1-1 3 0,1 0 7 0,-3 2 5 16,1-1 6-16,-4 5 5 0,6-9-1 0,-6 9 3 16,2-5-3-16,-2 5-8 0,0 0-11 0,6-5-4 15,-6 5-3-15,0 0 1 0,0 0-6 0,0 0 1 16,2 21-5-16,-4-12-1 0,1 1 2 0,-4 1 3 15,3 5-7-15,0-1-3 0,1 1-24 16,0 0-21-16,-1 2-29 0,1-1-42 0,1 2-47 0,0-1-64 16,0-2-201-16,1 0-458 0,1 1 203 0</inkml:trace>
  <inkml:trace contextRef="#ctx0" brushRef="#br0" timeOffset="-728.07">17854 9784 14 0,'0'0'92'0,"0"0"-6"16,0 0-6-16,0 0-8 0,0 0-1 0,3-7-2 15,-3 7-12-15,0 0 0 0,0 0-9 0,0 0-1 16,0 0-7-16,0 0-7 0,0 0 7 0,0 0-10 16,0 0-6-16,0 0-9 0,0 0 6 0,0 0-4 15,0 0 9-15,-15-4-8 0,15 4 0 0,0 0 3 16,0 0 2-16,-15 5-6 0,15-5 2 0,0 0-4 15,-12 0 3-15,12 0-3 0,-8 0 8 0,8 0 1 16,-9 0 1-16,9 0 3 0,0 0-3 0,-10-1 5 16,10 1-5-16,-10-2 6 0,10 2-1 0,0 0-3 0,-12 0-7 15,12 0 3-15,-10-1 4 0,10 1 10 0,-9-1-9 16,9 1 3-16,0 0-3 0,-12 0 3 16,12 0-4-16,0 0 0 0,-6-2 1 0,6 2-6 15,0 0 6-15,0 0-1 0,0 0-3 0,0 0-1 0,0 0-5 16,-10-2 0-16,10 2-3 0,0 0-7 15,0 0-1-15,0 0 5 0,0 0-3 0,0 0-1 16,0 0 1-16,0 0-1 0,0 0-1 0,0 0-5 0,0 0-7 16,0 0 5-16,0 0 10 0,0 0-4 0,27 4 2 15,-16-4-5-15,-1 0 2 0,3 1-1 0,1-2-4 16,4 0 5-16,1 1 5 0,2-1-6 0,-2 1 1 16,3 1-1-16,-1-1-2 0,-1 0-1 0,0 1-1 15,2-2 2-15,-3 1 2 0,4-1-2 0,4 1-1 16,-4-2 4-16,-4 1 0 0,3 0-3 0,-1 1-3 15,0-2 1-15,-1 2-1 0,-1 0 4 0,-1 0-2 16,0 0-1-16,-2-1 2 0,1-1 3 0,-3 2-4 16,2 0 6-16,-1-1-2 0,4 1 2 0,-3-1-1 15,4 1-3-15,-1-2 2 0,-1 2-2 0,0-2 2 16,1 2-3-16,-1 0 1 0,-1-1-5 0,1 1 8 16,-1-1-4-16,3 0 2 0,-3-1-1 0,4 1 5 15,-4 0 1-15,-3 1-3 0,5-1-1 0,0 1 0 16,-6-2-2-16,2 2 4 0,-2 0-2 0,2 0-3 0,-2 0 0 15,1-1 3-15,0 2 0 0,0-1-3 16,-2-1-1-16,-1 1 1 0,3 0 2 0,0 0-2 16,0 0-4-16,-1 0 7 0,2 0 0 0,2 0 1 15,-3 0 2-15,4 0 1 0,-4 1-5 0,3-1 3 0,0 0 3 16,-5 0-1-16,6 0 3 0,-5 2-6 0,1-4-1 16,-1 2 1-16,-1 0-2 0,1 0 3 15,1 0-3-15,0 0 6 0,0 0 2 0,-1-1-9 16,0 2 5-16,0-1-2 0,-1 0-1 0,0 0 0 0,1 0 0 15,-3 0 0-15,2 0 5 0,-1 0-1 0,0 0 3 16,1 0-1-16,2 0 0 0,-2 0 3 0,1 0 0 16,0 0-1-16,-2 0 2 0,1 0-2 0,0 0-3 15,1 0 0-15,-3 0-1 0,0 0 0 0,1-1-3 16,0 1 2-16,-2 0-3 0,2 0 0 0,1-2 0 16,2 4 1-16,-4-4-2 0,3 1 3 15,0 0-3-15,-2 1-1 0,-1 0-1 0,2 0 2 0,-5 0 0 16,4 1 0-16,-2-1-2 0,1 0 1 0,0 0 0 15,2-1 3-15,-12 1-4 0,18 0 5 0,-7 0-6 16,-1 1 1-16,-2-2 4 0,3 1 4 0,-11 0-1 16,17 0-3-16,-7 0 4 0,0 0-2 0,2 0 1 15,-3 0-1-15,2 0-3 0,0 0 3 0,-4-2 2 16,-7 2-2-16,17 0 2 0,-11 0-5 0,-6 0 1 16,14 0 0-16,-14 0 1 0,12 0-1 0,-12 0 3 15,13 0 5-15,-6 0-5 0,-7 0-1 0,13 0 0 16,-13 0 1-16,12 0-1 0,-12 0-1 0,11 0 3 15,-11 0 0-15,12 0 0 0,-12 0 3 0,10-2-2 16,-10 2 4-16,0 0-2 0,11-1 5 0,-11 1-1 16,8 0 0-16,-8 0 0 0,0 0-1 0,10-1 2 0,-10 1-3 15,0 0 2-15,12-3 0 0,-12 3-1 0,6-1-1 16,-6 1 1-16,7-2-2 0,-7 2 0 16,0 0 2-16,0 0-3 0,0 0 1 0,12-1 2 15,-12 1-2-15,0 0 0 0,0 0 0 0,0 0 1 16,0 0-1-16,0 0 3 0,0 0-4 0,7-2-5 0,-7 2 10 15,0 0-12-15,0 0-3 0,0 0 4 0,0 0 1 16,0 0-2-16,0 0-5 0,0 0 3 0,0 0 0 16,0 0 2-16,0 0 2 0,0 0-2 0,0 0-6 15,0 0 2-15,0 0 0 0,0 0 0 0,0 0 11 16,0 0-7-16,0 0-4 0,0 0-1 0,0 0 3 16,0 0-1-16,0 0 2 0,0 0-3 0,0 0 6 15,0 0-5-15,0 0 0 0,0 0-2 0,0 0 4 16,0 0-5-16,0 0 2 0,0 0-4 0,0 0 2 15,0 0 1-15,0 0 3 0,0 0 1 0,0 0-1 16,0 0-5-16,0 0 5 0,0 0-2 0,0 0-2 16,0 0 3-16,0 0-4 0,0 0 2 0,0 0 3 15,0 0-4-15,0 0 1 0,0 0 0 0,0 0-1 16,0 0 0-16,0 0 0 0,0 0-5 0,0 0-6 0,0 0-14 16,0 0-12-16,0 0-25 0,0 0-10 15,0 0-15-15,0 0-33 0,0 0-41 0,4 7-36 16,-4-7-37-16,0 0-168 0,0 0-434 0,-18 12 192 15</inkml:trace>
  <inkml:trace contextRef="#ctx0" brushRef="#br0" timeOffset="11445.94">19033 9735 2 0,'20'0'14'0,"-2"-3"-4"16,0 2 3-16,-4 1 1 0,0 0-3 0,-3-2 1 15,3 2-1-15,-3 2-3 0,0-2 3 16,-1 1-2-16,1-1-2 0,-1 0 6 0,-1 0-8 0,-2 0 4 15,4 1-3-15,-2-1-3 0,2 2 4 0,-3-2-4 16,-8 0 2-16,16 0-1 0,-8-2 2 0,0 4-5 16,3-4 14-16,1 2-5 0,-1-1-5 0,-11 1 9 15,19-1-11-15,-11 1 5 0,0 0 2 0,-8 0 3 16,15-2-6-16,-7 2-4 0,1 0-2 0,-9 0 8 16,16 0-4-16,-8-1-1 0,1 2 2 0,-9-1 1 15,15 0-2-15,-7-1-8 0,3 1 4 0,-11 0 1 16,16 0-1-16,-10 0-2 0,3-2 1 0,1 4 1 15,1-4 7-15,0 2-5 0,-2 0-1 0,1 0 0 16,2 0 1-16,-12 0-12 0,18 0 10 0,-7 0-1 16,-3 0-2-16,-8 0 2 0,14 0 0 0,-8 0 0 15,-6 0 0-15,17 0 2 0,-11 0-2 0,-6 0 2 16,17 0-14-16,-9 0 16 0,-1 0-1 0,3 0 0 16,1 0 0-16,-2-2-3 0,3 2 4 0,-3 0-5 15,2 0 2-15,-1 0 0 0,0-1-1 0,-10 1-4 16,19-1 5-16,-9 1-2 0,-1 0 3 0,3-3 1 15,-3 3 4-15,-9 0-3 0,15-1-1 0,-6 1 1 16,-9 0 2-16,14-1 0 0,-6 1-2 0,-8 0-4 16,12-2 1-16,-12 2 4 0,11 0-4 0,-11 0 2 15,9 0-2-15,-9 0-1 0,0 0 0 0,11 2 3 16,-11-2-1-16,0 0 11 0,0 0-7 0,10-2 6 0,-10 2 4 16,0 0-3-16,0 0-2 0,0 0 4 0,0 0-5 15,0 0 4-15,0 0-8 0,9-1 16 16,-9 1-4-16,0 0 0 0,0 0 5 0,0 0-6 15,0 0 1-15,0 0 0 0,0 0-4 0,0 0-7 16,0 0-1-16,0 0 5 0,0 0-20 0,0 0-2 0,0 0-10 16,0 0-21-16,0 0-56 0,0 0-105 15,0 0 46-15</inkml:trace>
  <inkml:trace contextRef="#ctx0" brushRef="#br0" timeOffset="16059.16">15776 10577 92 0,'0'0'100'0,"0"0"8"15,0 0-2-15,-6-5-29 0,6 5 5 0,0 0-7 16,-5-3-2-16,5 3-5 0,0 0-1 0,-6-7-6 15,6 7 7-15,-3-5-2 0,3 5 10 16,0 0 4-16,-7-7-4 0,7 7-3 0,-2-7-10 0,2 7-1 16,-4-7-6-16,4 7 0 0,-4-7-6 0,4 7-1 15,-2-10-5-15,2 10-1 0,-2-6-3 16,2 6 3-16,-5-6 0 0,5 6-2 0,0 0-8 0,0 0 0 16,-1-8-6-16,1 8-5 0,0 0-3 0,0 0-2 15,0 0-2-15,0 0-3 0,0 0-3 0,0 0 1 16,0 0 3-16,0 0 4 0,1 27 3 0,-1-16-4 15,0 2 5-15,0 2 5 0,0 1-3 0,0-1 2 16,0 1-1-16,0 1 2 0,0 0 4 0,0 2 2 16,0-1-1-16,0-7-3 0,0 5 1 0,0-4-5 15,-1 3 3-15,1-3-4 0,-1 0-6 0,-1-2 3 16,2-1-3-16,0 1-2 0,-1-1 1 0,1-9-2 16,0 14-6-16,0-8 4 0,0-6-3 0,-1 11 1 15,1-11-3-15,-3 10 8 0,3-10-7 0,0 7-1 16,0-7-15-16,0 0-5 0,-1 8-12 0,1-8-19 15,0 0-12-15,0 0-16 0,0 0-16 0,0 0-23 0,1 7-24 16,-1-7-27-16,0 0-26 0,0 0-120 16,0 0-333-16,0 0 148 0</inkml:trace>
  <inkml:trace contextRef="#ctx0" brushRef="#br0" timeOffset="16431.89">15892 10692 106 0,'2'-6'124'0,"-2"6"-8"0,0 0-11 0,0 0-14 0,0 0 9 16,0 0-20-16,0 0 9 0,0 0 4 0,0 0-6 15,0 0-9-15,0 0-7 0,5 15-1 0,-5-15-5 16,0 0-6-16,0 12-5 0,0-12-7 16,4 8 1-16,-4-8 0 0,6 6 1 0,-2-4-8 0,-4-2 6 15,8 6-5-15,-2-5 3 0,-6-1-4 0,18 1-11 16,-8-1 1-16,0 0 1 0,2-2-6 0,5-1-4 15,-5 1-1-15,-2-1-5 0,1-2 7 16,-1 1-2-16,-1-1 1 0,-3 0-3 0,-1 1 3 0,3-3-5 16,-4 1-4-16,0 0 5 0,-3-1-5 0,-1-2-1 15,0 9 1-15,-1-14-1 0,-2 5-2 0,-1 0-2 16,-2 1 0-16,0-1 0 0,-2 2-1 16,-1 1-2-16,0-1 0 0,0 1-4 0,3 2 3 0,0 1-6 15,-1 1-2-15,7 2 3 0,-13-4-1 0,13 4 0 16,-13 0-1-16,13 0-11 0,-11 4-18 0,6-1-18 15,0 0-11-15,1 2-18 0,1 2-17 0,3-7-25 16,-4 10-17-16,4-3-24 0,0-7-83 0,-1 11-266 16,1-11 119-16</inkml:trace>
  <inkml:trace contextRef="#ctx0" brushRef="#br0" timeOffset="16731.79">16289 10456 106 0,'0'0'149'0,"0"0"-13"0,0 0-5 0,1-9-14 15,-1 9-18-15,0 0-8 0,0 0-4 0,0 0 9 0,0 0-6 16,0 0 4-16,2 24-17 0,-3-15-3 0,1 1-3 15,-1 0 8-15,-2 3-8 0,2-2-8 16,0 0-8-16,-1 0-7 0,2 0 3 16,-1 1-8-16,-1-2-5 0,2 1-1 0,-2-1-3 0,1-3-8 0,1 1-17 15,-2 3-23-15,4-5-25 0,-2-6-33 16,0 13-21-16,0-13-20 0,0 9-31 0,1-4-106 16,-1-5-271-16,2 6 121 0</inkml:trace>
  <inkml:trace contextRef="#ctx0" brushRef="#br0" timeOffset="17140.88">16383 10458 90 0,'0'0'129'0,"3"-8"-11"16,-3 8 0-16,4-6-11 0,-4 6-5 0,7-4-9 15,-7 4 0-15,12-1-5 0,-5 1-5 0,4 0 0 16,-1 0-9-16,0 0-3 0,-1 1-2 0,1 1-6 15,-2 0-6-15,-2 0-6 0,2 1-5 0,-8-3-7 16,13 5 1-16,-8-1-8 0,-1-1-3 0,-4-3 3 16,5 8-8-16,-5-8-1 0,-3 9-1 0,3-9 1 15,-9 9-1-15,5-4-7 0,-1 0 3 0,-1-1 0 16,0 2-4-16,1-2-2 0,-2-1-1 0,7-3-3 16,-8 8 1-16,8-8-1 0,-5 4-2 0,5-4 1 15,-2 6-5-15,2-6 5 0,0 0-4 0,0 0 2 16,10 10-2-16,-5-7-5 0,3 1 10 0,-2-2-2 15,6 1-2-15,-2 2 3 0,-1-2-7 0,1 2 4 16,-1-3 0-16,-1 1-6 0,1 2 2 0,-2-3 0 16,-2 1 3-16,1 1-5 0,-6-4 13 0,6 7-14 15,-6-7 4-15,1 6-1 0,-1-6 5 0,-7 8 1 16,0-5-12-16,-4 0 10 0,-1 2-2 0,-3 0 1 16,-3-1 1-16,-1 0 2 0,1 1-4 0,-1 0-14 15,1-3-23-15,1 1-20 0,3-3-37 0,0 3-35 16,1-2-159-16,-1-1-308 0,3-1 136 0</inkml:trace>
  <inkml:trace contextRef="#ctx0" brushRef="#br0" timeOffset="20191.8">17740 9785 32 0,'0'0'62'0,"0"0"5"16,0 0-12-16,0 0 1 0,0 0-4 0,0 0-4 16,0 0-16-16,0 0 9 0,-7-6-2 0,7 6-3 15,0 0 1-15,0 0 0 0,0 0-1 0,0 0-1 0,-4-7 1 16,4 7-3-16,0 0 2 0,0 0-5 16,0 0-2-16,0 0 5 0,0 0-2 0,0 0 1 15,-4-7-4-15,4 7 0 0,0 0 1 0,0 0-1 16,0 0 0-16,0 0 0 0,0 0-4 0,0 0 3 15,0 0-8-15,0 0-5 0,0 0-11 0,0 0 18 0,0 0-4 16,0 0 2-16,0 0 4 0,0 0-4 16,0 0 8-16,0 0-9 0,0 0 3 0,0 0 0 15,0 0 1-15,0 0-6 0,0 0 6 0,0 0-3 0,0 0-7 16,0 0-1-16,0 0-6 0,0 0 3 0,0 0-2 16,0 0-3-16,0 0 0 0,0 0 4 15,0 0 0-15,0 0-4 0,0 0-1 0,0 0 5 0,0 0-15 16,0 0 7-16,0 0 4 0,0 0-2 0,0 0 0 15,0 0 5-15,0 0-2 0,0 0 0 0,0 0-5 16,0 0 5-16,0 0-6 0,0 0 1 0,0 0-4 16,0 0 3-16,0 0 3 0,0 0-3 0,0 0 3 15,0 0 4-15,0 0 1 0,0 0 6 0,0 0 15 16,-9 19 4-16,9-19-11 0,0 0-1 0,0 0-1 16,-2 7-5-16,2-7 4 0,0 0 7 0,-3 8-3 15,3-8 6-15,0 0-3 0,-4 5-5 0,4-5 4 16,0 0-5-16,0 0-1 0,-1 7-1 0,1-7-8 15,0 0 9-15,0 0-3 0,-3 11-6 0,3-11 4 16,0 0-4-16,-2 6 5 0,2-6-3 0,0 0 4 0,-4 8-4 16,4-8-1-16,-3 4 0 0,3-4-3 0,0 0 1 15,0 0 2-15,-3 6-8 0,3-6 7 16,0 0-6-16,-4 6-1 0,4-6 5 0,0 0-1 0,-3 7 5 16,3-7 2-16,-2 6-3 0,2-6-1 15,-3 8-2-15,3-8-3 0,-2 5-3 0,2-5 6 16,-4 7 1-16,4-7-4 0,-2 7 3 0,2-7 1 0,-3 5 2 15,3-5-3-15,-3 7 1 0,3-7-5 0,-4 7 5 16,4-7-1-16,-2 7-4 0,2-7 4 0,-4 8 2 16,4-8 3-16,-4 7-1 0,4-7-1 15,-3 6-3-15,3-6 5 0,0 0-2 0,-3 8-1 0,3-8-2 16,-2 8 0-16,2-8 3 0,-2 7-6 0,2-7 3 16,-4 9-1-16,4-9-2 0,-3 6-1 15,3-6 1-15,-2 6 1 0,2-6-4 0,-5 5 3 0,5-5 1 16,-3 7 0-16,3-7 3 0,-4 8 1 0,4-8-3 15,-5 6 1-15,5-6-5 0,-4 6 2 0,4-6 0 16,-4 7 2-16,4-7 1 0,-2 7-3 0,2-7 2 16,-5 7-2-16,5-7 0 0,0 0 1 0,-4 9-4 15,4-9 2-15,-4 5 0 0,4-5 3 0,-2 6-3 16,2-6 5-16,-4 8-4 0,4-8 3 0,-3 7-3 16,3-7 2-16,-4 7-3 0,4-7 6 0,-3 7-6 15,3-7 3-15,-4 6-1 0,4-6 1 0,-5 8-3 16,5-8 3-16,-5 7-4 0,5-7 5 0,-4 7-4 15,4-7 1-15,-5 6 3 0,5-6-2 0,-4 8 0 16,1-4-1-16,3-4 0 0,-6 8-1 0,2-5 2 16,4-3-2-16,-6 8 0 0,6-8-2 0,-6 8 4 0,6-8-1 15,-5 5-2-15,5-5 1 0,-4 6 0 16,4-6 1-16,-5 6 0 0,5-6 0 0,-6 5-6 16,6-5 9-16,-4 6-5 0,4-6 1 0,-5 8 0 15,5-8-3-15,-5 5 1 0,5-5 1 0,-5 6-1 0,5-6 2 16,-5 9-2-16,5-9 1 0,-7 5-1 15,7-5 3-15,-2 7-3 0,2-7 2 0,-4 6-1 0,4-6-2 16,-4 4 1-16,4-4 3 0,0 0-5 16,-5 7 5-16,5-7-3 0,-3 6 2 0,3-6-1 0,-2 6 1 15,2-6-2-15,-4 5 4 0,4-5-3 0,0 0 0 16,-5 8-1-16,5-8 0 0,0 0 0 0,-4 8 1 16,4-8-1-16,-2 5 0 0,2-5-1 15,-4 6 0-15,4-6 1 0,0 0 0 0,-4 6-2 0,4-6 1 16,0 0 2-16,-3 7-2 0,3-7-1 0,0 0 4 15,-5 7-2-15,5-7 1 0,0 0 1 0,-4 3-1 16,4-3 2-16,-6 7-1 0,6-7-2 0,-6 5 3 16,6-5-2-16,-7 7-2 0,3-4 0 0,4-3 2 15,-5 7-1-15,1-3 0 0,4-4 2 0,-8 6-2 16,8-6 1-16,-7 6 2 0,7-6-3 0,-6 5 1 16,2-1 0-16,4-4 1 0,-8 5 0 0,8-5 1 15,-7 8-4-15,3-6 3 0,4-2-1 16,-8 7 1-16,4-4-8 0,4-3 7 0,-9 5-1 0,9-5 2 15,-3 5-4-15,3-5 2 0,-6 4-2 0,6-4 7 16,-5 5-5-16,5-5 2 0,-6 5-2 0,6-5 1 16,-7 2 1-16,7-2-1 0,-7 4 1 0,7-4-7 15,-8 6 5-15,8-6 2 0,-6 5-2 0,2-2-2 16,4-3 4-16,-9 6-1 0,5-3-1 0,4-3 0 16,-8 4 0-16,8-4 1 0,-6 5-3 0,6-5 0 15,-6 5 2-15,6-5-1 0,-7 6 3 0,7-6-1 16,-6 5 0-16,6-5 1 0,-5 4-1 0,5-4-1 15,0 0 0-15,-5 6-3 0,5-6 6 0,-6 3-1 16,6-3-3-16,-3 5 3 0,3-5-3 0,-7 5 4 16,7-5-6-16,0 0 5 0,-6 6-2 0,6-6 1 15,-5 3-2-15,5-3 0 0,0 0 3 0,-7 5-2 0,7-5 0 16,-5 3 0-16,5-3-1 0,-6 4-1 16,6-4 4-16,-8 5-1 0,8-5 1 0,-7 3-3 15,7-3 2-15,-8 5-4 0,8-5 5 0,-10 5 4 16,6-2-6-16,4-3 1 0,0 0-2 0,-10 3 4 15,6 1-1-15,4-4 1 0,-8 3-3 0,8-3 3 16,-7 5-1-16,7-5-1 0,-6 3 1 0,6-3 0 0,0 0 0 16,-11 4-3-16,11-4-1 0,-9 3 5 15,9-3-1-15,-8 3-3 0,8-3-1 0,-6 2 4 0,6-2 0 16,-7 3-1-16,7-3-9 0,-7 3 8 16,7-3 3-16,-8 3-4 0,8-3 0 0,-9 4 2 15,9-4 0-15,-8 4 1 0,3-2-1 0,5-2 2 16,-7 2-3-16,7-2 7 0,-8 3-8 0,8-3 0 0,-6 2 0 15,6-2-1-15,-9 2 6 0,9-2-2 0,-9 4-5 16,9-4 2-16,-10 3 0 0,6 0 5 0,4-3-5 16,-9 4 1-16,9-4-1 0,-8 3 1 0,8-3 0 15,-6 3 0-15,6-3 0 0,-7 3 0 16,7-3 0-16,-6 2-3 0,6-2-3 0,-8 3 10 0,8-3-3 16,-7 2 3-16,7-2-3 0,-7 3 3 0,7-3-4 15,-6 3 0-15,6-3 2 0,0 0-3 0,-10 1 4 16,10-1-1-16,0 0-2 0,-7 2 8 0,7-2-5 15,0 0 3-15,-10 3-3 0,10-3 2 0,0 0 0 16,0 0-4-16,-10 1 2 0,10-1-1 0,0 0 1 16,-9 2-1-16,9-2 2 0,-8 2-1 0,8-2-2 15,-9 2 0-15,9-2 2 0,-6 3-2 0,6-3 0 16,0 0-1-16,-12 4 0 0,12-4 2 0,-5 2 1 16,5-2-3-16,0 0 2 0,-8 2-2 0,8-2 2 15,0 0-4-15,0 0 1 0,0 0 4 0,-6 4-2 16,6-4-1-16,0 0 0 0,0 0 3 0,0 0-1 15,0 0-1-15,0 0-1 0,0 0 2 0,0 0 0 16,0 0 5-16,0 0-9 0,0 0 4 0,-10 0 2 16,10 0 2-16,0 0 0 0,0 0 3 0,0 0-4 15,0 0 4-15,0 0 1 0,0 0 2 0,0 0-4 16,0 0 2-16,0 0-3 0,0 0 0 0,0 0-2 16,0 0 1-16,0 0-3 0,0 0 4 0,0 0-1 15,0 0 1-15,0 0 0 0,0 0 0 0,0 0-1 16,0 0 2-16,0 0 0 0,0 0-1 0,0 0 0 15,0 0-2-15,0 0 1 0,0 0-1 0,0 0-1 16,0 0 4-16,0 0 0 0,0 0-5 0,0 0-5 16,0 0 7-16,0 0-2 0,0 0 2 0,0 0-1 15,0 0-1-15,0 0 0 0,0 0 2 0,0 0-7 16,0 0 5-16,0 0 0 0,0 0 1 0,0 0-4 0,0 0 6 16,0 0-3-16,0 0 0 0,0 0 1 0,-9 0 3 15,9 0-1-15,0 0-1 0,0 0-2 0,0 0 0 16,0 0 0-16,0 0 4 0,0 0-7 0,0 0-6 15,0 0-17-15,0 0-16 0,0 0-22 0,0 0-26 16,0 0-27-16,0 0-34 0,0 0-20 0,0 0-31 16,0 0-161-16,0 0-389 0,0 0 173 0</inkml:trace>
  <inkml:trace contextRef="#ctx0" brushRef="#br0" timeOffset="22649.8">17213 10394 39 0,'9'-9'109'0,"-9"9"0"0,0 0-16 0,0 0 13 16,0 0-20-16,0 0-1 0,0 0 6 0,0 0 2 16,0 0 8-16,5-3-5 0,-5 3-4 0,0 0 4 15,0 0 4-15,0 0-15 0,0 0-11 0,0 0-1 16,0 0-8-16,0 0 0 0,0 0 2 0,0 0-4 15,0 0-4-15,0 0-3 0,0 0-5 0,-7-17-1 16,7 17-5-16,0 0 1 0,0 0-8 0,-5-7-4 16,5 7 1-16,-4-4-5 0,4 4-2 0,-4-6-3 15,4 6-2-15,-3-6-6 0,3 6 1 0,-7-7-3 16,7 7-3-16,-6-8 3 0,6 8 1 0,-5-9-3 16,1 4-2-16,1-1-1 0,1-1-1 0,-3-2 0 15,0 1 1-15,0-1-2 0,-1-3-4 0,1 3 2 16,1-3 1-16,1 2-3 0,-1-3 4 0,-4-2-5 15,3 3 2-15,1-4-1 0,0 2-1 0,0-2-3 16,1 0 1-16,0 2-4 0,-2 2 4 0,4-5-1 16,-2-1-1-16,1 1 0 0,0 2 0 15,1-3 0-15,1 0 4 0,1 3-2 0,1 1 2 0,-2-4-1 16,2 2-5-16,1 0 5 0,-1-1-3 0,0 0 2 16,3 1-2-16,-3 0-1 0,1 3 2 0,-1 0-4 15,2-2 3-15,0 1-2 0,0-2 2 0,0 1-4 16,1 4 1-16,-3-5 1 0,2 3-2 0,3-2-1 15,-2-2-2-15,1 2 5 0,2 0-5 0,-3-1 2 16,1-2 2-16,1 3-3 0,-1 1 9 0,0-2-6 16,1-1 0-16,-1 4-2 0,-1-3 4 0,2 0 1 15,-1-1 1-15,0 1-4 0,2 4 5 0,0-4-3 0,-2 1-2 16,3 1 1-16,-2 4 6 0,-1-2-6 16,-1 3 3-16,3 0 0 0,-3 0-2 0,1-1-5 15,1 2 6-15,-1-2 0 0,3 1 0 0,-3 0 0 16,1 1-1-16,-1-1 0 0,3 1 2 0,-3-2-2 15,2 1 2-15,0 2 0 0,1-1-3 0,0 0-2 16,0-3-1-16,0 4 3 0,5-4 0 0,-5 2-3 0,3-2 4 16,2 0 3-16,0 1-2 0,2 0-3 15,-3 1 4-15,3 1-3 0,-5 0-2 0,0 0-1 0,2 2 4 16,-3 0-3-16,7-4-1 0,-3 0 2 0,-2 4-2 16,0 0-3-16,2-5 3 0,1 4 0 15,-2 1 3-15,-3 0 1 0,6-3-2 0,2 2-1 16,-1-1 1-16,-5 3 4 0,-2-1-8 0,5-3 4 15,-2 5 2-15,0-2-2 0,-1-1 1 0,-1 3 0 0,2-2 0 16,0 0 2-16,-2 1 3 0,-2-1-6 0,0 1 1 16,0 1 1-16,0 1 2 0,-4 1 0 0,1-1 0 15,-6 3 0-15,9-4-3 0,-9 4 6 16,8-1-6-16,-8 1 6 0,0 0-5 0,8-6 2 0,-8 6 1 16,0 0-4-16,5-2 5 0,-5 2-6 0,0 0 4 15,0 0-6-15,0 0 2 0,0 0 2 16,0 0 1-16,0 0-3 0,0 0 2 0,0 0 4 0,6-4-6 15,-6 4-2-15,0 0 5 0,0 0-2 0,0 0-1 16,0 0 3-16,-5 20-1 0,5-20-3 0,-4 14 9 16,0-6-7-16,0 1 2 0,-1 1 1 0,2 2 0 15,-1-1 1-15,0-1 2 0,0 0-5 0,-1-1 2 16,2 3-1-16,0-3 4 0,0 2 0 0,-1-4-1 16,0 4-12-16,2 0-11 0,-1-3-21 0,1 1-22 15,2-9-17-15,-4 15-10 0,4-15-31 0,-3 12-14 16,2-5-21-16,1-7-92 0,0 0-270 0,-5 11 119 15</inkml:trace>
  <inkml:trace contextRef="#ctx0" brushRef="#br0" timeOffset="22872.9">17830 8987 138 0,'-8'-9'155'0,"-1"4"-5"15,3-3 1-15,-3 3-6 0,2-1-12 0,-3-1 1 16,5 4-11-16,0 0-16 0,5 3-12 0,-11-8-9 0,11 8-8 16,-8-4-12-16,8 4-9 0,-6-2-9 15,6 2-23-15,0 0-20 0,-7-4-15 0,7 4-12 16,0 0-20-16,0 0-10 0,0 0-21 0,0 0-22 16,-6 13-32-16,6-13-86 0,0 8-230 0,0-8 101 15</inkml:trace>
  <inkml:trace contextRef="#ctx0" brushRef="#br0" timeOffset="23592.06">18339 8877 12 0,'0'0'192'0,"0"0"-8"0,-16-5-9 0,16 5-4 15,-16 2-11-15,5-1-13 0,0 5-10 0,-1-3-10 16,-2 5-8-16,-2 0-10 0,3 1-9 0,-2 2-10 16,2 2-9-16,0 0-7 0,0-1-8 0,3 1-4 15,2-3-2-15,1 1-12 0,0 0 0 0,2 0-9 16,1-2-4-16,2 3-3 0,-1-5-2 0,2 1-1 16,1-8-8-16,0 13-1 0,1-7 0 0,-1-6 0 15,4 8 1-15,-4-8-4 0,8 7 3 0,-4-5-3 16,-4-2-2-16,11 1 0 0,-11-1-1 15,12-1-5-15,-12 1 3 0,14-7-4 0,-5 2 5 0,0 2-4 16,-2-4 1-16,1-2-2 0,1 1-2 0,-3-3-2 16,1 1 0-16,-2 0 1 0,2-6 0 0,0 1 0 15,-3-1 0-15,1-2-3 0,-1 0 4 16,1-1-1-16,-3 1-2 0,2 0-6 0,-3-2 7 0,-1 4-2 16,0-1 4-16,0 4 1 0,0 4 3 0,-1-1 1 15,0 3 6-15,1 7-3 0,-3-12 3 0,3 12-8 16,0 0 0-16,0-10-5 0,0 10-1 15,0 0-5-15,0 0 1 0,0 0 1 0,0 0 1 0,0 0-5 16,0 0 4-16,-6 32 3 0,5-16-3 0,-2 3-1 16,2-2-1-16,1 2 4 0,-2-3-1 0,2 1-1 15,3-1 0-15,0 0 0 0,-2-6-1 0,3 2 1 16,-2-3 1-16,3 2-1 0,0-3 3 0,1 0 0 16,0-2-1-16,-1-2 1 0,5 1-2 0,-2 0 0 15,2-1 3-15,2-1-1 0,-2-2 3 0,0-2-2 16,2 2 0-16,-2-3 0 0,0 0 3 0,1-3-4 15,0 1 2-15,-1-1 1 0,-1-1-2 0,0-1-2 16,1-2 1-16,-2 0-5 0,-1 0 2 0,0-4 5 16,-2 3-2-16,0-2-6 0,-2 0 3 0,-1 2-4 15,2-2 8-15,-3 2-8 0,-1-2 4 0,0 3-2 16,0 9-1-16,-1-12 3 0,1 12 1 16,-5-9-2-16,5 9-2 0,-5-4-4 0,5 4 1 0,0 0 0 15,0 0 2-15,0 0-2 0,-21 18 2 0,14-10-2 16,3 2 3-16,0 1 1 0,-1-1-2 0,1 1-1 15,0 2 5-15,3-3 0 0,1 3 0 0,1-5-3 16,2 3 0-16,-1-1-18 0,1-3-25 0,2-1-13 0,0 0-21 16,4-1-23-16,-3 0-19 0,3-2-25 15,2 0-16-15,-1-1-10 0,1-3-11 0,1 0-93 16,-3 1-298-16,-9 0 132 0</inkml:trace>
  <inkml:trace contextRef="#ctx0" brushRef="#br0" timeOffset="23812.12">18638 8777 67 0,'-2'-12'155'16,"2"1"14"-16,0-1 0 0,2 3-3 0,-2 9-3 16,-2-10-13-16,2 10-24 0,0-8-16 0,0 8-11 0,0 0-1 15,0 0 6-15,0 0-7 0,0 0-9 16,-1 37-10-16,1-18-3 0,1 6 0 0,-3 1-9 16,1 0-4-16,-1-1-5 0,2 1-4 0,-2-2-8 15,0-5 2-15,1 0-7 0,1 6-6 0,1-7 0 0,2 0-6 16,-3-1-14-16,-1-4-14 0,2 6-21 0,-1-4-14 15,0-4-24-15,-1 1-17 0,2-3-31 16,-1-9-13-16,0 14-31 0,0-14-19 0,1 13-119 16,-1-13-312-16,-2 9 139 0</inkml:trace>
  <inkml:trace contextRef="#ctx0" brushRef="#br0" timeOffset="24031.42">18674 8839 106 0,'3'-7'109'16,"4"4"2"-16,-7 3-10 0,11-1-10 0,-11 1 5 16,10 3-6-16,-3 2-3 0,-2 2 0 0,-3 0-3 15,1 3-2-15,0 1-6 0,-3-3-5 16,0 3-9-16,-3 0-6 0,0-1-4 0,1 1-2 0,-3-1-6 16,-2 0-3-16,2-2-11 0,0 0-8 0,1-2-28 15,-1 1-13-15,1-4-20 0,4-3-20 0,-8 8-21 16,8-8-27-16,-4 4-100 0,4-4-224 15,0 0 101-15</inkml:trace>
  <inkml:trace contextRef="#ctx0" brushRef="#br0" timeOffset="24444.06">18776 8735 89 0,'0'0'187'0,"2"-9"-20"0,-2 9-17 0,3-7-34 16,-3 7 14-16,0 0-9 0,0 0 11 0,0 0-3 15,4 27-11-15,-3-15-9 0,0 1-10 0,0 4-3 16,2 0-9-16,-2 0-7 0,-1 0-11 0,-1-1-7 16,2 2-4-16,1-1-2 0,-4-4-9 0,4-1-2 15,-1-1-15-15,0 2-11 0,0-5-7 0,2 1-2 16,-2-2-6-16,3 1 1 0,-1-2-2 0,-3-6-3 16,2 6-2-16,-2-6 5 0,8 7 1 0,-8-7-3 15,9 0 1-15,-9 0 0 0,0 0 0 0,15-5 3 16,-10 1 3-16,0-2-2 0,3 0 4 0,0-2 5 15,-1-1-2-15,1 1 5 0,-2-3-1 0,1 0 0 16,-2 2 1-16,-1-1-3 0,0 0 7 0,1 1-4 16,-3 0 4-16,0 1 4 0,-1-1 7 0,-1 9 1 15,-1-11 7-15,1 11-11 0,-3-11 0 0,3 11-1 16,-4-7-6-16,4 7 4 0,0 0-10 0,-8-4-3 16,8 4-5-16,0 0 4 0,0 0-5 0,-17 14 0 0,10-5 0 15,-1 1-3-15,3-1-2 0,-1 3 4 16,1-1-3-16,2-1 2 0,1-1-5 0,0 2-5 15,1-2-15-15,2 1-13 0,1-3-24 0,-1-1-15 16,3 0-26-16,0 0-45 0,2-2-10 0,0-1-19 0,2-1-28 16,-1 0-115-16,0-2-339 0,-7 0 151 0</inkml:trace>
  <inkml:trace contextRef="#ctx0" brushRef="#br0" timeOffset="24671.85">19102 8690 135 0,'-2'-10'205'0,"4"1"-6"16,-2 9-10-16,0-10-21 0,0 10-18 16,0-7-17-16,0 7-7 0,0 0 1 0,0 0 6 15,2 23-5-15,-1-8-3 0,-1 2-15 0,0 3-3 0,2 5-8 16,-2-5-10-16,-5 3-7 0,5-2-4 0,-2-2-9 16,1 2-5-16,2-4-3 0,-2 0-8 15,2-5-9-15,-1 4-3 0,0 0-6 0,0-3-6 16,2-4-24-16,0 4-23 0,-1-4-29 0,-1-2-26 0,0 0-41 15,0-7-36-15,2 9-18 0,-2-9-22 0,1 8-148 16,-1-8-365-16,0 0 161 0</inkml:trace>
  <inkml:trace contextRef="#ctx0" brushRef="#br0" timeOffset="24931.67">19047 8881 161 0,'-4'-9'157'0,"4"9"-10"0,0 0-9 16,-4-5-16-16,4 5-13 0,0 0-5 0,0 0-1 15,0 0-1-15,0 0-3 0,18-6-5 0,-9 5-4 16,2-1-8-16,5-1 0 0,-5 1-7 0,2 0-8 16,0 0-1-16,1 1-15 0,-4 1 5 0,-1-1-5 15,0 0-8-15,-9 1-1 0,11-3-5 0,-11 3-3 16,9 0 6-16,-9 0 1 0,8 2-3 0,-8-2-1 16,0 0-1-16,9 3 8 0,-9-3-1 0,5 5-2 15,-5-5 2-15,3 10-7 0,-3-2-2 0,1-2 0 16,-1-6-8-16,1 13 4 0,-1-6-20 0,0 2-9 15,0-9-24-15,0 16-22 0,-1-6-27 0,1 0-41 16,-1-2-39-16,-1 0-66 0,2-8-120 0,-5 13-365 16,1-7 162-16</inkml:trace>
  <inkml:trace contextRef="#ctx0" brushRef="#br0" timeOffset="25598">19347 8782 151 0,'0'0'156'0,"-8"15"-2"15,7-9-16-15,1-6-10 0,-4 12-11 0,1-5-8 16,3-7-2-16,0 15-3 0,0-5-9 0,0-10-3 16,2 13-10-16,-1-6-1 0,0 0-13 0,-1-7-2 15,4 11-7-15,-1-6 2 0,1-1 4 0,0 2-6 16,-4-6 0-16,8 6 0 0,-8-6-3 0,7 3-1 0,-7-3 0 15,0 0-4-15,13-1-1 0,-13 1-8 0,11-2-1 16,-11 2-4-16,5-6-2 0,-5 6-4 0,7-9-3 16,-6 3-5-16,1 0 1 0,-2 6-4 15,4-11 1-15,-4 4-3 0,2-3-2 0,-1 2-7 16,0 1 1-16,0-1-2 0,-1 8 1 0,3-13-2 0,-3 8 0 16,0 5-6-16,6-7 1 0,-6 7-5 0,0 0 3 15,7-2-1-15,-7 2-1 0,9 9-1 16,-4-2 3-16,-4 0-4 0,4 1 2 0,0 1-4 0,-2-1 4 15,1 1 2-15,-3 0 0 0,1-2-1 0,1 0 0 16,-3-7 6-16,3 9-2 0,-3-9-1 0,2 7 4 16,-2-7 11-16,2 6 9 0,-2-6 12 0,0 0 3 15,0 0-3-15,0 0 0 0,0 0-7 16,0 0 1-16,0 0-6 0,12-14-3 0,-9 8-2 0,2-2 6 16,1 0-15-16,-2 1-3 0,1-2-4 0,2 1-2 15,-1 0 0-15,-2 2 1 0,1 2-6 0,0-1 1 16,1 0-4-16,-6 5 2 0,12-2-5 0,-12 2 2 15,9 2-2-15,-9-2 1 0,11 7 0 0,-3-1 3 16,-2 2-1-16,-3 1 3 0,1 0 1 0,-2 0-1 16,2 1-1-16,-1 1-16 0,-3-1-18 0,1 2-31 15,-1 1-28-15,0-3-30 0,1 2-41 0,-1-3-38 16,0 1-174-16,0-3-409 0,0-7 181 0</inkml:trace>
  <inkml:trace contextRef="#ctx0" brushRef="#br0" timeOffset="26563.86">19826 9000 122 0,'0'0'221'0,"-1"-25"-8"15,1 25-16-15,2-11 0 0,0 5-13 0,-1-1-11 16,0-2-11-16,1-1-14 0,-1 0-12 0,1-1-9 15,0 0-11-15,0-2-8 0,1 3-12 0,-3-9-6 16,1 2-8-16,0-2-8 0,1 2-9 0,-4 0-3 16,1 0-4-16,-1 5-3 0,0 2-2 0,0-3-2 15,-1 3-6-15,1 1-3 0,-2 1-5 0,0 2-2 0,1 0-5 16,3 6-2-16,-5-7-5 0,5 7-5 16,0 0 0-16,-11-3-3 0,11 3-2 0,0 0-1 15,-13 8-3-15,9-2 8 0,0 0-13 0,2 2 6 16,-1-2-3-16,3-6-1 0,2 14-3 0,-1-7 2 15,5 1 1-15,2-1-2 0,-3-3 0 0,4 3 2 16,2-2-3-16,1-4 3 0,-1 2-1 0,3-1-2 0,-1-2-3 16,5 0 1-16,-1 0-2 0,-3-1 3 15,-4 1-1-15,4-1-1 0,-2 1-3 0,-3 0 0 16,-2 1-3-16,-7-1 2 0,13 4 0 0,-7 1 2 0,0-2 1 16,-3 2 1-16,4 1-6 0,-4 0 2 0,0 0 3 15,0 3-3-15,-1-3 2 0,2 2 0 0,-1-1 1 16,0-1-2-16,0 0 2 0,1 0 1 15,-4-6-1-15,7 10 2 0,-4-6 1 0,1-1 0 0,-4-3 0 16,9 6 0-16,-3-5 4 0,-6-1-1 0,13 0-4 16,-13 0 5-16,18-4-2 0,-11 1 3 0,4-3-3 15,-2 2 2-15,2-1-2 0,-3 0 1 16,1-3-4-16,1 1 2 0,-4-3-1 0,1 2 2 0,-2-3-1 16,0 0 0-16,0 1-3 0,-4-1 5 0,3 0-2 15,-3 0 0-15,-1 0-3 0,0 3 2 16,0-1-1-16,0 9 6 0,-3-13-7 0,3 13 0 0,-3-8-4 15,3 8 0-15,0 0 5 0,-9-2-5 16,9 2 2-16,-11 10-3 0,3 2 2 0,0-2 1 0,1 4-4 16,-1 2 7-16,2-1-1 0,-1-4 1 0,3 1-1 15,3-2-1-15,1 0 0 0,-1 0 2 0,2 0-2 16,0-4 3-16,3 2-1 0,1-3 1 0,0 1 0 16,1-2 2-16,1 1-1 0,0-2 1 0,1-2 7 15,-8-1-7-15,15 2-2 0,-9-2-1 0,-6 0 3 16,17-4 1-16,-12 1 0 0,4-4 1 0,-2 3-1 15,-2 0 1-15,3-5 0 0,-1 0-2 0,-1-1 0 16,-1 3 1-16,-1-1-1 0,-2 1-2 0,1 0 1 16,-3 7-2-16,4-11 1 0,-4 11-2 0,2-8-4 15,-2 8-1-15,3-4-4 0,-3 4 1 0,0 0 2 16,0 0-4-16,0 0 2 0,5 16 10 0,-4-6-7 16,-2 1 7-16,0 2-3 0,-2 3 0 0,2 0 9 15,0 4 1-15,-2-3 0 0,2-1 3 0,-2 1-5 16,2-1 0-16,-2 0 8 0,2-4-6 0,0 5-2 15,-1-4-20-15,1 0-15 0,-3-1-21 0,2-3-31 16,-1 1-34-16,1 0-48 0,2-10-38 0,-1 10-33 16,1-10-180-16,0 0-446 0,-7 9 198 0</inkml:trace>
  <inkml:trace contextRef="#ctx0" brushRef="#br0" timeOffset="26751.71">20387 8796 57 0,'0'-8'278'0,"1"2"-19"0,1-2-25 16,-2 8-24-16,0 0-21 0,1-11-26 0,-1 11-16 16,0 0-11-16,0 0-16 0,0 0-11 0,0 0-8 0,0 0-14 15,1 30-3-15,-2-17-5 0,0 3-7 0,1-3-8 16,-4 2-21-16,3-2-24 0,-2 2-33 16,-1 0-33-16,2 2-32 0,-1-4-53 0,-1-1-48 15,1-2-154-15,-4 1-360 0,3-4 159 0</inkml:trace>
  <inkml:trace contextRef="#ctx0" brushRef="#br0" timeOffset="26911.23">20345 8591 108 0,'-11'-1'108'0,"11"1"-23"0,0 0-37 0,-4 20-27 15,2-8-26-15,2 3-57 0,2 0-65 0,-1-3 30 0</inkml:trace>
  <inkml:trace contextRef="#ctx0" brushRef="#br0" timeOffset="27408.75">20452 8782 85 0,'0'0'151'0,"0"0"-11"0,0 0-1 0,0 0-12 0,0 0-5 15,-5 17-10-15,5-17-4 0,0 10-7 0,0-4-12 16,0-6-8-16,3 13-5 0,-2-8-15 0,2 1 10 16,1 0-6-16,-1-3-1 0,2 3 2 0,0-2 2 15,1 1-3-15,-6-5-8 0,10 4-9 0,-5-3 0 16,-5-1 0-16,14 0-8 0,-14 0-2 0,10-1 3 16,-10 1-6-16,9-6 0 0,-5 3-3 0,-4 3-2 15,6-10-3-15,-3 4-1 0,0 0 0 0,-3 6 8 16,2-12-3-16,-2 6-4 0,0 6-3 0,0-13 0 15,0 3-6-15,0 3 2 0,0 7-5 0,1-12 0 16,-1 12-2-16,3-11-6 0,-3 11 0 0,3-7 0 16,-3 7-4-16,5-4 0 0,-5 4 0 0,0 0 0 15,0 0-4-15,18 7 2 0,-13 0-3 0,1 1 2 16,2 0 1-16,-3 1 1 0,0-1-4 0,-1 1 4 16,2 1-1-16,-3 1 2 0,2-3 0 0,-3 2 2 15,1-4-3-15,-1-1 7 0,-2-5 1 0,4 7 7 16,-4-7 9-16,0 0 9 0,3 6 8 0,-3-6 11 15,0 0 2-15,0 0-3 0,0 0-3 0,0 0-7 16,0 0-4-16,15-15-2 0,-7 6-8 0,0-1-1 16,2-3-3-16,1 1-3 0,1 1-5 0,-1-1 0 15,-1 5-3-15,-1 0 3 0,-1 1-5 0,1-1-1 16,-3 3-3-16,1 2 4 0,-1 1-9 0,-6 1-2 16,14 1-2-16,-14-1 0 0,8 7 1 0,-4-1 0 0,1 1-12 15,-1 1-14-15,-2 1-18 0,0 1-26 16,0-1-40-16,-2 2-53 0,0-1-38 0,1 0-41 15,-1-1-160-15,0-2-435 0,3-1 193 0</inkml:trace>
  <inkml:trace contextRef="#ctx0" brushRef="#br0" timeOffset="27525.56">20901 8875 13 0,'0'0'302'0,"0"0"-29"0,-1-8-22 16,1 8-26-16,0 0-19 0,0 0-14 0,-9-12-28 15,9 12-15-15,-4-5-22 0,4 5-45 0,0 0-59 0,0 0-71 16,-10 0-90-16,10 0-166 0,0 0-329 0,0 0 146 15</inkml:trace>
  <inkml:trace contextRef="#ctx0" brushRef="#br0" timeOffset="32076.09">15099 14794 118 0,'0'0'130'16,"0"0"1"-16,-3-8-9 0,3 8-1 0,0 0 0 15,0 0-6-15,-2-9 0 0,2 9-8 0,0 0-4 16,0 0-10-16,0 0-9 0,0 0-3 0,0 0-4 16,-2-5-8-16,2 5-12 0,0 0-10 0,0 0-1 15,0 0-2-15,0 0-2 0,0 0-5 0,0 0-7 16,0 0-4-16,0 0-2 0,0 0-3 0,0 0-5 0,0 0 0 16,0 0 1-16,0 0-2 0,0 0 1 15,0 0-4-15,-5 26-2 0,1-16 6 0,2 2-1 16,1-1 2-16,-3 2-2 0,-1 2-2 0,1-4-1 15,0 2-4-15,1 3-1 0,-1 1 6 0,1-3-2 16,-2 1 1-16,2 1 3 0,0 2 0 0,1-7-3 16,1 4 2-16,0-2 2 0,-1 3-2 0,1-3 0 15,0 2-2-15,1-2 1 0,-3 2-3 0,6-2-2 16,-3 3-4-16,1-1 7 0,0-1 5 0,2 1-5 16,-3 3 1-16,2-1-1 0,2 0 1 0,-4-2-1 15,3 0 0-15,-1 2 1 0,1-2 1 0,-2 2-3 16,1-2 4-16,0 4-4 0,0-7 4 0,-2 5-3 0,2-4-3 15,0 3 5-15,0-4-3 0,-1-1 6 16,1 2-7-16,1-2 3 0,-2 0-3 0,3 6 0 16,-4-6 4-16,1 2-2 0,-1-2 25 0,3 0-1 15,-3-1-3-15,0 0-1 0,2 3-7 0,-2-2 1 16,2-1-4-16,-2-1 2 0,1 1-2 0,0 1-3 16,-2 0-3-16,2 0 2 0,-1-2-3 0,0 1-2 15,4 1-1-15,-5-1-2 0,2-1 5 0,-1-1 2 16,-1 2-5-16,1-10 1 0,1 14 1 0,-2-5 0 15,3-1 1-15,0-1-3 0,-2-7 2 0,0 14-3 16,0-5 3-16,2-2 1 0,-2-7 1 0,2 13 2 16,-2-7-2-16,0 2-1 0,0-8-2 0,1 11 3 15,-1-4-4-15,0-7 0 0,0 11 4 0,0-4-4 16,1 0-3-16,-1-7 2 0,0 11-1 0,4-4-2 16,-4-7 3-16,0 14 1 0,0-10-3 0,0-4 0 15,1 18 5-15,2-11-5 0,-3 0 2 0,0 2 0 16,2 1-1-16,-4 0 1 0,4-3-1 0,-2 0 5 15,0-7-4-15,0 18 0 0,0-9 3 0,0 0-1 16,2-2-1-16,-1 4-1 0,0-2 3 0,-1 1-2 16,0-3 5-16,0-7 2 0,-1 18 2 0,1-8-4 15,-1 1 9-15,2-1-8 0,-2-1 0 16,-1-1-6-16,2-8 4 0,0 14-4 0,-2-5 3 0,2 0-3 16,0-3 1-16,0-6-6 0,0 14-2 0,0-6 2 15,0-2 1-15,0-6 0 0,0 16 0 0,2-11 2 16,-2 4-1-16,2-3-9 0,-2-6 10 0,1 13-2 15,-1-13 2-15,-1 12 2 0,1-5-1 16,0-7-1-16,0 11 2 0,0-11-1 0,0 12 3 16,0-5 6-16,0-7-3 0,-4 12-1 0,4-7 1 15,0-5-1-15,-3 12-7 0,2-5-13 0,1 1 18 0,0-8-1 16,-1 11 5-16,2-4-4 0,-1-7 8 0,-3 11-1 16,3-11-6-16,-1 11-15 0,1-11 18 0,0 12-12 15,0-4 15-15,0-8-4 0,0 10 2 16,-1-4 1-16,1-6-3 0,2 12-4 0,-2-12-17 15,0 9 15-15,0-9 3 0,0 10-2 0,0-10 0 16,-1 12-2-16,1-12 1 0,-1 7 0 0,1-7 1 16,0 10 0-16,0-10 3 0,-3 10-14 0,3-10 11 0,-2 12 6 15,2-6 2-15,0-6-4 0,0 12-6 0,-2-6 5 16,2-6-10-16,-1 11 6 0,1-11-2 16,0 10-9-16,0-10 10 0,-1 12 0 0,1-5-6 15,0-7 5-15,-3 10-5 0,2-4 5 0,1-6 1 16,-1 11-6-16,-1-5 0 0,2-6 2 0,0 11-3 15,0-11 6-15,0 9-3 0,0-9-21 0,-2 12 22 16,2-7-6-16,0-5 5 0,-3 12-8 0,3-12 7 16,0 10-8-16,-1-4 4 0,1-6 5 0,3 9-8 15,-3-9 4-15,0 13 3 0,0-13 2 0,-2 6-4 16,2-6-1-16,2 9 0 0,-2-9-2 0,0 0 2 16,-2 11-1-16,2-11 7 0,-1 6-3 0,1-6-22 15,0 0 14-15,0 9 0 0,0-9 1 0,0 0 7 16,1 10 5-16,-1-10-4 0,0 0-1 0,2 8 1 15,-2-8-12-15,0 0 1 0,1 8 6 0,-1-8 4 16,0 0-2-16,0 10-3 0,0-10 0 0,0 0 5 16,4 9-6-16,-4-9 9 0,1 8-9 0,-1-8 5 15,0 6-6-15,0-6 1 0,0 10-15 0,0-10 15 16,0 10 5-16,0-10-4 0,0 12 3 0,0-12-2 16,-3 9-1-16,3-9 6 0,3 11-4 0,-3-11-2 15,-1 11 3-15,1-11 3 0,0 10-3 0,0-10-2 16,1 9-1-16,-1-9 1 0,0 11-6 0,0-11 9 15,-1 12 3-15,-1-8-5 0,2-4 1 0,-2 15-2 16,4-10-2-16,-2-5 1 0,0 12-14 0,0-5 21 16,0-7 3-16,0 10-10 0,0-10-2 0,0 9 4 15,0-9 2-15,-2 12-6 0,2-12 19 0,4 14-17 16,-4-14-3-16,2 11 0 0,0-5-32 0,-2 0 0 16,0-6 10-16,1 13 1 0,-1-8 2 0,0-5 5 15,0 10 9-15,0-3-5 0,0-7-5 0,2 12 1 16,-2-5 3-16,0-7 7 0,0 13-2 0,2-4 3 15,-2 0 1-15,0 3-4 0,0-3 1 0,4 1-2 16,-6-1 7-16,2 1-3 0,-2-3-1 0,2 4 7 16,-2-3 9-16,2 1-10 0,-1-1 0 0,1-8-6 15,1 14 4-15,-1-8 6 0,0-6-9 16,-1 13 3-16,1-13 3 0,0 11-2 0,0-4 7 16,0-7-8-16,3 7 7 0,-3-7-9 0,2 10 5 0,-2-10 2 15,3 6-1-15,-3-6-4 0,4 6 7 0,-4-6-14 16,2 5 0-16,-2-5-8 0,0 0-5 0,3 5 15 15,-3-5-17-15,0 0-12 0,0 0-17 0,0 0-14 16,6 4-24-16,-6-4-20 0,0 0-25 16,0 0-24-16,0 0-37 0,0 0-58 0,0 0-229 15,0 0-526-15,0 0 233 0</inkml:trace>
  <inkml:trace contextRef="#ctx0" brushRef="#br0" timeOffset="33127.86">15119 16961 56 0,'-6'-9'73'16,"6"9"11"-16,0 0-16 0,0 0 4 0,0 0-1 15,0 0-18-15,0 0-5 0,-8-15-6 0,8 15-6 16,0 0 0-16,-5-8-3 0,5 8-3 0,0 0 4 15,0 0-7-15,0 0-3 0,0 0-6 0,0 0 14 16,0 0-2-16,-6-16 0 0,6 16 4 0,0 0 1 16,0 0 7-16,0 0 6 0,0 0-8 0,0 0 10 15,0-14-1-15,0 14-1 0,0 0 2 0,0 0-3 16,0 0-6-16,0 0-1 0,0 0-9 0,0 0 2 16,0 0-5-16,0 0-7 0,0 0-4 0,0 0-6 15,0 0-2-15,0 0 5 0,0 0-3 0,0 0 11 16,0 0 8-16,0 0-3 0,0 0 3 15,9 46-1-15,-8-29 8 0,-1 0-4 0,6 7 7 16,-6-3-3-16,4 3-2 0,-4 2 1 0,4-1-3 16,-1-4 2-16,-1 7-4 0,1-5 3 0,-2 4 0 0,-1-3 1 15,0-5 1-15,0 2 1 0,-1-3-1 0,1 0 5 16,1 1-6-16,-2-2-3 0,-1-2 3 16,2-3-7-16,0-1-1 0,-1 0 0 0,2 0-2 15,-1-11-4-15,0 19 1 0,0-19-5 0,0 13 0 16,0-13-1-16,2 8-6 0,-2-8 1 0,2 9 1 15,-2-9-2-15,0 0-1 0,0 0 1 0,2 11 1 16,-2-11-4-16,0 0 2 0,0 0 1 0,1 9-7 16,-1-9 8-16,0 0-5 0,0 0 3 0,0 0-7 15,0 0 6-15,0 0 2 0,0 0-9 0,0 0-18 16,0 0-15-16,0 0-17 0,0 0-18 0,0 0-19 16,0 0-28-16,0 0-24 0,0 0-20 0,0 0-25 15,0 0-136-15,0 0-345 0,0 0 153 16</inkml:trace>
  <inkml:trace contextRef="#ctx0" brushRef="#br0" timeOffset="34216">15064 17431 76 0,'0'0'96'0,"0"0"-20"0,0 0-1 0,0 0-11 15,-14-6-7-15,14 6-9 0,0 0 6 0,0 0-1 16,-16-5-15-16,16 5 3 0,0 0-5 0,-14-1-3 16,14 1 8-16,0 0 1 0,-16-4-6 0,16 4 3 15,-13-2-2-15,13 2 5 0,-14 0 10 0,14 0-13 16,-11 0 15-16,11 0-4 0,0 0 14 0,-16 0-4 16,16 0-10-16,0 0 5 0,0 0-4 0,0 0-2 15,0 0-3-15,-13 0 4 0,13 0-7 0,0 0-4 16,0 0-5-16,0 0 3 0,0 0-6 0,0 0-6 15,0 0 3-15,0 0-5 0,0 0-4 0,0 0 1 16,0 0 0-16,0 0 2 0,0 0 4 0,0 0-4 16,0 0 0-16,0 0 1 0,44-1-5 0,-44 1 0 15,19-1-3-15,-7 1 6 0,1 0 1 0,3-2-3 16,3 2 0-16,-1 0 3 0,3-1-3 0,7 1 3 16,1-3-3-16,-1 1 0 0,1 1-1 0,3-3-3 15,1 4 2-15,0-2-7 0,4 0 6 16,0-3 0-16,-2 2 0 0,16-2 0 0,1 1-4 15,-1 3 0-15,-2-4-2 0,-8 3 4 0,-3 0 1 16,16-5-4-16,-15 5 1 0,12-2 1 0,-12 1 1 0,12-3 1 16,1 2-2-16,-12 1-1 0,12 1 4 0,-13 0-4 15,1-3 2-15,-1 4-2 0,12-3 1 0,-11 2-1 16,-1 1-6-16,0 1 5 0,12-2 2 16,-15-1-5-16,1 2 1 0,0-1 3 0,0 0-1 15,-3 2 0-15,-1-3-2 0,-2 3 0 0,2-2 1 16,-1 2 0-16,-1-1-1 0,0-2-1 0,-3 3 4 15,0 0-6-15,-7 0 1 0,0-3 1 0,7 6-2 16,-7-6-3-16,-1 3 6 0,-2 1-5 0,1-1-1 16,-2 0 3-16,-3 0 1 0,4-1 0 0,-4 1-4 15,-3 0 5-15,4 1-5 0,-2-2 2 0,0 1 1 16,1 0 0-16,-1 0 4 0,5-1 2 0,-4 1-3 16,4-1 6-16,1-1-4 0,-1 2 3 0,4 0 2 15,-2-1 1-15,-1 0-1 0,0 1-1 0,2-3-1 16,-2 3-2-16,1-1 3 0,0 1-3 0,1-1-1 15,1 0 4-15,0-2-6 0,3 2 1 0,-2-1 3 16,-2 1-3-16,7 0-4 0,3-2 3 0,-5 1-2 16,4 1 3-16,-5-1-2 0,4 0 0 0,1-2-2 15,0 3 2-15,-1-1-1 0,0-1 3 16,2 2 0-16,0-3-3 0,1 1-3 0,-2 1 4 0,0 0-4 16,2 0 1-16,1 1-1 0,-4-1 1 15,2 0 0-15,0 1 2 0,-1-1-2 0,1 0 1 16,1 2-1-16,-4-1 1 0,0 1 3 0,-1-3-4 15,1 2-4-15,-7 0 7 0,0-1-6 0,1 2 3 16,0-2-1-16,5-1-1 0,-7 3 6 0,-1-2-1 16,2 1-3-16,-1-1 1 0,-1 1 0 0,2 0 0 15,-3-1 2-15,-4 2 0 0,-14 0 1 0,27-4-4 16,-12 4 3-16,-15 0-1 0,27-1 1 0,-16-1 4 16,-11 2 6-16,23-2-12 0,-23 2 3 0,13 0 2 15,-13 0-1-15,0 0 0 0,14-2-2 0,-14 2-2 16,0 0 5-16,0 0-4 0,0 0 4 0,14-4-3 15,-14 4 2-15,0 0-6 0,0 0 1 0,0 0 0 16,0 0-4-16,0 0-6 0,0 0-21 0,0 0-11 16,0 0-30-16,0 0-26 0,0 0-34 0,0 0-40 15,0 0-49-15,0 0-47 0,0 0-166 0,0 0-463 16,-70 5 205-16</inkml:trace>
  <inkml:trace contextRef="#ctx0" brushRef="#br0" timeOffset="35359.71">15083 14851 33 0,'0'0'56'0,"0"0"-5"15,0 0-5-15,2-7 4 0,-2 7 2 0,0 0-5 16,0 0 2-16,0 0-5 0,0-10-6 0,0 10 1 16,0 0-3-16,0 0 5 0,-4-10-1 0,4 10-9 15,0 0 5-15,-1-8-2 0,1 8 0 0,-3-8 3 16,3 8 8-16,-4-9-10 0,4 9 7 0,0-9-6 16,0 9 3-16,0-13-5 0,0 13-16 0,0-10 18 15,0 10 0-15,0-13-7 0,0 13 6 0,3-10-1 16,-2 3-6-16,-1 7 0 0,0-10 5 15,0 10-1-15,1-9 2 0,-1 9 14 0,2-9-9 0,-2 9-5 16,0 0 6-16,0 0-7 0,-2-11-2 0,2 11-1 16,0 0-7-16,0 0-3 0,0 0 2 0,0 0-7 15,0 0-2-15,0 0-1 0,0 0-6 0,0 0 3 16,3 23 5-16,-1-13-8 0,0 7 7 16,-2-1-8-16,0 1 7 0,0 3-1 0,-2-1 6 15,4 6-4-15,-1-1 4 0,-2 1 4 0,-1-6-2 0,4 2 1 16,-2-2 0-16,1 1 0 0,-1 4-3 0,-1-6 0 15,-1 1 1-15,0-2-7 0,2 1-2 16,0-1 0-16,-1 0 2 0,1-2-1 0,-2 1-2 16,1 0 3-16,1-5 0 0,0 0-1 0,-4 0-5 15,3-1-14-15,1-1-16 0,-1 1-9 0,1 0-18 0,-2-4-26 16,2-6-26-16,2 13-17 0,-1-7-36 0,-1-6-96 16,0 9-275-16,0-9 122 0</inkml:trace>
  <inkml:trace contextRef="#ctx0" brushRef="#br0" timeOffset="35771.82">15105 14757 116 0,'-16'18'123'0,"8"-8"-2"16,-2 3-9-16,-3 3 3 0,-3 3-13 0,1-1-5 15,-4 3-5-15,6-5-13 0,-1-1-6 0,1 2-6 16,2-2-11-16,-3-3-2 0,2 1-5 0,5-4-4 16,-3 2-3-16,3-2-9 0,-1-1-16 0,2-1-17 15,0 0-31-15,2-3-14 0,4-4-12 0,-7 6-24 16,7-6-22-16,0 0-77 0,0 0-194 0,0 0 86 15</inkml:trace>
  <inkml:trace contextRef="#ctx0" brushRef="#br0" timeOffset="35940.87">15086 14770 99 0,'0'0'125'0,"8"6"4"0,-3-3-7 16,-1 3-3-16,3 0-9 0,-2 1-12 0,4 0-15 15,-1 4 0-15,2-2-10 0,2 3-5 0,-1 1-15 16,2 0-33-16,0-1-26 0,1-1-34 0,0 1-32 16,-1-1-106-16,-2 1-192 0,-3-2 86 0</inkml:trace>
  <inkml:trace contextRef="#ctx0" brushRef="#br0" timeOffset="37601.78">12538 15224 73 0,'-5'-3'146'0,"1"-1"-11"0,-5 2-2 16,-2-1-7-16,0 0-5 0,-3 5-6 0,-2 0 0 0,-4 3-12 15,1 3-6-15,-6 7 2 0,-1 0-2 0,4 5-5 16,-1 2-6-16,1 2-1 0,2 4-8 16,1-3-10-16,4 1-5 0,2-1 23 0,2-2-12 15,4 1-5-15,3-6-6 0,3-1-2 0,2 0-10 16,1-2-2-16,2 0-5 0,1-3-4 0,1 0-3 15,8-1-2-15,-5-3-17 0,4-1-21 0,3 0-19 16,2-4-34-16,-1-2-17 0,4 1-31 0,0-4-17 0,8-1-14 16,-3-3 5-16,1-2 14 0,-2-1-16 15,2-2 15-15,0 1 14 0,-4-2 0 0,-8-2 10 16,2 1 11-16,0 0 12 0,3-6 10 0,-3 2 17 16,-5 2 8-16,-1-2 16 0,0 3 12 0,-3 0 18 15,-2-2 28-15,-3 5 13 0,-2 0 10 0,4 0-1 16,-5 11 5-16,-4-15 5 0,4 15-6 0,-3-16-3 15,3 16 8-15,-10-10-1 0,10 10-1 0,-10-5 2 16,3 3 2-16,7 2-2 0,0 0 4 0,-25 11 3 16,13-3-4-16,0 1-6 0,-2 4-5 0,1 1-5 15,2 0-4-15,4 1-4 0,-2-1-3 0,3 1-5 16,-2-4-1-16,6 0-8 0,0 0 0 0,0 0-5 16,2-2 1-16,0 3-7 0,0-12-2 0,4 11 1 15,-2-6 2-15,0 1-2 0,-2-6-5 0,8 7 2 16,-2-4 1-16,-6-3-4 0,13 1-1 0,-6-3 0 15,5-1-1-15,-6-1-2 0,3-2-1 0,-3 2 0 16,2-3-1-16,-1 0 3 0,-1-1-2 0,-2 0-1 16,2-2-2-16,0 0 1 0,-3 2-1 0,-3 8 1 15,6-19-2-15,-2 10 0 0,-4 0-1 0,0 9 0 16,3-13 1-16,-3 13-2 0,0 0 2 0,2-15 0 16,-2 15-3-16,0 0-3 0,0 0-3 0,-2-10 0 15,2 10 2-15,0 0-3 0,0 0 3 0,0 0 1 16,0 0 2-16,4 32 2 0,-2-22 0 0,-2 2-1 15,4-4-1-15,0 4 5 0,0-3-2 0,0 2 1 16,1-2 2-16,1 0-2 0,4-2 0 0,-5 2-2 16,5-3 3-16,2-1-1 0,-3-1 0 0,1 1 1 15,2-3 1-15,-1-2 0 0,-2 0-4 0,1 0 5 16,1-3 0-16,-1-1 1 0,-3 0-3 0,3 0-2 16,-2-2 0-16,-1-1 1 0,-1 4 0 0,0-5 2 15,-2-1-4-15,3-1 3 0,-7 1-5 0,2 0 1 16,-2-4-1-16,-2 3 0 0,2-2-2 0,-5-1 4 15,1 0-1-15,-1 0 0 0,-2 2 0 0,3-4-1 16,-1 5 2-16,1 0-3 0,-2 2 3 16,4 3 1-16,-6-3-6 0,8 8 0 0,-4-9-3 15,4 9 1-15,-1-7-6 0,1 7 6 0,0 0-3 0,0 0 2 16,10-2 3-16,-10 2 2 0,17 2-2 0,-6 0-1 16,1 3 4-16,1 1-4 0,-1-1 2 0,-1 3-2 15,0-1 3-15,-1 3-1 0,0-3-1 16,-3 2-2-16,3-1 5 0,-4 0-1 0,-2 2-3 15,1-2 2-15,1 1-2 0,-3-2 3 0,1-1 0 0,-1 1-2 16,-1-1 5-16,1 0-4 0,-1 0 1 16,0-1 1-16,-2-5 0 0,4 8 1 0,-4-8 2 0,7 8 1 15,-3-6-2-15,-4-2 8 0,10 3-5 0,-2-3-2 16,-8 0 0-16,13-2 0 0,-5-3 1 16,3 1-2-16,-5 0 2 0,3-4-1 0,-1 0 3 15,-2-2 0-15,-1 0-3 0,1 0 0 0,-2 0-1 16,0 1-1-16,0-2 2 0,0-1 0 0,0-1-3 15,1 2 2-15,-5 1-2 0,2 2 0 0,0-1 2 16,-2 1-1-16,0 8-3 0,4-8 1 0,-4 8-6 16,1-6-2-16,-1 6 0 0,0 0 3 0,11-1 0 15,-11 1 1-15,11 7-2 0,-6-1 2 0,1 1-2 16,2 4 4-16,-4-1 2 0,0 1-4 0,1 5 2 16,-1-3 2-16,-2-2-1 0,3 1 1 0,0-3-2 15,-1 2 0-15,3-2 2 0,-3 2 0 0,3-4-1 16,-2-2 3-16,1 3-1 0,1-4 6 0,-3 0 4 15,3-3 1-15,7 1 2 0,-8-2-6 0,5 0 3 16,-11 0 2-16,14-3-1 0,-7-1-1 0,1-2 0 16,-1-1 3-16,1 0 2 0,-2 0 0 0,1-2 2 15,-1 0-3-15,-6-1-1 0,6 0-2 0,-2-1-2 16,0 0-2-16,-4-2 2 0,2 1-1 0,-2 1-1 16,0 2 1-16,0 0-3 0,0 9 1 0,-2-14 0 15,2 14-2-15,0-7-5 0,0 7-2 0,0 0-1 16,0 0 0-16,0 0 1 0,0 0 1 0,0 0-2 15,7 21 3-15,-3-11-1 0,-4 1 3 0,0 2-5 16,4 4 4-16,-4-4 1 0,0 1 2 0,2-1-5 16,-2 0 4-16,1 1 0 0,-1-3 1 0,2 1-28 15,1-2-28-15,-3 0-27 0,0-1-45 0,0-2-46 16,0-7-32-16,0 12-185 0,0-12-419 0,-8 7 185 16</inkml:trace>
  <inkml:trace contextRef="#ctx0" brushRef="#br0" timeOffset="37755.68">13319 15237 67 0,'0'0'56'0,"0"0"-16"0,14 30-17 15,-12-17-24-15,5 3-31 0,-1 1-32 0,2-1 14 16</inkml:trace>
  <inkml:trace contextRef="#ctx0" brushRef="#br0" timeOffset="38180.51">13472 15443 102 0,'0'0'141'0,"0"0"16"16,12-9-12-16,-12 9-3 0,6-8-10 0,-6 8-10 16,9-8-7-16,-9 8-10 0,7-14-18 0,-4 5 3 15,1 1-4-15,0-2-7 0,1 3-6 0,-3-2 3 16,2-2 0-16,-4 11 0 0,2-13-2 0,-2 13-1 0,2-11 3 15,-2 11-6-15,0 0-7 0,-2-14-7 16,2 14-6-16,0 0-7 0,-10-7-7 0,10 7-4 16,0 0-5-16,0 0-2 0,-21 17-4 0,14-8 2 15,1 3-5-15,2-1-1 0,-1 5-1 0,0 0-4 16,1-4 0-16,-1-1 1 0,5 2-4 0,0-2 0 16,0 0 1-16,2-2-3 0,1 1-2 0,1-3 6 15,-1 0-4-15,-1-1 2 0,7-1-1 0,-5-3-1 16,-4-2-1-16,13 4 0 0,-3-5 1 0,-10 1 7 15,15-5-8-15,-3 2 1 0,-3-2-2 0,-3-2 1 16,3 1-4-16,1 0 1 0,0-3 1 0,1 1 0 16,-1-2 3-16,1-2-4 0,3 1-1 0,-1 1 1 15,-4 0-1-15,0 2 3 0,0-2-8 0,0 4 0 16,-5 0 5-16,0 1-5 0,2-1-3 0,-6 6-1 16,9-1 3-16,-9 1 2 0,0 0-1 0,10 4 3 15,-10-4-1-15,5 12 1 0,-3-7 0 0,3 1 4 16,-5 3-2-16,3 0 1 0,-3 4-3 0,2-2-25 15,-2 1-30-15,0 2-32 0,0-3-54 0,0 2-30 16,0 4-41-16,-3 1-126 0,-4-3-365 0,0 1 162 16</inkml:trace>
  <inkml:trace contextRef="#ctx0" brushRef="#br0" timeOffset="38929.58">12464 16108 11 0,'-9'-6'203'0,"-3"3"-9"0,1 0-8 16,-3 1-5-16,-3-2-13 0,-1 6-9 0,-2-1-12 16,4 2-8-16,-4 3-10 0,2 1-11 0,-6 6-7 15,7 0-8-15,-3 4-9 0,5-3-32 0,3 3-5 16,-1-2-4-16,4 2-6 0,2 2-2 0,3-6-6 16,1 3-5-16,2 1 0 0,2-5-7 0,4-1 2 15,0-1-5-15,3 0 1 0,1-3-3 0,1 1-3 16,3-3 1-16,1-1-3 0,5-1-2 0,-2-5 4 15,3 1-3-15,-3 1-1 0,0-7-2 0,-2 0 1 16,1-1-1-16,-1-2 2 0,1-1-2 0,-7 1 3 16,-1-3-2-16,3-1 0 0,-3-2 3 0,-2-1-3 15,3-6-8-15,-5-2 4 0,2 6 0 0,-2-5 1 16,-2 3-5-16,3-3-1 0,-3-2 1 0,2-1 0 16,-4 3 0-16,2 5-1 0,-2 1-1 0,0 0 1 15,-2 5-1-15,2-1-1 0,2 4 2 16,-2 10-1-16,-2-14-2 0,2 14-3 0,0 0-3 15,0-10 1-15,0 10 0 0,0 0-4 0,0 0 5 0,0 0-2 16,5 36-1-16,-6-10 1 0,4 1-1 0,0 3 6 16,-3-3-3-16,4 3 4 0,-4 0-4 0,7-3 2 15,-1-2 1-15,-1-5-2 0,1 4 2 0,-2-7 4 16,2-1-5-16,0 0 0 0,-1-5-3 16,-1 1 4-16,-2-2-1 0,6-2 2 0,-4-2 1 15,-4-6 3-15,13 8-5 0,-6-6 7 0,3 1-3 16,-10-3 0-16,21-3 1 0,-11-1 0 0,5-3-4 15,-3 0 10-15,-3-1-9 0,4-2 1 0,-3 0-2 16,-4-1 2-16,2-2-1 0,-1-1 0 0,1-3-2 16,-4 6 3-16,0-4-2 0,-4 4 5 0,0 11-6 15,-2-23 0-15,2 23 0 0,-8-16-1 0,4 7-1 16,4 9-4-16,-13-6 1 0,13 6 0 0,0 0-2 16,-23 6 4-16,10 5 0 0,1 2 2 0,2-1-1 15,1 2 0-15,-1 3 2 0,4-3 0 0,0 2-4 16,3 0 1-16,3-3-19 0,0 2-19 0,3 0-30 15,-2-4-28-15,-1-11-24 0,9 21-21 0,-1-13-29 16,0 0-20-16,-1-1-138 0,2-1-356 0,0-3 159 16</inkml:trace>
  <inkml:trace contextRef="#ctx0" brushRef="#br0" timeOffset="39301.8">12733 16334 551 0,'7'-5'-25'0,"-7"5"20"0,11-10 20 0,-11 10 6 16,11-14 17-16,-6 4 16 0,-2 0 13 0,-3 10 6 15,6-23-6-15,-4 12 2 0,1-2 8 0,-1 1 2 0,2 1 11 16,-4 11 1-16,10-22 6 0,-6 12-4 0,3 0 7 15,-1 0-8-15,-6 10 3 0,9-13-12 0,-1 8-4 16,0 3-9-16,-8 2-7 0,17-3-4 16,-17 3-8-16,17 7-2 0,-9-1-4 0,2 2-2 15,-1 0-4-15,-1-1-1 0,1 0-6 0,-1 4-4 16,2-2 0-16,-3 0-1 0,3 0-6 0,-1-1 2 16,1-2-6-16,-1 2 0 0,1-2-2 0,0-4 3 15,-1 1-1-15,-9-3 2 0,18-1-5 0,-18 1 0 16,17-4 1-16,-11 0-2 0,3-2-3 0,0 1 1 15,0-4-3-15,-4 0 0 0,3-2-1 0,-3 3-2 16,1-8 0-16,-2 7-1 0,0-3 4 0,0-1-3 16,-4 2-2-16,4 1 0 0,-4 10-1 0,1-14 2 15,-1 14-1-15,4-10-4 0,-4 10-5 0,0 0 1 16,0 0-3-16,0 0 2 0,0 0 4 0,0 0-2 16,0 0 3-16,0 0 3 0,4 29-7 0,-6-17 5 15,2 5 0-15,0-5-1 0,0 2-1 0,0 1-1 16,0 0-2-16,2 1-10 0,-2-4-14 0,0 0-20 15,0 0-31-15,0-1-26 0,0-11-47 0,2 16-43 16,-2-8-153-16,0-8-376 0,0 0 167 0</inkml:trace>
  <inkml:trace contextRef="#ctx0" brushRef="#br0" timeOffset="39487.94">13250 16098 168 0,'0'-15'181'16,"0"15"-9"-16,0 0 0 0,0 0-7 0,0 0-1 16,0 0-15-16,0 0-20 0,-2 46-11 0,2-35-10 15,0 7-12-15,-1-1-7 0,1-2-14 0,0 3-37 16,-2-6-28-16,0 3-38 0,2 1-35 0,0-4-50 16,0-2-159-16,0-10-295 0,-2 17 131 0</inkml:trace>
  <inkml:trace contextRef="#ctx0" brushRef="#br0" timeOffset="39844.32">13387 15972 135 0,'0'0'177'0,"0"0"12"0,0 0-3 16,11 18-12-16,-11-18-5 0,0 19-17 0,0-19-9 15,-2 24-17-15,0-7-9 0,2-1-12 16,0 2-6-16,0 0-13 0,0-1-8 0,0 2-7 0,0-5-20 16,2 3-26-16,-2-3-33 0,-2-1-32 0,2-13-38 15,0 23-33-15,0-23-31 0,-2 19-24 0,0-12-91 16,2-7-277-16,0 0 122 0</inkml:trace>
  <inkml:trace contextRef="#ctx0" brushRef="#br0" timeOffset="40358.25">13371 16133 66 0,'14'-14'121'15,"-14"14"-13"-15,0 0-2 0,0 0-4 0,17-2 3 16,-17 2-10-16,19 0 1 0,-19 0-10 0,17 2 6 16,-17-2-2-16,19 2-3 0,-19-2-9 0,20 3-4 15,-20-3-6-15,13 2-4 0,-13-2 0 0,23 1-13 16,-23-1-2-16,20-1 0 0,-20 1 7 0,16-1 1 15,-16 1 2-15,15-3 3 0,-15 3 3 0,12-3-2 16,-12 3 5-16,0 0 1 0,11-7-6 0,-11 7-1 16,0 0-1-16,8-7-4 0,-8 7-4 0,0 0-2 15,0 0-3-15,8-9-7 0,-8 9-3 0,0 0-10 16,0 0-1-16,0 0-10 0,0 0 1 0,0 0-3 16,0 0-2-16,0 0 2 0,11 22 4 0,-11-9 3 15,2 4-3-15,-2 2 2 0,0 4 0 0,0 5 1 16,-2-1 0-16,0 1-5 0,1 2 0 15,1 1 4-15,0 4 0 0,1-1-5 0,1-1 3 0,-2 1-1 16,4-3-3-16,-2-2 1 0,0-1-5 0,0-1 3 16,-1-3-2-16,-1-4-1 0,0-1-1 0,0-2-1 15,0 1-1-15,-1-2 4 0,-3 0-5 0,0-2 9 16,-3-3-12-16,3-2-6 0,-6-1-3 16,2-2 1-16,3-2 0 0,5-4 0 0,-20 5-4 15,9-5-4-15,11 0 2 0,-19-3-7 0,6-4-4 16,3 0-1-16,-5-4 0 0,2-2 2 0,0 1 1 15,2-5-1-15,2-1 1 0,1-5-6 0,2-1-4 16,2-4-1-16,1 3-4 0,6-1 5 0,1 0-5 16,2 3 3-16,6-2-3 0,-3 1 6 0,7 2 0 15,4 1-10-15,0 2-3 0,3 4-21 0,1-1-20 16,3 0-24-16,5 5-49 0,-1 0-42 0,-2 4-135 16,2 0-357-16,-1 1 158 0</inkml:trace>
  <inkml:trace contextRef="#ctx0" brushRef="#br0" timeOffset="41157.4">18470 17125 129 0,'-4'-4'146'16,"4"4"-8"-16,0 0-17 0,0 0-10 0,0 0-2 0,0 0 14 15,0 0-30-15,0 0 2 0,0 0-8 0,22 6-12 16,-13-2-2-16,1-2-1 0,-1 2 0 0,-2 0-7 15,4-2-7-15,-1 2-1 0,2 0 0 0,-2-1-1 16,2-1-8-16,0 0-4 0,-1 1-1 0,-2-1-6 16,-1 1-2-16,-1 1-3 0,-1-3-7 15,2 4 4-15,-2-1-7 0,-1 0 5 0,2 1 2 16,-5 0 6-16,2 5 10 0,-4-10-6 0,0 22-1 16,-1-10-6-16,-7 4-3 0,3 0 1 0,-6 2-1 15,3-1-2-15,-4-1-10 0,0 1-21 0,1 0-22 16,4-1-26-16,-2-1-28 0,4-4-34 0,0 4-52 15,1-3-166-15,0-2-359 0,5 1 160 0</inkml:trace>
  <inkml:trace contextRef="#ctx0" brushRef="#br0" timeOffset="41458.34">18829 17420 146 0,'0'0'253'15,"0"0"-10"-15,0 0-10 0,5-9-13 0,-5 9-20 16,0 0-21-16,0 0-16 0,0 0-16 0,5-6-17 16,-5 6-5-16,0 0-5 0,0 0-10 0,26 8-8 15,-14-2-7-15,-3 0-10 0,7 3-4 0,-4-2-9 16,3 3-1-16,-1 0-8 0,3-1-7 0,-7-2-5 15,4 5-1-15,1-3-4 0,-1-1-7 0,2 1-3 16,-6-2-6-16,1-1-30 0,-2 3-26 0,0-2-32 16,-1 0-40-16,-8-7-36 0,15 8-60 0,-8-4-43 15,-7-4-164-15,0 0-432 0,0 0 192 16</inkml:trace>
  <inkml:trace contextRef="#ctx0" brushRef="#br0" timeOffset="41627.15">19150 17358 55 0,'-3'-10'206'0,"3"10"-14"16,0 0-26-16,-3-7 6 0,3 7-1 0,0 0-8 15,-26 17-10-15,11-3-9 0,-6 5-12 0,2 2-17 16,-2 0-11-16,1 2-7 0,0-2-28 0,1 4-35 16,2-2-32-16,1 0-52 0,3 2-45 0,4-10-71 15,-5 2-112-15,2-3-300 0,1-3 133 0</inkml:trace>
  <inkml:trace contextRef="#ctx0" brushRef="#br0" timeOffset="41777.28">18929 17483 93 0,'0'0'153'0,"0"0"-23"0,0 0-33 0,0 0-28 16,0 0-47-16,-26 7-50 0,26-7-62 0,0 0-97 15,-17 9 43-15</inkml:trace>
  <inkml:trace contextRef="#ctx0" brushRef="#br0" timeOffset="44859.51">16023 15505 11 0,'-5'-10'82'0,"5"10"-7"0,0 0-6 0,0 0 1 15,-4-5-4-15,4 5 0 0,0 0 3 0,0 0-12 16,-7-4-6-16,7 4-4 0,0 0-3 0,0 0-9 15,-6-3 6-15,6 3-11 0,0 0-2 0,-11 0-1 16,11 0-7-16,0 0-3 0,-13 0 4 0,13 0-10 16,0 0 3-16,-14 0 0 0,14 0 13 0,-9 0-11 15,9 0 3-15,-10 3-2 0,10-3-2 0,-9 0-5 16,9 0 10-16,-7 3-6 0,7-3 0 0,0 0-1 16,-7 1-5-16,7-1 8 0,0 0-4 0,0 0 2 15,0 0 5-15,-7 3 2 0,7-3-1 0,0 0 1 16,0 0 1-16,0 0 4 0,0 0-12 0,0 0-2 15,0 0 3-15,0 0 8 0,0 0-5 0,0 0 1 16,26 0-2-16,-15 1-3 0,0 0 1 0,1-1 0 16,1 0 3-16,1 1 0 0,0 1-4 0,4-4 5 15,0 4-5-15,0-2-3 0,1-2 8 0,0 1-9 0,9-1-4 16,-6 2 4-16,-1-2-3 0,0 2 7 16,1-2-4-16,-2 1-7 0,0 1 2 0,0-2 4 15,-1 2-3-15,0-1 1 0,2-1-2 0,-1 2-3 16,2 0-1-16,0 0 6 0,-2-2 3 0,8 1-10 15,-6 0 15-15,6-1-7 0,-6 0-1 0,-2 0-3 16,1-1 2-16,-3 3 1 0,2-3 4 0,-1 2-4 16,-1-1-1-16,3 1-10 0,-2 0 12 0,-3 0-3 15,0-2 1-15,0 2-5 0,0-1 9 0,0 1-9 16,-2 0 4-16,-1 1 6 0,5-1-5 0,-4 1-4 16,4 0 3-16,-7 0-1 0,5 0 0 0,-5 0 0 15,7-1 3-15,-1 2 0 0,-3-1-7 0,-1-1 3 16,3 2 1-16,-3-1 4 0,0 0-7 0,-1 0 0 15,1-1 4-15,1 1-1 0,2-2-1 0,-2 0 0 16,-3 0 8-16,3 1 0 0,-1 0-4 0,0-1 1 16,6 0 0-16,-6 0-1 0,0 2 1 0,-1-2 2 15,2 1-3-15,-2 1 0 0,1-1-1 0,-1-1 2 16,0 2 3-16,2-2-4 0,-4 2 0 0,3-1 2 16,0-1-1-16,-2 2-3 0,0-2 5 0,3 0-5 15,-3 2 1-15,2-1-5 0,-2 1 6 0,1-1 0 16,1-1 4-16,-2-1-2 0,2 3 1 0,-1-2-1 15,-1 1 2-15,3 1 0 0,-2-3 0 0,2 3-8 16,-3 0 6-16,1-1 2 0,-1 0 1 0,-1-2-2 16,-1 3-3-16,0-2-1 0,1 2 3 0,-10 0-1 15,16-3 5-15,-7 2-2 0,1 2 0 0,-1-2-6 16,0-2 3-16,2 2 4 0,0-1-5 0,-1 1 6 16,0 0-2-16,-2 1-1 0,-8 0-3 0,14-1 4 15,-7-2 1-15,0 2-6 0,2-1 2 0,-9 2 3 16,15 0 0-16,-8 0-2 0,-7 0 0 0,13 0 3 15,-7 2-3-15,-6-2 3 0,11-2-2 0,-11 2-3 16,12-2-2-16,-12 2 3 0,10-2-2 0,-10 2-3 16,10-3 7-16,-10 3-6 0,10 0 3 0,-10 0 0 15,9-3 0-15,-2 2 0 0,-7 1-1 0,14 0 2 16,-8-2-4-16,-6 2 2 0,12 2-3 0,-5-4 5 16,-7 2-2-16,14 0 1 0,-14 0-3 0,13-2 2 15,-13 2-2-15,12-1 4 0,-12 1 0 0,10-2-1 16,-4 0-1-16,-6 2 4 0,16-2-1 0,-11 0 0 15,-5 2 1-15,13-1-2 0,-7 0 0 0,-6 1 0 16,14-3-1-16,-6 2 0 0,-2-2-4 0,2 2 5 16,-8 1-3-16,14-2 0 0,-8-1 2 0,-6 3-4 15,17-1 0-15,-11-1 0 0,1 1 0 0,-7 1-3 16,12-3 0-16,-5 1 2 0,-7 2-3 0,11-1 3 16,-2 0-2-16,-9 1 2 0,10-2-2 0,-10 2 3 15,15 0 2-15,-8-1-1 0,-7 1-3 0,10-4 1 16,-3 3-1-16,-7 1 2 0,10-4 0 0,-4 3-1 15,-6 1 0-15,11-2 0 0,-11 2 2 0,10-3-2 16,-3 0 0-16,-7 3 3 0,11-3-2 0,-5-1 3 16,-6 4-3-16,13-3 3 0,-7 3-1 0,-6 0-5 15,13-2 3-15,-5 1 2 0,-1 0-2 0,-7 1-1 16,13-2 0-16,-6 0 0 0,4 1 1 0,-3-1 2 16,1 0-4-16,1 2 3 0,-10 0 0 0,18-4-1 15,-12 3-3-15,3 0 1 0,-1-2 0 0,-8 3 2 16,10-1 3-16,-10 1-3 0,8-3-2 0,-8 3 3 15,8-1 0-15,-8 1 2 0,0 0-1 0,10-2 1 16,-10 2 2-16,0 0-2 0,7-2-1 0,-7 2 0 16,0 0 1-16,0 0 0 0,0 0 0 0,10-1 5 15,-10 1-7-15,0 0 1 0,0 0 0 0,7-3-5 16,-7 3 2-16,0 0 9 0,0 0-9 0,0 0 3 16,0 0-3-16,0 0 14 0,0 0-10 0,0 0 6 15,0 0 0-15,0 0-1 0,0 0 1 0,0 0 4 16,0 0-6-16,0 0 0 0,0 0 2 0,0 0-3 15,0 0 3-15,0 0-2 0,0 0-6 0,0 0 1 16,0 0-1-16,0 0 2 0,0 0-1 0,0 0 2 16,0 0-1-16,0 0-4 0,0 0 2 0,0 0-1 15,0 0-4-15,0 0 6 0,0 0-3 0,0 0 1 16,0 0-4-16,0 0 2 0,0 0 2 0,0 0-3 16,0 0 3-16,0 0-3 0,0 0 2 0,0 0-1 15,0 0 1-15,0 0-4 0,0 0-1 0,0 0 5 16,0 0-3-16,0 0 0 0,0 0 1 0,0 0-5 15,0 0 4-15,0 0-1 0,0 0-1 16,0 0 2-16,0 0-3 0,0 0 3 0,0 0-2 0,0 0-5 16,0 0-7-16,0 0-7 0,0 0-10 0,0 0-12 15,0 0-8-15,0 0-13 0,0 0-17 0,0 0-24 16,0 0-35-16,0 0-30 0,-18 12-26 0,13-8-171 16,-4 0-397-16,-3 2 175 0</inkml:trace>
  <inkml:trace contextRef="#ctx0" brushRef="#br0" timeOffset="52919.98">16019 15472 14 0,'0'0'28'0,"0"0"0"0,0 0 1 16,0 0 0-16,0 0 0 0,0 0-5 0,0 0 0 16,0 0 3-16,0 0 1 0,0 0-1 0,0 0-8 15,0 0-5-15,0 0 1 0,0 0-1 0,0 0-5 16,0 0 6-16,0 0-11 0,0 0 2 0,0 0-1 16,0 0 4-16,0 0-7 0,0 0 5 0,0 0 0 15,0 0-3-15,0 0 1 0,0 0-1 0,0 0 6 16,0 0 8-16,0 0-14 0,0 0 11 0,0 0-7 15,0 0 3-15,0 0 3 0,0 0-7 0,0 0 3 16,0 0-5-16,0 0 8 0,0 0 3 0,0 0-2 16,0 0-1-16,0 0 0 0,0 0-5 0,0 0 5 15,0 0 5-15,0 0-7 0,0 0 12 0,0 0-5 16,0 0-5-16,0 0 3 0,0 0 2 0,0 0 1 16,0 0-2-16,0 0-2 0,0 0-5 0,0 0-1 15,0 0-4-15,0 0 1 0,0 0 3 0,0 0-6 16,0 0-2-16,0 0 6 0,0 0-3 0,0 0 2 15,0 0-6-15,0 0 0 0,0 0 6 0,-5 19 0 16,5-19-6-16,0 0 4 0,-4 4-2 0,4-4 2 16,0 0-7-16,0 0 12 0,-8 3-7 0,8-3 2 15,0 0-1-15,-7 4-5 0,7-4-1 0,0 0 4 16,-9 1 14-16,9-1-21 0,0 0 11 0,0 0-3 16,-9 2 6-16,9-2-6 0,0 0 8 0,0 0-6 15,-7 2 9-15,7-2-6 0,0 0-3 0,0 0-1 16,0 0 3-16,-7 4 4 0,7-4-7 0,0 0 6 15,0 0-4-15,0 0 1 0,0 0-8 0,0 0 2 16,0 0-4-16,0 0 2 0,-7 2 4 0,7-2-1 16,0 0 4-16,0 0-5 0,0 0 2 0,-3 5-4 15,3-5 5-15,0 0-3 0,0 0 1 0,-3 6 1 16,3-6-2-16,0 0 5 0,-3 7-13 0,3-7 17 16,0 0-7-16,0 0-2 0,0 9 4 0,0-9-2 15,0 0 1-15,0 0-3 0,-1 8 2 0,1-8-1 16,0 0 1-16,0 0 3 0,0 0-7 0,0 10 7 15,0-10 2-15,0 0 0 0,1 8-6 0,-1-8 0 16,0 0 1-16,0 0 2 0,-1 9 3 16,1-9 1-16,0 0-2 0,-2 7 2 0,2-7-2 0,0 0-7 15,0 0 5-15,1 9 1 0,-1-9 4 0,-1 7 0 16,1-7-1-16,0 0 2 0,-2 11 5 0,2-11-7 16,2 9-4-16,-2-9 4 0,1 5-3 0,-1-5 12 15,0 9-5-15,0-9-3 0,1 8 5 16,-1-8 0-16,1 9-6 0,-1-9-3 0,0 8 7 0,0-8-7 15,0 0 11-15,0 11-1 0,0-11-4 0,-1 8 0 16,1-8-11-16,1 8 4 0,-1-8 1 0,0 0 1 16,2 9 2-16,-2-9-2 0,0 8 1 0,0-8 1 15,0 0-1-15,0 8 0 0,0-8 2 16,1 9-2-16,-1-9-3 0,-1 9 6 0,1-9 2 16,2 7-4-16,-2-7-5 0,2 9 5 0,-2-9 3 0,0 0-2 15,1 9-6-15,-1-9-9 0,2 7 11 0,-2-7-3 16,3 7 3-16,-3-7-4 0,0 7 0 0,0-7 5 15,0 0 7-15,0 10-5 0,0-10-1 16,1 7-1-16,-1-7-1 0,0 0 1 0,0 12-5 0,0-12 6 16,0 6-4-16,0-6 1 0,0 0 0 15,-1 10 7-15,1-10 14 0,-1 7 3 0,1-7-5 16,0 0-1-16,1 11 2 0,-1-11-4 0,0 8-1 0,0-8-1 16,1 9-3-16,-1-9-2 0,2 7 2 0,-2-7-3 15,0 0 1-15,0 11 0 0,0-11-6 0,2 5 2 16,-2-5-3-16,0 0 5 0,0 9-8 0,0-9 4 15,0 0-1-15,1 10 13 0,-1-10-13 16,2 5-1-16,-2-5 1 0,0 0-5 0,3 8 3 16,-3-8 4-16,2 7 1 0,-2-7-1 0,0 0 3 0,2 7-2 15,-2-7 1-15,0 0-6 0,3 9 1 16,-3-9-2-16,0 0 3 0,2 8 0 0,-2-8 0 16,2 6 0-16,-2-6-3 0,0 0 4 0,0 0 1 15,0 9 1-15,0-9 1 0,0 0-7 0,0 0-2 16,1 11 0-16,-1-11 1 0,0 0 1 0,0 0-1 15,0 8 2-15,0-8-4 0,0 0 5 0,1 10-2 16,-1-10 2-16,0 0-5 0,1 7 0 0,-1-7 0 16,0 0 5-16,0 8 3 0,0-8-7 0,0 0-1 15,0 0 0-15,2 11 0 0,-2-11 6 0,1 6-2 16,-1-6-3-16,0 0 3 0,-4 9-1 0,4-9 0 16,0 0 2-16,0 9-4 0,0-9 1 0,0 0-2 15,1 10 2-15,-1-10 3 0,0 0-4 0,0 8 2 16,0-8-3-16,0 0 4 0,0 8 7 0,0-8-10 15,0 7 2-15,0-7 0 0,0 0 1 0,-1 11-2 16,1-11-2-16,0 0 3 0,-1 7-3 0,1-7 4 16,0 0-5-16,0 0 3 0,0 11-4 0,0-11 2 15,0 0-2-15,-3 8 4 0,3-8 2 0,0 0-6 16,0 0 11-16,2 12-4 0,-2-12 7 0,0 0-4 16,-2 7 4-16,2-7-7 0,0 0-1 0,0 0-1 15,2 12 1-15,-2-12-1 0,0 0-1 0,0 0 2 16,-3 11-1-16,3-11 1 0,0 8 2 0,0-8 3 15,-3 6-6-15,3-6 1 0,-1 8-2 0,1-8 0 16,0 0 4-16,3 10-5 0,-3-10 2 0,0 0-3 16,-3 9 0-16,3-9 0 0,1 8 3 0,-1-8 4 15,3 7-5-15,-3-7 1 0,0 8 3 0,0-8-4 16,0 0-4-16,0 9 3 0,0-9-1 0,1 8 2 16,-1-8 1-16,2 8-3 0,-2-8 6 0,0 0-1 15,1 11-3-15,-1-11 2 0,0 6 0 0,0-6-1 16,-1 10 3-16,1-10-4 0,1 7-2 0,-1-7 5 15,0 0-1-15,1 8 0 0,-1-8-4 0,0 0 3 16,0 10-3-16,0-10 0 0,0 0 2 0,-1 9-1 16,1-9 4-16,1 8-4 0,-1-8 1 0,0 0-4 15,0 9 3-15,0-9 1 0,0 0-1 0,-1 9-2 16,1-9 6-16,2 6-30 0,-2-6 4 16,0 0 1-16,-1 11 2 0,1-11-1 0,-2 7 6 15,2-7 4-15,0 0-2 0,0 9 1 0,0-9 4 0,-2 9 0 16,2-9-3-16,-1 7 10 0,1-7-15 0,0 0 13 15,-4 10-7-15,4-10 3 0,0 0 2 0,-1 8 0 16,1-8-3-16,0 0 0 0,-1 9 4 16,1-9-9-16,-3 6 11 0,3-6 2 0,-2 8-7 15,2-8 6-15,0 0-5 0,0 10 2 0,0-10 2 16,-3 5-4-16,3-5 9 0,0 0-6 0,-1 10 4 16,1-10-3-16,0 0 3 0,1 8-3 0,-1-8 4 15,0 0-5-15,-1 10 3 0,1-10-4 0,0 0 4 16,0 8-4-16,0-8 2 0,0 0-2 0,0 0 3 15,0 10-2-15,0-10 5 0,0 0-4 0,1 7 2 16,-1-7 1-16,0 0-6 0,0 0 1 0,0 9 2 16,0-9 0-16,0 0-1 0,0 0 0 0,0 0 4 15,-1 11-3-15,1-11-1 0,1 6 5 0,-1-6-5 16,0 0 2-16,0 0 2 0,0 11-4 0,0-11 2 16,0 0 0-16,0 8-2 0,0-8 3 0,0 0 2 15,0 0-3-15,0 10 0 0,0-10-4 0,0 0 6 16,0 0-2-16,-1 7 2 0,1-7-2 0,0 0-1 15,0 0 0-15,0 10 4 0,0-10-3 0,0 0-4 16,-1 6 11-16,1-6-7 0,0 0-1 0,0 0 1 16,0 0 0-16,-3 9 6 0,3-9-8 0,0 0-2 15,0 0 3-15,-5 4-3 0,5-4 4 0,0 0 0 16,0 0 1-16,0 0 0 0,0 0-7 0,-1 10-1 16,1-10 6-16,0 0 3 0,-3 9-1 0,3-9 10 15,-1 10-8-15,-1-3 6 0,2-7 4 0,-3 9-5 16,3-9 1-16,-2 7-6 0,2-7 1 0,-5 9-1 15,5-9 3-15,0 8 1 0,0-8 1 0,-1 8-4 16,1-8 5-16,-1 7-6 0,1-7 1 0,0 0-2 16,0 0-1-16,0 10 3 0,0-10-3 0,0 0 2 15,-3 6 0-15,3-6 0 0,0 0-6 0,0 0 4 16,0 0-1-16,-1 7 4 0,1-7-4 0,0 0-1 16,0 0 0-16,0 0 0 0,-1 7-1 15,1-7-6-15,0 0 7 0,0 0 1 0,0 0 2 16,-2 9-2-16,2-9-2 0,0 0-1 0,0 0 0 15,0 0 7-15,-2 6-5 0,2-6 2 0,0 0 0 0,0 0-3 16,-2 9-2-16,2-9 6 0,-1 11-3 16,1-11 9-16,-1 7-1 0,1-7 3 0,0 10-9 15,0-10 1-15,0 0 1 0,-1 12 0 0,1-12 0 16,0 0-3-16,0 0 0 0,0 15-2 0,-3-11 3 16,3-4 5-16,0 0-10 0,0 0 5 0,1 19 2 15,-1-19 0-15,0 0-3 0,-1 12 2 0,1-12-6 16,0 0 3-16,0 0 1 0,0 0-4 0,0 14 8 15,0-14 0-15,0 0-4 0,0 0 2 0,-1 12-4 16,1-12 2-16,0 0 0 0,0 0 3 0,0 0-4 16,-4 10 1-16,4-10 1 0,0 0-3 0,0 0 2 15,0 0-1-15,0 0 0 0,0 0 0 0,1 14 1 16,-1-14 0-16,0 0 0 0,0 0 0 0,0 0-5 16,0 0 4-16,0 0-1 0,0 0 0 0,-2 9 0 15,2-9 0-15,0 0 5 0,0 0-4 0,0 0-3 16,0 0 6-16,0 0-3 0,0 0 0 0,0 0 0 15,0 0 0-15,0 0-2 0,0 0 5 0,0 0-1 16,2 11-2-16,-2-11-3 0,0 0 4 0,0 0 1 16,0 0-4-16,0 0-1 0,0 0 4 15,0 0-4-15,0 0 3 0,0 0 1 0,0 0 1 0,0 0-3 16,0 0 6-16,0 11 0 0,0-11-3 0,0 0-3 16,0 0 1-16,0 0 0 0,0 0-1 0,0 0 2 15,0 0-5-15,0 0 5 0,0 0-1 16,0 0 2-16,0 0-4 0,0 0 2 0,0 0 3 0,0 0-3 15,0 0 2-15,0 0-2 0,0 0 3 16,0 0-5-16,0 0 2 0,0 0 5 0,0 0-8 16,0 0 3-16,0 0-3 0,0 0 8 0,0 0-5 0,0 0-2 15,0 0 5-15,0 0-5 0,0 0 0 16,0 0 3-16,0 0-1 0,0 0-3 0,0 0 4 0,0 0-2 16,0 0 4-16,0 0-3 0,0 0 3 15,0 0 1-15,0 0-5 0,0 0 1 0,0 0-1 16,0 11-1-16,0-11 2 0,0 0 2 0,0 0-6 15,0 0 3-15,0 0 0 0,0 0 4 0,0 0-8 16,0 0 5-16,0 0-3 0,0 0 8 0,0 0-9 16,0 0 2-16,0 0-2 0,-1 5 5 0,1-5-1 15,0 0 2-15,0 0-5 0,0 0 6 0,0 0-4 16,1 9 3-16,-1-9-2 0,0 0 2 0,0 0-2 16,0 0 0-16,0 0-2 0,0 0 5 0,0 0-2 15,0 0-2-15,0 0 8 0,0 0-9 0,0 0 4 16,0 0-4-16,-4 5 4 0,4-5-3 0,0 0 2 15,0 0-4-15,0 0 6 0,-2 7-4 0,2-7 3 16,0 0-2-16,0 0-1 0,0 0-3 0,0 0 5 16,0 0-1-16,0 0-2 0,-4 7 1 0,4-7 2 15,0 0-1-15,0 0-2 0,0 0 3 0,0 0-3 16,0 0-1-16,0 0 3 0,0 0 2 0,-1 8-4 16,1-8 5-16,0 0-6 0,0 0 4 0,0 0-3 15,0 0 3-15,-4 8 2 0,4-8 2 0,0 0-6 16,0 0 2-16,0 0-4 0,0 0 3 0,0 0-2 15,-1 6 3-15,1-6-2 0,0 0 1 0,0 0 0 16,0 0 2-16,-3 7-2 0,3-7 0 0,0 0-1 16,0 0 2-16,0 0-1 0,0 0 1 0,0 0-2 15,0 0-1-15,-3 7 6 0,3-7-6 0,0 0 3 16,0 0 1-16,0 0-10 0,0 0 10 0,0 0 1 16,0 0 1-16,-6 4-8 0,6-4 2 0,0 0 4 15,0 0-7-15,0 0 9 0,0 0-3 0,-4 6 1 16,4-6 1-16,0 0 1 0,0 0-10 0,0 0 6 15,0 0 0-15,-5 6 1 0,5-6-2 0,0 0 5 16,0 0-5-16,0 0 4 0,-5 5 27 0,5-5-1 16,0 0-3-16,0 0-2 0,0 0-3 0,0 0-2 15,0 0-3-15,0 0 1 0,-5 3-4 0,5-3 3 16,0 0-6-16,0 0 0 0,0 0-5 16,0 0 6-16,0 0-3 0,-4 9 1 0,4-9-3 15,0 0 0-15,0 0-2 0,-4 6 3 0,4-6-7 0,0 0 3 16,0 0-1-16,0 0 0 0,-5 2-2 0,5-2-2 15,0 0 4-15,0 0-1 0,-5 5 2 16,5-5-1-16,0 0 5 0,0 0-7 0,-6 7 2 16,6-7-2-16,0 0-1 0,-5 5 2 0,5-5-7 15,0 0 10-15,-6 5-5 0,6-5 2 0,-5 4 2 16,5-4-5-16,0 0 6 0,0 0-4 0,-5 5 3 16,5-5-3-16,0 0 4 0,0 0-4 0,-6 7-3 15,6-7 3-15,-8 1-1 0,8-1 1 0,0 0 1 16,-6 4-1-16,6-4 2 0,0 0-5 0,-7 5 4 0,7-5-2 15,0 0-3-15,-7 5 3 0,7-5 4 16,0 0-3-16,0 0-1 0,-9 8 1 0,9-8-1 16,0 0 2-16,0 0 2 0,-7 8-3 0,7-8 0 15,0 0 0-15,0 0-1 0,0 0 3 0,-5 8-1 16,5-8 0-16,0 0-1 0,-5 6 0 0,5-6-1 16,-3 6-1-16,3-6 4 0,0 0 1 0,0 0-2 15,-5 4-1-15,5-4 1 0,0 0 1 0,0 0-3 16,-7 3 4-16,7-3-3 0,0 0 4 0,0 0-2 15,0 0-2-15,-7 3 2 0,7-3-4 0,0 0 2 16,0 0-1-16,0 0 3 0,0 0-3 0,-7 4 0 16,7-4 2-16,0 0-4 0,-7 3 6 0,7-3-3 15,0 0 2-15,-9 3-2 0,9-3 1 0,-5 4 1 16,5-4-4-16,0 0 3 0,0 0-2 0,-9 2 1 16,9-2 0-16,0 0 0 0,-9 1 1 0,9-1-2 15,0 0-1-15,0 0 2 0,0 0-4 0,-7 4 4 16,7-4 3-16,0 0-3 0,0 0 0 15,-9 1 0-15,9-1 0 0,0 0 2 0,-9 0-1 16,9 0 2-16,-8 3-8 0,8-3 9 0,0 0-4 0,-9 1 0 16,9-1 1-16,0 0 2 0,-6 2-4 0,6-2 8 15,0 0-7-15,0 0-1 0,-9 4 0 0,9-4 2 16,-8 1 2-16,8-1-9 0,0 0 6 16,0 0 3-16,-13-1-5 0,13 1 2 0,0 0 2 15,-10-2-5-15,10 2 4 0,0 0 1 0,-10-2-3 16,10 2 2-16,0 0 2 0,0 0-1 0,-10-1-5 15,10 1 5-15,0 0-4 0,-9-1 1 0,9 1 6 16,0 0-2-16,-8-3-3 0,8 3-1 0,0 0 1 16,0 0 0-16,-11-1-3 0,11 1-2 0,0 0 2 15,-8-2 6-15,8 2-3 0,0 0 0 0,-8-3 2 16,8 3-7-16,0 0 8 0,-7-3-3 0,7 3 1 16,0 0-2-16,0 0 1 0,0 0 0 0,-13-6-1 15,13 6 2-15,0 0-4 0,0 0 4 0,-10-4 0 16,10 4-1-16,0 0 1 0,0 0 2 0,-11-5-3 15,11 5 3-15,0 0-3 0,0 0 0 0,0 0-3 16,-10-4 2-16,10 4 0 0,0 0 0 0,0 0 4 16,0 0-3-16,-9-5 3 0,9 5-5 0,0 0 2 15,0 0 3-15,0 0-4 0,-11-5 1 16,11 5 0-16,0 0 2 0,0 0-3 0,0 0 3 0,-8-5 1 16,8 5-4-16,0 0-4 0,0 0 3 0,-8-5 0 15,8 5 2-15,0 0-3 0,0 0 4 0,-6-7-4 16,6 7 6-16,0 0-5 0,0 0 4 0,-9-6 2 15,9 6-5-15,0 0-8 0,-7-8 15 16,7 8-6-16,0 0 1 0,-4-8 2 0,4 8-3 0,0 0 0 16,0 0 3-16,-9-9-4 0,9 9 2 15,0 0 1-15,0 0-8 0,-7-7 6 0,7 7 3 16,0 0-1-16,-5-7-2 0,5 7 4 0,0 0-2 16,0 0-1-16,-5-7-2 0,5 7 3 0,0 0-2 15,-5-9 1-15,5 9 0 0,0 0-2 0,-5-8 4 16,5 8-6-16,0 0 4 0,0 0-2 0,-3-14 0 15,3 14 4-15,-4-7-3 0,4 7-1 0,0 0 0 16,-2-12 0-16,2 12 5 0,0 0-7 0,0 0 3 16,-5-11 3-16,5 11-3 0,0 0 3 0,0 0 0 15,-3-13-1-15,3 13 2 0,0 0-4 0,0 0 0 16,0 0 7-16,0 0-6 0,-1-16-2 0,1 16 3 16,0 0-2-16,0 0 2 0,0 0 0 0,0-17 0 15,0 17-4-15,0 0 1 0,0 0 2 0,-3-15 0 16,3 15-2-16,0 0 1 0,-1-14 3 0,1 14-1 15,0 0 0-15,0 0-3 0,-5-16 1 0,5 16 1 16,0 0 1-16,0-14 0 0,0 14 0 0,0 0 1 16,0 0-2-16,-1-14 1 0,1 14 4 0,0 0-11 15,0 0 8-15,0 0-2 0,-3-16 1 0,3 16 3 16,0 0 4-16,1-11 0 0,-1 11-2 0,0 0 1 16,-2-10-7-16,2 10 3 0,0 0-1 0,0 0 2 15,-7-14-8-15,7 14 8 0,0 0 1 16,0-8-11-16,0 8 7 0,0 0 2 0,0 0-1 15,-6-14-3-15,6 14 3 0,0 0 1 0,0 0-4 16,0 0 1-16,0 0 2 0,-1-15-9 0,1 15 8 16,0 0-1-16,-3-9 1 0,3 9-1 0,0 0 1 15,0 0-2-15,0 0 0 0,0-14 0 0,0 14 2 16,0 0-1-16,-3-9-1 0,3 9 2 0,0 0 0 16,0 0 2-16,-1-12-3 0,1 12 2 0,0 0-2 15,-2-9-1-15,2 9 0 0,0 0 6 0,-3-11-4 16,3 11 1-16,0 0-3 0,0 0 0 0,-2-10 1 15,2 10-3-15,0 0 2 0,0 0 2 0,-5-10 2 16,5 10-2-16,0 0 2 0,0 0-3 0,0 0-2 16,0-11 3-16,0 11 3 0,0 0-5 0,0 0-1 15,0 0 2-15,0 0-1 0,-2-13 8 0,2 13-8 16,0 0 0-16,0 0 2 0,-1-11-2 0,1 11 1 16,0 0 0-16,-5-8-2 0,5 8 1 0,0 0 2 15,-4-11-1-15,4 11-2 0,0 0-1 16,0 0 4-16,0-14-4 0,0 14 2 0,0 0 2 0,0 0 3 15,-2-10-6-15,2 10 1 0,0 0 1 16,0 0-1-16,0 0-10 0,-4-17 11 0,4 17 1 16,0 0-1-16,0 0 1 0,-3-12-11 0,3 12 11 15,0 0-1-15,0 0 1 0,-4-9 2 0,4 9-2 16,0 0-3-16,0 0 4 0,0 0-3 0,0 0-1 16,-2-16 3-16,2 16-2 0,0 0-3 0,0 0 3 15,-3-12 1-15,3 12 0 0,0 0 2 0,0 0-3 16,0 0-1-16,-4-16-2 0,4 16 2 0,0 0 1 15,0 0-1-15,0 0-3 0,-1-17 1 0,1 17 5 16,0 0-5-16,0 0 1 0,-5-10 2 0,5 10 1 16,0 0 1-16,0 0 0 0,0 0-3 0,-2-15 0 15,2 15 4-15,0 0-4 0,0 0-3 0,0 0 3 16,0-17 0-16,0 17 0 0,0 0 3 0,0 0-2 16,-6-14-1-16,6 14-1 0,0 0 4 15,0 0-4-15,-1-13 5 0,1 13 0 0,0 0-3 16,0 0 1-16,-4-14 0 0,4 14-1 0,0 0-4 15,0 0 3-15,-2-13 2 0,2 13 0 0,0 0-3 16,0 0 2-16,-3-15-11 0,3 15 11 0,0 0 3 16,-1-13-2-16,1 13 1 0,0 0-1 0,0 0-5 15,0-15 6-15,0 15-1 0,0 0-1 0,0 0 1 16,-2-18 0-16,2 18-2 0,0 0 4 0,0 0-4 16,0-17 3-16,0 17 0 0,0 0-1 0,0 0 2 15,-2-14 0-15,2 14-7 0,0 0 3 0,2-14-10 16,-2 14 8-16,0 0 3 0,0 0 0 0,-2-16-1 15,2 16-1-15,0 0 3 0,0 0-1 0,0 0 1 16,0-15-1-16,0 15 1 0,0 0-10 0,0 0 11 16,0 0-1-16,-2-16-2 0,2 16 6 0,0 0-6 15,0 0-3-15,0 0 4 0,0 0 1 0,0 0-2 16,0 0-7-16,0-25 13 0,0 25-4 0,0 0 2 16,0 0-5-16,0 0 3 0,-2-16-3 15,2 16-1-15,0 0 4 0,0 0-1 0,0 0 4 0,0-17-4 16,0 17 3-16,0 0 1 0,0 0-5 0,0 0 1 15,0 0 1-15,0 0-1 0,2-18-2 16,-2 18-2-16,0 0 4 0,0 0-1 0,0 0 3 16,0 0-4-16,0 0 2 0,2-17 1 0,-2 17-3 15,0 0 4-15,0 0-5 0,0 0-2 0,0-18 6 16,0 18-2-16,0 0 2 0,0 0-1 0,0 0-1 16,0 0 2-16,0 0-2 0,0 0 3 0,0-21 0 15,0 21-1-15,0 0-1 0,0 0 1 0,0 0 1 16,0-16-3-16,0 16 1 0,0 0-1 0,0 0 0 15,0 0-1-15,2-16 3 0,-2 16 0 0,0 0-4 16,0 0 1-16,0 0 2 0,0 0-1 0,4-16 2 16,-4 16-1-16,0 0-1 0,0 0-1 0,0 0 4 15,0 0-4-15,0-18 1 0,0 18 2 0,0 0 0 16,0 0-11-16,0 0 11 0,0 0-1 0,0-18-4 16,0 18 5-16,0 0 1 0,0 0-3 0,0 0 2 15,0 0 1-15,-4-18-3 0,4 18 1 0,0 0 1 16,0 0 2-16,0 0-3 0,0 0 1 15,0 0-1-15,-2-17-2 0,2 17 1 0,0 0 1 16,0 0 1-16,0 0 0 0,-3-18-1 0,3 18 1 16,0 0-2-16,0 0 3 0,0 0-1 0,0 0-7 15,0 0 8-15,-3-17 0 0,3 17-1 0,0 0 0 16,0 0 2-16,0 0-3 0,0 0 1 0,-8-14 0 16,8 14 1-16,0 0 0 0,0 0 1 0,0 0-2 15,0 0 2-15,0 0 0 0,0 0-4 0,-2-17 2 16,2 17 0-16,0 0-7 0,0 0 3 0,0 0 1 15,-2-15 2-15,2 15 0 0,0 0 3 0,0 0-4 16,0 0 2-16,0 0 0 0,-5-14-3 0,5 14 3 16,0 0 0-16,0 0-3 0,0 0 2 0,0 0 3 15,0 0-3-15,0 0 0 0,0 0 0 0,-4-15 3 16,4 15-3-16,0 0 1 0,0 0 1 0,0 0-1 16,0 0-2-16,0 0 2 0,0 0-2 0,0 0 1 15,0 0-3-15,-3-17 1 0,3 17 2 0,0 0-1 16,0 0-4-16,0 0 5 0,0 0 2 15,0 0-2-15,0 0 0 0,0 0 2 0,0-21-3 16,0 21 0-16,0 0 1 0,0 0-1 0,0 0 0 16,0 0 3-16,0 0-2 0,3-17 0 0,-3 17 0 15,0 0-1-15,0 0 2 0,0 0-1 0,0 0 0 16,0-18 2-16,0 18-1 0,0 0-2 0,0 0 2 16,0 0-3-16,0 0 0 0,5-17 2 0,-5 17 2 15,0 0-3-15,0 0 2 0,0 0 1 0,0 0-3 16,0 0-1-16,4-13-1 0,-4 13 1 0,0 0 2 15,0 0-4-15,0 0 3 0,0 0 2 0,0 0-3 16,0 0 0-16,0 0-4 0,0 0 4 0,0 0 4 16,0 0-7-16,0 0 8 0,0 0-3 0,0 0 4 15,2-16 0-15,-2 16 1 0,0 0-2 0,0 0 0 16,0 0-1-16,0 0 4 0,0 0-1 0,0 0 0 16,0 0 1-16,0 0-10 0,0 0 6 0,0 0 2 15,0 0 2-15,0 0-5 0,0 0 4 0,0 0-4 16,0 0-3-16,0 0 6 0,0 0-2 15,-2-20-2-15,2 20 4 0,0 0-3 0,0 0-1 16,0 0 2-16,0 0 0 0,0 0-3 0,0 0 0 16,0 0 6-16,0 0-4 0,0 0-1 0,0-17 1 15,0 17-12-15,0 0 12 0,0 0 1 0,0 0-1 16,0 0 1-16,0 0-4 0,0 0 5 0,0 0-3 16,0 0-6-16,0 0 8 0,0 0-1 0,0 0 1 15,0 0 1-15,0 0-4 0,0 0 6 0,1-18-2 16,-1 18-3-16,0 0 2 0,0 0-1 0,0 0-2 15,0 0 1-15,0 0 0 0,0 0 0 0,0 0 0 16,0 0 0-16,0 0 3 0,0 0 0 0,0 0-4 16,0 0-5-16,0 0 7 0,0 0 0 0,0 0 1 15,0 0 0-15,0 0-2 0,0 0 1 0,0 0 1 16,0 0 0-16,0 0-2 0,0 0 3 0,0 0-2 16,0 0-3-16,0 0 4 0,0 0-2 0,0 0 0 15,0 0-2-15,0 0-21 0,0 0-23 16,0 0-29-16,0 0-21 0,0 0-16 0,0 0-27 0,0 0-40 15,0 0-19-15,0 0-13 0,0 0-112 16,0 0-347-16,0 0 153 0</inkml:trace>
  <inkml:trace contextRef="#ctx0" brushRef="#br0" timeOffset="54801.49">15665 15643 3 0,'0'0'51'0,"0"0"-4"15,0 0-3-15,0 0-5 0,-3-8-3 0,3 8-3 16,0 0-1-16,0 0-4 0,0 0-5 0,0 0 0 16,0 0-8-16,0 0 1 0,0 0 5 0,0 0-1 15,0 0-4-15,0 0 3 0,0 0-4 0,0 0-1 16,0 0 3-16,9 22 0 0,-6-17-9 0,-3-5 9 16,1 8-2-16,-1-8 0 0,3 9 1 0,-1-4-2 15,-2-5 2-15,3 9-7 0,-3-9 2 0,4 11-8 16,-4-11 2-16,1 9 1 0,3-2 4 0,-4-7-3 15,2 10 8-15,0-5-10 0,-2-5 0 0,1 12-2 16,-1-7-1-16,0-5 2 0,1 11-1 0,-1-11 0 16,-1 14 3-16,0-7 1 0,-1 3-6 0,2-10-2 15,-2 17-1-15,2-10-1 0,0-1 5 16,0-6 3-16,0 14-2 0,0-8 10 0,2 1-7 16,-2-7-7-16,0 12 2 0,0-4 1 0,0-8-3 15,2 12 1-15,-1-7-2 0,-1-5 1 0,0 11-4 16,1-5 5-16,-1-6 2 0,3 10-1 0,-3-10-4 0,1 10 9 15,-1-4-5-15,0-6-2 0,3 10 1 16,-2-3 0-16,0-1 2 0,0 2-4 0,1-2-3 0,-2-6 6 16,1 13-4-16,-1-13 4 0,3 12-1 15,-3-12-1-15,2 12-1 0,-2-12 3 0,1 10-2 16,-1-10 1-16,4 11-2 0,-4-11 0 0,4 9 2 16,-4-9-1-16,0 0 6 0,4 13-3 0,-4-13 2 15,1 9-2-15,-1-9-3 0,0 0 2 0,0 10-1 16,0-10-1-16,0 0 9 0,3 13-9 0,-3-13 4 15,0 0-5-15,1 12 4 0,-1-12-1 0,0 0-1 16,-1 13-3-16,1-6 3 0,0-7 3 0,-3 13-9 16,3-7 7-16,0-6-3 0,-1 14 5 0,0-7-4 15,1-7 0-15,-2 11 4 0,2-11 6 0,-1 13-9 16,1-8-2-16,0-5-3 0,-1 13 4 0,1-13-1 16,0 11 3-16,0-11 1 0,-3 7 3 0,3-7-1 15,0 12-4-15,0-12 3 0,0 10-3 0,0-10-5 16,3 11 5-16,-3-3 2 0,0-2-5 0,0-6-1 15,1 14-3-15,0-7-4 0,-1 0 4 0,0-7-3 16,0 17 1-16,2-10-5 0,-2 1-1 16,0-8 2-16,0 11 1 0,0-1 3 0,0-3-2 15,0-7 2-15,0 12 2 0,0-5 10 0,0-7-12 0,0 14 8 16,0-10-7-16,1 4 1 0,-1-8 1 0,0 13 0 16,1-7 0-16,-1-6-2 0,-1 13 11 0,1-13-6 15,0 12 0-15,-1-7 2 0,1-5-1 16,-2 13 1-16,2-6-4 0,0-7 1 0,-1 12 0 0,0-5 4 15,1-7-3-15,0 15 3 0,0-8-2 16,-3 0 1-16,3-7-6 0,0 13 6 0,3-5-2 16,-3-8 4-16,0 13-7 0,1-7 7 0,-1 1-2 15,-1 3-2-15,1-10 4 0,-3 11-2 0,3-3 4 16,0-8 3-16,-1 12-4 0,-2-6-6 0,3-6 2 16,-3 10 8-16,1-3-3 0,2-7-5 0,-1 9 1 15,-2-4 4-15,3-5 6 0,-2 9-9 0,2-9 9 16,-4 8-4-16,4-8-2 0,-4 8 1 0,4-8-5 15,-2 8-1-15,2-8 7 0,-4 9 0 0,4-9 6 16,-3 8-7-16,3-8-4 0,-2 10 0 0,2-10 5 16,-3 8-5-16,2-3 3 0,1-5-3 0,-5 9 0 15,5-9 5-15,-3 9-1 0,2-4-4 0,1-5 2 16,0 0-1-16,-5 13 4 0,5-13 3 0,-3 9-6 16,3-9-2-16,0 0 3 0,-4 13 4 0,4-13-9 15,0 0 4-15,0 11-2 0,0-11 1 16,0 0 3-16,0 12-4 0,0-12 0 0,0 0 3 15,0 0-4-15,-1 11 2 0,1-11-2 0,0 0 20 16,1 12-20-16,-1-12 4 0,0 0 0 0,0 0 2 16,-3 11-6-16,3-11 0 0,0 0 3 0,0 0-7 15,0 13 3-15,0-13-2 0,0 0 6 0,0 12-8 16,0-12 6-16,0 0 3 0,2 13-4 0,-2-13 2 0,0 0-2 16,-4 11 0-16,4-11 2 0,0 0-8 15,0 12 10-15,0-12-2 0,0 0 0 0,0 0-3 16,2 11-2-16,-2-11 4 0,0 0-5 0,2 12 3 15,-2-12 2-15,0 6 5 0,0-6-11 0,0 9 4 16,0-9 5-16,0 8-2 0,0-8-1 0,1 10 4 16,-1-10-5-16,-1 9 3 0,1-9-5 0,1 9 7 15,-1-9-4-15,0 7 1 0,0-7-2 0,0 0 1 16,-1 12 2-16,1-12-2 0,-4 8-4 0,4-8 14 16,-2 11-16-16,-1-7 8 0,3-4-5 15,-4 9 6-15,2-4-3 0,2-5 2 0,-4 9-2 0,2-2 0 16,2-7-5-16,-2 9-5 0,2-9 2 0,0 7 2 15,0-7-7-15,0 0 4 0,-1 13-8 0,1-13 5 16,1 7 0-16,-1-7-6 0,0 0-1 0,0 9 1 16,0-9 4-16,0 0 3 0,-2 10 1 0,2-10-4 15,0 0 8-15,-2 11 2 0,0-7-1 16,2-4-4-16,-3 8 6 0,3-8-2 0,-1 8-1 16,1-8 2-16,0 0-3 0,0 0-3 0,-2 7-2 15,2-7 1-15,0 0-1 0,0 0-4 0,0 10 2 16,0-10 3-16,0 0 2 0,0 0 3 0,2 7 0 0,-2-7 4 15,0 0-7-15,0 0-3 0,0 9-4 16,0-9-3-16,0 0-25 0,0 0-48 0,-2 10 22 16</inkml:trace>
  <inkml:trace contextRef="#ctx0" brushRef="#br0" timeOffset="57002.64">15320 16400 14 0,'0'0'51'0,"0"0"-1"0,0 0-6 0,0 0-1 16,0 0-2-16,-41 17-10 0,31-12 13 0,-2 3 8 15,-2 3 0-15,-2-3-4 0,2 4-12 0,-4-1 13 16,2 1 6-16,-2 0-4 0,-5 3-1 0,0-1-8 16,-1 1-3-16,0-1 2 0,2 2 7 0,2-2-6 15,1-3-8-15,-2 3 0 0,-3 2 8 0,0-2-8 16,1-1-16-16,1 2 7 0,-3 2-5 15,1 1 6-15,-3-1-6 0,2-1-7 0,3 3 6 16,2-2-5-16,3-4-8 0,2 1 9 0,3 3-3 16,-1-6-3-16,2 0-1 0,2-1-4 0,1-1 2 15,0 0 4-15,2-1-7 0,1-2-14 0,5-6-4 0,-10 8-1 16,10-8-13-16,-6 11-2 0,6-11-3 0,-4 5-5 16,4-5-8-16,0 0-27 0,0 0-18 15,0 0-60-15,0 0-164 0,0 0 73 0</inkml:trace>
  <inkml:trace contextRef="#ctx0" brushRef="#br0" timeOffset="57379.31">14708 16686 33 0,'-10'13'70'16,"-1"0"1"-16,0 2-6 0,-1-2-2 0,2 0-11 16,-2 0 10-16,1 0-8 0,5-2 2 0,-1-2-5 15,-2 0-5-15,2 1-7 0,0 1-6 0,1-2 5 16,1 0-8-16,-2-2 7 0,7-7-1 0,-6 12-8 15,1-7-3-15,5-5-1 0,0 0-5 16,-8 14-4-16,8-14 8 0,-5 7-7 0,5-7 4 0,0 0-4 16,-5 10 7-16,5-10-9 0,0 0 5 0,0 0 3 15,12 9-7-15,-12-9-1 0,15 8 7 0,-6-6-4 16,2 0 3-16,2 1-12 0,4 1-11 0,4-1-13 16,-3-1-22-16,1 3-12 0,-1-2-20 0,0-1-25 15,-5 2-60-15,5 1-165 0,-9 2 73 16</inkml:trace>
  <inkml:trace contextRef="#ctx0" brushRef="#br0" timeOffset="57887.12">12351 17125 96 0,'0'0'107'0,"0"0"-9"0,0 0-12 0,0 0-12 15,0 0-6-15,0 0-3 0,26-10-12 0,-14 6 3 16,5 0-8-16,2 0-8 0,-1 0 2 0,3 0-5 16,-3 2-26-16,2-2-19 0,-1 3-20 0,2-1-4 15,-3-3-26-15,2 4-8 0,-8-2-50 0,-1 3-123 16,1 0 54-16</inkml:trace>
  <inkml:trace contextRef="#ctx0" brushRef="#br0" timeOffset="58587.9">12520 17139 13 0,'-3'17'124'16,"3"2"0"-16,3 5-7 0,-3-3-10 0,0 4-8 15,0 0-6-15,0-5-11 0,0-1 0 0,0 1-8 16,0-2-8-16,1-2-1 0,-2 0-6 0,1-2-6 16,0-4 1-16,1 2-2 0,1-1-15 0,-2 0 0 15,0-4-3-15,0-7-3 0,-2 16-1 0,2-16-1 16,-1 10-3-16,1-10-4 0,-7 9 0 0,7-9-3 16,-11 6 0-16,11-6-5 0,-9 4-4 0,9-4 3 15,-14 1-4-15,14-1 8 0,0 0-17 0,-19-3-3 16,19 3 6-16,-14-3-1 0,14 3 0 0,-11-4-1 15,11 4 2-15,-7-4 3 0,7 4-7 0,0 0-1 16,0 0-1-16,-13-3-8 0,13 3 10 0,0 0-2 16,0 0-3-16,0 0 7 0,0 0-1 0,0 0-7 15,0 0 12-15,0 0-5 0,37 4 4 0,-23-4-3 16,-1 0 4-16,-1 0-3 0,1-2 1 16,3 1-6-16,-4 0-4 0,5-1-14 0,-1 1-1 15,-16 1-9-15,25-4-13 0,-12 1 17 0,5 0-12 16,-5-3-2-16,1 3-1 0,-3-4 13 0,-2 1 4 15,-9 6-5-15,20-11 13 0,-13 4-14 0,-7 7 2 16,12-13-7-16,-6 5 16 0,-6 8 0 0,5-11 3 16,-5 11 3-16,0 0 12 0,4-12 5 0,-4 12 5 15,0-7-5-15,0 7 4 0,0 0-4 0,0 0 7 16,0 0 9-16,0 0 5 0,0 0 3 0,0 0-13 16,0 0 6-16,0 0 0 0,0 0 7 0,9 22-4 15,-9-22-3-15,2 10 2 0,-2-10-8 0,0 0-8 16,3 12 5-16,-3-12 0 0,0 0-1 0,0 0 8 15,0 9 11-15,0-9 6 0,0 0 7 0,0 0-4 16,0 0-2-16,0 0-7 0,0 0 4 0,0 0-7 16,0 0-4-16,0 0 2 0,0 0-4 0,4-28-11 15,-2 18 7-15,3 0-4 0,-1-2-3 0,0 2-5 16,3-4-5-16,3-2 5 0,-1 3-3 16,1 1-10-16,-2 2 10 0,1 0 2 0,1 3-3 15,-3 0-4-15,5 2 2 0,-3 1-3 0,1 2-3 16,-10 2 8-16,17 2 2 0,-17-2-5 0,15 7 9 15,-7-2-11-15,2 4 5 0,-5 0-2 0,4-1 3 0,-4 2-4 16,-1-1 3-16,0 1 2 0,1-1 0 16,-1 0-1-16,-2 1-16 0,2-1-27 0,-4 2-31 15,4-1-26-15,-4-10-33 0,4 14-104 0,-2-8-255 16,-2-6 114-16</inkml:trace>
  <inkml:trace contextRef="#ctx0" brushRef="#br0" timeOffset="58925.75">13048 17234 39 0,'7'8'142'0,"-3"-1"1"15,2 3-16-15,1 0-7 0,-1 0-10 0,0 0-5 16,0 0-10-16,-1-1-12 0,3 2-3 0,-4-6-9 15,-4-5-6-15,8 12-8 0,-5-7 2 0,-3-5 0 0,8 8-4 16,-8-8 5-16,5 8 10 0,-5-8 3 16,0 0-2-16,0 0-1 0,0 0-7 0,0 0-3 15,0 0-8-15,0 0-8 0,0 0 5 0,9-23-13 16,-9 23 1-16,-2-21-1 0,0 8-6 0,2-3-6 16,-3 1 4-16,3-3-6 0,0-2-1 0,-2 1-3 15,7 0-6-15,-3-4 2 0,0 4 0 0,0 2-13 16,3 2-22-16,-1 3-16 0,0 1-16 0,-4 11-36 15,7-15-32-15,-7 15-19 0,10-5-12 0,-10 5-16 16,8 1-88-16,-8-1-277 0,0 0 123 0</inkml:trace>
  <inkml:trace contextRef="#ctx0" brushRef="#br0" timeOffset="59911.3">13315 17256 70 0,'4'-17'132'0,"1"8"-12"0,-5 9-8 0,5-18-11 16,-1 9-8-16,-2-1-6 0,-2 10-8 0,5-17-10 15,-5 17 1-15,2-15-6 0,-2 15 3 16,0-14-5-16,0 14-5 0,0 0 1 0,-7-16 5 16,7 16-19-16,-6-9-4 0,6 9-1 0,0 0-9 15,-19-6-4-15,19 6 5 0,-13 4-5 0,13-4-6 16,-22 10 8-16,11 1-3 0,1-1 6 0,3-1 0 15,-3 4 0-15,3 1-6 0,0-4-1 0,5 2 3 16,-1 0-5-16,1-2 5 0,0 3 2 0,2-13 2 16,4 21-2-16,-1-11-6 0,4-2 7 0,-3-1-4 15,3 0 2-15,1-1-1 0,1-1-7 0,-1-1 0 16,1 0-1-16,3-1-4 0,0-1 3 16,-12-2-2-16,25-2 1 0,-12 2-3 0,0-2 1 0,1 0 1 15,-1-1-3-15,-1-1 1 0,-1 2 1 0,0-2-6 16,-11 4 1-16,23-10 2 0,-15 2-3 0,2 1 1 15,-1 1 0-15,-1-2-2 0,0-1-3 16,-8 9 0-16,7-20-4 0,-3 9 8 0,-2-3-10 16,-2-1-1-16,0 15 1 0,-2-26-5 0,0 9-4 0,-5 4 9 15,0 1-1-15,4 1-5 0,3 11-1 16,-10-21 3-16,3 11-1 0,1 3 5 0,6 7-6 16,-10-14 2-16,10 14 3 0,-4-6-5 0,4 6 1 15,0 0 1-15,0 0-1 0,-9-9 1 0,9 9 2 16,0 0 0-16,0 0-3 0,0 0-1 0,0 0 6 15,0 0-3-15,0 0 2 0,0 0 1 0,0 0-3 16,0 0 5-16,23 29-10 0,-13-26 11 0,-10-3 0 16,18 4 0-16,-6-1-4 0,-12-3 3 0,24-1-1 15,-15 2 1-15,-9-1-2 0,0 0 1 0,21 0 0 16,-21 0-5-16,0 0 7 0,15 2-4 0,-15-2-1 16,0 0 5-16,7 6-1 0,-7-6 1 0,4 10 1 15,-4-10 2-15,0 0 1 0,-2 25 6 0,0-14-7 16,-1 0 4-16,-1 5-3 0,0-5 0 0,4 0 0 15,-2 2 0-15,-1-1-6 0,1-2 4 0,0 0 0 16,-2 0 0-16,0-1 0 0,4-9 0 16,0 16-3-16,0-16 6 0,0 11-4 0,0-11 0 0,4 11 1 15,-4-11-3-15,4 6 6 0,-4-6-6 16,9 4 5-16,-9-4-2 0,10 3 3 0,-10-3 0 16,0 0-2-16,19-6 5 0,-10 0-8 0,-1 0 4 0,2-1-3 15,-3-2-1-15,1 0 4 0,4-5-5 0,-3 1 0 16,2-1 0-16,-2-1 2 0,0-2 2 15,0-2 1-15,-1 1-1 0,-2-1 1 0,2 1-5 16,-3-2-1-16,-1 2 3 0,1 4-4 0,-5-1-1 16,2 5 4-16,-2 10 0 0,2-19-4 0,-2 19 3 15,0 0-2-15,0-13-5 0,0 13 5 0,0 0-1 16,0 0-2-16,0 0 3 0,0 0-2 0,0 0-2 16,-24 24 4-16,24-24-3 0,-8 14 1 0,8-14 2 15,-6 17-2-15,4-9 1 0,2-8-2 0,4 12 0 16,-4-12 4-16,7 16-2 0,-2-7 3 0,2 0-6 15,-3-5 3-15,4 2 0 0,2-1-3 0,-1 0 3 16,2 1 1-16,1-2-4 0,-4 2 1 0,3-3 2 16,-1 1 0-16,-1 4-2 0,-1-4-1 0,1 2 7 15,-2-2-2-15,-7-4-1 0,7 12 1 0,-3-7-4 16,-4-5 5-16,3 12-1 0,-3-12-1 0,-1 13 3 16,1-13-1-16,-6 13 1 0,2-6-1 0,-1 0-5 15,5-7-14-15,-10 12-10 0,4-8-21 0,6-4-23 16,-7 8-20-16,7-8-28 0,-8 6-30 15,8-6-27-15,0 0-96 0,-8 7-294 0,8-7 130 16</inkml:trace>
  <inkml:trace contextRef="#ctx0" brushRef="#br0" timeOffset="60117.77">13819 17008 45 0,'0'0'145'0,"0"0"-12"0,0 0-4 0,0 0 1 0,0 0-5 16,0 0-6-16,0 0-3 0,8 41-13 0,-8-24-8 16,0 1-5-16,2-1-12 0,0 1-7 0,1 0-4 15,-3-3-13-15,2 3 3 0,0-1-12 0,-2-2-17 16,2-4-23-16,-2 1-26 0,0-12-28 0,5 20-32 16,-2-11-37-16,-1-2-110 0,-2-7-247 0,0 0 109 15</inkml:trace>
  <inkml:trace contextRef="#ctx0" brushRef="#br0" timeOffset="60875.5">13962 17109 60 0,'0'0'170'0,"0"0"-7"0,0 0-30 0,0 0-19 15,0 0 3-15,0 0-5 0,0 0-12 0,0 0-5 16,0 0-9-16,0 0-8 0,-16 24-13 0,16-24 0 16,1 18-7-16,-1-18-2 0,2 14-3 0,-2-14-7 15,2 12-8-15,-2-12 3 0,2 12-5 0,0-7-4 16,-2-5-2-16,7 8-1 0,-7-8-7 0,9 4-1 16,-9-4-1-16,11 3 2 0,-11-3-5 15,0 0 3-15,16-6-5 0,-16 6-1 0,11-5 0 16,-11 5-3-16,5-9 1 0,-1 3-4 0,-4 6 3 15,6-13-6-15,-6 13 2 0,1-14 2 0,-1 14-3 16,-3-19-6-16,3 19 5 0,0-22-3 0,-4 12-1 16,4 10 4-16,-4-22 0 0,4 11-4 0,-3-6 2 15,3 17-1-15,0-20 4 0,0 20-11 0,0-19 4 16,0 19 2-16,3-14-8 0,-3 14 4 0,8-9-3 16,-8 9 2-16,16-4 0 0,-16 4 3 0,0 0 3 15,23 11 1-15,-14-5 8 0,0 4-1 0,1-2 0 16,-4 2 1-16,0 0 5 0,-1 0-7 0,1-1-1 15,-2 2 1-15,-1-2 1 0,4 1 3 0,-7-10-5 16,3 13 6-16,-3-13 5 0,2 9 0 0,-2-9 0 16,0 0 3-16,-1 12-1 0,1-12-5 15,0 0 0-15,0 0 1 0,-11 4 3 0,11-4-9 16,0 0 2-16,0 0 0 0,0 0-4 0,0 0-1 16,-14-25-1-16,14 25 0 0,1-20-1 0,3 5 2 15,2-1-5-15,2 2 1 0,-1-1-1 0,-1 2-2 16,0 2-1-16,-1 2 0 0,5 0 0 0,-1 1-1 15,1 2-3-15,-10 6 3 0,21-7-2 0,-11 6 3 16,-10 1 0-16,21 3 2 0,-21-3-2 0,17 8 8 16,-9-2-6-16,-3 2 1 0,1 2 7 0,-1 0-6 15,-3 2 5-15,3 0-4 0,-5 2 1 0,0 4-1 16,2-2-14-16,-2-16-27 0,-2 24-13 0,-1-12-35 16,1 0-36-16,2-12-46 0,-5 20-27 0,5-20-107 15,-7 13-324-15,7-13 144 0</inkml:trace>
  <inkml:trace contextRef="#ctx0" brushRef="#br0" timeOffset="61078.77">14027 16740 79 0,'0'0'142'0,"0"0"-14"0,0 0-18 0,0 0-33 16,0 0-28-16,0 0-48 0,0 0-40 0,0 0-53 15,0 0-99-15,0 0 45 0</inkml:trace>
  <inkml:trace contextRef="#ctx0" brushRef="#br0" timeOffset="62992.94">13093 17528 114 0,'0'0'159'16,"-5"-7"1"-16,5 7-11 0,-6-5-12 0,6 5-10 15,0 0-22-15,0 0-7 0,0 0-10 0,0 0-15 16,0 0 3-16,0 0-3 0,0 0-4 0,9 29-2 15,-1-10-1-15,-4 0 0 0,4 4-10 0,-2-4 1 16,-1 8-4-16,-1-9-6 0,0 0-2 0,-1-1-9 16,0 0-3-16,1-1 2 0,-2 0-3 15,1-4-3-15,-1-1-1 0,2 5-5 0,0-3-7 16,-4-3-21-16,3 0-22 0,-1 2-29 0,2-5-31 0,-1 3-32 16,2-1-41-16,-5-9-118 0,2 12-300 15,-2-12 133-15</inkml:trace>
  <inkml:trace contextRef="#ctx0" brushRef="#br0" timeOffset="63763.92">13338 17630 4 0,'0'0'186'0,"0"0"-13"16,0 0-18-16,-23 3 2 0,23-3-11 15,-16 11-17-15,8-3-4 0,-2 1-7 0,-1 4-9 16,3 1-9-16,0-5-15 0,4 2-3 0,-3 3-11 16,1-3 3-16,3-1-12 0,3-10-6 0,-6 15-2 15,6-15-2-15,0 13-10 0,0-13-2 0,0 0-5 16,9 16 0-16,-9-16-1 0,6 5-7 0,-6-5 2 16,0 0-2-16,21-3-5 0,-21 3-3 0,15-8 0 15,-15 8 2-15,18-10-4 0,-11 2-3 0,-1 1 1 16,-6 7-1-16,14-15-1 0,-9 6-7 0,-5 9 6 15,9-19 0-15,-5 9-3 0,-4 10-3 0,4-20 0 16,-4 20 4-16,2-17 1 0,-2 17 0 0,4-14 2 16,-4 14 2-16,0 0-5 0,0 0-1 0,0 0-3 15,0 0-6-15,0 0 8 0,4-13-2 0,-4 13 6 16,0 0-2-16,0 0-6 0,0 0 7 0,0 0-3 16,13 38 3-16,-9-32-1 0,-4-6-3 0,7 11 1 15,2-3 5-15,-9-8-2 0,11 9 2 16,-11-9-5-16,14 4 7 0,-3 0 0 0,-11-4 0 0,23-2-6 15,-23 2 0-15,20-6 2 0,-7 2 3 16,-13 4-1-16,18-10-7 0,-8 2 0 0,0 0 1 16,-10 8 3-16,14-14-3 0,-7 5-2 0,-7 9 0 15,9-20 2-15,-9 20-1 0,4-18 1 0,-4 18-4 16,2-15 1-16,-2 15-1 0,2-13 1 0,-2 13 0 16,0 0-5-16,0 0 2 0,0 0-4 0,2-17 0 15,-2 17-2-15,0 0-1 0,0 0 6 0,0 0-3 16,0 0 2-16,0 0 2 0,0 0-3 0,0 0-1 15,0 0 3-15,23 33 2 0,-23-33 0 0,9 11-1 16,-9-11-2-16,14 3 5 0,-14-3 1 0,17 3 0 16,-17-3-3-16,19-1-1 0,-19 1 8 15,17-5-2-15,-17 5-2 0,17-7-2 0,-17 7 1 16,12-9 2-16,-12 9-1 0,10-10-4 0,-10 10 2 16,5-12-1-16,-5 12-1 0,6-10 1 0,-6 10-2 15,2-12 0-15,-2 12 7 0,0 0-7 0,4-15 3 16,-4 15-4-16,0 0 3 0,0 0-7 0,1-11-2 15,-1 11 2-15,0 0 5 0,0 0 0 0,0 0 5 16,0 0-1-16,0 0 3 0,0 46-1 16,0-28 4-16,-1 1 3 0,-1 6-1 0,2 1 1 0,-2 2 0 15,0-3-3-15,0-4-1 0,2 3 1 16,4 1 0-16,-4-6 1 0,0-2-6 0,4 1 4 16,-3-6-11-16,-1 3-24 0,0-3-19 0,0 0-26 15,0-12-26-15,0 22-38 0,2-13-61 0,-2-9-211 16,0 0-438-16,-2 15 193 0</inkml:trace>
  <inkml:trace contextRef="#ctx0" brushRef="#br0" timeOffset="64248.25">13848 17725 46 0,'11'-12'177'16,"2"0"-30"-16,1-2-8 0,-1-1-5 0,1 3-9 15,-1 0-5-15,1 2-17 0,-5 0-2 0,-3-1-6 16,1 2 1-16,-7 9-9 0,7-19-10 0,-3 9-2 16,-4 10 2-16,0-20 2 0,0 20-15 0,-7-15-5 15,7 15-2-15,-9-13-5 0,9 13 0 0,-15-10-12 16,5 8 1-16,10 2-2 0,-19-2-6 0,19 2-2 16,-27 5-9-16,18-1 8 0,-5 7-1 0,5-3 3 15,1 1-11-15,0 2 3 0,2 1 0 0,1 3-1 16,3-4-4-16,-2 2 2 0,4-13-1 0,2 22 3 15,0-9-2-15,5-6-8 0,-1 2 8 0,4 0-6 16,0-5 4-16,-1 3-4 0,5-4 5 16,-1 2-5-16,1-4-3 0,-14-1 2 0,24-2-1 15,-9-1-8-15,0-1 5 0,1-2-2 0,-3 2 4 16,-1-1-1-16,-12 5-1 0,24-15-3 0,-10 5 2 16,-5 1 0-16,-1 1-4 0,0-2-1 0,0-1 3 15,1 2 1-15,0-5-5 0,-4 4 2 0,0-1-2 16,-1 0 3-16,-4 11-2 0,9-19-4 0,-5 10 0 15,-4 9 1-15,7-10-3 0,-7 10-4 0,0 0 1 16,7-7 1-16,-7 7 2 0,0 0-1 0,0 0 4 16,0 0 4-16,13 31 0 0,-13-31 0 0,2 21-1 15,-2-6 4-15,2 1-2 0,1-5 2 0,0 2-6 16,-1 2-1-16,0-3-29 0,-2-12-18 16,11 20-32-16,-3-9-38 0,0-4-53 0,0 1-219 15,-8-8-420-15,16 10 186 0</inkml:trace>
  <inkml:trace contextRef="#ctx0" brushRef="#br0" timeOffset="64396.58">14472 17513 45 0,'0'0'160'0,"0"0"-13"0,0 0-25 15,6-9-23-15,-6 9-31 0,0 0-40 0,0 0-50 16,0 0-87-16,0 0-116 0,0 0 52 0</inkml:trace>
  <inkml:trace contextRef="#ctx0" brushRef="#br0" timeOffset="67273.92">15798 16448 16 0,'29'-4'22'16,"2"1"-9"-16,1 3 3 0,5-1-2 0,0-1-2 0,0-1 4 16,3 1-9-16,-2 2 5 0,0-2-5 0,3 1 0 15,-4 2-6-15,3-2 3 0,-4 0-2 16,-2-1-1-16,1 1 0 0,-2-3 2 0,0 3-5 16,-5-1 2-16,2-1-2 0,-3-1 4 0,-7 1-5 15,2 2 0-15,-3-2-2 0,0 1 2 0,0 1 2 16,-5-2-1-16,-1 1 4 0,-1 0 7 0,-1 0-8 15,2-1-9-15,-3 1 7 0,-10 2-2 0,15-2 0 16,-15 2 0-16,13-3-2 0,-13 3 7 0,0 0-5 16,13 0-2-16,-13 0 3 0,0 0-2 0,0 0 3 15,0 0 1-15,0 0 5 0,13 3-5 0,-13-3 5 16,0 0 4-16,0 0 0 0,0 0-2 16,-15 22-4-16,7-11 5 0,-1 0 1 0,-4 2-1 15,3 1-2-15,0 0 2 0,-2-1-1 0,2 0-2 16,1 1 2-16,-1 0-16 0,3-5-24 0,2 2-36 0,1-2 16 15</inkml:trace>
  <inkml:trace contextRef="#ctx0" brushRef="#br0" timeOffset="67484.18">16643 16239 55 0,'0'0'89'0,"0"0"-14"0,-8-7-9 0,8 7-12 15,0 0-6-15,0 0-10 0,0 0-25 0,0 0-23 16,0 0-13-16,0 0-17 0,0 0-22 16,0 0-65-16,22 29 30 0</inkml:trace>
  <inkml:trace contextRef="#ctx0" brushRef="#br0" timeOffset="67717.65">16966 16169 64 0,'0'0'138'0,"0"0"-14"0,0 0-11 0,0 0-12 15,0 0 6-15,0 0-7 0,0 0-5 0,-1 46-8 16,-2-27-7-16,2 8-4 0,-2 1-12 0,1-1 0 15,-2 0-12-15,0-3-3 0,3 3-10 0,1-8 1 16,-3 1 1-16,1-2-4 0,0 0-4 0,-3-1-5 16,4 0-15-16,1-5-28 0,0 0-24 0,-1-1-11 15,1-11-17-15,0 19-20 0,0-11-27 0,0-8-82 16,1 10-212-16,-1-10 94 0</inkml:trace>
  <inkml:trace contextRef="#ctx0" brushRef="#br0" timeOffset="68235.22">17013 16186 73 0,'26'4'109'16,"-13"2"-1"-16,2 3-5 0,-4 4-8 0,0 0-1 15,-1 3-7-15,0 1 4 0,-6 2-24 0,0 4 2 16,-2-3-13-16,-2 5 10 0,-1-5-24 0,-3-2 1 15,-1-2-5-15,-4 9-1 0,-1-8-2 0,-4-3-10 16,-4 4 1-16,0-6-10 0,-2 2-1 0,-3 0-8 16,2-7 3-16,2-1 4 0,1-3-6 0,7 1-5 15,-1-3 1-15,-1-1 9 0,13 0-5 0,-21-2 1 16,21 2-2-16,-12-4-7 0,12 4 2 0,-8-8 2 16,8 8-3-16,0 0-4 0,0 0 3 0,0 0 0 15,16-18 1-15,-6 13 3 0,5 1 2 0,3 0-2 16,3 0 1-16,0 1-5 0,6 1 9 0,1-4-8 15,-1 2 6-15,0-2-4 0,1 1-2 16,-7 0 6-16,5-1-2 0,-6 0 1 0,0-1 3 16,-1 2-4-16,-1-1-2 0,-3-2 3 0,-3 2-5 15,-2-1 3-15,0 1 1 0,1-2 7 0,-6-1 0 16,2 0-7-16,-3 1 1 0,0-2 2 0,-1 2 1 0,-3 8 5 16,0-18-4-16,0 18-1 0,-3-14 2 0,3 14-2 15,-5-11 0-15,-1 6-6 0,6 5-1 0,-8-8-5 16,8 8 1-16,0 0 3 0,-15 2 2 0,15-2 9 15,-18 12-2-15,9-1-3 0,-3 3 7 16,5 0-10-16,-2 1 9 0,1 2-2 0,2-2-9 16,3-3 4-16,2 3-1 0,1-2 1 0,2-4-1 15,3 1-3-15,0-1-9 0,4 0-14 0,2-2-30 16,4 0-20-16,2-2-24 0,2 0-30 0,0-4-96 16,-1 0-237-16,0-2 106 0</inkml:trace>
  <inkml:trace contextRef="#ctx0" brushRef="#br0" timeOffset="68447.03">17435 16247 2 0,'-1'-6'158'0,"1"6"-22"16,0 0-14-16,0 0 10 0,0 0-2 0,0 0-8 16,0 0-1-16,0 0-13 0,-2 38-4 0,4-20-7 15,-2 7-12-15,1-6-3 0,-2 6-12 0,3 2-3 16,-3-1-6-16,1-7-6 0,-1 6-8 0,1-7-1 15,1 2-4-15,0-2-25 0,-1 0-11 16,-1-1-23-16,0-1-27 0,-1-3-17 0,2-2-28 16,-1 1-28-16,-1-6-20 0,0 4-88 0,0-3-242 15,2-7 107-15</inkml:trace>
  <inkml:trace contextRef="#ctx0" brushRef="#br0" timeOffset="68649.86">17493 16309 11 0,'0'0'124'0,"0"0"12"0,19 6-16 15,-19-6-8-15,11 13-7 0,-6-4-3 0,1 1-4 16,-3 0-16-16,0 2-1 0,-3 3-6 0,-3 0-10 16,2 1-8-16,-3-5-6 0,2 1-3 0,-1-1-9 15,-3 0-18-15,2 0-28 0,0-2-26 16,-2 0-32-16,2-2-26 0,1-1-98 0,-1-1-204 15,4-5 90-15</inkml:trace>
  <inkml:trace contextRef="#ctx0" brushRef="#br0" timeOffset="69055.78">17579 16202 99 0,'0'0'145'0,"0"0"-14"0,0 0-7 0,0 0-2 15,7-1 5-15,-7 1-12 0,0 0-7 0,6 26-8 16,-7-13-15-16,0 4-3 0,-1 1-10 0,0 2-9 16,-2 0-3-16,0 4-5 0,3-5-10 0,0 0-16 15,-1-1-11-15,2 0-17 0,0-7 0 0,2 1-21 16,0-3-8-16,1 3-1 0,-3-12 4 0,6 12-10 16,-1-7 9-16,-5-5-3 0,12 5 9 0,-12-5 10 15,14 0-9-15,-14 0 1 0,16-5-1 0,-5 1 11 16,-2-3-4-16,-2 1 8 0,7-7-1 0,-2 3 8 15,-1 1 19-15,1-4 3 0,1 1-4 0,-3 0-3 16,-4 0 0-16,3-1 9 0,1 0 1 0,-5 3-4 16,2 0 8-16,-7 10-3 0,6-15 3 15,-6 15-3-15,2-16-1 0,-2 16 3 0,0 0-4 0,0 0-1 16,-8-16 0-16,8 16-2 0,0 0 2 16,-14 1-3-16,14-1-5 0,-17 10 5 0,6 2-5 15,-1 1-2-15,3-1-2 0,1-2 0 0,0 6 0 16,3-6-6-16,-1 3 6 0,6-1-5 0,-1-1-2 15,1 2-19-15,0-13-19 0,5 18-20 0,-1-9-20 16,5 0-34-16,-3-4-24 0,3-1-130 0,2 0-280 0,-3 0 125 16</inkml:trace>
  <inkml:trace contextRef="#ctx0" brushRef="#br0" timeOffset="69269.2">17914 16180 19 0,'1'-15'202'0,"-1"15"-14"16,2-12-28-16,-2 12-9 0,0 0-23 0,0 0-5 16,0 0 0-16,0 0-10 0,0 0-7 0,0 40-6 15,0-24-6-15,-2 9-9 0,1-5-3 0,1 6-13 16,-2-1-5-16,-2-1-8 0,3 1 1 16,-1-6-9-16,2 7-3 0,-2-3-9 0,-1-4-19 15,3-1-20-15,-2-1-36 0,2-2-27 0,0-4-43 0,0 2-38 16,0-13-137-16,-2 17-308 0,2-17 137 0</inkml:trace>
  <inkml:trace contextRef="#ctx0" brushRef="#br0" timeOffset="69543.92">17862 16289 45 0,'10'-3'143'0,"2"2"-22"0,0-1-14 15,0 0-6-15,6 1-2 0,0 1-9 0,-2 0 0 16,2-1-13-16,-1 2-7 0,-3-2-4 0,0 1 12 16,-3-2-20-16,-11 2-6 0,18 3-3 0,-18-3-9 15,16 3-4-15,-16-3 3 0,7 2 1 16,-7-2 4-16,9 5 3 0,-9-5 12 0,4 11-6 0,-4-11-2 16,1 12-4-16,-1-5-6 0,-1 3-2 0,-1 0-8 15,-1 0 3-15,2 1-3 0,-2-2-3 0,1 4-2 16,-1-3-21-16,2 0-28 0,-1 0-26 0,1 1-23 15,1-11-24-15,3 14-39 0,-2-7-126 0,0 0-282 16,-1-7 125-16</inkml:trace>
  <inkml:trace contextRef="#ctx0" brushRef="#br0" timeOffset="70184.16">18229 16254 119 0,'-6'7'117'16,"6"-7"7"-16,-7 12-23 0,2-4 0 0,0 1-2 15,0 3-8-15,2-3-3 0,-1 1 1 0,3 0-12 16,1-10-5-16,-1 20-13 0,1-13-2 0,0-7-7 16,3 18 3-16,1-10-7 0,1 2-8 0,1-4 2 15,-3-1-5-15,5-2-8 0,-8-3 6 0,14 7-6 0,-6-6-2 16,-8-1 5-16,14 1-8 0,-14-1-1 15,0 0 0-15,18-6-3 0,-18 6-3 0,9-9-10 16,-6 5 12-16,-3 4-8 0,4-14 2 0,-4 14 0 16,4-18-6-16,-4 9 2 0,1-1 1 0,2-2-5 15,-2 0-1-15,1 2 4 0,-1-1-3 0,3 1 3 16,1 1-1-16,-5 9-4 0,3-13-3 0,-3 13 0 16,6-11-1-16,-6 11 1 0,0 0-1 0,9-1 10 15,-9 1 8-15,0 0-2 0,11 13 5 0,-6-5 0 16,-2 0 5-16,2 0-2 0,-1 2-3 0,0-2 6 15,0 1-6-15,-4-9 4 0,3 13-6 0,0-5-1 16,-3-8 0-16,4 8-4 0,-4-8 3 0,0 0 0 16,3 12 2-16,-3-12 4 0,0 0-4 0,0 0 4 15,0 0-8-15,0 0 2 0,0 0 2 0,0 0-7 16,0 0 0-16,26-16-4 0,-20 9 4 0,2 0-4 16,0-3 2-16,2 2-4 0,0-2 2 0,-2 4-2 15,3-1-3-15,-2 2 1 0,0 2-8 0,-9 3 7 16,16-4 0-16,-16 4-3 0,14 3 0 15,-14-3-14-15,12 7-28 0,-12-7-22 0,12 13-33 16,-4-4-14-16,-2 1-40 0,2 1-134 0,-2 0-311 16,-1-1 138-16</inkml:trace>
  <inkml:trace contextRef="#ctx0" brushRef="#br0" timeOffset="87920.23">15224 15726 1 0,'0'0'10'0,"0"0"-2"0,0 0-5 16,6-14 6-16,-6 14 3 0,0 0 1 15,0 0-6-15,0 0 3 0,0 0-2 0,0 0 1 16,0 0-5-16,0 0 5 0,0 0 0 0,0 0-1 16,0 0-2-16,0 0 0 0,0 0-3 0,5-14 5 15,-5 14-6-15,0 0 4 0,0 0 6 0,0 0-12 16,0 0 0-16,0 0 0 0,0 0 1 0,0 0 5 15,0 0-4-15,0 0 4 0,3-14-4 0,-3 14 3 16,0 0 0-16,0 0 3 0,0 0-1 0,0 0-4 16,0 0 2-16,0 0-2 0,0 0-1 0,0 0-2 15,0 0 4-15,0 0-3 0,0 0 1 0,0 0-2 16,0 0 1-16,0 0-2 0,0 0-1 0,0 0 7 16,3-16-5-16,-3 16 0 0,0 0 0 15,0 0 1-15,0 0 0 0,0 0-3 0,0 0 5 16,0 0-1-16,0 0 3 0,0 0 1 0,0 0 6 15,0 0 2-15,0 0 0 0,0 0 3 0,0 0 0 0,0 0 1 16,0 0-1-16,0 0-7 0,2-15 2 16,-2 15 1-16,0 0-1 0,0 0-5 0,0 0 2 15,0 0 2-15,0 0-10 0,0 0 7 0,0 0 0 16,0 0 1-16,0 0 7 0,0 0-3 0,0 0 3 16,0 0 1-16,0 0 0 0,-6-21 2 0,6 21-6 15,0 0 8-15,0 0-3 0,0 0 3 0,0 0-1 16,0 0-3-16,0 0-4 0,0 0 0 0,0 0 9 15,0 0-10-15,0 0 1 0,0 0 0 0,0 0-3 16,0 0 2-16,0 0 8 0,0 0-13 0,0 0-4 16,0 0 5-16,-5-14 3 0,5 14-13 0,0 0 8 15,0 0 4-15,0 0 11 0,0 0-11 16,0 0-1-16,0 0 7 0,0 0-12 0,0 0-1 16,0 0 2-16,0 0 1 0,0 0-4 0,0 0-4 15,0 0 5-15,0 0 0 0,0 0 3 0,-2-17 5 16,2 17 7-16,0 0-19 0,0 0 2 0,0 0 3 15,0 0-1-15,0 0 11 0,0 0-9 0,0 0-10 16,0 0 1-16,0 0 2 0,0 0 1 0,0 0-3 16,0 0 1-16,0 0-5 0,0 0 14 0,0 0-9 15,2-21 6-15,-2 21-1 0,0 0-1 0,0 0-3 16,0 0 17-16,0 0-18 0,0 0 2 0,0 0 2 16,0 0 0-16,0 0 6 0,0 0-5 0,0 0 1 15,0 0-4-15,0 0 0 0,0 0 2 0,0 0-1 16,0 0 0-16,0 0 1 0,0 0 4 15,0 0-3-15,0 0-1 0,0 0 2 0,0 0-3 16,0 0 8-16,0 0-5 0,0 0 0 0,0 0 2 16,0 0 0-16,6-11-4 0,-6 11 1 0,0 0-3 15,0 0 2-15,0 0-7 0,0 0 4 0,0 0 2 16,0 0 5-16,0 0 1 0,0 0-14 0,0 0 16 16,0 0-8-16,0 0 4 0,0 0 0 0,0 0 6 15,0 0-17-15,0 0 9 0,0 0-1 0,0 0 2 16,0 0-1-16,0 0-10 0,0 0 7 0,0 0 3 15,0 0-5-15,0 0 4 0,0 0-3 0,0 0 4 16,0 0-6-16,0 0 3 0,0 0-1 0,0 0-1 16,0 0 4-16,0 0 1 0,0 0 3 0,0 0-8 15,0 0 1-15,0 0 9 0,0 0-10 0,0 0 13 16,0 0-10-16,0 0-5 0,0 0-3 0,0 0 8 16,0 0-4-16,0 0 7 0,0 0-4 0,0 0-3 15,0 0 0-15,0 0 0 0,0 0 13 16,0 0-9-16,0 0 1 0,0 0-8 0,0 0 7 15,0 0-7-15,0 0 6 0,0 0-2 0,0 0-11 16,0 0 15-16,0 0-2 0,0 0 1 0,0 0-2 16,0 0 6-16,0 0-2 0,0 0-2 0,0 0-2 15,0 0 4-15,0 0-4 0,0 0 1 0,0 0-5 16,0 0 12-16,0 0-7 0,0 0 4 0,0 0-1 16,0 0-1-16,0 0-3 0,0 0-1 0,0 0 3 15,0 0 5-15,0 0-6 0,0 0 0 0,0 0 1 16,0 0 4-16,0 0-3 0,0 0-1 0,0 0 4 15,0 0-2-15,0 0-6 0,0 0-2 0,0 0 3 16,0 0 7-16,0 0 4 0,0 0-13 16,0 0 3-16,0 0-4 0,0 0 3 0,0 0 2 0,0 0 0 15,0 0-12-15,0 0 6 0,0 0-2 16,0 0 1-16,0 0-3 0,0 0-3 0,0 0 1 16,0 0 0-16,0 0-1 0,0 0 0 0,0 0-5 15,31 20-2-15,-31-20-3 0,0 0 2 0,0 0-10 16,0 0 1-16,0 0-12 0,0 0-8 0,0 0 2 15,0 0-3-15,0 0 1 0,0 0-28 0,-4 20-85 16,4-20 37-16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2-01T10:21:11.5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22261 14821 2 0,'0'0'7'0,"0"0"6"0,-5-6 0 0,5 6-1 15,0 0 3-15,0 0-7 0,0 0 3 0,0 0-1 0,-4-8 2 16,4 8 0-16,0 0 1 0,0 0-1 0,0 0 0 16,0 0-4-16,0 0 3 0,0 0 0 15,-6-5 1-15,6 5-2 0,0 0-3 0,0 0 1 16,0 0-5-16,0 0 2 0,-6-6 2 0,6 6 1 15,0 0-1-15,0 0-4 0,0 0 4 0,0 0 3 16,0 0 1-16,-6-3-4 0,6 3 3 0,0 0 5 0,0 0-10 16,0 0 4-16,0 0-3 0,0 0 0 0,0 0-1 15,-5-4-2-15,5 4-2 0,0 0 20 0,0 0-21 16,0 0 4-16,-5-6-1 0,5 6-1 16,0 0-5-16,0 0 1 0,0 0 3 0,0 0-6 15,-10-4 11-15,10 4-6 0,0 0 1 0,-7-2 0 16,7 2 0-16,0 0 5 0,-6-4 0 0,6 4-2 0,0 0-1 15,0 0 0-15,-9-3-1 0,9 3-1 16,0 0-1-16,-10-2-12 0,10 2 15 0,0 0 2 16,-9-2-3-16,9 2 3 0,0 0-2 0,-8-4-2 15,8 4-3-15,-9-3 5 0,9 3-2 0,0 0 1 16,-9-1-4-16,9 1-3 0,0 0 0 0,-8-5 8 16,8 5-3-16,-6-3 3 0,6 3-1 0,-8-2-2 15,8 2 4-15,-7-4-8 0,7 4 18 0,-7-7-17 16,7 7 2-16,0 0 0 0,-10-7-5 0,10 7 10 15,0 0-4-15,-9-10-1 0,9 10 2 0,-5-6 2 16,5 6 5-16,0 0 1 0,-9-10 6 0,9 10-1 16,-6-8-6-16,6 8-1 0,-9-9 1 0,9 9-3 15,-7-7 4-15,7 7 0 0,-6-10-9 0,6 10 5 16,-7-7 1-16,7 7-4 0,-6-7 0 0,6 7 7 16,-9-9 3-16,9 9-5 0,-6-10 2 0,6 10-6 15,-5-7 4-15,5 7 7 0,-9-7-10 0,9 7 4 16,-10-8-3-16,10 8 2 0,-8-8 2 0,8 8-4 15,-9-8 4-15,9 8-5 0,-9-6-3 0,9 6 9 16,-6-8-15-16,6 8 4 0,-6-6 3 0,6 6 0 16,-6-8 4-16,6 8 0 0,-8-6 9 0,8 6-13 15,-8-7 4-15,8 7-4 0,-8-6-3 0,8 6 4 16,-8-8 1-16,8 8 2 0,-6-7-13 0,6 7 11 16,-8-7 3-16,8 7-8 0,-6-7 0 0,6 7-1 15,0 0 1-15,-8-8 3 0,8 8 3 0,-5-7-4 16,5 7 10-16,0 0-16 0,-9-6 6 0,9 6-8 15,0 0 9-15,-9-11-1 0,9 11-4 0,-8-5 9 16,8 5-2-16,-6-5-5 0,6 5 4 0,-9-5-6 16,9 5 5-16,-6-9-7 0,2 7 3 0,4 2 7 15,0 0 0-15,-11-9-7 0,8 5 11 0,3 4-17 16,-9-7 7-16,5 3 6 0,4 4-6 0,-8-6 5 16,8 6 0-16,-6-7-2 0,6 7-6 0,-5-7 7 15,5 7 0-15,-9-7 0 0,6 2 2 0,3 5-1 16,-5-10 1-16,5 10-12 0,-6-8 9 0,3 2-2 15,-1 0 1-15,4 6-2 0,-7-13 5 0,4 9-2 16,-1-4-1-16,0 3-3 0,2-3 6 0,2 8-5 16,-7-10 4-16,4 2-2 0,0 3 1 0,-1-2 0 15,4 7 2-15,-3-13-4 0,1 7 2 0,2 6 4 16,-4-12 5-16,2 5 3 0,2 7-21 0,-4-11 7 16,3 6 5-16,1 5-1 0,-3-13-6 0,3 13 0 15,-1-14 2-15,-1 8 1 0,2 6-4 0,-1-9 2 16,-1 2-1-16,2 7 12 0,-2-10-6 0,2 10 1 15,-3-12-7-15,3 12 6 0,-3-10 2 0,2 4-3 16,1 6 0-16,-1-11 0 0,-1 4-2 0,2 7-1 16,0-13 8-16,0 13-8 0,-2-12 7 0,2 5-3 15,0 7-8-15,-3-15 9 0,3 4-2 0,-2 3-3 16,2 8-8-16,0-17 11 0,-2 7-2 0,2 10-1 16,0-19-1-16,-1 10 1 0,1 9 0 0,-1-22-5 15,-1 12 9-15,2 0-4 0,-1 0 2 0,1 10-4 16,-1-21 3-16,1 10-3 0,-1 0 1 15,1 11 7-15,-2-21-6 0,2 11 4 0,0 10 0 0,0-20-3 16,-1 7-9-16,1 4 12 0,0 9 0 0,-1-18 1 16,-2 9 9-16,3 9-28 0,-1-17 11 0,1 17 0 15,-1-14 3-15,1 14 3 0,-2-14 0 0,2 14 0 16,-1-14-8-16,0 5 3 0,1 9-2 0,-1-15 3 16,1 15 2-16,-2-19 1 0,2 19 5 15,-1-16-8-15,0 7-1 0,1 9 9 0,-3-17-3 0,2 7 1 16,0 1-3-16,1 9 4 0,-4-15-5 0,2 7-2 15,2 8 3-15,-3-18-4 0,1 9 5 16,2 9-5-16,-1-18 8 0,0 9 8 0,1 9-21 16,-3-17 7-16,3 17-3 0,0-13 1 0,0 13 5 0,0-14 3 15,0 14 11-15,0-13-13 0,3 4-7 16,-3 9 0-16,1-16 8 0,-1 16-6 0,0-15-2 0,1 6-7 16,-1 9 15-16,2-18 0 0,-2 8-7 0,1 1 4 15,0-3-2-15,-1 12-2 0,1-15 1 16,-1 6-1-16,0 9-1 0,2-19 6 0,-2 8 3 0,0 11-4 15,0-19 0-15,1 10 9 0,-1-2-21 16,0 11 17-16,3-21-5 0,-5 12 1 0,2 9 2 16,3-20 1-16,-3 11-5 0,1-1 1 0,-1 10-3 0,0-13 4 15,0 13-4-15,1-19-3 0,1 9 6 0,-2 10 4 16,1-19-3-16,-1 12 4 0,0 7-8 16,1-20 0-16,-1 20 3 0,2-20 7 0,-2 20-5 0,0-21 4 15,0 21-1-15,0-20-6 0,0 20-4 16,0-19 4-16,0 19 1 0,0-15 8 0,1 4-3 15,-1 11-7-15,-1-18 0 0,1 18 3 0,0-14-2 16,0 14 10-16,1-14-6 0,-1 14 9 0,0-15-4 16,0 15-9-16,1-15 10 0,-1 15-8 0,3-14-6 0,-3 14 4 15,1-13 0-15,-1 13 12 0,5-13 1 16,-5 13-8-16,1-14-18 0,-1 14 13 0,2-14 4 16,-2 14 2-16,2-13-11 0,-1 6 21 0,3-2-17 15,-4 9 6-15,4-17-1 0,-3 8 1 0,1-1-10 0,-2 10 5 16,4-18 2-16,-3 9-4 0,-1 9-2 15,2-19 1-15,1 10 5 0,1 1-6 0,-2-2-3 0,-2 10 11 16,5-17-5-16,-3 10 2 0,-2 7-9 16,5-14 13-16,-4 3-1 0,2 1 0 0,-3 10-11 15,4-15 7-15,-3 8-3 0,-1 7 2 0,6-15 2 16,-5 8 1-16,-1 7-9 0,4-14 18 0,-1 5-3 16,-3 9-12-16,4-13 2 0,-2 6-2 0,-2 7 2 0,4-16-1 15,-1 8-3-15,-3 8 6 0,3-14 3 16,1 6-6-16,0-2 5 0,-1 3-1 0,-1-4 15 15,-2 11-27-15,5-19 4 0,-1 11 7 0,-4 8 0 16,5-19 0-16,-2 10 1 0,-3 9 3 0,9-19-7 16,-7 10 2-16,-2 9 17 0,7-18-23 0,-6 9 9 15,-1 9-10-15,5-19-7 0,-2 9 10 0,-3 10 9 16,5-15 12-16,-5 15-12 0,2-16 7 0,-2 16-3 16,7-13-3-16,-7 13-1 0,2-18 0 0,-2 18 0 15,4-16-2-15,-3 7 5 0,-1 9-3 0,4-17 0 16,-4 17-2-16,1-17 5 0,-1 17-5 0,0 0 2 0,0-22 1 15,0 22-5-15,0 0 4 0,2-19 1 16,-2 19-12-16,0 0 10 0,1-19-2 0,-1 19 5 16,1-14-6-16,-1 14-4 0,2-13 6 0,-2 13-3 15,1-15 2-15,-1 15-1 0,0 0 2 0,3-20-1 16,-3 20 3-16,2-11-2 0,-2 11-12 0,4-15 12 0,-4 15 5 16,2-13-4-16,-2 13-6 0,2-14-2 0,-2 14 1 15,0 0 7-15,0-17-1 0,0 17 14 16,1-13-23-16,-1 13 4 0,0 0 4 0,2-17-2 15,-2 17 3-15,0 0-3 0,0-16 3 0,0 16-3 16,0 0 20-16,3-14-4 0,-3 14-13 0,3-12 5 16,-3 12-1-16,0 0-2 0,1-16-2 0,-1 16 1 15,0 0 0-15,1-15-4 0,-1 15 2 0,0 0-2 16,3-14-2-16,-3 14 2 0,0 0 3 0,2-14-2 16,-2 14 0-16,0 0 13 0,2-17-13 0,-2 17 7 15,0 0 1-15,1-15-10 0,-1 15 6 0,0 0-3 16,0-13 0-16,0 13-1 0,0 0-4 0,0-16-1 0,0 16 5 15,0 0-2-15,0-14-6 0,0 14-2 16,0 0-10-16,1-14-10 0,-1 14-13 0,0 0-15 16,0 0 3-16,0 0-18 0,4-14-12 0,-4 14-13 15,0 0-62-15,0 0-171 0,0 0 75 0</inkml:trace>
  <inkml:trace contextRef="#ctx0" brushRef="#br0" timeOffset="2110.63">21741 11862 18 0,'0'0'31'0,"0"0"-7"0,0 0-4 15,0 0 2-15,0 0 0 0,0 0-2 0,3-17-3 16,-3 17 1-16,0 0-3 0,4-10 0 16,-4 10-1-16,3-9 0 0,-3 9-5 0,1-12 5 15,2 8-1-15,-3 4-4 0,1-13 0 0,3 7-1 0,-3 0 3 16,3-3 5-16,-3 0-13 0,3 0-5 0,0 0 13 15,0-1-1-15,0 1 0 0,-1-2 1 0,4 3-1 16,-1-4-1-16,-1 1-9 0,2 1 9 16,-1 1-2-16,2-2-4 0,-2-4 7 0,3 2-2 0,-2 2-5 15,4-4-2-15,-5 5 4 0,5-3 0 0,-3 3 0 16,1 1-3-16,-1-2 3 0,1-1 0 16,0 2-1-16,-1 0-4 0,-3 3-3 0,3-2 3 0,-1 1 0 15,-2 1 2-15,0 2 3 0,2-2 0 0,-1 0-3 16,3 0-1-16,-3 0 1 0,5 2-2 0,-4-2 1 15,3 1 3-15,-3 1 0 0,1-3 0 0,-2 5-6 16,0-4 0-16,2 3 6 0,-3-1 1 0,3-1-1 16,-2 1 0-16,1 1 1 0,-1 0 2 0,-1 0-3 15,0 0 10-15,-1 1 1 0,-4 3-1 0,10-7-4 16,-6 3 1-16,-4 4-2 0,7-6 3 0,-7 6-4 16,6-4 1-16,-2 0-1 0,-4 4 3 0,7-6-5 15,-3 2-3-15,-4 4 5 0,8-5-2 0,-8 5 1 16,8-7-6-16,-3 5 5 0,-5 2 1 0,10-7 0 15,-5 5-5-15,-5 2-4 0,10-6 10 0,-6 4-12 16,-4 2 7-16,11-5 4 0,-4 2-2 0,-1 0-4 16,-6 3-4-16,13-6 3 0,-8 4-1 0,2-2 5 15,-2 0-7-15,-5 4 8 0,10-5-10 0,-2 3 10 0,-3-2-7 16,-5 4 3-16,10-6 2 0,-6 3-3 16,-4 3 4-16,11-7 2 0,-6 3 0 0,1 2-4 15,-6 2 5-15,9-6-8 0,-7 2 7 0,-2 4 2 16,8-7 0-16,-8 7-2 0,6-6-1 0,-6 6-1 0,6-7 8 15,-3 3-5-15,-3 4-5 0,4-7 1 16,-4 7 0-16,3-7-1 0,-3 7 5 0,2-7-10 16,-2 7 4-16,5-7 4 0,-5 7-3 0,5-10-7 15,-2 5 8-15,1 1 2 0,-4 4-1 0,5-10-2 0,-3 4 6 16,1 0-19-16,1 1 13 0,-4 5 2 0,6-11 1 16,-3 7-5-16,-1-3 0 0,-2 7 2 15,4-9-4-15,-1 3 2 0,-3 6 3 0,3-10-3 16,0 6 0-16,-3 4 6 0,4-8 0 0,-4 8 2 0,4-7 1 15,-4 7-4-15,1-11 1 0,-1 11 2 0,4-9-8 16,-4 9 2-16,1-9 8 0,-1 9 0 0,1-9-9 16,-1 9 7-16,1-11-3 0,-1 11 4 15,0-11-9-15,2 5-1 0,-2 6 18 0,0-10-8 0,0 10-2 16,0-14 6-16,-2 7-2 0,2 7-5 0,-1-14 1 16,1 6-4-16,0 8-1 0,0-15 2 0,0 7-8 15,1-1 7-15,1 0-4 0,-2 1 0 0,1-2-1 16,-1 10 10-16,-1-16-4 0,1 9-9 0,0 7 7 15,0-15 0-15,-2 8 4 0,2 7-3 0,0-13 8 16,-1 6-16-16,1 7-3 0,-2-15 3 0,2 9 12 16,0 6-5-16,-2-14 0 0,0 8-3 0,2 6-5 15,-3-13 9-15,2 7-3 0,1-3 2 0,0 9-11 16,0-14 10-16,-1 7 2 0,1 7 0 0,-4-14-12 16,3 8 4-16,-1-2 9 0,1-1-1 0,0 1 0 15,0 1-6-15,1 7 5 0,-2-15-3 16,1 8 3-16,-2 1 10 0,2-3-14 0,0 1-1 0,1 8 3 15,-3-18-5-15,2 11 5 0,1 7-1 0,-4-13 4 16,3 7-2-16,0-1 4 0,1 7-6 0,-4-13-1 16,1 8 2-16,2-2 3 0,1 7-6 0,-5-12 4 15,4 6-17-15,1 6 17 0,-6-12 1 0,4 6 1 16,-1-1-6-16,1 0 3 0,2 7 4 0,-6-10-1 16,4 4-6-16,0 0 3 0,2 6 1 0,-3-12 3 15,0 5-5-15,3 7-2 0,-3-10 5 0,1 4 0 16,2 6-9-16,-4-8 2 0,4 8 6 0,-2-10 1 15,2 10 3-15,-1-9-10 0,1 9 10 0,-5-9-2 16,5 9-9-16,0-9 7 0,0 9-4 0,-2-12 3 16,2 12-2-16,-2-9 6 0,2 9-6 0,0-10-1 15,0 10 4-15,1-9-1 0,-1 9 1 0,0-10-8 16,0 10 6-16,1-9-4 0,-1 9 5 0,0-10-3 16,0 10 4-16,0-9-5 0,0 9 3 0,0-10 4 0,0 10 0 15,0-10-11-15,0 10 11 0,-1-9 2 16,1 9-5-16,-2-10 0 0,2 10 3 0,0-7 1 15,0 7-13-15,-4-10 12 0,4 10 0 0,-2-9-3 16,2 9 6-16,-2-10-9 0,2 10 0 0,-1-11 3 16,-2 7 3-16,3 4-8 0,-4-10 16 0,3 4-14 15,1 6 3-15,-4-10-6 0,0 4 3 0,4 6 3 16,-2-10-5-16,-1 4-1 0,3 6 6 0,-2-10-1 16,2 10 2-16,-3-9 0 0,0 5-3 0,3 4 3 15,-2-9-2-15,2 9 4 0,-4-8 2 0,4 8-7 16,-3-9 5-16,3 9 1 0,-1-7-7 0,1 7 4 15,-4-6-3-15,4 6-6 0,0 0 7 0,-5-11-3 0,5 11 3 16,-6-6 6-16,6 6-2 0,-8-4 5 16,3 1-15-16,5 3 7 0,-11-5-3 0,4 3 8 0,7 2-5 15,-14-2-7-15,8 0 6 0,6 2 3 0,-16 0-6 16,9-1 7-16,7 1-1 0,-15 0-5 0,7 0-1 16,8 0-8-16,-17 0 9 0,8 0-3 15,2 0-1-15,-4 0 5 0,0 1-8 0,11-1 9 16,-17 2-10-16,6-2 3 0,0 1-15 0,0 0 0 0,0-1 2 15,2 1 7-15,1 0-9 0,8-1-11 0,-17 3 2 16,11-1-12-16,-1 1-4 0,0-2-4 0,-5 2-51 16,5-2-113-16,-1 2 50 0</inkml:trace>
  <inkml:trace contextRef="#ctx0" brushRef="#br0" timeOffset="30194.16">22137 11717 6 0,'0'0'7'0,"0"0"-5"0,0 0 2 0,0 0 1 16,0 0-1-16,0 0-3 0,-7-4 0 0,7 4 2 15,0 0-9-15,0 0 14 0,0 0-3 0,0 0 0 0,0 0-8 16,0 0 5-16,0 0 2 0,0 0-1 0,0 0 0 15,0 0 1-15,0 0-3 0,0 0 9 16,0 0 2-16,0 0-3 0,0 0 5 0,0 0 2 16,0 0-4-16,0 0 2 0,0 0-1 0,0 0 5 0,0 0-6 15,0 0 4-15,0 0-1 0,0 0-2 0,0 0-1 16,0 0-4-16,0 0 6 0,0 0-3 0,0 0-5 16,21-4 2-16,-12 4-5 0,-9 0-3 0,16 0 8 15,-4-2-2-15,1 2 0 0,-2 0 1 0,1 0-5 16,2 0 1-16,0 2-1 0,2-2 6 0,-3 0-2 15,5 2-6-15,1-2 2 0,-6-2 0 0,5 4 0 16,-1-4-1-16,2 2 6 0,-4 0-7 16,4-2 7-16,-6 2-7 0,4 0 7 0,-3 0 3 0,2-3-6 15,-4 4-5-15,0-1 7 0,-1-1-4 0,-3 2-1 16,-8-1-4-16,15-1 1 0,-8 1 6 0,-7 0-2 16,10 0-1-16,-10 0 1 0,0 0 0 0,12-1-1 15,-12 1 1-15,0 0-5 0,8 0-1 0,-8 0-12 16,0 0-6-16,0 0-3 0,0 0-31 0,0 0-59 15,0 0 26-15</inkml:trace>
  <inkml:trace contextRef="#ctx0" brushRef="#br0" timeOffset="66334.17">30502 9148 30 0,'0'0'83'16,"0"0"-2"-16,0 0-10 0,0 0-4 0,0 0-8 0,0 0-4 16,0-9 11-16,0 9-13 0,0 0 1 0,0 0-3 15,0 0-17-15,0 0-1 0,0 0 7 0,0 0-6 16,0 0-4-16,0 0-5 0,0 0 7 0,4-7-3 15,-4 7-6-15,0 0-8 0,0 0 2 0,0 0 0 16,0 0-9-16,0 0 4 0,0 0-9 0,0 0 5 16,0 0-3-16,0 0 5 0,-13-3-2 0,13 3-6 15,0 0 4-15,0 0 8 0,0 0-8 0,-10-3-3 16,10 3-4-16,0 0-3 0,-11 0 6 0,11 0-4 16,-11 0 12-16,11 0-13 0,-11 0 3 0,11 0 11 15,-11 0 2-15,11 0-10 0,0 0 0 0,-13 2 4 16,13-2 3-16,0 0-3 0,-7 0 2 0,7 0-4 15,0 0-2-15,0 0 0 0,0 0 4 0,0 0 3 16,0 0 4-16,0 0 4 0,0 0 7 0,22 7-6 16,-2-5 2-16,9 0 0 0,3 1-5 0,3 1-3 15,18-2 4-15,0-1-3 0,0-1 0 0,3-2-4 16,2 3 0-16,3 0 6 0,-5 0-12 0,3-1 0 16,-3 3 2-16,5-3-6 0,-8 0 3 0,6 2 2 15,-1-2 5-15,2 1-11 0,-2 1 6 0,-1 0-1 16,1 1 1-16,3-1-2 0,2 0-4 0,-2 0 4 0,-2-3-19 15,-3 4 15-15,-1-3 1 0,-2 0-8 0,-15 2 5 16,-1-3 10-16,-2 2-1 0,-1-3-14 16,-2 3 3-16,0-2 8 0,-3 2 0 0,-8-2-1 15,1-1 3-15,-1 2 3 0,-1-1 8 0,-3 0-4 0,-5 1-2 16,1-2-4-16,-6 2 6 0,1 0-4 0,-8 0-3 16,13 0 5-16,-13 0-5 0,7 0-2 15,-7 0-8-15,8-1-1 0,-8 1-2 0,0 0 1 0,0 0-8 16,0 0-27-16,0 0-4 0,0 0-9 0,0 0-21 15,0 0-18-15,-25 3-104 0,13 1-213 0,-7-3 96 16</inkml:trace>
  <inkml:trace contextRef="#ctx0" brushRef="#br0" timeOffset="67304.05">30557 9105 19 0,'0'0'76'0,"0"0"-4"0,0 0-3 0,-4-6-9 16,4 6-5-16,0 0-2 0,0 0-13 0,-10-4-5 15,10 4 3-15,-5-2-4 0,5 2-3 0,0 0 0 16,-15 0-4-16,15 0 3 0,-11-2-2 0,11 2-8 16,-12-1 2-16,12 1-1 0,-10 0-2 0,10 0 1 15,-15 1-5-15,5 1 1 0,0 1 0 0,-3-2 2 16,3 1-12-16,-2 0 6 0,0 0-8 0,2 2 8 16,2-1-7-16,1-3 6 0,-1 2-4 0,8-2 0 15,-11 2 4-15,5 1-4 0,6-3 0 0,-10 2 0 16,10-2 0-16,-8 1 4 0,8-1 0 0,0 0 1 15,-8 2 3-15,8-2-7 0,0 0-9 0,-6 2 5 16,6-2-1-16,0 0 7 0,0 0-10 0,0 0 3 16,0 0-1-16,0 0 0 0,-10 4 8 0,10-4 1 15,0 0 3-15,-4 5 1 0,4-5-1 0,-4 6-1 16,4-6 5-16,-4 6-3 0,4-6 5 0,-2 8 1 16,2-8-7-16,-4 11 8 0,1-4-4 0,1 0 1 15,-1-1 8-15,1 1-6 0,2-7-2 0,-4 15 4 16,1-4 3-16,3-2-1 0,-2 1 3 0,-1 1 4 15,2 0-5-15,-2 0 1 0,2 2 1 0,1-1-4 0,0 0-1 16,0 5 3-16,0-5 2 0,0 4-5 16,0 0-4-16,3 0 1 0,-2 0 0 0,0 0-1 15,0 1-4-15,-1-1-1 0,0 1 0 0,0 1 6 16,2-1 0-16,-1-2-7 0,0-1-1 0,-1 3 0 0,2-2 2 16,-4 2 1-16,4-1-1 0,-2-3-2 15,-2 1-2-15,2 0 1 0,-1-2 3 0,0 1-4 16,-2 3-2-16,3-4-3 0,-2 0 2 0,-1 0 0 15,3-1-3-15,-1 1 4 0,1-1-4 0,-2 1 4 0,2 1 0 16,-1-3-3-16,1-2-1 0,0 2 1 0,0-10-2 16,1 15 2-16,-1-9-5 0,0 3 7 15,3-2-4-15,-2-1-2 0,2 1 3 0,1-1 0 16,1 0-2-16,1 1 3 0,2 2 0 0,1-4-1 0,2 0 2 16,7 2 2-16,1-4 1 0,8 5-3 0,0-2-2 15,4-1 0-15,2-3 1 0,4 1 2 0,1-2-2 16,16-2-3-16,-4 1 2 0,4 1-2 0,-2 0 0 15,0-2-2-15,3 0 6 0,-2 2-4 0,0-4-3 16,-13 3 2-16,0-1 5 0,-2-1-10 0,3 1 1 16,-7 0-2-16,3 1 1 0,-2-1-2 0,-2 1-7 15,0 0-4-15,-3-2-7 0,-1 5-5 16,2-4-11-16,3 1 5 0,3 0-18 0,0-4 1 0,2 4-23 16,12-2-2-16,-13 0-13 0,15-2-2 0,-3 2-15 15,-12 0-17-15,1-1-4 0,0 0-88 0,-1-2-230 16,-3 0 101-16</inkml:trace>
  <inkml:trace contextRef="#ctx0" brushRef="#br0" timeOffset="68091.17">31981 9185 70 0,'29'-3'70'0,"-2"3"3"15,7-3-8-15,2 5-4 0,14-1-3 16,-11-2-20-16,17 1 5 0,0 0 2 0,-2 0-12 16,-15 3-1-16,12-3-8 0,-1 2 0 0,-11-7 7 15,-5 7-3-15,-34-2-20 0,68 3 16 0,-36-3 0 16,-32 0 2-16,57 0-7 0,-57 0 1 0,41 0 0 16,-41 0-3-16,37 0-1 0,-37 0 7 0,0 0-14 15,39 1-1-15,-39-1 6 0,0 0-4 0,0 0 0 16,0 0 2-16,37 3 10 0,-37-3-3 0,0 0 5 15,0 0-7-15,0 0 0 0,0 0 4 0,0 0 1 16,0 0-7-16,0 0 5 0,0 0-10 0,0 0 3 16,0 0-3-16,0 0-1 0,0 0 22 0,0 0-17 15,28 11 5-15,-28-11-4 0,0 0 5 0,0 0-13 16,0 0 12-16,14 32-4 0,-14-32-1 0,0 0-1 16,9 30 4-16,-9-30-1 0,9 27 6 0,-9-27-7 15,6 28 1-15,-6-28-1 0,4 32-1 0,-4-32-1 16,4 36-1-16,-4-36 4 0,3 37-1 0,-3-37-3 15,2 38-1-15,-2-38-1 0,-2 45-4 0,2-45-4 16,-3 38 4-16,3-38 4 0,-1 39-3 0,1-39 2 0,-5 50-1 16,5-50-5-16,-6 38 2 0,6-38-2 0,-6 34-3 15,6-34 1-15,-9 37-4 0,9-37 10 16,-9 33-3-16,9-33-2 0,-10 33 4 0,10-33-3 16,-15 34-1-16,15-34 1 0,-15 32 1 0,15-32 5 0,-17 31-6 15,17-31-1-15,-12 31 1 0,12-31-1 0,-15 21 4 16,15-21-1-16,0 0-2 0,-18 25-5 15,18-25 12-15,0 0-4 0,-21 25 1 0,21-25-8 16,-16 15 1-16,4-9 3 0,-3-1 1 0,-5 1 2 0,-1 0-4 16,2-2 3-16,-11 1-4 0,-4-1 5 0,-3-2 0 15,-16-2 1-15,1 0-1 0,-3-4 2 0,-5-1 2 16,-1 3-1-16,-2-4 1 0,-25-5 3 0,25 5 4 16,-3-1-6-16,-23-5 2 0,27 5 1 15,0 2-3-15,2-2-3 0,2 1 6 0,4 0-9 0,-1 1 10 16,2-1-14-16,16 1-11 0,-2 0-16 0,3 2-26 15,6 1-25-15,2-1-33 0,6 2-42 0,-5 0-92 16,9-2-265-16,0 0 117 0</inkml:trace>
  <inkml:trace contextRef="#ctx0" brushRef="#br0" timeOffset="69148.42">30846 9509 15 0,'0'0'86'0,"0"0"-8"0,0 0-5 16,-20 8-4-16,20-8-9 0,-12 0 6 0,12 0 7 15,-15 0-11-15,6-2 1 0,-3 2 5 0,2-1 6 16,-1 0-14-16,1-1-3 0,-1 1 10 0,1 0-4 0,-1 1 3 16,11 0 5-16,-12-2-3 0,12 2 6 15,-9-1-4-15,9 1-6 0,-10-3-2 0,10 3-14 16,0 0 2-16,-8 0-7 0,8 0-4 0,0 0 0 15,0 0 1-15,0 0-2 0,0 0-2 0,0 0 2 0,31 1-6 16,-17-2 3-16,4 1-10 0,2 3-2 0,1-2-1 16,-1-1-8-16,3 1-18 0,-4-1-22 15,3 2-18-15,0-2-16 0,-1 3-15 0,-1-5-12 16,-1 2-24-16,-1 0-16 0,0 0-14 0,-7 0-85 16,-2-1-246-16,-1 0 109 0</inkml:trace>
  <inkml:trace contextRef="#ctx0" brushRef="#br0" timeOffset="69383.88">30948 9407 48 0,'0'0'136'0,"-6"-4"-25"0,6 4-2 16,0 0-9-16,0 0 5 0,0 0 9 15,0 0 11-15,-8 15 4 0,5-7-5 0,-1 5-16 16,-1-2-2-16,-2 4-10 0,2 2-12 0,-6 1-8 15,3-1-10-15,0 1-3 0,2-2-6 0,-3 2-6 0,4-1-6 16,-2 0-1-16,2-1-4 0,1 0-8 0,-2 0-19 16,4 0-23-16,-2-5-22 0,2 1-31 15,1-1-21-15,2 0-28 0,-1-1-38 0,2-1-106 16,-2-9-276-16,5 12 122 0</inkml:trace>
  <inkml:trace contextRef="#ctx0" brushRef="#br0" timeOffset="69607.07">31132 9588 18 0,'7'-3'146'0,"-7"3"-1"0,0 0-5 16,0 0-16-16,0 0 5 0,9-3-13 0,-9 3-4 15,15 0-1-15,-2 1-15 0,1-1-12 16,5 0-10-16,11 2-7 0,-1-2-15 0,-2 0-8 15,-4 2-19-15,5-2-13 0,-9-1-25 0,1 1-19 0,1 1-5 16,-2-1-29-16,-5 0-12 0,-4-1-22 0,2-2-96 16,-5 2-210-16,-1-1 93 0</inkml:trace>
  <inkml:trace contextRef="#ctx0" brushRef="#br0" timeOffset="69805.47">31408 9464 14 0,'0'0'124'0,"-11"-8"-1"0,11 8-14 15,-3-2-9-15,3 2-8 0,0 0-10 16,0 0 14-16,0 0 9 0,0 0-1 0,-10 11 2 16,9-4-13-16,-2-1-5 0,1 5 3 0,-1 0-11 0,-1 0-2 15,3 4-6-15,-4-2-10 0,1 4-1 0,2-2-9 16,-4 1-6-16,1 0 0 0,0-1-6 0,3 2-19 16,-2-6-20-16,0 1-15 0,3 1-31 15,1-2-28-15,0-11-35 0,1 21-32 0,-2-14-111 16,1-7-273-16,5 12 121 0</inkml:trace>
  <inkml:trace contextRef="#ctx0" brushRef="#br0" timeOffset="69995.86">31746 9577 81 0,'10'-3'144'0,"-2"2"-6"0,1-1-4 0,1 0-10 15,3 1-16-15,5 0-1 0,2-1-17 16,1 2-11-16,0 0-10 0,0 0-19 0,-2 2-28 16,3-2-25-16,-3 1-23 0,-5-1-23 0,-3 1-26 0,2-2-91 15,-3 0-180-15,-10 1 81 0</inkml:trace>
  <inkml:trace contextRef="#ctx0" brushRef="#br0" timeOffset="70183.72">31969 9471 33 0,'0'0'123'0,"0"0"5"0,0 0-4 16,0 0 14-16,-6 15-3 0,5-8-19 0,-1 3 10 15,-3-2-9-15,0 3-11 0,0 0-10 16,0 0-4-16,-1 4-13 0,0-3-6 0,-2 4-6 16,0-2-10-16,3-2-8 0,-2 3-22 0,2-4-30 0,-1-1-28 15,2 0-42-15,0 2-22 0,2-4-27 0,-1 1-105 16,-1-2-247-16,4-7 110 0</inkml:trace>
  <inkml:trace contextRef="#ctx0" brushRef="#br0" timeOffset="70376.3">32256 9578 104 0,'14'0'129'0,"0"0"-8"15,4 3-8-15,1-1-15 0,3 1-8 0,-1-2-12 0,0 2-6 16,-1-1-11-16,2 0-29 0,-3 0-3 16,-2-1-18-16,-3 2-34 0,-3-2-13 0,0-1-18 0,-4-1-20 15,2 2-52-15,-9-1-135 0,9-4 60 16</inkml:trace>
  <inkml:trace contextRef="#ctx0" brushRef="#br0" timeOffset="70528.78">32469 9539 75 0,'0'0'120'0,"-4"-4"-3"0,4 4-12 0,0 0 11 0,0 0 22 16,-11 7 1-16,7 1-8 0,-2 0-5 16,-1 2-16-16,1 0-4 0,-3 5-3 0,-1 1-8 15,1-1-8-15,1 3-11 0,-1 0-11 0,-2 5-5 0,0-5-27 16,1 4-34-16,0 1-52 0,5-4-74 0,-8 7-144 16,-1-3-292-16,5-6 129 0</inkml:trace>
  <inkml:trace contextRef="#ctx0" brushRef="#br0" timeOffset="72194.16">30283 10042 20 0,'-11'-1'34'0,"2"-1"-3"0,9 2 2 0,-20 0-2 16,12 0-1-16,8 0 0 0,-14 0 0 0,14 0-4 15,-11-2 1-15,11 2-1 0,-9-2-4 0,9 2-5 16,0 0 0-16,0 0 7 0,0 0-6 16,-9 2 3-16,9-2-1 0,0 0 1 0,0 0 5 0,29 4-3 15,-11-3-1-15,9 2 0 0,5-2-2 0,2 1 5 16,2-2-8-16,4 1-3 0,13 0-9 16,2 0 1-16,2 1 9 0,1-1-9 0,2-1 2 0,7 0-2 15,22 2 2-15,-26 0 3 0,26 0-7 16,-25 0-8-16,1 1 14 0,29 1-3 0,-5 1 2 0,1-1-5 15,-25 1-6-15,31-2 8 0,-4 2-6 0,-2-2 3 16,-23 2-7-16,25-1-2 0,-32-1 4 0,3 1-4 16,-1 0 2-16,2 0 3 0,-5 0-3 0,-2 1 2 15,-2-3-2-15,-16-2-2 0,0 2 3 0,-1-1-1 16,-4 2-8-16,-1-3 8 0,0 1-4 0,-7-1 3 16,-3 1-2-16,-23-1-2 0,0 0 6 0,56 5-4 15,-56-5 10-15,0 0-19 0,0 0-13 0,39 3-4 16,-39-3-3-16,0 0-12 0,0 0-34 0,0 0-89 15,0 0 41-15</inkml:trace>
  <inkml:trace contextRef="#ctx0" brushRef="#br0" timeOffset="72937.33">30226 10140 9 0,'0'0'19'16,"-9"-7"-5"-16,9 7 3 0,0 0 0 0,0 0 0 15,0 0-9-15,-9-4 2 0,9 4-6 0,0 0 2 16,0 0-4-16,0 0 12 0,-10-2-9 0,10 2 2 16,0 0-2-16,0 0-5 0,0 0-2 0,0 0-7 15,0 0 2-15,0 0 4 0,0 0-4 0,-10-4 1 16,10 4-14-16,0 0-22 0,0 0 9 0</inkml:trace>
  <inkml:trace contextRef="#ctx0" brushRef="#br0" timeOffset="73536.84">30276 10073 47 0,'-19'2'43'16,"7"-2"-2"-16,2 2-6 0,-2-1 0 0,0 0-3 16,0 2-10-16,0-1 7 0,0-1-9 0,-1 1 3 15,2 1 0-15,1 1 0 0,-2-2-5 0,2 3-1 16,0 0-2-16,0-2 1 0,-1 5-2 0,2-3 9 15,-1 2-3-15,2 1 2 0,-1 1-3 0,-1 0-2 16,3 0-1-16,0 2 8 0,-3 4-9 0,2-1 9 16,-2 1 0-16,4 1-1 0,-3 1-1 0,0 0-2 15,2 1 1-15,2 0-7 0,-1 1 7 0,1 0-1 16,-3 5-6-16,3 0-1 0,-1 0 12 0,-1-4 14 16,2 4-8-16,-1-5-1 0,-1 0-1 0,2 1-4 15,-1 4 3-15,1-5 0 0,0 2-8 0,1-2-1 16,0-2 3-16,0 8-2 0,0-7-2 0,2 0-1 15,-1 1 9-15,1-1-10 0,-2-1 7 0,2-2-6 16,-1 2-1-16,0-4-8 0,2 2 1 0,-2-2 1 16,3-1-1-16,-1 0-5 0,0 0 9 0,1-12-9 15,2 19 5-15,0-8 4 0,0-3 10 0,4 3-3 16,1-4 8-16,2 3-6 0,4-2 4 0,5 3-6 16,6-1 4-16,4 0 0 0,1-2-2 0,7 0-2 15,2-3-3-15,12 3 1 0,4 0-1 0,2-4-3 16,2 1-1-16,3-3-2 0,2 4-3 0,27-3 6 15,-26-1-6-15,0 1-1 0,27 2 1 0,-30-4-2 16,3 2-9-16,-1-2-3 0,-2 2 3 0,-2-2-12 16,-3 2 0-16,0-2-14 0,-3 0 2 0,1 1-8 15,-14-2 0-15,10 1-11 0,-10-1-17 0,-3-1-1 16,-1 0-2-16,1 0-9 0,-3-1-6 0,2-4-3 16,1 1-5-16,-4 0-76 0,2-1-178 0,-3-3 78 15</inkml:trace>
  <inkml:trace contextRef="#ctx0" brushRef="#br0" timeOffset="74004.48">31941 10218 68 0,'58'-3'63'0,"31"-2"-11"0,2 6-7 0,0 1 0 0,-1-4-17 16,2 5 3-16,0-3-2 0,-25 0-6 0,25 0-7 16,-28 0 2-16,1 1-12 0,2 0 0 0,-3-1 3 15,-3 2 13-15,2-1-8 0,-6 1-2 0,-1-1 0 16,-2 3-16-16,-3-2-3 0,-10-2 5 0,-5 1 0 16,-1 2-1-16,0-2-5 0,-35-1 2 0,59 4 0 15,-32-2 4-15,-27-2 4 0,44 2-7 0,-44-2 5 16,40 2-9-16,-40-2 5 0,37 7 2 0,-37-7 0 15,32 3-2-15,-32-3-4 0,37 5 3 0,-37-5 3 16,31 9-1-16,-31-9 8 0,0 0 4 0,37 11-3 16,-37-11 0-16,24 10 10 0,-24-10-7 0,0 0 2 15,0 0-3-15,32 15 3 0,-32-15-8 0,0 0 11 16</inkml:trace>
  <inkml:trace contextRef="#ctx0" brushRef="#br0" timeOffset="74418.32">33856 10648 1237 0,'-4'24'11'16,"4"-24"11"-16,-9 45 3 0,6-20-5 0,3-25-5 15,-5 38 9-15,5-38-16 0,-6 50 1 0,6-50 0 16,-8 39 0-16,8-39 4 0,-2 43 1 0,2-43 2 15,-4 34-10-15,4-34-10 0,-4 35 11 16,4-35-7-16,-3 32 5 0,3-32-1 0,0 0-2 0,-5 36 4 16,5-36 1-16,0 0-5 0,-5 29-1 0,5-29 3 15,0 0-2-15,0 0 2 0,-9 29 7 0,9-29-10 16,0 0 5-16,0 0-2 0,-21 19 1 0,21-19-2 16,0 0 1-16,-31 9 2 0,31-9-2 15,0 0-6-15,-46 5 3 0,46-5 4 0,-55-4-5 16,22 1-3-16,33 3-1 0,-91-10-1 0,35 3 0 0,-3 0-1 15,-5-2-2-15,-25-4-12 0,2 1 15 0,-8 0 5 16,-4 5-3-16,-4-5-2 0,-7 3 7 0,-5 0-4 16,0 4-2-16,-2 4-2 0,-2-4 9 0,0 7 0 15,0-1 2-15,1 4-6 0,1-2 3 16,-3 1-12-16,6 5-20 0,0-2-2 0,4 5-14 16,3-3-9-16,0 1-15 0,4-1-8 0,8 2-14 0,5-3-84 15,31-3-190-15,2 2 85 0</inkml:trace>
  <inkml:trace contextRef="#ctx0" brushRef="#br0" timeOffset="75687.58">30589 10236 30 0,'0'0'71'0,"-11"-1"-4"16,11 1-5-16,-9 0-7 0,9 0 6 0,-12 0-7 15,12 0-4-15,-13 0-1 0,13 0-1 0,-12-2-2 16,4 2 2-16,8 0-2 0,-13 0-5 0,13 0-3 15,-19 0-1-15,10 0 1 0,-4 0 3 0,6 0 2 16,-2 0 5-16,9 0-11 0,-15 0 14 0,7 0-3 16,8 0 4-16,-12 2-7 0,12-2 7 0,-11 0 0 15,11 0-2-15,0 0-3 0,-8 0-4 0,8 0-2 16,0 0 3-16,0 0-11 0,-9 0-5 0,9 0 3 16,0 0-1-16,0 0-4 0,0 0-1 0,0 0 1 15,0 0 3-15,0 0 1 0,0 0 6 0,0 0-7 16,23 6 1-16,-11-5-4 0,-1 0-4 0,1-1-3 15,-1 3-2-15,7-2-1 0,-1 2 0 0,0-1 1 16,-4-1 0-16,0 0 1 0,0 0 1 0,-2-1-2 16,3 2 3-16,-2-2 1 0,1 0-2 0,-2 0-1 15,0 0 5-15,0 0-3 0,-3 0 4 0,-8 0 0 16,13-3-4-16,-6 2-1 0,-7 1 0 0,9-1-4 16,-9 1 0-16,0 0-2 0,10-1-5 0,-10 1-17 15,0 0-19-15,0 0-31 0,0 0-35 0,12-1-36 16,-12 1-46-16,0 0-137 0,0 0-338 0,0 0 150 0</inkml:trace>
  <inkml:trace contextRef="#ctx0" brushRef="#br0" timeOffset="75988.63">31098 10268 162 0,'0'0'185'0,"0"0"-2"16,0 0-10-16,4-6-16 0,-4 6-9 0,0 0-18 0,0 0-13 15,0 0-11-15,0 0-11 0,0 0-4 0,0 0-14 16,0 0-8-16,0 0-3 0,0 0 3 16,10-1 0-16,-10 1-3 0,0 0-2 0,16 3-3 15,-9-5-3-15,5 4-5 0,1-1-4 0,0-1-5 0,5 2-5 16,-5-4-4-16,2 4 2 0,-2-2-8 0,0 0-4 15,0 1 0-15,-3 0-6 0,1 1-22 16,1-2-22-16,-3 1-32 0,-2 1-34 0,1-1-40 16,0 1-34-16,-2 0-35 0,3 1-106 0,-1 1-330 15,-1-3 147-15</inkml:trace>
  <inkml:trace contextRef="#ctx0" brushRef="#br0" timeOffset="76230.73">31761 10320 30 0,'0'0'170'0,"0"0"-4"0,0 0-13 0,10-1-9 16,-10 1-12-16,0 0-5 0,14 0-17 0,-14 0-13 15,16 1-2-15,-5-1-13 0,1 2 0 0,2-1-15 16,0 0-16-16,0 1 4 0,-1-2-5 0,6 1-7 15,-5 1-14-15,4-2-25 0,-1 2-19 0,2-1-28 16,1-1-33-16,1 3-27 0,0-1-22 0,0 0-97 16,-1 1-239-16,1-2 107 0</inkml:trace>
  <inkml:trace contextRef="#ctx0" brushRef="#br0" timeOffset="76419.98">32444 10401 107 0,'7'3'160'16,"-7"-3"-11"-16,0 0 1 0,11 1-13 0,-11-1-12 15,12 2-9-15,0-4-15 0,-1 2-7 0,3 2-12 16,3-2-10-16,2 2-14 0,0-1-33 0,2-1-27 16,-21 0-23-16,0 0-25 0,61 1-23 0,-61-1-36 15,41 4-78-15,-41-4-201 0,43 0 89 0</inkml:trace>
  <inkml:trace contextRef="#ctx0" brushRef="#br0" timeOffset="76578.72">33003 10445 2 0,'0'0'163'0,"0"0"-3"0,0 0-8 0,0 0-15 16,0 0-5-16,69-1-20 0,-69 1-10 0,0 0-7 15,45 1-12-15,-45-1-15 0,35 1-30 0,-35-1-29 16,0 0-31-16,49-1-32 0,-49 1-32 0,0 0-97 15,50 2-196-15,-50-2 87 0</inkml:trace>
  <inkml:trace contextRef="#ctx0" brushRef="#br0" timeOffset="76719.78">33516 10475 43 0,'0'0'128'0,"0"0"-1"0,0 0-15 0,0 0-12 16,0 0-4-16,0 0-15 0,47 11-16 0,-47-11-26 15,0 0-25-15,0 0-29 0,41 5-25 0,-41-5-34 16,0 0-39-16,0 0-123 0,40 1 55 0</inkml:trace>
  <inkml:trace contextRef="#ctx0" brushRef="#br0" timeOffset="77455.57">30470 10696 74 0,'0'0'89'0,"-15"3"-2"0,15-3 2 15,0 0-1-15,0 0 0 0,0 0 1 0,0 0-5 16,0 0 7-16,0 0-3 0,-20 1 4 0,20-1-7 16,0 0 2-16,0 0-2 0,0 0-1 0,0 0 1 15,0 0-1-15,0 0-5 0,0 0-4 0,0 0-11 16,0 0-4-16,0 0-7 0,0 0-5 0,74-6-2 16,-54 2-7-16,8 1-4 0,0 2 2 15,-6-1-9-15,-3 2-4 0,3 0-12 0,-3 1-19 16,0-2-22-16,-1 2-18 0,-18-1-28 0,31-1-14 0,-31 1-38 15,23 0-28-15,-23 0-102 0,0 0-279 0,17-2 124 16</inkml:trace>
  <inkml:trace contextRef="#ctx0" brushRef="#br0" timeOffset="77706.42">30638 10559 157 0,'0'0'173'0,"0"0"-16"0,0 0-11 0,0 0-2 0,0 0-4 16,0 0-9-16,0 0-2 0,0 0-8 0,0 0-6 15,0 0-10-15,-12 35-10 0,12-35-9 16,-3 21-9-16,0-10-9 0,3-11-5 0,-3 25-3 16,1-8-8-16,2-17-2 0,-3 29-6 0,3-15-6 15,0-14-4-15,-1 31 1 0,1-18-20 0,0-13-21 16,-1 27-26-16,1-13-28 0,0-14-36 0,0 23-42 15,0-23-34-15,1 26-117 0,-2-14-313 0,1-12 140 16</inkml:trace>
  <inkml:trace contextRef="#ctx0" brushRef="#br0" timeOffset="77922.81">31057 10765 148 0,'11'-1'179'0,"-11"1"-4"0,21 0-16 0,-7-2-15 0,-1 1-18 15,5-1-9-15,1 4-11 0,-4 1-10 0,4-2-12 16,-6 1-11-16,2-2-11 0,-2 1-22 0,-13-1-23 16,27 4-32-16,-15-1-29 0,-12-3-35 0,23 2-27 15,-14-2-108-15,-9 0-231 0,0 0 101 0</inkml:trace>
  <inkml:trace contextRef="#ctx0" brushRef="#br0" timeOffset="78133.78">31288 10677 116 0,'0'0'178'0,"0"0"-9"0,0 0-15 0,-7-5-9 15,7 5 6-15,0 0-2 0,0 0-1 0,0 0-4 16,0 0-6-16,-12 19-13 0,10-9-5 0,-2 2-14 0,1 0-7 15,-1-2-11-15,-1 0-9 0,3 1-5 0,-2 6-8 16,1-7-3-16,1 1-10 0,-1 2-5 0,1-2-25 16,2 1-23-16,0-12-30 0,0 21-28 15,1-12-47-15,0 2-44 0,2-1-44 0,-3-10-125 16,5 18-343-16,-5-18 153 0</inkml:trace>
  <inkml:trace contextRef="#ctx0" brushRef="#br0" timeOffset="78317.86">31687 10824 46 0,'0'0'162'16,"24"-2"-16"-16,-7 2-8 0,2-1-15 0,-1 1-16 0,2 1-9 15,1-1-23-15,-1 1-27 0,2 0-34 0,0 1-46 16,-3-4-28-16,0 4-85 0,-7-4-155 15,2 1 69-15</inkml:trace>
  <inkml:trace contextRef="#ctx0" brushRef="#br0" timeOffset="78518.2">31899 10744 62 0,'0'0'185'0,"0"0"1"0,-11 11 3 15,11-11-12-15,-5 13-8 0,3-3-9 0,-3 0-13 16,1 1-9-16,-1 4-12 0,1-3-16 0,-3 3-6 16,0-1-13-16,2 2-5 0,1-4-15 0,-1-1-20 15,1 2-29-15,-1-3-29 0,2 2-34 0,0-2-48 16,3-1-43-16,0-1-170 0,0-8-325 0,1 15 145 16</inkml:trace>
  <inkml:trace contextRef="#ctx0" brushRef="#br0" timeOffset="78706.25">32244 10868 58 0,'8'1'180'0,"5"-2"-9"0,-2 1-18 15,8 1-15-15,-1 1-11 0,4-2-13 0,6 3-11 16,0-2-22-16,2 1-32 0,-10-1-47 15,10 0-35-15,-2-1-56 0,0 3-87 0,-8-6-191 0,-1 1 85 16</inkml:trace>
  <inkml:trace contextRef="#ctx0" brushRef="#br0" timeOffset="78897.61">32790 10830 12 0,'0'0'205'0,"0"0"-2"0,0 0-3 15,0 0-11-15,0 0-10 0,0 0-17 0,0 0-16 16,0 0-15-16,0 0-15 0,0 0-9 0,0 0-15 16,0 0-16-16,0 0-16 0,0 0-23 0,0 0-27 15,0 0-30-15,0 0-27 0,0 0-34 16,0 0-38-16,0 0-25 0,0 0-109 0,0 0-273 16,-33-7 121-16</inkml:trace>
  <inkml:trace contextRef="#ctx0" brushRef="#br0" timeOffset="79092.98">32668 10787 86 0,'0'0'170'0,"0"0"-7"0,-2-6-10 15,2 6-7-15,0 0-19 0,0 0-4 0,0 0 12 16,0 0 2-16,0 0-6 0,-3 18-3 0,0-8 0 0,1-1-11 16,-1 3-6-16,0-1-8 0,-1 1-9 0,3 0-9 15,-3 0-7-15,0 1-8 0,2-2-5 0,-2 1-8 16,0-1-18-16,1 1-23 0,-2-2-31 15,3 0-34-15,-2 1-42 0,1-3-57 0,1 0-66 16,-2-2-111-16,1-1-350 0,3-5 155 0</inkml:trace>
  <inkml:trace contextRef="#ctx0" brushRef="#br0" timeOffset="79367.03">33065 10853 3 0,'0'0'138'0,"0"0"-4"15,0 0-16-15,51 5-15 0,-51-5-8 0,0 0-10 16,50 4-14-16,-50-4-16 0,30 6-28 0,-30-6-23 16,0 0-35-16,41 3-35 0,-41-3-57 0,0 0-133 15,0 0 59-15</inkml:trace>
  <inkml:trace contextRef="#ctx0" brushRef="#br0" timeOffset="79564.5">33251 10801 55 0,'0'0'166'0,"0"0"-10"0,0 0-4 15,0 0 5-15,0 0-5 0,0 0-13 0,0 0-12 0,0 0-8 16,0 0-14-16,0 0-12 0,0 0-9 0,0 0-4 16,-27 66-11-16,27-66-3 0,0 0-29 15,-7 36-22-15,7-36-33 0,0 0-37 0,-10 32-45 16,10-32-38-16,0 0-106 0,-6 30-264 0,6-30 117 15</inkml:trace>
  <inkml:trace contextRef="#ctx0" brushRef="#br0" timeOffset="79744.07">33455 10903 6 0,'0'0'106'16,"0"0"-24"-16,0 0-12 0,0 0-22 0,67 5-23 16,-67-5-23-16,0 0-30 0,0 0-25 0,31 7-55 15,-31-7 25-15</inkml:trace>
  <inkml:trace contextRef="#ctx0" brushRef="#br0" timeOffset="79899.78">33581 10872 26 0,'0'0'136'0,"0"0"-1"0,0 0-2 0,0 0-12 16,0 0-8-16,0 0-13 0,0 0-6 0,0 0-10 15,0 0-6-15,0 0-16 0,0 0-29 16,-37 67-23-16,37-67-43 0,0 0-39 0,-10 32-98 16,10-32-185-16,-12 23 82 0</inkml:trace>
  <inkml:trace contextRef="#ctx0" brushRef="#br0" timeOffset="96182.75">23771 13569 51 0,'0'0'75'16,"0"0"-11"-16,0 0 3 0,-4-6-2 0,4 6-7 16,0 0-6-16,0 0 5 0,-5-6-6 0,5 6-3 15,0 0-3-15,0 0 7 0,-5-5-16 0,5 5 0 16,0 0 9-16,0 0-18 0,-6-5 10 0,6 5-13 15,0 0 3-15,-10-4-2 0,10 4-10 0,-8-4 5 16,8 4 8-16,-9-4-6 0,9 4 5 0,0 0 2 16,-9-1 5-16,9 1 1 0,0 0-8 0,0 0 18 15,0 0-13-15,0 0 7 0,33 1-2 0,-1-1-9 16,5 0 2-16,20 0 2 0,3-2-2 0,4 0 8 16,0 2-6-16,1-4 1 0,-4 0-3 0,-1 0 1 15,-6 1 2-15,-3-1-6 0,-16 3 3 0,-4-2-2 16,3-1 2-16,-6 0-4 0,-7 1 8 0,-1 0 0 15,-4 1 0-15,-4 0 2 0,-2-1 5 0,0-1-1 16,-3 3-4-16,-7 1-1 0,9-5-6 0,-6 3-2 16,-3 2-4-16,6-7-3 0,-6 7-2 0,0 0-3 15,0-11-1-15,0 11-1 0,0 0-2 0,-9-10-3 16,2 10-3-16,7 0 1 0,-9-2-28 0,9 2-12 16,-11-1-16-16,11 1-8 0,-9 5-24 0,9-5-16 15,-7 8-25-15,2-2-14 0,-4 3-26 0,2 0-88 16,-1 1-271-16,-1-1 120 0</inkml:trace>
  <inkml:trace contextRef="#ctx0" brushRef="#br0" timeOffset="121984.6">18346 7093 61 0,'0'0'79'0,"-2"-7"-1"0,2 7-12 16,-3-8-7-16,3 8 0 0,-2-11-1 15,2 11-2-15,-2-11-8 0,2 11-1 0,-1-10 2 16,1 10-6-16,0-8-12 0,0 8 4 0,0 0 1 15,-1-11-12-15,1 11 0 0,0 0-2 0,-1-9-3 16,1 9-5-16,0 0 1 0,2-8-1 0,-2 8 2 16,0 0 1-16,0 0-10 0,9-1-6 0,-9 1 3 15,0 0 3-15,17 9-6 0,-7-5 6 0,-3 5-5 0,0-2 7 16,1 4-12-16,2 3 7 0,-1 1 2 16,-3 3 9-16,-2 1-14 0,1 7 3 0,-2 3-4 0,-6 0 1 15,-2 0-3-15,-1 4 3 0,-4 1 2 0,-1-2-3 16,-2 2-1-16,2 0 4 0,-6 0-2 15,-1 9 0-15,2 3-7 0,-1-3-6 0,4-8 1 16,-1 7-22-16,0 4-14 0,4-12-16 0,-5 12-20 0,2-4-49 16,-2-7-142-16,3-2 64 0</inkml:trace>
  <inkml:trace contextRef="#ctx0" brushRef="#br0" timeOffset="122512.24">18763 6145 30 0,'0'0'30'0,"0"0"0"0,0 0 1 0,0 0-3 15,16 12-3-15,-10-2-1 0,-1 0-6 16,4 4-1-16,-2-1-1 0,1 4 3 0,0 0-5 16,2 8 0-16,0 0 1 0,-4 1-6 0,1 3 3 0,-2 1-1 15,3 2 0-15,-5 0-6 0,0 1 4 0,-2 3-2 16,1 10-2-16,-5-11 6 0,0 15-3 0,-3-2-6 15,1 4 8-15,-1 0 1 0,-5 3-2 16,0-2-4-16,-2 4 7 0,-1 1-4 0,-10 22 2 0,10-26-7 16,1 3-7-16,0-5-6 0,2 1-2 0,0-1-9 15,4-2-3-15,-3 0-8 0,4 0-2 0,3-1-22 16,0-1-59-16,0-13 26 0</inkml:trace>
  <inkml:trace contextRef="#ctx0" brushRef="#br0" timeOffset="123468.78">19227 7367 9 0,'2'-13'84'0,"5"4"-8"0,-4-4-8 0,5 2-8 16,0-4-6-16,5 5-3 0,-2 1-11 0,1 2 5 0,-1 3-9 16,-1 1-14-16,2 1 4 0,-2 4 2 0,-2-1-1 15,1 4-9-15,0 3 0 0,-2 4 1 0,1 3-2 16,-1 2 3-16,0 7-11 0,-3 2-4 0,-2 2 4 15,-2 0-4-15,-3 3-16 0,-5 1-24 0,-2 12-24 16,-3 2-49-16,-2-14-115 0,-5 10 52 0</inkml:trace>
  <inkml:trace contextRef="#ctx0" brushRef="#br0" timeOffset="133326.31">15002 14145 53 0,'0'0'62'0,"-7"-4"0"0,7 4-3 0,0 0-8 16,0 0-12-16,0 0 3 0,0 0 0 0,0 0-10 15,0 0 2-15,0 0 9 0,0 0-8 0,0 0 5 16,36 4-8-16,-18-2 0 0,11-1-4 0,1-1 0 16,8-1-2-16,2 1 1 0,12-3-3 0,3 2-5 15,0-1-2-15,3 2-18 0,-3-4-3 0,1 4-16 16,0-1-9-16,-4 1-13 0,-11 0-21 0,12 3-49 15,-15-2-120-15,2 2 53 0</inkml:trace>
  <inkml:trace contextRef="#ctx0" brushRef="#br0" timeOffset="134148.21">11367 14465 18 0,'0'0'55'0,"0"0"-7"15,25-8-2-15,-13 5 0 0,10 1-1 0,9-2-1 16,7 0 8-16,17-4-6 0,9 2-4 0,31-6 3 15,3 2-5-15,8-1-6 0,2 0 10 0,7 0-9 16,2 0-8-16,0 1-8 0,2 3 7 0,-1-1 8 16,6-1-19-16,-1-1 1 0,3 7 9 0,-5-2-19 15,-8 0 5-15,2 0-14 0,0 2 3 0,1 2-26 16,1 1-5-16,-3 3-27 0,-6-1-60 0,2 0-126 16,-14 2 56-16</inkml:trace>
  <inkml:trace contextRef="#ctx0" brushRef="#br0" timeOffset="134885.72">5018 13391 32 0,'-23'-18'50'0,"-1"0"1"0,1-1-4 0,-1 0 6 0,1-2 1 15,2-2-9-15,2 0 8 0,0 0 4 0,2-3-4 16,1 3-3-16,4-2-7 0,2-3-4 0,5 3-3 16,4-2-1-16,2 0 1 0,3 4-10 0,8-2-3 15,0 4 16-15,6 2-22 0,2 2 1 0,-2 6-2 16,2 2 4-16,0 4-9 0,3 8 3 0,4 6 0 15,-3 9-3-15,-5 9-3 0,5 23 6 0,-2 28 3 16,-12 10-3-16,-7 2-3 0,-10 7-2 0,-7 2-4 16,-5 3-2-16,-4 7 9 0,5 2-15 0,-3 1-23 15,2-8-10-15,-1-2-12 0,2-10-40 0,7-1-52 16,-2-9-151-16,7-26 68 0</inkml:trace>
  <inkml:trace contextRef="#ctx0" brushRef="#br0" timeOffset="135027.62">4907 14650 1463 0,'3'-16'22'0,"-5"0"-18"16,2 3 1-16,-1 3-8 0,1 2 1 0,0 8-12 15,-1-10-10-15,1 10-2 0,0 0-1 0,0 0-11 16,0 0-13-16,0 0-28 0,5 23-30 0,-5-5-79 16,4 8-201-16,-3-1 89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F20FC9-DCB0-4B9F-A72F-A3F36642DD46}" type="datetimeFigureOut">
              <a:rPr lang="en-IN" smtClean="0"/>
              <a:t>24-02-2022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A00A35-D9D8-4366-9CB0-472C0E83E6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868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56397B-D437-4DE4-BA7A-F8E15BBD059E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56397B-D437-4DE4-BA7A-F8E15BBD059E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1D596-527A-4600-8526-C2215C7643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DA39B1-3B09-4B4E-BBF3-EC7D066123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D77252-874D-4AD7-AD56-3B3695242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D220A-AF23-4091-A107-87B56AED6DA0}" type="datetimeFigureOut">
              <a:rPr lang="en-IN" smtClean="0"/>
              <a:t>24-02-2022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E1810A-B09D-464E-91C0-CCEAAFC51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F466E-DA6B-4A47-8028-F19F47227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27EAD-7E62-47C9-B54E-C68B4294BE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2774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BB4C4-F9B9-450B-B187-C25A2B2C6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E07D7-FEF7-4956-83F9-8FE7553D50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C273E-0E46-449C-BE5D-51B2056A8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D220A-AF23-4091-A107-87B56AED6DA0}" type="datetimeFigureOut">
              <a:rPr lang="en-IN" smtClean="0"/>
              <a:t>24-02-2022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5E240-E83C-4978-A4DF-8FF1EE01C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B860CF-020A-492F-B89C-22439A823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27EAD-7E62-47C9-B54E-C68B4294BE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3829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842FC-5CB5-4F87-BB58-33332C553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A1617A-FD4C-4640-89B5-C7DC31C7AF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71125-9C0B-4D00-A0CF-790DE66BC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D220A-AF23-4091-A107-87B56AED6DA0}" type="datetimeFigureOut">
              <a:rPr lang="en-IN" smtClean="0"/>
              <a:t>24-02-2022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45F91B-CEFB-4043-B94E-A36EA970C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50FFED-C943-4345-8854-AF73335FD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27EAD-7E62-47C9-B54E-C68B4294BE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8334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310F8-B4C8-4893-B33C-90B5F74BF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929F39-35F2-40AD-B301-782ADACBAA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6F13FA-1751-4B84-8254-682F8BC911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356B84-1D76-4BF8-B2F3-9167C02FD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D220A-AF23-4091-A107-87B56AED6DA0}" type="datetimeFigureOut">
              <a:rPr lang="en-IN" smtClean="0"/>
              <a:t>24-02-2022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E8F1F-FDE5-46EB-A69B-71BB39259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8E98D0-AF53-4AEE-A901-AB2B9F52D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27EAD-7E62-47C9-B54E-C68B4294BE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4837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1319C-4FA0-4CC0-9A52-8671AC4CD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770FC2-3DBC-41F0-9D59-E3EEED306A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99ED4C-51F5-4919-84DC-D290A73E6D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BBD010-A560-420F-A9B5-31E7E488F8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6C1C18-1F0E-4A66-B23E-5E82CE3C1A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74B00E-A75D-4AA6-8C32-8B361141B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D220A-AF23-4091-A107-87B56AED6DA0}" type="datetimeFigureOut">
              <a:rPr lang="en-IN" smtClean="0"/>
              <a:t>24-02-2022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98B56A-BBF9-40B4-8073-6C38E1402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50B510-FA32-433B-9447-8CEC0F028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27EAD-7E62-47C9-B54E-C68B4294BE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7815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7FF3B-6A6E-4B7A-9F90-2DB8D095D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46D6BB-9298-4AA5-A417-C8372820B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D220A-AF23-4091-A107-87B56AED6DA0}" type="datetimeFigureOut">
              <a:rPr lang="en-IN" smtClean="0"/>
              <a:t>24-02-2022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003B79-7155-4394-9536-EE0049422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5B74D3-1F02-4D35-9802-338C158D7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27EAD-7E62-47C9-B54E-C68B4294BE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8709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90B755-D00C-4E3C-AA3E-B79D9CA4C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D220A-AF23-4091-A107-87B56AED6DA0}" type="datetimeFigureOut">
              <a:rPr lang="en-IN" smtClean="0"/>
              <a:t>24-02-2022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0A7520-5F91-4205-8E79-D62DC067E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722326-4AA9-43B9-8721-D6A38AF91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27EAD-7E62-47C9-B54E-C68B4294BE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2281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86957-153F-4FF9-9A3B-A58342064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35458-092A-4AD9-BF35-AE167E808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3D0B06-55C1-4275-847E-C1D8740D4D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1A645B-F98D-4128-9258-21D07CE18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D220A-AF23-4091-A107-87B56AED6DA0}" type="datetimeFigureOut">
              <a:rPr lang="en-IN" smtClean="0"/>
              <a:t>24-02-2022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2B72EB-8560-4A2C-BD35-C9643FEEE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6FF4AE-518A-4007-BA37-ECDA54210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27EAD-7E62-47C9-B54E-C68B4294BE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1309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30CFC-D27D-4924-BB13-2B827F12F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52693A-1005-49B4-938E-299D0AFB5C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F9A5B9-BE70-4879-BD2A-03B8731860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DBF82-2803-466A-ABEB-A40CF43B6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D220A-AF23-4091-A107-87B56AED6DA0}" type="datetimeFigureOut">
              <a:rPr lang="en-IN" smtClean="0"/>
              <a:t>24-02-2022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C0049C-2055-466B-81C1-9C7FCB6DA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5A6E90-A66B-4971-9ADF-C8614D274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27EAD-7E62-47C9-B54E-C68B4294BE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5482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10666-D816-4FAE-A82A-B6F011549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9DCC34-4DA8-4ACD-96C4-0CBC2AEB04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644D6-93A0-445F-A659-AF3505A54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D220A-AF23-4091-A107-87B56AED6DA0}" type="datetimeFigureOut">
              <a:rPr lang="en-IN" smtClean="0"/>
              <a:t>24-02-2022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688386-4D41-480A-823F-AFF153E81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8B472-59D5-4F00-AEB0-AF8780FB9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27EAD-7E62-47C9-B54E-C68B4294BE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8478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A3309B-B645-43F3-BEB0-C6155DB4BD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3F18E0-8FB9-4904-93C4-B7B6549B09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0D91B-B445-48BA-8D94-3E233BBFC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D220A-AF23-4091-A107-87B56AED6DA0}" type="datetimeFigureOut">
              <a:rPr lang="en-IN" smtClean="0"/>
              <a:t>24-02-2022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838B0D-3A1D-4817-8951-D3C9A6140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399594-C4EC-4EE8-B821-F2E39F66E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27EAD-7E62-47C9-B54E-C68B4294BE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9164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C4F928-524C-45CD-8DA7-64FFC4FC7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89C56C-F230-4359-8210-D79247D594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2C764-696A-4F97-8212-4D3D7DE849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D220A-AF23-4091-A107-87B56AED6DA0}" type="datetimeFigureOut">
              <a:rPr lang="en-IN" smtClean="0"/>
              <a:t>24-02-2022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F788A0-6544-4389-96BD-A843785647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6FE55-9838-4BEA-92B4-BFC9910869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B27EAD-7E62-47C9-B54E-C68B4294BE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5046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NULL"/><Relationship Id="rId2" Type="http://schemas.openxmlformats.org/officeDocument/2006/relationships/image" Target="../media/image1.png"/><Relationship Id="rId16" Type="http://schemas.openxmlformats.org/officeDocument/2006/relationships/customXml" Target="../ink/ink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NULL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customXml" Target="../ink/ink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13.png"/><Relationship Id="rId7" Type="http://schemas.openxmlformats.org/officeDocument/2006/relationships/image" Target="NUL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NUL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NUL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customXml" Target="../ink/ink6.xml"/><Relationship Id="rId5" Type="http://schemas.openxmlformats.org/officeDocument/2006/relationships/image" Target="../media/image19.png"/><Relationship Id="rId10" Type="http://schemas.openxmlformats.org/officeDocument/2006/relationships/image" Target="NULL"/><Relationship Id="rId4" Type="http://schemas.openxmlformats.org/officeDocument/2006/relationships/image" Target="../media/image18.png"/><Relationship Id="rId9" Type="http://schemas.openxmlformats.org/officeDocument/2006/relationships/customXml" Target="../ink/ink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.xm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9.xm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customXml" Target="../ink/ink11.xml"/><Relationship Id="rId4" Type="http://schemas.openxmlformats.org/officeDocument/2006/relationships/customXml" Target="../ink/ink8.xml"/><Relationship Id="rId9" Type="http://schemas.openxmlformats.org/officeDocument/2006/relationships/image" Target="NUL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NUL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NUL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openxmlformats.org/officeDocument/2006/relationships/image" Target="NULL"/><Relationship Id="rId4" Type="http://schemas.openxmlformats.org/officeDocument/2006/relationships/customXml" Target="../ink/ink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5" Type="http://schemas.openxmlformats.org/officeDocument/2006/relationships/customXml" Target="../ink/ink16.xml"/><Relationship Id="rId4" Type="http://schemas.openxmlformats.org/officeDocument/2006/relationships/image" Target="NUL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5" Type="http://schemas.openxmlformats.org/officeDocument/2006/relationships/image" Target="NULL"/><Relationship Id="rId4" Type="http://schemas.openxmlformats.org/officeDocument/2006/relationships/customXml" Target="../ink/ink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.xm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4" Type="http://schemas.openxmlformats.org/officeDocument/2006/relationships/image" Target="NUL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800601" y="228600"/>
            <a:ext cx="2905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u="sng" dirty="0">
                <a:solidFill>
                  <a:srgbClr val="FF0000"/>
                </a:solidFill>
              </a:rPr>
              <a:t>Applying Shockley’s Equation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752600" y="685801"/>
            <a:ext cx="8610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5425" indent="-225425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The transfer curve can also be obtained directly from Shockley’s equation given simply the values of </a:t>
            </a:r>
            <a:r>
              <a:rPr lang="en-US" i="1" dirty="0">
                <a:solidFill>
                  <a:srgbClr val="2805BB"/>
                </a:solidFill>
              </a:rPr>
              <a:t>I</a:t>
            </a:r>
            <a:r>
              <a:rPr lang="en-US" i="1" baseline="-25000" dirty="0">
                <a:solidFill>
                  <a:srgbClr val="2805BB"/>
                </a:solidFill>
              </a:rPr>
              <a:t>DSS</a:t>
            </a:r>
            <a:r>
              <a:rPr lang="en-US" i="1" dirty="0">
                <a:solidFill>
                  <a:srgbClr val="2805BB"/>
                </a:solidFill>
              </a:rPr>
              <a:t> and V</a:t>
            </a:r>
            <a:r>
              <a:rPr lang="en-US" i="1" baseline="-25000" dirty="0">
                <a:solidFill>
                  <a:srgbClr val="2805BB"/>
                </a:solidFill>
              </a:rPr>
              <a:t>P</a:t>
            </a:r>
            <a:r>
              <a:rPr lang="en-US" i="1" dirty="0">
                <a:solidFill>
                  <a:srgbClr val="2805BB"/>
                </a:solidFill>
              </a:rPr>
              <a:t>.</a:t>
            </a:r>
          </a:p>
          <a:p>
            <a:pPr marL="225425" indent="-225425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The levels of </a:t>
            </a:r>
            <a:r>
              <a:rPr lang="en-US" i="1" dirty="0">
                <a:solidFill>
                  <a:srgbClr val="2805BB"/>
                </a:solidFill>
              </a:rPr>
              <a:t>I</a:t>
            </a:r>
            <a:r>
              <a:rPr lang="en-US" i="1" baseline="-25000" dirty="0">
                <a:solidFill>
                  <a:srgbClr val="2805BB"/>
                </a:solidFill>
              </a:rPr>
              <a:t>DSS</a:t>
            </a:r>
            <a:r>
              <a:rPr lang="en-US" i="1" dirty="0">
                <a:solidFill>
                  <a:srgbClr val="2805BB"/>
                </a:solidFill>
              </a:rPr>
              <a:t> and V</a:t>
            </a:r>
            <a:r>
              <a:rPr lang="en-US" i="1" baseline="-25000" dirty="0">
                <a:solidFill>
                  <a:srgbClr val="2805BB"/>
                </a:solidFill>
              </a:rPr>
              <a:t>P</a:t>
            </a:r>
            <a:r>
              <a:rPr lang="en-US" i="1" dirty="0">
                <a:solidFill>
                  <a:srgbClr val="2805BB"/>
                </a:solidFill>
              </a:rPr>
              <a:t> define </a:t>
            </a:r>
            <a:r>
              <a:rPr lang="en-US" dirty="0">
                <a:solidFill>
                  <a:srgbClr val="2805BB"/>
                </a:solidFill>
              </a:rPr>
              <a:t>the limits of the curve on both axes and leave only the necessity of finding a few intermediate plot points.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600200" y="1905000"/>
            <a:ext cx="27076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Substituting </a:t>
            </a:r>
            <a:r>
              <a:rPr lang="en-US" i="1" dirty="0">
                <a:solidFill>
                  <a:srgbClr val="C00000"/>
                </a:solidFill>
              </a:rPr>
              <a:t>V</a:t>
            </a:r>
            <a:r>
              <a:rPr lang="en-US" i="1" baseline="-25000" dirty="0">
                <a:solidFill>
                  <a:srgbClr val="C00000"/>
                </a:solidFill>
              </a:rPr>
              <a:t>GS</a:t>
            </a:r>
            <a:r>
              <a:rPr lang="en-US" i="1" dirty="0">
                <a:solidFill>
                  <a:srgbClr val="C00000"/>
                </a:solidFill>
              </a:rPr>
              <a:t> = 0 V gives</a:t>
            </a:r>
            <a:endParaRPr lang="en-US" dirty="0">
              <a:solidFill>
                <a:srgbClr val="C00000"/>
              </a:solidFill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1752600" y="2362200"/>
            <a:ext cx="4381500" cy="1123950"/>
            <a:chOff x="1066800" y="2362200"/>
            <a:chExt cx="4381500" cy="1123950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066800" y="2362200"/>
              <a:ext cx="1905000" cy="685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971800" y="2438400"/>
              <a:ext cx="2476500" cy="6429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28" name="Picture 4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098030" y="3124200"/>
              <a:ext cx="1728787" cy="3619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9" name="Rectangle 8"/>
          <p:cNvSpPr/>
          <p:nvPr/>
        </p:nvSpPr>
        <p:spPr>
          <a:xfrm>
            <a:off x="1752600" y="3810000"/>
            <a:ext cx="27092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Substituting </a:t>
            </a:r>
            <a:r>
              <a:rPr lang="en-US" i="1" dirty="0">
                <a:solidFill>
                  <a:srgbClr val="C00000"/>
                </a:solidFill>
              </a:rPr>
              <a:t>V</a:t>
            </a:r>
            <a:r>
              <a:rPr lang="en-US" i="1" baseline="-25000" dirty="0">
                <a:solidFill>
                  <a:srgbClr val="C00000"/>
                </a:solidFill>
              </a:rPr>
              <a:t>GS</a:t>
            </a:r>
            <a:r>
              <a:rPr lang="en-US" i="1" dirty="0">
                <a:solidFill>
                  <a:srgbClr val="C00000"/>
                </a:solidFill>
              </a:rPr>
              <a:t> = V</a:t>
            </a:r>
            <a:r>
              <a:rPr lang="en-US" i="1" baseline="-25000" dirty="0">
                <a:solidFill>
                  <a:srgbClr val="C00000"/>
                </a:solidFill>
              </a:rPr>
              <a:t>P</a:t>
            </a:r>
            <a:r>
              <a:rPr lang="en-US" i="1" dirty="0">
                <a:solidFill>
                  <a:srgbClr val="C00000"/>
                </a:solidFill>
              </a:rPr>
              <a:t> yields</a:t>
            </a:r>
            <a:endParaRPr lang="en-US" dirty="0">
              <a:solidFill>
                <a:srgbClr val="C00000"/>
              </a:solidFill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1875020" y="4343400"/>
            <a:ext cx="3810000" cy="1066800"/>
            <a:chOff x="1219200" y="4343400"/>
            <a:chExt cx="3810000" cy="1066800"/>
          </a:xfrm>
        </p:grpSpPr>
        <p:pic>
          <p:nvPicPr>
            <p:cNvPr id="1029" name="Picture 5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1219200" y="4343400"/>
              <a:ext cx="1676400" cy="609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30" name="Picture 6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2971800" y="4388370"/>
              <a:ext cx="20574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31" name="Picture 7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1219200" y="5029200"/>
              <a:ext cx="1676400" cy="381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5" name="Rectangle 14"/>
          <p:cNvSpPr/>
          <p:nvPr/>
        </p:nvSpPr>
        <p:spPr>
          <a:xfrm>
            <a:off x="6631084" y="1981200"/>
            <a:ext cx="19795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substitute </a:t>
            </a:r>
            <a:r>
              <a:rPr lang="en-US" i="1" dirty="0">
                <a:solidFill>
                  <a:srgbClr val="C00000"/>
                </a:solidFill>
              </a:rPr>
              <a:t>V</a:t>
            </a:r>
            <a:r>
              <a:rPr lang="en-US" i="1" baseline="-25000" dirty="0">
                <a:solidFill>
                  <a:srgbClr val="C00000"/>
                </a:solidFill>
              </a:rPr>
              <a:t>GS</a:t>
            </a:r>
            <a:r>
              <a:rPr lang="en-US" i="1" dirty="0">
                <a:solidFill>
                  <a:srgbClr val="C00000"/>
                </a:solidFill>
              </a:rPr>
              <a:t>=1  V</a:t>
            </a:r>
            <a:r>
              <a:rPr lang="en-US" i="1" dirty="0"/>
              <a:t>,</a:t>
            </a:r>
            <a:endParaRPr lang="en-US" dirty="0"/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858000" y="2332220"/>
            <a:ext cx="1676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8516910" y="2393430"/>
            <a:ext cx="18288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7086600" y="2895600"/>
            <a:ext cx="25908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7086600" y="3429000"/>
            <a:ext cx="1295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6" name="Picture 12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7086600" y="3810000"/>
            <a:ext cx="914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Rectangle 20"/>
          <p:cNvSpPr/>
          <p:nvPr/>
        </p:nvSpPr>
        <p:spPr>
          <a:xfrm>
            <a:off x="6553200" y="4191000"/>
            <a:ext cx="3886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805BB"/>
                </a:solidFill>
              </a:rPr>
              <a:t>Note the care taken with the negative signs for </a:t>
            </a:r>
            <a:r>
              <a:rPr lang="en-US" i="1" dirty="0">
                <a:solidFill>
                  <a:srgbClr val="2805BB"/>
                </a:solidFill>
              </a:rPr>
              <a:t>V</a:t>
            </a:r>
            <a:r>
              <a:rPr lang="en-US" i="1" baseline="-25000" dirty="0">
                <a:solidFill>
                  <a:srgbClr val="2805BB"/>
                </a:solidFill>
              </a:rPr>
              <a:t>GS</a:t>
            </a:r>
            <a:r>
              <a:rPr lang="en-US" i="1" dirty="0">
                <a:solidFill>
                  <a:srgbClr val="2805BB"/>
                </a:solidFill>
              </a:rPr>
              <a:t> and V</a:t>
            </a:r>
            <a:r>
              <a:rPr lang="en-US" i="1" baseline="-25000" dirty="0">
                <a:solidFill>
                  <a:srgbClr val="2805BB"/>
                </a:solidFill>
              </a:rPr>
              <a:t>P</a:t>
            </a:r>
            <a:r>
              <a:rPr lang="en-US" i="1" dirty="0">
                <a:solidFill>
                  <a:srgbClr val="2805BB"/>
                </a:solidFill>
              </a:rPr>
              <a:t> in </a:t>
            </a:r>
            <a:r>
              <a:rPr lang="en-US" dirty="0">
                <a:solidFill>
                  <a:srgbClr val="2805BB"/>
                </a:solidFill>
              </a:rPr>
              <a:t>the calculations above.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38600" y="5221070"/>
            <a:ext cx="6324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So for a given </a:t>
            </a:r>
            <a:r>
              <a:rPr lang="en-US" i="1" dirty="0">
                <a:solidFill>
                  <a:srgbClr val="FF0000"/>
                </a:solidFill>
              </a:rPr>
              <a:t>I</a:t>
            </a:r>
            <a:r>
              <a:rPr lang="en-US" i="1" baseline="-25000" dirty="0">
                <a:solidFill>
                  <a:srgbClr val="FF0000"/>
                </a:solidFill>
              </a:rPr>
              <a:t>DSS</a:t>
            </a:r>
            <a:r>
              <a:rPr lang="en-US" i="1" dirty="0">
                <a:solidFill>
                  <a:srgbClr val="FF0000"/>
                </a:solidFill>
              </a:rPr>
              <a:t> and V</a:t>
            </a:r>
            <a:r>
              <a:rPr lang="en-US" i="1" baseline="-25000" dirty="0">
                <a:solidFill>
                  <a:srgbClr val="FF0000"/>
                </a:solidFill>
              </a:rPr>
              <a:t>P</a:t>
            </a:r>
            <a:r>
              <a:rPr lang="en-US" i="1" dirty="0">
                <a:solidFill>
                  <a:srgbClr val="FF0000"/>
                </a:solidFill>
              </a:rPr>
              <a:t> (as is normally provided </a:t>
            </a:r>
            <a:r>
              <a:rPr lang="en-US" dirty="0">
                <a:solidFill>
                  <a:srgbClr val="FF0000"/>
                </a:solidFill>
              </a:rPr>
              <a:t>on specification sheets) the level of </a:t>
            </a:r>
            <a:r>
              <a:rPr lang="en-US" i="1" dirty="0">
                <a:solidFill>
                  <a:srgbClr val="FF0000"/>
                </a:solidFill>
              </a:rPr>
              <a:t>I</a:t>
            </a:r>
            <a:r>
              <a:rPr lang="en-US" i="1" baseline="-25000" dirty="0">
                <a:solidFill>
                  <a:srgbClr val="FF0000"/>
                </a:solidFill>
              </a:rPr>
              <a:t>D</a:t>
            </a:r>
            <a:r>
              <a:rPr lang="en-US" i="1" dirty="0">
                <a:solidFill>
                  <a:srgbClr val="FF0000"/>
                </a:solidFill>
              </a:rPr>
              <a:t> can be found for any level of V</a:t>
            </a:r>
            <a:r>
              <a:rPr lang="en-US" i="1" baseline="-25000" dirty="0">
                <a:solidFill>
                  <a:srgbClr val="FF0000"/>
                </a:solidFill>
              </a:rPr>
              <a:t>GS.</a:t>
            </a:r>
            <a:endParaRPr lang="en-US" baseline="-25000" dirty="0">
              <a:solidFill>
                <a:srgbClr val="FF0000"/>
              </a:solidFill>
            </a:endParaRPr>
          </a:p>
        </p:txBody>
      </p:sp>
      <p:pic>
        <p:nvPicPr>
          <p:cNvPr id="1037" name="Picture 13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7010400" y="5943600"/>
            <a:ext cx="22098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Rectangle 23"/>
          <p:cNvSpPr/>
          <p:nvPr/>
        </p:nvSpPr>
        <p:spPr>
          <a:xfrm>
            <a:off x="2057400" y="6107668"/>
            <a:ext cx="5562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Also the resulting level of </a:t>
            </a:r>
            <a:r>
              <a:rPr lang="en-US" b="1" i="1" dirty="0">
                <a:solidFill>
                  <a:srgbClr val="C00000"/>
                </a:solidFill>
              </a:rPr>
              <a:t>V</a:t>
            </a:r>
            <a:r>
              <a:rPr lang="en-US" b="1" i="1" baseline="-25000" dirty="0">
                <a:solidFill>
                  <a:srgbClr val="C00000"/>
                </a:solidFill>
              </a:rPr>
              <a:t>GS</a:t>
            </a:r>
            <a:r>
              <a:rPr lang="en-US" b="1" i="1" dirty="0">
                <a:solidFill>
                  <a:srgbClr val="C00000"/>
                </a:solidFill>
              </a:rPr>
              <a:t> for a given level of I</a:t>
            </a:r>
            <a:r>
              <a:rPr lang="en-US" b="1" i="1" baseline="-25000" dirty="0">
                <a:solidFill>
                  <a:srgbClr val="C00000"/>
                </a:solidFill>
              </a:rPr>
              <a:t>D</a:t>
            </a:r>
            <a:endParaRPr lang="en-US" b="1" baseline="-250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404D543-0595-4E1B-8DB9-3C43CE584302}"/>
                  </a:ext>
                </a:extLst>
              </p14:cNvPr>
              <p14:cNvContentPartPr/>
              <p14:nvPr/>
            </p14:nvContentPartPr>
            <p14:xfrm>
              <a:off x="2480040" y="3495240"/>
              <a:ext cx="83160" cy="18262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404D543-0595-4E1B-8DB9-3C43CE58430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470680" y="3485880"/>
                <a:ext cx="101880" cy="18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9D33E9D-3A21-4A23-AA6B-5C3041978668}"/>
                  </a:ext>
                </a:extLst>
              </p14:cNvPr>
              <p14:cNvContentPartPr/>
              <p14:nvPr/>
            </p14:nvContentPartPr>
            <p14:xfrm>
              <a:off x="2570400" y="3300120"/>
              <a:ext cx="5792040" cy="22316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9D33E9D-3A21-4A23-AA6B-5C304197866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561040" y="3290760"/>
                <a:ext cx="5810760" cy="2250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62800" y="3048000"/>
            <a:ext cx="3505200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ectangle 1"/>
          <p:cNvSpPr/>
          <p:nvPr/>
        </p:nvSpPr>
        <p:spPr>
          <a:xfrm>
            <a:off x="5257801" y="164068"/>
            <a:ext cx="18221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u="sng" dirty="0">
                <a:solidFill>
                  <a:srgbClr val="FF0000"/>
                </a:solidFill>
              </a:rPr>
              <a:t>FET PARAMETERS</a:t>
            </a:r>
            <a:endParaRPr lang="en-US" u="sng" dirty="0"/>
          </a:p>
        </p:txBody>
      </p:sp>
      <p:sp>
        <p:nvSpPr>
          <p:cNvPr id="3" name="Rectangle 2"/>
          <p:cNvSpPr/>
          <p:nvPr/>
        </p:nvSpPr>
        <p:spPr>
          <a:xfrm>
            <a:off x="1981200" y="609600"/>
            <a:ext cx="8382000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5425" indent="-225425">
              <a:buFont typeface="Wingdings" pitchFamily="2" charset="2"/>
              <a:buChar char="§"/>
            </a:pPr>
            <a:r>
              <a:rPr lang="en-US" b="1" i="1" dirty="0">
                <a:solidFill>
                  <a:srgbClr val="C00000"/>
                </a:solidFill>
              </a:rPr>
              <a:t>The gate-to-source voltage controls the drain-to-source (channel) current of an FET.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A dc </a:t>
            </a:r>
            <a:r>
              <a:rPr lang="en-US" b="1" dirty="0">
                <a:solidFill>
                  <a:srgbClr val="FF0000"/>
                </a:solidFill>
              </a:rPr>
              <a:t>gate-to-source voltage controlled the level of dc drain current </a:t>
            </a:r>
            <a:r>
              <a:rPr lang="en-US" dirty="0">
                <a:solidFill>
                  <a:srgbClr val="2805BB"/>
                </a:solidFill>
              </a:rPr>
              <a:t>through a relationship known as Shockley’s equation: </a:t>
            </a:r>
          </a:p>
          <a:p>
            <a:pPr marL="225425" indent="-225425"/>
            <a:r>
              <a:rPr lang="en-US" i="1" dirty="0"/>
              <a:t>                                                       </a:t>
            </a:r>
            <a:r>
              <a:rPr lang="en-US" sz="2000" b="1" i="1" dirty="0">
                <a:solidFill>
                  <a:srgbClr val="C00000"/>
                </a:solidFill>
              </a:rPr>
              <a:t>I</a:t>
            </a:r>
            <a:r>
              <a:rPr lang="en-US" sz="2000" b="1" i="1" baseline="-25000" dirty="0">
                <a:solidFill>
                  <a:srgbClr val="C00000"/>
                </a:solidFill>
              </a:rPr>
              <a:t>D</a:t>
            </a:r>
            <a:r>
              <a:rPr lang="en-US" sz="2000" b="1" i="1" dirty="0">
                <a:solidFill>
                  <a:srgbClr val="C00000"/>
                </a:solidFill>
              </a:rPr>
              <a:t> = I</a:t>
            </a:r>
            <a:r>
              <a:rPr lang="en-US" sz="2000" b="1" i="1" baseline="-25000" dirty="0">
                <a:solidFill>
                  <a:srgbClr val="C00000"/>
                </a:solidFill>
              </a:rPr>
              <a:t>DSS</a:t>
            </a:r>
            <a:r>
              <a:rPr lang="en-US" sz="2000" b="1" i="1" dirty="0">
                <a:solidFill>
                  <a:srgbClr val="C00000"/>
                </a:solidFill>
              </a:rPr>
              <a:t>(1 - V</a:t>
            </a:r>
            <a:r>
              <a:rPr lang="en-US" sz="2000" b="1" i="1" baseline="-25000" dirty="0">
                <a:solidFill>
                  <a:srgbClr val="C00000"/>
                </a:solidFill>
              </a:rPr>
              <a:t>GS</a:t>
            </a:r>
            <a:r>
              <a:rPr lang="en-US" sz="2000" b="1" i="1" dirty="0">
                <a:solidFill>
                  <a:srgbClr val="C00000"/>
                </a:solidFill>
              </a:rPr>
              <a:t>/V</a:t>
            </a:r>
            <a:r>
              <a:rPr lang="en-US" sz="2000" b="1" i="1" baseline="-25000" dirty="0">
                <a:solidFill>
                  <a:srgbClr val="C00000"/>
                </a:solidFill>
              </a:rPr>
              <a:t>P</a:t>
            </a:r>
            <a:r>
              <a:rPr lang="en-US" sz="2000" b="1" i="1" dirty="0">
                <a:solidFill>
                  <a:srgbClr val="C00000"/>
                </a:solidFill>
              </a:rPr>
              <a:t>)</a:t>
            </a:r>
            <a:r>
              <a:rPr lang="en-US" sz="2000" b="1" i="1" baseline="30000" dirty="0">
                <a:solidFill>
                  <a:srgbClr val="C00000"/>
                </a:solidFill>
              </a:rPr>
              <a:t>2</a:t>
            </a:r>
            <a:endParaRPr lang="en-US" sz="2000" b="1" i="1" dirty="0">
              <a:solidFill>
                <a:srgbClr val="C00000"/>
              </a:solidFill>
            </a:endParaRP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The </a:t>
            </a:r>
            <a:r>
              <a:rPr lang="en-US" i="1" dirty="0">
                <a:solidFill>
                  <a:srgbClr val="2805BB"/>
                </a:solidFill>
              </a:rPr>
              <a:t>c</a:t>
            </a:r>
            <a:r>
              <a:rPr lang="en-US" i="1" dirty="0">
                <a:solidFill>
                  <a:srgbClr val="C00000"/>
                </a:solidFill>
              </a:rPr>
              <a:t>hange in current that will result from a change </a:t>
            </a:r>
            <a:r>
              <a:rPr lang="en-US" dirty="0">
                <a:solidFill>
                  <a:srgbClr val="C00000"/>
                </a:solidFill>
              </a:rPr>
              <a:t>in gate-to-source voltage</a:t>
            </a:r>
            <a:r>
              <a:rPr lang="en-US" dirty="0">
                <a:solidFill>
                  <a:srgbClr val="2805BB"/>
                </a:solidFill>
              </a:rPr>
              <a:t> can be determined using the </a:t>
            </a:r>
            <a:r>
              <a:rPr lang="en-US" dirty="0">
                <a:solidFill>
                  <a:srgbClr val="FF0000"/>
                </a:solidFill>
              </a:rPr>
              <a:t>transconductance, </a:t>
            </a:r>
            <a:r>
              <a:rPr lang="en-US" i="1" dirty="0">
                <a:solidFill>
                  <a:srgbClr val="FF0000"/>
                </a:solidFill>
              </a:rPr>
              <a:t>gm </a:t>
            </a:r>
            <a:r>
              <a:rPr lang="en-US" dirty="0">
                <a:solidFill>
                  <a:srgbClr val="2805BB"/>
                </a:solidFill>
              </a:rPr>
              <a:t>in the following manner: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29200" y="2514600"/>
            <a:ext cx="1371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2133600" y="3124200"/>
            <a:ext cx="51816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805BB"/>
                </a:solidFill>
              </a:rPr>
              <a:t>The </a:t>
            </a:r>
            <a:r>
              <a:rPr lang="en-US" dirty="0">
                <a:solidFill>
                  <a:srgbClr val="C00000"/>
                </a:solidFill>
              </a:rPr>
              <a:t>root word </a:t>
            </a:r>
            <a:r>
              <a:rPr lang="en-US" i="1" dirty="0">
                <a:solidFill>
                  <a:srgbClr val="C00000"/>
                </a:solidFill>
              </a:rPr>
              <a:t>conductance </a:t>
            </a:r>
            <a:r>
              <a:rPr lang="en-US" i="1" dirty="0">
                <a:solidFill>
                  <a:srgbClr val="2805BB"/>
                </a:solidFill>
              </a:rPr>
              <a:t>was chosen for gm </a:t>
            </a:r>
            <a:r>
              <a:rPr lang="en-US" dirty="0">
                <a:solidFill>
                  <a:srgbClr val="2805BB"/>
                </a:solidFill>
              </a:rPr>
              <a:t>because it </a:t>
            </a:r>
            <a:r>
              <a:rPr lang="en-US" i="1" dirty="0">
                <a:solidFill>
                  <a:srgbClr val="2805BB"/>
                </a:solidFill>
              </a:rPr>
              <a:t> is determined by a voltage-to-current ratio similar to the ratio that defines </a:t>
            </a:r>
            <a:r>
              <a:rPr lang="en-US" dirty="0">
                <a:solidFill>
                  <a:srgbClr val="2805BB"/>
                </a:solidFill>
              </a:rPr>
              <a:t>the conductance of a resistor</a:t>
            </a:r>
          </a:p>
          <a:p>
            <a:r>
              <a:rPr lang="en-US" dirty="0"/>
              <a:t>                                                      </a:t>
            </a:r>
            <a:r>
              <a:rPr lang="en-US" b="1" i="1" dirty="0">
                <a:solidFill>
                  <a:srgbClr val="C00000"/>
                </a:solidFill>
              </a:rPr>
              <a:t>G = 1/R = I/V.</a:t>
            </a:r>
          </a:p>
          <a:p>
            <a:pPr algn="just"/>
            <a:r>
              <a:rPr lang="en-US" dirty="0">
                <a:solidFill>
                  <a:srgbClr val="2805BB"/>
                </a:solidFill>
              </a:rPr>
              <a:t>The </a:t>
            </a:r>
            <a:r>
              <a:rPr lang="en-US" b="1" dirty="0">
                <a:solidFill>
                  <a:srgbClr val="2805BB"/>
                </a:solidFill>
              </a:rPr>
              <a:t>prefix </a:t>
            </a:r>
            <a:r>
              <a:rPr lang="en-US" b="1" i="1" dirty="0">
                <a:solidFill>
                  <a:srgbClr val="2805BB"/>
                </a:solidFill>
              </a:rPr>
              <a:t>trans- in the terminology </a:t>
            </a:r>
            <a:r>
              <a:rPr lang="en-US" i="1" dirty="0">
                <a:solidFill>
                  <a:srgbClr val="2805BB"/>
                </a:solidFill>
              </a:rPr>
              <a:t>applied to gm reveals that it </a:t>
            </a:r>
            <a:r>
              <a:rPr lang="en-US" i="1" dirty="0">
                <a:solidFill>
                  <a:srgbClr val="C00000"/>
                </a:solidFill>
              </a:rPr>
              <a:t>establishes a relationship </a:t>
            </a:r>
            <a:r>
              <a:rPr lang="en-US" dirty="0">
                <a:solidFill>
                  <a:srgbClr val="C00000"/>
                </a:solidFill>
              </a:rPr>
              <a:t>between an output and input quantity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133600" y="5334000"/>
            <a:ext cx="38743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2805BB"/>
                </a:solidFill>
              </a:rPr>
              <a:t>Solving for </a:t>
            </a:r>
            <a:r>
              <a:rPr lang="en-US" i="1" dirty="0">
                <a:solidFill>
                  <a:srgbClr val="2805BB"/>
                </a:solidFill>
              </a:rPr>
              <a:t>gm from above  Eq. we have</a:t>
            </a:r>
            <a:endParaRPr lang="en-US" dirty="0">
              <a:solidFill>
                <a:srgbClr val="2805BB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953000" y="5715000"/>
            <a:ext cx="13716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E3D3B4D-42D6-4775-8FE2-10C17595CCA2}"/>
                  </a:ext>
                </a:extLst>
              </p14:cNvPr>
              <p14:cNvContentPartPr/>
              <p14:nvPr/>
            </p14:nvContentPartPr>
            <p14:xfrm>
              <a:off x="24480" y="799200"/>
              <a:ext cx="2783520" cy="41803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E3D3B4D-42D6-4775-8FE2-10C17595CCA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120" y="789840"/>
                <a:ext cx="2802240" cy="419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8E3A394-C213-471D-94F9-DAE64192D08D}"/>
                  </a:ext>
                </a:extLst>
              </p14:cNvPr>
              <p14:cNvContentPartPr/>
              <p14:nvPr/>
            </p14:nvContentPartPr>
            <p14:xfrm>
              <a:off x="256680" y="1446120"/>
              <a:ext cx="9291240" cy="47674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8E3A394-C213-471D-94F9-DAE64192D08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47320" y="1436760"/>
                <a:ext cx="9309960" cy="4786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495800" y="76200"/>
            <a:ext cx="25490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u="sng" dirty="0">
                <a:solidFill>
                  <a:srgbClr val="FF0000"/>
                </a:solidFill>
              </a:rPr>
              <a:t>FET Output Impedance </a:t>
            </a:r>
            <a:r>
              <a:rPr lang="en-US" i="1" u="sng" dirty="0">
                <a:solidFill>
                  <a:srgbClr val="FF0000"/>
                </a:solidFill>
              </a:rPr>
              <a:t>r</a:t>
            </a:r>
            <a:r>
              <a:rPr lang="en-US" i="1" u="sng" baseline="-25000" dirty="0">
                <a:solidFill>
                  <a:srgbClr val="FF0000"/>
                </a:solidFill>
              </a:rPr>
              <a:t>d</a:t>
            </a:r>
            <a:endParaRPr lang="en-US" u="sng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828800" y="533400"/>
            <a:ext cx="76962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5425" indent="-225425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The </a:t>
            </a:r>
            <a:r>
              <a:rPr lang="en-US" b="1" dirty="0">
                <a:solidFill>
                  <a:srgbClr val="FF0000"/>
                </a:solidFill>
              </a:rPr>
              <a:t>output impedance</a:t>
            </a:r>
            <a:r>
              <a:rPr lang="en-US" dirty="0">
                <a:solidFill>
                  <a:srgbClr val="2805BB"/>
                </a:solidFill>
              </a:rPr>
              <a:t> is defined on the characteristics of Fig. as </a:t>
            </a:r>
            <a:r>
              <a:rPr lang="en-US" dirty="0">
                <a:solidFill>
                  <a:srgbClr val="C00000"/>
                </a:solidFill>
              </a:rPr>
              <a:t>the slope of the horizontal characteristic curve at the point of operation</a:t>
            </a:r>
            <a:r>
              <a:rPr lang="en-US" dirty="0">
                <a:solidFill>
                  <a:srgbClr val="2805BB"/>
                </a:solidFill>
              </a:rPr>
              <a:t>. </a:t>
            </a:r>
          </a:p>
          <a:p>
            <a:pPr marL="225425" indent="-225425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The more horizontal the curve, the greater the output impedance.</a:t>
            </a:r>
          </a:p>
          <a:p>
            <a:pPr marL="225425" indent="-225425">
              <a:buFont typeface="Wingdings" pitchFamily="2" charset="2"/>
              <a:buChar char="§"/>
            </a:pPr>
            <a:r>
              <a:rPr lang="en-US" b="1" dirty="0">
                <a:solidFill>
                  <a:srgbClr val="2805BB"/>
                </a:solidFill>
              </a:rPr>
              <a:t>If perfectly horizontal, the ideal situation is on hand with the output impedance being infinite</a:t>
            </a:r>
            <a:r>
              <a:rPr lang="en-US" dirty="0">
                <a:solidFill>
                  <a:srgbClr val="2805BB"/>
                </a:solidFill>
              </a:rPr>
              <a:t> (an open circuit)—an often applied approximation.</a:t>
            </a:r>
          </a:p>
          <a:p>
            <a:pPr marL="225425" indent="-225425">
              <a:buFont typeface="Wingdings" pitchFamily="2" charset="2"/>
              <a:buChar char="§"/>
            </a:pPr>
            <a:r>
              <a:rPr lang="en-US" dirty="0">
                <a:solidFill>
                  <a:srgbClr val="C00000"/>
                </a:solidFill>
              </a:rPr>
              <a:t>In equation form,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81400" y="2362200"/>
            <a:ext cx="19812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1981201"/>
            <a:ext cx="39624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1905000" y="3124201"/>
            <a:ext cx="4191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805BB"/>
                </a:solidFill>
              </a:rPr>
              <a:t>Note that </a:t>
            </a:r>
            <a:r>
              <a:rPr lang="en-US" dirty="0">
                <a:solidFill>
                  <a:srgbClr val="C00000"/>
                </a:solidFill>
              </a:rPr>
              <a:t>the voltage </a:t>
            </a:r>
            <a:r>
              <a:rPr lang="en-US" i="1" dirty="0">
                <a:solidFill>
                  <a:srgbClr val="C00000"/>
                </a:solidFill>
              </a:rPr>
              <a:t>V</a:t>
            </a:r>
            <a:r>
              <a:rPr lang="en-US" i="1" baseline="-25000" dirty="0">
                <a:solidFill>
                  <a:srgbClr val="C00000"/>
                </a:solidFill>
              </a:rPr>
              <a:t>GS</a:t>
            </a:r>
            <a:r>
              <a:rPr lang="en-US" i="1" dirty="0">
                <a:solidFill>
                  <a:srgbClr val="C00000"/>
                </a:solidFill>
              </a:rPr>
              <a:t> remain constant </a:t>
            </a:r>
            <a:r>
              <a:rPr lang="en-US" dirty="0">
                <a:solidFill>
                  <a:srgbClr val="C00000"/>
                </a:solidFill>
              </a:rPr>
              <a:t>when </a:t>
            </a:r>
            <a:r>
              <a:rPr lang="en-US" i="1" dirty="0">
                <a:solidFill>
                  <a:srgbClr val="C00000"/>
                </a:solidFill>
              </a:rPr>
              <a:t>r</a:t>
            </a:r>
            <a:r>
              <a:rPr lang="en-US" i="1" baseline="-25000" dirty="0">
                <a:solidFill>
                  <a:srgbClr val="C00000"/>
                </a:solidFill>
              </a:rPr>
              <a:t>d</a:t>
            </a:r>
            <a:r>
              <a:rPr lang="en-US" i="1" dirty="0">
                <a:solidFill>
                  <a:srgbClr val="C00000"/>
                </a:solidFill>
              </a:rPr>
              <a:t> is determined.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00401" y="6057900"/>
            <a:ext cx="1514475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200400" y="4191000"/>
            <a:ext cx="167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/>
        </p:nvSpPr>
        <p:spPr>
          <a:xfrm>
            <a:off x="1828801" y="3733800"/>
            <a:ext cx="445160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u="sng" dirty="0">
                <a:solidFill>
                  <a:srgbClr val="FF0000"/>
                </a:solidFill>
              </a:rPr>
              <a:t>Voltage gain A</a:t>
            </a:r>
            <a:r>
              <a:rPr lang="en-US" sz="2000" u="sng" baseline="-25000" dirty="0">
                <a:solidFill>
                  <a:srgbClr val="FF0000"/>
                </a:solidFill>
              </a:rPr>
              <a:t>v </a:t>
            </a:r>
            <a:r>
              <a:rPr lang="en-US" sz="2000" u="sng" dirty="0">
                <a:solidFill>
                  <a:srgbClr val="FF0000"/>
                </a:solidFill>
              </a:rPr>
              <a:t>or Amplification factor (µ)</a:t>
            </a:r>
          </a:p>
        </p:txBody>
      </p:sp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200401" y="4572000"/>
            <a:ext cx="79057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200400" y="4953000"/>
            <a:ext cx="1600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ctangle 11"/>
          <p:cNvSpPr/>
          <p:nvPr/>
        </p:nvSpPr>
        <p:spPr>
          <a:xfrm>
            <a:off x="2743200" y="4888468"/>
            <a:ext cx="386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or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981200" y="5421868"/>
            <a:ext cx="8333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2805BB"/>
                </a:solidFill>
              </a:rPr>
              <a:t>so that</a:t>
            </a:r>
          </a:p>
        </p:txBody>
      </p:sp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124200" y="5410200"/>
            <a:ext cx="188595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Rectangle 14"/>
          <p:cNvSpPr/>
          <p:nvPr/>
        </p:nvSpPr>
        <p:spPr>
          <a:xfrm>
            <a:off x="1828801" y="6096000"/>
            <a:ext cx="12602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If </a:t>
            </a:r>
            <a:r>
              <a:rPr lang="en-US" i="1" dirty="0">
                <a:solidFill>
                  <a:srgbClr val="C00000"/>
                </a:solidFill>
              </a:rPr>
              <a:t>r</a:t>
            </a:r>
            <a:r>
              <a:rPr lang="en-US" i="1" baseline="-25000" dirty="0">
                <a:solidFill>
                  <a:srgbClr val="C00000"/>
                </a:solidFill>
              </a:rPr>
              <a:t>d</a:t>
            </a:r>
            <a:r>
              <a:rPr lang="en-US" i="1" dirty="0">
                <a:solidFill>
                  <a:srgbClr val="C00000"/>
                </a:solidFill>
              </a:rPr>
              <a:t> &gt; 10R</a:t>
            </a:r>
            <a:r>
              <a:rPr lang="en-US" i="1" baseline="-25000" dirty="0">
                <a:solidFill>
                  <a:srgbClr val="C00000"/>
                </a:solidFill>
              </a:rPr>
              <a:t>D</a:t>
            </a:r>
            <a:r>
              <a:rPr lang="en-US" i="1" dirty="0">
                <a:solidFill>
                  <a:srgbClr val="C00000"/>
                </a:solidFill>
              </a:rPr>
              <a:t>:</a:t>
            </a:r>
            <a:endParaRPr lang="en-US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1464A65-BAC5-4D1A-8BFA-A9834B6FE68C}"/>
                  </a:ext>
                </a:extLst>
              </p14:cNvPr>
              <p14:cNvContentPartPr/>
              <p14:nvPr/>
            </p14:nvContentPartPr>
            <p14:xfrm>
              <a:off x="2785680" y="803880"/>
              <a:ext cx="9038520" cy="56757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1464A65-BAC5-4D1A-8BFA-A9834B6FE68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776320" y="794520"/>
                <a:ext cx="9057240" cy="569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B8D46A2-80C2-4E2F-8059-E1F571D7A893}"/>
                  </a:ext>
                </a:extLst>
              </p14:cNvPr>
              <p14:cNvContentPartPr/>
              <p14:nvPr/>
            </p14:nvContentPartPr>
            <p14:xfrm>
              <a:off x="3603600" y="1339560"/>
              <a:ext cx="7633800" cy="55184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B8D46A2-80C2-4E2F-8059-E1F571D7A89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594240" y="1330200"/>
                <a:ext cx="7652520" cy="5537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4A5E1EF-B94C-469D-BB7E-1CFDD8D70FFD}"/>
                  </a:ext>
                </a:extLst>
              </p14:cNvPr>
              <p14:cNvContentPartPr/>
              <p14:nvPr/>
            </p14:nvContentPartPr>
            <p14:xfrm>
              <a:off x="4557240" y="2046960"/>
              <a:ext cx="3288600" cy="6951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4A5E1EF-B94C-469D-BB7E-1CFDD8D70FF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47880" y="2037600"/>
                <a:ext cx="3307320" cy="71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88D1E97-89EA-4814-B973-19ACDA32DBE3}"/>
                  </a:ext>
                </a:extLst>
              </p14:cNvPr>
              <p14:cNvContentPartPr/>
              <p14:nvPr/>
            </p14:nvContentPartPr>
            <p14:xfrm>
              <a:off x="281520" y="196200"/>
              <a:ext cx="10937160" cy="50396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88D1E97-89EA-4814-B973-19ACDA32DBE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2160" y="186840"/>
                <a:ext cx="10955880" cy="505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FA64A96-EC65-47E1-AB4E-E256FDBDEB78}"/>
                  </a:ext>
                </a:extLst>
              </p14:cNvPr>
              <p14:cNvContentPartPr/>
              <p14:nvPr/>
            </p14:nvContentPartPr>
            <p14:xfrm>
              <a:off x="1292040" y="80640"/>
              <a:ext cx="10748880" cy="6384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FA64A96-EC65-47E1-AB4E-E256FDBDEB7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82680" y="71280"/>
                <a:ext cx="10767600" cy="64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65E69BD-1BCE-452B-AC02-951EDB734702}"/>
                  </a:ext>
                </a:extLst>
              </p14:cNvPr>
              <p14:cNvContentPartPr/>
              <p14:nvPr/>
            </p14:nvContentPartPr>
            <p14:xfrm>
              <a:off x="1531800" y="1265400"/>
              <a:ext cx="9325800" cy="50108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65E69BD-1BCE-452B-AC02-951EDB73470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522440" y="1256040"/>
                <a:ext cx="9344520" cy="502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590AC6E-42F7-4D89-ABDE-909962556F21}"/>
                  </a:ext>
                </a:extLst>
              </p14:cNvPr>
              <p14:cNvContentPartPr/>
              <p14:nvPr/>
            </p14:nvContentPartPr>
            <p14:xfrm>
              <a:off x="1472040" y="1279080"/>
              <a:ext cx="10446480" cy="45576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590AC6E-42F7-4D89-ABDE-909962556F2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462680" y="1269720"/>
                <a:ext cx="10465200" cy="4576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00018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276602" y="29980"/>
            <a:ext cx="57911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u="sng" dirty="0">
                <a:solidFill>
                  <a:srgbClr val="FF0000"/>
                </a:solidFill>
              </a:rPr>
              <a:t>MOSFET (</a:t>
            </a:r>
            <a:r>
              <a:rPr lang="en-US" i="1" u="sng" dirty="0">
                <a:solidFill>
                  <a:srgbClr val="FF0000"/>
                </a:solidFill>
              </a:rPr>
              <a:t>metal-oxide-semiconductor-field-effect transistor </a:t>
            </a:r>
            <a:r>
              <a:rPr lang="en-US" u="sng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600" y="452498"/>
            <a:ext cx="83820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There are two types of FETs</a:t>
            </a:r>
            <a:r>
              <a:rPr lang="en-US" dirty="0"/>
              <a:t>: (</a:t>
            </a:r>
            <a:r>
              <a:rPr lang="en-US" dirty="0" err="1"/>
              <a:t>i</a:t>
            </a:r>
            <a:r>
              <a:rPr lang="en-US" dirty="0"/>
              <a:t>) </a:t>
            </a:r>
            <a:r>
              <a:rPr lang="en-US" dirty="0">
                <a:solidFill>
                  <a:srgbClr val="7030A0"/>
                </a:solidFill>
              </a:rPr>
              <a:t>JFETs and (ii) MOSFETs.</a:t>
            </a:r>
          </a:p>
          <a:p>
            <a:endParaRPr lang="en-US" sz="800" dirty="0">
              <a:solidFill>
                <a:srgbClr val="7030A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MOSFETs are further broken down into</a:t>
            </a:r>
            <a:r>
              <a:rPr lang="en-US" dirty="0"/>
              <a:t> </a:t>
            </a:r>
          </a:p>
          <a:p>
            <a:pPr>
              <a:buFont typeface="Wingdings" pitchFamily="2" charset="2"/>
              <a:buChar char="ü"/>
            </a:pPr>
            <a:r>
              <a:rPr lang="en-US" i="1" dirty="0"/>
              <a:t>       (</a:t>
            </a:r>
            <a:r>
              <a:rPr lang="en-US" i="1" dirty="0" err="1"/>
              <a:t>i</a:t>
            </a:r>
            <a:r>
              <a:rPr lang="en-US" i="1" dirty="0"/>
              <a:t>)  </a:t>
            </a:r>
            <a:r>
              <a:rPr lang="en-US" b="1" i="1" dirty="0">
                <a:solidFill>
                  <a:srgbClr val="006600"/>
                </a:solidFill>
              </a:rPr>
              <a:t>depletion type and </a:t>
            </a:r>
          </a:p>
          <a:p>
            <a:pPr>
              <a:buFont typeface="Wingdings" pitchFamily="2" charset="2"/>
              <a:buChar char="ü"/>
            </a:pPr>
            <a:r>
              <a:rPr lang="en-US" b="1" i="1" dirty="0">
                <a:solidFill>
                  <a:srgbClr val="006600"/>
                </a:solidFill>
              </a:rPr>
              <a:t>       (ii) enhancement type.</a:t>
            </a:r>
          </a:p>
          <a:p>
            <a:endParaRPr lang="en-US" sz="800" dirty="0"/>
          </a:p>
          <a:p>
            <a:pPr marL="225425" indent="-225425">
              <a:buFont typeface="Wingdings" pitchFamily="2" charset="2"/>
              <a:buChar char="§"/>
            </a:pPr>
            <a:r>
              <a:rPr lang="en-US" dirty="0">
                <a:solidFill>
                  <a:srgbClr val="C00000"/>
                </a:solidFill>
              </a:rPr>
              <a:t>Label </a:t>
            </a:r>
            <a:r>
              <a:rPr lang="en-US" b="1" dirty="0">
                <a:solidFill>
                  <a:srgbClr val="C00000"/>
                </a:solidFill>
              </a:rPr>
              <a:t>MOSFET stands for </a:t>
            </a:r>
            <a:r>
              <a:rPr lang="en-US" sz="2000" b="1" i="1" u="sng" dirty="0">
                <a:solidFill>
                  <a:srgbClr val="FF0000"/>
                </a:solidFill>
              </a:rPr>
              <a:t>Metal-Oxide-Semiconductor-Field-Effect Transistor</a:t>
            </a:r>
            <a:r>
              <a:rPr lang="en-US" b="1" i="1" dirty="0">
                <a:solidFill>
                  <a:srgbClr val="7030A0"/>
                </a:solidFill>
              </a:rPr>
              <a:t>.</a:t>
            </a:r>
            <a:r>
              <a:rPr lang="en-US" i="1" dirty="0">
                <a:solidFill>
                  <a:srgbClr val="2805BB"/>
                </a:solidFill>
              </a:rPr>
              <a:t> </a:t>
            </a:r>
            <a:endParaRPr lang="en-US" dirty="0">
              <a:solidFill>
                <a:srgbClr val="2805BB"/>
              </a:solidFill>
            </a:endParaRPr>
          </a:p>
          <a:p>
            <a:pPr marL="225425" indent="-225425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The</a:t>
            </a:r>
            <a:r>
              <a:rPr lang="en-US" b="1" dirty="0">
                <a:solidFill>
                  <a:srgbClr val="2805BB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terms </a:t>
            </a:r>
            <a:r>
              <a:rPr lang="en-US" b="1" i="1" u="sng" dirty="0">
                <a:solidFill>
                  <a:srgbClr val="C00000"/>
                </a:solidFill>
              </a:rPr>
              <a:t>depletion and enhancement </a:t>
            </a:r>
            <a:r>
              <a:rPr lang="en-US" b="1" i="1" dirty="0">
                <a:solidFill>
                  <a:srgbClr val="7030A0"/>
                </a:solidFill>
              </a:rPr>
              <a:t>define their basic mode of operation</a:t>
            </a:r>
            <a:r>
              <a:rPr lang="en-US" i="1" dirty="0">
                <a:solidFill>
                  <a:srgbClr val="2805BB"/>
                </a:solidFill>
              </a:rPr>
              <a:t>, 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728541" y="2636461"/>
            <a:ext cx="3981450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/>
        </p:nvSpPr>
        <p:spPr>
          <a:xfrm>
            <a:off x="3276601" y="2590800"/>
            <a:ext cx="430617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i="1" u="sng" dirty="0">
                <a:solidFill>
                  <a:srgbClr val="FF0000"/>
                </a:solidFill>
              </a:rPr>
              <a:t>Depletion MOSFET : </a:t>
            </a:r>
            <a:r>
              <a:rPr lang="en-US" sz="2000" b="1" u="sng" dirty="0">
                <a:solidFill>
                  <a:srgbClr val="FF0000"/>
                </a:solidFill>
              </a:rPr>
              <a:t>Basic Construction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93890" y="3048001"/>
            <a:ext cx="516411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0" indent="-120650" algn="just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The </a:t>
            </a:r>
            <a:r>
              <a:rPr lang="en-US" b="1" dirty="0">
                <a:solidFill>
                  <a:srgbClr val="7030A0"/>
                </a:solidFill>
              </a:rPr>
              <a:t>basic construction of the </a:t>
            </a:r>
            <a:r>
              <a:rPr lang="en-US" b="1" i="1" dirty="0">
                <a:solidFill>
                  <a:srgbClr val="7030A0"/>
                </a:solidFill>
              </a:rPr>
              <a:t>n-channel depletion-type MOSFET </a:t>
            </a:r>
            <a:r>
              <a:rPr lang="en-US" i="1" dirty="0">
                <a:solidFill>
                  <a:srgbClr val="2805BB"/>
                </a:solidFill>
              </a:rPr>
              <a:t>is provided in Fig.</a:t>
            </a:r>
          </a:p>
          <a:p>
            <a:pPr marL="120650" indent="-120650" algn="just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A </a:t>
            </a:r>
            <a:r>
              <a:rPr lang="en-US" dirty="0">
                <a:solidFill>
                  <a:srgbClr val="C00000"/>
                </a:solidFill>
              </a:rPr>
              <a:t>slab of </a:t>
            </a:r>
            <a:r>
              <a:rPr lang="en-US" i="1" dirty="0">
                <a:solidFill>
                  <a:srgbClr val="C00000"/>
                </a:solidFill>
              </a:rPr>
              <a:t>p-type material </a:t>
            </a:r>
            <a:r>
              <a:rPr lang="en-US" i="1" dirty="0">
                <a:solidFill>
                  <a:srgbClr val="2805BB"/>
                </a:solidFill>
              </a:rPr>
              <a:t>is formed </a:t>
            </a:r>
            <a:r>
              <a:rPr lang="en-US" b="1" i="1" dirty="0">
                <a:solidFill>
                  <a:srgbClr val="2805BB"/>
                </a:solidFill>
              </a:rPr>
              <a:t>from a silicon base</a:t>
            </a:r>
            <a:r>
              <a:rPr lang="en-US" i="1" dirty="0">
                <a:solidFill>
                  <a:srgbClr val="2805BB"/>
                </a:solidFill>
              </a:rPr>
              <a:t> and is</a:t>
            </a:r>
            <a:r>
              <a:rPr lang="en-US" b="1" i="1" dirty="0">
                <a:solidFill>
                  <a:srgbClr val="2805BB"/>
                </a:solidFill>
              </a:rPr>
              <a:t> referred to as the </a:t>
            </a:r>
            <a:r>
              <a:rPr lang="en-US" b="1" i="1" dirty="0">
                <a:solidFill>
                  <a:srgbClr val="C00000"/>
                </a:solidFill>
              </a:rPr>
              <a:t>substrate</a:t>
            </a:r>
            <a:r>
              <a:rPr lang="en-US" i="1" dirty="0">
                <a:solidFill>
                  <a:srgbClr val="2805BB"/>
                </a:solidFill>
              </a:rPr>
              <a:t>. </a:t>
            </a:r>
          </a:p>
          <a:p>
            <a:pPr marL="120650" indent="-120650" algn="just">
              <a:buFont typeface="Wingdings" pitchFamily="2" charset="2"/>
              <a:buChar char="§"/>
            </a:pPr>
            <a:r>
              <a:rPr lang="en-US" b="1" i="1" dirty="0">
                <a:solidFill>
                  <a:srgbClr val="2805BB"/>
                </a:solidFill>
              </a:rPr>
              <a:t>It is the foundation </a:t>
            </a:r>
            <a:r>
              <a:rPr lang="en-US" i="1" dirty="0">
                <a:solidFill>
                  <a:srgbClr val="C00000"/>
                </a:solidFill>
              </a:rPr>
              <a:t>upon which the device will be constructed</a:t>
            </a:r>
            <a:r>
              <a:rPr lang="en-US" i="1" dirty="0">
                <a:solidFill>
                  <a:srgbClr val="2805BB"/>
                </a:solidFill>
              </a:rPr>
              <a:t>.</a:t>
            </a:r>
          </a:p>
          <a:p>
            <a:pPr marL="120650" indent="-120650" algn="just">
              <a:buFont typeface="Wingdings" pitchFamily="2" charset="2"/>
              <a:buChar char="§"/>
            </a:pPr>
            <a:r>
              <a:rPr lang="en-US" i="1" dirty="0">
                <a:solidFill>
                  <a:srgbClr val="FF0000"/>
                </a:solidFill>
              </a:rPr>
              <a:t> In some </a:t>
            </a:r>
            <a:r>
              <a:rPr lang="en-US" dirty="0">
                <a:solidFill>
                  <a:srgbClr val="FF0000"/>
                </a:solidFill>
              </a:rPr>
              <a:t>cases the substrate is internally connected to the source terminal</a:t>
            </a:r>
            <a:r>
              <a:rPr lang="en-US" dirty="0">
                <a:solidFill>
                  <a:srgbClr val="2805BB"/>
                </a:solidFill>
              </a:rPr>
              <a:t>. </a:t>
            </a:r>
          </a:p>
          <a:p>
            <a:pPr marL="120650" indent="-120650" algn="just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However, </a:t>
            </a:r>
            <a:r>
              <a:rPr lang="en-US" dirty="0">
                <a:solidFill>
                  <a:srgbClr val="C00000"/>
                </a:solidFill>
              </a:rPr>
              <a:t>many discrete devices provide an additional terminal labeled </a:t>
            </a:r>
            <a:r>
              <a:rPr lang="en-US" i="1" dirty="0">
                <a:solidFill>
                  <a:srgbClr val="C00000"/>
                </a:solidFill>
              </a:rPr>
              <a:t>SS</a:t>
            </a:r>
            <a:r>
              <a:rPr lang="en-US" i="1" dirty="0">
                <a:solidFill>
                  <a:srgbClr val="2805BB"/>
                </a:solidFill>
              </a:rPr>
              <a:t>, resulting in a four-terminal </a:t>
            </a:r>
            <a:r>
              <a:rPr lang="en-US" dirty="0">
                <a:solidFill>
                  <a:srgbClr val="2805BB"/>
                </a:solidFill>
              </a:rPr>
              <a:t>device such as that appearing in Fig.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BB17E21-FF9B-413C-B56E-6E0F099501AB}"/>
                  </a:ext>
                </a:extLst>
              </p14:cNvPr>
              <p14:cNvContentPartPr/>
              <p14:nvPr/>
            </p14:nvContentPartPr>
            <p14:xfrm>
              <a:off x="9627840" y="5591160"/>
              <a:ext cx="139320" cy="1641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BB17E21-FF9B-413C-B56E-6E0F099501A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618480" y="5581800"/>
                <a:ext cx="158040" cy="182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86550" y="304800"/>
            <a:ext cx="3981450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ectangle 1"/>
          <p:cNvSpPr/>
          <p:nvPr/>
        </p:nvSpPr>
        <p:spPr>
          <a:xfrm>
            <a:off x="1828800" y="381000"/>
            <a:ext cx="50292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5425" indent="-225425" algn="just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The </a:t>
            </a:r>
            <a:r>
              <a:rPr lang="en-US" b="1" dirty="0">
                <a:solidFill>
                  <a:srgbClr val="FF0000"/>
                </a:solidFill>
              </a:rPr>
              <a:t>source and drain terminals </a:t>
            </a:r>
            <a:r>
              <a:rPr lang="en-US" b="1" dirty="0">
                <a:solidFill>
                  <a:srgbClr val="C00000"/>
                </a:solidFill>
              </a:rPr>
              <a:t>are connected through metallic contacts to </a:t>
            </a:r>
            <a:r>
              <a:rPr lang="en-US" b="1" i="1" dirty="0">
                <a:solidFill>
                  <a:srgbClr val="C00000"/>
                </a:solidFill>
              </a:rPr>
              <a:t>n-doped regions </a:t>
            </a:r>
            <a:r>
              <a:rPr lang="en-US" i="1" dirty="0">
                <a:solidFill>
                  <a:srgbClr val="C00000"/>
                </a:solidFill>
              </a:rPr>
              <a:t>linked by an n-channel </a:t>
            </a:r>
            <a:r>
              <a:rPr lang="en-US" i="1" dirty="0">
                <a:solidFill>
                  <a:srgbClr val="2805BB"/>
                </a:solidFill>
              </a:rPr>
              <a:t>as shown </a:t>
            </a:r>
            <a:r>
              <a:rPr lang="en-US" dirty="0">
                <a:solidFill>
                  <a:srgbClr val="2805BB"/>
                </a:solidFill>
              </a:rPr>
              <a:t>in the figure. 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The </a:t>
            </a:r>
            <a:r>
              <a:rPr lang="en-US" b="1" dirty="0">
                <a:solidFill>
                  <a:srgbClr val="FF0000"/>
                </a:solidFill>
              </a:rPr>
              <a:t>gate</a:t>
            </a:r>
            <a:r>
              <a:rPr lang="en-US" dirty="0">
                <a:solidFill>
                  <a:srgbClr val="2805BB"/>
                </a:solidFill>
              </a:rPr>
              <a:t> is </a:t>
            </a:r>
            <a:r>
              <a:rPr lang="en-US" b="1" dirty="0">
                <a:solidFill>
                  <a:srgbClr val="C00000"/>
                </a:solidFill>
              </a:rPr>
              <a:t>also connected to a metal contact surface</a:t>
            </a:r>
            <a:r>
              <a:rPr lang="en-US" dirty="0">
                <a:solidFill>
                  <a:srgbClr val="2805BB"/>
                </a:solidFill>
              </a:rPr>
              <a:t> 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dirty="0">
                <a:solidFill>
                  <a:srgbClr val="FF0000"/>
                </a:solidFill>
              </a:rPr>
              <a:t>but </a:t>
            </a:r>
            <a:r>
              <a:rPr lang="en-US" b="1" dirty="0">
                <a:solidFill>
                  <a:srgbClr val="FF0000"/>
                </a:solidFill>
              </a:rPr>
              <a:t>remains insulated from the </a:t>
            </a:r>
            <a:r>
              <a:rPr lang="en-US" b="1" i="1" dirty="0">
                <a:solidFill>
                  <a:srgbClr val="FF0000"/>
                </a:solidFill>
              </a:rPr>
              <a:t>n-channel </a:t>
            </a:r>
            <a:r>
              <a:rPr lang="en-US" b="1" i="1" dirty="0">
                <a:solidFill>
                  <a:srgbClr val="006600"/>
                </a:solidFill>
              </a:rPr>
              <a:t>by a very thin silicon dioxide (SiO</a:t>
            </a:r>
            <a:r>
              <a:rPr lang="en-US" b="1" i="1" baseline="-25000" dirty="0">
                <a:solidFill>
                  <a:srgbClr val="006600"/>
                </a:solidFill>
              </a:rPr>
              <a:t>2</a:t>
            </a:r>
            <a:r>
              <a:rPr lang="en-US" b="1" i="1" dirty="0">
                <a:solidFill>
                  <a:srgbClr val="006600"/>
                </a:solidFill>
              </a:rPr>
              <a:t>) layer</a:t>
            </a:r>
            <a:r>
              <a:rPr lang="en-US" i="1" dirty="0">
                <a:solidFill>
                  <a:srgbClr val="2805BB"/>
                </a:solidFill>
              </a:rPr>
              <a:t>. 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i="1" dirty="0">
                <a:solidFill>
                  <a:srgbClr val="FF0000"/>
                </a:solidFill>
              </a:rPr>
              <a:t>SiO</a:t>
            </a:r>
            <a:r>
              <a:rPr lang="en-US" i="1" baseline="-25000" dirty="0">
                <a:solidFill>
                  <a:srgbClr val="FF0000"/>
                </a:solidFill>
              </a:rPr>
              <a:t>2</a:t>
            </a:r>
            <a:r>
              <a:rPr lang="en-US" i="1" dirty="0">
                <a:solidFill>
                  <a:srgbClr val="FF0000"/>
                </a:solidFill>
              </a:rPr>
              <a:t> is a particular </a:t>
            </a:r>
            <a:r>
              <a:rPr lang="en-US" dirty="0">
                <a:solidFill>
                  <a:srgbClr val="FF0000"/>
                </a:solidFill>
              </a:rPr>
              <a:t>type of insulator </a:t>
            </a:r>
            <a:r>
              <a:rPr lang="en-US" dirty="0">
                <a:solidFill>
                  <a:srgbClr val="C00000"/>
                </a:solidFill>
              </a:rPr>
              <a:t>referred to as a </a:t>
            </a:r>
            <a:r>
              <a:rPr lang="en-US" i="1" dirty="0">
                <a:solidFill>
                  <a:srgbClr val="C00000"/>
                </a:solidFill>
              </a:rPr>
              <a:t>dielectric</a:t>
            </a:r>
            <a:r>
              <a:rPr lang="en-US" i="1" dirty="0">
                <a:solidFill>
                  <a:srgbClr val="2805BB"/>
                </a:solidFill>
              </a:rPr>
              <a:t> 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i="1" dirty="0">
                <a:solidFill>
                  <a:srgbClr val="2805BB"/>
                </a:solidFill>
              </a:rPr>
              <a:t>Sets up opposing electric fields within the dielectric when exposed to an externally applied </a:t>
            </a:r>
            <a:r>
              <a:rPr lang="en-US" dirty="0">
                <a:solidFill>
                  <a:srgbClr val="2805BB"/>
                </a:solidFill>
              </a:rPr>
              <a:t>field. 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The fact that the </a:t>
            </a:r>
            <a:r>
              <a:rPr lang="en-US" b="1" dirty="0">
                <a:solidFill>
                  <a:srgbClr val="C00000"/>
                </a:solidFill>
              </a:rPr>
              <a:t>SiO</a:t>
            </a:r>
            <a:r>
              <a:rPr lang="en-US" b="1" baseline="-25000" dirty="0">
                <a:solidFill>
                  <a:srgbClr val="C00000"/>
                </a:solidFill>
              </a:rPr>
              <a:t>2</a:t>
            </a:r>
            <a:r>
              <a:rPr lang="en-US" b="1" dirty="0">
                <a:solidFill>
                  <a:srgbClr val="C00000"/>
                </a:solidFill>
              </a:rPr>
              <a:t> layer is an insulating layer </a:t>
            </a:r>
            <a:r>
              <a:rPr lang="en-US" dirty="0">
                <a:solidFill>
                  <a:srgbClr val="2805BB"/>
                </a:solidFill>
              </a:rPr>
              <a:t>reveals the following fact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2057400" y="4252210"/>
            <a:ext cx="83058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>
                <a:solidFill>
                  <a:srgbClr val="C00000"/>
                </a:solidFill>
              </a:rPr>
              <a:t>There is no direct electrical connection between the gate terminal and the channel of a MOSFET.</a:t>
            </a:r>
          </a:p>
          <a:p>
            <a:r>
              <a:rPr lang="en-US" dirty="0">
                <a:solidFill>
                  <a:srgbClr val="2805BB"/>
                </a:solidFill>
              </a:rPr>
              <a:t>In addition</a:t>
            </a:r>
          </a:p>
          <a:p>
            <a:r>
              <a:rPr lang="en-US" b="1" i="1" dirty="0">
                <a:solidFill>
                  <a:srgbClr val="C00000"/>
                </a:solidFill>
              </a:rPr>
              <a:t>It is the insulating layer of SiO</a:t>
            </a:r>
            <a:r>
              <a:rPr lang="en-US" b="1" i="1" baseline="-25000" dirty="0">
                <a:solidFill>
                  <a:srgbClr val="C00000"/>
                </a:solidFill>
              </a:rPr>
              <a:t>2</a:t>
            </a:r>
            <a:r>
              <a:rPr lang="en-US" b="1" i="1" dirty="0">
                <a:solidFill>
                  <a:srgbClr val="C00000"/>
                </a:solidFill>
              </a:rPr>
              <a:t> in the MOSFET construction </a:t>
            </a:r>
            <a:r>
              <a:rPr lang="en-US" b="1" i="1" u="sng" dirty="0">
                <a:solidFill>
                  <a:srgbClr val="C00000"/>
                </a:solidFill>
              </a:rPr>
              <a:t>that accounts for the very desirable high input impedance of the device</a:t>
            </a:r>
            <a:r>
              <a:rPr lang="en-US" b="1" i="1" dirty="0">
                <a:solidFill>
                  <a:srgbClr val="C00000"/>
                </a:solidFill>
              </a:rPr>
              <a:t>.</a:t>
            </a:r>
            <a:endParaRPr lang="en-US" dirty="0">
              <a:solidFill>
                <a:srgbClr val="C00000"/>
              </a:solidFill>
            </a:endParaRPr>
          </a:p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057400" y="5657672"/>
            <a:ext cx="838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805BB"/>
                </a:solidFill>
              </a:rPr>
              <a:t>The </a:t>
            </a:r>
            <a:r>
              <a:rPr lang="en-US" dirty="0">
                <a:solidFill>
                  <a:srgbClr val="006600"/>
                </a:solidFill>
              </a:rPr>
              <a:t>insulating layer between the gate and channel has resulted in </a:t>
            </a:r>
            <a:r>
              <a:rPr lang="en-US" dirty="0">
                <a:solidFill>
                  <a:srgbClr val="2805BB"/>
                </a:solidFill>
              </a:rPr>
              <a:t>another name for the device</a:t>
            </a:r>
            <a:r>
              <a:rPr lang="en-US" dirty="0"/>
              <a:t>: </a:t>
            </a:r>
            <a:r>
              <a:rPr lang="en-US" i="1" dirty="0">
                <a:solidFill>
                  <a:srgbClr val="FF0000"/>
                </a:solidFill>
              </a:rPr>
              <a:t>insulated gate FET or IGFET</a:t>
            </a:r>
            <a:endParaRPr 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E370895-ADD3-45DB-98A5-984C0DEC6BF3}"/>
                  </a:ext>
                </a:extLst>
              </p14:cNvPr>
              <p14:cNvContentPartPr/>
              <p14:nvPr/>
            </p14:nvContentPartPr>
            <p14:xfrm>
              <a:off x="4524120" y="5364720"/>
              <a:ext cx="2383200" cy="9284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E370895-ADD3-45DB-98A5-984C0DEC6BF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14760" y="5355360"/>
                <a:ext cx="2401920" cy="947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72326" y="3429000"/>
            <a:ext cx="3495675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ectangle 1"/>
          <p:cNvSpPr/>
          <p:nvPr/>
        </p:nvSpPr>
        <p:spPr>
          <a:xfrm>
            <a:off x="2514600" y="57888"/>
            <a:ext cx="35461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Basic Operation and Characteristics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81800" y="47470"/>
            <a:ext cx="3886200" cy="34577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1676400" y="381001"/>
            <a:ext cx="49530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5425" indent="-225425" algn="just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In Fig. the </a:t>
            </a:r>
            <a:r>
              <a:rPr lang="en-US" dirty="0">
                <a:solidFill>
                  <a:srgbClr val="C00000"/>
                </a:solidFill>
              </a:rPr>
              <a:t>gate-to-source voltage is set to zero </a:t>
            </a:r>
            <a:r>
              <a:rPr lang="en-US" dirty="0">
                <a:solidFill>
                  <a:srgbClr val="2805BB"/>
                </a:solidFill>
              </a:rPr>
              <a:t>volts by the </a:t>
            </a:r>
            <a:r>
              <a:rPr lang="en-US" b="1" dirty="0">
                <a:solidFill>
                  <a:srgbClr val="2805BB"/>
                </a:solidFill>
              </a:rPr>
              <a:t>direct connection from gate-to-source, and 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a voltage </a:t>
            </a:r>
            <a:r>
              <a:rPr lang="en-US" i="1" dirty="0">
                <a:solidFill>
                  <a:srgbClr val="C00000"/>
                </a:solidFill>
              </a:rPr>
              <a:t>V</a:t>
            </a:r>
            <a:r>
              <a:rPr lang="en-US" i="1" baseline="-25000" dirty="0">
                <a:solidFill>
                  <a:srgbClr val="C00000"/>
                </a:solidFill>
              </a:rPr>
              <a:t>DS </a:t>
            </a:r>
            <a:r>
              <a:rPr lang="en-US" i="1" dirty="0">
                <a:solidFill>
                  <a:srgbClr val="C00000"/>
                </a:solidFill>
              </a:rPr>
              <a:t>is applied across the drain-to-source </a:t>
            </a:r>
            <a:r>
              <a:rPr lang="en-US" dirty="0">
                <a:solidFill>
                  <a:srgbClr val="2805BB"/>
                </a:solidFill>
              </a:rPr>
              <a:t>terminals.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The </a:t>
            </a:r>
            <a:r>
              <a:rPr lang="en-US" b="1" dirty="0">
                <a:solidFill>
                  <a:srgbClr val="2805BB"/>
                </a:solidFill>
              </a:rPr>
              <a:t>result is an attraction for the positive potential at the drain by the </a:t>
            </a:r>
            <a:r>
              <a:rPr lang="en-US" b="1" i="1" dirty="0">
                <a:solidFill>
                  <a:srgbClr val="2805BB"/>
                </a:solidFill>
              </a:rPr>
              <a:t>free </a:t>
            </a:r>
            <a:r>
              <a:rPr lang="en-US" b="1" dirty="0">
                <a:solidFill>
                  <a:srgbClr val="2805BB"/>
                </a:solidFill>
              </a:rPr>
              <a:t>electrons of the </a:t>
            </a:r>
            <a:r>
              <a:rPr lang="en-US" b="1" i="1" dirty="0">
                <a:solidFill>
                  <a:srgbClr val="2805BB"/>
                </a:solidFill>
              </a:rPr>
              <a:t>n-channel</a:t>
            </a:r>
            <a:r>
              <a:rPr lang="en-US" i="1" dirty="0">
                <a:solidFill>
                  <a:srgbClr val="2805BB"/>
                </a:solidFill>
              </a:rPr>
              <a:t> and </a:t>
            </a:r>
            <a:r>
              <a:rPr lang="en-US" i="1" dirty="0">
                <a:solidFill>
                  <a:srgbClr val="C00000"/>
                </a:solidFill>
              </a:rPr>
              <a:t>a current similar to that established through the channel </a:t>
            </a:r>
            <a:r>
              <a:rPr lang="en-US" dirty="0">
                <a:solidFill>
                  <a:srgbClr val="C00000"/>
                </a:solidFill>
              </a:rPr>
              <a:t>of the JFET</a:t>
            </a:r>
            <a:r>
              <a:rPr lang="en-US" dirty="0">
                <a:solidFill>
                  <a:srgbClr val="2805BB"/>
                </a:solidFill>
              </a:rPr>
              <a:t>.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The </a:t>
            </a:r>
            <a:r>
              <a:rPr lang="en-US" dirty="0">
                <a:solidFill>
                  <a:srgbClr val="FF0000"/>
                </a:solidFill>
              </a:rPr>
              <a:t>resulting current with </a:t>
            </a:r>
            <a:r>
              <a:rPr lang="en-US" i="1" dirty="0">
                <a:solidFill>
                  <a:srgbClr val="FF0000"/>
                </a:solidFill>
              </a:rPr>
              <a:t>V</a:t>
            </a:r>
            <a:r>
              <a:rPr lang="en-US" i="1" baseline="-25000" dirty="0">
                <a:solidFill>
                  <a:srgbClr val="FF0000"/>
                </a:solidFill>
              </a:rPr>
              <a:t>GS</a:t>
            </a:r>
            <a:r>
              <a:rPr lang="en-US" i="1" dirty="0">
                <a:solidFill>
                  <a:srgbClr val="FF0000"/>
                </a:solidFill>
              </a:rPr>
              <a:t> = 0 V continues to be labeled as I</a:t>
            </a:r>
            <a:r>
              <a:rPr lang="en-US" i="1" baseline="-25000" dirty="0">
                <a:solidFill>
                  <a:srgbClr val="FF0000"/>
                </a:solidFill>
              </a:rPr>
              <a:t>DSS</a:t>
            </a:r>
            <a:r>
              <a:rPr lang="en-US" i="1" dirty="0">
                <a:solidFill>
                  <a:srgbClr val="2805BB"/>
                </a:solidFill>
              </a:rPr>
              <a:t>, as shown in Fig in next slide</a:t>
            </a:r>
          </a:p>
        </p:txBody>
      </p:sp>
      <p:sp>
        <p:nvSpPr>
          <p:cNvPr id="7" name="Rectangle 6"/>
          <p:cNvSpPr/>
          <p:nvPr/>
        </p:nvSpPr>
        <p:spPr>
          <a:xfrm>
            <a:off x="1676400" y="3469481"/>
            <a:ext cx="52578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5425" indent="-225425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In Fig. b, </a:t>
            </a:r>
            <a:r>
              <a:rPr lang="en-US" i="1" dirty="0">
                <a:solidFill>
                  <a:srgbClr val="006600"/>
                </a:solidFill>
              </a:rPr>
              <a:t>V</a:t>
            </a:r>
            <a:r>
              <a:rPr lang="en-US" i="1" baseline="-25000" dirty="0">
                <a:solidFill>
                  <a:srgbClr val="006600"/>
                </a:solidFill>
              </a:rPr>
              <a:t>GS</a:t>
            </a:r>
            <a:r>
              <a:rPr lang="en-US" i="1" dirty="0">
                <a:solidFill>
                  <a:srgbClr val="006600"/>
                </a:solidFill>
              </a:rPr>
              <a:t> set at a negative voltage V</a:t>
            </a:r>
            <a:r>
              <a:rPr lang="en-US" i="1" baseline="-25000" dirty="0">
                <a:solidFill>
                  <a:srgbClr val="006600"/>
                </a:solidFill>
              </a:rPr>
              <a:t>GS</a:t>
            </a:r>
            <a:r>
              <a:rPr lang="en-US" i="1" dirty="0">
                <a:solidFill>
                  <a:srgbClr val="006600"/>
                </a:solidFill>
              </a:rPr>
              <a:t> = 1V. </a:t>
            </a:r>
          </a:p>
          <a:p>
            <a:pPr marL="225425" indent="-225425">
              <a:buFont typeface="Wingdings" pitchFamily="2" charset="2"/>
              <a:buChar char="§"/>
            </a:pPr>
            <a:r>
              <a:rPr lang="en-US" i="1" dirty="0">
                <a:solidFill>
                  <a:srgbClr val="2805BB"/>
                </a:solidFill>
              </a:rPr>
              <a:t>The negative </a:t>
            </a:r>
            <a:r>
              <a:rPr lang="en-US" dirty="0">
                <a:solidFill>
                  <a:srgbClr val="2805BB"/>
                </a:solidFill>
              </a:rPr>
              <a:t>potential at the gate will </a:t>
            </a:r>
            <a:r>
              <a:rPr lang="en-US" dirty="0">
                <a:solidFill>
                  <a:srgbClr val="C00000"/>
                </a:solidFill>
              </a:rPr>
              <a:t>tend to pressure electrons toward the </a:t>
            </a:r>
            <a:r>
              <a:rPr lang="en-US" i="1" dirty="0">
                <a:solidFill>
                  <a:srgbClr val="C00000"/>
                </a:solidFill>
              </a:rPr>
              <a:t>p-type substrate </a:t>
            </a:r>
            <a:r>
              <a:rPr lang="en-US" i="1" dirty="0">
                <a:solidFill>
                  <a:srgbClr val="2805BB"/>
                </a:solidFill>
              </a:rPr>
              <a:t>(like </a:t>
            </a:r>
            <a:r>
              <a:rPr lang="en-US" dirty="0">
                <a:solidFill>
                  <a:srgbClr val="2805BB"/>
                </a:solidFill>
              </a:rPr>
              <a:t>charges repel) and </a:t>
            </a:r>
            <a:r>
              <a:rPr lang="en-US" dirty="0">
                <a:solidFill>
                  <a:srgbClr val="C00000"/>
                </a:solidFill>
              </a:rPr>
              <a:t>attract holes from the </a:t>
            </a:r>
            <a:r>
              <a:rPr lang="en-US" i="1" dirty="0">
                <a:solidFill>
                  <a:srgbClr val="C00000"/>
                </a:solidFill>
              </a:rPr>
              <a:t>p-type substrate </a:t>
            </a:r>
            <a:r>
              <a:rPr lang="en-US" i="1" dirty="0">
                <a:solidFill>
                  <a:srgbClr val="2805BB"/>
                </a:solidFill>
              </a:rPr>
              <a:t>(opposite charges attract) </a:t>
            </a:r>
          </a:p>
          <a:p>
            <a:pPr marL="225425" indent="-225425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Depending on the magnitude of the negative bias established by </a:t>
            </a:r>
            <a:r>
              <a:rPr lang="en-US" i="1" dirty="0">
                <a:solidFill>
                  <a:srgbClr val="2805BB"/>
                </a:solidFill>
              </a:rPr>
              <a:t>V</a:t>
            </a:r>
            <a:r>
              <a:rPr lang="en-US" i="1" baseline="-25000" dirty="0">
                <a:solidFill>
                  <a:srgbClr val="2805BB"/>
                </a:solidFill>
              </a:rPr>
              <a:t>GS</a:t>
            </a:r>
            <a:r>
              <a:rPr lang="en-US" i="1" dirty="0">
                <a:solidFill>
                  <a:srgbClr val="2805BB"/>
                </a:solidFill>
              </a:rPr>
              <a:t>, </a:t>
            </a:r>
            <a:r>
              <a:rPr lang="en-US" i="1" dirty="0">
                <a:solidFill>
                  <a:srgbClr val="C00000"/>
                </a:solidFill>
              </a:rPr>
              <a:t>a level of recombination between electrons and holes will occur </a:t>
            </a:r>
            <a:r>
              <a:rPr lang="en-US" b="1" i="1" dirty="0">
                <a:solidFill>
                  <a:srgbClr val="2805BB"/>
                </a:solidFill>
              </a:rPr>
              <a:t>that will reduce </a:t>
            </a:r>
            <a:r>
              <a:rPr lang="en-US" b="1" dirty="0">
                <a:solidFill>
                  <a:srgbClr val="2805BB"/>
                </a:solidFill>
              </a:rPr>
              <a:t>the number of free electrons </a:t>
            </a:r>
            <a:r>
              <a:rPr lang="en-US" dirty="0">
                <a:solidFill>
                  <a:srgbClr val="2805BB"/>
                </a:solidFill>
              </a:rPr>
              <a:t>in the </a:t>
            </a:r>
            <a:r>
              <a:rPr lang="en-US" i="1" dirty="0">
                <a:solidFill>
                  <a:srgbClr val="2805BB"/>
                </a:solidFill>
              </a:rPr>
              <a:t>n-channel available for conduction. </a:t>
            </a:r>
          </a:p>
          <a:p>
            <a:pPr marL="225425" indent="-225425">
              <a:buFont typeface="Wingdings" pitchFamily="2" charset="2"/>
              <a:buChar char="§"/>
            </a:pPr>
            <a:r>
              <a:rPr lang="en-US" i="1" dirty="0">
                <a:solidFill>
                  <a:srgbClr val="2805BB"/>
                </a:solidFill>
              </a:rPr>
              <a:t>The </a:t>
            </a:r>
            <a:r>
              <a:rPr lang="en-US" b="1" i="1" dirty="0">
                <a:solidFill>
                  <a:srgbClr val="2805BB"/>
                </a:solidFill>
              </a:rPr>
              <a:t>more negative </a:t>
            </a:r>
            <a:r>
              <a:rPr lang="en-US" b="1" dirty="0">
                <a:solidFill>
                  <a:srgbClr val="2805BB"/>
                </a:solidFill>
              </a:rPr>
              <a:t>the bias, the higher the rate of recombination</a:t>
            </a:r>
            <a:r>
              <a:rPr lang="en-US" dirty="0">
                <a:solidFill>
                  <a:srgbClr val="2805BB"/>
                </a:solidFill>
              </a:rPr>
              <a:t>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FFEB686-0FE0-4CAC-AF37-3B5855F00017}"/>
                  </a:ext>
                </a:extLst>
              </p14:cNvPr>
              <p14:cNvContentPartPr/>
              <p14:nvPr/>
            </p14:nvContentPartPr>
            <p14:xfrm>
              <a:off x="10558800" y="2549880"/>
              <a:ext cx="1472400" cy="1008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FFEB686-0FE0-4CAC-AF37-3B5855F0001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549440" y="2540520"/>
                <a:ext cx="1491120" cy="1027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62200" y="914402"/>
            <a:ext cx="7543800" cy="5562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4419600" y="228600"/>
            <a:ext cx="31931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u="sng" dirty="0">
                <a:solidFill>
                  <a:srgbClr val="FF0000"/>
                </a:solidFill>
              </a:rPr>
              <a:t>Characteristic curve for MOSFET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350C5DD-6337-4CEC-B66C-9E49C5785C06}"/>
                  </a:ext>
                </a:extLst>
              </p14:cNvPr>
              <p14:cNvContentPartPr/>
              <p14:nvPr/>
            </p14:nvContentPartPr>
            <p14:xfrm>
              <a:off x="3499920" y="1722960"/>
              <a:ext cx="8386200" cy="40302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350C5DD-6337-4CEC-B66C-9E49C5785C0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90560" y="1713600"/>
                <a:ext cx="8404920" cy="404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BB139F0-3832-41BD-937D-21E4CA2944E6}"/>
                  </a:ext>
                </a:extLst>
              </p14:cNvPr>
              <p14:cNvContentPartPr/>
              <p14:nvPr/>
            </p14:nvContentPartPr>
            <p14:xfrm>
              <a:off x="2671560" y="1572840"/>
              <a:ext cx="9048600" cy="45288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BB139F0-3832-41BD-937D-21E4CA2944E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662200" y="1563480"/>
                <a:ext cx="9067320" cy="4547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905000" y="381001"/>
            <a:ext cx="8458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5425" indent="-225425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The </a:t>
            </a:r>
            <a:r>
              <a:rPr lang="en-US" dirty="0">
                <a:solidFill>
                  <a:srgbClr val="C00000"/>
                </a:solidFill>
              </a:rPr>
              <a:t>resulting level of drain current </a:t>
            </a:r>
            <a:r>
              <a:rPr lang="en-US" dirty="0">
                <a:solidFill>
                  <a:srgbClr val="2805BB"/>
                </a:solidFill>
              </a:rPr>
              <a:t>is therefore </a:t>
            </a:r>
            <a:r>
              <a:rPr lang="en-US" b="1" dirty="0">
                <a:solidFill>
                  <a:srgbClr val="2805BB"/>
                </a:solidFill>
              </a:rPr>
              <a:t>reduced with increasing negative bias </a:t>
            </a:r>
            <a:r>
              <a:rPr lang="en-US" dirty="0">
                <a:solidFill>
                  <a:srgbClr val="2805BB"/>
                </a:solidFill>
              </a:rPr>
              <a:t>for </a:t>
            </a:r>
            <a:r>
              <a:rPr lang="en-US" i="1" dirty="0">
                <a:solidFill>
                  <a:srgbClr val="2805BB"/>
                </a:solidFill>
              </a:rPr>
              <a:t>V</a:t>
            </a:r>
            <a:r>
              <a:rPr lang="en-US" i="1" baseline="-25000" dirty="0">
                <a:solidFill>
                  <a:srgbClr val="2805BB"/>
                </a:solidFill>
              </a:rPr>
              <a:t>GS</a:t>
            </a:r>
            <a:r>
              <a:rPr lang="en-US" i="1" dirty="0">
                <a:solidFill>
                  <a:srgbClr val="2805BB"/>
                </a:solidFill>
              </a:rPr>
              <a:t> as shown in Fig. </a:t>
            </a:r>
            <a:r>
              <a:rPr lang="en-US" dirty="0">
                <a:solidFill>
                  <a:srgbClr val="2805BB"/>
                </a:solidFill>
              </a:rPr>
              <a:t>for </a:t>
            </a:r>
            <a:r>
              <a:rPr lang="en-US" i="1" dirty="0">
                <a:solidFill>
                  <a:srgbClr val="2805BB"/>
                </a:solidFill>
              </a:rPr>
              <a:t>V</a:t>
            </a:r>
            <a:r>
              <a:rPr lang="en-US" i="1" baseline="-25000" dirty="0">
                <a:solidFill>
                  <a:srgbClr val="2805BB"/>
                </a:solidFill>
              </a:rPr>
              <a:t>GS</a:t>
            </a:r>
            <a:r>
              <a:rPr lang="en-US" i="1" dirty="0">
                <a:solidFill>
                  <a:srgbClr val="2805BB"/>
                </a:solidFill>
              </a:rPr>
              <a:t> =1 V, 2 V, and so on, to the pinch-off level of 6 V. </a:t>
            </a:r>
          </a:p>
          <a:p>
            <a:pPr marL="225425" indent="-225425">
              <a:buFont typeface="Wingdings" pitchFamily="2" charset="2"/>
              <a:buChar char="§"/>
            </a:pPr>
            <a:r>
              <a:rPr lang="en-US" i="1" dirty="0">
                <a:solidFill>
                  <a:srgbClr val="2805BB"/>
                </a:solidFill>
              </a:rPr>
              <a:t>The </a:t>
            </a:r>
            <a:r>
              <a:rPr lang="en-US" i="1" dirty="0">
                <a:solidFill>
                  <a:srgbClr val="FF0000"/>
                </a:solidFill>
              </a:rPr>
              <a:t>resulting levels </a:t>
            </a:r>
            <a:r>
              <a:rPr lang="en-US" dirty="0">
                <a:solidFill>
                  <a:srgbClr val="FF0000"/>
                </a:solidFill>
              </a:rPr>
              <a:t>of drain current and the plotting of the transfer curve proceeds exactly as for the JFET.</a:t>
            </a:r>
            <a:endParaRPr lang="en-US" i="1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905000" y="1600201"/>
            <a:ext cx="84582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5425" indent="-225425" algn="just">
              <a:buFont typeface="Wingdings" pitchFamily="2" charset="2"/>
              <a:buChar char="§"/>
            </a:pPr>
            <a:r>
              <a:rPr lang="en-US" b="1" dirty="0">
                <a:solidFill>
                  <a:srgbClr val="FF0000"/>
                </a:solidFill>
              </a:rPr>
              <a:t>For positive values of </a:t>
            </a:r>
            <a:r>
              <a:rPr lang="en-US" b="1" i="1" dirty="0">
                <a:solidFill>
                  <a:srgbClr val="FF0000"/>
                </a:solidFill>
              </a:rPr>
              <a:t>V</a:t>
            </a:r>
            <a:r>
              <a:rPr lang="en-US" b="1" i="1" baseline="-25000" dirty="0">
                <a:solidFill>
                  <a:srgbClr val="FF0000"/>
                </a:solidFill>
              </a:rPr>
              <a:t>GS</a:t>
            </a:r>
            <a:r>
              <a:rPr lang="en-US" i="1" baseline="-25000" dirty="0">
                <a:solidFill>
                  <a:srgbClr val="C00000"/>
                </a:solidFill>
              </a:rPr>
              <a:t>, </a:t>
            </a:r>
            <a:r>
              <a:rPr lang="en-US" i="1" dirty="0">
                <a:solidFill>
                  <a:srgbClr val="2805BB"/>
                </a:solidFill>
              </a:rPr>
              <a:t>the </a:t>
            </a:r>
            <a:r>
              <a:rPr lang="en-US" b="1" i="1" dirty="0">
                <a:solidFill>
                  <a:srgbClr val="C00000"/>
                </a:solidFill>
              </a:rPr>
              <a:t>positive gate will draw additional electrons </a:t>
            </a:r>
            <a:r>
              <a:rPr lang="en-US" i="1" dirty="0">
                <a:solidFill>
                  <a:srgbClr val="2805BB"/>
                </a:solidFill>
              </a:rPr>
              <a:t>(free</a:t>
            </a:r>
            <a:r>
              <a:rPr lang="en-US" dirty="0">
                <a:solidFill>
                  <a:srgbClr val="2805BB"/>
                </a:solidFill>
              </a:rPr>
              <a:t>     carriers) from the </a:t>
            </a:r>
            <a:r>
              <a:rPr lang="en-US" i="1" dirty="0">
                <a:solidFill>
                  <a:srgbClr val="2805BB"/>
                </a:solidFill>
              </a:rPr>
              <a:t>p-type substrate due to the reverse leakage current and 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i="1" dirty="0">
                <a:solidFill>
                  <a:srgbClr val="C00000"/>
                </a:solidFill>
              </a:rPr>
              <a:t>Establish </a:t>
            </a:r>
            <a:r>
              <a:rPr lang="en-US" dirty="0">
                <a:solidFill>
                  <a:srgbClr val="C00000"/>
                </a:solidFill>
              </a:rPr>
              <a:t>new carriers through the collisions </a:t>
            </a:r>
            <a:r>
              <a:rPr lang="en-US" dirty="0">
                <a:solidFill>
                  <a:srgbClr val="2805BB"/>
                </a:solidFill>
              </a:rPr>
              <a:t>resulting between accelerating particles.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b="1" dirty="0">
                <a:solidFill>
                  <a:srgbClr val="2805BB"/>
                </a:solidFill>
              </a:rPr>
              <a:t>As the gate-to-source voltage </a:t>
            </a:r>
            <a:r>
              <a:rPr lang="en-US" dirty="0">
                <a:solidFill>
                  <a:srgbClr val="2805BB"/>
                </a:solidFill>
              </a:rPr>
              <a:t>continues to </a:t>
            </a:r>
            <a:r>
              <a:rPr lang="en-US" b="1" dirty="0">
                <a:solidFill>
                  <a:srgbClr val="2805BB"/>
                </a:solidFill>
              </a:rPr>
              <a:t>increase in the positive direction</a:t>
            </a:r>
            <a:r>
              <a:rPr lang="en-US" dirty="0">
                <a:solidFill>
                  <a:srgbClr val="2805BB"/>
                </a:solidFill>
              </a:rPr>
              <a:t>, Fig. reveals that</a:t>
            </a:r>
            <a:r>
              <a:rPr lang="en-US" dirty="0">
                <a:solidFill>
                  <a:srgbClr val="C00000"/>
                </a:solidFill>
              </a:rPr>
              <a:t> the drain current will increase </a:t>
            </a:r>
            <a:r>
              <a:rPr lang="en-US" dirty="0">
                <a:solidFill>
                  <a:srgbClr val="2805BB"/>
                </a:solidFill>
              </a:rPr>
              <a:t>at a rapid rate. 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One must be aware of the maximum drain current rating since it could be exceeded with a positive gate voltage. 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So, the </a:t>
            </a:r>
            <a:r>
              <a:rPr lang="en-US" b="1" dirty="0">
                <a:solidFill>
                  <a:srgbClr val="C00000"/>
                </a:solidFill>
              </a:rPr>
              <a:t>application of a positive gate-to-source voltage has </a:t>
            </a:r>
            <a:r>
              <a:rPr lang="en-US" b="1" dirty="0">
                <a:solidFill>
                  <a:srgbClr val="FF0000"/>
                </a:solidFill>
              </a:rPr>
              <a:t>“enhanced” </a:t>
            </a:r>
            <a:r>
              <a:rPr lang="en-US" dirty="0">
                <a:solidFill>
                  <a:srgbClr val="C00000"/>
                </a:solidFill>
              </a:rPr>
              <a:t>the level of free carriers in the channel </a:t>
            </a:r>
            <a:r>
              <a:rPr lang="en-US" dirty="0">
                <a:solidFill>
                  <a:srgbClr val="2805BB"/>
                </a:solidFill>
              </a:rPr>
              <a:t>compared to that encountered with </a:t>
            </a:r>
            <a:r>
              <a:rPr lang="en-US" i="1" dirty="0">
                <a:solidFill>
                  <a:srgbClr val="2805BB"/>
                </a:solidFill>
              </a:rPr>
              <a:t>V</a:t>
            </a:r>
            <a:r>
              <a:rPr lang="en-US" i="1" baseline="-25000" dirty="0">
                <a:solidFill>
                  <a:srgbClr val="2805BB"/>
                </a:solidFill>
              </a:rPr>
              <a:t>GS</a:t>
            </a:r>
            <a:r>
              <a:rPr lang="en-US" i="1" dirty="0">
                <a:solidFill>
                  <a:srgbClr val="2805BB"/>
                </a:solidFill>
              </a:rPr>
              <a:t>= </a:t>
            </a:r>
            <a:r>
              <a:rPr lang="en-US" dirty="0">
                <a:solidFill>
                  <a:srgbClr val="2805BB"/>
                </a:solidFill>
              </a:rPr>
              <a:t>0 V. 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For this reason </a:t>
            </a:r>
            <a:r>
              <a:rPr lang="en-US" dirty="0">
                <a:solidFill>
                  <a:srgbClr val="FF0000"/>
                </a:solidFill>
              </a:rPr>
              <a:t>the region of positive gate voltages </a:t>
            </a:r>
            <a:r>
              <a:rPr lang="en-US" dirty="0">
                <a:solidFill>
                  <a:srgbClr val="2805BB"/>
                </a:solidFill>
              </a:rPr>
              <a:t>on the drain or transfer characteristics is often referred to as the </a:t>
            </a:r>
            <a:r>
              <a:rPr lang="en-US" b="1" i="1" dirty="0">
                <a:solidFill>
                  <a:srgbClr val="FF0000"/>
                </a:solidFill>
              </a:rPr>
              <a:t>enhancement region</a:t>
            </a:r>
            <a:r>
              <a:rPr lang="en-US" i="1" dirty="0">
                <a:solidFill>
                  <a:srgbClr val="2805BB"/>
                </a:solidFill>
              </a:rPr>
              <a:t>, 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i="1" dirty="0">
                <a:solidFill>
                  <a:srgbClr val="2805BB"/>
                </a:solidFill>
              </a:rPr>
              <a:t>with the </a:t>
            </a:r>
            <a:r>
              <a:rPr lang="en-US" i="1" dirty="0">
                <a:solidFill>
                  <a:srgbClr val="FF0000"/>
                </a:solidFill>
              </a:rPr>
              <a:t>region between </a:t>
            </a:r>
            <a:r>
              <a:rPr lang="en-US" dirty="0">
                <a:solidFill>
                  <a:srgbClr val="FF0000"/>
                </a:solidFill>
              </a:rPr>
              <a:t>cutoff and the saturation level of </a:t>
            </a:r>
            <a:r>
              <a:rPr lang="en-US" i="1" dirty="0">
                <a:solidFill>
                  <a:srgbClr val="FF0000"/>
                </a:solidFill>
              </a:rPr>
              <a:t>I</a:t>
            </a:r>
            <a:r>
              <a:rPr lang="en-US" i="1" baseline="-25000" dirty="0">
                <a:solidFill>
                  <a:srgbClr val="FF0000"/>
                </a:solidFill>
              </a:rPr>
              <a:t>DSS</a:t>
            </a:r>
            <a:r>
              <a:rPr lang="en-US" i="1" dirty="0">
                <a:solidFill>
                  <a:srgbClr val="FF0000"/>
                </a:solidFill>
              </a:rPr>
              <a:t> </a:t>
            </a:r>
            <a:r>
              <a:rPr lang="en-US" i="1" dirty="0">
                <a:solidFill>
                  <a:srgbClr val="2805BB"/>
                </a:solidFill>
              </a:rPr>
              <a:t>referred to as the </a:t>
            </a:r>
            <a:r>
              <a:rPr lang="en-US" b="1" i="1" dirty="0">
                <a:solidFill>
                  <a:srgbClr val="FF0000"/>
                </a:solidFill>
              </a:rPr>
              <a:t>depletion region</a:t>
            </a:r>
            <a:r>
              <a:rPr lang="en-US" i="1" dirty="0">
                <a:solidFill>
                  <a:srgbClr val="2805BB"/>
                </a:solidFill>
              </a:rPr>
              <a:t>.</a:t>
            </a:r>
            <a:endParaRPr lang="en-US" dirty="0">
              <a:solidFill>
                <a:srgbClr val="2805BB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828800" y="5334001"/>
            <a:ext cx="8686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5425" indent="-225425">
              <a:buFont typeface="Wingdings" pitchFamily="2" charset="2"/>
              <a:buChar char="§"/>
            </a:pPr>
            <a:r>
              <a:rPr lang="en-US" b="1" dirty="0">
                <a:solidFill>
                  <a:srgbClr val="FF0000"/>
                </a:solidFill>
              </a:rPr>
              <a:t>Shockley’s equation applicable for the depletion-type MOSFET characteristics in both the depletion and enhancement regions. </a:t>
            </a:r>
          </a:p>
          <a:p>
            <a:pPr marL="225425" indent="-225425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For both regions</a:t>
            </a:r>
            <a:r>
              <a:rPr lang="en-US" b="1" dirty="0">
                <a:solidFill>
                  <a:srgbClr val="C00000"/>
                </a:solidFill>
              </a:rPr>
              <a:t>, it is simply necessary that the proper sign be included with </a:t>
            </a:r>
            <a:r>
              <a:rPr lang="en-US" b="1" i="1" dirty="0">
                <a:solidFill>
                  <a:srgbClr val="C00000"/>
                </a:solidFill>
              </a:rPr>
              <a:t>V</a:t>
            </a:r>
            <a:r>
              <a:rPr lang="en-US" b="1" i="1" baseline="-25000" dirty="0">
                <a:solidFill>
                  <a:srgbClr val="C00000"/>
                </a:solidFill>
              </a:rPr>
              <a:t>GS</a:t>
            </a:r>
            <a:r>
              <a:rPr lang="en-US" b="1" i="1" dirty="0">
                <a:solidFill>
                  <a:srgbClr val="C00000"/>
                </a:solidFill>
              </a:rPr>
              <a:t> in the equation</a:t>
            </a:r>
            <a:r>
              <a:rPr lang="en-US" i="1" dirty="0">
                <a:solidFill>
                  <a:srgbClr val="2805BB"/>
                </a:solidFill>
              </a:rPr>
              <a:t> and the sign be carefully monitored in the mathematical </a:t>
            </a:r>
            <a:r>
              <a:rPr lang="en-US" dirty="0">
                <a:solidFill>
                  <a:srgbClr val="2805BB"/>
                </a:solidFill>
              </a:rPr>
              <a:t>operations.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7344765-584B-4C5B-8986-19985DE667B5}"/>
                  </a:ext>
                </a:extLst>
              </p14:cNvPr>
              <p14:cNvContentPartPr/>
              <p14:nvPr/>
            </p14:nvContentPartPr>
            <p14:xfrm>
              <a:off x="2273040" y="2972520"/>
              <a:ext cx="8209080" cy="35622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7344765-584B-4C5B-8986-19985DE667B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63680" y="2963160"/>
                <a:ext cx="8227800" cy="3580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43401" y="164068"/>
            <a:ext cx="35078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1" u="sng" dirty="0">
                <a:solidFill>
                  <a:srgbClr val="FF0000"/>
                </a:solidFill>
              </a:rPr>
              <a:t>p-Channel Depletion-Type MOSFET</a:t>
            </a:r>
            <a:endParaRPr lang="en-US" b="1" u="sng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752600" y="609601"/>
            <a:ext cx="86106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5425" indent="-225425" algn="just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The construction of a </a:t>
            </a:r>
            <a:r>
              <a:rPr lang="en-US" b="1" i="1" dirty="0">
                <a:solidFill>
                  <a:srgbClr val="FF0000"/>
                </a:solidFill>
              </a:rPr>
              <a:t>p-channel depletion-type MOSFET </a:t>
            </a:r>
            <a:r>
              <a:rPr lang="en-US" i="1" dirty="0">
                <a:solidFill>
                  <a:srgbClr val="2805BB"/>
                </a:solidFill>
              </a:rPr>
              <a:t>is </a:t>
            </a:r>
            <a:r>
              <a:rPr lang="en-US" i="1" dirty="0">
                <a:solidFill>
                  <a:srgbClr val="C00000"/>
                </a:solidFill>
              </a:rPr>
              <a:t>exactly the reverse of n-channel depletion-type MOSFET</a:t>
            </a:r>
            <a:r>
              <a:rPr lang="en-US" i="1" dirty="0">
                <a:solidFill>
                  <a:srgbClr val="2805BB"/>
                </a:solidFill>
              </a:rPr>
              <a:t> </a:t>
            </a:r>
            <a:r>
              <a:rPr lang="en-US" dirty="0">
                <a:solidFill>
                  <a:srgbClr val="2805BB"/>
                </a:solidFill>
              </a:rPr>
              <a:t>. 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That is, there is </a:t>
            </a:r>
            <a:r>
              <a:rPr lang="en-US" b="1" dirty="0">
                <a:solidFill>
                  <a:srgbClr val="2805BB"/>
                </a:solidFill>
              </a:rPr>
              <a:t>now an </a:t>
            </a:r>
            <a:r>
              <a:rPr lang="en-US" b="1" i="1" dirty="0">
                <a:solidFill>
                  <a:srgbClr val="2805BB"/>
                </a:solidFill>
              </a:rPr>
              <a:t>n-type substrate and a p-type channel</a:t>
            </a:r>
            <a:r>
              <a:rPr lang="en-US" i="1" dirty="0">
                <a:solidFill>
                  <a:srgbClr val="2805BB"/>
                </a:solidFill>
              </a:rPr>
              <a:t>, </a:t>
            </a:r>
            <a:r>
              <a:rPr lang="en-US" dirty="0">
                <a:solidFill>
                  <a:srgbClr val="2805BB"/>
                </a:solidFill>
              </a:rPr>
              <a:t>as shown in Fig. a. 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The terminals remain as same  (D,S,G), but all the </a:t>
            </a:r>
            <a:r>
              <a:rPr lang="en-US" dirty="0">
                <a:solidFill>
                  <a:srgbClr val="C00000"/>
                </a:solidFill>
              </a:rPr>
              <a:t>voltage polarities and the current directions are reversed</a:t>
            </a:r>
            <a:r>
              <a:rPr lang="en-US" dirty="0">
                <a:solidFill>
                  <a:srgbClr val="2805BB"/>
                </a:solidFill>
              </a:rPr>
              <a:t>, as shown in the same figure. 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The drain characteristics would appear exactly as in Fig. for n</a:t>
            </a:r>
            <a:r>
              <a:rPr lang="en-US" i="1" dirty="0">
                <a:solidFill>
                  <a:srgbClr val="2805BB"/>
                </a:solidFill>
              </a:rPr>
              <a:t>-channel depletion-type MOSFET </a:t>
            </a:r>
            <a:r>
              <a:rPr lang="en-US" dirty="0">
                <a:solidFill>
                  <a:srgbClr val="2805BB"/>
                </a:solidFill>
              </a:rPr>
              <a:t>but with </a:t>
            </a:r>
            <a:r>
              <a:rPr lang="en-US" b="1" i="1" dirty="0">
                <a:solidFill>
                  <a:srgbClr val="C00000"/>
                </a:solidFill>
              </a:rPr>
              <a:t>V</a:t>
            </a:r>
            <a:r>
              <a:rPr lang="en-US" b="1" i="1" baseline="-25000" dirty="0">
                <a:solidFill>
                  <a:srgbClr val="C00000"/>
                </a:solidFill>
              </a:rPr>
              <a:t>DS</a:t>
            </a:r>
            <a:r>
              <a:rPr lang="en-US" b="1" i="1" dirty="0">
                <a:solidFill>
                  <a:srgbClr val="C00000"/>
                </a:solidFill>
              </a:rPr>
              <a:t> having negative val</a:t>
            </a:r>
            <a:r>
              <a:rPr lang="en-US" b="1" dirty="0">
                <a:solidFill>
                  <a:srgbClr val="C00000"/>
                </a:solidFill>
              </a:rPr>
              <a:t>ues</a:t>
            </a:r>
            <a:r>
              <a:rPr lang="en-US" dirty="0">
                <a:solidFill>
                  <a:srgbClr val="2805BB"/>
                </a:solidFill>
              </a:rPr>
              <a:t>,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67600" y="2514600"/>
            <a:ext cx="297180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1706380" y="2595693"/>
            <a:ext cx="51816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5425" indent="-225425" algn="just">
              <a:buFont typeface="Wingdings" pitchFamily="2" charset="2"/>
              <a:buChar char="§"/>
            </a:pPr>
            <a:r>
              <a:rPr lang="en-US" b="1" i="1" dirty="0">
                <a:solidFill>
                  <a:srgbClr val="C00000"/>
                </a:solidFill>
              </a:rPr>
              <a:t>I</a:t>
            </a:r>
            <a:r>
              <a:rPr lang="en-US" b="1" i="1" baseline="-25000" dirty="0">
                <a:solidFill>
                  <a:srgbClr val="C00000"/>
                </a:solidFill>
              </a:rPr>
              <a:t>D</a:t>
            </a:r>
            <a:r>
              <a:rPr lang="en-US" b="1" i="1" dirty="0">
                <a:solidFill>
                  <a:srgbClr val="C00000"/>
                </a:solidFill>
              </a:rPr>
              <a:t> having positive values </a:t>
            </a:r>
            <a:r>
              <a:rPr lang="en-US" i="1" dirty="0">
                <a:solidFill>
                  <a:srgbClr val="2805BB"/>
                </a:solidFill>
              </a:rPr>
              <a:t>as indicated (since the defined direction is now reversed) </a:t>
            </a:r>
            <a:r>
              <a:rPr lang="en-US" dirty="0">
                <a:solidFill>
                  <a:srgbClr val="2805BB"/>
                </a:solidFill>
              </a:rPr>
              <a:t>and 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b="1" i="1" dirty="0">
                <a:solidFill>
                  <a:srgbClr val="C00000"/>
                </a:solidFill>
              </a:rPr>
              <a:t>V</a:t>
            </a:r>
            <a:r>
              <a:rPr lang="en-US" b="1" i="1" baseline="-25000" dirty="0">
                <a:solidFill>
                  <a:srgbClr val="C00000"/>
                </a:solidFill>
              </a:rPr>
              <a:t>GS </a:t>
            </a:r>
            <a:r>
              <a:rPr lang="en-US" b="1" i="1" dirty="0">
                <a:solidFill>
                  <a:srgbClr val="C00000"/>
                </a:solidFill>
              </a:rPr>
              <a:t>having the opposite polarities </a:t>
            </a:r>
            <a:r>
              <a:rPr lang="en-US" i="1" dirty="0">
                <a:solidFill>
                  <a:srgbClr val="2805BB"/>
                </a:solidFill>
              </a:rPr>
              <a:t>as shown in Fig. c in next slide. 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i="1" dirty="0">
                <a:solidFill>
                  <a:srgbClr val="2805BB"/>
                </a:solidFill>
              </a:rPr>
              <a:t>The </a:t>
            </a:r>
            <a:r>
              <a:rPr lang="en-US" b="1" i="1" dirty="0">
                <a:solidFill>
                  <a:srgbClr val="C00000"/>
                </a:solidFill>
              </a:rPr>
              <a:t>reversal </a:t>
            </a:r>
            <a:r>
              <a:rPr lang="en-US" b="1" dirty="0">
                <a:solidFill>
                  <a:srgbClr val="C00000"/>
                </a:solidFill>
              </a:rPr>
              <a:t>in </a:t>
            </a:r>
            <a:r>
              <a:rPr lang="en-US" b="1" i="1" dirty="0">
                <a:solidFill>
                  <a:srgbClr val="C00000"/>
                </a:solidFill>
              </a:rPr>
              <a:t>V</a:t>
            </a:r>
            <a:r>
              <a:rPr lang="en-US" b="1" i="1" baseline="-25000" dirty="0">
                <a:solidFill>
                  <a:srgbClr val="C00000"/>
                </a:solidFill>
              </a:rPr>
              <a:t>GS</a:t>
            </a:r>
            <a:r>
              <a:rPr lang="en-US" b="1" i="1" dirty="0">
                <a:solidFill>
                  <a:srgbClr val="C00000"/>
                </a:solidFill>
              </a:rPr>
              <a:t> will result in a mirror image </a:t>
            </a:r>
            <a:r>
              <a:rPr lang="en-US" i="1" dirty="0">
                <a:solidFill>
                  <a:srgbClr val="2805BB"/>
                </a:solidFill>
              </a:rPr>
              <a:t>(about the I</a:t>
            </a:r>
            <a:r>
              <a:rPr lang="en-US" i="1" baseline="-25000" dirty="0">
                <a:solidFill>
                  <a:srgbClr val="2805BB"/>
                </a:solidFill>
              </a:rPr>
              <a:t>D</a:t>
            </a:r>
            <a:r>
              <a:rPr lang="en-US" i="1" dirty="0">
                <a:solidFill>
                  <a:srgbClr val="2805BB"/>
                </a:solidFill>
              </a:rPr>
              <a:t> axis) </a:t>
            </a:r>
            <a:r>
              <a:rPr lang="en-US" b="1" i="1" dirty="0">
                <a:solidFill>
                  <a:srgbClr val="C00000"/>
                </a:solidFill>
              </a:rPr>
              <a:t>for the transfer characteristics </a:t>
            </a:r>
            <a:r>
              <a:rPr lang="en-US" dirty="0">
                <a:solidFill>
                  <a:srgbClr val="2805BB"/>
                </a:solidFill>
              </a:rPr>
              <a:t>as shown in Fig. b in next slide. 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In other words, </a:t>
            </a:r>
            <a:r>
              <a:rPr lang="en-US" b="1" dirty="0">
                <a:solidFill>
                  <a:srgbClr val="2805BB"/>
                </a:solidFill>
              </a:rPr>
              <a:t>the drain current will increase from cutoff at </a:t>
            </a:r>
            <a:r>
              <a:rPr lang="en-US" b="1" i="1" dirty="0">
                <a:solidFill>
                  <a:srgbClr val="2805BB"/>
                </a:solidFill>
              </a:rPr>
              <a:t>V</a:t>
            </a:r>
            <a:r>
              <a:rPr lang="en-US" b="1" i="1" baseline="-25000" dirty="0">
                <a:solidFill>
                  <a:srgbClr val="2805BB"/>
                </a:solidFill>
              </a:rPr>
              <a:t>GS</a:t>
            </a:r>
            <a:r>
              <a:rPr lang="en-US" b="1" i="1" dirty="0">
                <a:solidFill>
                  <a:srgbClr val="2805BB"/>
                </a:solidFill>
              </a:rPr>
              <a:t> = V</a:t>
            </a:r>
            <a:r>
              <a:rPr lang="en-US" b="1" i="1" baseline="-25000" dirty="0">
                <a:solidFill>
                  <a:srgbClr val="2805BB"/>
                </a:solidFill>
              </a:rPr>
              <a:t>P</a:t>
            </a:r>
            <a:r>
              <a:rPr lang="en-US" b="1" i="1" dirty="0">
                <a:solidFill>
                  <a:srgbClr val="2805BB"/>
                </a:solidFill>
              </a:rPr>
              <a:t> in the positive V</a:t>
            </a:r>
            <a:r>
              <a:rPr lang="en-US" b="1" i="1" baseline="-25000" dirty="0">
                <a:solidFill>
                  <a:srgbClr val="2805BB"/>
                </a:solidFill>
              </a:rPr>
              <a:t>GS</a:t>
            </a:r>
            <a:r>
              <a:rPr lang="en-US" b="1" i="1" dirty="0">
                <a:solidFill>
                  <a:srgbClr val="2805BB"/>
                </a:solidFill>
              </a:rPr>
              <a:t> region to I</a:t>
            </a:r>
            <a:r>
              <a:rPr lang="en-US" b="1" i="1" baseline="-25000" dirty="0">
                <a:solidFill>
                  <a:srgbClr val="2805BB"/>
                </a:solidFill>
              </a:rPr>
              <a:t>DSS</a:t>
            </a:r>
            <a:r>
              <a:rPr lang="en-US" b="1" i="1" dirty="0">
                <a:solidFill>
                  <a:srgbClr val="2805BB"/>
                </a:solidFill>
              </a:rPr>
              <a:t> and then continue to increase for increasingly </a:t>
            </a:r>
            <a:r>
              <a:rPr lang="en-US" b="1" dirty="0">
                <a:solidFill>
                  <a:srgbClr val="2805BB"/>
                </a:solidFill>
              </a:rPr>
              <a:t>negative values of </a:t>
            </a:r>
            <a:r>
              <a:rPr lang="en-US" b="1" i="1" dirty="0">
                <a:solidFill>
                  <a:srgbClr val="2805BB"/>
                </a:solidFill>
              </a:rPr>
              <a:t>V</a:t>
            </a:r>
            <a:r>
              <a:rPr lang="en-US" b="1" i="1" baseline="-25000" dirty="0">
                <a:solidFill>
                  <a:srgbClr val="2805BB"/>
                </a:solidFill>
              </a:rPr>
              <a:t>GS</a:t>
            </a:r>
            <a:r>
              <a:rPr lang="en-US" i="1" dirty="0">
                <a:solidFill>
                  <a:srgbClr val="2805BB"/>
                </a:solidFill>
              </a:rPr>
              <a:t>. 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i="1" dirty="0">
                <a:solidFill>
                  <a:srgbClr val="C00000"/>
                </a:solidFill>
              </a:rPr>
              <a:t>Shockley’s equation is still applicable </a:t>
            </a:r>
            <a:r>
              <a:rPr lang="en-US" i="1" dirty="0">
                <a:solidFill>
                  <a:srgbClr val="2805BB"/>
                </a:solidFill>
              </a:rPr>
              <a:t>and requires </a:t>
            </a:r>
            <a:r>
              <a:rPr lang="en-US" dirty="0">
                <a:solidFill>
                  <a:srgbClr val="2805BB"/>
                </a:solidFill>
              </a:rPr>
              <a:t>simply placing the correct sign for both </a:t>
            </a:r>
            <a:r>
              <a:rPr lang="en-US" i="1" dirty="0">
                <a:solidFill>
                  <a:srgbClr val="2805BB"/>
                </a:solidFill>
              </a:rPr>
              <a:t>V</a:t>
            </a:r>
            <a:r>
              <a:rPr lang="en-US" i="1" baseline="-25000" dirty="0">
                <a:solidFill>
                  <a:srgbClr val="2805BB"/>
                </a:solidFill>
              </a:rPr>
              <a:t>GS</a:t>
            </a:r>
            <a:r>
              <a:rPr lang="en-US" i="1" dirty="0">
                <a:solidFill>
                  <a:srgbClr val="2805BB"/>
                </a:solidFill>
              </a:rPr>
              <a:t> and V</a:t>
            </a:r>
            <a:r>
              <a:rPr lang="en-US" i="1" baseline="-25000" dirty="0">
                <a:solidFill>
                  <a:srgbClr val="2805BB"/>
                </a:solidFill>
              </a:rPr>
              <a:t>P</a:t>
            </a:r>
            <a:r>
              <a:rPr lang="en-US" i="1" dirty="0">
                <a:solidFill>
                  <a:srgbClr val="2805BB"/>
                </a:solidFill>
              </a:rPr>
              <a:t> in the equation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09800" y="1524000"/>
            <a:ext cx="31242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0" y="18288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3124200" y="282714"/>
            <a:ext cx="67818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i="1" dirty="0">
                <a:solidFill>
                  <a:srgbClr val="FF0000"/>
                </a:solidFill>
              </a:rPr>
              <a:t>Transfer Characteristics : </a:t>
            </a:r>
            <a:r>
              <a:rPr lang="en-US" sz="2000" i="1" dirty="0">
                <a:solidFill>
                  <a:srgbClr val="FF0000"/>
                </a:solidFill>
              </a:rPr>
              <a:t>p-Channel depletion-type MOSFET </a:t>
            </a:r>
            <a:r>
              <a:rPr lang="en-US" sz="2000" i="1" dirty="0">
                <a:solidFill>
                  <a:srgbClr val="C00000"/>
                </a:solidFill>
              </a:rPr>
              <a:t>with I</a:t>
            </a:r>
            <a:r>
              <a:rPr lang="en-US" sz="2000" i="1" baseline="-25000" dirty="0">
                <a:solidFill>
                  <a:srgbClr val="C00000"/>
                </a:solidFill>
              </a:rPr>
              <a:t>DSS</a:t>
            </a:r>
            <a:r>
              <a:rPr lang="en-US" sz="2000" i="1" dirty="0">
                <a:solidFill>
                  <a:srgbClr val="C00000"/>
                </a:solidFill>
              </a:rPr>
              <a:t> = 6mA and V</a:t>
            </a:r>
            <a:r>
              <a:rPr lang="en-US" sz="2000" i="1" baseline="-25000" dirty="0">
                <a:solidFill>
                  <a:srgbClr val="C00000"/>
                </a:solidFill>
              </a:rPr>
              <a:t>P </a:t>
            </a:r>
            <a:r>
              <a:rPr lang="en-US" sz="2000" i="1" dirty="0">
                <a:solidFill>
                  <a:srgbClr val="C00000"/>
                </a:solidFill>
              </a:rPr>
              <a:t>=6 V</a:t>
            </a:r>
            <a:endParaRPr lang="en-US" sz="20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43306" y="76200"/>
            <a:ext cx="9812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Symbols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81801" y="3429000"/>
            <a:ext cx="1800225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763000" y="3429001"/>
            <a:ext cx="19050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1752600" y="609600"/>
            <a:ext cx="86868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5425" indent="-225425" algn="just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The </a:t>
            </a:r>
            <a:r>
              <a:rPr lang="en-US" dirty="0">
                <a:solidFill>
                  <a:srgbClr val="C00000"/>
                </a:solidFill>
              </a:rPr>
              <a:t>graphic symbols for an </a:t>
            </a:r>
            <a:r>
              <a:rPr lang="en-US" i="1" dirty="0">
                <a:solidFill>
                  <a:srgbClr val="C00000"/>
                </a:solidFill>
              </a:rPr>
              <a:t>n- and p-channel depletion-type MOSFET </a:t>
            </a:r>
            <a:r>
              <a:rPr lang="en-US" i="1" dirty="0">
                <a:solidFill>
                  <a:srgbClr val="2805BB"/>
                </a:solidFill>
              </a:rPr>
              <a:t>are provided </a:t>
            </a:r>
            <a:r>
              <a:rPr lang="en-US" dirty="0">
                <a:solidFill>
                  <a:srgbClr val="2805BB"/>
                </a:solidFill>
              </a:rPr>
              <a:t>in Fig.  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Here </a:t>
            </a:r>
            <a:r>
              <a:rPr lang="en-US" dirty="0">
                <a:solidFill>
                  <a:srgbClr val="C00000"/>
                </a:solidFill>
              </a:rPr>
              <a:t>the lack of a direct connection </a:t>
            </a:r>
            <a:r>
              <a:rPr lang="en-US" dirty="0">
                <a:solidFill>
                  <a:srgbClr val="2805BB"/>
                </a:solidFill>
              </a:rPr>
              <a:t>(due to the gate insulation) between the gate</a:t>
            </a:r>
          </a:p>
          <a:p>
            <a:pPr marL="225425" indent="-225425" algn="just"/>
            <a:r>
              <a:rPr lang="en-US" dirty="0">
                <a:solidFill>
                  <a:srgbClr val="2805BB"/>
                </a:solidFill>
              </a:rPr>
              <a:t>     and channel is </a:t>
            </a:r>
            <a:r>
              <a:rPr lang="en-US" dirty="0">
                <a:solidFill>
                  <a:srgbClr val="FF0000"/>
                </a:solidFill>
              </a:rPr>
              <a:t>represented by a space between the gate and the other terminals </a:t>
            </a:r>
            <a:r>
              <a:rPr lang="en-US" dirty="0">
                <a:solidFill>
                  <a:srgbClr val="2805BB"/>
                </a:solidFill>
              </a:rPr>
              <a:t>of the</a:t>
            </a:r>
          </a:p>
          <a:p>
            <a:pPr marL="225425" indent="-225425" algn="just"/>
            <a:r>
              <a:rPr lang="en-US" dirty="0">
                <a:solidFill>
                  <a:srgbClr val="2805BB"/>
                </a:solidFill>
              </a:rPr>
              <a:t>     symbol. 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The </a:t>
            </a:r>
            <a:r>
              <a:rPr lang="en-US" dirty="0">
                <a:solidFill>
                  <a:srgbClr val="FF0000"/>
                </a:solidFill>
              </a:rPr>
              <a:t>vertical line representing the channel is connected between the drain and source</a:t>
            </a:r>
            <a:r>
              <a:rPr lang="en-US" dirty="0">
                <a:solidFill>
                  <a:srgbClr val="2805BB"/>
                </a:solidFill>
              </a:rPr>
              <a:t> and </a:t>
            </a:r>
            <a:r>
              <a:rPr lang="en-US" b="1" dirty="0">
                <a:solidFill>
                  <a:srgbClr val="2805BB"/>
                </a:solidFill>
              </a:rPr>
              <a:t>is “supported” by the substrate</a:t>
            </a:r>
            <a:r>
              <a:rPr lang="en-US" dirty="0">
                <a:solidFill>
                  <a:srgbClr val="2805BB"/>
                </a:solidFill>
              </a:rPr>
              <a:t>. 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b="1" dirty="0">
                <a:solidFill>
                  <a:srgbClr val="FF0000"/>
                </a:solidFill>
              </a:rPr>
              <a:t>Two symbols are provided </a:t>
            </a:r>
            <a:r>
              <a:rPr lang="en-US" dirty="0">
                <a:solidFill>
                  <a:srgbClr val="2805BB"/>
                </a:solidFill>
              </a:rPr>
              <a:t>for each type of channel </a:t>
            </a:r>
            <a:r>
              <a:rPr lang="en-US" dirty="0">
                <a:solidFill>
                  <a:srgbClr val="C00000"/>
                </a:solidFill>
              </a:rPr>
              <a:t>to reflect the fact that in some cases the substrate is externally available while in others it is not</a:t>
            </a:r>
            <a:r>
              <a:rPr lang="en-US" dirty="0">
                <a:solidFill>
                  <a:srgbClr val="2805BB"/>
                </a:solidFill>
              </a:rPr>
              <a:t>. 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For mostly for the analysis the substrate and source will be connected and the lower symbols is employed.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600" y="3429000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pPr marL="225425" indent="-225425" algn="just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The </a:t>
            </a:r>
            <a:r>
              <a:rPr lang="en-US" b="1" dirty="0">
                <a:solidFill>
                  <a:srgbClr val="2805BB"/>
                </a:solidFill>
              </a:rPr>
              <a:t>device appearing in Fig. has three terminals, with the terminal identification</a:t>
            </a:r>
          </a:p>
          <a:p>
            <a:pPr marL="225425" indent="-225425"/>
            <a:r>
              <a:rPr lang="en-US" b="1" dirty="0">
                <a:solidFill>
                  <a:srgbClr val="2805BB"/>
                </a:solidFill>
              </a:rPr>
              <a:t>     appearing in the same figure</a:t>
            </a:r>
            <a:r>
              <a:rPr lang="en-US" dirty="0">
                <a:solidFill>
                  <a:srgbClr val="2805BB"/>
                </a:solidFill>
              </a:rPr>
              <a:t>. </a:t>
            </a:r>
          </a:p>
          <a:p>
            <a:pPr marL="225425" indent="-225425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The </a:t>
            </a:r>
            <a:r>
              <a:rPr lang="en-US" b="1" dirty="0">
                <a:solidFill>
                  <a:srgbClr val="2805BB"/>
                </a:solidFill>
              </a:rPr>
              <a:t>specification sheet for a depletion-type MOSFET is similar to that of a JFET</a:t>
            </a:r>
            <a:r>
              <a:rPr lang="en-US" dirty="0">
                <a:solidFill>
                  <a:srgbClr val="2805BB"/>
                </a:solidFill>
              </a:rPr>
              <a:t>. </a:t>
            </a:r>
          </a:p>
          <a:p>
            <a:pPr marL="225425" indent="-225425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The </a:t>
            </a:r>
            <a:r>
              <a:rPr lang="en-US" dirty="0">
                <a:solidFill>
                  <a:srgbClr val="C00000"/>
                </a:solidFill>
              </a:rPr>
              <a:t>levels of </a:t>
            </a:r>
            <a:r>
              <a:rPr lang="en-US" i="1" dirty="0">
                <a:solidFill>
                  <a:srgbClr val="C00000"/>
                </a:solidFill>
              </a:rPr>
              <a:t>V</a:t>
            </a:r>
            <a:r>
              <a:rPr lang="en-US" i="1" baseline="-25000" dirty="0">
                <a:solidFill>
                  <a:srgbClr val="C00000"/>
                </a:solidFill>
              </a:rPr>
              <a:t>P</a:t>
            </a:r>
            <a:r>
              <a:rPr lang="en-US" i="1" dirty="0">
                <a:solidFill>
                  <a:srgbClr val="C00000"/>
                </a:solidFill>
              </a:rPr>
              <a:t> and I</a:t>
            </a:r>
            <a:r>
              <a:rPr lang="en-US" i="1" baseline="-25000" dirty="0">
                <a:solidFill>
                  <a:srgbClr val="C00000"/>
                </a:solidFill>
              </a:rPr>
              <a:t>DSS</a:t>
            </a:r>
            <a:r>
              <a:rPr lang="en-US" i="1" dirty="0">
                <a:solidFill>
                  <a:srgbClr val="C00000"/>
                </a:solidFill>
              </a:rPr>
              <a:t> are provided along </a:t>
            </a:r>
            <a:r>
              <a:rPr lang="en-US" i="1" dirty="0">
                <a:solidFill>
                  <a:srgbClr val="2805BB"/>
                </a:solidFill>
              </a:rPr>
              <a:t>with </a:t>
            </a:r>
            <a:r>
              <a:rPr lang="en-US" dirty="0">
                <a:solidFill>
                  <a:srgbClr val="2805BB"/>
                </a:solidFill>
              </a:rPr>
              <a:t>a list of maximum values and typical “on” and “off” characteristics</a:t>
            </a:r>
            <a:r>
              <a:rPr lang="en-US" dirty="0"/>
              <a:t>.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694D6FF-4AEE-46E6-B97D-D47668DAB126}"/>
                  </a:ext>
                </a:extLst>
              </p14:cNvPr>
              <p14:cNvContentPartPr/>
              <p14:nvPr/>
            </p14:nvContentPartPr>
            <p14:xfrm>
              <a:off x="7304760" y="4496760"/>
              <a:ext cx="2937600" cy="19821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694D6FF-4AEE-46E6-B97D-D47668DAB12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295400" y="4487400"/>
                <a:ext cx="2956320" cy="2000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0BBC7E5-6E34-4ADE-AC1D-FC9FAC58A200}"/>
                  </a:ext>
                </a:extLst>
              </p14:cNvPr>
              <p14:cNvContentPartPr/>
              <p14:nvPr/>
            </p14:nvContentPartPr>
            <p14:xfrm>
              <a:off x="489240" y="0"/>
              <a:ext cx="11431080" cy="64591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0BBC7E5-6E34-4ADE-AC1D-FC9FAC58A20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9880" y="-9360"/>
                <a:ext cx="11449800" cy="6477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14723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733801" y="152400"/>
            <a:ext cx="49959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ENHANCEMENT-TYPE MOSFET : Basic Construction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661410" y="533400"/>
            <a:ext cx="8763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5425" indent="-225425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The </a:t>
            </a:r>
            <a:r>
              <a:rPr lang="en-US" dirty="0">
                <a:solidFill>
                  <a:srgbClr val="FF0000"/>
                </a:solidFill>
              </a:rPr>
              <a:t>basic construction of the </a:t>
            </a:r>
            <a:r>
              <a:rPr lang="en-US" i="1" dirty="0">
                <a:solidFill>
                  <a:srgbClr val="FF0000"/>
                </a:solidFill>
              </a:rPr>
              <a:t>n-channel enhancement-type MOSFET </a:t>
            </a:r>
            <a:r>
              <a:rPr lang="en-US" i="1" dirty="0">
                <a:solidFill>
                  <a:srgbClr val="2805BB"/>
                </a:solidFill>
              </a:rPr>
              <a:t>is provided in </a:t>
            </a:r>
            <a:r>
              <a:rPr lang="en-US" dirty="0">
                <a:solidFill>
                  <a:srgbClr val="2805BB"/>
                </a:solidFill>
              </a:rPr>
              <a:t>Fig. </a:t>
            </a:r>
          </a:p>
          <a:p>
            <a:pPr marL="225425" indent="-225425">
              <a:buFont typeface="Wingdings" pitchFamily="2" charset="2"/>
              <a:buChar char="§"/>
            </a:pPr>
            <a:r>
              <a:rPr lang="en-US" dirty="0">
                <a:solidFill>
                  <a:srgbClr val="C00000"/>
                </a:solidFill>
              </a:rPr>
              <a:t>A slab of </a:t>
            </a:r>
            <a:r>
              <a:rPr lang="en-US" i="1" dirty="0">
                <a:solidFill>
                  <a:srgbClr val="C00000"/>
                </a:solidFill>
              </a:rPr>
              <a:t>p-type material is formed from a silicon base </a:t>
            </a:r>
            <a:r>
              <a:rPr lang="en-US" i="1" dirty="0">
                <a:solidFill>
                  <a:srgbClr val="2805BB"/>
                </a:solidFill>
              </a:rPr>
              <a:t>and is again referred </a:t>
            </a:r>
            <a:r>
              <a:rPr lang="en-US" dirty="0">
                <a:solidFill>
                  <a:srgbClr val="2805BB"/>
                </a:solidFill>
              </a:rPr>
              <a:t>to as the </a:t>
            </a:r>
            <a:r>
              <a:rPr lang="en-US" b="1" dirty="0">
                <a:solidFill>
                  <a:srgbClr val="FF0000"/>
                </a:solidFill>
              </a:rPr>
              <a:t>substrate</a:t>
            </a:r>
            <a:r>
              <a:rPr lang="en-US" dirty="0">
                <a:solidFill>
                  <a:srgbClr val="2805BB"/>
                </a:solidFill>
              </a:rPr>
              <a:t>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86600" y="2362200"/>
            <a:ext cx="358140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1631430" y="1357491"/>
            <a:ext cx="877799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5425" indent="-225425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 As with the </a:t>
            </a:r>
            <a:r>
              <a:rPr lang="en-US" b="1" dirty="0">
                <a:solidFill>
                  <a:srgbClr val="2805BB"/>
                </a:solidFill>
              </a:rPr>
              <a:t>depletion-type MOSFET</a:t>
            </a:r>
            <a:r>
              <a:rPr lang="en-US" dirty="0">
                <a:solidFill>
                  <a:srgbClr val="2805BB"/>
                </a:solidFill>
              </a:rPr>
              <a:t>, the </a:t>
            </a:r>
            <a:r>
              <a:rPr lang="en-US" dirty="0">
                <a:solidFill>
                  <a:srgbClr val="C00000"/>
                </a:solidFill>
              </a:rPr>
              <a:t>substrate is some-times internally connected to the source terminal</a:t>
            </a:r>
            <a:r>
              <a:rPr lang="en-US" dirty="0">
                <a:solidFill>
                  <a:srgbClr val="2805BB"/>
                </a:solidFill>
              </a:rPr>
              <a:t>, </a:t>
            </a:r>
          </a:p>
          <a:p>
            <a:pPr marL="225425" indent="-225425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while in other cases </a:t>
            </a:r>
            <a:r>
              <a:rPr lang="en-US" dirty="0">
                <a:solidFill>
                  <a:srgbClr val="C00000"/>
                </a:solidFill>
              </a:rPr>
              <a:t>fourth lead is made available for external control of its potential level</a:t>
            </a:r>
            <a:r>
              <a:rPr lang="en-US" dirty="0">
                <a:solidFill>
                  <a:srgbClr val="2805BB"/>
                </a:solidFill>
              </a:rPr>
              <a:t>. 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2209801"/>
            <a:ext cx="57912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5425" indent="-225425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The </a:t>
            </a:r>
            <a:r>
              <a:rPr lang="en-US" b="1" dirty="0">
                <a:solidFill>
                  <a:srgbClr val="C00000"/>
                </a:solidFill>
              </a:rPr>
              <a:t>source and drain terminals are again connected through metallic contacts to </a:t>
            </a:r>
            <a:r>
              <a:rPr lang="en-US" b="1" i="1" dirty="0">
                <a:solidFill>
                  <a:srgbClr val="C00000"/>
                </a:solidFill>
              </a:rPr>
              <a:t>n-doped regions</a:t>
            </a:r>
            <a:r>
              <a:rPr lang="en-US" i="1" dirty="0">
                <a:solidFill>
                  <a:srgbClr val="2805BB"/>
                </a:solidFill>
              </a:rPr>
              <a:t>, but </a:t>
            </a:r>
            <a:r>
              <a:rPr lang="en-US" b="1" i="1" dirty="0">
                <a:solidFill>
                  <a:srgbClr val="FF0000"/>
                </a:solidFill>
              </a:rPr>
              <a:t>note in </a:t>
            </a:r>
            <a:r>
              <a:rPr lang="en-US" b="1" dirty="0">
                <a:solidFill>
                  <a:srgbClr val="FF0000"/>
                </a:solidFill>
              </a:rPr>
              <a:t>Fig. the absence of a channel between the two </a:t>
            </a:r>
            <a:r>
              <a:rPr lang="en-US" b="1" i="1" dirty="0">
                <a:solidFill>
                  <a:srgbClr val="FF0000"/>
                </a:solidFill>
              </a:rPr>
              <a:t>n-doped regions</a:t>
            </a:r>
            <a:r>
              <a:rPr lang="en-US" i="1" dirty="0">
                <a:solidFill>
                  <a:srgbClr val="2805BB"/>
                </a:solidFill>
              </a:rPr>
              <a:t>. </a:t>
            </a:r>
          </a:p>
          <a:p>
            <a:pPr marL="225425" indent="-225425">
              <a:buFont typeface="Wingdings" pitchFamily="2" charset="2"/>
              <a:buChar char="§"/>
            </a:pPr>
            <a:r>
              <a:rPr lang="en-US" b="1" i="1" dirty="0">
                <a:solidFill>
                  <a:srgbClr val="7030A0"/>
                </a:solidFill>
              </a:rPr>
              <a:t>This is the primary </a:t>
            </a:r>
            <a:r>
              <a:rPr lang="en-US" b="1" dirty="0">
                <a:solidFill>
                  <a:srgbClr val="7030A0"/>
                </a:solidFill>
              </a:rPr>
              <a:t>difference between the construction of depletion-type and enhancement-type MOSFETs</a:t>
            </a:r>
            <a:r>
              <a:rPr lang="en-US" dirty="0">
                <a:solidFill>
                  <a:srgbClr val="2805BB"/>
                </a:solidFill>
              </a:rPr>
              <a:t>—</a:t>
            </a:r>
          </a:p>
          <a:p>
            <a:pPr marL="225425" indent="-225425"/>
            <a:r>
              <a:rPr lang="en-US" dirty="0">
                <a:solidFill>
                  <a:srgbClr val="2805BB"/>
                </a:solidFill>
              </a:rPr>
              <a:t>     the absence of a channel as a constructed component </a:t>
            </a:r>
          </a:p>
          <a:p>
            <a:pPr marL="225425" indent="-225425"/>
            <a:r>
              <a:rPr lang="en-US" dirty="0">
                <a:solidFill>
                  <a:srgbClr val="2805BB"/>
                </a:solidFill>
              </a:rPr>
              <a:t>     of the device. 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The </a:t>
            </a:r>
            <a:r>
              <a:rPr lang="en-US" b="1" dirty="0">
                <a:solidFill>
                  <a:srgbClr val="C00000"/>
                </a:solidFill>
              </a:rPr>
              <a:t>SiO</a:t>
            </a:r>
            <a:r>
              <a:rPr lang="en-US" b="1" baseline="-25000" dirty="0">
                <a:solidFill>
                  <a:srgbClr val="C00000"/>
                </a:solidFill>
              </a:rPr>
              <a:t>2</a:t>
            </a:r>
            <a:r>
              <a:rPr lang="en-US" b="1" dirty="0">
                <a:solidFill>
                  <a:srgbClr val="C00000"/>
                </a:solidFill>
              </a:rPr>
              <a:t> layer is still present to isolate the gate metallic platform</a:t>
            </a:r>
            <a:r>
              <a:rPr lang="en-US" dirty="0">
                <a:solidFill>
                  <a:srgbClr val="2805BB"/>
                </a:solidFill>
              </a:rPr>
              <a:t> from the region between the drain and source, 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dirty="0">
                <a:solidFill>
                  <a:srgbClr val="C00000"/>
                </a:solidFill>
              </a:rPr>
              <a:t>but now it is simply separated from a section of the </a:t>
            </a:r>
            <a:r>
              <a:rPr lang="en-US" i="1" dirty="0">
                <a:solidFill>
                  <a:srgbClr val="C00000"/>
                </a:solidFill>
              </a:rPr>
              <a:t>p-type material</a:t>
            </a:r>
            <a:r>
              <a:rPr lang="en-US" i="1" dirty="0">
                <a:solidFill>
                  <a:srgbClr val="2805BB"/>
                </a:solidFill>
              </a:rPr>
              <a:t>. 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i="1" dirty="0">
                <a:solidFill>
                  <a:srgbClr val="2805BB"/>
                </a:solidFill>
              </a:rPr>
              <a:t>In summary, therefore, </a:t>
            </a:r>
            <a:r>
              <a:rPr lang="en-US" i="1" dirty="0">
                <a:solidFill>
                  <a:srgbClr val="FF0000"/>
                </a:solidFill>
              </a:rPr>
              <a:t>the construction of an enhancement-</a:t>
            </a:r>
            <a:r>
              <a:rPr lang="en-US" i="1" dirty="0" err="1">
                <a:solidFill>
                  <a:srgbClr val="FF0000"/>
                </a:solidFill>
              </a:rPr>
              <a:t>type</a:t>
            </a:r>
            <a:r>
              <a:rPr lang="en-US" dirty="0" err="1">
                <a:solidFill>
                  <a:srgbClr val="FF0000"/>
                </a:solidFill>
              </a:rPr>
              <a:t>MOSFET</a:t>
            </a:r>
            <a:r>
              <a:rPr lang="en-US" dirty="0">
                <a:solidFill>
                  <a:srgbClr val="FF0000"/>
                </a:solidFill>
              </a:rPr>
              <a:t> is quite similar to that of the depletion-type MOSFET except for the absence of a channel between the drain and source terminals</a:t>
            </a:r>
            <a:r>
              <a:rPr lang="en-US" dirty="0"/>
              <a:t>.</a:t>
            </a:r>
            <a:endParaRPr lang="en-US" dirty="0">
              <a:solidFill>
                <a:srgbClr val="2805BB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362200" y="76200"/>
            <a:ext cx="35461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Basic Operation and Characteristics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1981200" y="609600"/>
            <a:ext cx="487680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5425" indent="-225425">
              <a:buFont typeface="Wingdings" pitchFamily="2" charset="2"/>
              <a:buChar char="§"/>
            </a:pPr>
            <a:r>
              <a:rPr lang="en-US" b="1" dirty="0">
                <a:solidFill>
                  <a:srgbClr val="FF0000"/>
                </a:solidFill>
              </a:rPr>
              <a:t>If </a:t>
            </a:r>
            <a:r>
              <a:rPr lang="en-US" b="1" i="1" dirty="0">
                <a:solidFill>
                  <a:srgbClr val="FF0000"/>
                </a:solidFill>
              </a:rPr>
              <a:t>V</a:t>
            </a:r>
            <a:r>
              <a:rPr lang="en-US" b="1" i="1" baseline="-25000" dirty="0">
                <a:solidFill>
                  <a:srgbClr val="FF0000"/>
                </a:solidFill>
              </a:rPr>
              <a:t>GS</a:t>
            </a:r>
            <a:r>
              <a:rPr lang="en-US" b="1" i="1" dirty="0">
                <a:solidFill>
                  <a:srgbClr val="FF0000"/>
                </a:solidFill>
              </a:rPr>
              <a:t> = 0 V and a voltage applied between the  drain and source of the device </a:t>
            </a:r>
            <a:r>
              <a:rPr lang="en-US" dirty="0"/>
              <a:t>of Fig.</a:t>
            </a:r>
          </a:p>
          <a:p>
            <a:pPr marL="225425" indent="-225425">
              <a:buFont typeface="Wingdings" pitchFamily="2" charset="2"/>
              <a:buChar char="§"/>
            </a:pPr>
            <a:r>
              <a:rPr lang="en-US" dirty="0">
                <a:solidFill>
                  <a:srgbClr val="C00000"/>
                </a:solidFill>
              </a:rPr>
              <a:t>the absence of an </a:t>
            </a:r>
            <a:r>
              <a:rPr lang="en-US" i="1" dirty="0">
                <a:solidFill>
                  <a:srgbClr val="C00000"/>
                </a:solidFill>
              </a:rPr>
              <a:t>n-channel </a:t>
            </a:r>
            <a:r>
              <a:rPr lang="en-US" dirty="0">
                <a:solidFill>
                  <a:srgbClr val="C00000"/>
                </a:solidFill>
              </a:rPr>
              <a:t>will result in a current of effectively zero amperes</a:t>
            </a:r>
          </a:p>
          <a:p>
            <a:pPr marL="225425" indent="-225425">
              <a:buFont typeface="Wingdings" pitchFamily="2" charset="2"/>
              <a:buChar char="§"/>
            </a:pPr>
            <a:r>
              <a:rPr lang="en-US" b="1" dirty="0">
                <a:solidFill>
                  <a:srgbClr val="7030A0"/>
                </a:solidFill>
              </a:rPr>
              <a:t>Quite different from the depletion-type MOSFET and JFET </a:t>
            </a:r>
            <a:r>
              <a:rPr lang="en-US" b="1" dirty="0">
                <a:solidFill>
                  <a:srgbClr val="2805BB"/>
                </a:solidFill>
              </a:rPr>
              <a:t>where </a:t>
            </a:r>
            <a:r>
              <a:rPr lang="en-US" b="1" i="1" dirty="0">
                <a:solidFill>
                  <a:srgbClr val="2805BB"/>
                </a:solidFill>
              </a:rPr>
              <a:t>I</a:t>
            </a:r>
            <a:r>
              <a:rPr lang="en-US" b="1" i="1" baseline="-25000" dirty="0">
                <a:solidFill>
                  <a:srgbClr val="2805BB"/>
                </a:solidFill>
              </a:rPr>
              <a:t>D</a:t>
            </a:r>
            <a:r>
              <a:rPr lang="en-US" b="1" i="1" dirty="0">
                <a:solidFill>
                  <a:srgbClr val="2805BB"/>
                </a:solidFill>
              </a:rPr>
              <a:t>  = I</a:t>
            </a:r>
            <a:r>
              <a:rPr lang="en-US" b="1" i="1" baseline="-25000" dirty="0">
                <a:solidFill>
                  <a:srgbClr val="2805BB"/>
                </a:solidFill>
              </a:rPr>
              <a:t>DSS</a:t>
            </a:r>
            <a:r>
              <a:rPr lang="en-US" i="1" baseline="-25000" dirty="0"/>
              <a:t>.</a:t>
            </a:r>
            <a:r>
              <a:rPr lang="en-US" i="1" dirty="0"/>
              <a:t> </a:t>
            </a:r>
          </a:p>
          <a:p>
            <a:pPr marL="225425" indent="-225425">
              <a:buFont typeface="Wingdings" pitchFamily="2" charset="2"/>
              <a:buChar char="§"/>
            </a:pPr>
            <a:r>
              <a:rPr lang="en-US" i="1" dirty="0">
                <a:solidFill>
                  <a:srgbClr val="2805BB"/>
                </a:solidFill>
              </a:rPr>
              <a:t>It is </a:t>
            </a:r>
            <a:r>
              <a:rPr lang="en-US" b="1" i="1" dirty="0">
                <a:solidFill>
                  <a:srgbClr val="C00000"/>
                </a:solidFill>
              </a:rPr>
              <a:t>not sufficient to have a large accumulation</a:t>
            </a:r>
          </a:p>
          <a:p>
            <a:r>
              <a:rPr lang="en-US" b="1" dirty="0">
                <a:solidFill>
                  <a:srgbClr val="C00000"/>
                </a:solidFill>
              </a:rPr>
              <a:t>    of carriers (electrons) at the drain and source</a:t>
            </a:r>
          </a:p>
          <a:p>
            <a:r>
              <a:rPr lang="en-US" dirty="0">
                <a:solidFill>
                  <a:srgbClr val="2805BB"/>
                </a:solidFill>
              </a:rPr>
              <a:t>    (due to the </a:t>
            </a:r>
            <a:r>
              <a:rPr lang="en-US" i="1" dirty="0">
                <a:solidFill>
                  <a:srgbClr val="2805BB"/>
                </a:solidFill>
              </a:rPr>
              <a:t>n-doped regions)</a:t>
            </a:r>
          </a:p>
          <a:p>
            <a:pPr marL="225425" indent="-225425">
              <a:buFont typeface="Wingdings" pitchFamily="2" charset="2"/>
              <a:buChar char="§"/>
            </a:pPr>
            <a:r>
              <a:rPr lang="en-US" dirty="0">
                <a:solidFill>
                  <a:srgbClr val="FF0000"/>
                </a:solidFill>
              </a:rPr>
              <a:t>if a path fails to exist between the two with </a:t>
            </a:r>
            <a:r>
              <a:rPr lang="en-US" i="1" dirty="0">
                <a:solidFill>
                  <a:srgbClr val="FF0000"/>
                </a:solidFill>
              </a:rPr>
              <a:t>V</a:t>
            </a:r>
            <a:r>
              <a:rPr lang="en-US" i="1" baseline="-25000" dirty="0">
                <a:solidFill>
                  <a:srgbClr val="FF0000"/>
                </a:solidFill>
              </a:rPr>
              <a:t>DS</a:t>
            </a:r>
            <a:r>
              <a:rPr lang="en-US" i="1" dirty="0">
                <a:solidFill>
                  <a:srgbClr val="FF0000"/>
                </a:solidFill>
              </a:rPr>
              <a:t> some positive voltage, V</a:t>
            </a:r>
            <a:r>
              <a:rPr lang="en-US" i="1" baseline="-25000" dirty="0">
                <a:solidFill>
                  <a:srgbClr val="FF0000"/>
                </a:solidFill>
              </a:rPr>
              <a:t>GS</a:t>
            </a:r>
            <a:r>
              <a:rPr lang="en-US" i="1" dirty="0">
                <a:solidFill>
                  <a:srgbClr val="FF0000"/>
                </a:solidFill>
              </a:rPr>
              <a:t> at 0 V</a:t>
            </a:r>
            <a:r>
              <a:rPr lang="en-US" i="1" dirty="0">
                <a:solidFill>
                  <a:srgbClr val="2805BB"/>
                </a:solidFill>
              </a:rPr>
              <a:t>, </a:t>
            </a:r>
            <a:r>
              <a:rPr lang="en-US" dirty="0">
                <a:solidFill>
                  <a:srgbClr val="2805BB"/>
                </a:solidFill>
              </a:rPr>
              <a:t>and terminal </a:t>
            </a:r>
            <a:r>
              <a:rPr lang="en-US" i="1" dirty="0">
                <a:solidFill>
                  <a:srgbClr val="2805BB"/>
                </a:solidFill>
              </a:rPr>
              <a:t>SS directly connected to the source, </a:t>
            </a:r>
            <a:r>
              <a:rPr lang="en-US" i="1" dirty="0">
                <a:solidFill>
                  <a:srgbClr val="C00000"/>
                </a:solidFill>
              </a:rPr>
              <a:t>there are in fact two reverse-biased p-n junctions between the n-doped regions and the p-substrate </a:t>
            </a:r>
            <a:r>
              <a:rPr lang="en-US" i="1" dirty="0">
                <a:solidFill>
                  <a:srgbClr val="FF0000"/>
                </a:solidFill>
              </a:rPr>
              <a:t>to oppose any significant </a:t>
            </a:r>
            <a:r>
              <a:rPr lang="en-US" dirty="0">
                <a:solidFill>
                  <a:srgbClr val="FF0000"/>
                </a:solidFill>
              </a:rPr>
              <a:t>flow between drain and source.</a:t>
            </a:r>
          </a:p>
          <a:p>
            <a:pPr marL="225425" indent="-225425">
              <a:buFont typeface="Wingdings" pitchFamily="2" charset="2"/>
              <a:buChar char="§"/>
            </a:pPr>
            <a:endParaRPr lang="en-US" i="1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10400" y="76200"/>
            <a:ext cx="35814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2286000"/>
            <a:ext cx="45720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1828800" y="228601"/>
            <a:ext cx="83820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5425" indent="-225425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In Fig. </a:t>
            </a:r>
            <a:r>
              <a:rPr lang="en-US" b="1" dirty="0">
                <a:solidFill>
                  <a:srgbClr val="FF0000"/>
                </a:solidFill>
              </a:rPr>
              <a:t>both </a:t>
            </a:r>
            <a:r>
              <a:rPr lang="en-US" b="1" i="1" dirty="0">
                <a:solidFill>
                  <a:srgbClr val="FF0000"/>
                </a:solidFill>
              </a:rPr>
              <a:t>V</a:t>
            </a:r>
            <a:r>
              <a:rPr lang="en-US" b="1" i="1" baseline="-25000" dirty="0">
                <a:solidFill>
                  <a:srgbClr val="FF0000"/>
                </a:solidFill>
              </a:rPr>
              <a:t>DS</a:t>
            </a:r>
            <a:r>
              <a:rPr lang="en-US" b="1" i="1" dirty="0">
                <a:solidFill>
                  <a:srgbClr val="FF0000"/>
                </a:solidFill>
              </a:rPr>
              <a:t> and V</a:t>
            </a:r>
            <a:r>
              <a:rPr lang="en-US" b="1" i="1" baseline="-25000" dirty="0">
                <a:solidFill>
                  <a:srgbClr val="FF0000"/>
                </a:solidFill>
              </a:rPr>
              <a:t>GS</a:t>
            </a:r>
            <a:r>
              <a:rPr lang="en-US" b="1" i="1" dirty="0">
                <a:solidFill>
                  <a:srgbClr val="FF0000"/>
                </a:solidFill>
              </a:rPr>
              <a:t> have been set at some positive voltage greater than </a:t>
            </a:r>
            <a:r>
              <a:rPr lang="en-US" b="1" dirty="0">
                <a:solidFill>
                  <a:srgbClr val="FF0000"/>
                </a:solidFill>
              </a:rPr>
              <a:t>0 V</a:t>
            </a:r>
            <a:r>
              <a:rPr lang="en-US" dirty="0">
                <a:solidFill>
                  <a:srgbClr val="2805BB"/>
                </a:solidFill>
              </a:rPr>
              <a:t>, </a:t>
            </a:r>
            <a:r>
              <a:rPr lang="en-US" dirty="0">
                <a:solidFill>
                  <a:srgbClr val="C00000"/>
                </a:solidFill>
              </a:rPr>
              <a:t>establishing the drain and gate at a positive potential with respect to the source</a:t>
            </a:r>
            <a:r>
              <a:rPr lang="en-US" dirty="0">
                <a:solidFill>
                  <a:srgbClr val="2805BB"/>
                </a:solidFill>
              </a:rPr>
              <a:t>.</a:t>
            </a:r>
          </a:p>
          <a:p>
            <a:pPr marL="225425" indent="-225425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The </a:t>
            </a:r>
            <a:r>
              <a:rPr lang="en-US" b="1" dirty="0">
                <a:solidFill>
                  <a:srgbClr val="2805BB"/>
                </a:solidFill>
              </a:rPr>
              <a:t>positive potential at the gate will pressure the holes </a:t>
            </a:r>
            <a:r>
              <a:rPr lang="en-US" dirty="0">
                <a:solidFill>
                  <a:srgbClr val="2805BB"/>
                </a:solidFill>
              </a:rPr>
              <a:t>(since like charges repel) </a:t>
            </a:r>
            <a:r>
              <a:rPr lang="en-US" dirty="0">
                <a:solidFill>
                  <a:srgbClr val="C00000"/>
                </a:solidFill>
              </a:rPr>
              <a:t>in</a:t>
            </a:r>
          </a:p>
          <a:p>
            <a:pPr marL="225425" indent="-225425"/>
            <a:r>
              <a:rPr lang="en-US" dirty="0">
                <a:solidFill>
                  <a:srgbClr val="C00000"/>
                </a:solidFill>
              </a:rPr>
              <a:t>     the </a:t>
            </a:r>
            <a:r>
              <a:rPr lang="en-US" i="1" dirty="0">
                <a:solidFill>
                  <a:srgbClr val="C00000"/>
                </a:solidFill>
              </a:rPr>
              <a:t>p-substrate along the edge of the SiO</a:t>
            </a:r>
            <a:r>
              <a:rPr lang="en-US" i="1" baseline="-25000" dirty="0">
                <a:solidFill>
                  <a:srgbClr val="C00000"/>
                </a:solidFill>
              </a:rPr>
              <a:t>2 </a:t>
            </a:r>
            <a:r>
              <a:rPr lang="en-US" i="1" dirty="0">
                <a:solidFill>
                  <a:srgbClr val="C00000"/>
                </a:solidFill>
              </a:rPr>
              <a:t>layer to leave the area and enter deeper regions </a:t>
            </a:r>
            <a:r>
              <a:rPr lang="en-US" dirty="0">
                <a:solidFill>
                  <a:srgbClr val="C00000"/>
                </a:solidFill>
              </a:rPr>
              <a:t>of the </a:t>
            </a:r>
            <a:r>
              <a:rPr lang="en-US" i="1" dirty="0">
                <a:solidFill>
                  <a:srgbClr val="C00000"/>
                </a:solidFill>
              </a:rPr>
              <a:t>p-substrate</a:t>
            </a:r>
            <a:r>
              <a:rPr lang="en-US" i="1" dirty="0">
                <a:solidFill>
                  <a:srgbClr val="2805BB"/>
                </a:solidFill>
              </a:rPr>
              <a:t>, as shown in the figure. </a:t>
            </a:r>
          </a:p>
          <a:p>
            <a:pPr marL="225425" indent="-225425">
              <a:buFont typeface="Wingdings" pitchFamily="2" charset="2"/>
              <a:buChar char="§"/>
            </a:pPr>
            <a:r>
              <a:rPr lang="en-US" i="1" dirty="0">
                <a:solidFill>
                  <a:srgbClr val="2805BB"/>
                </a:solidFill>
              </a:rPr>
              <a:t>The </a:t>
            </a:r>
            <a:r>
              <a:rPr lang="en-US" b="1" i="1" dirty="0">
                <a:solidFill>
                  <a:srgbClr val="FF0000"/>
                </a:solidFill>
              </a:rPr>
              <a:t>result is a depletion region near </a:t>
            </a:r>
            <a:r>
              <a:rPr lang="en-US" b="1" dirty="0">
                <a:solidFill>
                  <a:srgbClr val="FF0000"/>
                </a:solidFill>
              </a:rPr>
              <a:t>the SiO</a:t>
            </a:r>
            <a:r>
              <a:rPr lang="en-US" b="1" baseline="-25000" dirty="0">
                <a:solidFill>
                  <a:srgbClr val="FF0000"/>
                </a:solidFill>
              </a:rPr>
              <a:t>2</a:t>
            </a:r>
            <a:r>
              <a:rPr lang="en-US" b="1" dirty="0">
                <a:solidFill>
                  <a:srgbClr val="FF0000"/>
                </a:solidFill>
              </a:rPr>
              <a:t> insulating layer void of holes</a:t>
            </a:r>
            <a:r>
              <a:rPr lang="en-US" dirty="0">
                <a:solidFill>
                  <a:srgbClr val="2805BB"/>
                </a:solidFill>
              </a:rPr>
              <a:t>. </a:t>
            </a:r>
          </a:p>
          <a:p>
            <a:pPr marL="225425" indent="-225425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However, </a:t>
            </a:r>
            <a:r>
              <a:rPr lang="en-US" b="1" dirty="0">
                <a:solidFill>
                  <a:srgbClr val="2805BB"/>
                </a:solidFill>
              </a:rPr>
              <a:t>the electrons in the </a:t>
            </a:r>
            <a:r>
              <a:rPr lang="en-US" b="1" i="1" dirty="0">
                <a:solidFill>
                  <a:srgbClr val="2805BB"/>
                </a:solidFill>
              </a:rPr>
              <a:t>p-substrate </a:t>
            </a:r>
            <a:r>
              <a:rPr lang="en-US" i="1" dirty="0">
                <a:solidFill>
                  <a:srgbClr val="2805BB"/>
                </a:solidFill>
              </a:rPr>
              <a:t>(the </a:t>
            </a:r>
            <a:r>
              <a:rPr lang="en-US" dirty="0">
                <a:solidFill>
                  <a:srgbClr val="2805BB"/>
                </a:solidFill>
              </a:rPr>
              <a:t>minority carriers of the material) </a:t>
            </a:r>
            <a:r>
              <a:rPr lang="en-US" dirty="0">
                <a:solidFill>
                  <a:srgbClr val="C00000"/>
                </a:solidFill>
              </a:rPr>
              <a:t>will be attracted to the positive gate and accumulate</a:t>
            </a:r>
          </a:p>
          <a:p>
            <a:pPr marL="225425" indent="-225425">
              <a:buFont typeface="Wingdings" pitchFamily="2" charset="2"/>
              <a:buChar char="§"/>
            </a:pPr>
            <a:r>
              <a:rPr lang="en-US" dirty="0">
                <a:solidFill>
                  <a:srgbClr val="C00000"/>
                </a:solidFill>
              </a:rPr>
              <a:t>in the region near the surface of the SiO</a:t>
            </a:r>
            <a:r>
              <a:rPr lang="en-US" baseline="-25000" dirty="0">
                <a:solidFill>
                  <a:srgbClr val="C00000"/>
                </a:solidFill>
              </a:rPr>
              <a:t>2</a:t>
            </a:r>
            <a:r>
              <a:rPr lang="en-US" dirty="0">
                <a:solidFill>
                  <a:srgbClr val="C00000"/>
                </a:solidFill>
              </a:rPr>
              <a:t> layer</a:t>
            </a:r>
            <a:r>
              <a:rPr lang="en-US" dirty="0">
                <a:solidFill>
                  <a:srgbClr val="2805BB"/>
                </a:solidFill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1767590" y="2743201"/>
            <a:ext cx="448081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5425" indent="-225425" algn="just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The </a:t>
            </a:r>
            <a:r>
              <a:rPr lang="en-US" dirty="0">
                <a:solidFill>
                  <a:srgbClr val="FF0000"/>
                </a:solidFill>
              </a:rPr>
              <a:t>SiO</a:t>
            </a:r>
            <a:r>
              <a:rPr lang="en-US" baseline="-25000" dirty="0">
                <a:solidFill>
                  <a:srgbClr val="FF0000"/>
                </a:solidFill>
              </a:rPr>
              <a:t>2</a:t>
            </a:r>
            <a:r>
              <a:rPr lang="en-US" dirty="0">
                <a:solidFill>
                  <a:srgbClr val="FF0000"/>
                </a:solidFill>
              </a:rPr>
              <a:t> layer and its insulating qualities </a:t>
            </a:r>
            <a:r>
              <a:rPr lang="en-US" b="1" dirty="0">
                <a:solidFill>
                  <a:srgbClr val="FF0000"/>
                </a:solidFill>
              </a:rPr>
              <a:t>will prevent the negative carriers </a:t>
            </a:r>
            <a:r>
              <a:rPr lang="en-US" dirty="0">
                <a:solidFill>
                  <a:srgbClr val="FF0000"/>
                </a:solidFill>
              </a:rPr>
              <a:t>from being absorbed at the gate terminal</a:t>
            </a:r>
            <a:r>
              <a:rPr lang="en-US" dirty="0">
                <a:solidFill>
                  <a:srgbClr val="2805BB"/>
                </a:solidFill>
              </a:rPr>
              <a:t>.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dirty="0">
                <a:solidFill>
                  <a:srgbClr val="C00000"/>
                </a:solidFill>
              </a:rPr>
              <a:t>As </a:t>
            </a:r>
            <a:r>
              <a:rPr lang="en-US" i="1" dirty="0">
                <a:solidFill>
                  <a:srgbClr val="C00000"/>
                </a:solidFill>
              </a:rPr>
              <a:t>V</a:t>
            </a:r>
            <a:r>
              <a:rPr lang="en-US" i="1" baseline="-25000" dirty="0">
                <a:solidFill>
                  <a:srgbClr val="C00000"/>
                </a:solidFill>
              </a:rPr>
              <a:t>GS</a:t>
            </a:r>
            <a:r>
              <a:rPr lang="en-US" i="1" dirty="0">
                <a:solidFill>
                  <a:srgbClr val="C00000"/>
                </a:solidFill>
              </a:rPr>
              <a:t> increases in magnitude</a:t>
            </a:r>
            <a:r>
              <a:rPr lang="en-US" i="1" dirty="0">
                <a:solidFill>
                  <a:srgbClr val="2805BB"/>
                </a:solidFill>
              </a:rPr>
              <a:t>, </a:t>
            </a:r>
            <a:r>
              <a:rPr lang="en-US" b="1" i="1" dirty="0">
                <a:solidFill>
                  <a:srgbClr val="2805BB"/>
                </a:solidFill>
              </a:rPr>
              <a:t>the concentration of electrons near the SiO</a:t>
            </a:r>
            <a:r>
              <a:rPr lang="en-US" b="1" i="1" baseline="-25000" dirty="0">
                <a:solidFill>
                  <a:srgbClr val="2805BB"/>
                </a:solidFill>
              </a:rPr>
              <a:t>2 </a:t>
            </a:r>
            <a:r>
              <a:rPr lang="en-US" b="1" i="1" dirty="0">
                <a:solidFill>
                  <a:srgbClr val="2805BB"/>
                </a:solidFill>
              </a:rPr>
              <a:t>surface </a:t>
            </a:r>
            <a:r>
              <a:rPr lang="en-US" b="1" dirty="0">
                <a:solidFill>
                  <a:srgbClr val="2805BB"/>
                </a:solidFill>
              </a:rPr>
              <a:t>increases until eventually the induced </a:t>
            </a:r>
            <a:r>
              <a:rPr lang="en-US" b="1" i="1" dirty="0">
                <a:solidFill>
                  <a:srgbClr val="2805BB"/>
                </a:solidFill>
              </a:rPr>
              <a:t>n-type region can support a measurable flow </a:t>
            </a:r>
            <a:r>
              <a:rPr lang="en-US" b="1" dirty="0">
                <a:solidFill>
                  <a:srgbClr val="2805BB"/>
                </a:solidFill>
              </a:rPr>
              <a:t>between drain and source. 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The </a:t>
            </a:r>
            <a:r>
              <a:rPr lang="en-US" dirty="0">
                <a:solidFill>
                  <a:srgbClr val="C00000"/>
                </a:solidFill>
              </a:rPr>
              <a:t>level of </a:t>
            </a:r>
            <a:r>
              <a:rPr lang="en-US" i="1" dirty="0">
                <a:solidFill>
                  <a:srgbClr val="C00000"/>
                </a:solidFill>
              </a:rPr>
              <a:t>V</a:t>
            </a:r>
            <a:r>
              <a:rPr lang="en-US" i="1" baseline="-25000" dirty="0">
                <a:solidFill>
                  <a:srgbClr val="C00000"/>
                </a:solidFill>
              </a:rPr>
              <a:t>GS</a:t>
            </a:r>
            <a:r>
              <a:rPr lang="en-US" i="1" dirty="0">
                <a:solidFill>
                  <a:srgbClr val="C00000"/>
                </a:solidFill>
              </a:rPr>
              <a:t> that results in the significant increase in </a:t>
            </a:r>
            <a:r>
              <a:rPr lang="en-US" dirty="0">
                <a:solidFill>
                  <a:srgbClr val="C00000"/>
                </a:solidFill>
              </a:rPr>
              <a:t>drain current is called the </a:t>
            </a:r>
            <a:r>
              <a:rPr lang="en-US" b="1" i="1" dirty="0">
                <a:solidFill>
                  <a:srgbClr val="FF0000"/>
                </a:solidFill>
              </a:rPr>
              <a:t>threshold voltage </a:t>
            </a:r>
            <a:r>
              <a:rPr lang="en-US" i="1" dirty="0">
                <a:solidFill>
                  <a:srgbClr val="2805BB"/>
                </a:solidFill>
              </a:rPr>
              <a:t>and is given the </a:t>
            </a:r>
            <a:r>
              <a:rPr lang="en-US" b="1" i="1" dirty="0">
                <a:solidFill>
                  <a:srgbClr val="FF0000"/>
                </a:solidFill>
              </a:rPr>
              <a:t>symbol V</a:t>
            </a:r>
            <a:r>
              <a:rPr lang="en-US" b="1" i="1" baseline="-25000" dirty="0">
                <a:solidFill>
                  <a:srgbClr val="FF0000"/>
                </a:solidFill>
              </a:rPr>
              <a:t>T</a:t>
            </a:r>
            <a:endParaRPr lang="en-US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EF91DED-B152-49B3-BFF2-3B3E2306AE46}"/>
                  </a:ext>
                </a:extLst>
              </p14:cNvPr>
              <p14:cNvContentPartPr/>
              <p14:nvPr/>
            </p14:nvContentPartPr>
            <p14:xfrm>
              <a:off x="1721160" y="2212200"/>
              <a:ext cx="10467360" cy="31237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EF91DED-B152-49B3-BFF2-3B3E2306AE4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11800" y="2202840"/>
                <a:ext cx="10486080" cy="3142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81200" y="197346"/>
            <a:ext cx="84582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5425" indent="-225425">
              <a:buFont typeface="Wingdings" pitchFamily="2" charset="2"/>
              <a:buChar char="§"/>
            </a:pPr>
            <a:r>
              <a:rPr lang="en-US" i="1" dirty="0">
                <a:solidFill>
                  <a:srgbClr val="2805BB"/>
                </a:solidFill>
              </a:rPr>
              <a:t>On specification </a:t>
            </a:r>
            <a:r>
              <a:rPr lang="en-US" dirty="0">
                <a:solidFill>
                  <a:srgbClr val="2805BB"/>
                </a:solidFill>
              </a:rPr>
              <a:t>sheets it is referred to as </a:t>
            </a:r>
            <a:r>
              <a:rPr lang="en-US" i="1" dirty="0">
                <a:solidFill>
                  <a:srgbClr val="2805BB"/>
                </a:solidFill>
              </a:rPr>
              <a:t>V</a:t>
            </a:r>
            <a:r>
              <a:rPr lang="en-US" i="1" baseline="-25000" dirty="0">
                <a:solidFill>
                  <a:srgbClr val="2805BB"/>
                </a:solidFill>
              </a:rPr>
              <a:t>GS(</a:t>
            </a:r>
            <a:r>
              <a:rPr lang="en-US" i="1" baseline="-25000" dirty="0" err="1">
                <a:solidFill>
                  <a:srgbClr val="2805BB"/>
                </a:solidFill>
              </a:rPr>
              <a:t>Th</a:t>
            </a:r>
            <a:r>
              <a:rPr lang="en-US" i="1" baseline="-25000" dirty="0">
                <a:solidFill>
                  <a:srgbClr val="2805BB"/>
                </a:solidFill>
              </a:rPr>
              <a:t>),</a:t>
            </a:r>
            <a:r>
              <a:rPr lang="en-US" dirty="0">
                <a:solidFill>
                  <a:srgbClr val="2805BB"/>
                </a:solidFill>
              </a:rPr>
              <a:t>. </a:t>
            </a:r>
          </a:p>
          <a:p>
            <a:pPr marL="225425" indent="-225425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Since </a:t>
            </a:r>
            <a:r>
              <a:rPr lang="en-US" b="1" dirty="0">
                <a:solidFill>
                  <a:srgbClr val="C00000"/>
                </a:solidFill>
              </a:rPr>
              <a:t>the channel is nonexistent with </a:t>
            </a:r>
            <a:r>
              <a:rPr lang="en-US" b="1" i="1" dirty="0">
                <a:solidFill>
                  <a:srgbClr val="C00000"/>
                </a:solidFill>
              </a:rPr>
              <a:t>V</a:t>
            </a:r>
            <a:r>
              <a:rPr lang="en-US" b="1" i="1" baseline="-25000" dirty="0">
                <a:solidFill>
                  <a:srgbClr val="C00000"/>
                </a:solidFill>
              </a:rPr>
              <a:t>GS</a:t>
            </a:r>
            <a:r>
              <a:rPr lang="en-US" b="1" i="1" dirty="0">
                <a:solidFill>
                  <a:srgbClr val="C00000"/>
                </a:solidFill>
              </a:rPr>
              <a:t> = 0 V and “enhanced” </a:t>
            </a:r>
            <a:r>
              <a:rPr lang="en-US" b="1" dirty="0">
                <a:solidFill>
                  <a:srgbClr val="C00000"/>
                </a:solidFill>
              </a:rPr>
              <a:t>by the application of a positive gate-to-source voltage</a:t>
            </a:r>
            <a:r>
              <a:rPr lang="en-US" dirty="0">
                <a:solidFill>
                  <a:srgbClr val="2805BB"/>
                </a:solidFill>
              </a:rPr>
              <a:t>, this type of MOSFET is called an </a:t>
            </a:r>
            <a:r>
              <a:rPr lang="en-US" b="1" i="1" dirty="0">
                <a:solidFill>
                  <a:srgbClr val="FF0000"/>
                </a:solidFill>
              </a:rPr>
              <a:t>enhancement-type MOSFET</a:t>
            </a:r>
            <a:r>
              <a:rPr lang="en-US" i="1" dirty="0">
                <a:solidFill>
                  <a:srgbClr val="2805BB"/>
                </a:solidFill>
              </a:rPr>
              <a:t>. </a:t>
            </a:r>
          </a:p>
          <a:p>
            <a:pPr marL="225425" indent="-225425">
              <a:buFont typeface="Wingdings" pitchFamily="2" charset="2"/>
              <a:buChar char="§"/>
            </a:pPr>
            <a:r>
              <a:rPr lang="en-US" i="1" dirty="0">
                <a:solidFill>
                  <a:srgbClr val="2805BB"/>
                </a:solidFill>
              </a:rPr>
              <a:t>Both depletion- and enhancement-type MOSFETs </a:t>
            </a:r>
            <a:r>
              <a:rPr lang="en-US" dirty="0">
                <a:solidFill>
                  <a:srgbClr val="2805BB"/>
                </a:solidFill>
              </a:rPr>
              <a:t>have enhancement-type regions, but the label was applied to the latter since it is its only mode of operation.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1905000" y="1981201"/>
            <a:ext cx="85344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5425" indent="-225425" algn="just">
              <a:buFont typeface="Wingdings" pitchFamily="2" charset="2"/>
              <a:buChar char="§"/>
            </a:pPr>
            <a:r>
              <a:rPr lang="en-US" b="1" dirty="0">
                <a:solidFill>
                  <a:srgbClr val="FF0000"/>
                </a:solidFill>
              </a:rPr>
              <a:t>As </a:t>
            </a:r>
            <a:r>
              <a:rPr lang="en-US" b="1" i="1" dirty="0">
                <a:solidFill>
                  <a:srgbClr val="FF0000"/>
                </a:solidFill>
              </a:rPr>
              <a:t>V</a:t>
            </a:r>
            <a:r>
              <a:rPr lang="en-US" b="1" i="1" baseline="-25000" dirty="0">
                <a:solidFill>
                  <a:srgbClr val="FF0000"/>
                </a:solidFill>
              </a:rPr>
              <a:t>GS</a:t>
            </a:r>
            <a:r>
              <a:rPr lang="en-US" b="1" i="1" dirty="0">
                <a:solidFill>
                  <a:srgbClr val="FF0000"/>
                </a:solidFill>
              </a:rPr>
              <a:t> is increased beyond the threshold level</a:t>
            </a:r>
            <a:r>
              <a:rPr lang="en-US" i="1" dirty="0">
                <a:solidFill>
                  <a:srgbClr val="2805BB"/>
                </a:solidFill>
              </a:rPr>
              <a:t>, the </a:t>
            </a:r>
            <a:r>
              <a:rPr lang="en-US" b="1" i="1" dirty="0">
                <a:solidFill>
                  <a:srgbClr val="C00000"/>
                </a:solidFill>
              </a:rPr>
              <a:t>density of free carriers in the </a:t>
            </a:r>
            <a:r>
              <a:rPr lang="en-US" b="1" dirty="0">
                <a:solidFill>
                  <a:srgbClr val="C00000"/>
                </a:solidFill>
              </a:rPr>
              <a:t>induced channel will increase, resulting in an increased level of drain current</a:t>
            </a:r>
            <a:r>
              <a:rPr lang="en-US" dirty="0">
                <a:solidFill>
                  <a:srgbClr val="2805BB"/>
                </a:solidFill>
              </a:rPr>
              <a:t>. 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However, </a:t>
            </a:r>
            <a:r>
              <a:rPr lang="en-US" b="1" dirty="0">
                <a:solidFill>
                  <a:srgbClr val="C00000"/>
                </a:solidFill>
              </a:rPr>
              <a:t>if we hold </a:t>
            </a:r>
            <a:r>
              <a:rPr lang="en-US" b="1" i="1" dirty="0">
                <a:solidFill>
                  <a:srgbClr val="C00000"/>
                </a:solidFill>
              </a:rPr>
              <a:t>V</a:t>
            </a:r>
            <a:r>
              <a:rPr lang="en-US" b="1" i="1" baseline="-25000" dirty="0">
                <a:solidFill>
                  <a:srgbClr val="C00000"/>
                </a:solidFill>
              </a:rPr>
              <a:t>GS</a:t>
            </a:r>
            <a:r>
              <a:rPr lang="en-US" b="1" i="1" dirty="0">
                <a:solidFill>
                  <a:srgbClr val="C00000"/>
                </a:solidFill>
              </a:rPr>
              <a:t> constant and increase the level of V</a:t>
            </a:r>
            <a:r>
              <a:rPr lang="en-US" b="1" i="1" baseline="-25000" dirty="0">
                <a:solidFill>
                  <a:srgbClr val="C00000"/>
                </a:solidFill>
              </a:rPr>
              <a:t>DS</a:t>
            </a:r>
            <a:r>
              <a:rPr lang="en-US" i="1" dirty="0">
                <a:solidFill>
                  <a:srgbClr val="2805BB"/>
                </a:solidFill>
              </a:rPr>
              <a:t>, the </a:t>
            </a:r>
            <a:r>
              <a:rPr lang="en-US" i="1" dirty="0">
                <a:solidFill>
                  <a:srgbClr val="FF0000"/>
                </a:solidFill>
              </a:rPr>
              <a:t>drain current will</a:t>
            </a:r>
          </a:p>
          <a:p>
            <a:pPr marL="225425" indent="-225425" algn="just"/>
            <a:r>
              <a:rPr lang="en-US" dirty="0">
                <a:solidFill>
                  <a:srgbClr val="FF0000"/>
                </a:solidFill>
              </a:rPr>
              <a:t>     eventually reach a </a:t>
            </a:r>
            <a:r>
              <a:rPr lang="en-US" b="1" dirty="0">
                <a:solidFill>
                  <a:srgbClr val="FF0000"/>
                </a:solidFill>
              </a:rPr>
              <a:t>saturation level </a:t>
            </a:r>
            <a:r>
              <a:rPr lang="en-US" dirty="0">
                <a:solidFill>
                  <a:srgbClr val="2805BB"/>
                </a:solidFill>
              </a:rPr>
              <a:t>as occurred for the JFET and depletion-type MOSFET.</a:t>
            </a:r>
          </a:p>
          <a:p>
            <a:pPr marL="225425" indent="-225425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The leveling off of </a:t>
            </a:r>
            <a:r>
              <a:rPr lang="en-US" i="1" dirty="0">
                <a:solidFill>
                  <a:srgbClr val="2805BB"/>
                </a:solidFill>
              </a:rPr>
              <a:t>I</a:t>
            </a:r>
            <a:r>
              <a:rPr lang="en-US" i="1" baseline="-25000" dirty="0">
                <a:solidFill>
                  <a:srgbClr val="2805BB"/>
                </a:solidFill>
              </a:rPr>
              <a:t>D</a:t>
            </a:r>
            <a:r>
              <a:rPr lang="en-US" i="1" dirty="0">
                <a:solidFill>
                  <a:srgbClr val="2805BB"/>
                </a:solidFill>
              </a:rPr>
              <a:t> is due to a </a:t>
            </a:r>
            <a:r>
              <a:rPr lang="en-US" b="1" i="1" dirty="0">
                <a:solidFill>
                  <a:srgbClr val="FF0000"/>
                </a:solidFill>
              </a:rPr>
              <a:t>pinching-off </a:t>
            </a:r>
            <a:r>
              <a:rPr lang="en-US" i="1" dirty="0">
                <a:solidFill>
                  <a:srgbClr val="2805BB"/>
                </a:solidFill>
              </a:rPr>
              <a:t>process </a:t>
            </a:r>
            <a:r>
              <a:rPr lang="en-US" i="1" dirty="0">
                <a:solidFill>
                  <a:srgbClr val="C00000"/>
                </a:solidFill>
              </a:rPr>
              <a:t>depicted by the narrower </a:t>
            </a:r>
            <a:r>
              <a:rPr lang="en-US" dirty="0">
                <a:solidFill>
                  <a:srgbClr val="C00000"/>
                </a:solidFill>
              </a:rPr>
              <a:t>channel at the drain end of the induced channel </a:t>
            </a:r>
            <a:r>
              <a:rPr lang="en-US" dirty="0">
                <a:solidFill>
                  <a:srgbClr val="2805BB"/>
                </a:solidFill>
              </a:rPr>
              <a:t>as shown in Fig in next slide.  </a:t>
            </a:r>
          </a:p>
          <a:p>
            <a:pPr marL="225425" indent="-225425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Applying Kirchhoff’s voltage law to the terminal voltages of the MOSFET of Fig., we find that</a:t>
            </a:r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76800" y="4572000"/>
            <a:ext cx="1600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0" y="1143000"/>
            <a:ext cx="54102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05000" y="185679"/>
            <a:ext cx="83058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5425" indent="-225425" algn="just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If </a:t>
            </a:r>
            <a:r>
              <a:rPr lang="en-US" b="1" i="1" dirty="0">
                <a:solidFill>
                  <a:srgbClr val="C00000"/>
                </a:solidFill>
              </a:rPr>
              <a:t>V</a:t>
            </a:r>
            <a:r>
              <a:rPr lang="en-US" b="1" i="1" baseline="-25000" dirty="0">
                <a:solidFill>
                  <a:srgbClr val="C00000"/>
                </a:solidFill>
              </a:rPr>
              <a:t>GS</a:t>
            </a:r>
            <a:r>
              <a:rPr lang="en-US" b="1" i="1" dirty="0">
                <a:solidFill>
                  <a:srgbClr val="C00000"/>
                </a:solidFill>
              </a:rPr>
              <a:t> is held fixed </a:t>
            </a:r>
            <a:r>
              <a:rPr lang="en-US" i="1" dirty="0">
                <a:solidFill>
                  <a:srgbClr val="2805BB"/>
                </a:solidFill>
              </a:rPr>
              <a:t>at some value such as 8 V and </a:t>
            </a:r>
            <a:r>
              <a:rPr lang="en-US" b="1" i="1" dirty="0">
                <a:solidFill>
                  <a:srgbClr val="C00000"/>
                </a:solidFill>
              </a:rPr>
              <a:t>V</a:t>
            </a:r>
            <a:r>
              <a:rPr lang="en-US" b="1" i="1" baseline="-25000" dirty="0">
                <a:solidFill>
                  <a:srgbClr val="C00000"/>
                </a:solidFill>
              </a:rPr>
              <a:t>DS</a:t>
            </a:r>
            <a:r>
              <a:rPr lang="en-US" b="1" i="1" dirty="0">
                <a:solidFill>
                  <a:srgbClr val="C00000"/>
                </a:solidFill>
              </a:rPr>
              <a:t> is increased </a:t>
            </a:r>
            <a:r>
              <a:rPr lang="en-US" i="1" dirty="0">
                <a:solidFill>
                  <a:srgbClr val="2805BB"/>
                </a:solidFill>
              </a:rPr>
              <a:t>from 2 to 5 </a:t>
            </a:r>
            <a:r>
              <a:rPr lang="en-US" dirty="0">
                <a:solidFill>
                  <a:srgbClr val="2805BB"/>
                </a:solidFill>
              </a:rPr>
              <a:t>V, the voltage </a:t>
            </a:r>
            <a:r>
              <a:rPr lang="en-US" b="1" i="1" dirty="0">
                <a:solidFill>
                  <a:srgbClr val="C00000"/>
                </a:solidFill>
              </a:rPr>
              <a:t>V</a:t>
            </a:r>
            <a:r>
              <a:rPr lang="en-US" b="1" i="1" baseline="-25000" dirty="0">
                <a:solidFill>
                  <a:srgbClr val="C00000"/>
                </a:solidFill>
              </a:rPr>
              <a:t>DG</a:t>
            </a:r>
            <a:r>
              <a:rPr lang="en-US" b="1" i="1" dirty="0">
                <a:solidFill>
                  <a:srgbClr val="C00000"/>
                </a:solidFill>
              </a:rPr>
              <a:t> will drop</a:t>
            </a:r>
            <a:r>
              <a:rPr lang="en-US" i="1" dirty="0">
                <a:solidFill>
                  <a:srgbClr val="2805BB"/>
                </a:solidFill>
              </a:rPr>
              <a:t> from 6 to 3 V and </a:t>
            </a:r>
            <a:r>
              <a:rPr lang="en-US" i="1" dirty="0">
                <a:solidFill>
                  <a:srgbClr val="FF0000"/>
                </a:solidFill>
              </a:rPr>
              <a:t>the gate will become </a:t>
            </a:r>
            <a:r>
              <a:rPr lang="en-US" dirty="0">
                <a:solidFill>
                  <a:srgbClr val="FF0000"/>
                </a:solidFill>
              </a:rPr>
              <a:t>less and less positive with respect to the drain</a:t>
            </a:r>
            <a:r>
              <a:rPr lang="en-US" dirty="0">
                <a:solidFill>
                  <a:srgbClr val="2805BB"/>
                </a:solidFill>
              </a:rPr>
              <a:t>. 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This </a:t>
            </a:r>
            <a:r>
              <a:rPr lang="en-US" dirty="0">
                <a:solidFill>
                  <a:srgbClr val="FF0000"/>
                </a:solidFill>
              </a:rPr>
              <a:t>reduction in gate-to-drain voltage will in turn reduce the attractive forces </a:t>
            </a:r>
            <a:r>
              <a:rPr lang="en-US" dirty="0">
                <a:solidFill>
                  <a:srgbClr val="2805BB"/>
                </a:solidFill>
              </a:rPr>
              <a:t>for free carriers (electrons) in this region of the induced channel, causing a reduction in the effective channel width. 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Eventually, the channel will be reduced to the point of </a:t>
            </a:r>
            <a:r>
              <a:rPr lang="en-US" b="1" dirty="0">
                <a:solidFill>
                  <a:srgbClr val="FF0000"/>
                </a:solidFill>
              </a:rPr>
              <a:t>pinch-off</a:t>
            </a:r>
            <a:r>
              <a:rPr lang="en-US" dirty="0">
                <a:solidFill>
                  <a:srgbClr val="2805BB"/>
                </a:solidFill>
              </a:rPr>
              <a:t> and </a:t>
            </a:r>
            <a:r>
              <a:rPr lang="en-US" dirty="0">
                <a:solidFill>
                  <a:srgbClr val="FF0000"/>
                </a:solidFill>
              </a:rPr>
              <a:t>a saturation condition will be established</a:t>
            </a:r>
            <a:r>
              <a:rPr lang="en-US" dirty="0">
                <a:solidFill>
                  <a:srgbClr val="2805BB"/>
                </a:solidFill>
              </a:rPr>
              <a:t> as described earlier for the JFET and depletion-type MOSFET.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In other words, </a:t>
            </a:r>
            <a:r>
              <a:rPr lang="en-US" b="1" dirty="0">
                <a:solidFill>
                  <a:srgbClr val="FF0000"/>
                </a:solidFill>
              </a:rPr>
              <a:t>any further increase in </a:t>
            </a:r>
            <a:r>
              <a:rPr lang="en-US" b="1" i="1" dirty="0">
                <a:solidFill>
                  <a:srgbClr val="FF0000"/>
                </a:solidFill>
              </a:rPr>
              <a:t>V</a:t>
            </a:r>
            <a:r>
              <a:rPr lang="en-US" b="1" i="1" baseline="-25000" dirty="0">
                <a:solidFill>
                  <a:srgbClr val="FF0000"/>
                </a:solidFill>
              </a:rPr>
              <a:t>DS</a:t>
            </a:r>
            <a:r>
              <a:rPr lang="en-US" b="1" i="1" dirty="0">
                <a:solidFill>
                  <a:srgbClr val="FF0000"/>
                </a:solidFill>
              </a:rPr>
              <a:t> at the fixed value of V</a:t>
            </a:r>
            <a:r>
              <a:rPr lang="en-US" b="1" i="1" baseline="-25000" dirty="0">
                <a:solidFill>
                  <a:srgbClr val="FF0000"/>
                </a:solidFill>
              </a:rPr>
              <a:t>GS</a:t>
            </a:r>
            <a:r>
              <a:rPr lang="en-US" b="1" i="1" dirty="0">
                <a:solidFill>
                  <a:srgbClr val="FF0000"/>
                </a:solidFill>
              </a:rPr>
              <a:t> will not affect </a:t>
            </a:r>
            <a:r>
              <a:rPr lang="en-US" b="1" dirty="0">
                <a:solidFill>
                  <a:srgbClr val="FF0000"/>
                </a:solidFill>
              </a:rPr>
              <a:t>the saturation level of </a:t>
            </a:r>
            <a:r>
              <a:rPr lang="en-US" b="1" i="1" dirty="0">
                <a:solidFill>
                  <a:srgbClr val="FF0000"/>
                </a:solidFill>
              </a:rPr>
              <a:t>I</a:t>
            </a:r>
            <a:r>
              <a:rPr lang="en-US" b="1" i="1" baseline="-25000" dirty="0">
                <a:solidFill>
                  <a:srgbClr val="FF0000"/>
                </a:solidFill>
              </a:rPr>
              <a:t>D</a:t>
            </a:r>
            <a:r>
              <a:rPr lang="en-US" b="1" i="1" dirty="0">
                <a:solidFill>
                  <a:srgbClr val="FF0000"/>
                </a:solidFill>
              </a:rPr>
              <a:t> </a:t>
            </a:r>
            <a:r>
              <a:rPr lang="en-US" b="1" i="1" dirty="0">
                <a:solidFill>
                  <a:srgbClr val="C00000"/>
                </a:solidFill>
              </a:rPr>
              <a:t>until breakdown conditions are encountered</a:t>
            </a:r>
            <a:r>
              <a:rPr lang="en-US" i="1" dirty="0">
                <a:solidFill>
                  <a:srgbClr val="2805BB"/>
                </a:solidFill>
              </a:rPr>
              <a:t>.</a:t>
            </a:r>
            <a:endParaRPr lang="en-US" dirty="0">
              <a:solidFill>
                <a:srgbClr val="2805BB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828800" y="3352800"/>
            <a:ext cx="8382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5425" indent="-225425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The drain characteristics of Fig. reveal that for the device of Fig. with </a:t>
            </a:r>
            <a:r>
              <a:rPr lang="en-US" i="1" dirty="0">
                <a:solidFill>
                  <a:srgbClr val="2805BB"/>
                </a:solidFill>
              </a:rPr>
              <a:t>V</a:t>
            </a:r>
            <a:r>
              <a:rPr lang="en-US" i="1" baseline="-25000" dirty="0">
                <a:solidFill>
                  <a:srgbClr val="2805BB"/>
                </a:solidFill>
              </a:rPr>
              <a:t>GS</a:t>
            </a:r>
            <a:r>
              <a:rPr lang="en-US" i="1" dirty="0">
                <a:solidFill>
                  <a:srgbClr val="2805BB"/>
                </a:solidFill>
              </a:rPr>
              <a:t> = 8 V, saturation occurred at a level of V</a:t>
            </a:r>
            <a:r>
              <a:rPr lang="en-US" i="1" baseline="-25000" dirty="0">
                <a:solidFill>
                  <a:srgbClr val="2805BB"/>
                </a:solidFill>
              </a:rPr>
              <a:t>DS</a:t>
            </a:r>
            <a:r>
              <a:rPr lang="en-US" i="1" dirty="0">
                <a:solidFill>
                  <a:srgbClr val="2805BB"/>
                </a:solidFill>
              </a:rPr>
              <a:t> = 6 V. </a:t>
            </a:r>
          </a:p>
          <a:p>
            <a:pPr marL="225425" indent="-225425">
              <a:buFont typeface="Wingdings" pitchFamily="2" charset="2"/>
              <a:buChar char="§"/>
            </a:pPr>
            <a:r>
              <a:rPr lang="en-US" i="1" dirty="0">
                <a:solidFill>
                  <a:srgbClr val="2805BB"/>
                </a:solidFill>
              </a:rPr>
              <a:t>In fact, the saturation level </a:t>
            </a:r>
            <a:r>
              <a:rPr lang="en-US" dirty="0">
                <a:solidFill>
                  <a:srgbClr val="C00000"/>
                </a:solidFill>
              </a:rPr>
              <a:t>for </a:t>
            </a:r>
            <a:r>
              <a:rPr lang="en-US" i="1" dirty="0">
                <a:solidFill>
                  <a:srgbClr val="C00000"/>
                </a:solidFill>
              </a:rPr>
              <a:t>V</a:t>
            </a:r>
            <a:r>
              <a:rPr lang="en-US" i="1" baseline="-25000" dirty="0">
                <a:solidFill>
                  <a:srgbClr val="C00000"/>
                </a:solidFill>
              </a:rPr>
              <a:t>DS</a:t>
            </a:r>
            <a:r>
              <a:rPr lang="en-US" i="1" dirty="0">
                <a:solidFill>
                  <a:srgbClr val="C00000"/>
                </a:solidFill>
              </a:rPr>
              <a:t> is related to the level of applied V</a:t>
            </a:r>
            <a:r>
              <a:rPr lang="en-US" i="1" baseline="-25000" dirty="0">
                <a:solidFill>
                  <a:srgbClr val="C00000"/>
                </a:solidFill>
              </a:rPr>
              <a:t>GS</a:t>
            </a:r>
            <a:r>
              <a:rPr lang="en-US" i="1" dirty="0">
                <a:solidFill>
                  <a:srgbClr val="C00000"/>
                </a:solidFill>
              </a:rPr>
              <a:t> </a:t>
            </a:r>
            <a:r>
              <a:rPr lang="en-US" i="1" dirty="0">
                <a:solidFill>
                  <a:srgbClr val="2805BB"/>
                </a:solidFill>
              </a:rPr>
              <a:t>by</a:t>
            </a:r>
            <a:endParaRPr lang="en-US" dirty="0">
              <a:solidFill>
                <a:srgbClr val="2805BB"/>
              </a:solidFill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24400" y="44196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1828800" y="5105400"/>
            <a:ext cx="83058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5425" indent="-225425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Obviously, therefore, </a:t>
            </a:r>
            <a:r>
              <a:rPr lang="en-US" dirty="0">
                <a:solidFill>
                  <a:srgbClr val="C00000"/>
                </a:solidFill>
              </a:rPr>
              <a:t>for a fixed value of </a:t>
            </a:r>
            <a:r>
              <a:rPr lang="en-US" i="1" dirty="0">
                <a:solidFill>
                  <a:srgbClr val="C00000"/>
                </a:solidFill>
              </a:rPr>
              <a:t>V</a:t>
            </a:r>
            <a:r>
              <a:rPr lang="en-US" i="1" baseline="-25000" dirty="0">
                <a:solidFill>
                  <a:srgbClr val="C00000"/>
                </a:solidFill>
              </a:rPr>
              <a:t>T </a:t>
            </a:r>
            <a:r>
              <a:rPr lang="en-US" i="1" dirty="0">
                <a:solidFill>
                  <a:srgbClr val="C00000"/>
                </a:solidFill>
              </a:rPr>
              <a:t>,</a:t>
            </a:r>
            <a:r>
              <a:rPr lang="en-US" i="1" dirty="0">
                <a:solidFill>
                  <a:srgbClr val="2805BB"/>
                </a:solidFill>
              </a:rPr>
              <a:t> </a:t>
            </a:r>
            <a:r>
              <a:rPr lang="en-US" b="1" i="1" dirty="0">
                <a:solidFill>
                  <a:srgbClr val="2805BB"/>
                </a:solidFill>
              </a:rPr>
              <a:t>then the higher the level of V</a:t>
            </a:r>
            <a:r>
              <a:rPr lang="en-US" b="1" i="1" baseline="-25000" dirty="0">
                <a:solidFill>
                  <a:srgbClr val="2805BB"/>
                </a:solidFill>
              </a:rPr>
              <a:t>GS</a:t>
            </a:r>
            <a:r>
              <a:rPr lang="en-US" i="1" dirty="0">
                <a:solidFill>
                  <a:srgbClr val="2805BB"/>
                </a:solidFill>
              </a:rPr>
              <a:t>, </a:t>
            </a:r>
            <a:r>
              <a:rPr lang="en-US" b="1" i="1" dirty="0">
                <a:solidFill>
                  <a:srgbClr val="C00000"/>
                </a:solidFill>
              </a:rPr>
              <a:t>the more </a:t>
            </a:r>
            <a:r>
              <a:rPr lang="en-US" b="1" dirty="0">
                <a:solidFill>
                  <a:srgbClr val="C00000"/>
                </a:solidFill>
              </a:rPr>
              <a:t>the saturation level for </a:t>
            </a:r>
            <a:r>
              <a:rPr lang="en-US" b="1" i="1" dirty="0">
                <a:solidFill>
                  <a:srgbClr val="C00000"/>
                </a:solidFill>
              </a:rPr>
              <a:t>V</a:t>
            </a:r>
            <a:r>
              <a:rPr lang="en-US" b="1" i="1" baseline="-25000" dirty="0">
                <a:solidFill>
                  <a:srgbClr val="C00000"/>
                </a:solidFill>
              </a:rPr>
              <a:t>DS</a:t>
            </a:r>
            <a:r>
              <a:rPr lang="en-US" i="1" dirty="0">
                <a:solidFill>
                  <a:srgbClr val="2805BB"/>
                </a:solidFill>
              </a:rPr>
              <a:t>, as shown in Fig. in next slide by the locus of saturation levels.</a:t>
            </a:r>
            <a:endParaRPr lang="en-US" dirty="0">
              <a:solidFill>
                <a:srgbClr val="2805BB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4600" y="762000"/>
            <a:ext cx="7010400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81200" y="381000"/>
            <a:ext cx="80772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5425" indent="-225425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For the characteristics of Fig. the level of </a:t>
            </a:r>
            <a:r>
              <a:rPr lang="en-US" i="1" dirty="0">
                <a:solidFill>
                  <a:srgbClr val="2805BB"/>
                </a:solidFill>
              </a:rPr>
              <a:t>V</a:t>
            </a:r>
            <a:r>
              <a:rPr lang="en-US" i="1" baseline="-25000" dirty="0">
                <a:solidFill>
                  <a:srgbClr val="2805BB"/>
                </a:solidFill>
              </a:rPr>
              <a:t>T</a:t>
            </a:r>
            <a:r>
              <a:rPr lang="en-US" i="1" dirty="0">
                <a:solidFill>
                  <a:srgbClr val="2805BB"/>
                </a:solidFill>
              </a:rPr>
              <a:t> is 2 V, as revealed by the fact </a:t>
            </a:r>
            <a:r>
              <a:rPr lang="en-US" dirty="0">
                <a:solidFill>
                  <a:srgbClr val="2805BB"/>
                </a:solidFill>
              </a:rPr>
              <a:t>that the drain current has dropped to 0 </a:t>
            </a:r>
            <a:r>
              <a:rPr lang="en-US" dirty="0" err="1">
                <a:solidFill>
                  <a:srgbClr val="2805BB"/>
                </a:solidFill>
              </a:rPr>
              <a:t>mA</a:t>
            </a:r>
            <a:r>
              <a:rPr lang="en-US" dirty="0">
                <a:solidFill>
                  <a:srgbClr val="2805BB"/>
                </a:solidFill>
              </a:rPr>
              <a:t>. </a:t>
            </a:r>
          </a:p>
          <a:p>
            <a:pPr marL="225425" indent="-225425"/>
            <a:r>
              <a:rPr lang="en-US" dirty="0">
                <a:solidFill>
                  <a:srgbClr val="2805BB"/>
                </a:solidFill>
              </a:rPr>
              <a:t>In general, therefore: 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b="1" i="1" dirty="0">
                <a:solidFill>
                  <a:srgbClr val="C00000"/>
                </a:solidFill>
              </a:rPr>
              <a:t>For values of V</a:t>
            </a:r>
            <a:r>
              <a:rPr lang="en-US" b="1" i="1" baseline="-25000" dirty="0">
                <a:solidFill>
                  <a:srgbClr val="C00000"/>
                </a:solidFill>
              </a:rPr>
              <a:t>GS</a:t>
            </a:r>
            <a:r>
              <a:rPr lang="en-US" b="1" i="1" dirty="0">
                <a:solidFill>
                  <a:srgbClr val="C00000"/>
                </a:solidFill>
              </a:rPr>
              <a:t> less than the threshold level, the drain current of an enhancement- type MOSFET is 0 </a:t>
            </a:r>
            <a:r>
              <a:rPr lang="en-US" b="1" i="1" dirty="0" err="1">
                <a:solidFill>
                  <a:srgbClr val="C00000"/>
                </a:solidFill>
              </a:rPr>
              <a:t>mA</a:t>
            </a:r>
            <a:r>
              <a:rPr lang="en-US" b="1" i="1" dirty="0">
                <a:solidFill>
                  <a:srgbClr val="C00000"/>
                </a:solidFill>
              </a:rPr>
              <a:t>.</a:t>
            </a:r>
          </a:p>
          <a:p>
            <a:pPr marL="225425" indent="-225425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Figure clearly reveals that as the level of </a:t>
            </a:r>
            <a:r>
              <a:rPr lang="en-US" i="1" dirty="0">
                <a:solidFill>
                  <a:srgbClr val="2805BB"/>
                </a:solidFill>
              </a:rPr>
              <a:t>V</a:t>
            </a:r>
            <a:r>
              <a:rPr lang="en-US" i="1" baseline="-25000" dirty="0">
                <a:solidFill>
                  <a:srgbClr val="2805BB"/>
                </a:solidFill>
              </a:rPr>
              <a:t>GS</a:t>
            </a:r>
            <a:r>
              <a:rPr lang="en-US" i="1" dirty="0">
                <a:solidFill>
                  <a:srgbClr val="2805BB"/>
                </a:solidFill>
              </a:rPr>
              <a:t> increased from V</a:t>
            </a:r>
            <a:r>
              <a:rPr lang="en-US" i="1" baseline="-25000" dirty="0">
                <a:solidFill>
                  <a:srgbClr val="2805BB"/>
                </a:solidFill>
              </a:rPr>
              <a:t>T</a:t>
            </a:r>
            <a:r>
              <a:rPr lang="en-US" i="1" dirty="0">
                <a:solidFill>
                  <a:srgbClr val="2805BB"/>
                </a:solidFill>
              </a:rPr>
              <a:t> to 8 V, the </a:t>
            </a:r>
            <a:r>
              <a:rPr lang="en-US" dirty="0">
                <a:solidFill>
                  <a:srgbClr val="2805BB"/>
                </a:solidFill>
              </a:rPr>
              <a:t>resulting saturation level for </a:t>
            </a:r>
            <a:r>
              <a:rPr lang="en-US" i="1" dirty="0">
                <a:solidFill>
                  <a:srgbClr val="2805BB"/>
                </a:solidFill>
              </a:rPr>
              <a:t>I</a:t>
            </a:r>
            <a:r>
              <a:rPr lang="en-US" i="1" baseline="-25000" dirty="0">
                <a:solidFill>
                  <a:srgbClr val="2805BB"/>
                </a:solidFill>
              </a:rPr>
              <a:t>D</a:t>
            </a:r>
            <a:r>
              <a:rPr lang="en-US" i="1" dirty="0">
                <a:solidFill>
                  <a:srgbClr val="2805BB"/>
                </a:solidFill>
              </a:rPr>
              <a:t> also increased from a level of 0 to 10 </a:t>
            </a:r>
            <a:r>
              <a:rPr lang="en-US" i="1" dirty="0" err="1">
                <a:solidFill>
                  <a:srgbClr val="2805BB"/>
                </a:solidFill>
              </a:rPr>
              <a:t>mA</a:t>
            </a:r>
            <a:r>
              <a:rPr lang="en-US" i="1" dirty="0">
                <a:solidFill>
                  <a:srgbClr val="2805BB"/>
                </a:solidFill>
              </a:rPr>
              <a:t>. </a:t>
            </a:r>
          </a:p>
          <a:p>
            <a:pPr marL="225425" indent="-225425" algn="just">
              <a:buFont typeface="Wingdings" pitchFamily="2" charset="2"/>
              <a:buChar char="§"/>
            </a:pPr>
            <a:r>
              <a:rPr lang="en-US" i="1" dirty="0">
                <a:solidFill>
                  <a:srgbClr val="2805BB"/>
                </a:solidFill>
              </a:rPr>
              <a:t>In addition, </a:t>
            </a:r>
            <a:r>
              <a:rPr lang="en-US" dirty="0">
                <a:solidFill>
                  <a:srgbClr val="2805BB"/>
                </a:solidFill>
              </a:rPr>
              <a:t>it is quite noticeable that the spacing between the levels of </a:t>
            </a:r>
            <a:r>
              <a:rPr lang="en-US" i="1" dirty="0">
                <a:solidFill>
                  <a:srgbClr val="2805BB"/>
                </a:solidFill>
              </a:rPr>
              <a:t>V</a:t>
            </a:r>
            <a:r>
              <a:rPr lang="en-US" i="1" baseline="-25000" dirty="0">
                <a:solidFill>
                  <a:srgbClr val="2805BB"/>
                </a:solidFill>
              </a:rPr>
              <a:t>GS</a:t>
            </a:r>
            <a:r>
              <a:rPr lang="en-US" i="1" dirty="0">
                <a:solidFill>
                  <a:srgbClr val="2805BB"/>
                </a:solidFill>
              </a:rPr>
              <a:t> increased as the </a:t>
            </a:r>
            <a:r>
              <a:rPr lang="en-US" dirty="0">
                <a:solidFill>
                  <a:srgbClr val="2805BB"/>
                </a:solidFill>
              </a:rPr>
              <a:t>magnitude of </a:t>
            </a:r>
            <a:r>
              <a:rPr lang="en-US" i="1" dirty="0">
                <a:solidFill>
                  <a:srgbClr val="2805BB"/>
                </a:solidFill>
              </a:rPr>
              <a:t>V</a:t>
            </a:r>
            <a:r>
              <a:rPr lang="en-US" i="1" baseline="-25000" dirty="0">
                <a:solidFill>
                  <a:srgbClr val="2805BB"/>
                </a:solidFill>
              </a:rPr>
              <a:t>GS</a:t>
            </a:r>
            <a:r>
              <a:rPr lang="en-US" i="1" dirty="0">
                <a:solidFill>
                  <a:srgbClr val="2805BB"/>
                </a:solidFill>
              </a:rPr>
              <a:t> increased, resulting in ever-increasing increments in drain current.</a:t>
            </a:r>
          </a:p>
          <a:p>
            <a:pPr marL="225425" indent="-225425">
              <a:buFont typeface="Wingdings" pitchFamily="2" charset="2"/>
              <a:buChar char="§"/>
            </a:pPr>
            <a:r>
              <a:rPr lang="en-US" dirty="0">
                <a:solidFill>
                  <a:srgbClr val="2805BB"/>
                </a:solidFill>
              </a:rPr>
              <a:t>For levels of </a:t>
            </a:r>
            <a:r>
              <a:rPr lang="en-US" i="1" dirty="0">
                <a:solidFill>
                  <a:srgbClr val="2805BB"/>
                </a:solidFill>
              </a:rPr>
              <a:t>V</a:t>
            </a:r>
            <a:r>
              <a:rPr lang="en-US" i="1" baseline="-25000" dirty="0">
                <a:solidFill>
                  <a:srgbClr val="2805BB"/>
                </a:solidFill>
              </a:rPr>
              <a:t>GS</a:t>
            </a:r>
            <a:r>
              <a:rPr lang="en-US" i="1" dirty="0">
                <a:solidFill>
                  <a:srgbClr val="2805BB"/>
                </a:solidFill>
              </a:rPr>
              <a:t> = V</a:t>
            </a:r>
            <a:r>
              <a:rPr lang="en-US" i="1" baseline="-25000" dirty="0">
                <a:solidFill>
                  <a:srgbClr val="2805BB"/>
                </a:solidFill>
              </a:rPr>
              <a:t>T </a:t>
            </a:r>
            <a:r>
              <a:rPr lang="en-US" i="1" dirty="0">
                <a:solidFill>
                  <a:srgbClr val="2805BB"/>
                </a:solidFill>
              </a:rPr>
              <a:t>, the drain current is related to the applied gate-to-source </a:t>
            </a:r>
            <a:r>
              <a:rPr lang="en-US" dirty="0">
                <a:solidFill>
                  <a:srgbClr val="2805BB"/>
                </a:solidFill>
              </a:rPr>
              <a:t>voltage by the following nonlinear relationship: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0" y="3810000"/>
            <a:ext cx="1752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2133600" y="4306670"/>
            <a:ext cx="8153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805BB"/>
                </a:solidFill>
              </a:rPr>
              <a:t>The </a:t>
            </a:r>
            <a:r>
              <a:rPr lang="en-US" i="1" dirty="0">
                <a:solidFill>
                  <a:srgbClr val="2805BB"/>
                </a:solidFill>
              </a:rPr>
              <a:t>k term is a constant that is a function of the construction of </a:t>
            </a:r>
            <a:r>
              <a:rPr lang="en-US" dirty="0">
                <a:solidFill>
                  <a:srgbClr val="2805BB"/>
                </a:solidFill>
              </a:rPr>
              <a:t>the device. The value of </a:t>
            </a:r>
            <a:r>
              <a:rPr lang="en-US" i="1" dirty="0">
                <a:solidFill>
                  <a:srgbClr val="2805BB"/>
                </a:solidFill>
              </a:rPr>
              <a:t>k can be determined from the following equation</a:t>
            </a:r>
            <a:endParaRPr lang="en-US" dirty="0">
              <a:solidFill>
                <a:srgbClr val="2805BB"/>
              </a:solidFill>
            </a:endParaRPr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0" y="5105400"/>
            <a:ext cx="1905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1200" y="392240"/>
            <a:ext cx="33528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10200" y="381000"/>
            <a:ext cx="4876800" cy="5116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1752600" y="5553670"/>
            <a:ext cx="86868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805BB"/>
                </a:solidFill>
              </a:rPr>
              <a:t>The transfer curve of Fig. is certainly quite different from those obtained earlier.</a:t>
            </a:r>
          </a:p>
          <a:p>
            <a:r>
              <a:rPr lang="en-US" dirty="0">
                <a:solidFill>
                  <a:srgbClr val="2805BB"/>
                </a:solidFill>
              </a:rPr>
              <a:t>For an </a:t>
            </a:r>
            <a:r>
              <a:rPr lang="en-US" i="1" dirty="0">
                <a:solidFill>
                  <a:srgbClr val="2805BB"/>
                </a:solidFill>
              </a:rPr>
              <a:t>n-channel (induced) device, it is now totally in the positive V</a:t>
            </a:r>
            <a:r>
              <a:rPr lang="en-US" i="1" baseline="-25000" dirty="0">
                <a:solidFill>
                  <a:srgbClr val="2805BB"/>
                </a:solidFill>
              </a:rPr>
              <a:t>GS</a:t>
            </a:r>
            <a:r>
              <a:rPr lang="en-US" i="1" dirty="0">
                <a:solidFill>
                  <a:srgbClr val="2805BB"/>
                </a:solidFill>
              </a:rPr>
              <a:t> region </a:t>
            </a:r>
            <a:r>
              <a:rPr lang="en-US" dirty="0">
                <a:solidFill>
                  <a:srgbClr val="2805BB"/>
                </a:solidFill>
              </a:rPr>
              <a:t>and does not rise until </a:t>
            </a:r>
            <a:r>
              <a:rPr lang="en-US" i="1" dirty="0">
                <a:solidFill>
                  <a:srgbClr val="2805BB"/>
                </a:solidFill>
              </a:rPr>
              <a:t>V</a:t>
            </a:r>
            <a:r>
              <a:rPr lang="en-US" i="1" baseline="-25000" dirty="0">
                <a:solidFill>
                  <a:srgbClr val="2805BB"/>
                </a:solidFill>
              </a:rPr>
              <a:t>GS</a:t>
            </a:r>
            <a:r>
              <a:rPr lang="en-US" i="1" dirty="0">
                <a:solidFill>
                  <a:srgbClr val="2805BB"/>
                </a:solidFill>
              </a:rPr>
              <a:t> = V</a:t>
            </a:r>
            <a:r>
              <a:rPr lang="en-US" i="1" baseline="-25000" dirty="0">
                <a:solidFill>
                  <a:srgbClr val="2805BB"/>
                </a:solidFill>
              </a:rPr>
              <a:t>T</a:t>
            </a:r>
            <a:r>
              <a:rPr lang="en-US" i="1" dirty="0">
                <a:solidFill>
                  <a:srgbClr val="2805BB"/>
                </a:solidFill>
              </a:rPr>
              <a:t>. </a:t>
            </a:r>
            <a:endParaRPr lang="en-US" dirty="0">
              <a:solidFill>
                <a:srgbClr val="2805BB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D5A9B30095FBE4DBF87005A6F15244E" ma:contentTypeVersion="2" ma:contentTypeDescription="Create a new document." ma:contentTypeScope="" ma:versionID="394c0588db4c74b93abab7d9b09bba50">
  <xsd:schema xmlns:xsd="http://www.w3.org/2001/XMLSchema" xmlns:xs="http://www.w3.org/2001/XMLSchema" xmlns:p="http://schemas.microsoft.com/office/2006/metadata/properties" xmlns:ns2="91a3a9aa-4352-4e1d-89f7-38dd1103c51e" targetNamespace="http://schemas.microsoft.com/office/2006/metadata/properties" ma:root="true" ma:fieldsID="9a12efb6747b5efa58ef1bb966178ebf" ns2:_="">
    <xsd:import namespace="91a3a9aa-4352-4e1d-89f7-38dd1103c5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a3a9aa-4352-4e1d-89f7-38dd1103c5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BCC84C0-91F3-4E71-8058-EF40DA20D997}"/>
</file>

<file path=customXml/itemProps2.xml><?xml version="1.0" encoding="utf-8"?>
<ds:datastoreItem xmlns:ds="http://schemas.openxmlformats.org/officeDocument/2006/customXml" ds:itemID="{3DBA68F3-0CAC-4254-B70B-E8292CEFCB27}"/>
</file>

<file path=customXml/itemProps3.xml><?xml version="1.0" encoding="utf-8"?>
<ds:datastoreItem xmlns:ds="http://schemas.openxmlformats.org/officeDocument/2006/customXml" ds:itemID="{6E020E95-F57F-44A4-9349-67CC5645FF4D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2699</Words>
  <Application>Microsoft Office PowerPoint</Application>
  <PresentationFormat>Widescreen</PresentationFormat>
  <Paragraphs>152</Paragraphs>
  <Slides>22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Priyank Saxena</dc:creator>
  <cp:lastModifiedBy>Priyank Saxena</cp:lastModifiedBy>
  <cp:revision>1</cp:revision>
  <dcterms:created xsi:type="dcterms:W3CDTF">2022-02-24T10:41:10Z</dcterms:created>
  <dcterms:modified xsi:type="dcterms:W3CDTF">2022-02-24T10:41:41Z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0x010100ED5A9B30095FBE4DBF87005A6F15244E</vt:lpwstr>
  </property>
</Properties>
</file>