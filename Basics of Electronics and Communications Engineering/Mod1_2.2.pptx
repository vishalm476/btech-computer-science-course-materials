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ink/ink2.xml" ContentType="application/inkml+xml"/>
  <Override PartName="/ppt/ink/ink1.xml" ContentType="application/inkml+xml"/>
  <Override PartName="/ppt/ink/ink5.xml" ContentType="application/inkml+xml"/>
  <Override PartName="/ppt/ink/ink6.xml" ContentType="application/inkml+xml"/>
  <Override PartName="/ppt/ink/ink4.xml" ContentType="application/inkml+xml"/>
  <Override PartName="/ppt/ink/ink3.xml" ContentType="application/inkml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06" r:id="rId2"/>
    <p:sldId id="507" r:id="rId3"/>
    <p:sldId id="508" r:id="rId4"/>
    <p:sldId id="49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2T09:39:21.0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2222 3795 11 0,'0'0'124'0,"-13"10"-7"0,8-4 3 0,-5 8 24 15,0 1-8-15,-4 8-11 0,-1-2-14 0,3 5-9 16,-2-2-12-16,1 3-36 0,0 1-6 0,3 3 10 16,-2 0-15-16,0 1 12 0,3 0-1 0,-2 3-4 0,2-1 0 15,3-4-4-15,1 2-8 0,2-6-2 16,2-1 1-16,0-1-8 0,3-5-4 0,4 0 0 16,-1-3-11-16,2 0 6 0,3-2 1 0,2-2 2 15,3-1-5-15,-2-3-3 0,6-1 5 0,-1 0 3 16,3-7 9-16,7 0-4 0,0-3 8 0,0-4 10 15,1-2 8-15,1-4 9 0,-2 0 1 0,0-4-8 16,-1-5-6-16,1-2 2 0,-1-2-10 0,5-15-6 16,-7 0-3-16,0-4-4 0,-4 1-4 0,0 0-5 15,-8 0 2-15,-1-3-5 0,-3-7-7 0,-5 8 2 16,-4 0-6-16,0-3 1 0,-4 2-3 0,-1 12-2 16,-6-10-3-16,2 10-2 0,0 1 1 0,0 4-4 15,-6 5 5-15,2 2-4 0,0 6-1 0,0 4 0 16,-1 0 1-16,3 7-7 0,-1-1 4 0,-7 4-6 15,-3 4 2-15,-5 5 1 0,-3 5 1 0,-5 4 3 16,-8 11-1-16,-2 3 3 0,2-1 1 0,4 4-1 16,3 1-3-16,10-8 2 0,1 3 3 0,2-3-3 15,5-2 1-15,4 0-2 0,6-6 0 0,5 0 3 16,2 2-4-16,2-3 5 0,4 2-2 0,8 6 2 16,1-9-7-16,6 4 2 0,3-2-1 0,3-1 0 15,2-2-8-15,0 0 7 0,1-1-4 0,2 2 3 16,-1-2 4-16,-1 2-2 0,-5 0-2 0,4 0 6 15,-6 2-3-15,1 1 2 0,-1-1-1 0,-4 2-1 16,-4-3-1-16,-1 1 8 0,-3 0-3 0,0 0-2 16,-2 0 7-16,-2-1-10 0,-5 0 6 0,3 0 4 15,-1-1-3-15,-3 1-2 0,0-5 3 0,0 2-10 16,0-13-23-16,0 15-25 0,0-15-21 0,0 0-13 16,2 18-41-16,-1-12-48 0,-1-6-94 0,0 0-298 15,11 9 131-15</inkml:trace>
  <inkml:trace contextRef="#ctx0" brushRef="#br0" timeOffset="157.15">2997 4039 33 0,'5'-9'258'0,"0"3"-25"16,-5 6-15-16,5-10-17 0,-5 10-15 0,6-10-14 16,-6 10-14-16,0 0-21 0,4-9-6 0,-4 9-23 15,0 0-18-15,0 0-39 0,0 0-29 0,0 0-31 16,0 0-47-16,8 22-48 0,-8-4-68 0,-4 9-105 15,-4 2-298-15,-1-3 132 0</inkml:trace>
  <inkml:trace contextRef="#ctx0" brushRef="#br0" timeOffset="299.47">2426 4613 117 0,'-11'7'215'0,"11"-7"-25"16,0 0-26-16,0 0-20 0,0 0-34 0,0 0-54 15,74-21-44-15,-19 2-46 0,5 0-57 0,28-6-57 16,-1-4-159-16,-1 3 71 0</inkml:trace>
  <inkml:trace contextRef="#ctx0" brushRef="#br0" timeOffset="420.91">3343 4339 2599 0,'11'-5'177'0,"-3"-1"-69"0,-3 2-44 16,-5 4 14-16,6-6 0 0,-6 6 12 0,0 0-10 15,4-8 5-15,-4 8-15 0,0 0-5 0,0 0-8 0,0 0-5 16,0 0-16-16,3-11-35 0,-3 11-48 0,0 0-60 15,0 0-75-15,0 0-85 0,0 0-240 16,0 0-548-16,0 0 243 0</inkml:trace>
  <inkml:trace contextRef="#ctx0" brushRef="#br0" timeOffset="5933.47">4921 3521 73 0,'0'0'74'16,"0"0"4"-16,0 0-5 0,0 0-3 0,0 0 6 15,0 0-10-15,0 0 12 0,0 0-19 0,0 0 5 16,0 0-3-16,0 0-5 0,0 0 4 0,0 0-3 16,0 0 6-16,0 0-4 0,0 0 5 0,0 0-2 15,0 0 3-15,0 0-3 0,0 0-8 0,0 0-1 16,0 0-15-16,0 0-3 0,0 0 6 0,0 0-11 15,0 0 1-15,0 0-3 0,-5-17 6 0,5 17-4 16,0 0 0-16,-1-9-6 0,1 9 4 0,0 0-1 16,-7-7-2-16,7 7 2 0,0 0 1 0,-3-6-1 15,3 6 1-15,0 0 27 0,0 0 1 0,0 0-12 16,0 0 2-16,-7-7-8 0,7 7-4 0,0 0-1 16,0 0-2-16,0 0-5 0,-5-5-2 0,5 5-1 15,0 0-2-15,0 0 3 0,0 0-4 0,0 0-3 16,0 0-4-16,-9-2 2 0,9 2-1 0,0 0-1 15,0 0-2-15,0 0-1 0,0 0 1 0,0 0-3 16,-9-2-2-16,9 2 4 0,0 0-5 0,0 0 2 16,0 0-1-16,0 0 0 0,0 0 2 0,0 0-1 15,0 0 0-15,0 0 2 0,0 0-1 0,-13 3-2 16,13-3 3-16,0 0-1 0,0 0-1 0,0 0-1 16,0 0 0-16,-9 1 1 0,9-1-1 0,0 0-2 15,0 0-1-15,0 0 5 0,0 0-2 0,0 0-3 16,0 0 3-16,0 0-4 0,0 0 1 0,0 0-3 15,0 0 4-15,0 0 1 0,0 0-1 0,0 0 3 16,0 0-7-16,-8 3 4 0,8-3-2 0,0 0 0 16,0 0 5-16,0 0-2 0,0 0-2 0,0 0 2 15,0 0-3-15,0 0 3 0,0 0-3 0,0 0 3 16,0 0-4-16,0 0 0 0,0 0 3 0,0 0-1 16,0 0-3-16,0 0 5 0,0 0-2 0,0 0 0 15,0 0-2-15,0 0 3 0,0 0-4 0,0 0-2 16,0 0-1-16,0 0 1 0,0 0 4 0,0 0-1 15,0 0 1-15,0 0 1 0,0 0 0 0,0 0-4 16,0 0 2-16,0 0-5 0,0 0 7 0,0 0-3 16,0 0 0-16,0 0 0 0,0 0 3 0,0 0-3 15,0 0 0-15,0 0 0 0,0 0 0 0,0 0-3 16,0 0 5-16,0 0-1 0,0 0-3 16,0 0 4-16,0 0-2 0,0 0 1 0,0 0-2 0,0 0 2 15,0 0-1-15,0 0 0 0,0 0 0 0,0 0 1 16,0 0 0-16,0 0-1 0,0 0 3 0,0 0-2 15,0 0-1-15,0 0-2 0,0 0 3 0,0 0-1 16,0 0-3-16,0 0 2 0,0 0 2 0,0 0 1 16,0 0-4-16,0 0 2 0,0 0-2 15,0 0 3-15,0 0 0 0,0 0 0 0,0 0 3 0,0 0-5 16,0 0 0-16,0 0 1 0,0 0-1 0,0 0 0 16,0 0 0-16,0 0 1 0,0 0-1 0,0 0-2 15,0 0 3-15,0 0-3 0,0 0 3 0,0 0 1 16,0 0-4-16,0 0-5 0,0 0 2 0,0 0-5 15,0 0 1-15,0 0 1 0,0 0 2 16,0 0-3-16,0 0 1 0,0 0 0 0,0 0 1 16,0 0-4-16,0 0-2 0,0 0-1 0,0 0-3 0,0 0-3 15,0 0-7-15,0 0-4 0,0 0-5 0,0 0-3 16,0 0-4-16,0 0 0 0,0 0 6 0,0 0 0 16,-7 2 5-16,7-2 3 0,0 0 3 15,-10 4 2-15,10-4 1 0,-12 2 2 0,7 0 1 16,5-2 4-16,-14 4 3 0,5-3 7 0,-1 0-4 15,-2 2 0-15,5-2 1 0,-5 1 1 0,2 1 6 0,1-3-1 16,-2 2 4-16,4 0 6 0,7-2-8 16,-14 2 2-16,14-2 5 0,-7 2-6 0,7-2 0 15,-8 1 0-15,8-1 2 0,0 0-6 0,0 0 7 16,0 0 0-16,0 0 1 0,30 3 2 0,-12-7 5 16,12 2-7-16,3-2 0 0,-1-1-1 0,2 2 2 15,1-4-5-15,-2 3 13 0,0 1-12 0,-1-2-1 0,-2 0-1 16,-7 3-2-16,4-1-18 0,-7 2-20 15,-2-2-25-15,-4 3-22 0,-1 0-23 0,-3 0-8 16,-2-2-22-16,-8 2-107 0,15 0-269 0,-15 0 119 16</inkml:trace>
  <inkml:trace contextRef="#ctx0" brushRef="#br0" timeOffset="6332.78">5143 3455 220 0,'-14'-2'-1'0,"7"1"18"0,-3-2 8 16,2 3 18-16,8 0 4 0,-14-3 7 0,4 2 7 15,3-1 2-15,7 2 6 0,-15-2 0 0,15 2-4 16,-12-1-10-16,12 1 8 0,-14 2-11 0,9-1 0 15,5-1-3-15,-9 8-5 0,3-2 10 0,2 3 7 16,-4 7 29-16,5-3-10 0,-1 3-5 0,-1 3-4 16,2 0-9-16,-3 1 4 0,3-1-2 0,2 6 5 15,-2-5-6-15,6-2-5 0,-7 3-7 0,8-2-3 16,0 0 0-16,-1 5-8 0,0-5-4 0,0-1-2 16,2-1 0-16,-1 0-9 0,1-2 3 0,-3-2-5 15,3-1-3-15,-2-4 0 0,-2 3-1 0,-1-11-5 16,1 17-15-16,-1-9-4 0,0-8-11 0,-2 16-9 15,2-16-17-15,-5 12-10 0,-4-5-1 0,4-4-9 16,-3 2 3-16,-5-3 5 0,2 1 6 0,-2-2 5 16,0 0 1-16,0-1 9 0,13 0 0 0,-21-1 10 15,10-1 9-15,11 2 16 0,-16-2 2 0,16 2 9 16,-12-1-3-16,12 1 5 0,0 0-7 0,-14 0 2 16,14 0-3-16,0 0 0 0,0 0-4 0,0 0 8 15,0 0-5-15,0 0-4 0,0 0 8 0,0 0-3 16,0 0 0-16,53-1 1 0,-32-1 2 0,7 0-9 15,-1-1 0-15,-6-1-11 0,7 0-30 0,-1-2-18 16,-4 3-24-16,-5 0-28 0,2-1-11 0,-3 1-3 16,-1-3-2-16,-5 2-69 0,1-2-211 0,-3 1 95 15</inkml:trace>
  <inkml:trace contextRef="#ctx0" brushRef="#br0" timeOffset="6649.75">5205 3852 584 0,'4'-9'-30'16,"1"0"13"-16,-1 0 14 0,-4 9 16 0,8-13 28 16,-5 7 14-16,-3 6 0 0,4-10 3 0,-4 10-7 15,4-8 4-15,-4 8-14 0,0 0-7 0,0 0 3 16,0 0 17-16,0 0 4 0,0 0-4 0,18 13 0 15,-16-7 10-15,2 6 12 0,-3 0-6 0,1-1 3 16,0 4 4-16,-1-3-1 0,1 0-5 0,-1-4-8 16,0 1-3-16,-2-1-7 0,1-8-2 0,1 11 1 15,-1-11 3-15,-1 10 5 0,1-10 14 0,1 9 12 16,-1-9 6-16,0 0-7 0,0 0-9 0,0 0-3 16,0 0-7-16,0 0-5 0,0 0-1 15,0 0 1-15,0 0-7 0,-9-26-6 0,9 26-1 0,8-25-9 16,1 9-4-16,5-6-6 0,-2 6-2 0,4-5-5 15,2 2-3-15,0-1-6 0,-3 8 2 0,7-6-2 16,-6 9-7-16,-4 0 1 0,-2 4-1 0,4 2-1 16,-2 1-6-16,1 2 2 0,-2 0-1 15,1 3 0-15,-2 2-4 0,0 2 5 0,0 2 1 16,3 4-2-16,-3 0 1 0,-1-3-1 0,1 5 2 16,-2 1-16-16,-3-1-31 0,4 0-25 0,-2-2-35 0,-4 0-43 15,4 0-52-15,-2-2-53 0,0 1-138 16,4-2-425-16,1-3 189 0</inkml:trace>
  <inkml:trace contextRef="#ctx0" brushRef="#br0" timeOffset="6999.78">6193 3702 120 0,'-11'-3'211'0,"1"5"-13"0,-3-2-14 0,-3 5-5 16,-2 2-15-16,0 1-4 0,1 4-16 15,-2 6-10-15,-1-1-15 0,3 3-6 0,3-7-15 16,4 1-14-16,2 5-4 0,3-7-7 0,4-1-11 16,0 1-4-16,1-3-7 0,2 1 1 0,2 0-5 15,2-3-5-15,3-1-1 0,3-2-5 0,-1 1-2 16,1-2-5-16,6-3-3 0,0-4-5 0,-2 0 3 16,-3 0-5-16,4 0-3 0,-5-3 0 0,-3 2 0 15,2-2-3-15,-2-3 0 0,1 1-4 0,-1-5 2 16,0 1-6-16,-2-1 4 0,-2 3 5 0,1 0-10 15,-4 1 1-15,1 2 6 0,-2 3 1 0,-1 5-4 16,5-9-1-16,-5 9-4 0,3-5-2 0,-3 5-3 16,0 0-1-16,0 0 3 0,0 0 0 0,0 0 0 15,8 13 1-15,-5-3 0 0,0 2 2 0,0-2 0 16,1 4-3-16,3 1 4 0,3 1-14 0,0-2-32 16,2 1-48-16,4-3-74 0,6 3-83 0,-7-3-125 15,10-1-403-15,3 0 178 0</inkml:trace>
  <inkml:trace contextRef="#ctx0" brushRef="#br0" timeOffset="7516.58">7118 3591 124 0,'-4'-4'271'0,"4"4"-19"16,-9-9-21-16,4 6-21 0,5 3-18 0,-14-1-21 15,14 1-16-15,-14 3-20 0,3 3-10 0,-4 4-9 0,0 5-6 16,-7 2-7-16,4 4-9 0,2 1-7 0,1 1-11 16,3 2-6-16,1 0-4 0,7 0-6 15,1 1-7-15,4-1-9 0,2-8 2 0,5 2-5 16,2-3-1-16,7 4-3 0,3-1-1 0,4-3-5 15,-1-4 1-15,8-2-6 0,2-3-3 0,-1-1 0 16,1-5-1-16,-3-2-3 0,4-2 1 0,-1 2-2 0,-2-5-4 16,1 0 1-16,-3-5 1 0,-1 3-3 0,-4-6-1 15,0-1-1-15,-8 4 1 0,4-7-3 16,-8 2 3-16,0-6-5 0,-4 5 4 0,0-2-5 16,-2-7 1-16,-4 9-4 0,-1-2 6 0,-1 2-6 15,-2 0-6-15,-2 0 9 0,0 6-1 0,3 0 3 16,-5 1 7-16,2 2-5 0,0 2 0 0,0 1-7 15,4 5-3-15,-10-7-3 0,3 7 1 0,7 0 1 0,-17 11-3 16,6-2 4-16,-5 5 1 0,4-1 5 16,1 4-3-16,0 2-2 0,0 2 2 0,1 5 0 15,6 1 4-15,1-9-5 0,1 0 4 0,4-1 0 16,1 2-3-16,2-4-10 0,4 1-26 0,0-2-27 16,3 0-32-16,0-2-26 0,1 0-38 0,2-2-25 15,2 0-34-15,-1-3-24 0,0-2-146 0,-2-4-415 16,-3 1 184-16</inkml:trace>
  <inkml:trace contextRef="#ctx0" brushRef="#br0" timeOffset="7849.51">7652 3848 70 0,'0'0'186'0,"9"-8"-10"0,-9 8-10 0,0 0-21 16,5-6-12-16,-5 6 11 0,0 0 6 0,0 0-11 16,0 0-5-16,8 18-1 0,-7-10 7 0,-1 3-10 15,-1-4-10-15,1 2-12 0,1-3 13 0,-1-6-8 16,0 15-4-16,0-15-6 0,-1 9 8 0,1-9 6 15,0 0 12-15,0 0 4 0,0 0 10 0,0 0 12 16,0 0-2-16,1 11-7 0,-1-11-21 0,0 0-8 16,0 0-17-16,0 0-8 0,0 0-19 0,0 0 2 15,-1-40-7-15,5 27-5 0,0-2-9 0,2-3-10 16,4-5-8-16,3 0-3 0,1 8-10 0,-1 0-4 16,2 1-14-16,-3 2 5 0,-5 5-4 0,5-1-6 15,-5 4-10-15,1 0 9 0,4 3-2 0,-12 1 6 16,18 1-3-16,-18-1-1 0,17 10-4 0,-8-3 7 15,-1 0-6-15,1 4 0 0,-1 3 2 0,-2 3 5 16,2-2-4-16,-2 4 2 0,-1-3-29 16,2-1-21-16,-2 2-30 0,1-1-37 0,-2-5-40 15,0 0-50-15,0 1-68 0,2 0-66 0,-6-3-207 16,0-9-592-16,5 11 261 0</inkml:trace>
  <inkml:trace contextRef="#ctx0" brushRef="#br0" timeOffset="8099.92">8135 3420 118 0,'0'0'236'0,"0"-11"-25"0,0 11-27 0,0 0-13 16,0 0-10-16,0 0 5 0,0 0 0 0,4 28-15 0,-3-3-7 15,1 1-9-15,-1 1-11 0,3 3-9 16,-3-2-7-16,2 1-5 0,0-1-6 0,1-2-8 15,-1 0-13-15,-1-6-3 0,0 5-10 0,2 0-6 16,-2-7 0-16,-1 1-3 0,1-3-19 0,0 2-15 16,1-7-34-16,-2 2-34 0,0-4-37 0,-1 2-58 15,1-1-54-15,-1-10-208 0,-3 16-438 0,-2-11 193 16</inkml:trace>
  <inkml:trace contextRef="#ctx0" brushRef="#br0" timeOffset="8232.25">8048 3666 146 0,'14'-3'141'0,"4"0"-17"0,3-1-30 16,7 1-46-16,-6 3-81 0,-3 2-54 0,3-1-94 16,6 0 42-16</inkml:trace>
  <inkml:trace contextRef="#ctx0" brushRef="#br0" timeOffset="8849.79">8325 3955 139 0,'0'0'284'16,"0"0"2"-16,16-9-6 0,-7 2-19 0,0 1-18 16,8-3-10-16,-2-2-21 0,4-1-21 0,0 0-15 0,-2 1-15 15,7-4-26-15,-2 0 12 0,-5 3-26 16,2-7-9-16,-5 7-10 0,0-4-12 0,-3 0-8 15,2 0-9-15,-3-1-9 0,1-2-9 0,-1 2-17 16,-4 0 7-16,-2 0-2 0,-2 6-9 0,0-2 1 16,-4 1-6-16,2 2-7 0,-2 1-2 0,-1 2-2 15,3 7-4-15,-6-10-5 0,0 5-4 0,-2 3 3 16,8 2-8-16,-22 2 3 0,12 3-3 0,-5 3-7 0,-3 1 5 16,4 3 2-16,-2 3-2 0,2-2-2 15,2 2 4-15,-1-1 3 0,0 0 0 0,5 1-1 16,2-1-1-16,-1 1-1 0,5 2 4 0,-1-2 1 15,5-4 5-15,0 2 2 0,1-2 3 0,4 1 10 16,1-2 16-16,7 2-6 0,0-5 0 0,2 0 5 0,1 1-6 16,3-3-3-16,6 0-8 0,-6-2 1 15,7 1 3-15,-7-5-26 0,1 1 16 0,-2-2-1 16,1-2 3-16,0 0 6 0,0-2-8 0,-3-3-4 16,-1-1 2-16,0 1 0 0,0-1-3 0,-3-3-29 15,0-3 20-15,0-4-18 0,-3 4-17 0,-2-3-9 16,-4 3 4-16,2-2 1 0,-3-2 0 0,1 5-6 15,-5 4 15-15,1-5 8 0,-2 5-4 0,-2 0 1 16,1 1 1-16,-1 3 5 0,1 1-2 0,-4 2 1 16,6 4-2-16,-6-10 6 0,6 10 2 0,-5-7 3 15,5 7 0-15,0 0 11 0,-5-6-13 0,5 6 1 16,0 0 0-16,0 0-2 0,0 0 4 0,0 0 0 16,0 0 1-16,10-5-2 0,-10 5 2 0,14 3 6 15,-3-1-2-15,1 1 0 0,1 1-2 0,1-1 4 16,-1 1-3-16,-1 0 0 0,1 1 0 0,-1 0-2 15,-2 2-1-15,-1 0-1 0,-1 0 0 0,0 2 5 16,-1 0-2-16,-1 0 4 0,0 3-2 0,-4 0 2 16,1-2 2-16,-1 3 1 0,-1-1 1 0,1 6 0 15,-2-1-29-15,-5-2-45 0,3 3-46 0,1-7-58 16,0 1-83-16,-3 4-252 0,0 1-551 0,1-6 244 16</inkml:trace>
  <inkml:trace contextRef="#ctx0" brushRef="#br0" timeOffset="9149.69">9425 3466 21 0,'1'-10'353'0,"-1"3"-11"0,0 7-24 0,1-10-23 16,-1 10-26-16,0 0-25 0,-1-11-28 0,1 11-30 15,0 0-20-15,0 0-15 0,0 0-16 0,0 0-9 16,7 38-10-16,-6-15-5 0,-1 3-7 0,0 1-3 16,0-2-8-16,0 1-10 0,-1-2 4 15,1 2-14-15,0-3 3 0,-2-4-6 0,2 0-4 0,-1-2-5 16,1 11 1-16,0-9-15 0,1 0-1 0,-2-4-5 16,1 2-26-16,0-2-35 0,0-3-36 0,0-2-43 15,-3 0-35-15,1-1-33 0,2-9-35 0,-5 14-47 16,5-14-45-16,-8 9-182 0,8-9-515 15,0 0 228-15</inkml:trace>
  <inkml:trace contextRef="#ctx0" brushRef="#br0" timeOffset="9633.26">9305 3699 16 0,'0'0'158'0,"0"0"-16"0,14-10-6 15,-3 8 0-15,5-1-17 0,5 1-7 16,9-1-11-16,2 2-9 0,1 1-7 0,1-3-12 15,0 5-4-15,3-2-6 0,-4-3-8 0,-1 4-8 16,-2-2-1-16,-1 2 3 0,-10-2-11 0,0 0-2 16,-5 1-2-16,-3-1-9 0,0-1 5 0,-5 1 12 15,-6 1 16-15,13-3-2 0,-13 3-2 0,6-1 5 16,-6 1-3-16,0 0-8 0,0 0 7 0,3-8 3 16,-3 8-5-16,0 0-5 0,0 0-8 0,0 0-2 15,-23-4-7-15,23 4-2 0,-21 8 3 0,7-3 3 16,-1 4 0-16,-2 1 3 0,3 4 1 0,-1-2-4 15,3 0-5-15,4-2-1 0,1-1-3 0,1 0-3 16,1 0-1-16,2 2-1 0,2 0 0 0,-1-1-1 16,5-4 1-16,1 2 0 0,1-2-1 0,0-1 0 15,7 2-3-15,-1-2 3 0,1-1-4 0,2-4 2 16,-1 1-3-16,0 1 0 0,-1-2-2 0,-12 0 0 16,19 0 2-16,-19 0-1 0,17-3-2 0,-11 1 2 15,-6 2 0-15,13-7-5 0,-9 0 2 0,-4 7-3 16,10-8-1-16,-6 1 2 0,-4 7-5 0,6-7 16 15,-6 7 8-15,7-10 6 0,-7 10-7 0,0 0 5 16,0 0-8-16,4-7-8 0,-4 7-2 0,0 0 0 16,0 0-3-16,0 0 0 0,0 0 1 0,0 0 1 15,0 0-3-15,6 24 6 0,-6-24-8 0,1 15 1 16,1-4 3-16,-1-2-3 0,1 2-5 0,1-3 2 16,2 2-26-16,-3-2-36 0,-2-8-43 0,12 13-53 15,-4-8-71-15,-1-1-261 0,-7-4-523 0,0 0 232 16</inkml:trace>
  <inkml:trace contextRef="#ctx0" brushRef="#br0" timeOffset="9965.68">10146 3459 106 0,'3'-10'299'0,"0"3"-5"0,-2 2-4 0,-1 5-19 15,4-10-14-15,-4 10-20 0,0-6-23 0,0 6-18 0,0 0-25 16,3-6-21-16,-3 6-20 0,0 0-13 0,0 0-13 16,0 0-6-16,6 23-2 0,-2-8-11 15,-1 3-11-15,-1 3-3 0,1-2-6 0,0 6-4 16,-1 1 18-16,1 0-1 0,3-3 4 0,-4-2-5 16,1-2-6-16,-3 7-9 0,0-7-3 0,0 0-3 15,2 6-23-15,-2-6 13 0,0 0-5 0,-1-1-3 0,1 0-3 16,0 2-5-16,0-4 9 0,0 1-11 0,-1 0-8 15,-1-1-17-15,1-3-19 0,0 2-31 16,1-2-28-16,-3-1-34 0,1 0-35 0,-1 0-26 16,1-2-33-16,0 1-45 0,-1-2-46 0,3-9-200 15,-7 14-533-15,3-10 237 0</inkml:trace>
  <inkml:trace contextRef="#ctx0" brushRef="#br0" timeOffset="10203.5">10246 3644 78 0,'9'-10'200'0,"1"3"-6"0,1-1-5 0,-1 2-7 15,0 2-18-15,2 3-12 0,-1 0-17 0,1 1-12 16,1 2-13-16,-2 2-7 0,1 0-8 0,-1 0-6 16,-2 2-8-16,0 0-5 0,0 0-9 0,-4-1-4 15,-1 1 8-15,0 0-2 0,-2-1 8 0,-2-5 5 16,3 11-1-16,-3-11 3 0,-3 10-1 0,3-10-4 15,-11 13-5-15,1-9-11 0,-8 2-5 0,2-1-17 16,-3 0-32-16,3 0-45 0,-2-1-65 0,0 0-96 16,1 0-243-16,-1-3-477 0,2-2 212 15</inkml:trace>
  <inkml:trace contextRef="#ctx0" brushRef="#br0" timeOffset="10346.76">10347 3661 137 0,'0'0'168'0,"0"0"-11"0,0 0-26 15,0 0-15-15,0 0-36 0,0 0-51 0,4 5-66 16,-4-5-94-16,0 0-141 0,0 0 63 0</inkml:trace>
  <inkml:trace contextRef="#ctx0" brushRef="#br0" timeOffset="16539.8">11081 3598 180 0,'-3'-7'186'16,"3"7"-9"-16,0 0-11 0,0 0-10 0,0 0-9 15,13-9-9-15,-5 6-2 0,3-1-8 0,6 0 15 16,1 0-8-16,4 1-15 0,7-4-9 0,-8 5-10 16,7-3-10-16,-2 1-10 0,-4-1-8 0,-3 1-14 15,1 3-21-15,-5-1-19 0,-5 1-28 0,-1-2-33 16,-1 3-38-16,-8 0-47 0,15-1-32 0,-15 1-27 15,6 2-111-15,-6-2-322 0,0 0 142 0</inkml:trace>
  <inkml:trace contextRef="#ctx0" brushRef="#br0" timeOffset="16757.23">11100 3600 125 0,'-6'7'156'16,"1"3"-7"-16,0 0 26 0,-3 6-6 0,3 2-12 15,0 0-5-15,1 7-3 0,-1 1 6 0,0 3-8 16,2-10-1-16,2 7-13 0,-1-1-15 0,4-1-8 16,-1 2 3-16,-2-7-8 0,2 7-12 0,0-6-7 15,-1-3-5-15,2 1-10 0,-4 0-8 16,4 0-2-16,-1-1-22 0,0 0-27 0,-2-6-39 0,1 2-44 16,1 2-48-16,-1-5-43 0,-1 2-51 0,-3-2-150 15,0-2-392-15,4-8 174 0</inkml:trace>
  <inkml:trace contextRef="#ctx0" brushRef="#br0" timeOffset="16916.7">11104 3888 161 0,'15'-10'168'0,"7"4"-17"0,-5-1-11 0,12-3-9 0,-1 1-13 15,3 1-10-15,0 3-15 0,2 0-3 16,-1-3-22-16,0 7-39 0,-2-3-51 0,1 0-57 15,-8 4-114-15,-3 0-209 0,-1-5 93 0</inkml:trace>
  <inkml:trace contextRef="#ctx0" brushRef="#br0" timeOffset="17367.55">11573 3692 65 0,'0'0'253'0,"-1"-8"-11"15,1 8-22-15,0 0-19 0,-2-6-23 0,2 6-23 16,0 0-19-16,0 0-16 0,0 0-13 0,0 0-8 15,0 0-11-15,0 0-4 0,-5 31-6 0,5-16-5 16,3 2-5-16,-1-1-6 0,1 1-5 0,1-2 1 16,2 0-9-16,0-5-5 0,-1 1-3 0,7 1-3 15,-5-4-3-15,4-1-1 0,0-2-2 0,-2 0-4 16,2-2-2-16,2-1 4 0,-13-2-7 0,19 3-2 16,-19-3-1-16,18-5-2 0,-10 4-1 0,-8 1-2 15,16-9 2-15,-9 4-1 0,0 0-2 0,2-4-4 16,0 2-2-16,-4-2 3 0,3 1 0 0,-4 0 4 15,-4 8 0-15,7-9-3 0,-7 9 0 0,5-10 0 16,-5 10-9-16,4-6 1 0,-4 6-9 0,0 0 3 16,0 0-1-16,0 0 1 0,0 0 3 0,0 0-1 15,9 19-2-15,-6-10 2 0,-2 1-2 0,5 2 2 16,-2-1 1-16,0-1 0 0,3-4-1 0,0 2 2 16,3-3-2-16,0 1 4 0,1 0-2 0,1-4 3 15,1-2-3-15,5-1 5 0,-4-2-1 16,3-2 3-16,-4 2 18 0,2-4 5 0,0-2 11 15,-1 0-2-15,-1-3 14 0,-6 1 14 0,3-5-10 16,-2 4-3-16,-2-4-3 0,-1 1-1 0,0 0-10 0,-2 3 3 16,-1-4-13-16,-2 0-3 0,0 4 0 0,0 1-4 15,-1-1-1-15,0 3-9 0,-1 1-14 0,1 1-22 16,1 7-34-16,0-12-44 0,0 12-56 0,-1-7-76 16,1 7-47-16,0 0-204 0,0 0-522 0,0 0 231 15</inkml:trace>
  <inkml:trace contextRef="#ctx0" brushRef="#br0" timeOffset="17616.72">12275 3578 276 0,'3'-5'292'0,"-3"5"-10"0,4-9-4 16,-1 5-11-16,-3 4-16 0,0 0-21 0,0 0-23 16,1-10-25-16,-1 10-21 0,0 0-24 15,0 0-14-15,0 0-2 0,0 0-3 0,9 27-3 16,-5-12-10-16,-1 2-8 0,4 7-1 0,-5 3-11 15,1-3-2-15,1-6-8 0,0 10-8 0,-2 1-7 0,1-3-19 16,3 0 13-16,-3-3-1 0,0-4-12 0,1 0-1 16,-2 0 6-16,2-3-38 0,-2 0-25 0,0-3-44 15,1-2-40-15,-1 1-36 0,0-3-27 16,-2-9-46-16,0 17-27 0,0-17-33 0,0 11-196 16,0-11-504-16,-11 6 222 0</inkml:trace>
  <inkml:trace contextRef="#ctx0" brushRef="#br0" timeOffset="17916.21">12358 3541 90 0,'12'-14'164'0,"1"1"-13"0,-4 4-10 16,4 2-12-16,-4 4-4 0,5 0-16 0,-1 0-8 16,-2 5-13-16,1 0-7 0,-1 3-6 0,-3 2-5 15,3 0-6-15,-1 2-3 0,-3 0-8 0,-3 0-2 16,1 1-5-16,-2 3-1 0,-1-3 0 0,-4 1 3 15,-1-1 3-15,-2 2 3 0,-3-3-10 0,5 0 13 16,-3-2-1-16,-1 1 3 0,0-4 8 16,4 0 4-16,3-4 2 0,-8 4 3 0,8-4 0 0,-7 6 0 15,7-6-3-15,-4 3-5 0,4-3-2 0,0 0-12 16,-7 4-5-16,7-4-9 0,0 0-9 0,0 0 0 16,0 0-3-16,0 0-3 0,0 0-8 0,9 15 2 15,0-9-2-15,-1 2-3 0,7 2-29 0,4-1-29 16,-1 1-38-16,5 6-45 0,1-3-49 15,3 0-58-15,-4 2-159 0,4-5-424 0,-2 2 189 16</inkml:trace>
  <inkml:trace contextRef="#ctx0" brushRef="#br0" timeOffset="18049.74">12983 3888 80 0,'11'3'190'0,"-11"-3"8"0,9 7 4 0,-5-2 3 0,-2-1-12 15,0 3-11-15,-2-7-3 0,3 13-10 0,-2-3-17 16,-5 0-17-16,0 0-12 0,0 5-8 0,-5 1-18 15,0 0-43-15,-9 5-75 0,-1 0-128 0,-4-1-202 16,2 2-380-16,-2-5 168 0</inkml:trace>
  <inkml:trace contextRef="#ctx0" brushRef="#br0" timeOffset="20649.38">13578 3682 30 0,'0'-12'233'15,"2"3"-7"-15,-6 1-5 0,2 1-4 0,2 7-8 0,0-12-15 16,0 12-23-16,0 0-20 0,0-10-22 0,0 10-14 15,0 0-11-15,0 0-14 0,0 0-7 0,0 0-8 16,-5 31-8-16,0-16-7 0,0 12-1 16,3-3-10-16,-4 5-4 0,4-1 0 0,0-1 0 15,2-2-11-15,-1 0-4 0,1-5 1 0,3 0-11 16,-3-2 4-16,0-1-2 0,0 2 0 0,2-2-2 16,0-1-8-16,0 0-19 0,0 0-28 0,-2-6-25 0,3 1-33 15,-3 0-31-15,0-1-30 0,2-3-27 16,-2-7-21-16,0 12-128 0,0-12-357 0,0 0 159 0</inkml:trace>
  <inkml:trace contextRef="#ctx0" brushRef="#br0" timeOffset="20966.68">13587 3630 5 0,'8'-16'118'15,"2"5"-8"-15,3 0-6 0,1 2-11 0,1 1 6 16,4 6-6-16,0-1-6 0,2 2-12 0,-1 3-2 15,-4-1-1-15,0 2-6 0,-3 3-11 0,1 0-7 16,-5 0 2-16,-1 4 12 0,-1-2 0 0,0 4-13 16,-5 1-5-16,-2-3 7 0,-4 5-4 0,-1-3-5 15,-2-1 1-15,-1 3-4 0,-1-3 4 0,-3 1 5 16,3-5-4-16,1 2 5 0,-2-1 2 0,3-3 0 16,1-2-1-16,2 3-2 0,-1-3 0 0,5-3-5 15,-7 6-5-15,7-6-1 0,0 0-5 0,-5 5-6 16,5-5-1-16,-6 3-10 0,6-3 2 0,0 0-8 15,-2 7 5-15,2-7-3 0,0 0 4 0,8 18-4 16,-3-10-6-16,4 0-21 0,-2 2-17 0,4-3-25 16,3 4-16-16,1-1-21 0,3 0-17 0,-2-4-15 15,4 0-13-15,-1 1-13 0,-2-2-99 0,1-1-272 16,0-1 120-16</inkml:trace>
  <inkml:trace contextRef="#ctx0" brushRef="#br0" timeOffset="21216.73">14034 3853 28 0,'7'-8'87'16,"-1"-3"37"-16,-1 2 10 0,-1-2 6 0,4 3 0 15,-6 0 15-15,2-2-2 0,0 4 9 0,-4-1 7 16,0 7-1-16,4-9-12 0,-4 9-15 0,3-7-15 16,-3 7-16-16,0 0-15 0,0 0-10 0,0 0-13 15,0 0-6-15,0 0 2 0,0 29-4 0,-3-6 7 16,-1-3 5-16,0 6-4 0,-1 4 4 0,-2-6-5 16,3 2-3-16,2-7-2 0,0-1-3 0,-1-1-6 15,3-3-4-15,-2-2-2 0,4 1-4 0,-2-3-5 16,3-1-4-16,-2 1-1 0,2-1-5 0,-1-2-3 15,3-3 0-15,0 2-2 0,3 0-1 16,1-2-6-16,5-1-2 0,-1-1-16 0,1-1-30 16,4 0-29-16,0-2-47 0,-1-2-41 0,2 0-49 0,1-1-45 15,0-2-220-15,0-1-495 0,1-2 219 0</inkml:trace>
  <inkml:trace contextRef="#ctx0" brushRef="#br0" timeOffset="21360.99">14548 3827 112 0,'0'0'229'0,"9"-6"-18"0,-9 6-9 0,3-4-11 0,-3 4-19 16,0 0-17-16,8-5-16 0,-8 5-16 0,9-3-11 15,0 3-13-15,2-2-10 0,0 1-30 0,6 1-47 16,0-1-46-16,4 1-55 0,-3 2-49 0,-5 2-136 16,-4 0-298-16,1 0 132 0</inkml:trace>
  <inkml:trace contextRef="#ctx0" brushRef="#br0" timeOffset="21515.81">14627 3930 59 0,'0'0'180'0,"0"0"-9"0,0 0-19 0,0 0-12 16,0 0-19-16,0 0-4 0,0 0-10 0,27 2-23 16,-14-2 4-16,7-2-15 0,-2 2-36 15,11 2-32-15,5-6-41 0,-1 1-52 0,-1 2-114 0,-4-2-218 16,0-1 96-16</inkml:trace>
  <inkml:trace contextRef="#ctx0" brushRef="#br0" timeOffset="21767.21">15190 3630 127 0,'-2'-10'271'0,"0"0"-7"0,0 2-2 15,0 2-1-15,2 6-12 0,-3-9-17 0,3 9-23 16,-2-8-28-16,2 8-17 0,0 0-22 0,0 0-15 15,0 0-14-15,0 0-12 0,0 0-11 16,0 0-7-16,5 29-10 0,-1-13-4 0,-4 3-3 16,0-1-1-16,6 6-10 0,-6-5-2 0,4-2-2 15,-5 3-6-15,2 1 0 0,-1 2-12 16,0-4 4-16,0 0-5 0,1-1 1 0,2-2-5 0,-3-2-37 0,4-2-38 16,-3 3-38-16,0 2-41 0,0-5-59 15,3 0-46-15,-2 0-46 0,-2 0-157 0,3-1-470 16,0-3 208-16</inkml:trace>
  <inkml:trace contextRef="#ctx0" brushRef="#br0" timeOffset="22018.16">15671 3598 64 0,'3'-10'323'15,"-1"0"5"-15,0 4-4 0,-2 0-8 0,0 6-13 16,5-10-39-16,-5 10-10 0,0-7-25 0,0 7-28 15,0 0-40-15,0 0-23 0,0 0 11 0,0 0-22 16,0 0 2-16,4 24-14 0,-4-12-6 0,1 8-7 16,-1-2-13-16,0 5-4 0,1-3-1 0,-1 3-15 15,3-3 0-15,-1 1-7 0,1 5-20 0,-2-6 17 16,0 4-14-16,1-7 0 0,2 0-4 0,-3 1-13 16,1-4 2-16,0-1-22 0,-2-3-42 0,1 2-47 15,-2 0-44-15,1-12-51 0,0 20-43 0,-2-12-73 16,1 0-286-16,1-8-626 0,-6 11 277 0</inkml:trace>
  <inkml:trace contextRef="#ctx0" brushRef="#br0" timeOffset="22271.08">15903 3634 74 0,'2'-6'260'0,"2"2"-16"15,-4 4-16-15,4-9-13 0,-4 9-28 16,0 0-16-16,0 0-18 0,-13-7-14 0,13 7-14 0,-17 5-18 15,5-1-5-15,-5 4-12 0,1-1-11 0,0 3-4 16,-2-2-11-16,8-1-7 0,1 2-6 0,-1-2-3 16,1 2-7-16,4-3-1 0,-4 2-7 0,5-2-2 15,2-2-7-15,-4 6 2 0,5-5-2 0,1 6-1 16,0-11-4-16,7 18 0 0,-1-9 2 0,5 5-4 16,2-2 2-16,6-2-15 0,2-1-23 15,3-1-40-15,-2-3-38 0,7 1-60 0,2-1-52 0,-4 0-170 16,-9-5-409-16,3 3 181 0</inkml:trace>
  <inkml:trace contextRef="#ctx0" brushRef="#br0" timeOffset="22633.65">16163 3920 115 0,'0'0'248'16,"7"5"-3"-16,-7-5-3 0,0 0-11 0,0 0-18 15,0 0-17-15,24-8-18 0,-24 8-17 0,14-8-18 0,-2 4-15 16,-2-1-1-16,1-2-3 0,2 1-8 0,-3-2-9 15,7-1-4-15,-7 1 2 0,2-6-8 16,0 0-2-16,-4 0-7 0,-1 3-8 0,-2-5-6 16,1-1-7-16,-2 0-1 0,-2 0-8 0,0 0-1 15,-1-2-7-15,-1 2-4 0,0 1-6 0,1 0 4 16,-1 3-7-16,3 2-3 0,1-1-2 0,0 1-2 16,1 1-8-16,2-1-1 0,0 3-6 0,2 1 1 0,0 2-8 15,2 1 0-15,2 2-5 0,0 2 2 16,-2 2-2-16,2 0-18 0,-2 5 16 0,-2 2 0 15,2 6 0-15,-4-4-3 0,-3 5 1 0,1 2 3 16,-4 0 0-16,1-1-3 0,-4 2 3 0,2-3 3 16,-1-1-14-16,1 0 11 0,-1 2 0 0,3-3 4 15,0-3-6-15,-1-1 12 0,2 1-7 0,2 0 3 16,4-1-2-16,3 0-15 0,5-2-34 0,0 0-51 16,3-4-72-16,9-1-96 0,-2 1-294 0,-6-5-601 15,-1-3 266-15</inkml:trace>
  <inkml:trace contextRef="#ctx0" brushRef="#br0" timeOffset="26330.76">16822 3928 52 0,'0'0'233'0,"0"0"-23"0,-2-11-25 0,2 11-16 0,0 0-17 16,0 0-22-16,0 0-22 0,0 0-49 0,-2-8-43 16,2 8-54-16,0 0-22 0,0 0-33 15,0 0-95-15,0 0-203 0,0 0 91 0</inkml:trace>
  <inkml:trace contextRef="#ctx0" brushRef="#br0" timeOffset="26816.58">17788 3501 29 0,'-2'-10'218'0,"0"1"1"16,-1 2 7-16,1-2-16 0,-6 2-21 0,0 0-27 15,1 2-13-15,-3 0-18 0,2 4 14 0,-4 0-17 16,1 2-14-16,-6 5-10 0,-1 0-13 0,3 5-6 16,-2 1-12-16,-3 7-7 0,6-5-8 0,-1-2 0 15,4 5-10-15,1 0-3 0,4 0-5 0,-1 2-4 16,6-8-7-16,0 4 0 0,5-2-2 0,5 3-3 16,-3-7-3-16,8 4-3 0,5-3-11 0,8 0-7 15,-9-2-11-15,4-5-6 0,5 0 2 0,-6-1-1 16,-1-4-1-16,-3 2 3 0,-3-1 3 0,0-2-1 15,-2 0 4-15,-1 1-1 0,-2 0 3 0,-2 0 0 16,-1 0 1-16,-6 2 5 0,9-7 3 0,-9 7-6 16,4-6 9-16,-4 6-1 0,0 0 5 0,0 0-3 15,0 0-1-15,-17-11-1 0,17 11 2 0,-18 0-2 16,18 0 4-16,-25 7 1 0,8 0 4 0,-1 0-3 16,0 0 2-16,3 3-3 0,1 0 0 0,1 0 0 15,-2 1-4-15,6-3-3 0,6-1 2 0,-3 2-2 16,0 1 3-16,3 2 0 0,4-1-1 0,-2 5-1 15,4-4-11-15,3-2-20 0,2-1-30 0,1-2-35 16,8 3-45-16,0-6-34 0,4 1-23 0,-1-3-161 16,1 0-382-16,8-5 169 0</inkml:trace>
  <inkml:trace contextRef="#ctx0" brushRef="#br0" timeOffset="27166.61">18163 3663 115 0,'-1'-6'228'0,"1"6"-14"15,-5-11-11-15,0 6-11 0,-1 2-13 0,-5 2-16 16,-1 1-16-16,0 1-11 0,0 4-12 0,-1 1-10 16,1 0-12-16,-2 4-12 0,1 2-8 0,4-4-7 15,0 0-9-15,2 1-4 0,2 2-7 0,1-3-6 16,2 4-3-16,2-2-4 0,0-10-4 0,3 21-6 16,0-11 0-16,0-1 0 0,1-4-6 0,6 3-6 15,-1-4 1-15,0 0-8 0,-9-4 0 0,22 0-6 16,-12-3 1-16,-2 0-2 0,1 1 3 0,-3-1 0 15,2-5-1-15,-2 1-1 0,1 2 4 0,-2-4-4 16,0 1-2-16,0-1 3 0,-1 0 4 16,-1 1 1-16,-2-4-2 0,0 7 0 0,-1 5 18 15,4-12 2-15,-4 12 0 0,0-8-8 0,0 8-4 16,0 0-5-16,0 0-3 0,0 0-5 0,0 0 0 0,0 0-1 16,0 0 3-16,0 0-5 0,0 0 2 0,2 27 2 15,0-15-3-15,-1-2-23 0,3 7-17 0,-2-7-18 16,5 4-32-16,-3-2-28 0,2-1-36 15,4-2-45-15,0 0-31 0,1-2-136 0,1-4-390 16,3 0 173-16</inkml:trace>
  <inkml:trace contextRef="#ctx0" brushRef="#br0" timeOffset="27400.19">18488 3595 146 0,'0'0'227'0,"-6"-10"-25"15,2 8-22-15,4 2-11 0,-10 0-18 0,10 0-12 16,-20 8-10-16,11-1-12 0,-4 3 3 0,2 3 0 16,1 3-13-16,0 0-10 0,3 0-8 0,1 2-7 15,1 0-11-15,2 0-3 0,3-2-7 0,2 4-6 16,0-8-6-16,5 6-1 0,-1-3-4 0,0-5-9 16,4 3-13-16,1-6-26 0,-2 1-26 0,7-2-18 15,1-2-38-15,3-1-39 0,0-2-35 0,-8-2-30 16,7-2-125-16,-6-1-340 0,0-2 151 0</inkml:trace>
  <inkml:trace contextRef="#ctx0" brushRef="#br0" timeOffset="27732.62">18659 3481 47 0,'0'0'170'0,"3"-8"-14"0,-3 8-18 15,0 0-11-15,0 0-9 0,0 0 12 0,9 16 1 16,-6 1 5-16,0 2 2 0,-3 6 2 0,5 2-10 15,-2-1-13-15,-1-6-5 0,-2 4 1 0,2-5-9 16,-1 0-11-16,-1-2-7 0,1-1-9 0,2-4-6 16,-2-1-8-16,-1 0-3 0,1 0-9 0,-1-11-3 15,3 13-5-15,-3-13 1 0,1 12 10 0,-1-12 13 16,0 0 13-16,2 8 15 0,-2-8 9 0,0 0 2 16,0 0-8-16,0 0-12 0,0 0-10 0,0 0-10 15,19-30-4-15,-13 20-7 0,2 0-7 0,1-1-2 16,-2 3-7-16,1 1-6 0,-1 1-2 15,0 1-11-15,-3 1 2 0,-4 4-5 0,13-3-5 16,-13 3-2-16,0 0-3 0,18 8-1 0,-12-1 3 0,0 1-7 16,1 2-8-16,0 5-26 0,-2-1-24 0,1 4-43 15,1-4-36-15,0 4-51 0,2-3-69 0,-3 2-267 16,2 0-564-16,1-2 251 0</inkml:trace>
  <inkml:trace contextRef="#ctx0" brushRef="#br0" timeOffset="28399.76">19547 3688 105 0,'-5'-8'309'0,"0"0"-12"15,2 2-17-15,-3 0-23 0,1 2-17 0,5 4-33 0,-14-6-21 16,8 3-21-16,-4 5-19 0,-3 2-14 15,-5 3-15-15,1 2-12 0,-1 1-8 0,3 2-9 16,1 1-10-16,0 0-11 0,2 2-5 0,3-1-2 16,1 0-6-16,3 1-7 0,1-3-10 0,1-1 3 15,4 2-6-15,-1-4 2 0,2 2-10 0,2-4 3 0,1 0-11 16,3-2-4-16,0 0 0 0,3-1-2 0,0-3 0 16,0-1 2-16,1-3-4 0,1 1 1 15,-2-3-8-15,3-4 11 0,-4 2-8 0,3-6-8 16,0-1 4-16,-1-1-1 0,-5-2 4 0,3 1-5 15,-3-9 1-15,2 1-2 0,-4-1-2 0,-1 0 2 0,-1-3 0 16,-1-1 30-16,-1 0-2 0,-1 1-2 0,0-1-3 16,3-1-6-16,-5 6-1 0,2-1 1 15,-1 7 9-15,1 1 3 0,-1 6 14 0,1 1 2 16,0 3 2-16,0 7-10 0,-2-10-4 0,2 10-3 16,0 0-10-16,-2-10-2 0,2 10-11 0,0 0-1 15,0 0 5-15,-3 29-1 0,-3-6-3 0,4 4 2 16,-1 5 3-16,-1 0-3 0,2-2 1 0,2-2-3 15,1 0 5-15,0-2-4 0,3-6 5 0,1 5-6 16,-2-7-2-16,3-3 0 0,-1 2 3 0,3-1 0 16,0-5 2-16,-1-3-12 0,3 5 25 0,1 0-9 15,-4-5 1-15,3-1-5 0,1-3 2 0,-2 2 7 16,2-5-1-16,-11-1-6 0,23-3-9 0,-23 3 20 16,14-4-8-16,-5 0-5 0,1-3 1 0,-1 1-1 15,-1-3-5-15,0 0-1 0,1-2 3 0,-3 0 1 16,0-1 3-16,1 1-5 0,-1-5-1 0,-2 6-6 15,-2-1 4-15,1 3 1 0,-2 1 8 0,2 1-7 16,-3 6 18-16,2-8-4 0,-2 8-9 0,3-6-9 16,-3 6 1-16,0 0 4 0,0 0-1 0,0 0-6 15,0 0 3-15,0 0-4 0,0 0 1 0,1 33 5 16,-1-21-3-16,0-1 0 0,3 2 2 0,2 2-8 16,-1-2-32-16,2 3-36 0,-1 1-53 0,3-4-51 15,0 0-68-15,2-4-69 0,-2 0-244 0,1-4-605 16,1 0 267-16</inkml:trace>
  <inkml:trace contextRef="#ctx0" brushRef="#br0" timeOffset="28548">19843 3517 2148 0,'-5'-10'29'0,"1"1"6"15,0 3-34-15,0-1 1 0,4 7-9 0,-5-9-6 16,5 9-9-16,0 0-2 0,0 0-4 0,0 0-24 15,0 0-35-15,0 0-31 0,9 22-35 0,-1-11-133 16,-2-1-308-16,7 4 136 0</inkml:trace>
  <inkml:trace contextRef="#ctx0" brushRef="#br0" timeOffset="28817.66">19996 3663 9 0,'0'0'209'15,"0"0"-11"-15,-5 12-10 0,2-5-10 0,1-2-9 16,2-5-4-16,-3 11-6 0,2-4-10 0,1-7-8 15,-1 16-14-15,2-9-8 0,2 3-10 16,0-1-5-16,1 0-9 0,3-2-5 0,3 0-10 16,-1-2-1-16,-1-2-10 0,3-3 2 0,1 3-4 15,-1-1-1-15,3-3 1 0,-2 1 5 0,-12 0 0 0,21-6 6 16,-10 1 13-16,-4 0-1 0,2-2-11 0,-4-1-5 16,0 0-7-16,-2-1-11 0,-3 9-4 0,3-19-5 15,-3 8-2-15,-3 0-6 0,0 0-27 16,1 1 3-16,-2 1-26 0,0 1-33 0,-2 0-21 15,-1 3-28-15,0 1-34 0,7 4-26 0,-21-4-35 16,14 6-31-16,7-2-28 0,-16 3-162 0,7 0-442 16,9-3 196-16</inkml:trace>
  <inkml:trace contextRef="#ctx0" brushRef="#br0" timeOffset="29383.42">20369 3632 1 0,'5'-4'249'16,"-5"4"16"-16,7-5-22 0,-7 5-16 0,0 0-17 15,0 0-13-15,0 0-15 0,0 0-18 0,-19-10-17 16,19 10-1-16,-23 7-6 0,5 0-1 0,0 0-7 16,0 5-9-16,0-2-14 0,5 0-10 0,1 2-10 15,3 1-9-15,-2 0 7 0,2-2-4 0,3-1-10 16,2 2-5-16,0 3-4 0,3-3-14 0,2-1-13 16,4-1 11-16,-1 0-4 0,4-3-3 0,5 0-1 15,-3-2-5-15,9-2-4 0,0 0-3 0,3-6-5 16,6-4 4-16,-6-1-4 0,-4 1-4 0,0-1 2 15,-3-5-5-15,5-5 0 0,-7 3-6 0,0 1-10 16,0-8 8-16,-4 5 2 0,1-6-3 0,-2 0 1 16,-2-4-4-16,0 0 2 0,-1-1-2 0,-2 1-1 15,1-2 1-15,0 1-4 0,-3 1 2 0,2-1 14 16,-3 5-3-16,1 5 9 0,0 3 23 0,-2 3 6 16,1 5 6-16,1 2-10 0,-1 5-6 0,0-11-6 15,0 11-15-15,0 0-1 0,0 0-4 0,0 0-7 16,0 0 6-16,0 0-6 0,-4 33-2 15,2-9 7-15,3 5-3 0,-4-2-4 0,5 3 10 0,-2-2-12 16,1 0 1-16,2-2 0 0,0-2 7 0,1-5-2 16,4 0 0-16,1 0 1 0,2-2-6 0,2-4-13 15,-1 1 19-15,3-2 4 0,3-2-10 0,1-1 18 16,6 0-18-16,-4-5 0 0,1-3 7 0,1-1-14 16,4-2-1-16,1-1-2 0,-12-1-4 15,3-1-5-15,-4-4-1 0,-3 4 6 0,2-7 4 16,-5 5-8-16,0-3 3 0,-2 1 3 0,-3-4-8 0,-1 1 11 15,-3 3 2-15,2-2 0 0,-4 3 10 0,2 8-3 16,-5-13-2-16,1 11-10 0,-2-2 11 0,-7 4-15 16,13 0 25-16,-20 4 0 0,3 3-8 15,6 0 1-15,-1 1-3 0,2 0-4 0,1 4 11 16,1-1-14-16,6-2-13 0,1 3-33 0,2 0-61 16,1-2-64-16,11 1-86 0,13 1-101 0,2-2-213 15,2-5-623-15,7 0 276 0</inkml:trace>
  <inkml:trace contextRef="#ctx0" brushRef="#br0" timeOffset="30483.36">21534 3389 2170 0,'6'-10'60'16,"0"-6"40"-16,-2 5-11 0,-3 3-7 0,2 3-7 16,0-1-16-16,-3 6-10 0,3-9-12 0,-3 9-11 15,7-7-8-15,-7 7-4 0,0 0-4 0,0 0-1 16,0 0-3-16,5 20 17 0,-1 4 14 0,-1 4 7 0,0 4 7 16,0 0-5-16,-1 0-2 0,1 0-7 15,2 0 1-15,-2-3-6 0,-1-4 0 0,1 2-2 16,-1-8-2-16,2-2-1 0,-4-1-3 0,4 1-3 15,-3-6 0-15,0 0-2 0,2-5 0 0,-3-6 8 16,2 11 14-16,-2-11 13 0,3 9 11 0,-3-9 8 16,0 0 9-16,0 0 0 0,0 0-20 0,3 9 19 15,-3-9-8-15,0 0-12 0,0 0-2 0,0 0-7 16,0 0-12-16,16-29-12 0,-8 18-14 0,2-3 11 16,2-1-11-16,2 5-6 0,2-4-6 0,-2 2 9 15,4 4-4-15,-2 1-4 0,-2 1-6 0,-3 3 1 16,2 3 0-16,1 0-6 0,-1 1 4 0,-1 4 2 15,3 3 3-15,-3-2-3 0,2 4-2 0,-2-2 2 16,3 0-3-16,3 1-2 0,-4-2-5 0,5 2-6 16,-1-5-9-16,4 1 9 0,6 1-9 0,-1-5-3 15,0-2-12-15,-7-1 9 0,3-2 6 0,4-1-3 16,-9 0 5-16,0-3 2 0,-2 1 6 0,-3-1-1 16,-2 0 2-16,-1-1 5 0,-4 2 9 0,0-2-1 15,0-2 0-15,-4 0-3 0,0 0 7 0,-2-1-2 16,1 0 6-16,-2 0-5 0,-2 0 0 0,-1 2-2 15,3 5-6-15,-6-4 11 0,2 6-3 0,5 3-4 16,-14-5-2-16,4 6-1 0,-7 4 5 0,-1 2-4 16,-1 1 4-16,3 3-5 0,-2 0 4 0,-1 0 1 15,8-4 0-15,2 2-1 0,2-1 3 0,-1-1-1 16,6-1 1-16,2-6 1 0,-7 13 0 0,7-13 2 16,0 0 3-16,9 14-6 0,-9-14 3 0,15 7-2 15,-4-5 4-15,3-2-11 0,-3-2 3 0,3 2 4 16,-1-3-5-16,-1-1-1 0,-1 4 3 0,-1-5-5 15,-1 1 4-15,1-1 2 0,-2 1 1 0,0 0-2 16,-2 0 4-16,1 1-3 0,-7 3-1 0,7-6-2 16,-7 6 2-16,5-3-2 0,-5 3-4 0,0 0-1 15,0 0 2-15,0 0 0 0,0 0 0 0,12 6-3 16,-12-6 3-16,4 11-1 0,1-6 3 0,-1 1 1 16,-2 0-1-16,2-1 6 0,2 1-1 15,1 2 3-15,-1-4 1 0,3 1 3 0,1-1 0 0,-1 0-3 16,5-3 0-16,1-1 4 0,4-1-2 0,-3-3-5 15,3 0 1-15,-2-1 4 0,1-3-1 0,-3 0 0 16,-1 0-3-16,-1 1 4 0,-3-2-2 0,-2 1 5 16,0-2-5-16,-1-1 2 0,0 2-3 15,-3-3 2-15,-1 3-5 0,1-4 3 0,0 5 1 16,-1 0-6-16,0 1 3 0,-3 7-1 0,3-13 0 16,-2 10-3-16,-1 3-5 0,3-8-1 0,-3 8-4 0,0 0 4 15,0 0-1-15,0 0 3 0,0 0-2 16,0 0 4-16,-5 31-3 0,2-19 0 0,-1 1 4 15,-1 2 3-15,1 0-4 0,1 2 6 0,-1 1 12 0,0-2-7 16,0 0 16-16,3-1-5 0,-3-4-2 16,1 1-18-16,1 2 19 0,1-2-2 0,-1-1-1 15,2 0-22-15,-2-1-35 0,0 1-28 0,1 1-34 16,0-3-42-16,1-9-57 0,0 11-63 0,0-11-239 0,0 0-548 16,0 0 243-16</inkml:trace>
  <inkml:trace contextRef="#ctx0" brushRef="#br0" timeOffset="30866.7">23132 3488 253 0,'2'-5'292'0,"-2"5"-13"0,0 0-22 16,-7-10-17-16,1 7-24 0,6 3-8 0,-24 5-17 15,6-1-8-15,1 6-19 0,-6 3-15 0,4-3 1 16,4 1-17-16,-2 0-7 0,4 1-16 0,4-3-6 15,0 2-11-15,0 2-7 0,5-1-12 0,3-3-23 16,0 0 16-16,1-9-8 0,5 18-3 0,0-11-6 16,5 1 1-16,1-4-5 0,1 0-15 0,8-3-11 15,-3-1 2-15,-4 0-8 0,9-2-3 0,-9-1-4 16,3-2 5-16,-3 0-5 0,-3-1-1 0,2-1-4 16,-3-1 2-16,-1 0 6 0,2-1-4 0,-5 2-14 15,1-1 14-15,-2-1 8 0,0 4 5 0,-1 0 1 16,-3 5 5-16,3-8 0 0,-3 8-8 0,0 0-7 15,7-6-3-15,-7 6-1 0,0 0 1 0,0 0 0 16,0 0 1-16,2 19 4 0,-2-11 1 0,-1 2 2 16,1-10-4-16,2 16-2 0,1-8-4 0,0 4 2 15,-1-2-19-15,1 1-53 0,3-2-43 0,2 1-46 16,-2-3-58-16,2 2-107 0,1-4-216 0,1-4-578 16,-10-1 256-16</inkml:trace>
  <inkml:trace contextRef="#ctx0" brushRef="#br0" timeOffset="34036.69">24155 3159 253 0,'1'-6'248'0,"-1"6"-16"0,0-12-11 0,1 6-14 15,-1 6-18-15,0 0-19 0,0 0-21 0,-1-12-17 16,1 12-19-16,0 0-11 0,0 0-12 15,0 0-3-15,-9 30-3 0,0-5-7 0,-2 4-2 16,4 0-5-16,-6 1-10 0,6 5-3 0,-1-3-1 0,3 0-7 16,1-1-4-16,-1 0-3 0,2-1 1 15,1-2-3-15,2-1-11 0,-1-1 3 0,-1-1-5 16,4-7-1-16,-2-1 0 0,3-1-4 0,-1 0-12 0,-1-3-18 16,-2 1-25-16,3-3-29 0,0-1-34 15,-2-10-33-15,2 14-48 0,-2-14-31 0,3 10-184 16,-3-10-425-16,0 0 189 0</inkml:trace>
  <inkml:trace contextRef="#ctx0" brushRef="#br0" timeOffset="34233.3">24015 3507 174 0,'0'0'166'0,"0"0"-9"0,13-6-15 16,1 5-18-16,4-2-9 0,9-1-16 0,2 0-7 15,2 0-9-15,0 2-7 0,-1-2-15 0,0 3 2 0,-9-3-8 16,0 3-3-16,-1 1-9 0,-2-3-2 16,-6 2-12-16,-2 1-13 0,-2-3-29 0,-8 3-21 15,15 0-12-15,-10 0-29 0,-5 0-19 0,0 0-22 16,10 0-86-16,-10 0-218 0,0 0 96 0</inkml:trace>
  <inkml:trace contextRef="#ctx0" brushRef="#br0" timeOffset="34398.37">24450 3528 160 0,'3'2'199'0,"-3"-2"-8"0,0 0-15 0,0 0-18 16,0 0-14-16,0 0-15 0,0 0-11 0,0 0-21 15,0 0-29-15,0 0-38 0,0 0-39 0,0 0-39 16,5 4-39-16,-5-4-134 0,0 0-240 15,0 0 106-15</inkml:trace>
  <inkml:trace contextRef="#ctx0" brushRef="#br0" timeOffset="34899.78">24671 3457 152 0,'-8'-2'234'0,"8"2"-9"16,-11-2-17-16,11 2-22 0,-12 0-19 0,12 0-18 16,-11 4-15-16,3 1-11 0,2 2-13 0,-4 2-11 15,0 4-7-15,-2-2-1 0,0 2-9 0,1 2-4 16,7-4-9-16,-4 1-8 0,1 1-5 0,3-2-4 16,3-4-10-16,-2 4 1 0,3-1-5 0,0-10-3 15,3 18-2-15,-3-18-1 0,7 9-2 0,-2-4-2 16,-5-5 0-16,12 6-2 0,-2-5-1 0,-2-1 0 15,2 0-7-15,4-2-1 0,-2-2 1 0,2 0 0 16,-5-2-1-16,2 2-3 0,-1-3 5 0,-1-3 0 16,-1 1 1-16,-2-2 1 0,1-1-3 0,-1 2-1 15,-2-7 1-15,-4 5-3 0,2-3-2 0,-2 3-2 16,-2 0-2-16,-2 0-3 0,1 2-6 0,-1 1-6 16,-3 2-16-16,0-1-24 0,-3 3-21 0,4 1-19 15,6 4-12-15,-22-1-25 0,22 1-27 0,-20 10-26 16,11-2-16-16,1 2-155 0,-2 3-373 0,0 0 165 15</inkml:trace>
  <inkml:trace contextRef="#ctx0" brushRef="#br0" timeOffset="35284.71">24731 3675 116 0,'5'-3'247'0,"-5"3"-3"0,9-9-4 0,-4 3-22 16,2-2-16-16,-1 0-20 0,-1-1-14 0,4 0-19 15,-3 0-4-15,1-2-14 0,-1 3-11 0,2-2-14 0,0-1-9 16,-1-3-11-16,2 3-9 0,-4-4-8 0,4 0-6 16,-2 1-9-16,-3 2 1 0,0 0-1 15,-2 1-4-15,-1 3 6 0,2 1 9 0,-2-1 1 16,-1 8-5-16,-2-12-4 0,2 12-7 0,-2-8-6 16,2 8-4-16,0 0-2 0,-2-10-10 0,2 10-2 15,0 0-2-15,-3-7-5 0,3 7 2 0,0 0-15 16,0 0-15-16,0 0-16 0,0 0-13 0,0 0 1 0,7-7 3 15,-7 7 3-15,12 1 5 0,-12-1 4 16,21 2 3-16,-9-1-2 0,1-1 5 0,1 3 4 16,-1 0-3-16,-2-1 2 0,-2 2 2 0,2-2-3 15,-3 4 2-15,3 0-1 0,-6 1 4 0,1 2 0 16,0-1 2-16,-1 1 0 0,0 3 5 0,-3-2-3 16,1 0 0-16,-2 3 1 0,2-1 1 0,-1 1-17 15,-2-1-31-15,0 0-18 0,2 1-33 0,-2-3-45 16,2-1-41-16,1 4-31 0,1-4-158 0,-4-9-408 15,4 14 181-15</inkml:trace>
  <inkml:trace contextRef="#ctx0" brushRef="#br0" timeOffset="36533.47">25291 3471 25 0,'0'0'200'0,"0"0"-10"0,0 0-16 0,0 0-17 0,0 0-12 16,0 0-19-16,0 0-11 0,0 0-15 0,4-5-10 15,-4 5-13-15,0 0-5 0,0 0-1 0,0 0-1 16,0 0-2-16,-9 23-8 0,9-15-2 0,0-8-7 16,-2 14-3-16,4-8-6 0,-1 4-2 0,0-3-4 15,2 0-2-15,3-2-1 0,-4 1-4 0,4-1-1 16,0 1 0-16,3-2-2 0,-9-4 1 0,14 6-3 15,-1-4 1-15,-4 1-6 0,4-4 2 0,-2 1-2 16,-2 0 3-16,1-3 5 0,-2 2-10 0,0 0-3 16,-8 1 4-16,14-5-2 0,-4 2 2 15,-6-2-2-15,1 1-4 0,-5 4-2 0,8-7-2 0,-2 4 0 16,-6 3 1-16,2-8 0 0,-2 8-2 0,0 0-1 16,4-7-4-16,-4 7-1 0,0 0-1 0,0 0 0 15,0 0-5-15,0 0 1 0,3-3-1 0,-3 3 2 16,0 0-4-16,0 0 5 0,0 0-2 15,8 16 2-15,-6-11-1 0,3-1 2 0,-5-4-3 16,11 7 1-16,-6-7 2 0,1 3 0 0,6-3 2 16,-1-3 0-16,-2 1-3 0,3 1-1 0,-1-2 6 0,-1-1 0 15,2-2 3-15,-3-1-4 0,-1 0-2 0,2 1 0 16,-3-3 2-16,-2 1-1 0,-2-3-2 16,2 1 2-16,-5 1-1 0,4-1 1 0,-4 3-1 15,0-3 0-15,1 3-13 0,-1 7-20 0,-1-17-23 16,-1 13-15-16,2 4-26 0,-2-11-28 0,2 11-46 15,-2-8-155-15,2 8-352 0,0 0 156 0</inkml:trace>
  <inkml:trace contextRef="#ctx0" brushRef="#br0" timeOffset="37116.71">25818 3377 165 0,'0'0'239'0,"0"0"-13"0,0 0-6 16,-6-12-3-16,6 12-15 0,0 0-21 0,0 0-16 15,-9-4-18-15,9 4-19 0,-16 8-8 0,9 0-13 16,-3-1-11-16,-3 6-9 0,5 1-10 0,1-4-10 16,3 2-6-16,0 0-4 0,-1-1-2 0,4 1-9 15,2-2-5-15,2-5-2 0,-1 4-1 0,4-1-4 16,1-2-1-16,1 2-4 0,2-5 0 0,1 0-3 16,0 1-5-16,1-4-2 0,1 0-1 0,-1-3-4 15,-1 1-4-15,0 0-6 0,0-1-1 0,-2-2 0 16,0-2-6-16,-3 2-2 0,-1-3-1 0,2 0 6 15,-3 2-3-15,1 0-1 0,-3-1-2 0,2-3 4 16,-2 4 0-16,0 0 4 0,-1-1-4 0,-1 7 0 16,5-12 0-16,-5 12-3 0,0-8-2 0,0 8-3 15,0 0-1-15,0-8 1 0,0 8 0 0,0 0 5 16,0 0-7-16,0 0 5 0,0 0 0 0,0 0 0 16,2 28 3-16,0-21 2 0,-1 2 0 0,1-1-2 15,0-1 5-15,0-1-5 0,2 2 3 0,-2-4 2 16,5 3 3-16,-3-1-4 0,4 0 3 0,0-2-2 15,-3-2 7-15,3 1-3 0,2-2-1 0,1-3-3 16,-11 2 4-16,14-3-5 0,-5-2 2 0,-1 2-2 16,1-2-2-16,-1-1-2 0,0-2 2 0,-1 2 3 15,-1-3-2-15,2 2 4 0,-2-3-3 0,1 0 0 16,-1-2 0-16,-1 1 3 0,3-1-5 0,-2 1 2 16,-2 2-1-16,0 0 0 0,-1 2 4 15,-1 0 3-15,2 1-4 0,-4 6 1 0,2-7-5 0,-2 7-1 16,0 0-2-16,4-7 2 0,-4 7 4 0,0 0-3 15,0 0 7-15,11 12 9 0,-9-6-3 0,0 3 2 16,0 0-7-16,2 1 5 0,-3 0-5 0,3 0 4 16,-4 2-2-16,5-2 2 0,-1 2-3 15,-3-2-8-15,3 0-20 0,0 1-17 0,-2-3-35 16,-2-8-26-16,9 17-42 0,-2-10-45 0,0-2-35 0,0-1-152 16,3-1-402-16,0-2 178 0</inkml:trace>
  <inkml:trace contextRef="#ctx0" brushRef="#br0" timeOffset="37500.49">26434 3339 107 0,'-5'-5'216'0,"-5"1"-14"0,1 1-11 16,-3 3-15-16,-1 0-7 0,1 3-9 0,-3 3-10 0,3 0-6 16,-3 3-10-16,2 3-7 0,-1 0-14 15,1 0-8-15,1 0-10 0,7 0-7 0,1-2-10 16,0 2-9-16,0 0-5 0,4-1-6 0,-1-1-4 15,6-2-4-15,-1 0-3 0,1 1-6 0,6-3-8 16,-2-3-8-16,4-1-10 0,1 0-8 0,3-2-8 16,2-4-8-16,-6 2-2 0,-3-1 0 0,3-3-2 15,-2-4 1-15,-2 4 3 0,0-4-5 0,0 0 8 16,-3-2-2-16,2-2 2 0,-4-2-2 0,0 1 3 16,1-2-1-16,-1-2 5 0,-4 0 1 0,0-1 5 15,2-3 0-15,-2 3 5 0,0 2-1 0,0 0 1 16,0 3 18-16,2-3-3 0,-2 7 11 0,4 0 11 15,-4 3 4-15,2 3-6 0,-2 5-2 0,0 0-10 16,0-12-6-16,0 12-6 0,0 0-1 0,0 0 2 16,0 0-5-16,0 0-1 0,-5 33-1 0,4-17-2 15,1 2-1-15,-2 1 2 0,4 6 0 0,-2 2-1 16,1-7-7-16,-1 6-33 0,3-7-30 0,-1 0-37 16,0-1-56-16,2 1-66 0,3-2-220 0,-5-2-471 15,7-4 209-15</inkml:trace>
  <inkml:trace contextRef="#ctx0" brushRef="#br0" timeOffset="37899.68">26869 3128 284 0,'0'-7'293'15,"4"1"-24"-15,-4-2-31 0,0 8-24 0,4-6-29 0,-4 6-15 16,0 0-20-16,0 0-13 0,9 26-12 15,-5-8-17-15,0 1-4 0,4 9-11 0,0-3-8 16,-5 1-6-16,3 1-10 0,-4-8-6 0,1 0-3 16,-1-2-7-16,2-1-7 0,-4-5-2 0,3 2-5 0,-3-5-3 15,2-2-1-15,-2-6-6 0,2 10 0 16,-2-10 0-16,1 8-5 0,-1-8-1 0,0 0 3 0,0 0-3 16,0 6-9-16,0-6 10 0,0 0-5 15,0 0-9-15,0 0 3 0,0 0-14 0,19-9-5 16,-7 2-3-16,-1 2-6 0,7 0 0 0,0 1-8 15,0-1 0-15,-5 3 2 0,1 2-6 0,-5-1 5 0,4 4 3 16,-1 2-3-16,-4 0 1 0,-1 2 4 16,-1-1 0-16,-3 1 3 0,-3 1 5 0,-1 2 1 15,-5-2 3-15,2 3 7 0,-9 1 7 0,-1 0-1 16,-4-1 1-16,4 1-2 0,-8 1 0 0,4-7 0 16,0 4-6-16,3-4-20 0,4-2-37 0,-3 0-57 15,3-2-72-15,-1 0-72 0,12-2-138 0,0 0-428 16,-18-6 190-16</inkml:trace>
  <inkml:trace contextRef="#ctx0" brushRef="#br0" timeOffset="38082.62">27243 3279 168 0,'7'-4'237'0,"-7"4"-20"15,0 0-22-15,0 0-10 0,0 0 0 0,10 14-15 16,-10-8-17-16,0 5-9 0,3-2-18 0,-3 3-11 15,2 2-10-15,0 2-11 0,-2 1-9 0,6 1-5 16,-6-6-28-16,1 1-40 0,2 2-51 0,-1-4-69 16,-2 1-71-16,0 1-155 0,0-13-360 0,0 11 160 15</inkml:trace>
  <inkml:trace contextRef="#ctx0" brushRef="#br0" timeOffset="38227.76">27155 3188 119 0,'0'0'109'0,"-11"10"-69"16,11-3-45-16,0-7-40 0,0 0-47 0,11 19 22 16</inkml:trace>
  <inkml:trace contextRef="#ctx0" brushRef="#br0" timeOffset="38817.6">27580 3264 152 0,'0'0'242'0,"-16"-2"-9"0,5 4-10 0,11-2-5 16,-21 5-7-16,5 0-11 0,-1 3-27 16,8-1-5-16,-5 4-17 0,3 0-15 0,3 3-13 15,-2 0-10-15,6-4-9 0,1 2-9 0,1 0-9 16,2-1-6-16,0-1-10 0,4-1-7 0,1 2-6 15,2-4-2-15,6 0-7 0,-4-1 0 0,10 1-5 16,-6-5-11-16,1 1-8 0,-1-3-2 0,1 0-3 16,-3-3-5-16,-3 1-1 0,1-1-1 0,3-1-4 15,-5-2-1-15,-1 1-6 0,0-3 3 0,-1-2-2 16,-4 4 1-16,3-5-4 0,-4 2 3 0,2-1-4 16,0 1 2-16,-2-2 0 0,0 4-6 0,0 7 6 15,-2-12 3-15,2 12-3 0,0-9 4 0,0 9-9 16,0 0-2-16,0 0-2 0,-4-4 0 0,4 4 5 15,0 0 11-15,0 0-1 0,-10 17 0 0,8-9-1 16,2-1 4-16,0-7-2 0,-2 14 2 0,0-8 1 16,2 2-3-16,4 0 2 0,0-1 1 0,1 2-2 15,0-4 2-15,3 0 2 0,2-1-1 0,2 0-4 16,1-4 3-16,1 0-1 0,-1-2-1 0,2 0-5 16,5-2-5-16,-8 0-8 0,4-2-5 0,-6 0-1 15,4 0-3-15,-7-1 1 0,2-2-4 0,-2-1 4 16,2 0 2-16,-5-1-8 0,1-1 0 0,-1 1 4 15,0 0 1-15,-4-2 1 0,3 2-1 0,0 0 5 16,1 2-1-16,-4 2 5 0,0 7-1 0,0-10 2 16,0 10-4-16,0-10 4 0,0 10-5 0,0 0 1 15,0 0 0-15,0 0 2 0,0 0 5 0,0 0 1 16,0 0 1-16,0 0 2 0,0 32 4 0,0-23 8 16,2 2 6-16,-2 1-2 0,2 0 0 0,-2 0 11 15,2 1-5-15,2 4 4 0,-1-6 0 0,-3 5-1 16,2-4 0-16,0-1-5 0,-2 5-1 0,2-4-2 15,-2 4-1-15,-2-5 0 0,-2 2-13 0,2-3-27 16,-1 2-38-16,-8 3-45 0,0-1-60 0,-2-1-69 16,-3-1-203-16,0-2-476 0,0-3 210 15</inkml:trace>
  <inkml:trace contextRef="#ctx0" brushRef="#br0" timeOffset="39849.82">28520 3298 30 0,'-8'-10'276'0,"1"3"-15"16,-6-1-19-16,4 4-18 0,-4 0-15 0,1 3-24 16,-8 1-19-16,4 1-7 0,-5 6-14 0,4 2-18 15,-5 4-9-15,3 0-15 0,3 7-9 0,2-5-11 16,3 2-5-16,-1 6-9 0,3-7-2 0,3 3-10 16,3-1-4-16,2-1-7 0,3 0 0 0,1-4-7 15,4 2-2-15,0-5-2 0,2 0-6 0,3 1-1 16,0-6 1-16,-1-2-3 0,1 0-4 0,6-1 1 15,0-5-4-15,0 1 1 0,-5-1-5 0,2-3 0 16,-3-2 0-16,3-4-1 0,-3-2-1 0,0-1 7 16,-2-4-4-16,2-6 2 0,-3 1 4 0,-4 5-8 15,-1-9 11-15,0-1 0 0,-2 3-7 0,1 1 5 16,-2-2 1-16,-1 4 0 0,0-6 7 0,1 3-3 16,-1 0-1-16,0 1-6 0,0 5 1 0,2 2 2 15,-2 1 1-15,0 6 0 0,0-1-3 0,1 5-2 16,-1 7 0-16,0-12-3 0,0 12-5 0,0-7-1 15,0 7-8-15,0 0 6 0,0 0-10 0,0 0-2 16,0 0 5-16,-8 34-7 0,4-9 7 0,1 4-1 16,0-1 0-16,2 4 2 0,-3-5 4 0,4 3-4 15,0-5 1-15,0 3 2 0,5-3 0 16,-2-4 3-16,0-4-6 0,1 0 1 0,1-1 0 16,2-2 3-16,2-4-8 0,-3 0 10 0,3 0-3 0,2-1 2 15,0-2 1-15,-1-3 2 0,3 0-4 0,-4-3 3 16,5 2-3-16,-3-5 2 0,0 0 0 0,1-2-2 15,0 0-1-15,-2-3 0 0,1-2 0 0,-2 2-1 16,0-2-1-16,0 0 3 0,-2-2-4 0,2-2 3 16,-3-2-6-16,2 4-11 0,-2 2 18 15,-2 0-1-15,0 4-5 0,-2-1 2 0,-2 6-2 0,6-7 0 16,-6 7-8-16,3-4 2 0,-3 4-2 0,0 0 2 16,0 0-6-16,0 0 1 0,0 0 3 0,10 15-3 15,-7-6 7-15,-3-2-2 0,1 0 0 0,4 1-9 16,-1 1 16-16,2-1-1 0,-3 1 5 15,2-3-16-15,4-2 16 0,0 3-2 0,-1-1 0 16,3-4 2-16,1 1-2 0,1-3 4 0,-4 1 1 16,4-1-5-16,-1-2 16 0,0-2-14 0,-2-1-3 0,1-2 8 15,0 3-17-15,0-2 10 0,-5 0-5 0,0-1 3 16,1 0 4-16,0-1-5 0,0 1 6 0,-2 1-6 16,1 1 6-16,-3 0-7 0,-3 5-1 15,6-5 2-15,-6 5-8 0,0 0-2 0,0 0 1 16,0 0 1-16,0 0-3 0,10 13 1 0,-12-3 4 15,-1 1 5-15,0 6-2 0,1 0 4 0,-6 6-6 0,3-4 8 16,0 0 2-16,1-1-7 0,-2 7-2 0,2-6 2 16,-1 1-1-16,2-2-41 0,0 0-27 15,2 0-31-15,1-3-45 0,1-4-63 0,1 2-67 16,-2-2-237-16,2-2-554 0,-2-9 245 0</inkml:trace>
  <inkml:trace contextRef="#ctx0" brushRef="#br0" timeOffset="40233.3">29205 3342 157 0,'9'-5'189'0,"-9"5"6"0,0 0 7 0,0 0 3 16,3 15-15-16,-2-8-19 0,-1 2-16 0,0 2 6 15,0-1-10-15,1 3-12 0,-1-1-15 0,1-1 2 16,-1 1-11-16,0-2-11 0,0 2-14 0,2-5-9 15,-2 1-7-15,0-8-3 0,2 8-6 0,-2-8 6 16,0 0 8-16,-2 11 31 0,2-11-2 0,0 0-6 16,0 0-23-16,0 0 5 0,0 0-8 0,0 0-5 15,2-27-5-15,-2 16-14 0,2-5 1 0,1 0-9 16,1-1-6-16,3 0-5 0,2-7-6 0,2 0-9 16,4 0-6-16,0 1 0 0,0 0-7 0,3 1-11 15,1 3 13-15,-6 8-3 0,-1-1-12 0,-4 6 18 16,0 0-10-16,-2 2 0 0,2 1-16 0,-8 3 19 15,14 5-4-15,-8 0-3 0,0-1-11 0,1 6 16 16,-1 1 1-16,2 3-1 0,-3 2 11 0,-1 2-11 16,0-1 4-16,1 1-1 0,-1 0-1 0,0-1 8 15,-2-2-6-15,3 1-24 0,-2-4-44 0,-2-1-47 16,4-1-47-16,-1 0-60 0,2-1-68 0,-2-3-228 16,1-2-554-16,-5-4 245 0</inkml:trace>
  <inkml:trace contextRef="#ctx0" brushRef="#br0" timeOffset="40550.49">29661 3217 49 0,'-11'0'215'0,"-2"0"-19"0,3 3-16 0,1 2-7 0,-1 0 7 16,1 3-11-16,0 1-7 0,1-3-20 0,-1 3-10 15,4 0-13-15,-1 2-12 0,4-4-11 0,0 2-7 16,1-2-9-16,1-7-5 0,3 12-7 15,1-6-3-15,3-2-11 0,-1-1-4 0,2 0 2 16,-1-3-9-16,4 1-7 0,-4-1-1 0,-7 0-4 16,18-4-1-16,-11 2-4 0,-1-1-1 0,5-2-1 15,-2 0 1-15,-2 0 7 0,-3 2 7 0,-4 3 5 16,10-5 7-16,-6 1 7 0,-4 4-9 0,6-3-3 0,-6 3-7 16,0 0-10-16,0 0-2 0,9-1-4 15,-9 1-4-15,0 0 3 0,5 12-5 0,-4-7-2 16,2 4-23-16,-2 1-29 0,0 1-37 0,1 0-52 15,0 0-73-15,-3 0-68 0,2 0-155 0,-1-11-456 16,7 21 202-16</inkml:trace>
  <inkml:trace contextRef="#ctx0" brushRef="#br0" timeOffset="41117.69">29819 3341 47 0,'-2'-7'281'0,"0"-4"-9"0,3 1-11 15,-1-2-11-15,1 2-1 0,-1 1-11 0,3-2-26 16,0 0-29-16,4 0-7 0,1 3-32 0,-1-2-8 16,4 3-15-16,1 0-11 0,0 4-15 0,2-2-13 15,1 2-3-15,-1 3-5 0,0 3-15 0,-2 0-5 16,1 0-3-16,-3 5-7 0,1-3-5 0,0 1 0 16,-2 3-8-16,1 0-2 0,-3-2-1 0,0 3-5 15,-3-2-3-15,1-2 1 0,-2 0-5 0,-1 0 1 16,-2-6 3-16,6 7-3 0,-3-3-3 0,-3-4 0 15,0 0-8-15,2 7 11 0,-2-7 0 0,0 0-3 16,0 0-2-16,0 0 2 0,6 2 0 0,-6-2-2 16,0 0-2-16,0 0-4 0,0 0 1 0,0 0-1 15,0 0 4-15,5-17-5 0,-4 11-5 0,-1 6 0 16,8-10 2-16,-3 3-7 0,0-1 6 0,3-2-5 16,-2 3 2-16,3 0 0 0,-2 0-2 0,1 0 2 15,-1 3 2-15,-2 0-9 0,-5 4 4 0,12-4-4 16,-5 4 3-16,-7 0-2 0,11 3 3 0,-4 1-1 15,-1 0 6-15,1 2 6 0,-1 2 3 0,0-2-4 16,2 2 1-16,-2 0 1 0,3-2-2 0,-2 1 3 16,3-1 3-16,-2 0 0 0,3-4 0 0,2 2 0 15,0-3-3-15,2-2 0 0,-2 1-4 0,5-4 4 16,-8 2 1-16,2-3-6 0,0-2-3 0,-2 1 1 16,-1-3 1-16,0 3 3 0,-1-4-6 15,-2 1 2-15,0 1-3 0,0-1 2 0,-1-1 2 0,-4 1 1 16,2 0 1-16,-1 2-1 0,0 1 1 0,-2 6 5 15,2-8-4-15,-2 8-2 0,1-7 0 0,-1 7 4 16,0 0-12-16,0 0 0 0,0 0 5 0,0 0-9 16,0 0 10-16,0 0-7 0,0 0 4 15,-5 24-11-15,3-15-25 0,-1 0-30 0,3 2-32 16,-1 1-47-16,1-12-51 0,0 23-80 0,0-13-213 16,1 0-531-16,-1-10 235 0</inkml:trace>
  <inkml:trace contextRef="#ctx0" brushRef="#br0" timeOffset="41263.94">30357 2981 122 0,'0'0'72'0,"0"0"-55"0,0 0-53 16,0 0-38-16,0 0 18 0</inkml:trace>
  <inkml:trace contextRef="#ctx0" brushRef="#br0" timeOffset="41499.9">30757 3053 195 0,'-34'6'265'0,"22"-3"-7"0,-5 5-10 16,2 1-10-16,1 0-1 0,-3 5-9 0,0-1-8 15,5 0-17-15,0 4-20 0,1-2-19 0,4 1-13 16,1 0-9-16,2-1-13 0,0 1-14 0,5-1-10 16,3 0-12-16,1-2-6 0,3 2-8 0,7-4-4 15,6-1-22-15,3-1-11 0,4-1-64 0,2-3-28 16,-1-1-49-16,0-2-44 0,-2-2-42 0,-6-2-69 16,-3 1-206-16,-1-3-498 0,-5-2 220 15</inkml:trace>
  <inkml:trace contextRef="#ctx0" brushRef="#br0" timeOffset="43634.57">4749 5340 44 0,'0'0'263'0,"0"0"-29"0,0 0-21 15,0 0-8-15,16-17-21 0,-9 3-11 0,0 0-17 16,5-4-13-16,1-5-10 0,1 3-10 0,1-3-16 15,-1 1-6-15,1-1-4 0,1 0 2 0,2 0-4 16,-3 1-4-16,-1-1-1 0,-4 1-9 0,-3 3-5 16,1 0-3-16,-1-4-1 0,-3-1-11 0,-2-3-7 15,0 7-13-15,-2-4-3 0,-2-3-6 0,1 8-1 16,0 2 4-16,-2 2 9 0,2 4-5 0,0 1-4 16,-2 1-7-16,-1 3-2 0,0 1 2 0,4 5-11 15,-10-8 4-15,6 5-3 0,4 3-11 0,-21 5 0 16,7 4 1-16,-9 3-2 0,-2 4-2 0,2 0-2 15,2 2 1-15,4-5 0 0,4 0-1 0,3 0-1 16,2-4-5-16,3 1 0 0,3-2 0 0,-2 1 2 16,4-2-2-16,5 2 2 0,0-3-1 0,6 1 3 15,4 0-2-15,4 0-2 0,0-2-5 0,3-1-2 16,7-1-6-16,-1-2 1 0,1 1 0 0,-7-2 0 16,-3 0-3-16,1 0 1 0,-4 1-7 0,-1 1-5 15,-2 0 3-15,0 2-3 0,-4 2 0 0,1 1 4 16,0 2 2-16,-1 3 1 0,-1 3 3 0,-4 1 2 15,2 3 2-15,-1-2 4 0,-2 0 2 0,1 1 3 16,-3-5-4-16,3 3 4 0,1-3 0 0,-2-2 1 16,2 0 1-16,1 0-1 0,0-2 1 0,4-3 4 15,1 1-2-15,-1-2 4 0,2-1-2 0,6-3 8 16,2-1-9-16,-1-3 4 0,3-1-1 0,5-2 6 16,-8 0-7-16,1-4 2 0,6-2 0 0,-1-2 0 15,-8 4 0-15,1-3 0 0,-4 0 3 0,0 1-2 16,-4-3 1-16,3 1-1 0,-5 0 2 0,-1-4-3 15,-1 1 0-15,-3-1-2 0,1-6-1 0,-1 6-1 16,-3 0 2-16,-4 1 0 0,1 0-1 0,0 5 1 16,0 0 0-16,-2 3-2 0,1 0 3 0,0 3-2 15,2 1 4-15,2 5-3 0,-9-7-3 0,9 7-2 16,-11 2 1-16,11-2 0 0,-16 10 0 0,6 4-1 16,-1-1 3-16,1 3-1 0,4 0-1 0,-1 1 2 15,4-2-3-15,0 3 4 0,2-5 1 0,1-1 0 16,2 1 1-16,1-1 0 0,2-3 1 0,0 1 8 15,5-2-10-15,-1 1 5 0,3-5 0 0,6 1-1 16,-2-4-1-16,6-1 1 0,0 0 0 0,4-4-1 16,-6 0 3-16,0-1-2 0,-1 0 7 0,-3-2-6 15,0 0-2-15,-6-2 1 0,1 1-1 0,-2-1 3 16,0 0-3-16,-4-2 0 0,0-1 0 0,0-5 0 16,0 2-3-16,-2-2-1 0,-2 2-1 0,-1-2 4 15,1 6-2-15,-1 2-2 0,0 1-1 0,1 0 3 16,-1 8-6-16,0-8 0 0,0 8-4 0,2-8 6 15,-2 8-4-15,0 0-2 0,0 0 0 0,-3 27 1 16,2-9 7-16,1 6-3 0,-1 1 0 0,-2 1 4 16,-1 0-3-16,3-5 3 0,-2-2-2 0,3-2 0 15,-1 0 2-15,1-5 1 0,-1-3-2 0,2 0 9 16,-1-9-7-16,0 12 1 0,0-7 1 0,0-5 2 16,3 7-2-16,-3-7 4 0,0 0-2 0,11 6 2 15,-11-6-4-15,0 0 6 0,18-6-2 0,-18 6-1 16,18-7-2-16,-10 2 5 0,1-2-6 0,1-2 4 15,0 2-2-15,-2-1 1 0,1 0-2 0,-2 0 2 16,-2-3-3-16,1 3 4 0,-3-1-1 0,6 1 0 16,-6-2-1-16,2 3 1 0,-1-3 0 0,-2 3 5 15,0 0 6-15,-2 7 0 0,2-8-1 0,-2 8 3 16,3-7-5-16,-3 7 3 0,0 0-6 0,2-7-1 16,-2 7-8-16,0 0 0 0,0 0-7 0,0 0 3 15,0 0 2-15,0 0 0 0,0 0-2 16,0 0-2-16,0 0 0 0,-1 29 4 0,1-22 0 0,0 0 3 15,1 2-2-15,2-1 0 0,-1-3-2 0,-2-5 4 16,7 11-3-16,-5-7 3 0,-2-4 0 0,7 5 12 16,-1-2-11-16,1-2 2 0,-7-1-2 0,17-4 8 15,-4 0-7-15,4-3 1 0,-3-2 0 16,0-1-2-16,0 1 5 0,1-3-4 0,-7 4-3 0,5-3 4 16,-6 2-3-16,4-4 1 0,-5 3 0 0,4-5-3 15,-3 3 5-15,-3 2-2 0,2 0 4 0,-2 2 9 16,1-1 1-16,-1 4 0 0,-4 5-4 0,3-8-4 15,-3 8 9-15,3-6-14 0,-3 6-8 0,0 0-1 16,0 0 0-16,0 0 5 0,0 0-3 0,-3 23 4 16,1-11 1-16,-3 1 0 0,0-1 1 15,2 3 0-15,-1 0-4 0,2 3 5 0,-1-2-3 0,2-4-1 16,0 4-1-16,1 0-29 0,-2-4-31 0,2-2-30 16,-1 4-57-16,4-2-53 0,-3-12-55 0,-2 22-173 15,0-14-464-15,2-8 205 0</inkml:trace>
  <inkml:trace contextRef="#ctx0" brushRef="#br0" timeOffset="44033.45">6190 4733 11 0,'0'-8'250'0,"1"0"13"16,-1 8 7-16,0-12-11 0,2 5-1 0,-2 7-19 15,0 0-22-15,0 0-30 0,-2-13-16 0,2 13-22 16,0 0-21-16,0 0-13 0,0 0-11 0,0 0-7 16,7 39-5-16,-1-13 3 0,-2 2-5 0,0 3-1 15,0-2-6-15,-2 1-7 0,1-1-8 0,-1-2-5 16,1 1-5-16,0-4-6 0,-2-5-5 0,0-2-3 16,2 2-5-16,-2-3-7 0,3-4-17 0,-3-1-35 15,0 1-29-15,0-2-34 0,1 1-36 0,-2-11-33 16,1 14-35-16,-1-14-34 0,4 7-33 0,-4-7-176 15,0 0-465-15,0 0 206 0</inkml:trace>
  <inkml:trace contextRef="#ctx0" brushRef="#br0" timeOffset="44466.66">6277 4859 76 0,'31'-8'97'0,"-2"1"-15"0,-1 1-8 0,2 2-6 16,-5-3-6-16,-3 3-15 0,0 0 7 0,-4 0-8 16,-6 2-6-16,0 2-6 0,-1-2 1 0,-11 2 7 15,14-2-6-15,-14 2 10 0,9-1 2 0,-9 1 8 16,0 0 3-16,0 0 13 0,0 0-22 0,0 0 16 16,-7 16-2-16,-2-8-8 0,-4 4 4 0,0 1-12 15,0 4 5-15,-1-2-12 0,-1 7 6 0,2-5 1 16,2 0 2-16,2-1-4 0,0 0 3 0,4-1-11 15,0-3-4-15,2 2-4 0,2-3-2 0,1-2 0 16,2 1-4-16,1-3 1 0,2-1-1 0,0-2-8 16,3 0 5-16,3-1-1 0,1-2-5 0,0 0-1 15,-12-1-5-15,24-2 5 0,-13 0-3 0,1-3-8 16,-1 0-1-16,-11 5 1 0,14-10-1 0,-7 2 2 16,-1 0-4-16,0-1 5 0,-2 2-7 0,0-1 4 15,-4 8 1-15,5-11-1 0,-5 11-2 0,7-10-1 16,-7 10-1-16,0 0 6 0,5-7-4 15,-5 7-5-15,0 0 2 0,0 0-3 0,0 0 3 0,0 0 0 16,11 17 3-16,-8-7 4 0,-1-1-5 0,3 1-7 16,0 3-23-16,-2-3-26 0,7 4-45 0,-5-4-48 15,2 1-145-15,-6 1-317 0,-1-12 141 16</inkml:trace>
  <inkml:trace contextRef="#ctx0" brushRef="#br0" timeOffset="44665.73">6754 4968 79 0,'7'-8'168'15,"0"1"-16"-15,-1 3-14 0,-1 1-12 0,3 0-21 16,-8 3 6-16,14 2-5 0,-8 2-10 0,2 1-6 16,1 1-8-16,-4 3-9 0,2 0-3 0,-2 0-4 0,1 2-11 15,-3 1-4-15,2-1-5 0,-3 2-16 0,1-1-40 16,-2-2-39-16,0 1-55 0,1-3-144 0,-2-8-266 15,0 17 117-15</inkml:trace>
  <inkml:trace contextRef="#ctx0" brushRef="#br0" timeOffset="45049.53">7036 4866 105 0,'0'0'182'0,"0"0"-5"0,0 0-6 0,0 0 9 16,-16 19-6-16,10-5-6 0,3 2-5 0,-5 1-8 16,3 1-16-16,1 0 1 0,0-1-8 0,3 0-6 0,0-1-13 15,1 0-11-15,2-3-9 0,3 3-6 16,-1-6-9-16,5 1-6 0,3 0-5 0,-3-3-4 16,1-1-8-16,0 1-4 0,3-3-6 0,1-3-3 15,4 0 0-15,2-2-2 0,-1-3-10 0,-1-1-1 16,1-1-7-16,-1-1 8 0,0 0-16 0,-4-2-4 15,-2 1-6-15,-3-2-3 0,0 0-3 0,-1 0-2 16,0-2-6-16,-3 2-1 0,-1-1-1 0,0-2 1 16,-1 3 4-16,-2-2 0 0,1 1 1 0,-2 4 9 15,0 6 14-15,-2-10-4 0,2 10 4 0,0 0-5 16,0-10-4-16,0 10-3 0,0 0 2 0,0 0 0 16,0 0 20-16,0 0-10 0,-19 16-2 0,12-6 1 15,0-1 5-15,0 0-6 0,2 1-4 0,3 1-1 16,-1-1-3-16,3 0-22 0,1 1-18 0,2 0-39 15,1-2-51-15,-4-9-64 0,21 19-72 0,-4-11-170 16,9-1-464-16,4-2 205 0</inkml:trace>
  <inkml:trace contextRef="#ctx0" brushRef="#br0" timeOffset="45649.8">7884 4933 87 0,'0'0'250'0,"0"0"-2"0,0 0 4 16,0 0-4-16,-12 19-6 0,7-10-10 0,1 3-19 16,3-2-9-16,0 2-19 0,3 0-16 0,-3 2-13 15,5-4-20-15,1 2-11 0,1-2-12 0,4 6-13 16,4-4 0-16,-3-4-11 0,3-1-7 0,2-1-11 16,2 0 2-16,1-3-10 0,0 0-6 0,-4-3-8 15,2 0-4-15,-4-1-5 0,0-1-3 0,-3-2 1 16,1 0-13-16,-11 4-3 0,15-14-4 0,-10 8-3 15,-1-4-5-15,-2 1-5 0,-2-4-6 0,-1 2-8 16,-3-5-5-16,-4 1-8 0,0-2 2 16,-1 2 0-16,0-3 9 0,0 2-9 0,-4 1 3 0,4 5 5 15,3 1 5-15,-3 1 4 0,4 2 3 0,-2 0 8 16,3 2 5-16,0-1 0 0,4 5-6 0,-3-6-3 16,3 6-3-16,-7-5 2 0,7 5-4 0,0 0 1 15,0 0 2-15,0 0 5 0,0 0-4 16,25 1 6-16,-6 1-6 0,9-5 1 0,4 0 2 15,0-3-12-15,2-1-11 0,0-2-11 0,15-5-12 0,-17 3-2 16,0-1-3-16,0 3-11 0,-6-4 7 0,-10 2 5 16,0 1 5-16,-5-3 8 0,2 2 0 0,-3-2 4 15,-5 1 1-15,3-5 5 0,-4 6 7 0,0-1 13 16,-2-2 1-16,2 3 3 0,-4 0 10 0,0 0 3 16,0 11 6-16,0-19 4 0,0 19 5 0,-1-11-8 15,1 11 2-15,0 0-11 0,0 0-3 0,-4-11 0 16,4 11-3-16,0 0 0 0,0 0 10 0,-10 34 16 15,3-5 12-15,1 0 2 0,-2 6 6 0,-2 14 15 16,2 3 14-16,2 1 11 0,1-3-5 0,-3 2-2 16,6 1 11-16,-1-4 2 0,1-14-3 15,3 13-10-15,-1-16-8 0,2 2-13 0,-2-1 5 0,4-4-11 16,0 0-12-16,2-3 3 0,-3-7-4 0,1-2-21 16,0-2-35-16,-1-3-47 0,1-4-41 0,-1 0-59 15,-3-8-49-15,0 0-41 0,6 12-75 0,-6-12-310 16,0 0-682-16,0 0 302 0</inkml:trace>
  <inkml:trace contextRef="#ctx0" brushRef="#br0" timeOffset="45799.77">8239 5164 3141 0,'0'0'141'0,"2"-11"-104"0,-2 11-23 0,4-10-14 16,-4 10 5-16,9-9-8 0,-4 4 3 15,8 0-2-15,2-4 2 0,6 2 0 0,-2-1-1 16,13-1-4-16,0 2-11 0,1 1-54 0,-1-2-57 15,2-1-78-15,1 3-281 0,-7-1-525 0,-7 2 234 0</inkml:trace>
  <inkml:trace contextRef="#ctx0" brushRef="#br0" timeOffset="50584.25">9317 5078 16 0,'-6'-4'84'0,"6"4"-16"0,0 0-28 0,0 0-35 15,0 0-41-15,-9 9-38 0,9-9 16 16</inkml:trace>
  <inkml:trace contextRef="#ctx0" brushRef="#br0" timeOffset="52899.77">9549 5311 64 0,'0'0'241'0,"0"0"-6"0,0 0-21 16,0 0-17-16,0 0-6 0,16-23-10 0,-8 12-7 0,1-2-26 16,4-1-6-16,0-2-12 0,2-3 0 0,3 0-6 15,-3-2 2-15,-5 5-8 0,1-1 0 0,1-6-4 16,0-1-9-16,-2 1-7 0,-1 1-6 15,-4-4-14-15,-1 1-10 0,-2-1 7 0,-3 2-15 16,0 5-5-16,-2 0 0 0,1 3-1 0,-3 0-7 0,0 6-3 16,0 1-7-16,-2 2-5 0,1 1-14 0,-3 0 5 15,-3 4-10-15,2 2-5 0,-5 0 6 16,2 4-4-16,-4 0-4 0,5 2 3 0,1 0-1 0,0-1-1 16,3 1-7-16,3 2-6 0,0-3-9 15,1 1-6-15,4-6 1 0,1 17-1 0,4-9 3 0,3-1 1 16,6 3 1-16,4-3-2 0,2-2 1 0,6 4-5 15,1-2 2-15,1 0 3 0,0-2 3 0,0 2-3 16,-7-3 4-16,-2 1 0 0,-1 1 0 16,-5 0-2-16,-2 1 3 0,1-1-2 0,2 5 3 15,-4 0 7-15,-2 1-6 0,-2-2-1 0,3 4 6 16,-5-1-4-16,2 2 3 0,-3-4-2 0,-2 7 3 0,0-2-1 16,1-4 1-16,0 5 1 0,-2-6-7 0,1 3-21 15,1-1-23-15,1-2-39 0,-1 6-26 0,-1-5-48 16,1-1-45-16,2 4-212 0,-1 1-460 15,1-6 204-15</inkml:trace>
  <inkml:trace contextRef="#ctx0" brushRef="#br0" timeOffset="53333.24">10241 5157 126 0,'0'0'225'0,"-5"-13"1"16,2 7-11-16,-1 2-13 0,-3-2-19 0,-1 3-19 15,0 2-18-15,-4 1-12 0,2 1-15 0,-1 3-9 0,-2 3-16 16,-5 1-7-16,5 1-9 0,-2 4-8 0,3-1-3 16,4-1-7-16,1-1-12 0,-1-1-9 15,4 3 0-15,-1-1-1 0,4-1-5 0,1-10-5 16,1 16-1-16,3-9 1 0,-4-7-7 0,9 13 3 16,-3-8-6-16,5-2-1 0,-2-2 2 0,-2 0-4 15,5-1-1-15,-2-2-3 0,-1-2 3 0,1-1 0 16,-2-3-3-16,1-1 6 0,-2-1-8 0,0-2-1 15,-2-4 4-15,0-1-3 0,-1-2-1 0,0 0 0 16,-4 0 2-16,2 0 2 0,1-6 7 0,-3 0-1 16,-3-2-1-16,3 4 0 0,0-3-1 0,3 7 2 15,-6 4 17-15,6 1 6 0,-6 2 3 0,6 3 5 0,-3 0-2 16,0 9-4-16,0-11-9 0,0 11-5 0,1-8-10 16,-1 8-6-16,0 0 1 0,0 0 0 15,0 0-5-15,13 32 0 0,-8-16-1 0,1 9 3 16,2 2-2-16,-3 1-1 0,1-2 4 0,-2 1 1 15,3 0-7-15,-1 1 3 0,-1-5 2 0,0 2-6 16,0 0-13-16,1-1-38 0,-1-5-36 0,2 5-36 0,-2-6-53 16,2-3-57-16,1-1-42 0,-5-2-153 0,5-2-456 15,0-3 202-15</inkml:trace>
  <inkml:trace contextRef="#ctx0" brushRef="#br0" timeOffset="53485.13">10684 5132 129 0,'3'-4'214'0,"-3"4"-28"16,8-7-16-16,-8 7-21 0,5-3-12 0,-5 3-16 15,9-3-14-15,-9 3-19 0,10 0-30 0,-10 0-47 16,13 4-44-16,-4 0-49 0,-4 0-36 0,-1 1-72 16,-4-5-206-16,8 7 92 0</inkml:trace>
  <inkml:trace contextRef="#ctx0" brushRef="#br0" timeOffset="53612.91">10721 5221 86 0,'-7'4'187'0,"7"-4"-3"16,0 0-3-16,0 0-17 0,0 0-14 0,-5 3-17 15,5-3-14-15,0 0-11 0,0 0-15 0,0 0-12 16,0 0-27-16,0 0-53 0,33 0-50 0,-17-3-73 16,4-1-107-16,8-1-247 0,3-1 110 0</inkml:trace>
  <inkml:trace contextRef="#ctx0" brushRef="#br0" timeOffset="53850.35">11237 4873 106 0,'1'-7'290'0,"-1"7"-18"0,0-9-17 0,0 9-21 16,2-8-26-16,-2 8-27 0,0 0-21 0,0 0-8 15,0 0 6-15,0 0-14 0,11 23 4 0,-4-10-7 16,-1 6-8-16,1 5-9 0,-1-5-14 0,5 8-13 15,-2-3-6-15,0-1-7 0,-1 2-11 0,-1-7-5 16,1 0-9-16,-1 1-8 0,0-1-28 0,1-3-41 16,-2 1-46-16,1 0-44 0,-2 0-40 0,0-5-57 15,-1 1-16-15,1-1-212 0,-4-2-470 0,-1-9 208 16</inkml:trace>
  <inkml:trace contextRef="#ctx0" brushRef="#br0" timeOffset="54116.75">11456 5142 28 0,'0'0'209'0,"2"-8"-10"16,-2 8-21-16,0 0-15 0,0 0-17 0,1-7-18 16,-1 7-14-16,0 0-11 0,0 0-10 0,7-6-13 15,-7 6-9-15,0 0-4 0,12 2-1 16,-12-2 0-16,13 1 3 0,-4-1 3 0,3 0 7 0,1-3 9 16,3 1-3-16,1-2-1 0,1-1-2 0,-5 2 4 15,0-1 0-15,-2 0 17 0,-1-2 12 0,0 1 0 16,-3-2-3-16,1-1-3 0,-5 2-3 0,1 0-2 15,-1-4-10-15,-3 4-7 0,-3-5-8 0,3 11-9 16,-3-16-8-16,1 9-6 0,0 1-7 0,-4 0-7 16,0 0-6-16,1 1-10 0,-4 2-20 0,1 1-24 15,8 2-20-15,-15 2-30 0,3 1-31 0,2 4-32 16,1-2-40-16,-1 1-53 0,3 2-53 0,0-1-188 16,0 1-503-16,7-8 222 0</inkml:trace>
  <inkml:trace contextRef="#ctx0" brushRef="#br0" timeOffset="57334.84">12199 5123 54 0,'0'0'67'0,"0"0"3"0,0 0 0 16,0 0-4-16,0 0 1 0,0 0 1 0,0 0-7 16,0 0 7-16,0 0-12 0,0 0-3 0,0 0-3 15,0 0-1-15,0 0-4 0,0 0-4 0,0 0-2 16,0 0-3-16,0 0-3 0,0 0-9 0,0 0-2 16,0 0 3-16,0 0-5 0,0 0-1 0,0 0-2 15,0 0 0-15,0 0-4 0,0 0-1 0,0 0-4 16,0 0-7-16,0 0 0 0,0 0-5 0,0 0 1 15,0 0-16-15,0 0-7 0,0 0 3 0,0 0-7 16,-7 1-5-16,7-1-12 0,0 0-8 0,-8 3 0 16,8-3-9-16,-8 5-14 0,8-5-45 0,-11 4-132 15,6-2 59-15</inkml:trace>
  <inkml:trace contextRef="#ctx0" brushRef="#br0" timeOffset="60601.24">12169 5163 22 0,'0'0'120'0,"-2"-10"-18"0,2 10 1 0,-6-8 2 16,6 8 11-16,-4-7-12 0,1 1-2 0,3 6-1 16,-8-8 0-16,5 4 6 0,3 4 1 0,-9-5-4 15,9 5-4-15,-5-5 0 0,5 5-5 0,-6-3-2 16,6 3-6-16,-8-4-2 0,8 4-8 15,-6-3-5-15,6 3-2 0,0 0-2 0,-7-5-6 0,7 5-6 16,0 0-5-16,-10-3-7 0,10 3-3 0,0 0-5 16,-8-3 0-16,8 3-9 0,0 0-2 0,0 0-6 15,0 0-3-15,0 0-4 0,0 0 1 16,0 0-6-16,0 0 4 0,0 0-4 0,-7-3 0 16,7 3-1-16,0 0 5 0,0 0-8 0,0 0 4 0,0 0-1 15,0 0-2-15,0 0 0 0,0 0 1 0,0 0 0 16,0 0-2-16,25 6 6 0,-25-6-6 15,13 0 1-15,-5 1 1 0,-8-1 2 0,15-2-4 0,-10 0 3 16,-5 2-4-16,17-6 3 0,-10 4-1 0,0-2-1 16,0 0 0-16,2 0 2 0,-4-2 1 0,3-1-2 15,1-1-4-15,-2 1 1 0,0-1 2 0,0-4-2 16,-1 3-1-16,-1-1 1 0,-2-1 3 0,-2-2-7 16,4 1 4-16,-5-4 1 0,2 4-1 0,-2-1-2 15,-2 1 0-15,2 1 2 0,0 0-1 0,-3-1 5 16,2-1-7-16,-1 3 3 0,-1 3 0 15,3 0-1-15,0 7 3 0,-5-12 2 0,5 12-4 0,2-9-3 16,-2 9 1-16,0 0-3 0,3-12-3 0,-3 12-3 16,0 0-4-16,3-6 2 0,-3 6 0 0,10-2 1 15,-10 2 1-15,11 1-6 0,-11-1 3 16,12 6 0-16,-6-1 6 0,-1 1-3 0,-1 2 0 0,1 2 0 16,2-1 1-16,-5 8 0 0,0-2 3 0,-2 2-2 15,0-1-1-15,0 3 5 0,-2-4 1 0,2 0 2 16,0-1-2-16,0-3 0 0,0 0 6 0,2 0-4 15,-1 0-4-15,5 0 5 0,-2-3 2 0,5 1-6 16,1-2-5-16,2-1-8 0,5 0-11 0,2-1-15 16,2-3-19-16,-3-1-19 0,2-1-26 15,7-3-28-15,-4 2-10 0,4-3-13 0,-8 2-134 0,0-4-317 16,-2 2 140-16</inkml:trace>
  <inkml:trace contextRef="#ctx0" brushRef="#br0" timeOffset="61787.08">12662 5168 62 0,'0'0'118'0,"0"0"-19"0,0 0-9 0,0 0 1 15,0 0-14-15,0 0-11 0,0 0-7 16,0 0-6-16,0 0-19 0,0 0-26 0,0 0-15 0,0 0-25 15,0 0-88-15,6 6-130 0,-6-6 58 0</inkml:trace>
  <inkml:trace contextRef="#ctx0" brushRef="#br0" timeOffset="66336.42">13377 4891 168 0,'0'0'192'0,"-10"-6"-12"15,10 6-9-15,-9-5 4 0,9 5-2 0,-6-2-31 16,6 2-6-16,0 0-14 0,-6-4-16 0,6 4-10 16,0 0-12-16,0 0-8 0,0 0-8 0,0 0-10 0,29-5-3 15,-8 4-5-15,10-3-5 0,5 3-4 16,14-2-4-16,1-2-5 0,-1 1-5 0,-10 0-12 15,12 1-24-15,-16 2-27 0,2-1-45 0,1 0-24 16,-6 2-35-16,-4 0-32 0,-9 2-113 0,1-1-308 16,-11 0 137-16</inkml:trace>
  <inkml:trace contextRef="#ctx0" brushRef="#br0" timeOffset="66533.36">13676 4874 118 0,'-12'0'183'0,"12"0"-13"16,-8-1-17-16,8 1-17 0,0 0-7 0,-9 7 5 16,5-2 1-16,4 6 11 0,-2 1 8 0,-2 4-1 15,-1 2-3-15,0 6-5 0,1 1-16 0,-1-1-12 16,1 2-9-16,-1-2-10 0,5-6-10 0,0 0-6 16,2 8-9-16,-1-9-8 0,1 2-5 0,2 0-5 15,-2-2-23-15,2 2-23 0,2-3-34 0,-2 1-35 16,-1 0-41-16,-1 1-48 0,2-6-58 0,-4 4-173 15,4-5-412-15,-4-2 182 0</inkml:trace>
  <inkml:trace contextRef="#ctx0" brushRef="#br0" timeOffset="67037.58">13823 4974 126 0,'2'-8'248'0,"-2"-1"-15"0,2 4-25 0,-2 5-17 16,0-7-26-16,0 7-15 0,0 0-13 0,0 0-13 16,0 0-9-16,0 0-9 0,5 28-9 0,-3-12-7 15,-2 5-8-15,0 3-7 0,0-5-8 0,0 7-5 16,0 0-6-16,-2-7-2 0,1 1-8 0,1-1-1 16,-4 0-8-16,4-2-1 0,0-2-5 0,0-5-4 15,-2 1-2-15,2-1 0 0,0-4-8 0,0-6-3 16,0 9-5-16,0-9 3 0,0 8-2 0,0-8-1 15,0 0-9-15,0 0-1 0,13-2-3 0,-13 2-7 16,20-10 2-16,-3 3-2 0,-2-2 4 0,5 3-2 16,0-1-2-16,-3 0 5 0,0 2-1 0,1 1 2 15,0 2-2-15,-5-1 0 0,1 2 2 0,0 0 3 16,-1 1-4-16,-1-2 3 0,0 2 1 0,-3 0 2 16,5 0 2-16,-5-1-4 0,3-1 2 0,-1 2 5 15,-5-2 11-15,3-2 5 0,1 2 5 0,-4-2-5 16,0-1 1-16,-1 1 27 0,1-4 3 0,0 1 2 15,1-3-12-15,-3 1 0 0,0-1 0 16,1 1 2-16,-3-1 5 0,-2 0-1 0,2 1 6 0,-2 2 17 16,0-3-12-16,0 10-8 0,-2-13-3 15,0 8-5-15,2 5-4 0,-5-8-6 0,5 8-6 0,-9-2-3 16,9 2-2-16,-20 8-9 0,7 3 1 0,-3 1-1 16,2 2-6-16,-4 4-20 0,3 2-34 0,1-4-38 15,5 0-47-15,3 3-45 0,4-5-61 0,2 2-55 16,4 0-154-16,2-5-485 0,5 3 214 0</inkml:trace>
  <inkml:trace contextRef="#ctx0" brushRef="#br0" timeOffset="67387.2">14791 4970 84 0,'-5'-13'324'0,"3"5"-29"0,0-2-29 16,1 4-28-16,1 6-26 0,0 0-26 0,0 0-12 16,0 0-26-16,0 0-8 0,0 0-19 0,12 27 2 15,-3-9-21-15,0 9-4 0,2-1-9 0,-1-2-12 16,-4 2-6-16,5-4-8 0,-4-4-6 0,-2 0-5 16,3-1-5-16,-3-3-4 0,3 1-1 0,-5-4-5 15,1-3-1-15,-1-2 1 0,-2 0 22 0,-1-6 34 16,3 7 19-16,-3-7 26 0,3 6 20 0,-3-6-21 15,0 0-7-15,0 0-16 0,0 0-12 16,9-19-13-16,-5 11-3 0,0-3-7 0,2-1-11 0,-2-4-6 16,3-2-5-16,-1 0-7 0,3-6-6 0,2 0-11 15,-2 1-20-15,2 0-30 0,1-1-19 0,-1 7-34 16,0 2-18-16,-2 6-27 0,-2 0-40 0,-1 2-51 16,-2 4-46-16,2-1-9 0,-1 1-31 0,-5 3-1 15,0 0-208-15,14 7-541 0,-14-7 239 0</inkml:trace>
  <inkml:trace contextRef="#ctx0" brushRef="#br0" timeOffset="67634.52">15110 5098 25 0,'0'0'172'15,"0"0"-26"-15,2 9-2 0,-2-9-6 0,0 0-17 16,1 6-1-16,-1-6 2 0,0 0-3 0,5 7 2 16,-5-7-8-16,8 4 10 0,-8-4 5 0,12 3-3 15,-5-3-4-15,1 0-2 0,2 0-9 0,2-2-4 16,1 0-12-16,4-3-3 0,-6 0-3 0,1 0 5 15,-2 0 0-15,1 0 6 0,-3-2 9 16,0 0-4-16,-3-2-20 0,-1 0-8 0,-2-2 1 0,-2 1-4 16,0-1-18-16,-2 0 0 0,-1 2-13 0,-3 1 0 15,2 4-4-15,-6-3-12 0,4 4-1 0,-5-1-5 16,-5 7 4-16,2-1-35 0,-6 4-31 0,-3 7-28 16,7-4-34-16,-8 7-46 0,8-3-43 0,3 0-55 15,2 2-213-15,1-2-498 0,5-2 220 0</inkml:trace>
  <inkml:trace contextRef="#ctx0" brushRef="#br0" timeOffset="67883.34">15555 4959 2548 0,'8'-25'118'0,"-4"5"-70"0,-2 2 22 15,-1 0 13-15,-2 6 12 0,-1-4 14 0,0 7 12 0,2 2 9 16,-1 0-13-16,1 7-1 0,-1-13-9 0,1 13-19 15,-2-7-15-15,2 7-2 0,0 0-15 16,0 0-10-16,0 0-7 0,0 0 0 0,2 36 0 16,0-11-8-16,0 3-3 0,0 0 2 0,-1-1-2 15,1 1-2-15,0-2-1 0,-1 0-8 0,1-1 7 16,2 1-5-16,-3-6-9 0,1-2-34 0,2 0-29 0,-2-1-46 16,0-2-47-16,1-3-36 0,-1-3-59 15,2 2-52-15,-3-4-260 0,-1-7-597 0,0 0 264 0</inkml:trace>
  <inkml:trace contextRef="#ctx0" brushRef="#br0" timeOffset="68115.75">15775 4873 5 0,'0'-7'254'0,"1"2"-11"0,-1 5-16 0,3-10-19 15,-3 10-20-15,0 0-20 0,0 0-11 0,0 0 8 16,0 0-4-16,0 0 11 0,-1 37-19 0,-1-17-5 15,0-1-12-15,-1 6-1 0,2 0-12 0,0-6-11 0,-1 6-7 16,1 0-13-16,1-7-5 0,0-4-11 0,-1 3-5 16,1-5-7-16,0 1-20 0,2-1-27 15,0-1-40-15,-2-1-34 0,1 1-37 0,0-5-40 16,-1-6-51-16,4 12-44 0,-4-7-203 0,0-5-467 16,0 0 206-16</inkml:trace>
  <inkml:trace contextRef="#ctx0" brushRef="#br0" timeOffset="69071.6">15699 5014 43 0,'18'0'117'16,"12"-4"-9"-16,-1 0-12 0,1 2-7 0,3-3-10 16,0 2-8-16,-1 2-3 0,-1-1-4 15,-2 0-4-15,-7-4-7 0,-4 4-2 0,-4 0-1 16,2 0 10-16,-5 0 6 0,-4 1 21 0,-7 1 10 15,10-2 20-15,-10 2 9 0,0 0 5 0,9-1 3 16,-9 1-6-16,0 0-22 0,0 0-12 0,0 0-10 0,0 0-5 16,0 0-9-16,-24 16-5 0,13-5 3 15,0-1-8-15,1 1 0 0,0 2-12 0,-3 0 0 16,5 0-7-16,2-3 0 0,1-1-10 0,1 1 0 16,2 0-6-16,2-1 3 0,-2-2-2 0,2-7 0 15,5 13 4-15,-1-7-1 0,-4-6-12 0,8 7 3 0,-3-5-4 16,2-1 0-16,1 1 0 0,-8-2-2 15,14-2 1-15,-6 1 0 0,0-1-4 0,-1-3 12 16,2 1-14-16,-3-1 3 0,0 1-4 0,1-5 1 16,-3 2-2-16,0 1 4 0,-1-2-2 0,-1 3 2 15,2-1-6-15,-4 6 6 0,4-9-1 0,-4 9 1 16,3-8-6-16,-3 8-2 0,0 0-3 0,3-5-3 16,-3 5-2-16,0 0 0 0,0 0 0 0,0 0 1 15,0 0 0-15,0 0 5 0,7 19 6 0,-5-13-11 16,2 0 4-16,0-1 3 0,1 1-3 0,5 0 2 15,-1-1 0-15,8 0 7 0,1-3-6 0,2-1 0 16,1-2 2-16,8-1-1 0,1-1-1 0,-1-2 1 0,0 0 2 16,-3-2-4-16,-5 0 2 0,-1 0 1 15,0 0 1-15,-2 0 2 0,-5-2-1 0,-3 1 6 16,0 2 0-16,-2-3 14 0,-2 0 6 0,0 1 4 16,-4-1-4-16,1-1 4 0,-1 3-1 0,-2 7-1 15,0-14-2-15,0 14-2 0,-5-11-2 0,1 7-1 16,4 4-8-16,-7-5-4 0,-1 5-4 0,8 0-1 0,-22 8 3 15,9-2-2-15,-3 4-13 0,2 0 8 16,-2 0-1-16,3 2-1 0,2-4 2 0,3 1-2 16,2 0-5-16,0 1-8 0,-1-2-10 0,6 0-2 15,0 0 3-15,1 0-3 0,0 3 3 0,2-2-1 16,3-1 2-16,0 2-3 0,2 1 6 0,1 2-1 0,-2 4 4 16,1 1 0-16,4 5-2 0,-3 5 4 15,2-2 1-15,-1 4 1 0,-3 4 4 0,0-1 7 16,5 13-7-16,-4-1 2 0,-3-9 4 0,1 12 3 15,-2-12 2-15,-1-1 8 0,3 11-1 0,-7-13-1 16,-1 0 8-16,2-3-5 0,-3-1-1 0,-1-3 3 16,-5-1-1-16,1-7-4 0,0-3 4 0,-1-3-2 0,-4-3-6 15,-2 0 7-15,2-7 2 0,-2 0-9 16,2-2 2-16,-3-5 2 0,1-3 3 0,1-2-5 16,6-4-1-16,-1-2-2 0,4-9-2 0,3-2 0 15,6-3-5-15,3-1 1 0,4-3-13 0,8-9 1 16,0 10-6-16,9-8-6 0,5-1-16 0,2 1-9 0,1 1-12 15,3 2-5-15,1 2-4 0,-1 0-6 16,-2-1-4-16,0 3 8 0,-2-1-5 0,-8 8 11 16,-1 1 5-16,1-1 10 0,-6-1 4 0,2 0 5 15,-5-1 4-15,-3 2 9 0,-1 2 14 0,-6 2 11 16,1 3 13-16,-3 5 13 0,-4 2 7 0,0 3 5 16,-1-2 6-16,-1 5-2 0,-3 2-8 0,-1 0-5 15,5 5-5-15,-19 0 2 0,-1 7-1 0,-5 6 7 16,-2-1 4-16,1 5-3 0,0 1-1 0,2 0-4 15,6 0-3-15,4-4 6 0,5 2-16 0,2 0-17 16,4 0-39-16,4-3-38 0,4-1-53 0,8 4-60 16,11-3-77-16,2-3-214 0,9-1-524 0,4-5 232 15</inkml:trace>
  <inkml:trace contextRef="#ctx0" brushRef="#br0" timeOffset="69749.6">17767 4796 47 0,'-14'-1'248'0,"-2"1"-19"0,0 3-14 0,1 0-11 15,-5 4-31-15,2 4-11 0,0 0-13 0,1 1-10 16,2 3-14-16,-3 3-6 0,8-1-13 0,1-1-12 15,2-3-5-15,0 3-11 0,3-3-6 0,3-3-10 16,-1 1 0-16,5 0-3 0,1 0-12 0,2-2-4 0,0-2 0 16,5-1-2-16,-2 0-5 0,3-2-4 15,-1-1 1-15,1-2-4 0,-1 1 1 0,1-4-2 16,0 0-1-16,-2-4-4 0,0 2-1 0,2-2 1 16,-3 0 6-16,-1-3 1 0,-1 1-2 0,-1-1-3 15,2 0 0-15,-1-2 1 0,-2 1-6 0,1 0 2 0,-2 2-3 16,0-2 0-16,-2 5-1 0,1-1-2 15,-3 6-1-15,2-8-9 0,-2 8 0 0,3-6-5 16,-3 6 0-16,0 0-5 0,0 0-3 0,0 0 8 16,0 0-2-16,8 20-3 0,-5-11 7 0,0 4-4 15,-2-2 0-15,4 4 1 0,-1 0 1 0,0 1 3 16,0 0-6-16,0-4-19 0,3 2-27 0,0 0-24 0,-2-2-37 16,1-3-61-16,2 0-46 0,3-1-209 15,0-1-461-15,0-2 205 0</inkml:trace>
  <inkml:trace contextRef="#ctx0" brushRef="#br0" timeOffset="70299.89">18220 4774 98 0,'-7'-4'220'0,"0"0"-6"0,-4 2-12 15,-1 3 0-15,0 1-12 0,-1 3-6 0,-5 4-7 16,1-1 0-16,-5 10-10 0,7-4-3 0,0 1-15 15,0 6-15-15,5-6-10 0,2 0-14 0,1 0-7 16,3 3-11-16,1-6-12 0,3-1-9 0,2 2-4 16,1-1-2-16,4-2-10 0,0 5-1 0,5-3-8 15,6-2 4-15,-2 0-7 0,10-1-1 0,-4-3-6 16,6-1-2-16,-8-3-3 0,7 1 0 0,-5-3-7 16,-2 0 2-16,1-3-5 0,-1-1-7 0,-1-1-5 15,-2 1 0-15,1-2-2 0,-5-1-6 0,2-2-6 16,-4 2-3-16,3-3-16 0,-2-3-7 15,-3-1-15-15,1-1 1 0,-4-1-8 0,1 0-1 0,-3 1 6 16,-3 0-2-16,2-2 0 0,-5 0 7 0,1 2 5 16,-2 3 2-16,0 1 2 0,-4 0 13 0,3 2 12 15,-2-1 0-15,1 3-1 0,-3-1 4 0,2 3-1 16,1 1 8-16,0-2-4 0,5 6 4 0,-7-6-5 16,7 6 4-16,-5-5-3 0,5 5-2 0,0 0 2 15,-5-3-3-15,5 3 1 0,0 0 2 0,0 0 0 16,0 0 3-16,0 0-3 0,27 6 4 0,-14-4-1 15,4 0 8-15,-4-2-8 0,8 1 4 0,-1-1-5 16,1 0 2-16,-1 0-3 0,-3 0 3 0,-3 0-3 16,-1 1 3-16,-1 1-3 0,-1-1-3 0,-5 2 1 15,0-2 3-15,1 2-4 0,-2 3 3 0,1 3 15 16,1 0-1-16,-2 2 5 0,-1 1 5 0,1 4 3 16,-2 1 1-16,-1 0 0 0,-1 1-2 0,0-1 0 15,1 0-4-15,-4 0-2 0,2 0 0 0,2-1-19 16,-4-4-23-16,5 1-26 0,-2-2-39 0,2 1-40 15,-3-12-44-15,5 13-37 0,-4-6-194 0,3-1-437 16,-4-6 194-16</inkml:trace>
  <inkml:trace contextRef="#ctx0" brushRef="#br0" timeOffset="71100.92">18779 4918 32 0,'0'0'164'0,"0"0"-4"0,0 0-7 15,0 0-4-15,-3 31-5 0,3-24-4 0,1 0-19 16,1 1-9-16,1-1-12 0,0 0-1 0,2 3 13 16,-1-6 3-16,6 1-10 0,-3-2 0 0,2 1-7 15,3-1-5-15,1-5-2 0,0 1-5 0,-1 0-1 16,1-3-7-16,0-2 1 0,-2 1 6 16,0-1-5-16,-1-1-6 0,-1-1 7 0,-2-2-9 0,0 0-1 15,0-1-10-15,0 0-5 0,-2 0-7 0,-3-1-2 16,1 0 1-16,0-2-12 0,-3 3 0 15,0-1-4-15,-2 1-3 0,1 1 2 0,0 3-4 16,1 7-6-16,-4-12-6 0,4 12-7 0,-4-9 1 16,4 9 6-16,-11 0-14 0,0 7 1 0,0 0 1 0,-4 4-1 15,0 0-1-15,-1 3-1 0,4-1 3 0,1 0 5 16,-2-1-8-16,4 2-2 0,3-6 5 0,1 3-4 16,2-3 0-16,2 1 1 0,2-2 3 0,2 1 3 15,3-1 2-15,2 0 4 0,2-2-1 16,4-1 3-16,4-3 0 0,4-1-4 0,-1-3-3 15,6-1 2-15,0-1 1 0,-7-1-3 0,2-1 4 0,-4 0-2 16,6-6 0-16,-6 4-3 0,-2-1 0 0,-1 1-3 16,-2-4 1-16,-1-1-2 0,-1 0 1 15,-2-1 2-15,-2 0-2 0,2 1-1 0,-2-2 2 16,-4 1-7-16,1 2 2 0,0 2 1 0,-1 1 2 0,-2 4-3 16,3 0 1-16,-4 6-6 0,2-10 3 0,-2 10-7 15,0 0 4-15,0 0-3 0,0 0 0 16,0 0-1-16,0 0 3 0,-10 26 4 0,4-11 1 15,-1 3 8-15,-2 7-1 0,1-3 1 0,2-3 7 0,0-2 6 16,1-1 0-16,2-4-2 0,-1-2 2 16,1 2 8-16,1-1 1 0,1-1-7 0,-1-3-4 15,2 0 4-15,0-7-9 0,1 11 3 0,-1-11 1 16,1 8 2-16,-1-8 1 0,6 3-4 0,-6-3-1 0,11-1-1 16,-11 1 0-16,19-10 0 0,-6 0 0 15,-2-1 0-15,3 0-7 0,0-1 7 0,0-4-10 16,4-1-1-16,-4 0 2 0,0-4-5 0,3 1-1 15,-4-2 2-15,-3-1-5 0,4 0 0 0,-6 6 4 16,-1 2 10-16,0 3-8 0,-5 3 3 0,1-1 8 0,-1 5 0 16,-2 5-6-16,3-9-5 0,-3 9 4 0,2-6-14 15,-2 6 2-15,0 0-2 0,0 0 4 16,0 0 0-16,-12 19 1 0,7-9-1 0,0 0 3 16,-2 3-2-16,3 3-1 0,0-1 3 0,4-1 9 15,-2 2-14-15,3 0 8 0,-1-3-5 0,4 1-1 0,0-1-3 16,1 2 8-16,-1-6-2 0,3 5 0 0,-2-2 4 15,1-3-3-15,-1 1 2 0,-1 0 1 0,0-3-5 16,-2 0-1-16,2 2-7 0,0-5-4 0,-3 3-8 16,-1-7-9-16,1 14 1 0,-1-9-14 15,0-5-22-15,-6 15-21 0,1-9-23 0,-2 1-28 0,0 0-45 16,-1-1-57-16,-2 0-246 0,1-2-529 0,1 0 234 16</inkml:trace>
  <inkml:trace contextRef="#ctx0" brushRef="#br0" timeOffset="72149.78">20173 4557 292 0,'-3'-10'285'0,"2"6"-18"0,1 4-20 0,-3-11-27 16,3 11-21-16,-3-5-24 0,3 5-23 0,0 0-17 16,0 0-21-16,0 0-9 0,-3 22-9 0,4 3-8 15,1 3-5-15,0 3-7 0,-2 2-25 0,2-1-1 16,1 1-5-16,0-5-5 0,-2-1-4 0,5 0-1 16,-2-3-5-16,-1-6-2 0,-1-1-4 0,-2-6 3 15,1-1-2-15,1-1-1 0,-4-1-2 0,2-8 2 16,3 10 10-16,-3-10 14 0,2 8 6 0,-2-8 4 15,2 7 4-15,-2-7 4 0,0 0 6 0,0 0-4 16,0 0 0-16,0 0-2 0,0 0-11 0,13-12-7 16,-7 3-6-16,2-3-5 0,3-3-4 0,2 1-3 15,0 1-3-15,0-1-8 0,0 0-6 0,0 5-4 16,-1 1 5-16,-2 1-7 0,-1 2 0 0,0 2-6 16,1-1-1-16,0 6 3 0,-10-2-4 0,18 5-7 15,-8 0 6-15,0 2 2 0,0 2-3 0,1 4 0 16,-1-1 6-16,4-2-4 0,-5 3-15 0,0-3-8 15,4 1-14-15,-3-3-18 0,-1 0-9 0,4-2-6 16,-1 0-8-16,4-4 0 0,3-2-12 0,1 1 3 0,1-4 2 16,7 0-11-16,-3-6 9 0,-4 4-6 15,-2-4 6-15,7-1 13 0,-11-1 4 0,2 3 17 16,-7-1 7-16,1 1 21 0,-3-2 4 0,1-2 12 16,-2-5-1-16,-3 6 18 0,-3 0 1 0,0-2 11 15,-2-2-5-15,0 3 12 0,-2 1 21 0,2 3 5 16,-2 0 0-16,1 2-4 0,-2 1-6 0,4 5-6 15,-9-8-4-15,3 7-5 0,6 1 4 0,-18 9-8 16,2 2-3-16,2 1-1 0,-5 5 2 0,5-2-9 16,1-1 1-16,4 0 1 0,3-2-3 0,-2 2 1 15,3-2-1-15,4 0-3 0,-2-4 2 0,3 0 0 16,0-8-3-16,4 13 4 0,0-8-2 0,2-3 1 16,1 1 2-16,-7-3-1 0,13 0-1 0,-5 0-1 15,-8 0-3-15,14-7 0 0,-7 4 8 0,-2-3-6 16,1 1-2-16,1-3-2 0,-3 2-1 0,1-3 1 15,0 1-1-15,-1-1 0 0,1-1-3 0,-3 5 8 16,1-1-10-16,-3 6 12 0,4-11-11 0,-4 11-1 0,2-5 1 16,-2 5-9-16,0 0-4 0,0 0 5 15,0 0-1-15,0 0 3 0,0 0-3 0,16 14 7 16,-11-7-3-16,0-1 3 0,1 6 9 0,1-3-10 16,-2 1-13-16,4 1-14 0,-2-1-15 0,2 0-20 15,4 0-24-15,-4-1-34 0,1-2-41 0,3-4-28 16,-1 1-35-16,0 0-154 0,1-1-413 0,-1-5 183 15</inkml:trace>
  <inkml:trace contextRef="#ctx0" brushRef="#br0" timeOffset="72366.8">21042 4575 70 0,'0'-12'227'0,"-3"2"12"15,4 3-1-15,-1 7-12 0,0-12-25 0,0 12-23 16,-2-7-20-16,2 7-20 0,0 0-14 0,0 0-12 15,0 0 0-15,0 0 7 0,-2 37-4 0,2-19-8 16,0 6-5-16,0 2-1 0,2-1-6 0,0 3-9 16,0-4-3-16,3 1-6 0,-3-6-12 0,6 6-4 15,-4-5-7-15,1-3-3 0,3 2-20 0,-3-3-28 16,2 2-45-16,1-4-42 0,-4-1-51 0,0-4-53 16,2 0-46-16,-1-1-181 0,0-1-451 0,-5-7 200 15</inkml:trace>
  <inkml:trace contextRef="#ctx0" brushRef="#br0" timeOffset="72634.56">21430 4511 9 0,'1'-6'311'0,"-1"-1"-26"0,0 7-19 16,2-7-22-16,-2 7-20 0,1-7-26 0,-1 7-21 15,0 0 9-15,0 0 21 0,-8 21 8 0,3-3-23 16,-1 0-9-16,-2 11-7 0,2 0-16 0,0 2-13 15,-1-4-13-15,3 3-12 0,0-2-8 0,0 2-6 16,3-3-11-16,1 1-6 0,0-3-15 0,0 3-3 16,1-2-1-16,-2-3-9 0,2-2-2 0,2-2-8 15,-3-1 2-15,3-1-16 0,-2 1-4 0,0-3 1 16,-1-2-36-16,3-2-27 0,-2 0-39 0,-1-1-29 16,2-1-42-16,0-3-40 0,-1 5-47 0,-1-11-55 15,2 10-45-15,-2-10-190 0,0 0-556 0,0 0 247 16</inkml:trace>
  <inkml:trace contextRef="#ctx0" brushRef="#br0" timeOffset="72783.66">21361 4863 2255 0,'1'-12'110'0,"-2"5"-53"0,1 7-29 0,0-12-12 16,0 12-5-16,1-9-8 0,-1 9 0 0,2-9 1 16,-2 9-2-16,5-7-1 0,2 3 3 0,7 2-2 15,4-1-1-15,10-2 4 0,4 1-7 0,0 1-21 16,3-1-47-16,4-3-60 0,0 4-72 0,-3 1-145 15,-1-2-373-15,1 1 165 0</inkml:trace>
  <inkml:trace contextRef="#ctx0" brushRef="#br0" timeOffset="74966.83">21995 4689 45 0,'3'-15'250'16,"-1"-2"4"-16,-1 7 9 0,2-2-8 15,1 2-10-15,-2 1-9 0,-2 1-11 0,0 8-20 0,3-10-24 16,-3 10-15-16,1-7-26 0,-1 7-21 0,0 0-11 16,0 0-8-16,0 0-10 0,0 0-12 0,0 39 8 15,1-12-10-15,2 1 0 0,0 4-6 0,-5-3-5 16,1 0-6-16,1 2-3 0,1-3-9 0,1-1-3 15,1-1-3-15,0 1-1 0,0-8-10 0,-3 0-5 16,2 0-21-16,4-3-33 0,-3-4-34 0,-2 0-34 16,0-2-29-16,-1 0-45 0,3 0-40 0,0-1-43 15,-2-4-201-15,-1-5-493 0,0 0 219 0</inkml:trace>
  <inkml:trace contextRef="#ctx0" brushRef="#br0" timeOffset="75484.34">22022 4851 80 0,'14'-14'117'0,"-3"1"-7"0,6 0-11 0,0 2-1 16,4-6-11-16,-4 4-2 0,1 3-9 0,-3 0-5 15,2-2-5-15,-3 2 12 0,1 0-4 0,-6 2-3 16,1-1 0-16,0 1-1 0,-3-2-3 0,-1 2 13 16,1-1 6-16,-1 0 2 0,-3 3 7 0,-1-2-2 15,-1-1-3-15,1 2-4 0,0 0-8 0,-2 7-9 16,2-9-3-16,-2 9-8 0,1-7-11 0,-1 7-9 15,0 0-4-15,0 0-2 0,0 0 2 0,0 0-10 16,-5 30-1-16,1-11-2 0,0 6 7 0,0 3-27 16,-2-1 2-16,1 1-2 0,1 0 1 0,0 0-1 15,-1-2 2-15,2-1-4 0,2-8 3 0,1 0-6 16,0-4-1-16,0-3-10 0,1-1-3 0,1-2 4 16,-1-1-3-16,-1-6 1 0,1 9 4 0,-1-9 4 15,5 4-3-15,-5-4-1 0,11-3 7 0,-11 3-1 16,17-10-1-16,-6 3 3 0,5-1-2 0,0-1 1 15,0 1 8-15,0-1-6 0,3 4 3 0,-3 0 0 16,2-2-1-16,-1 3 2 0,1 1-1 0,1-1 8 16,-6 1-7-16,5 1 6 0,-4 1-2 0,2-2-3 15,-3 2-3-15,1-3 2 0,-1 1 3 0,-1-2 1 16,-1-1 1-16,0 2 11 0,-3-1 15 0,2 0 6 16,-2-3 0-16,0 1-7 0,-2-1-1 0,-2 1 0 15,3-4 1-15,-4 1-2 0,1 0 4 0,-3 0 1 16,-1 0 4-16,1 0-7 0,-2-1 4 0,1 2 6 15,0 9 2-15,-4-13 0 0,2 8-11 0,2 5-6 16,-5-9-5-16,5 9-6 0,-10-3-1 0,10 3-4 16,-16 7 3-16,5 2-2 0,-1 5-3 0,1 1 0 15,-5 6-2-15,6-4-36 0,1 8-40 0,2-5-42 16,1 4-67-16,6-5-55 0,0 8-181 0,8-4-449 16,1-7 198-16</inkml:trace>
  <inkml:trace contextRef="#ctx0" brushRef="#br0" timeOffset="76083.6">23093 4966 283 0,'6'-13'278'0,"4"0"-13"16,-2-2-10-16,1 1-15 0,0-1-16 0,2-1-15 15,0 2-12-15,-2 1-17 0,2-2-18 0,1 0-16 16,-1 0-12-16,2 2-13 0,-3-4-17 0,2 0 1 15,-1 2-19-15,-1-2-8 0,3 0-11 0,0-6-6 16,-5 4-5-16,-1 1-6 0,2 0-1 0,-2 4-8 16,-2-1 0-16,-1 6 1 0,-3 0-9 0,0 2 0 15,-1 7-2-15,1-8-8 0,-1 8-2 0,0 0-4 16,-9-6-3-16,9 6-2 0,-21 4-1 0,7 3-1 16,-5 1-7-16,3 3-3 0,-2 1-8 0,4 1-18 15,3-1-1-15,3-2 2 0,4 6 1 0,3-4-7 16,3 4 2-16,2-1 3 0,3 1 3 0,4 0 2 15,5 3 3-15,4 1 2 0,0-2 0 0,0 0 4 16,-5-3-1-16,-1-1 2 0,-1 1 0 0,-2-2-9 16,1 1-9-16,-5-5-6 0,-2 3-5 0,-1-2 4 15,-4 0 0-15,-1 0 1 0,-3-1-1 0,-1 0-7 16,-1-1 3-16,-1-1-4 0,2-1 8 0,-1-2 6 16,1-1 7-16,5-3-4 0,-12 2 7 0,12-2-6 15,0 0-1-15,0 0-4 0,0 0 3 0,-4-10 0 16,4 10 0-16,12-17 4 0,-5 7 1 0,5-2-9 15,8-5 2-15,-7 3 3 0,8-5-1 0,-2-1 3 16,5-2 2-16,-1 3 4 0,0 0 0 0,-4-3 3 16,-1 4 0-16,-1-2 4 0,-4 5 4 0,-3 1 13 15,-1-1 7-15,-4 4 17 0,1 1 11 0,-2 1 7 16,-3 3 3-16,2 1-4 0,-3 5 6 0,1-10-7 16,-1 10-4-16,0 0-6 0,0 0-4 0,-9-8-5 15,9 8 0-15,0 0-5 0,-21 15 4 0,8-6-8 16,0 4 1-16,2-2-2 0,0 0-1 0,0 3-1 15,3 0-2-15,2 0 0 0,-1 1-1 0,2-3-3 16,5-2-15-16,3 3-27 0,-2-1-25 0,4-2-33 16,2 0-44-16,2-3-44 0,3 0-54 0,2 3-143 15,0-7-407-15,3 1 181 0</inkml:trace>
  <inkml:trace contextRef="#ctx0" brushRef="#br0" timeOffset="76782.87">23761 4631 74 0,'-10'-10'226'16,"5"9"-13"-16,5 1-7 0,-13 1-11 0,13-1-7 15,-17 10-11-15,11-2 2 0,-3 0-7 0,-2 5-18 16,3 3-15-16,0 0-6 0,1 1-13 0,0 1-10 16,3-2-9-16,3 1-10 0,2-2-10 0,2 2-4 15,5-1-7-15,2-1-14 0,0-4-28 0,5 1-25 16,-1-3-31-16,5 0-30 0,0-4-36 0,0 0-20 15,1-1-20-15,-3-3-21 0,2-2-2 0,-2-3 6 16,-4 2 6-16,-2-4 13 0,0 1 13 0,1-1 13 16,-5-2 15-16,2 0 10 0,-1-3 18 15,-2 2 24-15,1-2 5 0,-3-1 24 0,-2 0 12 0,1-2 31 16,-3 3 10-16,0-2 14 0,0 3 15 0,0 3 12 16,0 7 4-16,-1-11 2 0,1 11-7 0,-4-8-8 15,4 8-8-15,0 0-5 0,0 0 9 0,0 0 7 16,0 0-2-16,-22 15 1 0,17-6-9 0,0 2-4 15,1-1-7-15,0 0-2 0,1 0-5 0,3 0 3 16,0 3-10-16,0-5-3 0,2 4-3 0,2-3-2 16,-1-2-3-16,3 1-1 0,4 0-2 0,-3-2-1 15,1-1-3-15,2 0-2 0,2-3 0 16,-3 0-6-16,-1 0 6 0,0-2-5 0,-8 0 2 0,13-3-5 16,-6 0 2-16,-7 3-5 0,10-6 5 15,-6 1-3-15,-1 0-6 0,0-2-4 0,0-2-7 0,-1 0-7 16,-1-2 1-16,2 2-4 0,-2-4 7 0,1 3-13 15,0-2-2-15,1 3-5 0,0 1 4 0,-1 2 3 16,-2 6-2-16,3-11-1 0,0 8 3 0,-3 3 0 16,7-2-2-16,-7 2 6 0,0 0 4 15,16 5 1-15,-11 0 4 0,-1 1-5 0,1 0 2 0,0 1 21 16,1 0-7-16,-4 0 0 0,3 0 3 0,-1-2 2 16,0 1 6-16,-2 0 1 0,-2-6 2 0,5 9 1 15,-5-9 6-15,4 4 14 0,-4-4 4 0,4 4 7 16,-4-4 6-16,5 4 6 0,-5-4-4 15,0 0-6-15,0 0-4 0,14-9-4 0,-9 5-4 16,4-3-4-16,3-3-5 0,1 0-6 0,2 0 5 0,-1 1-15 16,3-1 4-16,-5 0-6 0,4 1-2 0,-6 5 2 15,0-2-3-15,2 4 7 0,-6 1-12 16,4-2-5-16,-3 3 2 0,-7 0-2 0,18 6-1 0,-11 0 1 16,-2-2-17-16,2 1-12 0,-1 2-19 0,-1 0-27 15,-1 2-30-15,-1 1-51 0,-1-2-66 0,1 3-60 16,-2-1-160-16,1-1-477 0,-2-9 211 0</inkml:trace>
  <inkml:trace contextRef="#ctx0" brushRef="#br0" timeOffset="77199.21">24616 4656 150 0,'-6'-6'258'0,"4"-2"-4"0,-3 4-16 16,5 4-16-16,-12-5-20 0,4 5-12 15,8 0-17-15,-17 6-16 0,7 0-5 0,-1 2-3 16,-2 2-14-16,0 2-8 0,3 1-12 0,-2-1-11 16,3 2-13-16,4-4-4 0,0 2-11 0,1 0-8 15,0 0-9-15,0-2-5 0,2 1-1 0,2-3-7 0,0-1-11 16,0-7-7-16,3 12-6 0,0-7-3 0,2-3-7 16,-5-2-8-16,12 2-4 0,-12-2-3 0,18-8-8 15,-10 4 10-15,1-2-4 0,-4-4-2 16,4 0 2-16,-2-3-3 0,0-3 6 0,-1 0-4 15,-2-3 2-15,0-1 2 0,-3 2-3 0,4-7 2 0,-5 6 3 16,3-5-5-16,-2 0 2 0,0-1 0 0,3-1 5 16,0 9 4-16,-4-2 7 0,1 3 14 15,1 6 6-15,-2 1 9 0,0 1 1 0,0 8-6 16,0-8-9-16,0 8-5 0,0 0-6 0,0 0-1 16,0 0-8-16,0 0 6 0,0 0 0 0,0 0-2 15,-3 38 4-15,0-20-7 0,2 7 5 0,0-6 2 0,2 0-3 16,0 8-2-16,2-2 1 0,-2 0-1 0,4-5-6 15,3-4-25-15,-2 1-25 0,3 1-46 16,4-3-53-16,0-2-57 0,5-4-67 0,-1 0-212 16,1-4-520-16,4-1 230 0</inkml:trace>
  <inkml:trace contextRef="#ctx0" brushRef="#br0" timeOffset="78033.49">24915 4620 35 0,'-6'-4'220'15,"-4"4"-8"-15,10 0-10 0,-21 5-1 0,7-1-8 16,0 4-8-16,-3 1-7 0,7-1-12 0,-1 3-17 16,-3 1-7-16,6-2-12 0,0 0-18 0,-1 2-8 15,6-2-10-15,0 0-7 0,1-1-8 0,2-1-7 16,1 1-9-16,0-1-6 0,3-2 1 0,4 1-6 16,-2-1-6-16,1-3-5 0,2-1-5 0,2-1 0 15,0 0-6-15,-1-2-1 0,2-1-5 0,-2-1 1 16,-2-2-4-16,1 0 0 0,-1-1-1 0,-2-1-6 0,1 1 4 15,-1-3-4-15,-1 1-2 0,0-2 0 16,0 1 1-16,-4 4-5 0,2-6 8 0,-1 5 0 16,-2 6-2-16,2-10 0 0,-2 10-1 0,2-8 0 15,-2 8-5-15,3-8 1 0,-3 8-9 0,0 0 1 16,0 0-1-16,0 0-4 0,0 0 4 0,0 0-2 16,0 0 5-16,0 0 4 0,0 30 6 0,0-20-3 15,1 1 2-15,-1-1 1 0,1-1-1 0,4 1 1 16,-3-3 2-16,-1 4 0 0,3-5 12 0,0-1-8 15,-1 2 5-15,3-1-2 0,0-1-2 0,0-3 5 16,2 2 0-16,1-3-3 0,1 1 1 0,0-3-8 16,2-1 0-16,-1 1 3 0,2-2-2 0,-4-1 2 15,2 1 4-15,0-2-11 0,-2-1 1 0,1-1 2 16,-1 2-1-16,-1-4-7 0,-1 1 10 0,2 1-12 16,-2-3 2-16,-1 2-3 0,2-1 5 0,-2-1-2 15,2 2-5-15,-3 0-2 0,0 2 1 0,0 1 3 16,-5 5-3-16,9-7-6 0,-8 3 3 0,-1 4-1 15,5-3-5-15,-5 3-1 0,0 0 1 0,0 0-1 16,0 0 2-16,0 0 6 0,0 0 2 0,12 7 1 16,-12-7-5-16,6 9 0 0,-4-5-2 0,-2-4 8 15,5 9 1-15,-2-6 0 0,1 2-2 0,-4-5 12 16,7 5-9-16,-3-1-2 0,-4-4-1 0,6 3 1 16,-6-3 0-16,10 2 13 0,-10-2-9 0,11 0-7 15,-11 0 2-15,8-4 4 0,-8 4-2 0,10-4 0 16,-10 4-3-16,11-6 0 0,-9 1 0 0,5 1 11 15,-3-2-12-15,4-3 5 0,-6 2-3 0,-2 7 0 16,11-12 0-16,-5 8-2 0,-6 4-1 0,6-7 0 16,-6 7-2-16,0 0-4 0,9-4-3 0,-9 4 2 15,0 0 4-15,6-3-1 0,-6 3 3 0,0 0 1 16,16 3-1-16,-16-3 3 0,11 4-1 0,-11-4 0 16,13 4 3-16,-3-4 0 0,0 2-4 0,-10-2 4 15,13 0 4-15,-3-1 0 0,-10 1 1 0,12-2 8 16,-4 3-15-16,-8-1 0 0,12-5 6 0,-4 1 0 15,-3 1-6-15,-5 3 5 0,9-4-3 0,-9 4 2 16,7-4 0-16,-7 4-3 0,0 0-4 0,7-5-8 16,-7 5 8-16,0 0-2 0,0 0-6 0,0 0 2 15,6 13 3-15,-6-6-2 0,0 4 9 0,-2 2-2 16,0 1 0-16,0 4 4 0,-3 8-2 0,1-3 3 16,-4 2-4-16,2-1 0 0,0 0 4 0,-1-5-7 15,-3 3-11-15,2-4-29 0,5-1-35 0,-1 2-41 16,2-3-47-16,2-4-65 0,4-1-72 0,-2 3-173 15,3-4-513-15,1-2 227 0</inkml:trace>
  <inkml:trace contextRef="#ctx0" brushRef="#br0" timeOffset="78516.64">25996 4643 2645 0,'0'-10'204'0,"0"4"-126"15,0 6-43-15,0-9-21 0,0 9-8 0,0 0-5 16,0 0 1-16,-4-7 8 0,4 7 2 0,0 0 2 16,0 0 6-16,0 0 8 0,-9 23 0 0,9-15 1 15,0 3-6-15,2-1-1 0,0 0-6 0,3-1 3 16,-1 0 3-16,5-2-2 0,0 2-3 0,0-2-2 16,0 0 0-16,3-4-1 0,-1 0-2 0,5 1-2 15,-8-2 0-15,3-1-1 0,-4-1 5 0,1 0-6 16,-8 0-1-16,14-3 1 0,-7 1-2 0,-3-3 2 15,4 0-5-15,-4 0 0 0,1 0-1 0,-1-3-2 16,0 2 3-16,-2 0 5 0,-2 6-2 0,6-11-3 16,-4 8 8-16,-2 3-10 0,4-7-2 0,-4 7-1 15,0 0-5-15,0 0 1 0,0 0 2 0,0 0-3 16,0 0 1-16,0 0 2 0,0 0 1 0,5 14 3 16,-1-8-4-16,-2 1 0 0,2-2 3 0,1 0 2 15,5 4-2-15,0-4 3 0,7 0 8 0,0-1-10 16,2-3 3-16,-2-1-3 0,3 0 2 0,-1-2-2 15,-2-1 2-15,2-4-1 0,-9 2-1 0,1-1 6 16,1 0-3-16,-1-2-3 0,-4-2 5 0,2 1-1 16,-4-4-2-16,-1 2 7 0,-2-1-1 0,0-1 3 15,-2 2 2-15,-4-3 6 0,4 2-1 0,-4 0-5 16,-1 1-2-16,-4-2 1 0,4 5-8 0,-4-1-8 16,1 2-13-16,-4 3-23 0,3-1-22 0,-1 2-26 15,-2 1-53-15,12 2-50 0,-20 1-49 0,20-1-222 16,-16 4-499-16,16-4 221 0</inkml:trace>
  <inkml:trace contextRef="#ctx0" brushRef="#br0" timeOffset="78716.75">26542 4493 95 0,'0'0'290'0,"5"-4"-7"16,-5 4-6-16,6-3-3 0,-6 3-24 0,0 0-19 15,0 0-22-15,0 0-24 0,0 0-11 0,0 0 10 16,4 17-4-16,-4-6-8 0,0 0-21 0,-2 1-12 15,2 6-16-15,0 1-9 0,0 0-10 0,-2 1-14 16,4-3-40-16,0 0-45 0,0 0-46 0,1 0-39 16,2-2-51-16,-1-4-41 0,-1-1-46 0,1 0-52 15,-2-1-175-15,-2-9-482 0,4 11 214 0</inkml:trace>
  <inkml:trace contextRef="#ctx0" brushRef="#br0" timeOffset="78865.74">26569 4337 16 0,'0'0'95'0,"0"0"-26"16,15 16-33-16,-10-1-43 0,2 0-29 0,0 4-37 16,1 6 18-16</inkml:trace>
  <inkml:trace contextRef="#ctx0" brushRef="#br0" timeOffset="79083.47">26756 4631 104 0,'8'-7'225'0,"-8"7"-17"16,0 0 3-16,0-9-16 0,0 9-2 0,0-10-12 15,0 3-13-15,2 0-20 0,0-1-11 0,-2 8-17 16,5-13-9-16,3 6-13 0,-2-1-8 0,1 3-14 16,-1-1-2-16,1 4-10 0,4-2-8 0,-2 2-4 15,-2 0-3-15,0 0-3 0,4 4-6 0,-4 2 0 16,3 4 0-16,-2-1-2 0,-2 3-1 0,-1 1-3 15,-1 0 3-15,0 5-10 0,2-1-1 0,-4 0-1 16,0 1-5-16,0-3-41 0,-2-2-25 0,2 0-50 16,-1 2-62-16,-1-6-43 0,2 3-207 0,-2-10-442 15,6 13 195-15</inkml:trace>
  <inkml:trace contextRef="#ctx0" brushRef="#br0" timeOffset="79667.75">27200 4525 83 0,'-4'-4'232'0,"4"4"-7"0,-19-4 5 0,2 4-1 15,1 4-6-15,-4 3-9 0,1 2 2 0,-5 7-2 16,4-1-5-16,2-1-4 0,5 0-31 0,-1-1-17 16,5 1-8-16,-2 2-12 0,4-4-10 15,2 3-7-15,1-2-17 0,4 1-8 0,0-3-9 0,2-3-6 16,5 1-5-16,2-1-9 0,0-3-10 0,4-1-14 15,5-1-9-15,1-2-4 0,-2-1-20 0,4-5 2 16,-4-1-8-16,2 2-3 0,-1-6-5 0,-5 0-1 16,0-1 0-16,-1-2 0 0,1 0-2 15,-7-4-3-15,2 1 4 0,-4-3-4 0,1-4 2 0,-1 2-3 16,0-3 0-16,0-3-2 0,-1 2 2 0,0-1 0 16,1 0-1-16,-4-1 2 0,0 0 0 0,3-2-1 15,-1 4 5-15,-2 5-4 0,4 4 11 16,-2-1 13-16,-2 7 9 0,0 3 0 0,0 7 1 15,0-11-6-15,0 11-7 0,0-7-6 0,0 7 2 0,0 0 4 16,0 0 0-16,-8 30 9 0,5-14-2 0,-1 3 0 16,-1 6 11-16,4 1 2 0,1 1 20 0,-2-1-11 15,4 0-8-15,-1-1 5 0,4-6-2 0,2 6 0 16,1-7-2-16,1-1-4 0,3 0-1 16,-1-1 4-16,7-5-6 0,-3 0-5 0,4-1 3 15,0-3-8-15,2 2-3 0,-1-5-4 0,0-1 4 0,3-1-23 16,-5-4 8-16,1 2 4 0,-5-4-14 0,-1 2 6 15,-1-4-5-15,-1 1 7 0,-2-4-5 0,1 0-3 16,-4 2 2-16,1-5 0 0,-3 2-3 16,1 0 5-16,-1 2-2 0,-2-1 2 0,1 2-2 15,-3 7 6-15,5-9 1 0,-5 9 2 0,1-9-2 0,-1 9-2 16,0 0-3-16,1-4 6 0,-1 4-1 0,0 0-1 16,0 0-1-16,0 0-2 0,0 0 3 0,-5 29 4 15,3-22 1-15,-1 3-3 0,3-3-3 16,0-7-26-16,3 19-29 0,-3-11-38 0,2 1-38 15,1-2-52-15,-1 0-64 0,2-2-69 0,-2 2-183 0,-2-7-547 16,7 8 242-16</inkml:trace>
  <inkml:trace contextRef="#ctx0" brushRef="#br0" timeOffset="79838.75">27568 4266 106 0,'0'0'151'0,"0"0"-18"0,0 0-20 0,0 0-42 15,7 19-47-15,0-5-48 0,-2 4-72 0,-1 2-104 16,5 2 46-16</inkml:trace>
  <inkml:trace contextRef="#ctx0" brushRef="#br0" timeOffset="80066.67">27730 4578 87 0,'0'0'259'0,"0"0"-3"0,0 0-9 0,0 0-18 16,0 0-24-16,10-12-6 0,-10 12-20 0,6-7-17 15,-4 1-15-15,-2 6-14 0,11-11-20 0,-3 3-6 0,3 2-17 16,-1 1-6-16,2-1-6 0,-1 0-10 0,2 4-7 16,-3 2-10-16,-1-1-7 0,-9 1-3 0,16 3-4 15,-10 0-6-15,1 2-5 0,1 3 4 16,-4-1-4-16,2 3-3 0,-4 1-4 0,2-2-1 15,-1 2-7-15,-3-1-25 0,2 3-32 0,0-2-36 0,2-2-35 16,-4-9-48-16,4 12-26 0,-1-7-45 0,-3-5-133 16,9 8-399-16,-9-8 177 0</inkml:trace>
  <inkml:trace contextRef="#ctx0" brushRef="#br0" timeOffset="80516.16">28132 4479 16 0,'0'0'243'0,"-13"-2"1"16,4 2-1-16,9 0-8 0,-23 6-4 16,11 0-20-16,-3 0-3 0,2 1-26 0,-1 1-15 15,5 1-16-15,0-1-19 0,0-1-15 0,6 0-8 16,-1-1-8-16,0 2-9 0,4 0-11 0,0-8-6 0,4 15-8 16,0-10-5-16,1 0-12 0,3-1-11 15,2 1-8-15,-3-1-4 0,0-4-3 0,-7 0-6 16,14 1 5-16,-8-1-8 0,-6 0-5 0,14-3 0 15,-9 1 0-15,-5 2 2 0,10-5-5 0,-3 4 2 16,-7 1-6-16,9-4 2 0,-6 0-4 0,-3 4 2 0,0 0-7 16,0 0 2-16,11-1 1 0,-11 1 0 0,4 10 1 15,0 2 1-15,-1 5-1 0,4 9 6 16,-2 2-4-16,-1 4 12 0,2 3-12 0,1 12 1 16,1 0 0-16,-2-1 1 0,0-12-4 0,-2 13 3 15,1-12 5-15,0 0 1 0,0-2-1 0,-1 0 4 16,4-3 0-16,-3-2 4 0,-3 0 1 0,2-4-1 15,-1-6 2-15,-3-3 0 0,0-3 4 0,0 4 8 16,0-8 21-16,0-8 5 0,-13 14 2 0,2-11-8 16,-5 0-1-16,-7 1-9 0,-1-6 7 0,-5-3-7 15,-2-3-3-15,-3 0-9 0,2-3-4 0,-3-3-17 16,2 1-24-16,2-3-21 0,2 0-23 0,4-1-29 0,3-1-26 16,8 4-52-16,3-1-56 0,7-2-56 15,1 3-216-15,8-4-537 0,6 0 238 0</inkml:trace>
  <inkml:trace contextRef="#ctx0" brushRef="#br0" timeOffset="81016.75">28835 4657 85 0,'17'-7'227'0,"-2"-1"2"16,-4 1-1-16,-2 0-1 0,-1 0-10 0,-1 1-4 0,0 2-9 15,-2-1-6-15,0 1-15 0,-1 0-17 16,-4 4-12-16,6-9 1 0,-3 5-7 0,-3 4 0 16,3-11-8-16,-3 11-5 0,2-8-3 0,-2 8-10 15,0 0-5-15,-2-9-11 0,2 9-3 0,0 0-4 16,0 0-13-16,0 0 0 0,-3-8-19 0,3 8-13 16,0 0-1-16,0 0-12 0,0 0-7 0,0 0-4 15,0 0 0-15,0 0-2 0,0 0-11 0,0 0-5 16,5 25 12-16,-3-17-8 0,2-1 3 0,0 1 2 15,4-3-6-15,-1 3-2 0,5-2-3 0,1-1-5 16,2 2-7-16,5-4-9 0,1-1-15 0,-1-4-5 16,1 1-5-16,-2-4-1 0,-1 1-1 0,0-4-3 0,-2 0 3 15,-2-1 0-15,-1-2 4 0,0 0-1 16,-5 1 3-16,2-3 0 0,-6 3 3 0,1-1 9 16,-1 0-2-16,-1 0 1 0,-3-1 7 0,3 1 8 15,-2 1-12-15,-1 1 12 0,0 2 5 0,0 7 6 16,0-12 11-16,0 12-12 0,-1-9 1 0,1 9-4 0,0 0-1 15,0 0-4-15,0 0 3 0,0 0 17 16,0 0 2-16,-10 19 3 0,5-2 4 0,-4 0-2 16,2 7 6-16,1 0 6 0,-3 0 5 0,5-7-1 15,-3 7-1-15,0-5 9 0,3-2-7 0,-1 0-15 16,0 1 3-16,0-2-8 0,1-1-11 0,2-4-35 0,-1-1-40 16,0 0-51-16,0-1-52 0,-1-4-72 15,0 0-89-15,4-5-231 0,-19 8-606 0,6-9 269 16</inkml:trace>
  <inkml:trace contextRef="#ctx0" brushRef="#br0" timeOffset="81175.06">28849 4347 272 0,'0'-7'377'15,"0"7"-28"-15,-4-9-13 0,4 9-29 0,-7-10-32 16,7 10-29-16,0-5-24 0,0 5-42 0,0 0-58 0,0 0-75 15,-3-7-79-15,3 7-68 0,0 0-80 16,0 0-224-16,0 0-437 0,0 0 194 0</inkml:trace>
  <inkml:trace contextRef="#ctx0" brushRef="#br0" timeOffset="83916.52">6912 6324 124 0,'-10'0'303'0,"10"0"-29"0,0 0-29 0,0 0-22 0,-6-6-24 15,6 6-14-15,0 0-13 0,12-16-5 0,0 7 1 16,-2 4-15-16,7-5-17 0,-2 4-8 0,3-1-13 16,-3 1-13-16,-1 2-9 0,-2 3-11 0,1 1-7 15,-1 3-7-15,1 0-6 0,0 4 2 16,-5 0-12-16,-1 5-4 0,1 3-6 0,-3 2-1 16,-4 0-3-16,-4 2-7 0,-2 6 0 0,-5-2-5 0,-1-1-1 15,-3 0 2-15,0 0 1 0,-7-2-6 0,2 0 0 16,-1 0-1-16,-3-5 0 0,-1 2 1 0,3-3 3 15,-5-2-3-15,7-2-2 0,4-4 7 16,2 0 1-16,3-1-3 0,1-1 13 0,0-1 7 0,4 0-22 16,0-1 8-16,5-2-10 0,-8 4-5 0,8-4-2 15,-7 5-4-15,7-5-1 0,-5 3-6 0,5-3 8 16,0 0-5-16,0 0 0 0,0 0 2 0,21 12-6 16,-4-7 5-16,1-4-2 0,2 1-2 0,9 1-5 15,3 0-9-15,-1-2-41 0,1 0-29 0,-1-1-33 16,3 2-34-16,-1-2-33 0,-1 0-45 0,0-2-23 15,-1 1-37-15,-3 0-163 0,-6-2-485 0,0-1 214 16</inkml:trace>
  <inkml:trace contextRef="#ctx0" brushRef="#br0" timeOffset="84217.61">7412 6431 73 0,'6'-15'204'0,"1"5"-5"0,-2 0-2 0,0 0-1 16,1 4-10-16,-2 0-14 0,1 2-11 0,-1 0-23 15,3 1-12-15,-7 3 0 0,12 3-4 0,-2 1 3 16,0 0-7-16,-3 4-10 0,1 1-3 0,-3 0-10 16,-1 3-1-16,0-1-5 0,-3 4-6 0,0 1 0 15,-2 0 5-15,-2 2 0 0,-2-1 5 0,-3-1-8 16,-2 1-7-16,0-2-7 0,2-1-8 0,-3-1-6 16,2-4 0-16,1-1-9 0,-1 0-9 0,2-2 8 15,-1 2-9-15,3-5 0 0,0 0-3 0,1 1-4 16,4-4-9-16,-6 7 1 0,6-7-6 0,0 0-3 15,-5 6-7-15,5-6-9 0,0 0-14 0,0 0-19 16,0 0-21-16,11 7-25 0,-3-6-23 0,4-2-40 16,10-1-34-16,1 1-30 0,8-3-22 0,-2 0-21 15,2 1-172-15,-2-3-458 0,-1 2 204 0</inkml:trace>
  <inkml:trace contextRef="#ctx0" brushRef="#br0" timeOffset="84516.77">7862 6521 118 0,'4'-7'219'0,"-2"2"7"0,-2 5 4 15,5-9-1-15,-4 4-4 0,-1 5-12 0,0 0-22 16,4-8-21-16,-4 8-19 0,0 0-18 0,0 0-19 16,0 0-11-16,0 0-4 0,0 0-8 0,0 0-2 15,-11 25-4-15,10-18-9 0,-1 3-3 0,1-1-11 16,1 1-5-16,3 1-6 0,-2-3-2 0,0-1-6 16,3 0-1-16,0-2-2 0,2 4-1 0,-2-4-5 15,3 0-4-15,0-4-4 0,1 2 2 0,2-1-5 0,0-2 5 16,2-1-3-16,-2 0-5 0,0-2 1 0,2 2 14 15,-3-2-5-15,0-3 9 0,1 1 0 16,-1 0 1-16,-3-2-5 0,-1-2 5 0,2 0-3 16,-4 0 2-16,0 0-3 0,-2 0-5 0,1-4-5 15,-5 3-4-15,2-4-7 0,-3 4 0 0,1 1-5 0,-2-2-7 16,0 1-18-16,0 3-12 0,0-1-17 16,-2 4-19-16,-3 0-32 0,0 1-28 0,0 6-32 15,-5-2-37-15,0 5-32 0,-1 3-49 0,-1 2-183 16,1-1-494-16,3 1 219 0</inkml:trace>
  <inkml:trace contextRef="#ctx0" brushRef="#br0" timeOffset="84850.63">8534 6279 74 0,'4'-5'298'0,"-4"5"-8"0,2-7-16 0,-2 7-28 15,0 0-20-15,0 0-21 0,0 0-19 0,-11-7-17 16,11 7-13-16,-13 9-11 0,6-2-11 0,-2 1-11 16,-1 1-15-16,2 3-11 0,-1 1-7 0,0 0-14 0,5-1 0 15,-1-1-12-15,-3 3-7 0,6-2-6 16,0-1-6-16,2 0-1 0,3 1-9 0,-1-2-2 0,6 1-3 16,-3 0-1-16,3 0-4 0,-2 0-3 15,1-3-2-15,1 2-2 0,0-3 2 0,-1 2-9 0,0 0 0 16,0-2 1-16,-1 0-3 0,-1 2-3 15,-1-3-2-15,-3 1-1 0,2 0 0 0,-3 2 0 0,-3 1 2 16,-2 1-2-16,-5 1 3 0,-3 2-2 0,-2-1-5 16,1-1-13-16,-2 0-9 0,-1-2-16 0,1 0-16 15,-3 1-32-15,0-2-36 0,1 0-53 0,8-5-50 16,-2 2-241-16,-2-3-507 0,5-3 225 0</inkml:trace>
  <inkml:trace contextRef="#ctx0" brushRef="#br0" timeOffset="85075.5">8655 6416 319 0,'2'-4'317'0,"-2"4"-16"0,6-7-23 16,-6 7-31-16,0 0-21 0,5-6-33 0,-5 6-22 16,0 0-12-16,0 0-10 0,6 17 2 0,-4-6-12 15,-1 0-8-15,-2 5-7 0,2 0-18 0,0 2-7 16,-1-2-14-16,-1 1-3 0,0 2-9 0,1-4-6 15,-2 0-29-15,1 1-33 0,0-5-39 0,1 1-33 16,0 1-33-16,0-3-41 0,0-1-53 0,1-3-33 16,0 1-39-16,-1-7-140 0,0 9-438 0,0-9 194 15</inkml:trace>
  <inkml:trace contextRef="#ctx0" brushRef="#br0" timeOffset="85211.11">8668 6336 83 0,'3'-9'101'0,"-3"9"-13"0,0 0-34 0,0 0-43 15,5 27-43-15,-5-11-20 0,0 3-54 0,0 6 24 16</inkml:trace>
  <inkml:trace contextRef="#ctx0" brushRef="#br0" timeOffset="85449.69">8791 6672 36 0,'13'-5'345'0,"-13"5"-1"0,0 0-12 0,1-10 4 16,-1 10-29-16,3-10-5 0,-2 5-18 0,-1 5-16 15,4-14-21-15,0 8-25 0,-2-5-14 0,4 2-32 16,2-2-16-16,0 2-16 0,1 1-19 0,0-1-15 16,0 4-11-16,-2-1-11 0,0 3-6 0,1 0-15 15,-1 1-2-15,-7 2-26 0,15 1 6 0,-6 0-3 16,-1 2-6-16,-2-1-6 0,3 4-3 0,0 0 1 15,-2 2-7-15,0 1 1 0,0-2-5 0,0 3-7 16,1-3-27-16,-2 2-55 0,0 1-48 0,-4-1-54 16,1-2-60-16,0-1-96 0,-1 1-290 0,-2-7-671 15,0 0 297-15</inkml:trace>
  <inkml:trace contextRef="#ctx0" brushRef="#br0" timeOffset="86766.41">9766 6176 150 0,'0'0'190'0,"-1"-9"8"0,1 9 1 0,0-10-2 16,0 10-16-16,0 0-12 0,0-10-12 0,0 10-17 16,0 0-15-16,0 0-22 0,0 0-7 0,0 0-11 15,0 0-12-15,0 0-10 0,0 0-5 0,-12 19 7 16,2-4-6-16,0 11 12 0,-2 1-5 0,0 2-5 15,1-1-5-15,2 2-2 0,0-1-2 0,2 0-3 16,2-2-1-16,1-1 5 0,0-2-3 0,3-5-6 16,-1 1-1-16,4-1-4 0,-1-1-1 0,1 1-4 15,4-1-5-15,-1-1-3 0,0-1-1 0,5-3-4 16,0 1 2-16,2 0-18 0,2-1-22 0,0 0-36 16,1-2-42-16,2 0-43 0,-1-3-55 0,1 2-44 15,-2-1-174-15,-3-2-445 0,1-3 198 0</inkml:trace>
  <inkml:trace contextRef="#ctx0" brushRef="#br0" timeOffset="87216.62">10126 6308 12 0,'7'-6'199'0,"1"-3"-8"16,-2 5-5-16,0-1-17 0,3 0-10 0,-2 2-15 15,-7 3-13-15,15-2-5 0,-6 4-13 0,-1 0-11 16,-1 2-8-16,2 0-8 0,0-1-5 0,-2 0-10 0,3 4 5 16,-4-3-16-16,-1 1-8 0,0 0-4 15,-1 0-5-15,0 1-5 0,1-1-3 0,-2 2-4 16,-3-7 0-16,3 11-2 0,-3-3-2 0,0 0-4 15,0-8 0-15,-2 12-3 0,2-12-1 0,-1 12-2 0,1-6-1 16,0-6-2-16,-2 12-1 0,2-12-8 0,-3 8-4 16,3-8-7-16,2 8-3 0,2-1-2 15,0-1-2-15,0 0 5 0,1-1 2 0,2 1 0 16,0-1-2-16,-2 0-2 0,3 3 6 0,-3-3-3 0,1 2 3 16,0-1-5-16,1 0 3 0,-3 0 1 0,-2 1-1 15,-1-1 4-15,-1-6-1 0,-2 16 6 0,-3-6 3 16,-2 0 4-16,-1-1-2 0,-5 1 4 15,-3-1 0-15,1 1-3 0,-1-3 1 0,0 3-3 0,3-4 1 16,1-2-2-16,-1 0-7 0,0-1-22 0,1-1-31 16,0-1-40-16,1-1-37 0,11 0-44 0,-11 0-155 15,1-4-356-15,10 4 157 0</inkml:trace>
  <inkml:trace contextRef="#ctx0" brushRef="#br0" timeOffset="87449.6">10553 6232 42 0,'4'-4'315'0,"-1"-1"-21"0,-3 5-16 15,3-8-23-15,0 4-18 0,-3 4-32 0,0 0-23 16,0 0-19-16,0 0-15 0,0 0-4 0,7 20 23 16,-6-4 6-16,-1 1-12 0,0 0-5 0,0 2-16 15,0 1-8-15,-1 4-8 0,1-5-13 0,-2 5-10 16,4 2 6-16,-2-7-27 0,1 0-3 0,-2-1-3 15,1-1-16-15,0-1-35 0,1 0-40 0,-1-3-36 16,1 2-40-16,-1-2-45 0,0-2-67 0,1-2-63 16,-1-2-262-16,0-7-572 0,-1 11 254 0</inkml:trace>
  <inkml:trace contextRef="#ctx0" brushRef="#br0" timeOffset="87817.69">10709 6351 235 0,'0'0'250'0,"3"-7"-27"0,-3 7-22 0,0 0-23 16,0 0-10-16,0 0-3 0,0 0 2 0,0 0-7 15,0 0-19-15,5 26-11 0,-3-17-14 0,0 1-13 16,2 0-8-16,-1-1-9 0,1 1-2 0,1 0-13 16,2-3-4-16,-1-1-7 0,2 0-5 0,2 1-5 15,0-4-2-15,-2-1-2 0,2 0-4 0,-2-2-7 16,2-1-1-16,-10 1-1 0,18-4 15 0,-12 0 9 15,-1-1-4-15,4-1-5 0,-1-1-4 0,0-2 10 16,-5 2 13-16,3-1 1 0,-1 0-6 0,-1-1-8 16,2 0-2-16,-2-1-3 0,0 2 3 0,-2 2 8 15,-2 6-11-15,3-10-2 0,-3 10-2 0,2-6-8 16,-2 6-8-16,2-6-3 0,-2 6-13 0,0 0 11 16,0 0-16-16,0 0-3 0,0 0 6 0,5 17 6 15,-5-8 4-15,0 4-5 0,1-1-3 0,-1 4 9 16,1 0 16-16,-2 1-24 0,-2-1-11 0,3-1 7 15,-2 2-2-15,1-4-38 0,1 0-35 0,1 0-42 16,-4 0-40-16,-1 2-52 0,4-4-67 0,-1-1-66 16,-3-2-189-16,2-1-563 0,2-7 250 0</inkml:trace>
  <inkml:trace contextRef="#ctx0" brushRef="#br0" timeOffset="88066.76">11112 6231 2306 0,'9'-16'115'0,"-2"6"-18"0,1 0-53 16,-3 3-16-16,-1 2-20 0,2 0 4 0,-2 2 6 15,-4 3 9-15,13 2 7 0,-4 4 2 0,0 3 20 16,4 5 6-16,-2 2 3 0,2 7-9 0,1-1-2 16,-5 4 2-16,0 0-3 0,-2 0-3 0,-3-1 3 15,-1 2-2-15,-3-1 1 0,0 1 1 0,-5-3-4 16,-1-6-4-16,-6 5-3 0,3-4-3 0,-4 2-3 15,2-3-6-15,-6 1-29 0,4-5-41 0,-1 0-43 0,-1 2-57 16,-2-5-74-16,7-3-64 0,-3 0-202 0,2-1-518 16,1-3 230-16</inkml:trace>
  <inkml:trace contextRef="#ctx0" brushRef="#br0" timeOffset="88382.51">11716 6149 2798 0,'10'-15'95'0,"-2"5"36"16,-3 2-56-16,-1 2-35 0,0 0 11 0,1 2-13 15,-5 4-3-15,6-5 4 0,-6 5-10 16,7-6-5-16,-7 6-1 0,0 0-1 0,0 0 28 0,9 20 9 16,-9-5 10-16,2 5-6 0,-2 5 7 0,3 2 5 15,-1 1 10-15,0-1-7 0,-4 3-3 0,0-5 0 16,1 5 9-16,1-5 7 0,1 0-6 0,-4-5-5 15,3-2-8-15,2 0-13 0,-4-3-2 0,7 3-1 16,-2-7-4-16,-2-1-9 0,2 0-5 0,-1-2 3 16,1-1-5-16,3 1-2 0,0 1 0 0,2-2-6 15,1-2-2-15,0-1-20 0,1-1-24 0,2 0-44 16,-3 0-42-16,2-2-43 0,-2 0-53 0,-2-1-50 16,-7 0-54-16,13-1-59 0,-7-3-233 0,-6 4-645 15,5-8 286-15</inkml:trace>
  <inkml:trace contextRef="#ctx0" brushRef="#br0" timeOffset="88533.34">11572 6336 2 0,'0'0'318'16,"-9"-5"-34"-16,9 5-30 0,-3-6-24 0,3 6-20 0,0 0-20 16,16-10-16-16,0 5-20 0,3-2-14 15,12 0-19-15,2 2-8 0,5 2-33 0,1-2-55 16,-3 4-68-16,15-5-90 0,-15 4-221 0,-1-2-382 15,-4 4 169-15</inkml:trace>
  <inkml:trace contextRef="#ctx0" brushRef="#br0" timeOffset="88707.69">12221 6581 75 0,'3'5'384'0,"-3"-5"1"16,2 7 15-16,-2-7 7 0,4 6 2 15,-4-6-16-15,3 4-35 0,-3-4-36 0,0 0-30 16,0 0-32-16,3 6-31 0,-3-6-29 0,0 0-46 0,0 0-63 16,8 4-73-16,-8-4-90 0,9 4-90 0,-9-4-112 15,4 1-372-15,-4-1-698 0,0 0 309 0</inkml:trace>
  <inkml:trace contextRef="#ctx0" brushRef="#br0" timeOffset="91517.78">7273 7277 118 0,'-4'-9'321'0,"-1"2"-14"0,1 1-6 0,1 1-8 15,3 5-12-15,-6-11-17 0,6 11-20 0,-3-5-27 16,3 5-30-16,0 0-23 0,0 0-17 0,0 0-12 16,0 0-14-16,-9 22 4 0,6-2-13 0,0 4 0 15,-3 4-10-15,-3-1-6 0,5 1-7 0,-3 0-12 16,1 2-4-16,2-4-3 0,3 2-6 0,-3-4-13 16,0 2-14-16,1-1-40 0,1-8-44 0,0-1-50 15,0-1-46-15,1 2-51 0,1-6-64 0,0-1-74 16,-1-1-174-16,1-9-548 0,0 0 242 0</inkml:trace>
  <inkml:trace contextRef="#ctx0" brushRef="#br0" timeOffset="91699.82">7156 7127 2587 0,'-2'-25'12'0,"-1"7"17"0,1 5-5 0,0 2-13 16,0 5 3-16,2-2-12 0,0 8-4 0,-3-11 2 15,3 11-9-15,-1-8-18 0,1 8-7 0,0 0-4 0,0 0-8 16,0 0-21-16,0 0-32 0,22 23-28 16,-12-10-28-16,3 1-23 0,1 1-139 0,-3-1-342 15,7 5 152-15</inkml:trace>
  <inkml:trace contextRef="#ctx0" brushRef="#br0" timeOffset="91871.8">7503 7229 140 0,'10'6'144'0,"-1"1"7"0,0 2 5 15,1 4 11-15,-4 1 9 0,3 1 2 0,-1 2 2 16,-2 2-6-16,1 4-7 0,-6-2-10 0,2-2-12 16,-2 6-12-16,-5-4-12 0,-4 2-10 0,2 4-10 15,-3-2-8-15,-2 0-9 0,-1-3-12 0,-1-5-41 16,-2 3-40-16,-3 1-57 0,-2-3-61 0,7-7-62 16,-10 6-193-16,-1-4-413 0,4-6 182 0</inkml:trace>
  <inkml:trace contextRef="#ctx0" brushRef="#br0" timeOffset="92066.75">7000 7439 2042 0,'-14'-12'123'0,"0"0"-62"0,-1 4-39 16,-3 4-4-16,5 3-10 0,-2 2 13 0,2 2 8 16,-5 6 3-16,2 3 8 0,-5 5 11 15,2 4 6-15,-1 3-5 0,4 3-2 0,2-1-2 0,4 2-1 16,1 2-6-16,4-1-4 0,2-4-4 0,7 3 0 15,6-4-3-15,2-1-26 0,5 2-33 0,6-4-50 16,6-3-79-16,8-6-67 0,13 1-173 16,6-6-432-16,4-7 192 0</inkml:trace>
  <inkml:trace contextRef="#ctx0" brushRef="#br0" timeOffset="92634.72">8589 7186 139 0,'0'0'227'0,"-8"0"-13"15,8 0-15-15,-9-4-17 0,9 4-13 0,0 0-20 16,0 0-12-16,0 0-3 0,0 0-2 0,34-4-4 16,0 0-10-16,4 0 4 0,14 1-10 0,3-4-14 15,-1 6-11-15,-3-4-9 0,-12 4-9 0,-2-1-21 16,-2 2-28-16,-5 2-37 0,-9 1-37 0,-2-2-31 16,-3 2-38-16,-4 1-38 0,-1 1-33 0,-4-1-128 15,-5 0-348-15,1 0 155 0</inkml:trace>
  <inkml:trace contextRef="#ctx0" brushRef="#br0" timeOffset="92849.3">8897 7200 40 0,'-9'-1'211'0,"-1"-5"6"0,3 5 2 0,7 1-6 16,-11-6-12-16,11 6-19 0,-9-2-18 0,9 2-15 0,0 0-23 16,-8 6-4-16,4 3-7 0,2 0 0 15,-2 7-2-15,1 3-3 0,0 8 4 0,1 2 0 16,-1-1-7-16,3 0-6 0,-4 3-8 0,3-4-7 15,2 2-7-15,-2-4-7 0,-2 3-3 0,6-3-8 0,-2-4-8 16,0 3-3-16,2-4-4 0,-1 0-13 16,1-3-28-16,-1 3-49 0,-2-3-37 0,3 1-46 15,-2-7-53-15,2 4-50 0,-1-6-223 0,-1 3-491 16,1-7 217-16</inkml:trace>
  <inkml:trace contextRef="#ctx0" brushRef="#br0" timeOffset="93300.76">9087 7260 143 0,'2'-6'246'16,"-2"6"-22"-16,4-9-27 0,-4 9-18 0,0 0-14 0,0 0-5 16,0 0-2-16,0 0 3 0,0 0-17 15,2 29-11-15,-1-12-14 0,-1 0-7 0,0 2-15 16,-1 1-7-16,1 4-10 0,1 1-8 0,1-6-5 0,-5 1-8 15,4-1-7-15,1-1-2 0,-2-2-5 0,0 3 0 16,1-4-8-16,-1-2-6 0,0-6-3 16,0 4 0-16,1-4-2 0,-1-7-7 0,4 10-2 15,-4-10-8-15,1 8-4 0,-1-8-3 0,1 7 2 0,-1-7 2 16,8 5-4-16,-1-5 1 0,-7 0 1 0,12 3-3 16,-12-3 3-16,18-1-2 0,-9 2 0 0,4 2 2 15,-1-2-2-15,1 1-1 0,0 2 1 0,6-6 3 16,-2 1-4-16,1 2 3 0,0-3-3 0,1-1-2 15,-1-1 3-15,-1 2-5 0,-3-1 0 0,-4-1 1 16,0-1 1-16,0 0-2 0,-2-3 4 0,-3 4 2 16,0-4-5-16,0-3 3 0,-2 4-1 0,-2-4 6 15,-1 5 9-15,3-5 1 0,-8 3 7 16,2-2-1-16,2 3-2 0,-3 1 8 0,1-2 4 0,-2 4 3 16,5 4-7-16,-9-7 2 0,9 7-9 0,-11-2 1 15,11 2 0-15,-17 12-5 0,7-7-2 0,-2 9-2 16,2 3-1-16,-1-2-3 0,3 0-11 0,3 1-29 15,2 5-39-15,1-1-38 0,4-3-65 0,6-2-81 16,1 1-211-16,4-4-504 0,4 1 223 0</inkml:trace>
  <inkml:trace contextRef="#ctx0" brushRef="#br0" timeOffset="93584.12">10091 7314 66 0,'-3'-12'343'15,"2"3"-20"-15,1 2-8 0,0 7-27 0,-3-10-27 16,3 10-25-16,-1-9-27 0,1 9-21 0,0 0 1 0,0 0 13 16,-3 32-7-16,1-8-6 0,-2 7-27 15,1-2-11-15,0 8-20 0,-1-5-7 16,0 3-28-16,0 0 21 0,0 13-25 0,1-15-6 0,0-1-7 15,2 1-10-15,-1-4-16 0,1-1-10 0,2-2-17 0,2 0-22 16,-3-7-32-16,3-2-41 0,-1 1-37 0,-4-3-32 16,0-4-43-16,1 3-40 0,1-5-52 15,0 1-43-15,-3-3-169 0,3-7-524 0,-2 8 232 16</inkml:trace>
  <inkml:trace contextRef="#ctx0" brushRef="#br0" timeOffset="93816.79">10143 7276 106 0,'18'-9'194'0,"-3"2"-2"0,-2 4-9 0,-1 3-6 16,1 3-7-16,-2 2-4 0,-2 3-3 0,0-2-14 16,0 8-8-16,-3 1-8 0,-5 2-10 0,-2 1-10 15,-4 0-12-15,-3-1-10 0,-3 0-4 0,-7 7-11 16,-3-5-6-16,0 0-8 0,-1-2-4 15,-5 2-7-15,3-6-15 0,0 3-29 0,1-3-32 0,3-6-40 16,0 2-43-16,3-3-49 0,3-3-44 0,1 1-149 16,1-1-377-16,1-5 168 0</inkml:trace>
  <inkml:trace contextRef="#ctx0" brushRef="#br0" timeOffset="94100.8">10167 7628 90 0,'19'-8'221'0,"-1"1"-14"0,2 0-11 16,0-2-9-16,6-3-18 0,-1 4-9 0,-1-6-17 16,-1 1-12-16,-5 4-11 0,1-3-5 0,-1 3-13 15,-1-1-3-15,-1-3-1 0,-1 1 0 0,-1-3-8 16,-4 2-3-16,-1 0-2 0,1 0-3 0,-5 1 3 16,2-4-7-16,-6 5 0 0,1 0 13 0,-2 0-6 15,0-1-2-15,-2 4-10 0,-2-1-5 0,-2 3-7 16,-5 0 0-16,5 4-5 0,-2 2-2 0,-4 0-12 15,1 1 2-15,-8 8-6 0,4 2 1 0,1 2-2 16,-3 0-9-16,4 2-2 0,-2 0 13 0,3 1-22 16,4-1 1-16,3 0-11 0,1 0-20 0,2 1-27 15,2-1-28-15,4 2-47 0,1-8-59 0,7 5-55 16,1-3-60-16,-2-3-171 0,4-2-499 0,3 1 221 16</inkml:trace>
  <inkml:trace contextRef="#ctx0" brushRef="#br0" timeOffset="94466.48">10723 7373 259 0,'-5'-3'249'15,"5"3"2"-15,-13-2-3 0,13 2-17 0,-23 6-8 16,7 5-4-16,0-1-10 0,0 2-17 0,2 3-15 0,1-2-12 16,4 0-19-16,0 0-18 0,1 0-8 15,3-1-9-15,3-3-13 0,2 3-5 0,1-1-11 16,4-2-9-16,0-1-11 0,2-1-11 0,3-1-16 15,3-3-14-15,-1-1-10 0,4 0-4 0,0-4-1 16,2-1-13-16,-6 0-4 0,6-3 6 0,-6 1-2 0,0 0 5 16,-2-4-4-16,-2 5 1 0,-2-7 0 15,1 4 1-15,-2-2 6 0,-2 0-7 0,0 0 4 16,-2 3 5-16,1-1 7 0,-2 7 3 0,1-13 1 0,-1 13 0 16,1-8-5-16,-1 8-2 0,0 0-5 0,0 0 1 15,0 0-2-15,0 0 0 0,0 0 5 0,0 0 6 16,0 0-2-16,0 0 1 0,-6 31-1 15,7-20-3-15,2-3-2 0,-1 2 0 0,1 0 4 0,2-1-13 16,1 0-22-16,1-1-23 0,0-2-35 0,2 1-45 16,4-2-38-16,1-4-44 0,3 0-52 0,-3-2-181 15,-1 0-481-15,6-5 213 0</inkml:trace>
  <inkml:trace contextRef="#ctx0" brushRef="#br0" timeOffset="94667.64">11094 7289 104 0,'2'-9'282'0,"-2"2"6"16,3-1-5-16,-3 8-23 0,4-10-21 0,-4 10-26 16,2-5-22-16,-2 5-21 0,0 0 8 0,0 0 7 15,4 23 1-15,-3-7 8 0,-2 1-11 0,0 9-16 16,0 0-11-16,-1 3-12 0,-3-1-19 0,1-1 1 16,-1-2-26-16,-1 4-6 0,5-3-6 0,-2 1-10 15,3-2-41-15,-4-7-43 0,5 1-62 0,-1 1-62 16,-1-2-55-16,1-8-85 0,0 4-299 0,0-4-617 15,0-10 274-15</inkml:trace>
  <inkml:trace contextRef="#ctx0" brushRef="#br0" timeOffset="94916.73">11390 7311 223 0,'0'0'235'0,"-11"0"-6"0,11 0-10 15,-26 10-10-15,7-2-12 0,-1 1-19 0,-5 5-12 16,2 1-19-16,-1-1-13 0,5-2-19 0,-2 2-8 16,4-1-8-16,1-4-15 0,5-1-9 0,3-1-4 15,2-3-12-15,-1 0 0 0,1-1-9 0,6-3-3 16,-6 8-10-16,6-8-1 0,-6 5-2 0,6-5-3 16,0 0 0-16,4 11 2 0,0-4 5 0,4 0 3 15,-1 1-2-15,0 1-4 0,2-1-3 0,0 1 0 0,3 0-6 16,3 2-18-16,0-1-36 0,3-2-47 15,-1 0-63-15,4-2-74 0,-2 2-239 0,2-4-488 16,2-3 216-16</inkml:trace>
  <inkml:trace contextRef="#ctx0" brushRef="#br0" timeOffset="95399.9">11895 7278 55 0,'4'-14'350'0,"-1"4"-15"0,0 1-20 16,0 2-11-16,-1 1-36 0,0-1-27 0,-2 7-28 15,0 0-22-15,6-3-19 0,-6 3-6 0,7 15 5 16,1 2-2-16,4 8-17 0,-3 4-1 0,-1 0-17 16,2 4-18-16,-1-3-1 0,0-1-10 0,1 2-17 15,-2-5-4-15,1 2-3 0,-1-11-18 0,0-3 3 16,0 2-14-16,-3-5-1 0,-1-2-5 0,0-3 1 15,2-1-1-15,-4 2-4 0,2-3 3 0,-4-4 14 16,9 0 0-16,-9 0-13 0,9-6 0 0,-2 2 1 0,2-6-5 16,-4 0-8-16,5-6-3 0,-2 1-3 15,-2-3-9-15,7-5 4 0,-5-1-5 0,-2 4-7 16,3-4-17-16,-3-2-11 0,6 1-22 0,-3-2-24 16,2 3-13-16,-2-1-19 0,-1 8-14 0,0-1-22 15,-2 3-23-15,-1 5-27 0,0 1-41 0,-3 4-45 16,1 0-31-16,-3 5-243 0,0 0-584 0,10-2 259 15</inkml:trace>
  <inkml:trace contextRef="#ctx0" brushRef="#br0" timeOffset="95767.61">12481 7314 25 0,'0'-8'284'0,"0"8"-7"0,0 0-8 0,-8-9 7 15,8 9-20-15,-13-4-15 0,13 4-14 0,-19 2-10 16,9 2-17-16,-3 3-3 0,-3 5-18 0,1 1-17 15,-5 5-4-15,2 1-11 0,5-4-12 0,-5 5-14 16,7-3-12-16,-1 0-6 0,8-2-12 0,-2 0-10 16,3-3-7-16,3 0-15 0,0 4 1 0,3-5-5 15,1-5-12-15,2 3-11 0,4-1-10 0,-3-2-8 16,1-3-5-16,3 0-1 0,3-2-6 16,-3-4-9-16,3 1-2 0,-3-3-10 0,5-3 3 15,-5 3-1-15,-2-4 1 0,2 2 7 0,-2-3-2 0,2-2-2 16,-4-3 0-16,0 4 5 0,-1-1 3 0,1 2-6 15,-3 0 7-15,-1-1-1 0,-1 6 1 0,3-1 3 16,-5 6 3-16,5-11-5 0,-1 9-7 0,-4 2 0 16,0 0-1-16,0 0-2 0,0 0 11 0,0 0 0 15,0 0 1-15,8 22-1 0,-8-11-2 0,0 1-1 16,0-2 0-16,0 3 11 0,-2 5-12 0,4-3-24 16,-2 2-35-16,0-2-39 0,0 1-49 0,0-1-69 15,0-5-63-15,-2-1-222 0,2-9-549 0,0 0 243 16</inkml:trace>
  <inkml:trace contextRef="#ctx0" brushRef="#br0" timeOffset="96006.25">12749 7078 31 0,'0'-7'270'0,"0"7"-29"16,0-11-28-16,0 11-14 0,0 0 4 0,0 0-3 15,0 0 3-15,-4 39 16 0,1-9-9 0,1 1-13 16,0 4-12-16,-3 2-12 0,1 8-16 0,1-12-12 16,3 2-11-16,-2-4-22 0,0 0-3 0,-2 0-15 15,4-2-6-15,0-1-10 0,0-4-42 0,0-5-36 0,0-3-42 16,2 8-52-16,0-6-55 0,-2-4-68 16,0-4-63-16,0 2-173 0,-2-6-490 0,2-6 216 15</inkml:trace>
  <inkml:trace contextRef="#ctx0" brushRef="#br0" timeOffset="96515.87">12875 7404 40 0,'0'0'273'16,"2"-8"-31"-16,-2 8-17 0,0 0-17 0,0 0 0 0,0 0 3 16,0 0-11-16,0 0-5 0,0 0 2 0,0 0-18 15,0 0-15-15,-4 29-18 0,4-19-9 0,0 0-14 16,0-1-14-16,0 1-9 0,0 0-12 15,2 1-2-15,0-3-10 0,0-1-6 0,3 2-6 0,-1-3-13 16,3 1 1-16,-2-2-11 0,1 1-12 0,1-4 1 16,2 1-6-16,-2-2-5 0,-1 1-8 0,5-4-8 15,-1 1-1-15,1-4-7 0,-2 1 2 0,2-1 2 16,-4-1-3-16,2-2-5 0,3-1-7 0,-4 1 5 16,1 1-1-16,-3-2 0 0,2 2 4 0,-2 2 0 15,-1 1-1-15,-3 0-5 0,-2 4 2 16,7-5 0-16,-7 5 2 0,0 0-1 0,14 3 1 0,-14-3 3 15,10 9 3-15,-5-3 0 0,-1 1 4 0,4 1-4 16,0 0 7-16,-1 0-2 0,1-3 1 0,2 2-2 16,1-2 6-16,-2-1-3 0,5-2 1 0,7-1 0 15,-4-4 0-15,3 1 1 0,0-3 0 0,-2 0-1 16,0-5 2-16,-4 1-2 0,1 1 1 0,-5-1 3 16,0 0-5-16,-1-1 3 0,-1 2 3 0,-4-2 10 15,3 0-1-15,-5-2 2 0,2 2 2 0,-2-2-2 16,0 4-3-16,-2-3 4 0,0 4-5 0,0 7-1 15,-2-15-4-15,0 9 5 0,2 6 4 16,-4-8-2-16,4 8-1 0,-5-3-3 0,5 3 4 0,0 0 2 16,-20 11 13-16,13-5-5 0,-3 3-2 0,0 0 0 15,3 2-2-15,1 0-6 0,1 0-1 0,-4-1-1 16,7 0-18-16,2 0-24 0,2-1-36 0,-2-1-41 16,7 3-60-16,0-4-61 0,4-1-29 0,9 2-48 15,3-3-176-15,6-3-515 0,5 0 229 0</inkml:trace>
  <inkml:trace contextRef="#ctx0" brushRef="#br0" timeOffset="97056.61">13796 7360 63 0,'0'0'320'0,"0"0"-19"0,-3-9-11 16,3 9-13-16,0 0-8 0,0 0-9 0,0 0-9 0,0 0 7 15,0 0-22-15,-13 19-16 0,13-12-18 0,0 3-25 16,3 0-11-16,-1 2-20 0,6-2-12 15,-3-1-10-15,6 0-11 0,5 0-9 0,-1-1-12 16,4-1-7-16,-1-3-2 0,1-2-16 0,0-1-3 0,-2-1 2 16,-5-1-9-16,1 1-11 0,-1-3-5 0,-3 0-2 15,0-1-11-15,-1-4-9 0,2 3 2 0,-6-2-4 16,0 1-8-16,-3-3-5 0,-1 0 7 0,-3-1-17 16,-1-2-3-16,-1 1-3 0,-6-2-4 0,4 0 4 15,-4 2-5-15,-3-3-4 0,4 6 12 0,1 1-3 16,1-1-6-16,2 4 17 0,2 1-10 0,4 3-3 15,-9-6 0-15,9 6 7 0,-5-6-5 16,5 6 1-16,0 0-1 0,0 0 0 0,0 0 5 0,0 0 3 16,18-5 1-16,-4 3-1 0,5-1-3 0,9-3-6 15,-1-1 2-15,-7 0-9 0,10-3-1 0,-5 0 4 16,-6 1 1-16,6-4-4 0,-8 3 0 0,0-3 7 16,-4 0-2-16,1-2-2 0,0 2 7 0,-6-3-2 15,1 2 7-15,-5-1-5 0,2-2 13 0,-3 2-9 16,-1 5 0-16,0-4 1 0,-2-1 8 15,4 4-3-15,-4 3-1 0,2 3-1 0,-2 5 5 0,0-14 2 16,1 8-4-16,-1 6-6 0,0 0-3 0,0 0 1 16,0 0 14-16,0 0 5 0,0 43 21 0,-3-13 7 15,-1 5 11-15,-2 16 6 0,5 1 16 0,-5 2 2 16,4 1-9-16,-4-1 2 0,3 1-4 0,1-2-9 16,-3 1 3-16,5 1-5 0,-4-4-13 0,1-2 5 15,1-4-3-15,0-13-17 0,0-1-17 0,2-2-47 16,2-10-40-16,0 0-50 0,0-5-36 0,-2-5-31 15,2 1-32-15,-2-4-35 0,0-6-42 0,0 0-52 16,0 0-190-16,0 0-590 0,0 0 261 0</inkml:trace>
  <inkml:trace contextRef="#ctx0" brushRef="#br0" timeOffset="97215.82">14097 7448 264 0,'0'-9'304'0,"0"9"-31"0,8-11-12 0,-3 6-1 15,4 1-11-15,7-4-14 0,5 1-20 16,8-2-19-16,4 3-21 0,5-3-17 0,0 2-27 16,14-5-42-16,-16 5-75 0,0-1-90 0,12-7-105 15,-17 4-248-15,2 0-463 0,-1-3 206 0</inkml:trace>
  <inkml:trace contextRef="#ctx0" brushRef="#br0" timeOffset="98699.77">15022 7193 2485 0,'4'-14'60'0,"-3"-1"8"16,-1 2 1-16,-2 5 1 0,-1 1 2 0,-3 2-3 15,1-4-4-15,-2 6-6 0,0 2 4 0,7 1 6 16,-25 9 11-16,10 0 16 0,-9 9-7 0,-1 6 2 0,2-2-12 16,4 2 0-16,0-1-12 0,5 4 0 15,3-4-13-15,4-5 9 0,3 0-20 0,4 0 11 16,4 1-19-16,1-4-1 0,7 0-5 0,2-1 0 16,3-4-11-16,7 3 5 0,3-5-8 0,3-1 0 0,0-4-11 15,2-3-11-15,-3-1-6 0,2 1 0 0,-11-6-9 16,-1 0 7-16,2 3 17 0,-5-5 3 0,-5 1-20 15,1-3 6-15,0 1 3 0,-5-1-1 0,0 1-1 16,-2-3-3-16,-1-2 8 0,0-1-3 0,-2-2 5 16,-1 6-4-16,1-2-2 0,-2-4 5 0,1 7-3 15,-2 1 1-15,1 9 0 0,0-13-2 16,0 13 3-16,0-9-6 0,0 9-2 0,0 0 1 16,0 0-1-16,0 0 0 0,0 0 7 0,-7 25 10 0,5-13-1 15,-1 0 15-15,2 1-13 0,0 1 4 0,-1 0-6 16,2-2 3-16,2 0-6 0,0-2 5 0,1 1-5 15,1-1 4-15,-1 1 5 0,3-4-12 16,4-1 8-16,0 1 5 0,2-5-12 0,2 1 8 0,3-2-6 16,3-1 2-16,-2-3-7 0,-2 0 2 0,2-2-7 15,-5 2 6-15,-2-2-2 0,2-1-1 0,-3-1 3 16,-1-2-4-16,0-1-2 0,0 3 7 16,-2-5-6-16,-1 2 4 0,0-2-5 0,2-3 4 0,-3 0 1 15,-1 2 0-15,4-1-1 0,-6 3 2 0,1 0-1 16,1 4 7-16,-2-1-2 0,-1 2 16 0,-1 6-11 15,3-9-4-15,-3 9-3 0,0 0 5 0,0 0-10 16,0 0 5-16,0 0-3 0,0 0-2 0,0 0 19 16,0 0 3-16,-1 33-2 0,-2-20 6 0,1-3-10 15,2 6 3-15,0-4 1 0,-4 2-1 0,6-2-1 16,-2 1 0-16,4-3 3 0,0 0 4 0,2 1-11 16,-1-3 5-16,3-1-2 0,4-1 5 0,-1-2 0 0,2 1-3 15,5-2-2-15,1-2 6 0,0-1-7 16,0-1-1-16,-2-2-1 0,1-2-9 0,-5 2 0 15,-2 0 3-15,1-4-15 0,-2 0 5 0,-1-1-7 16,-2 0-3-16,-1-1 0 0,0-1-2 0,-1-5-3 16,-1 4-2-16,-3-1-14 0,2-2 5 0,-6-2-8 15,3 1-2-15,-4-1 12 0,2 3-6 0,-3 2 3 16,0 2 5-16,-1-2 11 0,3 2-4 0,-3 2-1 16,3 1-1-16,-4 2 5 0,7 4-1 0,-6-8 2 0,6 8-2 15,-5-7 5-15,5 7-3 0,-4-4-3 16,4 4 15-16,0 0-14 0,0 0 14 0,0 0-7 15,0 0-1-15,0 0 5 0,20-2-5 0,-8 2 12 16,6-1-7-16,0 0 5 0,1 1-4 0,0-2 3 0,1 1-4 16,-3-1 3-16,-3 4-2 0,-4-1 0 0,4 1 2 15,-7-1-6-15,1 3 7 0,-3-1 5 16,1 4 5-16,0 0 16 0,-2 4 20 0,-1 0 4 0,1 3-5 16,-3-2 3-16,3 5 4 0,-4-2-7 0,1 1-2 15,3-4-3-15,-2 1-1 0,1-1 4 0,-1 1-12 16,5-3 4-16,-1 1-1 0,2-2-6 0,2 1 1 15,2-4 0-15,4 3-4 0,-6-4-2 16,8 0-3-16,-1-4 4 0,1 1-3 0,-3-2-8 0,4-2 4 16,-6-1 3-16,1-1 5 0,-2-1-15 0,-2-2-4 15,3 1-9-15,-6-1 5 0,2-3-4 0,-2 1 5 16,-2-4-4-16,-4 2-7 0,0-1 9 0,-1-5-9 16,-2 2 2-16,-1-1 0 0,-1 4-1 0,-1-5 2 15,2 6 3-15,1-1 1 0,-2 1-6 0,3 2 8 16,-1 1-6-16,2 8 1 0,2-15 2 0,3 6-2 15,2 4 2-15,3-2-1 0,0 3 2 0,4 1-3 16,3 0 4-16,1 2-3 0,-2 4 4 0,2 1-1 16,-1 0-7-16,-1 3 20 0,-1 0-14 0,0 1 0 15,-6 1-2-15,1 0 6 0,-2-1 2 0,1 5-11 16,-3-2 13-16,-2 0-1 0,0-1 2 0,2 1-3 16,-2-2-3-16,-2 3 6 0,2-5-3 0,0 0 2 15,-1-1 4-15,2 4-3 0,-1-5 4 0,3 2-3 16,0-2-1-16,2 0 0 0,1-1 4 0,3 0-4 15,4-4 0-15,0 0-4 0,1 0-6 0,1-2 7 16,-1-2-16-16,0-2 4 0,1 1-3 0,-1-3 3 16,-4-1 0-16,1 2 1 0,-2-3 1 0,-1-5 0 0,-3 8 2 15,-3-9 5-15,-2 3-5 0,0 2 17 16,-4 0-18-16,-2-6 3 0,1 5 4 0,-3 2 4 16,2-1 3-16,-3 1 7 0,-2 5-7 0,-2 1 6 15,-1 1-3-15,0 3 0 0,-4 1 11 0,-2 8 7 0,-3 0 1 16,0 1-9-16,1 8 4 0,2-6 2 15,3 4-5-15,-1-1 3 0,4 1 2 0,2 1-23 16,-1-3-37-16,6-1-37 0,1-1-53 0,3 4-41 16,3 0-57-16,6-2-65 0,2 1-266 0,4-2-599 15,7-2 265-15</inkml:trace>
  <inkml:trace contextRef="#ctx0" brushRef="#br0" timeOffset="98983.62">16819 7396 343 0,'0'0'335'0,"4"-5"1"0,-4 5 9 0,3-9 20 16,-3 9-6-16,2-8-7 0,-2 8-15 0,1-7-22 16,-1 7-24-16,0-9-26 0,0 9-25 15,4-7-21-15,-4 7-19 0,1-8-21 0,-1 8-20 0,7-10-15 16,-2 4-15-16,-1-4-14 0,5 1-11 0,2-6-13 16,1 2-10-16,2 0-6 0,-2 0-12 0,5 0-6 15,-4-1-8-15,1 2-6 0,-3 5-5 0,-3 1-1 16,0-1-7-16,-1 4-9 0,-2-2-6 0,-5 5-2 15,12-1-1-15,-12 1-5 0,10 3-4 0,0 3-1 16,-2 2-10-16,0 1-18 0,-2 1-20 0,2 0-15 16,-3 1-9-16,1 0-36 0,2-1-28 0,-2 0-36 15,-1 2-47-15,-1-2-53 0,-1-2-51 0,3-1-62 16,-4 1-277-16,2-5-714 0,-4-3 315 0</inkml:trace>
  <inkml:trace contextRef="#ctx0" brushRef="#br0" timeOffset="99233.79">17280 6975 188 0,'6'-28'290'0,"-3"12"9"0,-1-1 6 0,1 4 6 16,-1 4 2-16,-2 0-20 0,2 2-20 0,-2 7-34 16,0-9-21-16,0 9-19 0,0 0-31 0,0 0-4 15,0 0 14-15,3 34-6 0,-3-10-11 0,-2 7-13 16,0-1 9-16,1 2-13 0,-4-1-8 0,5 2-10 15,-3-3-10-15,2 0-9 0,0 1-11 0,-1-4-4 16,5-2-13-16,-4-7-9 0,4 0-4 0,0 0-7 16,4-4-9-16,-3-1-22 0,0-2-33 0,4-1-43 15,-3-4-48-15,4 2-55 0,-3-4-60 0,2-2-71 16,5 0-67-16,-2-2-336 0,-11 0-740 0,14-4 328 16</inkml:trace>
  <inkml:trace contextRef="#ctx0" brushRef="#br0" timeOffset="99383.64">17191 7088 339 0,'-17'-9'312'0,"1"-1"-23"0,4 5-17 15,2-2-2-15,4 5-12 0,0 0-15 0,1-2-23 16,5 4-37-16,-6-5-13 0,6 5-12 0,0 0-19 0,0 0-22 16,34-2-42-16,-2 1-54 0,8 1-72 0,14-3-89 15,6-4-81-15,-10 1-222 0,5 0-479 0,-15 1 212 16</inkml:trace>
  <inkml:trace contextRef="#ctx0" brushRef="#br0" timeOffset="99883.58">18491 6972 222 0,'0'0'304'0,"-2"-11"-8"15,2 11-3-15,0 0-1 0,0-8-7 0,0 8-10 16,0 0-10-16,0 0-38 0,0 0-22 0,0 0-24 15,0 0-24-15,0 0-20 0,0 0-13 0,0 0-9 16,0 0-5-16,0 0-5 0,2 33-10 0,-2-16-5 16,1-1-14-16,0 3-4 0,2 0-2 0,-2 1-12 15,0-1-11-15,2-2-21 0,-1 1-27 0,1-3-46 16,-2 0-41-16,2 2-57 0,-2-6-47 0,0 0-57 16,3-3-58-16,-4-2-210 0,3 1-559 0,1-3 248 15</inkml:trace>
  <inkml:trace contextRef="#ctx0" brushRef="#br0" timeOffset="100066.79">18657 7022 67 0,'0'-11'295'15,"1"-1"-2"-15,0 3-3 0,-1 2-5 0,0 7-17 16,3-10-16-16,-3 10-24 0,0 0-26 0,0 0-25 0,0 0-10 16,0 0-8-16,0 0 6 0,0 0-2 15,0 26-22-15,1-10 2 0,-1 3-9 0,1-3-18 16,-2 3-8-16,0-1-10 0,1 1-12 0,1 0-10 15,2-2-33-15,-3 1-37 0,1-5-46 0,0-2-42 0,1 4-59 16,-1-6-54-16,2 0-68 0,-2-2-61 0,0-2-163 16,-1-5-526-16,0 0 233 0</inkml:trace>
  <inkml:trace contextRef="#ctx0" brushRef="#br0" timeOffset="100220.78">18569 6725 233 0,'-3'-7'207'0,"3"7"-26"16,-4-10-21-16,4 10-11 0,0 0-20 0,0 0-31 15,0 0-48-15,0 0-62 0,0 0-86 0,0 0-86 16,14 27-197-16,-7-18 88 0</inkml:trace>
  <inkml:trace contextRef="#ctx0" brushRef="#br0" timeOffset="100400.14">18883 6895 14 0,'3'4'225'0,"2"7"-2"16,0-2 3-16,-1 3-1 0,-3 3 9 0,1 0-3 15,-2 7-11-15,-1 1-12 0,-1 6-22 0,-5 0-12 16,2-4-16-16,1 3-16 0,-2-4-13 0,-2 5-13 16,-1-6-14-16,3-3-7 0,-3 3-24 0,1-7-32 15,-2-1-36-15,-1-1-40 0,-2 0-57 16,-4-3-70-16,3-2-59 0,-5-2-195 0,-1-2-451 0,0-3 200 15</inkml:trace>
  <inkml:trace contextRef="#ctx0" brushRef="#br0" timeOffset="100583.46">18368 7038 43 0,'-5'-3'280'15,"-2"-1"-27"-15,7 4-14 0,-11 0 2 0,11 0-11 16,-15 10-2-16,6 0-5 0,0 4-19 0,1 0-20 15,3 4-15-15,1 0-14 0,4 2-8 0,3 4-20 16,-1-5-10-16,5 5-12 0,5-2-7 0,4 0-36 16,3-4-45-16,6-3-61 0,1-1-78 0,8-3-92 15,-2-2-243-15,3-2-496 0,2-2 220 0</inkml:trace>
  <inkml:trace contextRef="#ctx0" brushRef="#br0" timeOffset="104199.74">20029 6949 109 0,'0'0'228'0,"3"-10"-2"0,-2 2-9 16,-1-3-18-16,0 11-6 0,-2-13-3 0,-2 7-13 15,1-4-8-15,-2 5-6 0,-1-3-16 0,-3 2-9 16,-1-1-8-16,-2 5-9 0,-2-2-15 0,0 2-7 16,-4 4-10-16,-1 4-4 0,-2 2-8 0,-3 4-3 15,-4 3-1-15,6 3-9 0,-2 2-2 0,2-1-3 16,1 3-6-16,4 1-7 0,7-7-4 0,0 1 8 15,2-1-17-15,4-3-1 0,1 2-6 0,2 3-2 16,2-6 3-16,3 0-5 0,3 1 1 0,2-4-3 16,5 2-3-16,2-2-2 0,5-3-1 0,0-1 2 0,9-1-3 15,-2-4-2-15,0-4-4 0,-6 1 1 16,6-1 0-16,-1-3 1 0,-7 0-5 0,6-5-2 0,-10 2 2 16,2-2 0-16,-2-1 8 0,-2-1-8 15,1-4-6-15,-5 0 5 0,6-4-1 0,-5-6-2 0,-1 1 2 16,-2 1-4-16,0-3 5 0,-3 1 0 0,-3-1-3 15,3 2 0-15,-2-2 0 0,-2 1 7 0,-1 2 0 16,1 2-1-16,-2 5 6 0,0 0 4 0,0 2 4 16,-1 4 7-16,0 4 3 0,4 0-3 0,-2 9 0 15,-2-12-14-15,2 12 1 0,-1-10-4 0,1 10-3 16,0 0-5-16,0 0 4 0,0 0-1 0,0 0 2 16,0 32-1-16,1-12-4 0,1 7 3 0,-2 4-3 15,3-2 3-15,-1 0-3 0,1 2 5 0,1 1-3 16,0-1-3-16,-2-2 4 0,2-2-5 0,1 0 2 15,2-4-2-15,-2 2-28 0,-1-8-28 0,-1 3-26 16,1-4-30-16,0 0-35 0,0 0-36 0,1-6-43 16,-1 2-36-16,1-3-228 0,-1-5-530 0,1 3 234 15</inkml:trace>
  <inkml:trace contextRef="#ctx0" brushRef="#br0" timeOffset="104432.86">20539 6770 73 0,'2'-7'245'0,"-2"0"-6"0,0 7-14 16,0-9-17-16,0 9-18 0,-6-6-3 0,6 6-14 15,0 0-8-15,-24 13-10 0,13-3-11 0,-5 3-3 16,0 9-8-16,-1 1 2 0,4-1-8 0,-1-2-12 16,5 4-11-16,0-7-8 0,2 2-12 0,6-2-8 15,-2-1-10-15,4 2-1 0,3-1-7 0,5 1-13 16,0-3-13-16,6-2-40 0,2 2-38 0,8-3-43 15,5-2-56-15,3-3-39 0,5-3-56 0,1-2-189 16,14-3-463-16,0-3 205 0</inkml:trace>
  <inkml:trace contextRef="#ctx0" brushRef="#br0" timeOffset="104766.83">21303 6791 40 0,'-5'-12'274'0,"0"7"-6"0,5 5-12 0,-7-4-16 0,7 4-15 16,-11 0-19-16,11 0-8 0,-16 9-15 0,7 1-18 16,1 2-12-16,4 0-10 0,-6 3-14 15,4 2-7-15,1 1-8 0,2-2-12 0,0 1-9 16,2-1-8-16,1-1-6 0,3 0-7 0,1-3-10 0,2 4-5 16,1-5-2-16,1-2-11 0,1 0 4 0,-1 2-8 15,1-6-8-15,1 1 7 0,-3-2-10 16,3-1 5-16,1 0 0 0,1-3 5 0,-4-3-12 0,-8 3-6 15,16-6 4-15,-7 2-5 0,-1-4 2 0,-2-1 10 16,2-1-10-16,-4 1-10 0,-1-3 12 0,0 1-5 16,0-2-3-16,-2-2-3 0,-2 2 4 0,-1-4-5 15,-3 1-1-15,1 1-4 0,-2 1-6 0,2 2-15 16,-2-1-13-16,1 5-13 0,-2 0-23 0,1 0-32 16,-2 3-32-16,2 2-36 0,-3 0-24 0,9 3-41 15,-14-1-30-15,5 5-203 0,9-4-497 0,-12 3 221 16</inkml:trace>
  <inkml:trace contextRef="#ctx0" brushRef="#br0" timeOffset="105084.17">21599 6759 177 0,'7'-3'282'15,"-7"3"-22"-15,0 0-24 0,0 0-26 0,5-4-25 16,-5 4-21-16,0 0-17 0,8 11 2 0,-3-3 14 15,3 7-8-15,0 0-9 0,-1 1-13 0,4 7-9 16,-4 1-5-16,5 0-12 0,-3-2-12 0,0 2-8 16,-1-8-7-16,-2-1-10 0,0 2-6 0,-2-6-6 15,0 1-6-15,-2-2-7 0,3 0-3 0,-3-3 0 16,-2-1-7-16,0-6 3 0,0 12-2 0,0-12-4 16,-12 7-1-16,7-5-3 0,5-2-5 0,-13-2-4 15,13 2 7-15,-18-8 13 0,12 0 4 0,0-1 0 16,-2-1-5-16,3 0 0 0,1-6-10 0,3 3 2 15,1-1-1-15,2-5-13 0,1 0-3 0,1 6-12 16,6-5-12-16,-2 1-8 0,1 4-30 0,3-1-28 16,0 1-34-16,3-1-41 0,0 2-57 0,8-3-43 15,-6 6-265-15,2 1-559 0,-3-1 248 0</inkml:trace>
  <inkml:trace contextRef="#ctx0" brushRef="#br0" timeOffset="105484.58">22496 6680 300 0,'0'0'296'0,"5"-6"-18"0,-5 6-7 0,0 0-17 16,0 0-13-16,0 0-15 0,0 0-15 0,0 0-11 16,-31 8-14-16,15 5-22 0,2 1 2 15,-9 6-24-15,2 1-15 0,2-1-8 0,1-1-9 16,4 3-11-16,4-4-15 0,2-2-7 0,2-1-7 0,2 2-5 15,4-5 0-15,0 0-9 0,1 1-4 16,3-3-6-16,1 0-4 0,2-2-9 0,-1-3-2 0,5 2-5 16,0-5-4-16,3-1-13 0,-1-1-3 15,6-1-1-15,-1-1-13 0,-1-3-1 0,0-5-2 0,0 5 7 16,-3-5 0-16,1 0 4 0,-3-3-2 0,-1 1-2 16,-2-3-1-16,-1 2-1 0,-2 2 6 0,-2 3 0 15,1-3 1-15,-2 0 11 0,-1 1-5 0,-1 2 10 16,2 2 1-16,0 1 2 0,-3 5-8 15,2-9-4-15,-2 9-2 0,0 0-3 0,0 0-8 0,0 0 4 16,0 0-10-16,0 0 11 0,0 0 0 0,3 20 5 16,-3-8-7-16,1-2-6 0,0 1-28 0,2 5-38 15,-1 0-30-15,2 0-37 0,1 1-48 0,2 1-53 16,-1-5-48-16,2 1-216 0,3 0-547 0,-1-1 242 16</inkml:trace>
  <inkml:trace contextRef="#ctx0" brushRef="#br0" timeOffset="105821.9">22879 6761 135 0,'2'-7'283'16,"0"1"-5"-16,-2 6-15 0,0-10-10 0,0 10-31 16,0 0-25-16,1-7-25 0,-1 7-17 0,0 0-15 15,0 0-3-15,13 13-19 0,-5-3 0 0,0-1-2 16,2 6-6-16,1 0-9 0,-1 1-8 0,-2-1-8 15,2 3-4-15,-1-6-6 0,0 1-9 0,-1 2-7 16,2-8-4-16,-2 3-7 0,-3-2 4 0,-1-1 3 16,1-3 6-16,0 0 10 0,-5-4 24 0,6 3 27 15,-6-3 18-15,0 0 14 0,7 4-11 0,-7-4-15 16,0 0-12-16,5-14-8 0,-1 5-3 0,-4-1-5 16,2-1-11-16,0-2-10 0,1 1-8 0,-1-4-12 15,0-1 0-15,1 0-6 0,-1-1-11 0,0 0-23 16,3 0-32-16,-1 0-20 0,1 1-35 0,-4 0-12 15,3 5-31-15,-2 1-25 0,1 2-45 0,-2 0-37 16,-1 3-39-16,0 6-42 0,1-8-26 0,-1 8-7 16,0 0-206-16,0 0-584 0,11 0 259 0</inkml:trace>
  <inkml:trace contextRef="#ctx0" brushRef="#br0" timeOffset="106199.85">23364 6657 89 0,'0'0'251'0,"6"-5"7"0,-6 5-1 0,4-5-8 15,-4 5-9-15,0 0-15 0,0 0-16 16,0 0-15-16,-15-8-12 0,15 8 1 0,-20 6-20 16,4 1-9-16,-1 2-3 0,-7 6-10 0,1-2-6 0,7-3-15 15,0 2-9-15,3-1 0 0,2 2-26 0,2 2-6 16,1-2-6-16,4-2-8 0,2 1-9 16,0-3 0-16,2 0-13 0,2 1-7 0,1-2-13 15,1-5-1-15,5 3-9 0,0-2-6 0,3-1 8 0,1-1-21 16,0 0 0-16,0-6 0 0,5 4 1 0,-5-3 8 15,1-3-10-15,0-1-1 0,-2 2 3 0,0 1-2 16,-3-3 4-16,0 3 10 0,0-3-11 16,-2 4 4-16,-2-1-5 0,-5 4 4 0,9-5-6 0,-9 5 1 15,6-2-3-15,-6 2-1 0,0 0 3 0,10 8 0 16,-6 0 3-16,-1 5 15 0,1 4 7 0,-3 2 33 16,0 5-6-16,-2 3 1 0,-3 1 8 0,0 1 7 15,-4-1 1-15,-3 0-1 0,-1 0 2 0,1-2-3 16,-4-2-3-16,0-2-9 0,2 0-6 0,-2 0 1 15,3-7 4-15,0-1-18 0,-1-1-7 0,3-3-39 16,1-1-37-16,1-1-44 0,0-2-48 0,1 0-53 16,1-4-79-16,6-2-84 0,-12 0-232 0,12 0-642 15,-10-10 284-15</inkml:trace>
  <inkml:trace contextRef="#ctx0" brushRef="#br0" timeOffset="106371.58">23562 6851 177 0,'2'-3'336'0,"-2"3"-30"0,6-5-19 0,-6 5-10 16,0 0-10-16,6-5-14 0,-6 5-22 0,0 0-28 15,4-6-21-15,-4 6-27 0,0 0-26 0,0 0-32 16,0 0-47-16,0 0-47 0,0 0-63 0,0 0-75 16,18 12-72-16,-18-12-219 0,7 6-460 0,-7-6 203 15</inkml:trace>
  <inkml:trace contextRef="#ctx0" brushRef="#br0" timeOffset="106717.8">23987 6665 2186 0,'4'-9'173'0,"1"2"-31"0,-2 1-45 0,-1 0-18 16,-2 6-15-16,7-10-9 0,-5 7-6 15,-2 3-16-15,0 0-8 0,0 0-3 0,0 0 12 16,0 0 25-16,16 11 13 0,-12 1 1 0,2-2-4 15,4 7 3-15,-3-2 6 0,0 4-3 0,0-2 1 0,0-1-8 16,1 0-3-16,-3 1-8 0,2 0-2 0,0-6-10 16,-2 2-1-16,-1-1 11 0,2-4-16 15,-6-1-2-15,4-2 1 0,-4-5-3 0,3 9 0 16,-3-9 24-16,4 4 8 0,-4-4 3 0,5 4 17 0,-5-4 6 16,0 0-6-16,0 0-3 0,0 0-14 0,20-16-8 15,-11 6-7-15,4 0 3 0,-1-3-14 16,1 2-4-16,-1-5-2 0,1 2-5 0,1-8-3 15,0 2-3-15,-3 4-4 0,0 0-18 0,4-5-10 0,-4 5-27 16,-3 0-15-16,1 3-12 0,-3 3-34 0,0 0-19 16,-3 2-44-16,1 2-30 0,-2 1-42 0,-2 5-42 15,2-9-37-15,-2 9-21 0,0 0-225 16,0 0-599-16,0 0 266 0</inkml:trace>
  <inkml:trace contextRef="#ctx0" brushRef="#br0" timeOffset="107067.78">24534 6627 85 0,'0'0'266'0,"9"-2"5"16,-9 2-9-16,0 0 2 0,5-3 0 0,-5 3-11 16,0 0-12-16,0 0-19 0,0 0-13 0,0 0-15 15,-21 10-2-15,4-3 7 0,-5 8-13 0,0 0 3 16,0-2-17-16,4 1-15 0,2-1-12 16,2 0-15-16,3 0-13 0,4-3-21 0,-4 2 2 15,5-1-13-15,2 0-4 0,0-1-13 0,2 0 1 0,1-4-7 16,4 6-18-16,3-5 7 0,-1 0-10 0,2-3-6 15,3 1-6-15,0-2-7 0,1-2-12 0,4-1-4 16,-2-2-1-16,4-2-4 0,-1 1-3 0,-2-4 0 16,-4 3 3-16,3-3 7 0,-3 1-5 0,2-3-9 15,-2 2 7-15,-1 1 1 0,-3-4 1 0,3 4 2 16,-3 3-8-16,-2-2 7 0,-4 5 1 0,7-8-5 16,-7 8-1-16,0 0-7 0,6-3-6 0,-6 3-1 15,0 0 8-15,0 0-2 0,0 0-5 0,0 0 0 16,-4 35 16-16,0-23-5 0,3 6 1 0,-4 0 0 15,0 5 0-15,1-5-2 0,4 0-12 0,-2-2-43 16,-1 1-39-16,2-3-54 0,-1-2-58 0,1 0-52 0,4-2-59 16,-2-1-285-16,-1-9-655 0,3 13 291 15</inkml:trace>
  <inkml:trace contextRef="#ctx0" brushRef="#br0" timeOffset="107315.81">24815 6529 111 0,'6'-19'302'0,"-5"6"22"0,1 2 14 0,0 1-6 0,0 1-11 15,1 3-35-15,-3 6-25 0,4-10-36 0,-4 10-21 16,0 0-26-16,0 0-4 0,0 0-14 16,-2 31-7-16,1-11-6 0,-1 5-17 0,-4 1-12 15,4 2-14-15,-2 0-3 0,1-1-8 0,3 0 1 0,-2-3-23 16,1 0-14-16,1-3-36 0,3-2-52 15,-1 0-35-15,0-2-47 0,2 0-66 0,1-1-47 16,-2-5-64-16,2-2-277 0,1 1-614 0,-3-4 272 0</inkml:trace>
  <inkml:trace contextRef="#ctx0" brushRef="#br0" timeOffset="107816.8">25010 6702 65 0,'2'-5'315'0,"-2"5"-23"0,3-8-24 15,-3 8-15-15,0 0-16 0,0 0-6 0,0 0-1 16,0 0 18-16,0 0-20 0,0 0-8 0,0 0-28 16,1 26 2-16,-2-16-31 0,1 0-24 0,-1-1-3 15,2 1-16-15,-2 1-8 0,2-2-11 0,3 2-13 16,-2-3-15-16,5 1 5 0,0-1-18 0,1-3-5 16,1 2-19-16,1-5 8 0,1 1-15 0,-1-1-5 15,1-2-9-15,-1 0 8 0,-10 0-17 0,18-6 7 16,-8 5-3-16,-2-6 4 0,1 2-6 0,-4-1 8 15,2-2-12-15,0 0 4 0,1 1-5 0,-2-1 0 16,-2-1 3-16,2-1-1 0,0 4 2 0,-1 0 4 16,-3 2 2-16,-2 4 0 0,7-7 9 0,-7 7-23 15,3-6 19-15,-3 6-22 0,0 0-3 0,0 0 10 16,0 0-11-16,0 0 18 0,0 0-1 0,8 14 5 16,-5-8 2-16,-1 3-5 0,2-2 13 0,-1-1-11 15,2 0 2-15,1 0-6 0,-1 0 5 0,3-3 3 16,6 1-7-16,1-1 9 0,8-3-3 0,7-2 0 15,-1-2-5-15,0 1 3 0,2-4-8 0,-3-1 6 16,-7 2 17-16,-2-2-10 0,1 1-2 0,-4-1 13 16,0-2 12-16,-4 3 21 0,-2-5-6 0,-1 1 7 15,0-2-6-15,-3-2-6 0,-3 4 6 0,0-5-8 16,-2 4-3-16,-1 1 2 0,-1 0 9 0,-1 3-4 16,0 0-5-16,-2 3-6 0,4 5-7 0,-8-8-7 15,-2 8 2-15,10 0-14 0,-20 7 2 0,4 2-5 0,-1 0 2 16,-4 7-6-16,8-4 3 0,3 1-10 0,1 1-37 15,3 3-44-15,6-6-54 0,4 5-64 16,3-2-61-16,2-1-98 0,9-3-82 0,2-4-268 16,8 0-763-16,3-2 338 0</inkml:trace>
  <inkml:trace contextRef="#ctx0" brushRef="#br0" timeOffset="110916.84">25850 6649 18 0,'5'-4'277'0,"-5"4"-2"16,0 0-15-16,0 0-21 0,5-4-24 0,-5 4-19 16,0 0-21-16,0 0-17 0,0 0-20 0,0 0-12 15,0 0-13-15,0 0 1 0,0 0-11 0,0 0-10 16,-8 28-6-16,4-18-10 0,3 0-6 0,0-2-7 16,3 0-6-16,-2 0-4 0,2-1-8 0,-2-7-2 15,7 11-4-15,-3-7-3 0,1 2-1 0,4-5-3 16,-3 2-4-16,2 0-2 0,1-3-3 0,1 0-2 15,-10 0-3-15,19-4 3 0,-11-1-6 0,1 1 3 16,-1 1-2-16,-2-1-1 0,-2-3-7 0,1-3 0 16,-1 1-13-16,-2-2-2 0,0 1-2 0,-2-1 3 15,-2 0-3-15,0-5 3 0,-6 1-7 0,3 0 3 16,-3-1 18-16,2 5-2 0,-2 2-3 0,3-1 2 16,-3 2-8-16,0 3 2 0,1 2-1 0,1-1-5 15,6 4 1-15,-11-2 2 0,11 2-3 0,-12 2 3 16,12-2-2-16,-9 7-1 0,9-2-2 0,0-5 2 15,0 11 3-15,0-11 0 0,11 14-2 0,-1-9-2 16,1-2 0-16,9 1-5 0,2-1-12 0,7-3-4 16,1-3-10-16,3-2 4 0,-4-3 0 0,1-1-1 15,-3-2 11-15,0 0-2 0,-2-3 2 0,-5 4 4 16,-2-7 6-16,4-1 3 0,-9 6 5 0,-1-1 7 0,-3-3 9 16,-2 1 9-16,-1-1 12 0,-1 1 3 15,0-2-3-15,-1 1 20 0,-2 4-7 0,0 0 2 16,-2 1 3-16,0 2 8 0,0 9-2 0,0-11-10 15,0 11-8-15,0-8-8 0,0 8-5 0,0 0-1 0,0 0-3 16,0 0-4-16,-4 35 7 0,0-6 8 16,-1 6 3-16,0 0-1 0,-1 14 4 0,3-13-2 15,-1 9 6-15,2-11-2 0,2 1 16 0,-2-2 1 16,0 1-3-16,-1-2-11 0,1-1-3 0,2 0 3 16,2-4-12-16,-2-2 2 0,0-2-6 0,2-6-36 0,-2 1-21 15,1-3-50-15,1-3-26 0,2 0-23 0,-4-2-40 16,2-1-58-16,-2 2-41 0,0-3-48 0,0-8-161 15,-4 15-517-15,4-15 228 0</inkml:trace>
  <inkml:trace contextRef="#ctx0" brushRef="#br0" timeOffset="111067.72">26155 6811 2339 0,'1'-7'171'15,"-1"7"-60"-15,4-12-72 0,-4 7-18 0,0 5-10 0,9-10-6 16,-2 6-2-16,1-1 0 0,9 0 4 0,10-2-3 15,-8 2-3-15,13 2-16 0,-3-3-25 0,7-1-41 16,3 0-46-16,10-2-40 0,-13 1-56 16,2 2-121-16,-4 0-373 0,0 0 166 0</inkml:trace>
  <inkml:trace contextRef="#ctx0" brushRef="#br0" timeOffset="112267.6">26908 6482 13 0,'0'-8'283'0,"0"8"-4"0,-2-10-9 16,2 10-17-16,-7-10-19 0,4 6-18 0,3 4-20 16,0 0-17-16,0 0-10 0,-23 14 10 0,11 1-8 15,1 1-17-15,-3 6-4 0,1 1-16 0,4-4-16 16,-1 4-10-16,4-3-10 0,4-3-12 0,0 2-5 16,2-1-6-16,2 0-5 0,2-1-18 0,2-2-24 15,6 0-23-15,-3-1-22 0,2-7-25 0,5 3-20 16,-1-3-31-16,-1-2-16 0,0-2-17 0,4-2-11 15,-5 1-1-15,7-4-3 0,-7-1 14 0,-1-1 12 16,-1-1 11-16,3-1 11 0,-5-2 12 0,2 1 13 16,-2-3 6-16,0 0 7 0,2-3 16 0,-1 0 12 15,-4-2 30-15,1 0-4 0,-1-1 10 0,-1 1 11 16,2 4 11-16,-2 0 27 0,-3 2 16 0,-2 3 5 16,4 1 0-16,-4 5-6 0,4-9-11 0,-4 9-7 15,2-4-6-15,-2 4-9 0,0 0 6 0,0 0 7 16,0 0 5-16,-6 22 11 0,6-11 0 0,-2 1-3 15,0-2-3-15,0 0-7 0,2 2-6 0,2-1-4 16,-2-2-1-16,0 2-4 0,8-1-2 0,-3-2-7 16,-1 1-2-16,4-3 1 0,2 2-3 0,-1-2 3 15,3-3-12-15,1-1-9 0,-2-2-2 0,3 0-4 16,-3-1-5-16,-1-3-3 0,0 3 0 0,3-5 2 16,-3 0 3-16,-3 0-8 0,1-3 3 0,1 1 1 15,-7-3-8-15,6 0 7 0,-4 1 2 0,3-5-7 16,-3 4 9-16,0-5-3 0,0 1-2 0,-3-1 5 15,2 5 0-15,-1 0 3 0,0 1 8 0,0 3 6 16,-2 0 0-16,0 7 2 0,2-7-9 0,-2 7-2 16,0 0-6-16,0 0-4 0,0 0 4 0,0 0 1 15,0 0-3-15,0 0 4 0,0 0-1 0,2 31 8 16,-2-22 0-16,1 3 2 0,1-1-2 0,0 1-2 16,3-1 2-16,-1 1 3 0,-2-3-1 0,3 0 4 15,2 1-5-15,2-1 5 0,-1-4 2 0,2 2-1 0,1-2-5 16,2 0 2-16,1-3-5 0,3-2 6 0,2 0-5 15,-5-1-3-15,-3 1 3 0,4-3-1 16,-2-1 0-16,-1 0 0 0,-4-1-6 0,2-1-1 16,-1-1-2-16,0-1-8 0,-2-1-7 0,1 0-2 0,-3-3 4 15,-1 0-5-15,1 1-5 0,-3-2 6 16,0 0-5-16,-2 1 6 0,0-5-3 0,-2 4 3 0,-1-3-1 16,-3 0 1-16,2 6 6 0,0-3 1 0,1 3 0 15,-3 1 3-15,3 3 2 0,3 6 0 16,-3-10-2-16,3 10-1 0,-6-7 5 0,6 7-7 0,-2-8-2 15,2 8 0-15,0 0-6 0,0 0 7 0,0 0 1 16,0 0 2-16,0 0 2 0,16 2 1 16,-16-2 1-16,11 4-2 0,-2 1 0 0,-3-3 1 15,2 2-4-15,-2 0 0 0,3 0 6 0,-1 2 2 0,2 1-4 16,-4-1 3-16,1 0 0 0,0 1 3 0,0 0-3 16,0 0 1-16,-1 1 0 0,1-1 2 0,0 1 1 15,0 0-1-15,-1 1 1 0,1-1 1 16,2-1-1-16,0 1-2 0,-2-1 5 0,1-1-3 0,4 0 3 15,-5-2-1-15,4-1 1 0,-5 0-3 0,4-2 1 16,0 1 1-16,0-1 3 0,-10-1-1 0,15-4-1 16,-5 1 0-16,-6 0-1 0,0-1 5 0,3-2-6 15,-2-3-4-15,-1 2 3 0,1-2-2 16,-3 0-1-16,-2-1 3 0,4 1-3 0,-2 0 1 0,-1 0-1 16,3 1 10-16,-3-2-13 0,1 2 2 0,0 0-4 15,2 3 2-15,-4 5 0 0,7-12-5 0,-5 8-1 16,-2 4 2-16,9-6-2 0,-4 4 2 0,-5 2-3 15,13 2 3-15,-13-2 0 0,13 8-1 0,-6 0 0 16,0 1 0-16,-2 0 3 0,-3 0-2 0,0 1 1 16,2 2 2-16,-1-2 2 0,2 2 5 0,-3-5-4 15,0 3 8-15,1-3 6 0,3 3 3 0,-2-5 11 16,0 1-8-16,1-1 0 0,0-2 3 0,1-1 1 16,-6-2-1-16,13 3-1 0,-6-3 1 0,3 0-2 15,-1-3-6-15,1 0 0 0,0-3 5 0,-1 2-4 16,-1-4-1-16,-1 2-3 0,1-3 1 0,-4 0-1 15,5 0-2-15,-5 0 0 0,0-2 0 0,1 1-1 16,-4-2-1-16,1-3-6 0,-2 4 5 0,2 1 4 16,-2 1 4-16,0 2 8 0,0 7 3 0,-2-11 9 15,2 11-10-15,-2-8-10 0,2 8 0 0,0 0-7 16,0 0 3-16,0 0 3 0,-21 12-7 0,14-3-1 16,-2 1-18-16,-2 4-30 0,4 0-37 0,-1 0-42 15,2 2-40-15,0-1-48 0,3-3-53 0,3 0-48 16,-2 0-184-16,4-2-533 0,1 0 237 0</inkml:trace>
  <inkml:trace contextRef="#ctx0" brushRef="#br0" timeOffset="112482.63">28206 6527 228 0,'7'-16'241'0,"1"1"-5"16,1-2-4-16,-1-1-7 0,2 3 6 0,-1 0-17 15,-1 2-8-15,-1 1-10 0,-1 5-18 0,6-1-13 0,-3 1-11 16,0 3-9-16,-3 2-15 0,3-1-15 0,-9 3-16 15,14 3-8-15,-3 1-1 0,-4 3-11 16,1 3-12-16,-3 0-3 0,6 4-7 0,-3 1-3 16,0 1-3-16,-3-2-19 0,-1-3-38 0,-2 2-40 15,0 0-41-15,3-3-49 0,-3 2-67 0,2-3-64 16,-4-2-206-16,3 0-512 0,-3-7 227 0</inkml:trace>
  <inkml:trace contextRef="#ctx0" brushRef="#br0" timeOffset="112699.8">28624 6232 137 0,'1'-9'346'0,"-1"1"-22"16,0 8-22-16,4-10-32 0,-4 10-25 0,0 0-22 16,0 0 17-16,0 0 12 0,0 0-11 0,4 26-24 0,1-11-3 15,-4 4-19-15,2 5-13 0,-1 2-20 0,1 0-20 16,-2-3-5-16,2 4-17 0,-2-10-4 15,0 2-23-15,5 0-3 0,-3-1-39 0,2-3-35 16,-2 1-60-16,2 0-57 0,-1-4-57 0,-3-1-65 0,-1-5-78 16,0 1-281-16,0-7-630 0,-1 8 279 0</inkml:trace>
  <inkml:trace contextRef="#ctx0" brushRef="#br0" timeOffset="112849.41">28581 6393 185 0,'12'-4'225'0,"2"-1"-22"0,3 0-20 16,3-1-19-16,2 1-24 0,6 1-58 0,3-3-74 15,3 1-90-15,1-2-103 0,-5 1-201 0,-2 0 90 16</inkml:trace>
  <inkml:trace contextRef="#ctx0" brushRef="#br0" timeOffset="113971.22">6967 8335 121 0,'2'-8'292'15,"-1"1"-10"-15,0 0-15 0,-1 7-16 0,1-10-9 16,-1 10-9-16,3-10-19 0,-3 10-17 0,0 0-19 16,5-6-23-16,-5 6-10 0,0 0-17 0,0 0 16 15,0 0 17-15,5 19-25 0,-4-9-8 0,1 2-13 16,-2 6 8-16,-2 0-7 0,2 3-12 0,-1 4-15 15,1-6-8-15,-3-2-5 0,2 5-12 0,1-4-7 16,0-1-9-16,-1-1-23 0,1 2-39 0,-1-1-39 16,1-4-34-16,-2-2-34 0,2 0-28 0,-2-1-27 15,1-1-38-15,1-9-26 0,0 10-16 0,0-10-11 16,0 7-166-16,0-7-469 0,0 0 209 0</inkml:trace>
  <inkml:trace contextRef="#ctx0" brushRef="#br0" timeOffset="114166.72">7080 8450 76 0,'3'-18'188'0,"1"1"18"0,-2 5 16 0,-2 4 6 16,1-4 5-16,-1 6 2 0,0 6-3 0,1-13-16 16,-1 13-11-16,2-8-19 0,-2 8-17 0,0 0-20 15,0 0-20-15,0 0-10 0,0 0 7 0,0 0 27 16,0 0-30-16,0 25-7 0,0-13-12 0,0-1-5 16,0 6-12-16,0 0-6 0,2-1-16 0,-1 1 0 15,1-1-9-15,0 0-9 0,-1-5-26 0,2 1-24 0,-2-1-34 16,3-1-38-16,-3-1-40 0,1 0-41 15,-1-1-52-15,1-2-50 0,-2-6-256 0,2 10-558 16,-2-10 247-16</inkml:trace>
  <inkml:trace contextRef="#ctx0" brushRef="#br0" timeOffset="114365.79">7239 8361 195 0,'0'0'203'0,"0"0"4"0,0 0 11 0,0 0 0 0,0 0 5 15,9 21-6-15,-6-11-12 0,-2 2-4 0,-1 1-21 16,0 3-18-16,0 1-12 0,3 0-16 0,-3-1-13 16,0 0-11-16,-3 0-11 0,6-3-25 15,-1-2-29-15,-2 1-37 0,-1 0-35 0,0-4-54 0,1 3-56 16,1-4-59-16,0-1-226 0,-1-6-457 0,0 0 203 16</inkml:trace>
  <inkml:trace contextRef="#ctx0" brushRef="#br0" timeOffset="114566.81">7495 8319 14 0,'10'6'250'0,"-5"-2"6"0,0 5 3 0,-1 2-17 16,1-1-9-16,-1 6-12 0,1 1-12 0,-3 1-14 15,-2 1-19-15,0 1-16 0,0-2-16 0,-2 1-10 16,-3-2-13-16,1 1-16 0,2-2-11 0,-3-2-21 15,5 0-27-15,-5-4-35 0,-1 1-37 0,0-2-49 16,-3 0-53-16,1-2-50 0,-2 0-55 0,-2-2-152 16,-1-1-415-16,-1-2 184 0</inkml:trace>
  <inkml:trace contextRef="#ctx0" brushRef="#br0" timeOffset="114767.43">6819 8429 152 0,'-9'7'273'16,"1"3"-12"-16,2 1 1 0,-3 5 2 0,1 1-18 15,3 0 2-15,1 0-16 0,3 2-18 0,1 1-17 16,3-1-20-16,0-1-18 0,5 1-14 0,5-1-18 16,1-4-29-16,1 0-40 0,5-5-46 0,6 0-60 15,1 1-66-15,3-6-78 0,0 0-271 0,-9-4-499 16,7-2 221-16</inkml:trace>
  <inkml:trace contextRef="#ctx0" brushRef="#br0" timeOffset="114936.39">7303 8135 250 0,'-2'-7'237'0,"2"7"-27"0,0 0-21 15,0 0-19-15,0 0-19 0,0 0-33 0,0 0-55 16,0 0-77-16,-8 24-40 0,8-24-75 0,1 12-70 16,-2-3-215-16,1-9 95 0</inkml:trace>
  <inkml:trace contextRef="#ctx0" brushRef="#br0" timeOffset="116899.94">8958 8438 32 0,'0'0'212'0,"0"0"2"0,-10 0-2 0,10 0-10 16,0 0-12-16,0 0-22 0,0 0-16 16,0 0-13-16,0 0-16 0,0 0-10 0,0 0-14 15,0 0-7-15,27-6-10 0,-7 2-10 0,7 0-9 0,3-2-3 16,2-2-4-16,-1 1-16 0,3 1-24 0,-5 1-35 16,-1 1-30-16,-5 3-36 0,-3 0-29 0,0-2-36 15,-1 2-25-15,-7 0-117 0,-2 2-314 0,-1 0 139 16</inkml:trace>
  <inkml:trace contextRef="#ctx0" brushRef="#br0" timeOffset="117249.89">9197 8385 104 0,'-11'0'160'16,"11"0"-10"-16,0 0-19 0,-8 5-13 0,4 2 8 16,0 2 26-16,2 6-13 0,1 2 8 0,-3 10-4 15,1 1 1-15,2 1-3 0,1 2-9 0,-1-1-10 16,-1 0-7-16,4-1 3 0,-1-2-11 0,0-1-10 15,2-2-4-15,-3-4-13 0,2-1-12 0,1-1-5 16,-1-1-5-16,2-1-7 0,-4-3-1 0,0-2-8 16,2 1-13-16,-2-6-21 0,1 4-16 0,0-3-23 15,-1-7-17-15,-4 14-19 0,2-9-18 0,-2 1-13 16,-1 0-12-16,-2-2-6 0,0-3-5 0,-1 1 14 16,0-2 0-16,8 0 4 0,-21-2 16 0,9-1 10 15,1 1 18-15,2-3 18 0,0 3 29 0,-3 2 25 16,6-2 29-16,6 2 20 0,-13-4 7 0,13 4 0 15,-10-2-4-15,10 2-9 0,0 0 1 0,-7-2-9 16,7 2-3-16,0 0 5 0,0 0 3 0,0 0 7 16,0 0 5-16,0 0 2 0,27 11-8 0,-15-8-2 15,2 0-8-15,8-2-2 0,7-1-6 0,3-1-5 0,-1 1-32 16,4-3-49-16,-4 0-51 0,1 0-75 0,0 2-66 16,-6-1-126-16,2 1-393 0,-8 1 174 15</inkml:trace>
  <inkml:trace contextRef="#ctx0" brushRef="#br0" timeOffset="117616.9">9467 8987 42 0,'8'-9'256'0,"-5"4"-14"16,3-3 0-16,0-1 0 0,0-1-27 0,6-3-8 16,-3 0-11-16,1-1-26 0,3 1-14 0,-2 2-18 15,2-4-6-15,0-1-8 0,-3 2-3 0,-1-1-8 16,-3 3-4-16,3-2-7 0,-3-1-2 0,-1 2-12 15,-2 2-5-15,0-1 16 0,-2 0-5 0,0 1-8 16,-2 0-5-16,1 3-11 0,0 8-8 0,-4-13-8 16,-1 8-7-16,0 0 2 0,1 0-5 0,4 5-4 15,-11-4-5-15,6 1-11 0,5 3 1 0,-8-5 0 16,8 5-4-16,-5-3-13 0,5 3-17 0,0 0 0 16,0 0 3-16,0 0-2 0,0 0 0 0,0 0-2 15,0 0-3-15,31 4 0 0,-17 0 6 0,-2-1-7 16,5-1 2-16,-4 3 3 0,5 2-2 0,-4 0-1 15,-1-2 3-15,2 4 11 0,-7 0-12 0,3 4 1 16,-2 0 6-16,-1 0 7 0,-2 1 6 0,-2 4-2 16,2-4 11-16,-3 3-17 0,-1-3 3 0,-2 0-2 15,2-4-1-15,-1 4-26 0,-1-1-33 0,0-3-41 16,0 2-43-16,0-1-50 0,0-4-58 0,0 0-46 16,0-7-167-16,1 13-500 0,2-9 221 0</inkml:trace>
  <inkml:trace contextRef="#ctx0" brushRef="#br0" timeOffset="118366.73">9913 8813 184 0,'1'-4'238'15,"-1"4"-17"-15,3-9-20 0,-3 9-5 0,0 0 17 0,0 0-2 16,0 0-12-16,0 0-1 0,4 22-7 0,-4-12-12 16,1 0-9-16,0 2-9 0,-2 1-11 15,2-5-7-15,1 1-8 0,-4 0-6 0,4-1-2 16,-2-8-12-16,0 10-10 0,0-10 8 0,0 11 14 0,0-11 5 15,1 5 11-15,-1-5 5 0,0 0-9 0,0 0-14 16,0 0-13-16,0 0-13 0,0 0-7 0,0 0-11 16,0 0-7-16,0 0-6 0,-5-27-10 15,5 16 2-15,0 1-15 0,1-1-5 0,2-2-3 0,0-3-7 16,6-1-6-16,-2 1-9 0,0 0-2 0,6 0-13 16,-1 2 4-16,0 3-7 0,2 1 1 0,-3 4 1 15,0 1-3-15,1 2-5 0,-1 2 3 0,1 5 1 16,-2 1 1-16,-2 1 2 0,2 4-1 0,-3 0 1 15,1 4 2-15,-3 0-4 0,2 2 0 0,-2-5 2 16,1 0 0-16,-1 1 2 0,-2-1 0 0,1-4-3 16,0 1 3-16,-2-2 0 0,2-1 2 0,-4-5 7 15,4 9 3-15,-4-9 14 0,2 4 7 0,-2-4 6 16,0 0-11-16,0 0-3 0,0 0-2 0,0 0-3 16,0 0-3-16,0 0 4 0,3-19-7 0,-3 19-14 15,1-14 1-15,2 6-6 0,0-3-1 0,3 1-2 16,1-3-7-16,2-2-6 0,1 0-3 0,1 1-6 15,1 0 2-15,-1 1-1 0,-1 5 0 0,1-1 10 16,-2 1-6-16,0 1-9 0,1 3 13 0,-3 3 0 16,-1 1 1-16,-6 0 0 0,14 3 6 0,-6 5 1 15,-3-1-3-15,0 0 3 0,0 3 0 0,2 0 5 16,-4 0-1-16,3 2-4 0,-1-5 7 0,0 2-1 16,0-1 11-16,1-3-1 0,-2 1 7 0,4-2 6 0,-2-4-4 15,2 3 6-15,6-3-2 0,-2-3-2 0,0 2-2 16,0-5 7-16,2-1-6 0,1-1-4 0,-3-3 2 15,2 1-5-15,-4 0 5 0,0-2-8 16,-1-2 2-16,-1 4-7 0,0-5 7 0,-3 4-7 0,0-1 6 16,-2-3-5-16,0 5-3 0,-3-2 8 0,1 1 1 15,1 4-3-15,-2 1 1 0,0 6 1 0,-3-12-7 16,3 12 0-16,0 0 0 0,-1-10-4 0,1 10 4 16,0 0-2-16,0 0-2 0,0 0 7 0,-17 25-3 15,13-15-3-15,2 2 4 0,-3 4-3 0,1 1 1 16,2-5-2-16,0 1 5 0,3 4-6 0,-2-1 10 15,2 0-2-15,0-5 1 0,1 1-4 0,-1-1 4 16,2 0-2-16,-2-1 0 0,2-1-2 0,-2 1-2 16,0-3 1-16,0-1-2 0,-1 1-16 0,0-7-9 15,0 12-14-15,0-5-16 0,0-7-28 0,-2 10-21 16,-2-3-39-16,4-7-31 0,-8 9-45 0,2-3-50 16,2-2-47-16,-1-1-283 0,5-3-654 0,-9 7 289 15</inkml:trace>
  <inkml:trace contextRef="#ctx0" brushRef="#br0" timeOffset="118567.73">11015 8875 2973 0,'10'-2'186'0,"-5"1"-97"0,-5 1-51 0,14 0-24 15,-14 0 5-15,6 1 22 0,-6-1 18 0,6 4 26 16,-6-4-3-16,1 7-5 0,-1-7 9 15,0 0-20-15,-5 16-6 0,1-10-10 0,-1 3-28 16,-3 1-43-16,0 0-51 0,2-1-54 0,-8 3-77 0,5-4-86 16,-5 2-251-16,-3-2-584 0,6 0 259 15</inkml:trace>
  <inkml:trace contextRef="#ctx0" brushRef="#br0" timeOffset="118983.55">12235 8573 319 0,'1'-15'359'0,"-1"-1"-14"0,0 6 3 0,0 0-5 16,-1 1-10-16,1 9-10 0,1-14-20 0,-1 14-31 15,0-7-27-15,0 7-29 0,0 0-21 0,0 0-25 16,0 0-14-16,0 0-3 0,8 20-9 0,-3-4-14 15,-1 3-12-15,2 5-9 0,-3-4-11 0,1 4-11 16,0-4-10-16,-2 0-3 0,2-2-10 0,-2-1-9 16,2 2-1-16,-2-3-5 0,0 1-8 0,1-1-24 15,-1 0-39-15,-2-6-46 0,2 1-62 0,0 0-60 0,-2-2-37 16,2-2-51-16,-2-7-61 0,-2 14-319 0,-2-8-711 16,-2-1 315-16</inkml:trace>
  <inkml:trace contextRef="#ctx0" brushRef="#br0" timeOffset="119148.57">12190 8382 2656 0,'-4'-14'-3'0,"1"-3"10"16,1 8-9-16,-1 0-7 0,3 3 4 0,0 6-1 16,-2-10-15-16,2 10 9 0,0 0-9 0,0 0-15 15,0 0-20-15,0 0-18 0,0 0-32 0,0 0-39 16,14 21-49-16,-10-8-136 0,5 3-356 0,3-2 159 15</inkml:trace>
  <inkml:trace contextRef="#ctx0" brushRef="#br0" timeOffset="119549.82">12415 8513 161 0,'6'4'185'0,"1"0"4"0,-3 6-4 16,3 2 1-16,-3-1 8 0,3 5-6 0,-3 0-7 15,4 1-2-15,-4 2 0 0,0-2-9 0,1 2-17 16,-3-2 3-16,2 0 0 0,-1-2-17 0,2-1-10 15,-1-3-10-15,-1-2-3 0,-1 0-4 0,0-4-5 16,2 1 7-16,-4-6 0 0,3 10-8 0,-3-10 17 16,6 5 6-16,-6-5-3 0,10 1-5 0,-10-1-15 15,12-4-7-15,-5-1-13 0,5-2-5 0,1-2-10 16,0-2-13-16,-3 2-19 0,3-5-33 0,3 0-41 16,-3 0-27-16,-1-3-28 0,1 2-26 0,-2 2-23 15,1 0-18-15,-2 1-21 0,-1 1-16 0,-1 2-10 16,-2 0-4-16,3 1 10 0,-2 0 20 0,4 3 24 15,-6-4 14-15,3 2 7 0,-1 1 29 0,0-1 7 16,-2 2 31-16,-5 5 27 0,6-8 17 0,-6 8 22 16,5-4 5-16,-5 4 20 0,8-3 22 0,-8 3 28 15,0 0 11-15,10 6 3 0,-6 0 14 0,1 3 13 16,-3 2 15-16,0 1 9 0,2 0-4 0,-3 3 7 16,3-1-6-16,-4 2-20 0,0 1-12 0,0 2-8 15,-2-3-10-15,0 0-4 0,1 1-9 0,-3 0-10 16,0-2-27-16,-1 3-41 0,-3-4-45 0,-2 2-52 0,-3 0-65 15,-1-5-73-15,-1 1-72 0,-8 1-202 0,3-3-556 16,-6-1 246-16</inkml:trace>
  <inkml:trace contextRef="#ctx0" brushRef="#br0" timeOffset="119749.56">11972 8567 295 0,'-14'14'330'0,"-3"8"-1"0,1 0-8 0,1 4-6 16,3 3-32-16,5-2-11 0,0 2-23 0,5-2-25 15,2 0-17-15,2 2-23 0,5-2-14 0,9-1-19 16,2-4-33-16,7 2-53 0,6-5-53 0,3-4-74 16,16 0-79-16,0-2-89 0,-11-6-72 0,1-4-163 15,-1 0-504-15,-4-2 223 0</inkml:trace>
  <inkml:trace contextRef="#ctx0" brushRef="#br0" timeOffset="122599.9">13814 8449 128 0,'-3'-8'243'0,"3"8"-2"0,-4-10-8 0,4 10-13 15,-1-9-17-15,1 9-18 0,0-8-19 0,0 8-29 16,0 0-15-16,0 0-10 0,5-7-13 0,-5 7-6 16,0 0-5-16,23 11-5 0,-12-4-2 0,3 6-7 15,2 1 9-15,3 5-7 0,-3 2-7 0,2 1-4 16,0-3 0-16,-2 2-6 0,0 0-7 0,-1 1 3 15,-3-5-7-15,-3-4-7 0,-1-1-5 0,4-1-3 0,-5-1-2 16,-3-3 0-16,2-1-4 0,-3-1 14 16,-1-1 20-16,-2-4 22 0,8 5 20 0,-8-5 14 15,0 0-14-15,0 0-10 0,0 0-7 0,0 0-9 16,2-23-8-16,-2 11 0 0,2-3-1 0,0-2-2 0,2 0-6 16,1-2-7-16,3-7-12 0,4 0-7 15,3 3 3-15,-3-5-2 0,5 2-6 0,0 3-3 16,2 0-3-16,0 2 6 0,-1 1-13 0,-5 5-2 0,4 4-16 15,-3-2-5-15,3 4-6 0,-4 2-26 0,5 1-11 16,-7 5-16-16,0 1-30 0,3 1-16 0,-3 5-26 16,-2 1-25-16,2 2-14 0,-4 9-33 15,-1 2-35-15,-3 3-39 0,-3 5-235 0,-7-3-562 0,1 0 250 16</inkml:trace>
  <inkml:trace contextRef="#ctx0" brushRef="#br0" timeOffset="122799.78">14106 8600 203 0,'0'0'264'16,"-5"-4"-6"-16,5 4-23 0,0 0-12 0,-8-4-22 15,8 4-23-15,0 0-20 0,0 0-12 0,0 0 12 16,0 0 32-16,6 23-25 0,-2-7-11 0,-1 0-21 16,1 5-9-16,0 3-8 0,-2 2-14 0,-2 3 3 15,-1-2-21-15,1 0-17 0,-3-2-23 0,1 0-38 16,0 1-32-16,-1-9-38 0,-1 2-43 0,0 0-61 15,0-4-67-15,3 1-218 0,-2-5-490 0,3-2 217 16</inkml:trace>
  <inkml:trace contextRef="#ctx0" brushRef="#br0" timeOffset="123683.63">15997 8510 118 0,'0'0'245'16,"-3"-7"-1"-16,3 7 1 0,0 0-1 0,-3-11-15 15,3 11-17-15,0 0-15 0,-1-9-11 0,1 9-12 16,0 0-8-16,-2-9-11 0,2 9-11 0,0 0-9 16,0 0-10-16,0 0-11 0,-2-5-12 0,2 5-11 15,0 0-10-15,0 0-11 0,0 0-4 0,0 0-11 0,0 0 6 16,0 0-7-16,10 27 14 0,-5-16-12 0,-1 4 9 16,2 1 4-16,2 1-5 0,-3-1 3 15,3 0-16-15,-2 3-6 0,2-3 0 0,-4 1-7 0,1-1 6 16,-1-4-7-16,1 0-4 0,1-1-5 0,-2 0 3 15,1 5-8-15,-2-9-1 0,-2 0 1 0,3-2-1 16,-4-5-4-16,2 10-1 0,-2-10 2 0,2 6 7 16,-2-6 18-16,5 5 15 0,-5-5 14 0,0 0 12 15,0 0 8-15,0 0-8 0,0 0-7 0,0 0-5 16,10-12-5-16,-8 2-7 0,2-1-12 0,1-4-3 16,4-4-6-16,-2 4-4 0,3-8-3 0,-1 6-21 15,4-7-12-15,-3 0-36 0,3 4-31 0,-4 3-14 16,0 2-40-16,1-1-27 0,-4 6-23 0,-2 0-36 15,0 6-30-15,0-1-31 0,-2-2-33 0,-2 7-38 16,5-8-226-16,-5 8-610 0,4-2 270 0</inkml:trace>
  <inkml:trace contextRef="#ctx0" brushRef="#br0" timeOffset="123867.26">16308 8455 94 0,'5'-3'216'0,"0"-4"-8"0,1 0 6 0,0 2 5 16,0 1 0-16,-6 4-13 0,9-5-19 0,-9 5-13 15,9 1 0-15,-9-1 3 0,10 13 4 0,-4 0-6 0,1 4-8 16,-3 1-9-16,1 9-13 0,-4 1 1 0,-2-1-22 16,-3 2-9-16,-3-1-16 0,2 2-9 15,-5-2-16-15,1 0-43 0,-2-3-23 0,-6 2-26 0,-3-3-35 16,0-1-34-16,-2-4-56 0,-4-1-53 0,-1-7-56 16,-1 3-224-16,-3-5-514 0,-2-3 227 0</inkml:trace>
  <inkml:trace contextRef="#ctx0" brushRef="#br0" timeOffset="124065.84">15803 8527 48 0,'-4'-5'292'0,"-1"2"-27"0,5 3-15 0,0 0 11 16,-18 14 26-16,9 2-15 0,-1 2 2 0,-4 6-23 15,5 3-16-15,-1 2-16 0,2 1-24 0,3-1-23 16,2 0-8-16,3 1-24 0,4-2-25 0,3-1-44 15,4 0-54-15,2-3-62 0,6-2-65 0,4-1-84 16,0-2-87-16,9-8-202 0,-1 0-524 0,0-5 232 16</inkml:trace>
  <inkml:trace contextRef="#ctx0" brushRef="#br0" timeOffset="126916.97">17380 8847 185 0,'0'0'249'0,"-6"3"-2"0,6-3-4 16,0 0-9-16,0 0-16 0,0 0-25 0,0 0-13 15,0 0-19-15,0 0-18 0,10-25-5 0,-1 17-12 16,-1-2-14-16,3-4 10 0,2-1-24 0,4-5-5 16,-2 4-5-16,3-3-5 0,1 0 4 0,0-2 4 15,-4-1-11-15,1 2 1 0,-6 2 1 0,5-5-9 16,-2-2-1-16,-1 4-8 0,-1-2-10 0,-2 5-1 16,0 1 1-16,1-8-11 0,-4 8 2 0,0-2-2 15,-1 3 0-15,-3 0-2 0,1 8-2 0,-2-4-8 16,-1 7-1-16,1-2 7 0,-1 7-9 0,0-13-7 15,0 13-1-15,-2-7 0 0,2 7-3 0,-9-2-7 16,9 2-4-16,-20 7 5 0,4 0-6 0,1 1 0 16,-1 3 1-16,-1 2-5 0,1-4 3 0,1 5-4 15,2-4 3-15,5 0-3 0,0-2 0 0,1 1-2 16,2-1-1-16,1-2-3 0,3-1-1 0,1-5-7 0,4 14 2 16,2-9 1-16,1-1 1 0,4 3 1 15,4-1 4-15,3-1-5 0,0-2 1 0,3-2 1 16,-1-1 1-16,1 2-6 0,-2-1 6 0,1-1 1 0,-2 0 3 15,1 0-1-15,-6 2 0 0,1-1-2 0,-4 0-1 16,1 0 4-16,-1 3-1 0,-4-2-7 0,2 1 8 16,-3 2-3-16,2 2 0 0,1 3 1 15,-1 0 2-15,-2 6 0 0,1 0-2 0,0-1 0 0,-2 5-3 16,0-1 7-16,0 0-1 0,-2-2 3 0,2 2-1 16,-1 0 4-16,0-1-2 0,3 0 1 0,-2-3-2 15,1 1 1-15,1-1-8 0,-1-3-36 0,2 3-28 16,0-4-32-16,4 4-41 0,-2-6-49 0,4 1-64 15,0-2-276-15,0-2-575 0,5-1 255 0</inkml:trace>
  <inkml:trace contextRef="#ctx0" brushRef="#br0" timeOffset="127051.83">18289 8832 133 0,'0'-12'249'16,"0"12"-25"-16,1-13-26 0,-1 13-16 0,1-11-23 15,1 6-35-15,-2 5-61 0,5-9-62 0,0 4-63 16,2 2-151-16,0 0-229 0,2 0 103 0</inkml:trace>
  <inkml:trace contextRef="#ctx0" brushRef="#br0" timeOffset="135667.68">12473 9873 169 0,'0'-12'209'0,"-3"6"8"0,2-3-7 0,0 0-10 15,1 9-9-15,0-12-11 0,0 12-6 0,-2-10-20 16,2 10-13-16,0 0-18 0,0-11-15 0,0 11-11 0,0 0-13 15,0 0-9-15,0 0-6 0,0 0-7 16,0 0 8-16,15 23 0 0,-7-6-4 0,1 7-4 16,0 2-3-16,1-1-4 0,2 2-3 0,-3 1 2 15,0 5 2-15,2-5-1 0,0-1-4 0,0 0-7 16,-1-2-3-16,-1 0 1 0,-1-6-7 0,2-4-4 16,-2 2-1-16,1 0-2 0,-2-5-5 0,1 2-1 15,-4-5-1-15,2 1-4 0,-2-2 7 0,1-1-7 0,-1-3-2 16,1 1 2-16,-2 0-3 0,-3-5 6 0,6 5 16 15,-6-5 1-15,0 0-4 0,13-9 6 0,-7 3 4 16,2-10-2-16,1 1-15 0,-2-2 12 0,4-9-6 16,-2 0-6-16,2-1 2 0,-1-4-3 0,1 1-4 15,-3-4 2-15,4 0-6 0,-1 0-7 0,5-10-4 16,-5 12 12-16,2 1-5 0,1 2-9 0,-5 4 8 16,4 2-5-16,-5 7 1 0,-2 0 1 0,0 6-4 15,-3 3-18-15,1-2-23 0,1 5-29 0,-5 4-39 16,5-6-11-16,-5 6 0 0,0 0-29 0,8 13-41 15,-6-4-28-15,-2 7-37 0,0 3-229 0,-6 6-518 16,2 3 229-16</inkml:trace>
  <inkml:trace contextRef="#ctx0" brushRef="#br0" timeOffset="136215.87">12978 10251 69 0,'0'9'215'16,"2"2"1"-16,1-1 2 0,-3-1-10 0,0-3-8 15,0-6-9-15,2 13-3 0,-2-7-7 0,0-6-7 16,0 11-17-16,0-11 2 0,0 5-18 0,0-5-5 0,0 0-4 16,2 8 8-16,-2-8 7 0,0 0 8 15,0 0 4-15,0 0 13 0,0 0-3 0,0 0-23 16,0 0-7-16,0 0-11 0,0 0-21 0,0 0-4 16,-2-26-13-16,2 14-5 0,2 1-7 0,1-5-10 0,1-1-5 15,0 0-8-15,5-6-11 0,3 0-1 16,-4 6-6-16,9-4-9 0,-4 5 0 0,0 2-2 15,3 2-9-15,-3 4 3 0,5-1-3 0,-5 6-7 16,-1 1-1-16,1 2-1 0,1 2 1 0,-1 5-6 0,1 0 1 16,0 4 2-16,-1 1-4 0,1 1 3 0,-4 1-4 15,-1 3 0-15,-1-1 5 0,-2-2-6 0,-1-2 0 16,-1-1 2-16,0 1-1 0,-1-2 6 0,-1-1-6 16,-2-1-8-16,3-3 11 0,-3-5-5 0,2 10 7 15,-2-10-2-15,0 8-1 0,0-8 7 0,0 0-4 16,0 0 3-16,0 0-12 0,0 0 6 0,0 0-3 15,0 0-11-15,0 0-4 0,0 0-5 0,0 0-4 16,4-32 1-16,1 20-13 0,1-2-4 0,1-2-2 16,11-4-3-16,-9 5-3 0,5-1 7 0,1 3 6 15,-1 0 0-15,-1 2 2 0,-4 3 7 0,1 2 2 16,-2 1 8-16,-1 4-8 0,1-1 4 0,2 3 11 16,-3 1-7-16,1 0-6 0,-1 6 4 0,-2 0 10 15,2 2 0-15,-1 2-3 0,-2-2 4 0,-1 2 4 16,-1 2-4-16,2 0 5 0,1 2 7 0,-4-5-10 15,3 5-2-15,-4-4 4 0,2 2-10 0,-2-4-27 16,2 2-30-16,-2-1-34 0,2-2-29 0,-1 0-37 16,-1-2-34-16,2-1-36 0,-2-6-29 0,2 11-237 15,-2-11-549-15,2 10 243 0</inkml:trace>
  <inkml:trace contextRef="#ctx0" brushRef="#br0" timeOffset="136483.49">13791 10142 126 0,'5'-3'180'0,"1"-1"-8"0,1 1 0 0,2-1-6 16,0 2-14-16,2-2-15 0,1 2-11 15,1 0-15-15,1 1-7 0,-3 2-11 0,2-1-16 0,-1 1-15 16,-1 0-18-16,-3 1-19 0,0-1-11 0,-2 3-21 16,-1 1-2-16,-3 0-24 0,-2-5-7 0,2 9 6 15,-2-9 5-15,-6 12-3 0,-1-6 7 0,-3 1 19 16,2 0 21-16,-3 1 13 0,-3 0 27 15,3 1 15-15,0-3 3 0,-1 1-3 0,1-1-6 0,2 1-2 16,2-3-4-16,3 2-5 0,-3 0 2 0,7-6 0 16,-4 7-7-16,4-7 0 0,2 8-6 0,-2-8-6 15,13 5-7-15,-1-3-26 0,1-1-37 16,5-2-60-16,4-4-67 0,7 2-193 0,1-2-383 0,-4 0 170 16</inkml:trace>
  <inkml:trace contextRef="#ctx0" brushRef="#br0" timeOffset="136816.49">14566 9921 53 0,'6'-6'261'0,"-1"0"-7"0,3 2 0 16,2 2-4-16,-1 0-5 0,3 4 4 0,1 2-14 15,3 4-11-15,-2 3-19 0,0 0-20 0,-1 4-18 16,-1 0-9-16,2-1-15 0,-5 2-15 0,-3 1-14 0,-3 1-1 15,-1 0-12-15,-4 0-11 0,-2 1-11 16,-3 0-10-16,-9 2-2 0,2-2-2 0,-8 2-7 16,-3-5-5-16,1 1-4 0,0-3 7 0,-2-4-11 15,1 3 8-15,8-9-6 0,5 1 10 0,4-2 12 16,-1-2 2-16,-1 1-8 0,10-2 0 0,-8 1-6 0,8-1-2 16,0 0-12-16,0 0-4 0,-9-3-4 15,9 3-3-15,0 0-10 0,0 0 3 0,27-10-2 0,-14 7-5 16,3-1-5-16,4 2-24 0,0-1-11 0,3-1-47 15,6-1-27-15,1 2-43 0,0 0-34 0,0-1-49 16,-1 0-49-16,-2 2-49 0,-7-1-252 16,1 2-620-16,-4-2 274 0</inkml:trace>
  <inkml:trace contextRef="#ctx0" brushRef="#br0" timeOffset="137134.42">14963 9996 222 0,'12'-13'239'0,"2"2"9"0,-1-1 10 0,3 4-3 16,-3-1-9-16,1 5-12 0,-3 1-9 0,0 2-4 16,3 3-14-16,1 4 14 0,1 3-9 0,-7-1-16 15,4 6-15-15,-2-1-13 0,-2 3-7 0,-4-1 6 16,0 3-21-16,-2 0-8 0,-3 1-3 0,-6 0-13 16,-2 4-11-16,-5 1-4 0,0-8-14 0,-2 7-4 15,-1-9-9-15,3 1-5 0,-3-3-7 0,2 1-10 16,3-5-3-16,4 1-2 0,-1-4-8 0,3 1-2 15,1-2-3-15,-2 0-3 0,6-4-3 0,-6 3-4 16,6-3-4-16,0 0 1 0,-4 5-4 0,4-5-1 16,0 0-6-16,0 0 1 0,0 0-5 0,32-5-4 15,-15 3 2-15,-1 0-13 0,6-1-31 0,-1 0-17 16,5 0-47-16,1-2-32 0,0 2-19 0,3-1-23 16,-1 0-36-16,2 3-19 0,0-1-25 0,1-1-32 15,1 0-34-15,-1 1-259 0,-1 2-623 0,0-5 276 16</inkml:trace>
  <inkml:trace contextRef="#ctx0" brushRef="#br0" timeOffset="137466.79">15600 10139 21 0,'-4'-11'218'0,"-1"1"-1"0,0 0 2 15,1 1-6-15,-1 0 8 0,-2 2-3 0,2 3 6 16,0-1-9-16,5 5-14 0,-9-6-1 0,9 6-18 16,0 0 5-16,-19 9 5 0,9 3 10 15,2-1-9-15,-5 2-22 0,4 2-10 0,0 1-11 0,3-2-13 16,0-1-13-16,1 2-9 0,3-2-11 0,4 3-12 15,0-3-9-15,1-4-1 0,7 3-10 16,3-1-5-16,3-2-4 0,1-2-6 0,3-2-3 16,2-4-7-16,5-1-6 0,-7-3-2 0,3 1-7 0,-1-1 0 15,-3-3-5-15,3-2 1 0,2-2-5 0,-7 2-3 16,3-1 1-16,-4-2-5 0,-1-1 2 0,-2 1-1 16,-2-3-4-16,-2-2-1 0,-2-1-2 0,-2 4-5 15,-1-4 5-15,-4 2-5 0,-2 2-5 0,0-4 7 16,-2 1-10-16,-1 5-6 0,-2 0 3 0,0 1-11 15,-5 3-7-15,-3-2-12 0,-2 5-12 0,-1 0-22 16,-3 3-21-16,0 0-22 0,1 3-31 0,1 3-32 16,1 0-49-16,2 2-69 0,5-3-51 0,3 5-235 15,1-2-628-15,1-1 278 0</inkml:trace>
  <inkml:trace contextRef="#ctx0" brushRef="#br0" timeOffset="137849.57">15953 10005 2587 0,'1'-12'102'0,"-1"0"-1"15,0 2-8-15,-1-2 4 0,1 4 4 0,2 2 2 16,-2 6-2-16,0-10-16 0,0 10-12 0,0 0 16 0,5-3 11 16,-5 3 8-16,0 0 21 0,21 22 2 0,-12-9-9 15,7 8-9-15,-4 1 3 0,3 5 4 0,-5 0 4 16,1 0-18-16,0 1-6 0,-2-1-6 0,-1 2-6 15,1-3-6-15,1-3 1 0,-3 2 3 0,0-7 0 16,2 0-30-16,-3-4-5 0,-1-3-3 0,0 1-2 16,1-5 1-16,-3 1 1 0,0-2 10 0,2-1 17 15,-5-5 7-15,5 6 4 0,-5-6-2 0,0 0-5 16,16-8-4-16,-6 1-6 0,-1-3-3 0,4-2-4 16,-1-4-6-16,0 0-5 0,2 0-6 0,-1-8-3 15,6 0-8-15,-3-1-6 0,2 0 0 0,-1-1-2 16,3-1-7-16,-1 0 1 0,-2 0-4 0,2 0-1 15,-2 4-3-15,-1-1-4 0,0 3-8 0,-5 5-8 16,1 0-9-16,-1 3-17 0,-3 4-21 0,-3 1-34 0,-1 2-38 16,-2 1-56-16,4 0-36 0,-6 5-66 15,0 0-47-15,2-6-51 0,-2 6-58 0,0 0-323 16,0 0-827-16,-36 9 367 0</inkml:trace>
  <inkml:trace contextRef="#ctx0" brushRef="#br0" timeOffset="141516.87">12493 11025 228 0,'0'0'228'0,"0"-12"-7"0,0 6-18 16,0 6-8-16,0-10-10 0,0 10-16 0,0 0-19 15,0-12-16-15,0 12-20 0,0 0-9 0,0 0-13 16,0 0-12-16,0 0 1 0,0 0 2 0,9 36 11 15,-5-11 3-15,-3 2-3 0,3 0-6 0,0 1-6 16,-6-2-1-16,4 3-5 0,-4-2-3 0,2-1-7 16,-2-6-5-16,2 6-7 0,-2-8-7 0,4 0-3 15,-2 1-3-15,0-3-2 0,0 0-8 0,0-3-11 16,2-3-22-16,-2 2-36 0,2-2-24 0,-2 2-40 16,0-3-29-16,0-1-45 0,0 0-31 0,0-8-40 15,2 13-152-15,-2-13-431 0,-4 8 190 0</inkml:trace>
  <inkml:trace contextRef="#ctx0" brushRef="#br0" timeOffset="141816.78">12535 11018 122 0,'9'-15'147'0,"5"1"-8"16,-1 0-6-16,0 4-2 0,2 5-9 0,3 3-3 0,-5 2 0 15,1 2-13-15,1 3-11 0,-2 2-11 0,-1 4-5 16,-1 2-11-16,-3 4-8 0,-2-1-1 15,-2 1-8-15,-4 4-2 0,-2-2-8 0,0 6 0 16,-6-3-5-16,-3 2-4 0,-3-4-1 0,0-4-6 0,0-2 2 16,0-2-3-16,1 0 0 0,1-4-6 0,0-4 8 15,1 1 4-15,1-3 1 0,1 1 8 0,2-2 3 16,7-1-4-16,-13-1 0 0,13 1 5 0,-9-2 4 16,9 2-8-16,0 0-5 0,0 0-2 0,0 0-4 15,0 0-2-15,0 0-4 0,0 0-3 0,0 0 0 16,22 14-3-16,-11-6 0 0,6 1 0 0,-2 1-4 15,3-1-2-15,-5 3-5 0,5-2-25 0,6 4-28 16,-9-5-41-16,3 0-36 0,2-1-30 0,-2 0-36 16,-3-1-140-16,1-3-358 0,-3-1 159 0</inkml:trace>
  <inkml:trace contextRef="#ctx0" brushRef="#br0" timeOffset="142066.88">12985 11179 81 0,'2'-11'217'0,"-4"-3"14"0,4 3-7 0,-2 1-4 16,0 3-15-16,0 7-18 0,-2-10-15 0,2 10-17 16,0 0-3-16,-9-2 0 0,9 2 2 0,-11 25 16 15,4-7-13-15,-3 7 0 0,0 1-5 0,1 2-9 16,5 1-6-16,-4 0-10 0,4 0-8 0,-1 3 1 0,1-2-7 16,2-1-14-16,2 2-1 0,0-5-3 15,2 1-17-15,-2 1-5 0,2-9-7 0,-2 1-9 16,2-3 2-16,-1 1-11 0,0-1-8 0,2-2-27 15,-3-4-29-15,2 0-47 0,0-1-28 0,-2-2-29 0,3 1-31 16,-3-9-37-16,-3 13-50 0,1-8-47 16,2-5-236-16,-4 8-562 0,4-8 249 0</inkml:trace>
  <inkml:trace contextRef="#ctx0" brushRef="#br0" timeOffset="142233.59">12862 11476 2398 0,'0'-11'158'0,"2"3"-85"15,-2 2-38-15,0 6-13 0,2-10-13 16,-2 10 9-16,0-8 11 0,0 8 2 0,7-9 3 0,-1 6-3 16,3-2-2-16,1 2-2 0,7-3-7 0,1 0 1 15,5 2-6-15,6 1-26 0,1-1-34 0,3-3-33 16,-4 4-44-16,5 1-51 0,-3-1-33 0,-1-1-181 16,-1 0-417-16,-2 4 185 0</inkml:trace>
  <inkml:trace contextRef="#ctx0" brushRef="#br0" timeOffset="142378.81">13411 11356 124 0,'0'0'187'0,"0"0"-7"0,0 0-3 0,10-2-2 16,-10 2-4-16,0 0-6 0,6-3-16 0,-6 3-14 15,0 0-16-15,9-2-10 0,-9 2-13 0,12-2-6 16,-12 2-18-16,13 0-22 0,-6 0-39 0,-7 0-36 16,14 0-44-16,-6 3-33 0,-3-2-29 0,-5-1-30 15,8 7-93-15,-5-2-275 0,-3-5 121 0</inkml:trace>
  <inkml:trace contextRef="#ctx0" brushRef="#br0" timeOffset="142515.82">13444 11417 45 0,'-8'2'160'0,"2"2"6"16,-1 0-2-16,1-1-4 0,6-3 0 0,-12 5-4 16,12-5-5-16,-7 4-5 0,7-4-8 0,-4 4-9 15,4-4-8-15,0 0 0 0,0 0-8 0,-4 6-6 16,4-6-10-16,0 0-12 0,19 2-6 0,-7 0-9 16,3-3-31-16,6 1-47 0,1-1-66 0,8-4-62 15,1 2-80-15,1-1-114 0,3 1-356 0,-1 0 159 16</inkml:trace>
  <inkml:trace contextRef="#ctx0" brushRef="#br0" timeOffset="142949.88">14139 11495 59 0,'5'-6'321'0,"-5"6"2"0,6-7 5 0,-6 7-1 15,6-9-33-15,-4 4-18 0,2-1-28 0,4-1-22 0,-3 1-11 16,7-4-29-16,-3 1-11 0,4-2-8 15,0-1-10-15,-1 2-7 0,3-4-12 0,-3 2-12 16,1-1-13-16,3-3 2 0,-5 0-21 0,-2 0-9 16,-2-2-3-16,2 1-12 0,0-2-6 0,-4-5-8 0,-1 5-8 15,1-5-3-15,-8 6 5 0,1-1-12 16,0 2-8-16,-2 1-10 0,-2 6 5 0,0-2-5 16,1 2 7-16,-5 1-10 0,-1 3-13 0,-4 1 9 0,-3 3 0 15,-1 5-11-15,-2 1 3 0,0 2 2 0,0 2-1 16,3 1-6-16,-1 1 1 0,8 1-7 0,3-1 13 15,-2 3-6-15,8-3 8 0,1-4-12 0,1 4 4 16,3 0 7-16,4-2-7 0,9 2 15 0,0 1-13 16,1-5-6-16,10 4 3 0,5-4 3 0,-3-2-3 15,2-1 0-15,1-1 3 0,-5 0-4 0,2 1 6 16,-2 0-5-16,-4 0-4 0,-6-1 10 0,1 1-10 16,-2 4-9-16,-3-1 9 0,-3-1 5 0,-2 5-10 15,2-2 4-15,-4 5 1 0,-1-2 5 0,-1 5-8 16,0-3-2-16,1 2 11 0,-3 2-12 0,1-1 6 15,0 0 3-15,-1-4-22 0,0 4-29 0,0-3-37 16,0-3-36-16,0 3-50 0,2 0-47 0,-2-3-48 16,3 0-52-16,-1 2-256 0,4-3-627 0,1-4 278 15</inkml:trace>
  <inkml:trace contextRef="#ctx0" brushRef="#br0" timeOffset="143383.07">14901 11390 267 0,'-3'-12'283'0,"-1"3"-8"16,-3 1-5-16,-1 0-2 0,-2 2 1 0,-2 2 2 16,1 0-28-16,-2 4-18 0,-2 3-12 0,-2 1-16 15,-2 5 0-15,1-1-10 0,0 4-19 0,-2 4-13 16,6-2-17-16,-2 7-10 0,7-8-13 0,1 2-14 16,2 3-8-16,4-2-4 0,0 0-21 0,4-5 3 0,4 0-12 15,2 3-3-15,-3-6-1 0,8-2-5 16,-1-1-5-16,5-2-13 0,2-5-8 0,-1-2-10 15,1 2-21-15,0-6 11 0,-2 2-6 0,2-3-4 16,-3-3 14-16,-1 0-8 0,-4-1-4 0,1 0 1 0,-3-4 7 16,-1 2-5-16,-3-4-1 0,0-1 0 0,-1-4-2 15,1-1 4-15,-4 1 0 0,2-2 1 0,-3 0-3 16,2 1 5-16,-2-2-3 0,2 2 3 16,0 7 2-16,1 1 12 0,-2 4 9 0,0 3 9 0,1 0 8 15,-2 3 4-15,0 7-3 0,0-11-9 0,0 11-6 16,3-8-5-16,-3 8 1 0,0 0 20 0,0 0 14 15,4 25 9-15,-4-6-6 0,0 0 4 0,-1 8 6 16,1-1-1-16,1 0-3 0,-2 0-5 0,2 1-8 16,-1-1-4-16,0-3-7 0,2 4 1 0,-2-7-7 15,3-3-3-15,1 8-3 0,1-8-15 0,-2-2-45 16,-1-3-45-16,1 1-67 0,3-3-57 0,0 0-61 16,1-1-78-16,1-1-76 0,2-1-321 0,1-1-792 15,2-4 350-15</inkml:trace>
  <inkml:trace contextRef="#ctx0" brushRef="#br0" timeOffset="143549.47">15513 11313 20 0,'6'-5'320'0,"1"2"-18"16,-2-1 0-16,0 3-12 0,5-2-21 0,-1-2-30 15,1 2-25-15,3 0-25 0,0 1-32 0,1-1-41 16,3 0-50-16,1 2-57 0,-1 2-62 0,2-1-45 15,-1 0-65-15,-4 3-201 0,-3-2-393 0,0 1 174 0</inkml:trace>
  <inkml:trace contextRef="#ctx0" brushRef="#br0" timeOffset="143676.97">15661 11388 166 0,'-10'6'267'0,"2"0"-7"0,-1 1 12 0,-2-1 2 16,6-2-1-16,-2-2-2 0,2 1-9 0,5-3-18 15,-6 5-30-15,6-5-14 0,0 0-23 0,-5 6-14 16,5-6-11-16,0 0-17 0,0 0-25 15,18 2-46-15,-5-4-58 0,1 1-72 0,3-3-90 0,1-1-92 16,-1-2-259-16,1 1-549 0,1 0 243 0</inkml:trace>
  <inkml:trace contextRef="#ctx0" brushRef="#br0" timeOffset="145216.64">16543 11123 60 0,'3'-10'206'0,"-1"4"8"0,-2 6-7 0,4-13-5 0,-2 7-10 15,1-1-9-15,-1 1-10 0,2 0-9 0,-4 6-1 16,4-10-6-16,-1 6-9 0,-3 4-9 0,0 0-14 16,5-8-18-16,-5 8-11 0,0 0-8 0,0 0-5 15,0 0 8-15,8 17-1 0,-6-6 19 0,2 8-10 16,-2 0 8-16,0 0 2 0,0 7-6 0,1-7-13 16,-2 7 5-16,0-7-8 0,1 2-6 0,-2 1 0 15,1-2-11-15,0-4-5 0,2 2-3 0,-2-1-9 0,-1 0-2 16,0-7-5-16,2 2-11 0,-1-2 2 0,0 2-3 15,3-2-4-15,-3-1-9 0,3 1-28 0,-3-3-23 16,2 1-37-16,-1 1-31 0,0-4-38 16,-1 2-34-16,-1-7-33 0,1 10-41 0,2-6-45 0,-3-4-230 15,4 9-561-15,-4-9 249 0</inkml:trace>
  <inkml:trace contextRef="#ctx0" brushRef="#br0" timeOffset="145533.91">16852 11258 181 0,'0'0'205'0,"4"-5"-9"0,-4 5 1 16,0 0-7-16,0 0-2 0,0 0-5 0,0 0 0 15,0 0-14-15,-5 29-12 0,4-19-16 0,-1 1-14 16,1-1-9-16,1-1-12 0,3 4-6 0,1-3-5 16,1 0 1-16,3-2 0 0,5 4-8 0,3-4-2 15,-1-1-7-15,4-3-3 0,-2 1-4 0,3-4-4 16,2 0-12-16,-4-2 1 0,4-2-5 0,-2 0-6 15,-2-4 0-15,1 1 5 0,-3 1 1 0,-1-3-5 16,-4 2 4-16,1-2-1 0,-3-1-3 0,-2 0-4 16,0-1 2-16,-2-2-5 0,-1 1-2 0,-2 0-13 15,-2-4 2-15,-2 2 1 0,-5-2-14 0,2 3 3 16,-1 2-3-16,-1 0 4 0,-3 1-9 0,3 4-6 16,-4-1 2-16,1 3-2 0,-1 0-10 0,0 1-7 15,-1 2-23-15,0 2-30 0,1 2-29 0,-6 1-31 16,2 2-42-16,5 0-59 0,-2-1-52 0,4 3-230 15,-2-1-552-15,5 1 245 0</inkml:trace>
  <inkml:trace contextRef="#ctx0" brushRef="#br0" timeOffset="145916.42">17287 11459 121 0,'12'3'264'0,"0"-5"1"0,2 1-12 0,3-3-8 0,2 3-25 15,-2-3-12-15,2-1-18 0,-1-1-14 16,-1 0 5-16,3-1-20 0,-1-2-1 0,-1 1-10 0,-2-4-6 16,0 3-3-16,-3-1-8 0,2 1-5 0,-6-1-5 15,0-3-10-15,0 3-11 0,-2-5-5 0,-2-1-7 16,1 0-4-16,-4-1-8 0,1-1-14 16,0 0 1-16,0 0-11 0,1 1-6 0,-2-1-3 0,4-1 2 15,0 5-14-15,-1-3 2 0,1 7-9 0,2-4 1 16,2 4-12-16,-1 3 21 0,4 0-27 0,4 0 2 15,2 6-3-15,0 1-1 0,-2 3-3 0,3 3 2 16,-3 2 1-16,1 2-5 0,-4 2 1 0,0 1 0 16,-4 1 2-16,3 3 2 0,-6 1-6 0,-2-2 11 15,-1 0 2-15,0-2-2 0,-3-2 6 0,2-2-1 16,-3 2 4-16,0-3 6 0,1 1-2 0,-1-3 4 16,0-7-12-16,3 12 11 0,-2-7-9 0,-1-5-6 15,5 10 9-15,-1-6-2 0,2 0-32 0,3-1-34 16,7 0-47-16,3-2-47 0,0-2-48 0,9 1-46 15,0 0-38-15,5-5-36 0,-4 2-259 0,3-4-614 16,-2 2 273-16</inkml:trace>
  <inkml:trace contextRef="#ctx0" brushRef="#br0" timeOffset="146048.76">18381 11235 2599 0,'4'-4'197'0,"-4"4"-116"0,5-7-37 16,-5 7-10-16,4-6 36 0,-4 6 36 0,2-8 14 15,-2 8 6-15,0 0-6 0,1-6-19 0,-1 6-19 16,0 0-8-16,0 0-2 0,2-10-38 0,-2 10-35 15,0 0-51-15,0 0-60 0,0 0-67 0,3-6-68 0,-3 6-299 16,0 0-590-16,0 0 262 0</inkml:trace>
  <inkml:trace contextRef="#ctx0" brushRef="#br0" timeOffset="147284.23">19660 10984 223 0,'3'-9'272'0,"-1"-1"-9"0,-1 5-16 16,2-2-14-16,-2 0 9 0,-1 7-2 0,1-11-6 15,-1 11-16-15,2-8-27 0,-2 8-18 0,0 0-22 16,0 0-19-16,0 0-15 0,0 0-6 0,0 0-3 16,5 27 2-16,-6-8-2 0,1 7-8 0,0 0-5 15,-3-1-8-15,2 3-8 0,-1-2-4 0,0-1-13 16,2 0-4-16,-1-6-6 0,1 1-1 0,3-1-6 16,-1-4-4-16,0 3-4 0,0-3-32 0,1-3-33 15,-1-2-39-15,0 0-40 0,0-1-33 0,-1-1-38 16,-1 0-43-16,0-8-39 0,3 9-37 0,-3-9-180 15,0 0-517-15,-4 7 228 0</inkml:trace>
  <inkml:trace contextRef="#ctx0" brushRef="#br0" timeOffset="147549.87">19652 10951 125 0,'8'-24'154'0,"3"9"-9"15,1 0 1-15,-2 4-10 0,0 3-9 0,2 2-6 0,-2 2-5 16,3 1-10-16,-1 3-5 0,-1 0-10 0,-1 6-7 15,-1-2-6-15,0 2-3 0,-4 3-9 16,0-2 3-16,-1 6-3 0,-3-3-2 0,-2 2 11 16,-3 6 5-16,-3-3 1 0,-1-3-2 0,-1 2 2 0,-1-1 1 15,-3 0-4-15,5-5 8 0,-1 0-6 0,-1-1-11 16,3-1-5-16,1 1-8 0,3-2-5 16,-1-1-5-16,0 1-3 0,4-5-7 0,-4 10-2 0,5-4-4 15,-1-6 1-15,5 14-2 0,4-4-11 0,2-3-28 16,4 1-24-16,0 0-40 0,4-1-42 0,3-1-44 15,8 1-39-15,-2-4-50 0,-8 1-128 0,8-3-407 16,-6-1 181-16</inkml:trace>
  <inkml:trace contextRef="#ctx0" brushRef="#br0" timeOffset="147766.82">20158 11029 111 0,'5'-6'221'15,"-1"2"-9"-15,-1-1 8 0,-3 5-16 0,5-9-22 16,-5 9-19-16,0 0 2 0,0 0 7 0,0 0-5 15,8 17 1-15,-7-6 2 0,-2 6 6 0,0 1-15 16,-3 0-8-16,0 0 2 0,0-1-13 0,3 1-21 16,-2-3 0-16,2 2-11 0,2-5-10 0,-1 0-7 15,3 0-11-15,-1-2-1 0,3-1-12 0,2 1-7 16,3-1-2-16,-2-3-5 0,1 1-11 0,8-3-1 16,1-1-18-16,0 0-35 0,4 0-45 0,5-2-51 0,-7-2-51 15,3-1-63-15,7-2-50 0,-4-1-262 16,-6-1-576-16,0 0 255 0</inkml:trace>
  <inkml:trace contextRef="#ctx0" brushRef="#br0" timeOffset="147916.85">20713 11000 115 0,'5'-6'219'16,"0"1"-2"-16,6-1-3 0,-1 0-11 0,1 1-15 0,3-2-20 15,4 2-20-15,1 0-13 0,7 0-13 0,1 3-19 16,1-1-38-16,-8 1-48 0,1 2-54 15,1 0-53-15,-1 0-51 0,-8 3-134 0,0-1-297 16,-3 1 131-16</inkml:trace>
  <inkml:trace contextRef="#ctx0" brushRef="#br0" timeOffset="148066.89">20941 11043 104 0,'-8'4'212'0,"-2"2"-1"0,3-3-1 16,2 0-10-16,1 2-7 0,4-5-11 0,-6 8-14 15,6-8-7-15,-4 6-9 0,4-6-4 0,0 0-14 16,6 10-14-16,1-6-9 0,3-2-11 0,4 1-20 15,3-1-27-15,2-2-32 0,4 1-31 0,6-1-40 16,8 0-43-16,2-3-45 0,-1 0-30 0,0 0-183 16,-6-1-379-16,2-2 169 0</inkml:trace>
  <inkml:trace contextRef="#ctx0" brushRef="#br0" timeOffset="148282.81">21591 10781 211 0,'3'-18'278'16,"-1"1"-4"-16,0 0-1 0,-1 3 14 0,-1 2 9 15,1 1 5-15,-1 3-11 0,0 1-23 0,0 7-33 16,0-12-25-16,0 12-18 0,0 0-19 0,0 0 7 16,0 0-4-16,0 0-5 0,11 34-7 0,-7-15-14 15,1 0-6-15,1 5-13 0,-1 1-12 0,0-6-12 16,-4-1-9-16,5 6-13 0,-3 0-8 0,0 2-5 16,-1-5-14-16,-1-2 2 0,2-1-20 0,0 8-42 15,0-3-47-15,-1-5-63 0,-1 0-40 0,-2 1-55 16,1 0-41-16,0-2-59 0,0 1-69 0,-2-3-230 15,0 0-657-15,1-3 291 0</inkml:trace>
  <inkml:trace contextRef="#ctx0" brushRef="#br0" timeOffset="149933.25">22156 10669 52 0,'0'0'101'0,"0"0"-10"0,0 0-2 0,5 9-2 16,-5-9-6-16,0 0 0 0,0 0 3 0,0 0-7 15,0 0 3-15,0 0-8 0,0 0 8 0,0 0 0 16,0 0-5-16,0 0-3 0,0 0 4 0,0 0-1 16,0 0-1-16,0 0-1 0,0 0 0 0,0 0 1 15,0 0-10-15,0 0-4 0,0 0-4 0,0 0-1 16,0 0-5-16,0 0-9 0,0 0 2 0,0 0-6 15,1 7-1-15,-1-7-5 0,0 0-3 0,0 0-1 16,0 0-6-16,0 0-2 0,0 0-4 0,0 0 0 16,0 0 1-16,0 0 0 0,0 0-6 0,0 0 2 0,0 0-3 15,0 0 0-15,0 0 1 0,0 0-3 16,0 0 2-16,0 0-4 0,0 0 0 0,0 0-1 16,0 0 1-16,0 0 1 0,0 0 2 0,0 0-8 15,0 0 7-15,0 0-3 0,0 0-1 0,0 0 0 0,0 0 0 16,0 0 0-16,0 0-1 0,0 0 5 15,0 0-3-15,0 0-2 0,0 0 2 0,0 0 2 16,0 0-4-16,0 0 5 0,0 0 1 0,0 0-4 16,0 0-1-16,0 0 1 0,0 0 0 0,0 0-2 0,0 0 0 15,0 0 4-15,0 0-3 0,0 0 1 0,0 0-3 16,0 0 2-16,0 0-5 0,0 0 4 0,0 0-1 16,0 0 0-16,0 0 1 0,0 0-2 15,0 0-1-15,0 0 4 0,0 0-2 0,0 0-2 0,0 0 0 16,0 0 0-16,0 0 2 0,0 0-1 0,0 0-1 15,0 0 0-15,0 0-1 0,0 0 2 0,0 0 4 16,0 0 0-16,0 0-2 0,0 0-4 0,0 0-1 16,0 0 3-16,0 0 2 0,0 0 0 0,0 0-2 15,0 0 4-15,0 0-1 0,0 0 0 0,0 0 2 16,0 0 7-16,0 0 3 0,0 0 4 0,0 0-1 16,0 0-2-16,0 0 0 0,0 0 2 0,0 0-5 15,0 0 1-15,0 0 0 0,0 0-5 0,0 0 1 16,0 0-1-16,0 0-5 0,0 0 5 0,0 0-4 15,0 0 1-15,0 0 0 0,0 0 1 0,0 0 0 16,0 0-3-16,0 0 2 0,0 0 0 0,0 0-1 16,0 0 1-16,0 0 2 0,0 0 0 0,0 0 1 15,0 0 0-15,0 0-1 0,0 0 7 0,0 0-4 16,0 0 0-16,0 0 0 0,0 0 6 0,0 0-2 16,0 0 1-16,0 0 1 0,0 0 3 0,0 0-4 15,0 0 5-15,0 0-3 0,0 0-3 0,0 0 5 16,0 0-6-16,0 0-3 0,0 0 0 0,0 0 1 15,0 0-2-15,0 0 4 0,0 0-5 0,0 0 2 16,0 0-1-16,0 0-4 0,0 0 7 0,0 0 0 16,0 0-1-16,8-13 2 0,-8 13 0 0,0 0-4 15,0 0 2-15,0 0 0 0,0 0 7 0,0 0-10 16,0 0-2-16,0 0 1 0,0 0 3 0,0 0-2 0,0 0-4 16,0 0 2-16,0 0-1 0,3-7-1 0,-3 7-1 15,0 0 2-15,3-6 1 0,-3 6-3 16,0 0 2-16,0 0-3 0,0 0 5 0,3-6 0 15,-3 6-5-15,0 0 3 0,3-7 0 0,-3 7 10 0,2-7-6 16,-2 7 3-16,0 0-1 0,3-10 2 16,-3 10 2-16,3-7 0 0,-3 7-2 0,3-5 5 0,-3 5 2 15,2-9 2-15,1 5 5 0,-3 4-3 0,3-8 6 16,-3 8-6-16,2-6 1 0,-2 6 3 0,3-8-4 16,-3 8 1-16,4-5-1 0,-4 5 1 0,0 0-7 15,0 0 7-15,0 0-14 0,0 0-3 0,0 0-5 16,0 0 1-16,0 0 10 0,0 0-13 0,0 0 0 15,0 0 1-15,7 23 0 0,-5-8 2 0,0-3-6 16,-1 7 11-16,-1 0 0 0,2 1 8 0,-2 5 7 16,1 1 0-16,-1-7 4 0,-1 1-9 0,3 2-1 15,-2-5 4-15,0 2 9 0,1-2 3 0,-1-2 5 16,0 1-14-16,0-4-5 0,0 0 5 0,0-3-6 16,0 3 0-16,2-3 1 0,-2-1-8 0,0-2 0 15,0-6-2-15,1 13 1 0,-1-7-3 0,0-6-1 16,1 11-8-16,-1-11-18 0,0 0-27 0,0 10-34 0,0-10-32 15,0 7-28-15,0-7-31 0,0 0-38 16,-5 9-45-16,5-9-37 0,-4 5-226 0,4-5-558 16,0 0 246-16</inkml:trace>
  <inkml:trace contextRef="#ctx0" brushRef="#br0" timeOffset="150202.73">22395 10679 12 0,'0'0'218'0,"0"0"-8"16,-6-12-13-16,0 10-12 0,6 2-13 0,-14-3-12 16,7 3-17-16,-5 3-8 0,-2 0-8 15,1 2-17-15,1 1-9 0,-1-1-10 0,1 3-4 0,2-1-5 16,2-1-2-16,-1 2-7 0,4-1 4 0,-1 2 6 16,2-1-2-16,2 2-8 0,-1 1 1 0,2-1-14 15,2-1-2-15,0 0-4 0,3 2-5 0,1-1-6 16,3-1 1-16,-2-1-5 0,5 1-3 0,1 1-6 15,2-1-10-15,4-1-31 0,0 1-35 0,3-2-49 16,-1 0-52-16,1-3-47 0,4 3-51 0,-7-1-133 16,1 1-409-16,0-4 181 0</inkml:trace>
  <inkml:trace contextRef="#ctx0" brushRef="#br0" timeOffset="150516.9">22684 10977 87 0,'5'-4'209'15,"4"-2"-5"-15,-1 1-12 0,0-4-5 0,1 4-6 16,2-4-17-16,-2-1-12 0,3 0-2 0,-3-2-16 16,3-2-9-16,-5-1 0 0,1-1-2 0,-3 0-11 15,0-2-4-15,0 0-4 0,-1-1-3 0,0 0-6 16,0-7-9-16,-1 9-3 0,0-1-7 0,1-2 9 16,1 4-6-16,5-1-6 0,-2 2-3 0,3 1-9 15,0 2-5-15,-1 5-7 0,7 1-7 0,-1 1 7 16,-2 2-18-16,4 4-2 0,0 3-2 0,0 2-3 0,-4 4-2 15,0 0 2-15,-1 6-4 0,-4-1-3 16,-1 2 2-16,-3 0-2 0,1 8 3 0,-2-7 5 16,-4 0 8-16,1-2-4 0,-2 0-2 0,1-4 2 15,-1 1-4-15,1-2-3 0,0 0 4 0,1 0-3 16,-1 0 4-16,1-1 1 0,0 0-6 0,3-1-16 0,4-1-13 16,0 1-34-16,3-1-33 0,5 1-37 0,1 0-48 15,0 0-47-15,11-3-42 0,-1-1-55 0,0-1-162 16,1 0-502-16,-1-2 222 0</inkml:trace>
  <inkml:trace contextRef="#ctx0" brushRef="#br0" timeOffset="152636.4">12051 12261 162 0,'0'0'173'15,"-13"-2"-13"-15,13 2-9 0,-9-2-14 0,9 2-14 16,0 0-6-16,-10 0-14 0,10 0-7 0,0 0-12 16,0 0-2-16,0 0-8 0,0 0-4 0,0 0-6 15,24 5-5-15,-5-3-3 0,3-3-8 0,9 1 0 16,-2 0-8-16,3-2-1 0,-1-1-5 0,1 4-12 16,-3 1-24-16,-2-4-34 0,-6 2-35 0,-1-1-48 15,-5 4-167-15,-4-2-309 0,-3-1 136 0</inkml:trace>
  <inkml:trace contextRef="#ctx0" brushRef="#br0" timeOffset="153066.76">12244 12298 61 0,'-10'-1'195'0,"10"1"-15"15,0 0 1-15,0 0-12 0,-2 14 14 16,0-4 13-16,0 5-16 0,-1 3-5 0,-1 9-12 15,0 0-13-15,-1 2-2 0,0-1-6 0,-1 2-13 16,0-2 14-16,3-1-10 0,-1-1-12 0,1-7-2 0,1 0-9 16,0 0-13-16,2-2-14 0,0 2-4 0,0-2-7 15,0-5-7-15,0-2-3 0,2 1-10 16,-2 0 0-16,1-1 1 0,1-2-13 0,0-1-9 16,0 0 0-16,-2-7 0 0,0 13-3 0,2-9-5 0,-2-4-2 15,2 8-6-15,-2-8-15 0,0 0-10 16,0 9-19-16,0-9-3 0,0 0-4 0,0 0-8 0,0 0-11 15,0 0-8-15,-8 5-13 0,8-5 2 16,0 0 1-16,-16-5 4 0,16 5 6 0,-14-5 10 16,8 3 2-16,-2-1 3 0,-2-1 5 0,1 1 6 0,-1 0 7 15,3 0 4-15,7 3 11 0,-12-4 2 0,7 2 2 16,5 2 0-16,0 0-1 0,-10-1 4 16,10 1-2-16,0 0 3 0,0 0 1 0,0 0 2 15,0 0 3-15,0 0-4 0,0 0 2 0,27 2-1 0,-13-1 0 16,4-2-8-16,4 1-21 0,-1 0-32 0,5-1-28 15,1 0-31-15,0-3-21 0,-4 4-22 0,4-4-15 16,-7 1-129-16,2-1-338 0,-1 1 150 16</inkml:trace>
  <inkml:trace contextRef="#ctx0" brushRef="#br0" timeOffset="153549.54">12504 12707 30 0,'0'0'123'0,"5"-9"14"16,-5 9 5-16,4-4 8 0,-4 4-5 0,0 0-9 15,7-5-17-15,-7 5-10 0,0 0-11 0,0 0 15 16,0 0 4-16,0 0 6 0,5 22 1 0,-5-12-6 15,-2 1 5-15,2 0-12 0,-3 0-10 0,0 1-4 16,3 1 7-16,-2-3-6 0,2 1-5 0,-2-4-10 16,0 0-7-16,2-7-4 0,0 13 9 0,0-13 22 15,-2 7 16-15,2-7 15 0,-3 7 20 0,3-7 9 16,0 0-14-16,0 0-16 0,0 0-15 0,0 0-15 16,0 0-7-16,0 0-4 0,0 0-9 0,-8-20-14 15,8 10-4-15,0 0-1 0,2 1-12 0,2-2-3 16,1-5-12-16,1 0 0 0,4-2-9 15,-1 2-4-15,1-1-10 0,2 0-1 0,-1 0-9 0,6-2 0 16,-4 5-4-16,3 4 0 0,-1 2-6 0,-4 2 2 16,2 2 0-16,-2 2-2 0,2 4 3 0,-3 2 5 15,1 2-11-15,3 4 5 0,-5-2-4 0,0 6 5 16,2 0-5-16,-2 0-2 0,0 1 12 0,-3 1-6 16,4-3-2-16,-6-4 1 0,1 2 8 0,-1-2-7 15,0-2 6-15,-1-1 0 0,0-2-1 0,-3-4-1 16,2 9 9-16,-2-9 6 0,2 7 8 0,-2-7 3 15,0 0-4-15,0 0 2 0,0 0-3 0,0 0-2 16,0 0-4-16,0 0 4 0,0 0-1 0,0 0-5 16,4-26-6-16,1 16-6 0,1-1-9 0,3-3 5 15,5-1-11-15,6-2 0 0,0 0 5 0,-3 6-7 16,-2 0 2-16,3 3 6 0,-5 2-1 0,-1 3-3 16,1 1 1-16,-2 4 0 0,1 1-3 0,-4 1 4 15,1 5-5-15,-1 0 10 0,0 1-7 0,-4 4 4 16,3 3 4-16,-3-1-16 0,-3-1-39 0,4 1-41 15,-5 1-28-15,0 0-39 0,0-2-55 0,0-3-78 0,-3 1-317 16,3-3-667-16,0 0 296 0</inkml:trace>
  <inkml:trace contextRef="#ctx0" brushRef="#br0" timeOffset="154717.25">13196 12647 186 0,'0'0'182'0,"-13"5"-10"0,8-3-8 16,-4 4-12-16,0 0-6 0,0 3-7 0,-2 2-13 15,-1-1-14-15,4 1-7 0,1 0-9 0,3 0-7 16,-4 1-9-16,4-2-7 0,0 1-6 0,2 0-6 0,1-2-7 16,2 0-2-16,3-2-3 0,-2 0-2 15,0 1-8-15,2-3-1 0,2 0-6 0,-2 0 0 16,1 0-1-16,3-2 1 0,2-2-3 0,-1-1 1 15,-9 0-4-15,15-1-1 0,-8-1-2 0,-7 2 0 16,16-6-3-16,-8 4-1 0,-3-2-2 0,2 0 1 0,0-3 3 16,-3 1 13-16,2 1 2 0,-3-1-2 15,2-3-5-15,-1 3 15 0,1-4-13 0,-3 4-1 16,0-1-3-16,-2 7-1 0,2-10 1 0,0 5 2 16,-2 5-2-16,0 0-1 0,3-9-3 0,-3 9-12 15,0 0 0-15,0 0 0 0,0 0-4 0,0 0 0 0,0 0 2 16,0 0 1-16,8 22-6 0,-5-14 2 15,0 3 2-15,-1 1 0 0,2 1 0 0,-2-2-2 16,1 1 0-16,1 0-4 0,-2 1-18 0,4-1-32 0,-3-1-31 16,2 1-41-16,-1-1-47 0,-1-2-49 0,1 1-201 15,-2-3-451-15,0-2 200 0</inkml:trace>
  <inkml:trace contextRef="#ctx0" brushRef="#br0" timeOffset="154937.75">13378 12705 123 0,'0'0'197'0,"0"0"3"0,2-7 3 15,-2 7 6-15,0 0-14 0,0 0-16 0,20 14-5 16,-13-7-18-16,0 1-15 0,2 2-9 0,-2-1-13 16,3 1-12-16,0 3-10 0,3-1-9 0,-4-2-7 15,1 0-10-15,0-3-21 0,-1 3-24 0,-1-2-27 16,0-1-27-16,-3 0-28 0,1-2-33 0,-2-1-33 15,-4-4-19-15,8 7-8 0,-8-7-12 0,2 2-10 16,-2-2-101-16,0 0-295 0,0 0 131 0</inkml:trace>
  <inkml:trace contextRef="#ctx0" brushRef="#br0" timeOffset="155089.6">13549 12844 693 0,'0'0'-47'0,"-2"-12"16"15,2 5 17-15,0 7 24 0,-3-21 2 0,1 11 10 16,2 0 11-16,0-1 21 0,-2 0 22 0,2 4 16 16,0 7 18-16,-4-11 0 0,4 11-8 0,-3-8-14 15,3 8-5-15,0 0 13 0,0 0 0 0,-16 7 2 16,8-1-1-16,-4 7-4 0,1 0-7 0,0 1-4 15,-3 1-5-15,3 1-8 0,-3 1-4 0,3-1-5 16,2 0-7-16,0 1-8 0,0-2-14 16,1 0-34-16,3-1-40 0,0-3-44 0,2-2-64 0,1 0-209 15,2-2-389-15,0-7 172 0</inkml:trace>
  <inkml:trace contextRef="#ctx0" brushRef="#br0" timeOffset="155245.71">13930 12688 50 0,'0'0'167'0,"12"0"-16"0,-1 1-14 0,-2 0-11 16,3 2-14-16,-2 0-23 0,1 2-37 0,-1 1-44 0,-1-2-45 16,-1 3-27-16,-3 0-69 0,2 0-142 15,-5 0 63-15</inkml:trace>
  <inkml:trace contextRef="#ctx0" brushRef="#br0" timeOffset="155383.45">14005 12813 166 0,'-5'2'223'0,"5"-2"-1"0,-9 5-6 0,9-5-10 0,0 0-14 16,-5 5-13-16,5-5-21 0,0 0-16 15,-4 5-9-15,4-5-12 0,0 0-8 0,0 0-13 16,9 11-12-16,-2-8-5 0,4 0-21 0,4 0-45 16,4 0-55-16,10-2-68 0,5-1-77 0,-1-3-166 0,5-1-379 15,1 1 168-15</inkml:trace>
  <inkml:trace contextRef="#ctx0" brushRef="#br0" timeOffset="155867.98">15099 12414 115 0,'-8'-16'315'0,"2"6"-13"0,1-1 7 15,1 3-5-15,0-1-15 0,1 4-9 0,3 5-50 16,-3-10-22-16,3 10-24 0,0 0-17 0,0 0-15 16,0 0-15-16,19 23-10 0,-5-1 0 0,2 3-12 15,1 3-8-15,-3 0-11 0,3 2-8 0,-3-1-11 16,-1 2-5-16,1-3-8 0,-5-1-4 0,2-3 11 15,-3-6-21-15,-2-1-5 0,1-2-5 0,-1 0-4 16,-1-5-3-16,1-1 10 0,-3-1-7 0,3-3-4 16,-4 1 21-16,-2-6 6 0,3 6 23 0,-3-6 7 0,3 5 13 15,-3-5-1-15,0 0-12 0,0 0-9 16,0 0-5-16,13-17-11 0,-8 7-7 0,1 0-5 16,2-7-5-16,5-6-1 0,0-1-11 0,1 1 0 0,1-3-10 15,3 0-10-15,1-3 11 0,1 1-11 0,-2-2-6 16,3 1-3-16,0-1 0 0,-1 2-6 0,-2 3-5 15,-3 1-10-15,3 4 9 0,-8 6-5 16,1-2 6-16,-4 6-2 0,-1 2-18 0,-2 2-17 0,0 0-30 16,2 2-8-16,-6 4-5 0,9-2-12 0,-9 2-21 15,8 9-20-15,-4 2-11 0,-2-1-35 0,-3 5-28 16,-1 4-35-16,-2 1-36 0,-3 6-38 0,-3 2-243 16,-1-4-609-16,-2 0 271 0</inkml:trace>
  <inkml:trace contextRef="#ctx0" brushRef="#br0" timeOffset="156134.45">14876 12901 171 0,'-10'4'213'0,"-1"0"-6"15,7-1 4-15,4-3 2 0,1 7-10 0,-1-7-13 16,26 9-4-16,-3-7-9 0,13-1 1 0,18-2-16 15,4 1-12-15,6-4-5 0,-4-3-10 0,5 2-7 16,-4 0-12-16,2-3-14 0,-5 4-8 0,-5-2-11 16,-3 1-5-16,-12 2-9 0,-3 0-7 0,1 1-10 15,-6-1-3-15,0 1-11 0,-3 1-14 0,-7 0-21 16,0-2-26-16,-1 1-34 0,-2 2-31 0,-4 0-33 16,0 0-36-16,-2 0-42 0,1 0-21 0,1 0-209 15,-3-2-465-15,3 2 205 0</inkml:trace>
  <inkml:trace contextRef="#ctx0" brushRef="#br0" timeOffset="156751.26">15640 12705 157 0,'0'0'235'15,"0"0"-14"-15,0 0-15 0,0 0-16 0,0 0-5 16,0 0 4-16,0 0-13 0,0 0-5 0,0 0-1 0,5 22-2 16,-5-13-19-16,0-9-8 0,-3 17-8 0,3-10 2 15,-3 2 0-15,3-2-5 0,0-7-6 0,-1 10-6 16,1-10 6-16,-1 9 3 0,1-9 7 15,0 0 16-15,-1 6 13 0,1-6 0 0,0 0 6 0,0 0-5 16,0 0-16-16,0 0-17 0,0 0-7 0,0 0-17 16,0 0-13-16,-10-19-10 0,9 12-9 0,1-3-13 15,1-1 2-15,1 0-10 0,-1-1 0 0,3-1-16 16,1-5-5-16,0 3-11 0,2-2-11 0,0-1-8 16,3 3 2-16,1 2-10 0,-3 2 3 0,0 1-8 15,0 3-8-15,0 2 2 0,1 1 0 0,0 1 6 16,0 3 1-16,1 1-3 0,0 3-4 0,-2 1 4 15,-1 2 1-15,0 3-1 0,2 0 12 0,-4 1-19 16,1-1 8-16,-2 0 4 0,1-1 2 0,-2 1 0 16,-1 0 2-16,2-3 0 0,-1-2 3 0,-3-5-4 15,2 10 6-15,-2-10 4 0,3 7 9 0,-3-7 12 16,0 0 9-16,1 6-12 0,-1-6 3 0,0 0-8 16,0 0 0-16,0 0 1 0,0 0-3 0,0 0-5 15,0 0 2-15,3-20-12 0,-3 20 1 0,3-11-8 16,1 3 0-16,1-2-5 0,2 2-4 0,3-6-2 15,-2 7 11-15,1 1-11 0,2-1 1 0,-2 2-3 16,1 3 5-16,-1 0-4 0,-1 2 2 0,2 0 4 16,2 4-1-16,-3 1-1 0,0 2 6 0,-2 2-4 15,1 2 0-15,-2-1-37 0,2 3-36 0,-2 0-31 16,-1-3-35-16,-1 6-37 0,-1 1-32 0,-3 0-48 0,1-1-63 16,-4 1-314-16,2-6-697 0,-1 0 309 15</inkml:trace>
  <inkml:trace contextRef="#ctx0" brushRef="#br0" timeOffset="157074.37">15473 12857 256 0,'-7'-1'267'0,"7"1"-25"16,0 0-16-16,0 0-10 0,0 0-7 0,37-6-19 16,1 3-14-16,22-1-12 0,28-2-11 0,2-1-8 0,4 0-8 15,-26 2-8-15,27-2-11 0,-32 4-4 0,4 0-10 16,-4-1-7-16,-3 1-4 0,0-1-18 16,-8 2-1-16,-15 1-9 0,0 0 1 0,-2-2-1 15,-7 2-6-15,-7-1 0 0,-1 0-3 0,-2 2 0 0,-5 0-5 16,-2-1-2-16,-1 1-5 0,-3-2-7 0,-7 2-3 15,12 0-5-15,-12 0-2 0,8 0-3 16,-8 0-39-16,0 0-32 0,9 0-36 0,-9 0-35 16,0 0-46-16,0 0-53 0,0 0-60 0,0 0-221 0,0 0-539 15,0 0 239-15</inkml:trace>
  <inkml:trace contextRef="#ctx0" brushRef="#br0" timeOffset="158223.89">14949 13300 148 0,'0'0'223'0,"0"0"-9"0,0 0-8 16,-10-4-8-16,10 4-8 0,0 0-4 0,0 0-7 15,0 0-2-15,-4-5-16 0,4 5-14 0,0 0-17 0,-1-8-7 16,1 8-11-16,0 0 7 0,1-14-10 15,-1 14-6-15,4-11 1 0,-4 11-7 0,2-11-9 16,-2 11 0-16,2-10 3 0,-1 6-1 0,-1 4-4 0,2-9 2 16,-2 9-10-16,0 0-11 0,0 0-12 0,1-7-11 15,-1 7 11-15,0 0-18 0,0 0 2 16,2 23 4-16,-1-5 12 0,2 1-11 0,-3 8 14 16,3 2-8-16,-2 0 12 0,-1-1-4 0,1 0-1 15,-2-1-11-15,2-1 2 0,-1-7-3 0,0 0-2 16,1 0-7-16,-2 0 0 0,1-3-8 0,1 0-1 15,-2 0 11-15,1-4-18 0,1-1-3 0,1 0 5 16,-2-1-12-16,1-2-25 0,1-1-26 0,-2-7-26 0,0 11-26 16,0-11-25-16,0 10-20 0,0-10-15 0,0 0-17 15,-1 7-23-15,1-7-51 0,0 0-34 0,-6 4-29 16,6-4-170-16,0 0-516 0,0 0 229 16</inkml:trace>
  <inkml:trace contextRef="#ctx0" brushRef="#br0" timeOffset="158516.14">14950 13253 112 0,'8'-10'127'0,"0"4"5"0,2 2-5 0,2 2-3 15,-5 2 6-15,0 4-4 0,3 1-6 0,1 2-6 0,-3 3-7 16,-1-1-9-16,0 4-8 0,-3 1-5 0,0 1-10 16,-3 2-11-16,-1 1-3 0,-3-1-5 15,-3-1-8-15,-1 0-4 0,-4-1-3 0,2-1-4 0,-3-2-3 16,4-2 1-16,-1-3 25 0,1-1 18 0,2 0 8 15,2-2 7-15,-1-1 8 0,5-3-6 0,-5 4-7 16,5-4-10-16,0 0-8 0,0 0-9 0,0 0-3 16,0 0-8-16,0 0-7 0,0 0-5 0,11 8-2 15,-4-6-5-15,2 2-1 0,1 0-5 0,0 2-5 16,2-2 8-16,-1 2-13 0,8-1-28 0,0 2-34 16,2-2-46-16,7 1-47 0,-1-5-51 0,-5 1-54 15,-1-1-162-15,7-4-442 0,-1 0 196 0</inkml:trace>
  <inkml:trace contextRef="#ctx0" brushRef="#br0" timeOffset="158734.64">15409 13354 116 0,'-1'-7'246'0,"1"7"-5"0,0-11 2 16,0 11-12-16,-2-9-16 0,2 9-26 0,0 0-15 16,0 0 2-16,0 0 9 0,0 0 5 0,-15 30 11 15,9-12 13-15,-5 6-6 0,-1 4-10 0,4 1-13 16,-2 0-15-16,1 0-10 0,2 1-13 0,-2 1-12 15,4-1-5-15,1-3-14 0,0 1-9 0,-1-2-14 16,5-1-10-16,0 0-4 0,0-6-8 0,0-1-13 16,0-1-9-16,0-6-30 0,2 5-39 0,0-5-49 15,-1-3-53-15,-1-8-47 0,-1 11-43 0,2-6-51 16,-1-5-45-16,1 10-270 0,-1-10-626 0,0 0 277 16</inkml:trace>
  <inkml:trace contextRef="#ctx0" brushRef="#br0" timeOffset="158886.04">15267 13596 136 0,'4'-5'190'0,"4"2"-18"16,5-2-18-16,0 1-19 0,2-2-7 0,4 2-41 16,3 1-45-16,6-1-67 0,-1 0-71 0,-10 0-59 15,12-1-165-15,-8 1 73 0</inkml:trace>
  <inkml:trace contextRef="#ctx0" brushRef="#br0" timeOffset="159037.51">15645 13522 227 0,'0'0'231'0,"9"-3"-5"0,-9 3 1 0,8 0-11 16,-8 0-14-16,16-1-17 0,-2 2-20 0,-4-1-13 16,3-1-16-16,2 1-11 0,4-1-13 0,1 1-15 0,-1 0-19 15,-1-1-28-15,-3-1-41 0,-2 2-40 16,2-2-39-16,-6 2-27 0,1-1-39 0,-1-1-26 15,-9 2-25-15,8-4-106 0,-8 4-317 0,2-6 141 16</inkml:trace>
  <inkml:trace contextRef="#ctx0" brushRef="#br0" timeOffset="159216.82">15885 13489 746 0,'-7'-9'-37'16,"1"4"37"-16,1-4 14 0,-3 0 27 0,4 3 39 0,0 0 33 15,1 0 21-15,-2 0 9 0,1 1 18 0,4 5 11 16,-7-8 3-16,7 8-6 0,-2-6-10 16,2 6-16-16,0 0-14 0,-4-5-11 0,4 5 13 15,0 0 23-15,0 0 9 0,0 0-9 0,0 27 18 0,1-18-15 16,-1 3-17-16,2 0-18 0,0 0-21 0,-1 4-2 15,3 1-8-15,-2-1-5 0,-1-1-13 16,1 2-11-16,1-6-29 0,4 4-47 0,-4-5-57 16,0 1-47-16,0 1-56 0,0-2-50 0,2-2-67 15,0 0-260-15,-5-8-598 0,9 8 265 0</inkml:trace>
  <inkml:trace contextRef="#ctx0" brushRef="#br0" timeOffset="159433.45">16137 13298 127 0,'0'-9'337'0,"1"-1"-1"0,-1 3 1 16,0 7-11-16,0-10-38 0,0 10-26 15,0 0-19-15,0 0 12 0,0 0 6 0,0 0-13 16,1 26-16-16,2-7-14 0,-3 7-19 0,-2 0-17 16,5 0-15-16,-3 0-18 0,-3-3-16 0,6-2-12 0,0 3-10 15,-2-5-10-15,3-1-13 0,-1-1-6 0,0-1-17 16,-1-2-32-16,2-2-30 0,-1-1-42 15,-2-3-51-15,2-1-44 0,-2-1-33 0,2 0-38 16,-3-6-33-16,2 11-38 0,1-8-32 0,-3-3-267 0,0 0-622 16,0 0 275-16</inkml:trace>
  <inkml:trace contextRef="#ctx0" brushRef="#br0" timeOffset="159933.85">16181 13287 85 0,'5'-8'225'0,"-3"-2"-14"15,1 4-10-15,0 1-17 0,1 0-9 0,-4 5-7 16,10-3 7-16,-10 3-10 0,12 3-11 0,-12-3-8 16,10 10-8-16,-2-4-9 0,-3 2-8 15,2 1-8-15,-6 0-10 0,5 1-8 0,-2 0-10 0,-1 0-8 16,0 1-9-16,0-3-2 0,-2 1 4 0,-1 0-2 16,-3-3 2-16,2 5 0 0,-2-5 0 0,1 0-4 15,-1 1-6-15,3-7-4 0,-5 15-1 0,4-8 0 16,-1-1 0-16,2-6-2 0,-2 11-7 15,2-11 1-15,1 12 7 0,2-6-13 0,1-2-8 0,0 3-4 16,5-1 0-16,2-3-24 0,-1-1-30 0,3 1-37 16,2-1-28-16,-2-2-28 0,8-1-33 0,-4 0-27 15,3 0-25-15,0-3-15 0,-1 0-21 0,-1-1-3 16,1 1 6-16,-3-2 24 0,-1-1 21 0,-2 1 28 16,-4 0 33-16,2-1 37 0,-2-1 34 0,-1-3 16 15,-3 3 40-15,1-3 26 0,-1 3 37 0,-1 0 35 16,-1 1 29-16,-1 3 24 0,-2 4 13 0,6-8-7 15,-6 8-2-15,3-8-18 0,-3 8 1 0,0 0 30 16,0 0 25-16,0 0 10 0,10 16 8 0,-8-6-1 16,-1 0-2-16,0 4 0 0,1 2-12 0,-2-1-2 15,0 2-3-15,0-3-12 0,0 1-9 0,-2 2-12 16,1-1-11-16,1-3-9 0,1-1-11 0,1-1-14 16,-2-1-9-16,2-1-8 0,2 0-9 0,1 0-7 15,4-2-4-15,0-1-8 0,1-3-7 0,3 0-13 16,-1-2-32-16,7 1-35 0,-1-5-53 0,1 2-47 15,10-3-69-15,-15-1-79 0,0 0-68 0,0-4-77 16,-3 1-350-16,3-2-827 0,-1-2 366 0</inkml:trace>
  <inkml:trace contextRef="#ctx0" brushRef="#br0" timeOffset="160149.73">16974 13139 7 0,'2'-9'263'0,"2"5"-10"0,-4 4 14 0,4-8-4 15,-4 8 13-15,0 0 11 0,18 12 4 0,-12-3-15 16,4 7-31-16,1 5-24 0,-1 4-20 0,-1 4-19 16,-3-1-10-16,-2 3-17 0,-3 1 4 0,-1 0-25 15,-4 0-19-15,1 1-13 0,-1-2-13 0,-5-4-8 16,0 2-8-16,-1-3-7 0,-4-2-29 0,-2 0-29 16,0-2-22-16,-6-1-23 0,1 0-28 0,-2-2-26 15,-3-2-21-15,-2-1-32 0,-3 0-45 0,-1-1-46 16,-1-4-47-16,-4 3-227 0,-17-3-552 0,0 0 244 15</inkml:trace>
  <inkml:trace contextRef="#ctx0" brushRef="#br0" timeOffset="160416.68">14827 13207 86 0,'-26'24'271'15,"-6"17"13"-15,-3 5-15 0,4 1-14 0,1 3-13 16,7-1-19-16,4 1-18 0,6-1-21 0,3 2-16 16,6 0-11-16,7-1-21 0,2-4-11 0,6-13-16 0,4 0-26 15,7-5-39-15,16 6-39 0,4-5-46 0,6-8-59 16,7-7-56-16,8-7-68 0,-1-4-164 15,32-7-420-15,-1 0 186 0</inkml:trace>
  <inkml:trace contextRef="#ctx0" brushRef="#br0" timeOffset="165246.57">14611 13717 37 0,'0'0'168'0,"0"0"-23"15,0 0-17-15,0 0-13 0,0 0-19 0,0 0-19 16,0 0-16-16,0 0-13 0,0 0-19 0,0 0-26 16,7 17-27-16,-7-17-34 0,3 7-80 0,-3-7-149 15,1 8 67-15</inkml:trace>
  <inkml:trace contextRef="#ctx0" brushRef="#br0" timeOffset="174100.14">17838 12711 10 0,'0'0'277'0,"-9"1"-8"0,9-1-9 0,0 0-12 16,-9 1-13-16,9-1-14 0,0 0-12 15,0 0-18-15,0 0-17 0,0 0-16 0,0 0-13 0,0 0-16 16,0 0-14-16,0 0-11 0,0 0-14 0,0 0-3 15,0 0-13-15,0 0-3 0,0 0-10 0,0 0-22 16,24 1-19-16,-24-1-27 0,20-2-34 16,-8 2-28-16,-1 0-41 0,0 1-43 0,-1-1-22 0,1 0-44 15,-2 1-184-15,-9-1-435 0,14 3 193 0</inkml:trace>
  <inkml:trace contextRef="#ctx0" brushRef="#br0" timeOffset="174265.89">17862 12794 63 0,'0'0'218'0,"-9"4"-12"16,9-4-6-16,-9 2-9 0,9-2-1 0,-6 1-3 0,6-1-14 16,0 0-11-16,-6 4-16 0,6-4-14 0,0 0-7 15,0 0-19-15,0 0-7 0,0 0-9 0,17 6-10 16,-7-4-9-16,3-1-28 0,6 0-45 0,4-1-40 16,7-1-39-16,0 1-41 0,5-3-35 0,-1 0-43 15,1-1-113-15,1-2-340 0,-2 0 151 0</inkml:trace>
  <inkml:trace contextRef="#ctx0" brushRef="#br0" timeOffset="174617.89">18611 12523 18 0,'1'-4'249'0,"-1"4"0"0,0 0-6 16,0 0-5-16,-8-11 4 0,8 11-12 0,0 0-2 15,-20 6-5-15,11 1-4 0,-4 5-5 0,-1 2-11 16,3 1 3-16,-3 1-27 0,1 6-14 0,3-4-24 0,1-1-4 15,0 2-12-15,4 0-13 0,1-1-14 16,4-1-5-16,-2 1-9 0,5-1-12 0,2-2-4 16,2-5-5-16,-1 1-8 0,9-1-6 0,-1-1 4 15,7-4-10-15,2-3-1 0,5 0-1 0,-6-1-8 0,7-5-2 16,1-2-9-16,-2-1 5 0,-3 0 3 16,-5-1-8-16,-1 1-5 0,-2 0 2 0,-1-4 2 15,-1 0-6-15,-3-2 1 0,-1 0-2 0,-3-1-6 0,-3-1 0 16,-1-1 3-16,-4-1-11 0,-2-2 3 0,0 3 3 15,-5-3-3-15,-2 1-6 0,-1 0 3 0,-3 2 2 16,-1 2-8-16,-1 1-2 0,-1 1 5 0,0 3-5 16,2 3 4-16,-3 0 2 0,0 4-7 0,2 0-15 15,-1 5-27-15,-2 2-25 0,-1 1-24 0,0 2-27 16,2 2-42-16,0 2-46 0,3 1-49 0,5 1-40 16,-1-1-250-16,6 0-598 0,4-2 265 0</inkml:trace>
  <inkml:trace contextRef="#ctx0" brushRef="#br0" timeOffset="174789.19">19040 12675 2343 0,'18'-4'175'15,"-5"2"-70"-15,0-2-25 0,-7 1-34 0,-1 3 10 0,-5 0 23 16,12-3 24-16,-12 3 4 0,10-2 17 0,-10 2-2 16,0 0-5-16,6-2-10 0,-6 2-8 0,0 0-2 15,0 0-28-15,8-2-40 0,-8 2-38 0,0 0-32 16,0 0-38-16,0 0-38 0,6 6-46 0,-6-6-62 15,0 0-53-15,3 7-213 0,-3-7-533 0,0 0 236 16</inkml:trace>
  <inkml:trace contextRef="#ctx0" brushRef="#br0" timeOffset="175099.85">19390 12462 163 0,'16'-8'247'0,"2"2"-3"15,-2 2 3-15,5 1-3 0,-8 3-10 0,6-1-5 0,-3 4-10 16,2 0-8-16,-1 6-18 0,-6-2-18 16,0 0 0-16,1 6-30 0,-3 0-12 0,-4 1-4 15,-2 3-9-15,-2 2-12 0,-3-1-11 0,-4 0-8 16,-3 5-7-16,-3-1-13 0,-4 1-3 0,0-4-3 16,-1 2-4-16,-2-2-9 0,1-2 0 0,-4 1-2 15,7-7-7-15,2 0-6 0,4-3-6 0,-1-2 2 16,5-3-9-16,0 2 5 0,1-1-5 0,4-4 4 15,-6 5-11-15,6-5 7 0,0 0-4 0,-7 5 4 0,7-5-9 16,0 0-3-16,22 0-2 0,-8-1 7 16,4-1-21-16,2-1-21 0,8-2-32 0,1 0-29 15,0 1-33-15,-1-1-47 0,0-2-49 0,3 0-41 16,-2 0-53-16,-2 2-188 0,1-2-540 0,-1 0 240 0</inkml:trace>
  <inkml:trace contextRef="#ctx0" brushRef="#br0" timeOffset="175299.79">19916 12518 18 0,'5'-17'249'0,"-1"1"15"16,-1 0 5-16,1 9 18 0,-2-4 11 0,-1 4 6 15,1 2 0-15,-2 5-27 0,2-10-19 0,-2 10-30 16,0 0-12-16,0 0 19 0,0 0 0 16,1 24-7-16,-2 2-13 0,-3-2-16 0,0 5-15 0,-1 0-17 15,2 0-18-15,-1 2-15 0,1-2-21 0,3-3-40 16,-2-1-66-16,1-5-72 0,2 5-76 0,-1-8-79 15,0 2-78-15,2-1-94 0,-1-7-241 0,-1-1-685 16,2-1 303-16</inkml:trace>
  <inkml:trace contextRef="#ctx0" brushRef="#br0" timeOffset="177349.68">20348 12437 4 0,'0'0'24'0,"0"0"2"0,0 0-12 0,0 0-4 16,0 0-8-16,0 0-2 0,0 0-3 0,0 0 4 15,0 0-7-15,0 0 1 0,0 0-7 0,0 0-12 16,0 0 6-16,0 0 47 0,0 0-31 0,0 0-5 16,0 0 6-16,0 0 0 0,0 0-5 0,0 0-5 15,0 0 2-15,0 0 27 0,0 0-13 0,0 0 6 16,-9-2 7-16,9 2 3 0,0 0 6 0,0 0 3 15,0 0 1-15,0 0 1 0,0 0-5 0,-4-6 9 16,4 6 2-16,0 0-2 0,0 0 9 0,0 0 5 16,0 0-5-16,-8-5-12 0,8 5 2 0,0 0 6 15,0 0-6-15,-4-5 4 0,4 5-4 0,0 0 1 16,0 0 3-16,0 0-13 0,0 0 7 0,0 0 1 16,0 0-4-16,0 0 13 0,-7-2 2 0,7 2-12 0,0 0 2 15,0 0 0-15,0 0 0 0,0 0 8 0,0 0-11 16,0 0 1-16,0 0-3 0,0 0-5 0,0 0 1 15,0 0 0-15,0 0 2 0,0 0 2 0,0 0 1 16,0 0-11-16,0 0 10 0,0 0-2 0,0 0 1 16,0 0-4-16,0 0-1 0,0 0 7 0,0 0-1 15,0 0-3-15,0 0 5 0,0 0-1 16,0 0-2-16,0 0-3 0,0 0-3 0,0 0 0 0,-4-6 2 16,4 6-9-16,-6-4 3 0,6 4 9 0,0 0-8 15,-10-4 6-15,10 4 7 0,0 0 4 0,-10-2-1 16,10 2-5-16,0 0-3 0,-10-3 1 0,10 3-2 15,-8-4-2-15,8 4-1 0,0 0 0 0,-10-1 5 16,10 1-1-16,0 0 3 0,-6-3-6 0,6 3-1 16,0 0 0-16,0 0-6 0,0 0 1 0,0 0-4 15,0 0-1-15,0 0-1 0,0 0 2 0,0 0-2 16,0 0-2-16,0 0-5 0,33 3 4 0,-15-3 0 16,1-2 3-16,0 1-6 0,0 1 2 0,-1-1-1 15,0 2-5-15,-4-1 1 0,3-1 2 0,-4 1 0 16,-2 0-2-16,1 1 1 0,-2-2 1 0,-2 1 2 15,-1-1-6-15,-7 1 4 0,14 2 0 0,-9-1-2 16,-5-1 2-16,0 0-3 0,12 0 1 0,-12 0 2 16,6 2-4-16,-6-2-3 0,0 0 8 0,9 3 4 15,-9-3 10-15,5 7 3 0,-5-7 1 0,4 8 4 0,-3-2 5 16,1 3 19-16,-4 2 6 0,1 3 0 16,-1 2 6-16,-2 2 0 0,-1 0 1 0,-2 6 5 15,2-6-6-15,0 8 4 0,0-8-5 0,0 0-5 16,0-1-2-16,0 0 5 0,0 0-15 0,1 0-2 0,0-2-17 15,1-2 11-15,-1-1-14 0,3-1 1 0,0 2-3 16,1-4-20-16,-2 2-23 0,2-3-31 0,0 2-32 16,0-2-34-16,-1 2-41 0,1-10-44 15,0 12-41-15,0-12-45 0,0 11-165 0,0-11-491 0,-2 5 217 16</inkml:trace>
  <inkml:trace contextRef="#ctx0" brushRef="#br0" timeOffset="177499.86">20530 12604 2 0,'18'-6'107'0,"3"-1"-2"15,0-1-20-15,4 1-10 0,2-1-13 0,-7 3-11 16,2 0-17-16,-2 0-26 0,2-2-28 0,-2 4-25 16,0-4-33-16,-3 1-84 0,-2-1 38 0</inkml:trace>
  <inkml:trace contextRef="#ctx0" brushRef="#br0" timeOffset="177918.94">20869 12454 78 0,'0'0'144'0,"1"-11"7"0,-1 11 2 16,0-8 2-16,0 8 3 0,0 0-5 0,1-9-10 16,-1 9-8-16,0 0-16 0,0 0-13 0,0 0-6 15,0 0 2-15,0 0 5 0,0 0-3 0,15 15 4 16,-9-6-1-16,3 1 3 0,1 5-6 0,4 6 2 16,3 1 1-16,-4-7-5 0,-1 2-14 0,5 4-7 15,-4-5-8-15,0-2-2 0,-3 3-2 0,1-2-4 16,-2-2-8-16,-2-2-4 0,-1 0-5 0,-3-2 5 15,-1 2-13-15,-3 1-1 0,0-3-6 0,-6 1-4 16,0 1 1-16,-1-2-9 0,-6 0 3 0,-2-1-6 16,1-2-9-16,1-1-3 0,1-1-9 0,1-2 0 15,0 1-3-15,2-3 0 0,1 0-5 0,9 0-5 16,-10-7-14-16,6 4-2 0,4 3-2 0,0-16-2 0,4 6-1 16,5-4 0-16,3-1-2 0,2-1 2 0,8-3-4 15,-4 0 2-15,5-2-5 0,1 2 4 16,3 0 4-16,-5 0 2 0,5-2 6 0,-4 3 4 15,0 0 2-15,-8 7 6 0,8-9-1 0,-3 4 12 0,-7 4 4 16,-4-2 13-16,-1 4 12 0,-3-2 7 16,-1 0 0-16,-2 4 0 0,-2-4-1 0,0 3 5 15,-3 0-3-15,-4 0-2 0,1 1-3 0,-4 2 9 16,-2 2-2-16,-2 1 7 0,-3-1 3 0,3 6-10 0,-4 2-7 16,-2 0-5-16,1 5 4 0,-7 2-3 15,6-2-4-15,2 3-5 0,4 1-3 0,0 2-27 0,1-2-29 16,3 0-35-16,2 2-50 0,3-3-47 15,4 0-58-15,0 1-235 0,4-2-508 0,4-3 225 0</inkml:trace>
  <inkml:trace contextRef="#ctx0" brushRef="#br0" timeOffset="178554.23">21633 12423 78 0,'0'0'166'0,"0"0"0"16,0 0 0-16,7-4 0 0,-7 4 2 0,0 0 4 16,0 0-1-16,0 0-1 0,0 0 0 0,0 0-9 15,0 0-10-15,0 0-13 0,0 0-5 0,0 0-9 16,0 0 0-16,0 0-4 0,0 0-6 0,0 0 1 15,-7 21-5-15,7-21-3 0,-5 13-3 0,1-1-2 0,2-2-6 16,-5 5 2-16,2 0-9 0,-2 1-4 16,0 0 2-16,0-2-12 0,0 1-14 0,3-2-2 15,-3-2-6-15,2 0-2 0,-1-1-6 0,3 0-1 16,-3-3-7-16,3 0 4 0,1-1-7 0,2-6-6 16,-6 9-1-16,4-4-6 0,2-5-4 0,-3 7 6 15,3-7 2-15,-3 6 10 0,3-6 8 0,0 0 18 16,0 0 6-16,0 0-7 0,0 0 3 0,0 0-6 15,0 0-8-15,0 0-7 0,0 0 8 0,8-32-12 0,0 15 2 16,-1 3-11-16,4-2-5 0,2-7 2 16,0 1-10-16,4-2-1 0,1-1-2 0,-3 1-2 15,2 2-5-15,-1-3 4 0,0 1-2 0,-1 2 0 16,-1 1-5-16,-1 5 1 0,-4 7-1 0,1-5 3 0,-1 7-2 16,-4-4 3-16,-1 6-14 0,0 1 5 15,-2-1 0-15,-2 5-9 0,6-6 8 0,-6 6-5 16,0 0 0-16,0 0 4 0,12 10-1 0,-8-1 5 15,-1 3-3-15,1 3 8 0,-1 2 12 0,-3 0-5 0,2 1 4 16,-2 2-8-16,1-3 9 0,-1 3 12 0,1-2 1 16,-1 0-3-16,2 1 0 0,-2-1 0 0,0-3-1 15,1-2-5-15,0-2-7 0,-1 3 3 0,1-2 1 16,1 0-2-16,0-3-2 0,-2 0 0 0,3 1-4 16,-3-4 5-16,2-1-7 0,-2-5-8 0,4 11-21 15,-4-6-25-15,0-5-45 0,5 6-42 0,-5-6-32 16,3 6-33-16,-3-6-24 0,0 0-37 0,0 0-36 15,0 0-51-15,0 0-263 0,-11 7-658 0,11-7 291 16</inkml:trace>
  <inkml:trace contextRef="#ctx0" brushRef="#br0" timeOffset="178699.86">21658 12527 223 0,'0'0'258'0,"-3"-7"-27"0,3 7-12 15,-3-7-7-15,3 7 6 0,0 0-2 0,9-10-2 16,0 5-20-16,3 2-19 0,1-2-17 0,6-1-18 15,2 3-13-15,9-5-14 0,3 2-42 0,-1-1-52 16,4-3-72-16,-2 3-84 0,5-3-82 0,-1 1-178 16,-5 3-430-16,2-1 191 0</inkml:trace>
  <inkml:trace contextRef="#ctx0" brushRef="#br0" timeOffset="178816.67">22262 12346 244 0,'4'-5'271'0,"-4"5"-19"16,0 0-6-16,5-6-3 0,-5 6-13 0,0 0-25 15,0 0-18-15,0 0-32 0,5-5-46 0,-5 5-46 0,0 0-62 16,8-3-63-16,-8 3-84 0,0 0-187 0,6-5-361 16,-6 5 159-16</inkml:trace>
  <inkml:trace contextRef="#ctx0" brushRef="#br0" timeOffset="180599.82">11943 14221 5 0,'-10'-5'265'0,"10"5"-6"15,-8-4-11-15,8 4-3 0,-11-4-9 0,11 4-7 16,-9-3-7-16,9 3 0 0,-7-4-28 16,7 4-20-16,0 0-10 0,-7-3-16 0,7 3-9 0,0 0-20 15,0 0-8-15,0 0-13 0,0 0-6 0,0 0-9 16,0 0-6-16,27 3-3 0,-9-3-17 0,9 0 1 15,2 0-5-15,2 0-13 0,0-3-20 0,-1 3-23 16,1-3-26-16,-4 2-46 0,-4 0-35 0,-7 0-32 16,-3 1-34-16,0-2-42 0,-3 1-33 0,-2 2-187 15,-8-1-475-15,8 0 210 0</inkml:trace>
  <inkml:trace contextRef="#ctx0" brushRef="#br0" timeOffset="180966.12">12098 14208 33 0,'0'0'173'0,"0"0"16"16,-5 10 7-16,4-4-5 0,0 4 15 0,-1 1 3 16,-1 8 1-16,1-1-3 0,2 11 3 0,-2-1-11 15,-1-1-9-15,1 2-7 0,0 2-3 0,0-1-20 16,-2 2-13-16,0-1-14 0,1 0-16 0,1-2-14 16,2-4-8-16,-5 1-3 0,4-6-10 0,1-3-9 15,-2-1-5-15,2 0-8 0,-1-6-5 0,0 1-7 16,1-1-2-16,0-3-13 0,0-7 6 0,0 11-11 15,0-11-1-15,-2 7-8 0,2-7-8 0,-6 6-7 16,6-6-17-16,-9 0-9 0,9 0 0 0,0 0-8 16,-19-8-3-16,10 4 6 0,1-2-2 0,-4 0 3 15,3 0-3-15,1 1 3 0,-2-1 6 0,1 0 6 16,0 0 2-16,4 2 5 0,-1 0 2 0,6 4 4 16,-8-5 6-16,8 5-4 0,-7-4 2 0,7 4 9 15,0 0-7-15,0 0 5 0,0 0 4 0,0 0 8 16,0 0-2-16,0 0 4 0,29 1 0 0,-14 1-5 15,3 0-4-15,8-4-6 0,5 3-17 0,-2-4-30 16,3 1-32-16,1-2-42 0,0 1-37 0,1 0-42 16,0-5-36-16,-1 2-31 0,-1-1-24 0,-3 4-143 15,-2-1-461-15,1-3 205 0</inkml:trace>
  <inkml:trace contextRef="#ctx0" brushRef="#br0" timeOffset="181383.91">12565 14565 216 0,'2'-4'226'0,"-2"4"0"0,0 0-1 0,0 0-3 16,-9-7-12-16,9 7-5 0,-14-2-5 0,14 2-8 16,-13 4 4-16,5 0-5 0,-4 3 3 0,-1 3-11 15,-2-1-12-15,5 5-11 0,-3-1-10 0,-1-1-14 16,5 2-16-16,-3 1-10 0,4 1-10 0,1-5-8 16,2 2-13-16,2-5-4 0,0 2-10 0,5 0-4 15,-2-2-11-15,1-1 0 0,2-1-5 0,2-1-8 16,-5-5 1-16,15 2-10 0,-3-2 1 0,-3-1-8 15,5-3-6-15,-1-2 0 0,-2 1-15 0,5-3 8 16,-1 0-4-16,-1-2-2 0,-1 0 2 0,-3-2-3 16,-2 1-3-16,1-5 1 0,-4 0 13 0,1 0-15 15,0-2 1-15,0 0 3 0,-4 2-3 0,0-3 0 16,-1 0 1-16,1 0 3 0,0-6-2 0,0 7-4 16,-2-1 0-16,-2-1 9 0,2 2-11 0,2 3 9 15,-2 4 8-15,0 1 18 0,0 1 11 0,0 9-6 16,0-10 17-16,0 10-17 0,2-9 0 0,-2 9-5 15,0 0 9-15,0 0 19 0,0 0 2 0,0 0-3 16,2 37-5-16,0-17 12 0,-1-3-4 0,-1 7-1 16,3 5-3-16,-4-3-11 0,2-1 0 0,-1 0-5 15,2-5-1-15,0 5-6 0,-2-6-6 0,0-3-22 16,0 3-47-16,6-5-44 0,-8-2-59 0,2 1-59 16,3-4-55-16,-1 2-50 0,2-4-63 0,-4 2-279 15,6-3-706-15,-6-6 312 0</inkml:trace>
  <inkml:trace contextRef="#ctx0" brushRef="#br0" timeOffset="181616.74">12935 14523 120 0,'0'0'310'0,"-2"-10"-2"0,2 10 5 16,-8-6 1-16,0 4-5 0,-3 4 6 0,0-1-6 15,-3 4-23-15,-1 4-4 0,1 1-10 0,1 2-17 16,-1 2-19-16,3-1-15 0,-2 1-17 0,4 1-20 15,4 0-16-15,1 0-13 0,1-4-17 0,1 2-17 16,4 3-7-16,1-4-12 0,1 4-8 0,3-5-9 16,2 0-19-16,4-1-40 0,-1-3-46 0,1-3-47 15,5 0-54-15,0-2-64 0,2-1-61 0,-2-1-58 16,5-4-58-16,-3 0-305 0,-2 1-724 0,0-1 321 16</inkml:trace>
  <inkml:trace contextRef="#ctx0" brushRef="#br0" timeOffset="181783.29">13250 14604 202 0,'6'-2'287'16,"-6"2"25"-16,14-4 19 0,-14 4 20 0,15-5-8 15,-7 3-22-15,5 0-27 0,-13 2-29 0,21-3-26 16,-8 4-24-16,-1-3-16 0,1 1-22 0,-1 1-33 16,-12 0-38-16,25-4-56 0,-11 3-65 0,0-2-67 15,-6 0-62-15,4 2-64 0,-12 1-54 0,11-3-50 16,-11 3-158-16,0 0-507 0,0 0 225 0</inkml:trace>
  <inkml:trace contextRef="#ctx0" brushRef="#br0" timeOffset="181918.93">13329 14669 95 0,'-5'4'254'0,"-4"0"-1"0,4-1 7 0,-3 2-1 16,8-5 0-16,-9 6-2 0,7-3-5 0,2-3-4 16,-6 4-2-16,6-4-14 0,0 0-2 0,0 0-26 15,10 10-29-15,-10-10-21 0,13 1-9 0,-13-1-31 16,19-4-44-16,-6 3-64 0,1-4-62 15,3 2-78-15,1-2-79 0,-4-1-81 0,-1 1-209 0,-2 1-545 16,0-4 242-16</inkml:trace>
  <inkml:trace contextRef="#ctx0" brushRef="#br0" timeOffset="184016.06">14811 14273 129 0,'0'0'235'16,"0"0"-13"-16,0 0-17 0,0 0-19 0,4-12-21 15,-4 12-15-15,7-8-11 0,-1 3-14 0,4 0-5 16,1-1-10-16,1 1-4 0,1 2-9 16,0 0-5-16,1 1-8 0,-1 3-10 0,-2 0-6 15,1 3-5-15,-3 1-8 0,1 3 9 0,-3 0-2 0,0 5-11 16,-2-2 6-16,-1 4 1 0,-4 2-4 0,0-1-6 15,-5 1-4-15,-3 0-2 0,3 1-3 0,-7-2-2 16,0 1-3-16,0-3-6 0,-7 7-1 0,-2-5 2 16,2 1-6-16,-2 0-4 0,-4-2-2 15,9-5 1-15,-2 2-3 0,1-5-1 0,0-1 0 0,2 1-4 16,1-3 2-16,3-4 2 0,-1 4-2 0,2-3 0 16,5 1-7-16,5-2 3 0,-12-1 0 0,12 1-2 15,-6-4 2-15,6 4-3 0,0 0-5 0,0 0 4 16,2-15-5-16,-2 15 12 0,14-11-4 0,-7 8 2 15,3-3-10-15,0 0 1 0,1 3-3 0,0 0 3 16,3 2-5-16,-3 1 0 0,5 0 3 0,-5 1 2 16,7 3 3-16,-2 2 4 0,-2-1 0 0,1 3-1 15,-1 0-1-15,1 0 0 0,2 2-1 0,-3-1 2 16,-1 3 0-16,1-2-10 0,0 0-21 16,-3-4-36-16,2 4-40 0,-4-1-50 0,1-2-52 15,1-2-57-15,-1 0-170 0,1 1-466 0,1-1 207 0</inkml:trace>
  <inkml:trace contextRef="#ctx0" brushRef="#br0" timeOffset="184233.71">15298 14289 278 0,'1'-10'269'0,"-1"10"-11"0,0-10-22 0,0 10-19 15,2-5-23-15,-2 5-19 0,7-5-20 16,-7 5-18-16,17-2-12 0,-5 0-10 0,6 1-5 16,1 2-18-16,9-2-16 0,-7 2-25 0,0 1-31 0,1-2-35 15,-3 1-35-15,-5 1-38 0,4-1-40 0,-7 0-34 16,1 1-17-16,-5 0-136 0,-1-1-341 16,-6-1 152-16</inkml:trace>
  <inkml:trace contextRef="#ctx0" brushRef="#br0" timeOffset="184567.91">15485 14267 93 0,'-12'0'117'0,"12"0"3"16,-6-1 0-16,6 1-5 0,0 0-8 0,0 0-8 16,-10 4 36-16,10-4 21 0,-3 16 6 15,3-7-3-15,-1 4 1 0,-1 5 2 0,0 0-6 0,-3 0 0 16,5 8-15-16,-1-7-1 0,1 8-9 16,0-3-11-16,0-6-9 0,0 6-11 0,0-5-8 0,1 2-3 15,-1-2-13-15,0-2-6 0,0 0-7 0,0-2-8 16,0-2-2-16,0-3-7 0,-1 0-2 15,1 1-11-15,-3-5-9 0,3 2-15 0,-2-1-11 16,2-7-4-16,-7 9-8 0,2-5-3 0,-1 0-17 16,6-4 0-16,-12 1-2 0,12-1 1 0,-13-1 2 0,7-3 1 15,6 4 4-15,-13-7 10 0,7 3-4 0,-1-1 2 16,3 1 1-16,4 4 16 0,-6-9-4 16,6 9-1-16,-6-7 4 0,6 7-8 0,-4-3 5 15,4 3 4-15,0 0 7 0,0 0 8 0,0 0 1 16,0 0 2-16,0 0 1 0,33 6-5 0,-20-3 1 0,4-1 0 15,4 1-2-15,6-3 1 0,2 2-13 0,2-6-13 16,1 4-35-16,-1 0-49 0,1-2-48 0,1-1-57 16,-4 3-233-16,-8-1-473 0,1 0 210 15</inkml:trace>
  <inkml:trace contextRef="#ctx0" brushRef="#br0" timeOffset="185668.23">16266 14486 74 0,'0'0'169'0,"0"0"3"16,0 0 0-16,-12 8 4 0,12-8-6 0,-1 14-17 0,-2-3-10 15,2 0-11-15,-3 0-2 0,4 2-5 0,-2-1-11 16,-1-1-9-16,3-1-8 0,-2 3-6 0,0-5-8 15,2 2 4-15,-1-1-3 0,1-9-1 0,0 12 0 16,0-12 1-16,-3 11 6 0,3-11 9 0,-2 4 8 16,2-4 12-16,0 0 8 0,0 9 12 0,0-9 0 15,0 0-13-15,0 0-9 0,0 0-22 0,0 0-8 16,0 0-10-16,0 0-6 0,-8-20-7 0,8 11-3 16,0-1-10-16,1-1-9 0,5-3 1 0,-4-3-7 15,6 1-13-15,-2 0 7 0,3-2-9 0,0 4 1 16,0 0-4-16,4 1-6 0,-4 6 7 0,0-1-11 15,2 1 7-15,-2 1-14 0,1 3 5 0,-1 1 0 16,2 2-1-16,-1 2-8 0,-3 1 6 0,2 3-8 16,-1 0 5-16,0 3 0 0,-1 0-4 0,0 0 0 15,-5 1 4-15,3 5-1 0,-1-5-2 0,-1 1 1 16,-1-2 0-16,2 0 3 0,-1-2-3 0,-3 0 3 16,0-7-2-16,1 7 7 0,-1-7 3 0,1 8-2 15,-1-8 2-15,0 0 5 0,0 0 3 0,0 0-3 16,0 0-1-16,0 0-2 0,0 0-4 0,0 0 1 15,0 0-8-15,0 0-5 0,0 0 5 0,7-29-10 16,-3 19 11-16,-1-1 15 0,3 2-32 0,-1 0-1 16,2-1 0-16,2 1 0 0,-1 1-1 0,-2 1 6 15,2 0-4-15,-2 5-2 0,-1-1 0 0,-5 3 1 16,12-2-2-16,-12 2 3 0,14 3 6 0,-9 1-3 16,2 4 3-16,-2 0-1 0,2 7 1 0,-2-2 4 15,1 0-2-15,-3 5 2 0,0-3-1 0,2 2-31 16,-2-2-35-16,-1-2-31 0,-1 2-44 0,-2-4-54 15,1 1-65-15,-2 1-68 0,-5-2-174 0,3 2-550 16,-3 0 244-16</inkml:trace>
  <inkml:trace contextRef="#ctx0" brushRef="#br0" timeOffset="185949.78">15676 14934 155 0,'-5'3'213'0,"5"-3"-8"0,0 0-4 0,0 0 0 15,16 11-9-15,5-9-16 0,14 1-9 0,3-2-15 16,22-2-1-16,3-3-5 0,-2 0-4 0,7 0-7 16,-5 0-3-16,-1 1-9 0,-3-1-7 0,-4 0-7 15,-3 1-13-15,-13 0-3 0,-3 0-10 0,1 3-11 16,-7-2-8-16,-2 0-7 0,-8 2-11 0,-1 0-22 15,-3 0-39-15,-3 0-38 0,-4 0-42 0,-1 2-27 16,-2 1-36-16,-6-3-46 0,5 8-44 0,-5-8-145 16,-9 14-426-16,2-6 189 0</inkml:trace>
  <inkml:trace contextRef="#ctx0" brushRef="#br0" timeOffset="186187.51">16010 15166 143 0,'3'11'236'0,"2"-6"12"0,0-1-13 16,1 5-2-16,1-2-15 0,-1 2-4 0,0-1-3 15,0 3-15-15,-3-1-10 0,0 2 0 0,1-1-1 16,-3 2-4-16,-2 0-1 0,-3 0-12 0,0 0-1 16,-4 0-9-16,-2 2-15 0,-3-2-5 0,2 1-8 15,-1-3-6-15,1-2-15 0,2-3-13 16,0 0-15-16,-1 1-6 0,3-1-4 0,2-3-16 0,0 0-22 15,5-3-31-15,-6 1-57 0,6-1-45 0,0 0-58 16,0 0-59-16,0 0-51 0,0 0-39 0,0 0-243 16,0 0-596-16,0 0 265 0</inkml:trace>
  <inkml:trace contextRef="#ctx0" brushRef="#br0" timeOffset="186400.32">16211 15199 230 0,'6'-5'272'16,"-2"1"-16"-16,-4 4-6 0,5-5 4 0,-5 5 1 15,5-4-13-15,-5 4-11 0,0 0 13 0,0 0 7 16,0 0-14-16,13 7-2 0,-8-2-7 0,-3 1-23 16,0 0-11-16,0 4-18 0,2 0-15 15,-2-1-14-15,0 4-14 0,1-1-15 0,-2 0-6 0,0 0-16 16,2 0-6-16,-3 1-15 0,1-3-43 0,-1 0-29 16,1-3-39-16,1 1-47 0,-2-8-45 0,0 13-39 15,0-6-44-15,0-7-46 0,-3 9-57 0,3-9-275 16,-5 7-638-16,5-7 283 0</inkml:trace>
  <inkml:trace contextRef="#ctx0" brushRef="#br0" timeOffset="186566.9">16082 15191 289 0,'0'0'271'0,"4"-10"-12"15,1 5-4-15,3-4-6 0,7 0-15 0,2 1-19 16,3-1-21-16,9-2-20 0,3 3-17 0,4-3-20 0,-2 2-41 15,2-2-50-15,0 6-72 0,-2-4-89 0,5 2-99 16,-6-1-157-16,-2 0-401 0,-2-1 178 0</inkml:trace>
  <inkml:trace contextRef="#ctx0" brushRef="#br0" timeOffset="187199.71">17935 14647 54 0,'-7'-2'238'0,"7"2"-21"0,0 0-15 15,0 0-10-15,0 0-10 0,0 0-12 0,0 0-15 16,0 0-11-16,0 0-19 0,41 0-11 15,-22 2-10-15,2 1-22 0,-2-3-42 0,11 3-49 16,-10-2-63-16,1 3-56 0,0 1-174 0,-3 0-327 0,-5 0 144 16</inkml:trace>
  <inkml:trace contextRef="#ctx0" brushRef="#br0" timeOffset="187332.88">17999 14817 76 0,'-12'3'212'0,"3"-2"-17"0,3 0-27 0,6-1-16 15,-12 2-14-15,12-2-11 0,0 0-13 0,0 0-15 16,35 3-4-16,-3-7-24 0,19-1-43 0,8-5-55 16,29-4-70-16,-24 3-129 0,32-10-243 15,1-1 108-15</inkml:trace>
  <inkml:trace contextRef="#ctx0" brushRef="#br0" timeOffset="190849.62">11937 15811 95 0,'-6'2'167'16,"-3"0"-4"-16,9-2-7 0,-12 3-2 0,7-2-4 15,-5 2-7-15,4-1-5 0,6-2-9 0,-11 2-8 0,11-2-7 16,-8 4-1-16,8-4-9 0,-9 2-7 16,9-2-10-16,0 0-5 0,0 0-12 0,-8 2-5 15,8-2-10-15,0 0 0 0,0 0-8 0,0 0 1 16,0 0-5-16,0 0 0 0,34 0-7 0,-13-3 30 15,7 1-5-15,4-1-6 0,0-1-6 0,1-1-7 0,2 1 2 16,-1-4-9-16,-2 5-2 0,-1-2-15 16,-2 1-23-16,-11 1-34 0,0 2-25 0,-4-2-44 15,-5 3-31-15,1 0-36 0,2-2-25 0,-12 2-158 16,10-1-389-16,-10 1 172 0</inkml:trace>
  <inkml:trace contextRef="#ctx0" brushRef="#br0" timeOffset="191215.96">12089 15779 118 0,'-10'2'177'0,"10"-2"14"0,-4 9 4 0,2 0 8 15,-2 3-9-15,3-1 11 0,-1 8-5 0,1 2 6 16,0 6-8-16,1-1-21 0,0-1 14 0,1-6-18 16,0 6-11-16,1 0-14 0,-1 0-11 0,-1-1-14 15,0 1-12-15,0-5-8 0,0-2-13 0,2-1-25 16,-2 3 10-16,0-5-5 0,-2 1-8 0,1-2-13 15,-2-1-5-15,-2 2-24 0,0-5-17 0,1 0-12 16,-1 0-17-16,1-1-7 0,0-4-14 0,1 0 0 16,-4 0 1-16,2-1-1 0,5-4-8 0,-13 1 6 15,13-1-3-15,-11-1 7 0,1-3 2 0,4 0 6 16,-1 0 2-16,7 4 10 0,-13-7 2 0,8 4 12 16,5 3 11-16,-5-6 8 0,5 6-2 0,-6-3 3 15,6 3-4-15,0 0 3 0,0 0-1 0,0 0 13 16,0 0 14-16,0 0 6 0,0 0-4 0,0 0 3 15,23 3-5-15,-12-2-3 0,7 1-1 0,2 1-2 16,2-3-2-16,5 1-23 0,3-1-38 0,1-4-50 16,1-1-52-16,1 2-68 0,-2-2-78 0,-3 1-164 15,1-2-483-15,-2 2 213 0</inkml:trace>
  <inkml:trace contextRef="#ctx0" brushRef="#br0" timeOffset="191583.64">12397 16303 118 0,'0'0'229'0,"0"0"-3"0,0 0-9 0,0 0-11 0,0 0-10 16,0 0-5-16,0 0-2 0,0 0 1 15,18-18-7-15,-10 9-5 0,0 3-6 0,-2-3-7 16,3-1-9-16,-3-1-10 0,2 2-4 0,-2-3 0 0,1 2-1 16,1-4-2-16,-3 2-18 0,0 1 4 0,-3-2-17 15,3-2-2-15,-5 0-10 0,0 1-5 0,-2 4 7 16,-1 0-5-16,3 10-7 0,-7-15-11 15,0 7-11-15,1 2 9 0,-3 2-11 0,0 1-8 16,9 3-6-16,-22-3-10 0,12 3 0 0,1 0-9 16,1 1 4-16,8-1-10 0,-12 6-7 0,12-6 1 0,-7 6-5 15,7-6 0-15,0 0-13 0,0 0 1 16,15 21-6-16,-5-16-2 0,1 2 2 0,5 0 3 16,-3 2-5-16,4-2-16 0,-3 2 17 0,1-3 5 15,0 5-3-15,-5-4-22 0,-1 2 26 0,1 0 2 16,-3 1-4-16,0-1 3 0,-2 1-2 0,1 3 1 15,-2 1 1-15,1-2 0 0,-1 0-1 0,-4 2-10 16,0-1-47-16,5-3-47 0,-4 2-51 0,3-1-42 0,-4-1-47 16,4-1-58-16,-2-1-308 0,-2-8-662 15,2 11 294-15</inkml:trace>
  <inkml:trace contextRef="#ctx0" brushRef="#br0" timeOffset="192372.57">12816 16227 231 0,'3'-6'266'0,"-3"6"-6"0,0 0-4 0,0 0 0 0,0 0-2 16,0 0-6-16,0 0-3 0,4 17-4 0,-4-17-14 15,0 15-14-15,0-9-9 0,0 3-18 0,0-2-29 16,0 2 11-16,0 0-7 0,0-9-9 0,-4 12-7 16,3-5-6-16,1-7-3 0,0 8-7 0,0-8 7 15,0 0 12-15,-2 8 3 0,2-8-5 16,0 0-15-16,0 0-13 0,0 0-10 0,0 0-8 0,0 0-13 15,0 0-10-15,-13-16-4 0,13 16-9 0,2-13-8 16,-2 4-4-16,3-2-14 0,-1-1-7 0,2-4-10 16,1 0-7-16,4-3-8 0,0 5-2 0,0-2-5 15,5 1 4-15,-4 3-3 0,-1 4 1 0,0 0-2 16,-1 3-5-16,0 0 1 0,1 1 0 0,0 4-2 16,-9 0 0-16,16 5 0 0,-10 0 3 0,4 6-1 15,-4-2 1-15,1 2 0 0,-3 0-4 0,1 1 9 16,-1 0-2-16,1-1-3 0,0 2 3 0,-1-3-2 15,-2 0 3-15,0-5 2 0,-2 3-2 0,2 0-1 16,-2-8 2-16,1 9-1 0,-1-9 5 0,2 6 2 16,-2-6 1-16,4 5 0 0,-4-5 2 0,0 0 0 15,0 0 1-15,0 0-5 0,0 0 2 0,0 0-2 16,0 0 1-16,4-20-3 0,-4 13-3 0,6-2 1 16,-6 0-1-16,8-2 1 0,-3-4-8 0,3-1-10 15,2 6 1-15,-1-6 2 0,2 2-5 0,-2 5 2 16,-2 0 2-16,2 3-1 0,-3 3-1 0,-2-2 2 15,2 3-1-15,-6 2-3 0,13 0 2 0,-13 0 3 16,9 9 0-16,-2-6 8 0,0 8-4 0,-3-2 4 16,2 1 0-16,-3-1 2 0,1 1-1 0,3-1 0 15,-4 0 0-15,-1-2 2 0,2-2-3 0,-2 1-1 16,1-1 4-16,-3-5 1 0,8 6 6 0,-3-5 0 16,-5-1-6-16,12 0 8 0,-12 0-1 0,15-8-1 15,-8 4-1-15,0-3 0 0,-1 0 0 16,1-4-4-16,-1 3 2 0,2-4-1 0,-2 3 2 15,-1-2 0-15,-1-5-4 0,-2 1 1 0,0 3-1 16,-2-1 5-16,2 2-1 0,1 0-4 0,-5 3 2 0,2 8 1 16,0-12-3-16,0 12-3 0,0-10 2 0,0 10-1 15,0 0 2-15,-9-2-4 0,9 2-4 0,0 0 2 16,-15 15 3-16,9-5 1 0,0 0 0 16,4 3-5-16,2 4 5 0,0-3-1 0,2 3-1 15,-2-3 4-15,2 2 0 0,2-4-4 0,2 2 6 0,-2 1-6 16,5-1 3-16,-5-2-1 0,0-2-1 0,1 3 5 15,0-3-1-15,-1 3 0 0,-2-4-3 16,1 1 5-16,-3 2-2 0,-2-3-2 0,1 2 4 16,-1-1 2-16,-2-2-3 0,-1-1 5 0,0 2-6 15,-3-1-1-15,5-1-1 0,-3 0 0 0,4-4-33 16,-3 2-14-16,5-5-44 0,-9 7-50 0,9-7-54 16,-7 4-46-16,7-4-59 0,0 0-76 0,-9 0-311 15,9 0-746-15,0 0 330 0</inkml:trace>
  <inkml:trace contextRef="#ctx0" brushRef="#br0" timeOffset="192530.7">13569 16186 117 0,'9'-7'301'0,"-2"4"-28"0,1-4-19 0,0 3 6 16,-2-2-1-16,-1 4-20 0,-1-3-17 0,5 0-25 16,0-2-22-16,-2 5-17 0,2-2-26 0,2 1-33 15,-2-1-51-15,0-1-54 0,-9 5-52 0,14 0-64 16,-14 0-52-16,9-3-58 0,-9 3-125 0,0 0-387 15,4 12 171-15</inkml:trace>
  <inkml:trace contextRef="#ctx0" brushRef="#br0" timeOffset="192661">13685 16190 52 0,'-4'5'236'0,"2"1"3"15,-2-2-1-15,-1 3 16 0,-1 0 2 0,-2 0 10 16,2-2-10-16,6-5-13 0,-5 9-35 0,1-6-4 16,4-3-18-16,-4 5-20 0,4-5-22 0,0 0-26 15,0 0 4-15,0 0-7 0,10 6-27 0,-10-6-51 16,25-5-39-16,-12 0-56 0,4-1-64 0,5-2-100 15,-6 0-282-15,0-2-546 0,-1 1 241 0</inkml:trace>
  <inkml:trace contextRef="#ctx0" brushRef="#br0" timeOffset="194067.08">15045 15831 102 0,'0'0'200'0,"0"0"-15"16,-6-6-19-16,6 6-15 0,0 0-16 0,0 0-13 16,0 0-9-16,14-4-13 0,-3 1-7 15,6 1-8-15,2-2-12 0,9 1-1 0,-6 1-11 16,0-1-6-16,-3 2-2 0,0 0-9 0,3-1-1 15,-5 1-23-15,1 0-32 0,-6 1-47 0,2 0-37 0,-4 0-56 16,-2 1-107-16,-8-1-282 0,9 0 125 0</inkml:trace>
  <inkml:trace contextRef="#ctx0" brushRef="#br0" timeOffset="194419.8">15206 15848 25 0,'-2'8'197'15,"-2"3"8"-15,0 2 8 0,3 3-11 0,-1 1-17 16,1-2-6-16,0 4-11 0,-2-3 3 0,1 1-21 16,4-4-5-16,-2 3-8 0,2 1-8 0,0 1-11 15,2-1-15-15,-4-2-7 0,4 1-9 0,-4-5-10 16,0 2-8-16,0-3-5 0,5 2-5 0,-6 0-10 16,-3-2 1-16,4 0-1 0,-4-3-11 0,0 2-3 15,2-1 0-15,-2 0-4 0,0-2-10 0,4-6-12 16,-7 8-2-16,4-4-11 0,3-4-4 0,-7 7-11 15,7-7-11-15,-7 2-2 0,7-2-1 0,-12-2-6 16,12 2 1-16,-14-3 7 0,9-3 2 0,-4 3-1 16,-1-1 4-16,2-2 5 0,2 0 0 0,1 3 3 15,-3-3 2-15,4 2 2 0,4 4 3 0,-10-6 3 16,10 6-3-16,-4-3 0 0,4 3-2 0,0 0 6 16,0 0-2-16,0 0 3 0,0 0 3 0,0 0-2 15,0 0 2-15,0 0 0 0,27 16 0 0,-17-14-12 16,4 0-24-16,0-1-27 0,4-2-28 15,1 3-27-15,2-2-31 0,2 2-25 0,0-4-147 16,-4 0-349-16,3-1 156 0</inkml:trace>
  <inkml:trace contextRef="#ctx0" brushRef="#br0" timeOffset="194883.46">15435 16127 36 0,'0'0'132'0,"6"-5"-8"0,-6 5 6 16,3-4-6-16,-3 4-9 0,0 0-11 0,0 0 14 15,0 0 15-15,13 8 13 0,-12-3 5 0,-1-5-8 16,0 13-9-16,0-3 26 0,0-1-1 0,0 1-7 15,0 3-3-15,0-4-13 0,0 1-10 0,0 0-11 16,-1-4-8-16,1-6 0 0,-3 13-11 0,2-9 14 16,1-4 2-16,-3 9 14 0,3-9 5 0,0 0 9 15,-2 7-11-15,2-7-15 0,0 0-31 0,0 0 8 16,0 0-10-16,0 0-7 0,0 0-6 16,-9-20-13-16,9 20-3 0,2-18-31 0,1 9 11 15,1-2-7-15,2 1-8 0,-2 0-17 0,9-13 4 0,1 10-3 16,-3 0-6-16,5 1 6 0,-5 0-2 0,2 2-3 15,4 3 2-15,-6 4 9 0,3 0-16 0,-2 2-4 16,-1 1 7-16,-2 2 0 0,0 3 2 16,-2 1-1-16,4 1 3 0,-5 2-7 0,-1-1 7 0,1 1-1 15,-3 0 8-15,1-4-5 0,-3 3-5 16,1 0 0-16,-2-8 6 0,1 10-2 0,0-5 3 0,-1-5 6 16,1 7-4-16,-1-7-4 0,0 0 0 0,0 0 6 15,0 0-7-15,0 0-1 0,0 0-4 0,0 0-1 16,0 0-1-16,0 0-4 0,13-22-4 0,-7 17-10 15,0-6 9-15,3 2-2 0,-3 1 3 0,3 2 3 16,0-2 1-16,-1 2-6 0,-2 2-13 16,3-1 19-16,-1 2 1 0,-2 2-1 0,-6 1-1 15,13 3 1-15,-7 0 4 0,3 4-2 0,-4 2 15 16,2-1-12-16,-1 2 1 0,-1 1-1 0,3 6 1 0,-4-5-17 16,1 2-27-16,-3 2-36 0,1 1-52 0,0-1-67 15,-2-4-93-15,-2 3-238 0,-1-4-579 16,0 3 256-16</inkml:trace>
  <inkml:trace contextRef="#ctx0" brushRef="#br0" timeOffset="195167.87">15370 16433 2274 0,'-27'0'189'0,"5"0"-67"0,4-2-35 0,3 2-28 15,5-1 0-15,2 1 7 0,8 0 3 16,-14 0-1-16,14 0 5 0,0 0 14 0,0 0 15 15,0 0-7-15,32-5 4 0,-1 1-1 0,4-1-14 16,17-4 1-16,-14 4-2 0,16-3-11 0,1-2 4 16,-4 2-7-16,-1 1-5 0,-10 1-6 15,-4 0-1-15,3-3-13 0,-5 6 2 0,-3-3-1 0,-2 0-4 16,-7 2-4-16,-3 0-4 0,0 0-6 0,-6 2-7 16,0-1-3-16,-6 2 4 0,-7 1-4 0,13-2-12 15,-8 1-41-15,-5 1-8 0,8-3-38 0,-8 3-37 16,0 0-30-16,0 0-44 0,0 0-44 0,0 0-44 15,0 0-48-15,-13 18-184 0,3-14-556 16,0 4 246-16</inkml:trace>
  <inkml:trace contextRef="#ctx0" brushRef="#br0" timeOffset="195453.41">15485 16524 267 0,'0'0'308'0,"0"0"1"0,0 0-11 0,-14-4-13 16,14 4-17-16,0 0-23 0,0 0-33 0,0 0-15 16,0 0-12-16,0 0-15 0,0 0-12 0,29-12-17 15,-7 9-14-15,7-1-15 0,3-2-9 0,4-3-7 16,-1 0-16-16,0 1-3 0,4-2-13 15,-2 0-13-15,-4 2-21 0,-4 0-33 0,-1 1-33 16,-8 3-34-16,-3 1-37 0,-6-1-28 0,0 1-29 16,-11 3-47-16,10-3-39 0,-10 3-219 0,0 0-506 15,0 0 224-15</inkml:trace>
  <inkml:trace contextRef="#ctx0" brushRef="#br0" timeOffset="195788.97">15470 16568 252 0,'-6'9'260'0,"3"1"0"0,-1 1-5 0,-2 4-13 15,-1 3-4-15,4 0-14 0,0 2-16 0,-4 6-19 16,5 1-11-16,-2-1-7 0,-1 0-13 0,-3 3-18 16,7-2-15-16,-4-1-12 0,2-9-9 0,2 3-9 15,-2-4-10-15,1 1-10 0,0-3-7 0,2-3-6 16,-2 0-10-16,2-11 3 0,0 11-8 0,0-11-4 15,0 0-1-15,-2 15-5 0,2-15-2 0,0 0 2 16,-1 9 1-16,1-9 1 0,0 0-10 0,0 0 2 16,0 0-7-16,0 0 2 0,0 0-3 0,0 0-3 15,-32-20-6-15,21 13 0 0,1 0 0 0,-6-2 1 16,0 0-4-16,-3-1 1 0,-2 4-3 16,-3-3 0-16,2 1-2 0,-4-2-2 0,8 5 3 0,6 1-5 15,-5 1 7-15,3 0-31 0,5 0-27 0,-1 2-32 16,10 1-40-16,-13-4-38 0,13 4-44 0,0 0-42 15,0 0-27-15,-4-9-241 0,4 9-554 0,0 0 246 16</inkml:trace>
  <inkml:trace contextRef="#ctx0" brushRef="#br0" timeOffset="196033.58">15678 16664 207 0,'14'0'246'0,"-4"1"7"16,-1 3 8-16,-9-4-4 0,13 7-4 15,-8-2-10-15,-5-5-18 0,5 17-14 0,-5-9-11 0,-1 5-8 16,-2-2-22-16,-3 3-16 0,-1-1-6 16,1 1-14-16,-3-1-6 0,3-2-1 0,-1-3-3 15,2-2-13-15,5-6-7 0,-6 9-2 0,6-9-19 16,-2 16-4-16,2-16-9 0,7 11-8 0,-7-11-5 16,20 4-5-16,-2-9-14 0,10-2-34 0,3-1-25 15,1-2-32-15,5-1-52 0,-3-1-38 0,15-7-66 16,0 4-46-16,-3-6-75 0,-11 4-201 0,1 0-573 15,-3 2 254-15</inkml:trace>
  <inkml:trace contextRef="#ctx0" brushRef="#br0" timeOffset="196173.08">16540 16501 3308 0,'8'-7'286'16,"1"-1"-130"-16,-4 5-77 0,-5 3-40 0,8-9 5 16,-8 9 28-16,0 0 26 0,6-4 10 0,-6 4-7 15,0 0-9-15,0 0-8 0,0 0-8 0,0 0-17 16,0 0-37-16,0 0-40 0,0 0-48 15,12-4-40-15,-12 4-46 0,0 0-74 0,0 0-89 0,3-9-309 16,-3 9-675-16,0 0 298 0</inkml:trace>
  <inkml:trace contextRef="#ctx0" brushRef="#br0" timeOffset="197716.66">20882 14397 180 0,'-1'-9'236'0,"1"9"-5"0,-3-11-19 0,3 11-11 15,0 0-15-15,1-11-18 0,-1 11-18 0,0 0-14 16,0 0-18-16,0-9-9 0,0 9-13 0,0 0-9 0,0 0-4 16,0 0-10-16,19 12-7 0,-10-6 4 0,0 1-6 15,5 5-3-15,-1 2-4 0,6 4-8 0,-5-4-3 16,0 0-5-16,-1-1-3 0,0 2-3 16,7 5-1-16,-8-5-3 0,2-1-2 0,-4 2-2 15,0-2-7-15,1-2 1 0,-2 1-6 0,-4-3 2 0,2-2 0 16,-3-3-1-16,-1 1-1 0,-1 0-4 15,-2-6 0-15,3 7 3 0,-3-7-5 0,0 0 2 16,-1 9 9-16,1-9-4 0,0 0 6 0,0 0 10 16,0 0 2-16,0 0-2 0,0 0 4 0,0 0 1 15,0 0-3-15,-17-15-4 0,17 4-7 0,1-2-1 0,3-4-2 16,2-3-1-16,2-4-1 0,-3 0-3 0,9 0 0 16,-5 0-6-16,7-4 2 0,0 6 0 0,3-3-2 15,-6 4-3-15,6-1 1 0,-6 7-1 0,-1 1 0 16,2 1-3-16,-5 6-1 0,-2-2-1 0,3 2-10 15,1 1-6-15,-2 2-9 0,-2 1-7 0,1 1-15 16,0 1-12-16,2 2-8 0,-1 4-14 0,-1 3-19 16,-1 2-17-16,-2 2-29 0,3 4-28 15,-4 2-28-15,-2 6-15 0,-2 1-169 0,-2 1-417 16,-1-9 185-16</inkml:trace>
  <inkml:trace contextRef="#ctx0" brushRef="#br0" timeOffset="197958.02">21159 14611 183 0,'0'0'209'0,"-8"-3"-7"0,8 3-14 0,0 0-14 0,0 0-18 16,0 0-15-16,-7 0-10 0,7 0-11 0,0 0-11 16,0 0 4-16,2 17 4 0,-2-8-5 0,0 2-1 15,0 1-10-15,4 4-9 0,-8 2-7 0,2-1-8 16,-5 1-3-16,5 0-10 0,-5 1-5 15,2 1-7-15,1-1-5 0,-1 0-9 0,-1-1-7 16,1-2-37-16,1-1-30 0,0-2-48 0,3-1-60 0,2-2-57 16,-1 2-186-16,3-3-417 0,-1-3 185 0</inkml:trace>
  <inkml:trace contextRef="#ctx0" brushRef="#br0" timeOffset="198134.71">21642 14670 1828 0,'10'-16'55'0,"-1"3"28"0,-1 5-15 0,-3-1-11 15,0 0 5-15,0 1-6 0,1 1-10 0,0-2-8 16,1 2-6-16,0 0-4 0,-1 3-3 0,7-1-4 0,-3 0-5 16,1 2-7-16,1 1-30 0,0 1-41 0,1-3-64 15,1 3-71-15,-14 1-140 0,18 2-364 16,-18-2 162-16</inkml:trace>
  <inkml:trace contextRef="#ctx0" brushRef="#br0" timeOffset="198287.64">21728 14695 114 0,'-10'3'229'0,"10"-3"-2"16,0 0-18-16,-7 2-13 0,7-2-26 15,0 0-17-15,0 0-13 0,0 0-12 0,21 4-14 16,-9-1-26-16,1-5-45 0,5 2-52 0,10-3-79 0,-6 0-75 15,-3 2-96-15,9-3-280 0,0 1 124 0</inkml:trace>
  <inkml:trace contextRef="#ctx0" brushRef="#br0" timeOffset="200384.66">23403 13975 81 0,'-17'-3'211'0,"-2"2"-6"16,2-1-10-16,4 1-9 0,0 0-5 0,3 0-15 0,3 1-14 15,7 0-14-15,-12-1-15 0,12 1-10 0,0 0-10 16,0 0-4-16,0 0-3 0,0 0-6 0,48 8-2 16,-8-6-10-16,26 0-6 0,35-7-5 15,2-4-4-15,11 3-6 0,7-2-5 0,1 0-5 0,-3 1-4 16,6-1-4-16,-2 0-3 0,0 1 0 0,-4-3-7 15,7-1 0-15,-7 2-5 0,0 0-4 16,-11 2-2-16,-12-4-4 0,1 7-6 0,-32-1-3 16,0-1-5-16,-2 1 8 0,-4-1-13 0,-8 0 2 15,-15 3-3-15,-2 2 0 0,-13-1-2 0,-2-1-3 0,-1 1-6 16,-6 4-8-16,-1-2-11 0,-11 0-6 0,7 0-6 16,-7 0-31-16,0 0-33 0,0 0-44 0,-38 15-55 15,6-6-158-15,-19 1-398 0,-6-2 177 0</inkml:trace>
  <inkml:trace contextRef="#ctx0" brushRef="#br0" timeOffset="200899.74">23562 14050 71 0,'-2'-10'276'16,"2"10"-11"-16,0-7-16 0,0 7-13 0,0 0-21 15,-3-7-21-15,3 7-19 0,0 0-21 0,0 0-14 16,0 0-11-16,0 0 2 0,-11 27 4 0,4-1-14 16,2 6-2-16,-3 11-6 0,0 7-10 0,2 0 0 15,0 4 0-15,0-2-3 0,1 5-11 0,1 25 2 16,-2-27-12-16,0 0-4 0,2 1-2 0,-3-1-19 15,6-2-21-15,0-1-1 0,-3 0-8 0,4-3-4 16,-1-13 3-16,-1-1-5 0,1 0-3 0,1-4-1 16,0 4-4-16,-1-4 2 0,-2-3-5 0,3-1 7 15,2 0-7-15,-7-8-1 0,3-2 3 0,1-1 1 16,0-3-7-16,0-3 1 0,-1-1 3 0,1 0-6 16,1-4 8-16,0-5-2 0,-1 12-6 0,1-12 8 15,0 0-3-15,-2 7 6 0,2-7-6 0,0 0 4 16,0 0-2-16,0 0 4 0,-13-16-6 0,5 6 1 15,0-5-2-15,-2 3 0 0,-3-5-3 0,-2-4 0 16,-2-1-1-16,-2 1-3 0,-4-1 3 0,-4 0-5 16,-1 0 4-16,-3-1 0 0,-10-7-4 0,-6 3 5 15,2 4-7-15,-4 0 6 0,0 4-6 0,-1 0 5 16,13 9 2-16,0-1-1 0,-1 2-3 0,2 0 0 16,5 2-10-16,1 4-22 0,9 0-32 0,1 2-28 15,0 1-30-15,8 0-56 0,1 0-62 0,3 0-48 16,1 2-192-16,7-2-523 0,0 0 233 0</inkml:trace>
  <inkml:trace contextRef="#ctx0" brushRef="#br0" timeOffset="206788.54">23968 14223 42 0,'-4'-9'202'0,"4"9"1"0,-6-9 1 0,6 9-9 16,-4-7-7-16,4 7-7 0,-4-5-11 0,4 5-12 0,0 0-12 15,-6-7-15-15,6 7-14 0,0 0-12 16,-6-1-13-16,6 1-8 0,0 0-5 0,-17 16 11 15,7-5-8-15,1 6 2 0,-4 8 1 0,-1 3-8 16,-2 2 2-16,-5 12 6 0,7 2-8 0,-2 3-2 16,2 3-3-16,3-2-2 0,-1 4-6 0,3-3-9 0,2 2-1 15,2 1-3-15,2-4-9 0,2-12-4 16,5 0 0-16,0-1-3 0,4-1-7 0,4-4 0 0,0 2 1 16,7-7-7-16,5 0-33 0,-5-1-8 15,5-5-13-15,1-2-11 0,-1-3-18 0,1-2-22 16,-5-5-31-16,8 4-32 0,-8-6-32 0,2-4-38 0,6-1-38 15,-6 2-163-15,-1-4-452 0,-1 1 200 16</inkml:trace>
  <inkml:trace contextRef="#ctx0" brushRef="#br0" timeOffset="207167.23">24472 14269 108 0,'-13'-7'218'0,"3"2"5"0,1-2-1 0,-3 2-11 16,3 1-16-16,3 0-12 0,1 2-18 0,5 2-20 15,-9-6-15-15,9 6-13 0,-5-4-10 0,5 4-11 16,0 0-3-16,0 0-10 0,19-6-11 0,-6 5-9 16,6-1-9-16,8-3-10 0,-2 1-18 0,2 1-22 15,0 0-24-15,-5 0-25 0,-2 1-35 0,-1 0-37 16,-1 2-27-16,-4-1-26 0,0 1-20 0,-3 1-110 15,-5-1-323-15,-6 0 144 0</inkml:trace>
  <inkml:trace contextRef="#ctx0" brushRef="#br0" timeOffset="207499.62">24602 14230 78 0,'0'0'125'0,"0"0"-13"0,0 0-14 16,-7 4 1-16,7-4 16 0,-6 7 21 0,6-7-1 15,-1 12 14-15,0-1 0 0,0 1 1 0,-2 3-8 16,3 2-13-16,0-2-5 0,0 2-7 0,0 0-3 15,-3 2-6-15,2-2-9 0,0 2-9 0,1-3-2 16,0 1-14-16,-3-2-2 0,2 4-15 0,0-3-6 16,-1 0-3-16,1-4-4 0,1-1-5 0,0-1 4 15,0 0-13-15,-3-3-9 0,3-7-14 0,0 11-4 16,0-11-11-16,-1 10-6 0,-1-6-9 0,2-4-2 16,-8 7-15-16,8-7-2 0,-8 6-5 0,8-6 7 15,-10 0-5-15,10 0 2 0,0 0 1 0,-15-5 9 16,15 5 4-16,-9-8 0 0,4 6 6 0,5 2 10 15,-7-5 3-15,7 5 1 0,-7-7 2 0,7 7 0 16,0 0 4-16,0 0 4 0,0 0 10 0,0 0-1 16,0 0 2-16,0 0 5 0,0 0 0 0,32 3-1 15,-16-2 0-15,0-2-1 0,3-1-2 0,0 1-9 16,9 2-24-16,-9-2-39 0,3 0-48 0,0-1-53 16,6 0-42-16,-8 1-115 0,1-2-342 0,-5 2 151 15</inkml:trace>
  <inkml:trace contextRef="#ctx0" brushRef="#br0" timeOffset="207868.46">24828 14625 125 0,'0'0'148'0,"0"0"-1"0,0 0-6 0,0 0-1 16,0 0-14-16,16-14 2 0,-16 14-5 0,6-9 1 16,-1 5-9-16,-2-3-7 0,1 1 3 0,2 2-3 15,-1-6-5-15,-3 4-1 0,1 0-3 0,1-3-3 16,-3 0-3-16,3-1-6 0,-3 1-7 0,1-1-6 15,-4 0 2-15,2-2-2 0,-2 4-6 0,1-2 9 16,-2 4-6-16,1-3-3 0,-3 2-3 0,5 7 0 16,-7-9-7-16,2 5-3 0,5 4-6 0,-6-7-4 15,6 7-4-15,-6-7-8 0,6 7-7 0,0 0-4 16,-4-5 4-16,4 5-11 0,0 0-5 0,0 0-1 0,0 0-1 16,0 0 0-16,23 8-3 0,-11-4-2 15,-4-2 1-15,3 1-4 0,-2 2 1 0,-1-2 0 16,2 1-1-16,-2-1-1 0,-2 1 0 0,2 2 0 15,-4 0 1-15,2-1-1 0,-4 1 5 0,2 3 3 16,0-1 3-16,-2 0-3 0,0 2-1 0,-1 4 1 0,1-3 1 16,-2 5-1-16,1-3 6 0,-1 0-13 15,-1-2-22-15,1 1-29 0,-2-2-17 0,2 0-30 16,-1 1-26-16,2-4-39 0,-1 3-48 0,2-3-48 16,-1-1-146-16,-1-6-439 0,5 9 194 0</inkml:trace>
  <inkml:trace contextRef="#ctx0" brushRef="#br0" timeOffset="208634.52">25113 14545 122 0,'0'0'213'0,"0"0"-12"16,0 0-17-16,3-5-4 0,-3 5 1 0,0 0-12 0,0 0-8 16,0 0-9-16,0 0-12 0,4 22-11 15,-4-22-13-15,0 11-3 0,0-3 2 0,0-8-8 16,0 12-13-16,0-12-5 0,0 9-7 0,0-9-2 15,1 9 3-15,-1-9 4 0,0 0 5 0,0 0 8 16,-1 7 1-16,1-7 7 0,0 0-20 0,0 0-5 16,0 0-9-16,0 0-8 0,0 0-5 0,0 0-6 15,0 0-4-15,-18-14-17 0,16 8-2 0,2 6-5 16,-2-16-13-16,2 6-2 0,0 3-7 0,2-4-2 16,0 1 0-16,3 0 0 0,1-1-3 0,-1 3-1 15,2 0 3-15,-1-1-9 0,1 4 6 0,-1 0-6 0,2 2 3 16,-8 3 1-16,13-3-3 0,-7 3 1 0,-6 0 0 15,12 4 3-15,-3 1-1 0,-5 1 5 16,3-1 3-16,-5 4-2 0,3 2 0 0,-2-2 0 16,1 0-3-16,-2 1 5 0,1-1 1 0,-2 1 9 15,0-3-5-15,1-1-1 0,-2-6 5 0,1 9-5 16,-1-9 3-16,1 9 2 0,-1-9-2 0,4 5 0 0,-4-5-3 16,0 0 2-16,0 0 0 0,0 0 1 15,0 8 1-15,0-8-8 0,0 0 3 0,0 0-4 16,0 0-2-16,0 0-3 0,0 0-7 0,8-18 1 15,-6 12-6-15,2-3 5 0,-1 0 0 0,3-2-15 0,-2-1 0 16,1 4 5-16,2-2-2 0,-3 2 3 0,0 1-1 16,1 3 4-16,-5 4-2 0,4-9 8 15,-4 9-8-15,5-3-1 0,-5 3 3 0,0 0 1 16,0 0 6-16,14 8-1 0,-10-6 1 0,1 4 5 16,-1-2 1-16,0 1 4 0,0 1-3 0,4 1 5 0,-3-1 8 15,1-1-8-15,-2-1 1 0,1 0 0 0,3-3 0 16,-8-1 0-16,15-1-7 0,-5-3 9 15,2-1-6-15,-1-1 2 0,1-1-4 0,-3 1 0 16,0 0 6-16,1-1-6 0,-5 0 5 0,2-2 1 16,-3 1-6-16,-1-2 5 0,1 1 4 0,0-1-7 0,-3 0-2 15,2 1-2-15,-3 1 1 0,0 1 3 16,0 7 2-16,1-12 2 0,-1 12 4 0,0-8 4 16,0 8-10-16,0 0 8 0,0-10-9 0,0 10-7 15,0 0 1-15,0 0-1 0,0 0 8 0,0 0-6 16,0 0 2-16,-9 20 2 0,6-8-1 0,1 1-3 0,1-2 0 15,-2 0 3-15,3 0 0 0,-2 2 2 0,2 0-3 16,-2-2-6-16,2 2 4 0,-2-5 1 0,2 3 2 16,0 0-1-16,-2-5 4 0,4 1 6 15,-2-7-16-15,-3 13-9 0,3-6-13 0,0-7-10 0,-5 11-14 16,5-11-15-16,0 7-17 0,0-7-11 0,-6 8-23 16,6-8-23-16,-3 7-30 0,3-7-28 0,-8 5-16 15,8-5-16-15,-6 6-166 0,3-3-430 0,3-3 191 16</inkml:trace>
  <inkml:trace contextRef="#ctx0" brushRef="#br0" timeOffset="209633.64">24759 14796 68 0,'0'0'72'0,"-15"2"-2"16,15-2-1-16,-12 1 3 0,12-1-3 0,-16 2 6 15,4-1 8-15,2 1-6 0,-3-1 9 0,2 2 0 16,-1 0 2-16,0-2 5 0,3 1-3 0,-2 0-2 16,4-1 0-16,7-1-7 0,-14 1-3 0,7 1-5 15,7-2-13-15,0 0-3 0,-9 4 3 0,9-4 2 16,0 0-5-16,0 0 2 0,25 2-3 0,-6-2 3 16,2-1-8-16,13-2-4 0,1 2-5 0,5-4-4 15,-2 3-3-15,14-4 0 0,0 2-5 0,-16-1 4 16,2 1-5-16,16-2 9 0,-18 2-12 0,-1 0 2 15,1 2-1-15,-5-4 6 0,3 5-7 0,-3-3 7 16,-2 2-1-16,-10 0-2 0,-2 1-3 0,-5 0 1 16,7 0-3-16,-9-1-1 0,2 2-3 0,0-1 4 15,-1 0-9-15,-1-1-1 0,2 2-5 0,-12 0 4 16,15 0-4-16,-9 0-22 0,-6 0-30 0,13 2-28 16,-13-2-46-16,8 1-16 0,-8-1-42 0,5 5-45 15,-5-5-121-15,0 0-369 0,0 0 163 0</inkml:trace>
  <inkml:trace contextRef="#ctx0" brushRef="#br0" timeOffset="210200.07">24924 14966 47 0,'-8'0'223'0,"8"0"-10"0,0 0-9 0,-12 0-9 15,12 0-7-15,0 0-2 0,0 0-12 0,0 0-12 16,0 0-17-16,35 3-5 0,-14-3-21 0,8-3-9 16,3-1-15-16,-2 1-6 0,-1 1-27 0,-7-2-23 15,-2 2-27-15,0 1-27 0,-3-1-33 0,-6 1-26 16,0 1-23-16,-5-2-19 0,-6 2 2 0,12 3-1 16,-12-3 2-16,4 5 3 0,-4-5 10 0,0 0 9 15,0 0 8-15,-21 13 15 0,12-10-1 0,1 0 10 16,-1 0 21-16,-2 1 10 0,4 0 13 0,-1-2 3 15,-1 1 15-15,1-1 18 0,2 1-2 0,-1-1 0 16,4 4 22-16,-3-2 13 0,2 2 5 0,-3 1 16 16,4 4 12-16,-1-2 14 0,2 4 6 0,1 2 7 15,0 3-5-15,-1 1-2 0,1-1 2 0,0-2-5 16,2 4-6-16,-1-4-7 0,0 0-5 0,0 0-8 16,0 1-5-16,0 1-11 0,0-2-5 0,0-3-2 15,1-1-8-15,1-2-4 0,-2 1-6 0,0-4-5 16,0-7-2-16,0 9 6 0,0-9-13 0,1 9 0 15,-1-9-2-15,-4 10-4 0,0-6-11 0,4-4-11 16,-14 4-9-16,5 0-3 0,-4-3-5 0,-1-1 3 16,1 0 1-16,1 0 4 0,0 0-1 0,2-2 4 15,1 1-2-15,1-2 5 0,2-1 1 0,6 4 2 16,-13-3 1-16,13 3 5 0,-9-4-1 0,9 4 5 16,-5-4-3-16,5 4 2 0,0 0-2 0,0 0 5 15,0 0 1-15,0 0-2 0,0 0 2 0,0 0 2 16,27 5-4-16,-15-2-2 0,0-3 1 0,7 4-13 15,-1-4-28-15,5-1-21 0,3-2-25 0,-3 0-30 16,4-1-32-16,-6 1-27 0,10-3-4 0,-13 1-8 16,10-2-11-16,-9 2-109 0,-2 0-328 0,2-1 145 15</inkml:trace>
  <inkml:trace contextRef="#ctx0" brushRef="#br0" timeOffset="210550.05">25347 15235 208 0,'7'-8'40'16,"-1"2"13"-16,0-3 25 0,0 2 15 0,-2 2-2 15,-3-2 30-15,-1 7-4 0,1-9 5 0,-1 9 13 16,-4-8-3-16,4 8 6 0,-9-4 9 0,9 4-1 15,-16 0 4-15,5 1 2 0,-3 2-1 0,3 3-6 16,0 0-2-16,-1 1-5 0,1 0-11 0,3 2-6 16,0-1-12-16,0 1-12 0,2 0-10 0,1-1-8 15,3 0-8-15,2-2-6 0,0-6-10 0,0 13-5 16,4-6-4-16,0-2-10 0,1-2-9 0,2-1-6 16,4 0-7-16,-2-2 2 0,-9 0-4 0,19-5-11 15,-7 0 4-15,-3 0-5 0,3 1 6 0,-4-3-9 16,1-2 0-16,-4 0 3 0,2-1-4 0,-1 1-2 15,-1-1 5-15,-1-1-2 0,-2-1 1 0,0 0 0 16,-1-5 1-16,1 5 6 0,-2-1-1 0,2 1-3 16,-2 1 23-16,0 1 6 0,2 4 7 0,-2 6-2 15,0-14-1-15,0 14-2 0,0-9-7 0,0 9 0 16,0 0-1-16,0 0 16 0,0 0 31 0,0 0 2 16,0 0 0-16,-4 34-7 0,2-16-4 0,-1 1-4 15,0 1-9-15,0 4-6 0,1 1-6 0,-4 0-4 16,4-7-13-16,-2-1-35 0,7 2-36 0,-3-8-45 15,0 5-50-15,1-6-40 0,-2-1-61 0,3-3-44 16,0 0-275-16,-2-6-611 0,7 7 271 0</inkml:trace>
  <inkml:trace contextRef="#ctx0" brushRef="#br0" timeOffset="210767.46">25571 15094 30 0,'-2'-8'336'0,"2"8"-15"0,0-10 1 0,0 10-9 0,0 0-8 16,-7-4 4-16,7 4-10 0,0 0-5 0,-20 13-19 16,11-5-19-16,-4 4-18 0,0 1-29 0,1 0-14 15,3 1-26-15,2 1-14 0,3-4-18 0,0 1-17 16,2 0-17-16,3-2-35 0,1 2-31 0,3-3-42 16,2-1-30-16,4-5-49 0,1 3-48 0,8 1-45 15,-3-7-59-15,2 0-57 0,1-5-38 0,-3 3-202 16,2-4-578-16,-2 2 255 0</inkml:trace>
  <inkml:trace contextRef="#ctx0" brushRef="#br0" timeOffset="211082.83">25821 14386 188 0,'11'-4'239'0,"0"4"6"0,4 4 1 0,11 7-4 16,-2 5-23-16,3 3-5 0,0 5-10 0,3 13-5 15,-3 4-10-15,-8 4-15 0,-3-2-15 0,-7 3-6 16,-4 3 4-16,-2-4-29 0,-7 1-5 0,-4 3-11 16,-1-16-12-16,-5 13-7 0,1-13-3 0,-7 11-17 15,4-17-11-15,0 3 5 0,-1-2-17 0,-4-4 5 16,0-3-3-16,0 1-8 0,0-4 1 0,8-3-10 15,-5-2 0-15,5-2-4 0,1-5-5 0,1 1-14 16,0-1-27-16,1 0-28 0,2-3-41 0,-1-1-43 16,0-2-53-16,9 0-62 0,-11-5-65 0,4-2-204 15,3-2-553-15,-2 0 245 0</inkml:trace>
  <inkml:trace contextRef="#ctx0" brushRef="#br0" timeOffset="211366.25">26073 14354 1917 0,'13'-24'13'15,"-2"1"22"-15,-2 7 6 0,0 7-14 0,-2-3-13 16,3 4 3-16,0 4 19 0,-1 0 12 0,-3 3 11 16,7 1 10-16,-3 1 7 0,-1 3 2 0,1 2 0 15,-6 3-1-15,2 0-1 0,-3 3-2 0,-3 3-4 16,-2 1-1-16,-1-1 2 0,-1-1 3 0,0 2-1 15,-6 0 1-15,1-4-8 0,3-1-3 0,1-3-6 16,3 1-5-16,-2-1-5 0,1-5-2 0,-1 4-8 16,4-7 0-16,0 0-5 0,7 10-2 0,-7-10-2 15,15 0-13-15,4-2-17 0,2-3-25 0,8-2-27 0,-1-1-32 16,1-3-46-16,0 2-33 0,2-3-78 16,-1 2-252-16,-7-3-536 0,4 2 239 0</inkml:trace>
  <inkml:trace contextRef="#ctx0" brushRef="#br0" timeOffset="211751.87">25695 13797 47 0,'-36'-5'249'15,"4"2"-5"-15,15 1-10 0,1-1-21 0,5 3-25 0,11-3-17 16,0 3-15-16,0 0-17 0,65 3-15 16,27-11-11-16,9 5-9 0,8-1-15 0,0 3-8 15,1-4-8-15,0-2-6 0,-4 5-6 0,-7-1-8 16,-5 1-1-16,-29 0-7 0,0 0-2 0,-5 2-6 15,-5-1-1-15,-3 1-3 0,-16-1-2 0,-1-1-5 16,-6 0 10-16,-8 0 9 0,-2 1 4 0,-2-1 1 16,-6 0 5-16,3 0-11 0,-3 2-1 0,0 0-8 15,-11 0 1-15,11 0-6 0,-11 0-13 0,9-4-28 16,-9 4-39-16,7 0-40 0,-7 0-50 0,0 0-55 16,16 8-61-16,-16-8-146 0,6 10-434 0,-6-10 192 15</inkml:trace>
  <inkml:trace contextRef="#ctx0" brushRef="#br0" timeOffset="211983.31">27034 14456 2527 0,'-18'7'201'16,"-2"-1"-24"-16,2-2-83 0,-3 2-22 0,6-1-13 15,1-3 15-15,5 2 14 0,1 0 24 0,3-3 20 16,5-1 5-16,0 0 2 0,-10 2-11 0,10-2-11 15,0 0-13-15,0 0-5 0,28-3-9 0,-4-1-6 16,6 0-7-16,3 2-11 0,3 0-5 0,-2-1-15 16,-1 0-35-16,-3-1-49 0,1 1-53 0,-2 0-51 15,-2 3-50-15,-8-1-50 0,0-1-48 0,-1-1-43 16,-7 3-229-16,1-2-607 0,-7 1 269 0</inkml:trace>
  <inkml:trace contextRef="#ctx0" brushRef="#br0" timeOffset="212166.88">27618 14137 20 0,'8'-7'335'15,"-5"0"-15"-15,1 2-12 0,-4 5 9 0,7-2 30 16,-7 2 10-16,5 15-14 0,-5 2-8 0,-2 7-33 16,4 5-32-16,-7 1-21 0,1 5-24 0,-1 0-19 0,-3 11-25 15,1 0-27-15,2-13-53 0,0 1-72 16,3 3-73-16,-2-3-77 0,1 1-65 0,-1-1-86 0,2-4-80 15,-3-2-219-15,-1-3-618 0,1-6 273 16</inkml:trace>
  <inkml:trace contextRef="#ctx0" brushRef="#br0" timeOffset="-211146.79">28667 14490 163 0,'-5'-2'314'0,"5"2"-18"16,-10-7-25-16,5 5-20 0,5 2-14 0,-7-7-10 15,7 7-14-15,-5-3-18 0,5 3-14 0,0 0-20 16,0 0-20-16,0 0-11 0,0 0-10 0,0 0-21 15,18-6-5-15,1 5-7 0,3-2-12 0,7 4-16 16,-1-1-28-16,3-2-35 0,2 3-38 0,-13 0-36 16,1 4-42-16,-3-4-47 0,-1 0-47 15,-6 4-42-15,-1 0-155 0,-4 0-445 0,-6-5 197 0</inkml:trace>
  <inkml:trace contextRef="#ctx0" brushRef="#br0" timeOffset="-210996.35">28599 14677 14 0,'0'0'209'0,"0"0"-8"0,-12 0-6 16,12 0-11-16,0 0-15 0,0 0-8 0,0 0-20 15,0 0-10-15,28 0-10 0,-9 0-14 0,10-2-11 16,2-1-19-16,1 1-41 0,5 1-44 0,-1 0-54 16,0 0-52-16,2 0-49 0,-5 2-87 0,0-1-269 15,-3 0 119-15</inkml:trace>
  <inkml:trace contextRef="#ctx0" brushRef="#br0" timeOffset="-210363.05">29668 14090 190 0,'0'0'253'0,"0"0"-23"0,-1-13-22 15,1 13-24-15,0 0-20 0,-4-4-14 0,4 4-15 16,0 0-8-16,0 0 9 0,0 0-22 0,1 34-10 15,-1-16-2-15,1 0-1 0,-1 1-7 0,2 1-8 0,-1 3-9 16,1 3-4-16,-3-8-5 0,2-1-9 0,4-1-3 16,-2 1-11-16,-2 0 5 0,2-1-10 15,-2-4-8-15,0 4 1 0,2 0-5 0,0-4-5 16,-2-1-21-16,0 1-27 0,0-2-28 0,1 3-35 16,0 0-41-16,0-3-51 0,-2 2-55 0,-3-2-141 0,0 0-407 15,3-10 180-15</inkml:trace>
  <inkml:trace contextRef="#ctx0" brushRef="#br0" timeOffset="-210174.02">29879 14380 1620 0,'5'-11'58'0,"1"2"31"0,-2 0 2 16,-2 3-12-16,1 0-2 0,0 1 9 15,-3 5 5-15,5-8 1 0,-5 8-1 0,4-8 3 16,-4 8-9-16,2-3-7 0,-2 3-9 0,0 0-10 15,0 0 0-15,0 0-16 0,0 0-6 0,8-4-12 0,-8 4-23 16,0 0-28-16,0 0-38 0,0 0-31 0,4 16-51 16,-4-9-49-16,2-1-206 0,-2-6-432 15,0 11 192-15</inkml:trace>
  <inkml:trace contextRef="#ctx0" brushRef="#br0" timeOffset="-209896.83">30283 14118 8 0,'0'0'201'0,"15"7"-13"0,-10-2-5 0,-1 0-12 16,0 4-6-16,-3 2-14 0,2 1-7 16,-5 6-18-16,1-2-13 0,-4 1-9 0,-2 0-10 15,0-2-11-15,-5 2-7 0,2-2-8 0,-2-1-4 16,1-1-10-16,2-5-6 0,3 0-5 0,-1-3-5 0,2 1-5 15,3-2-1-15,2-4-1 0,-3 7 0 0,3-7-6 16,0 0 2-16,14 9-5 0,-4-8-8 16,7-1-12-16,3 0-30 0,10-3-25 0,0-1-45 15,6-2-54-15,0 1-40 0,-3-4-111 0,2-1-328 16,-1-1 145-16</inkml:trace>
  <inkml:trace contextRef="#ctx0" brushRef="#br0" timeOffset="-209747.04">30851 13996 171 0,'0'0'192'0,"0"0"22"0,0 0 0 16,4 17-13-16,-5-6-10 0,1 4-12 0,-2 4-21 0,1 5-10 15,1 2-17-15,1 0-12 0,1 3-11 0,-1-4-11 16,3 3-12-16,-2-1-45 0,0-2-48 0,2 2-65 16,1-1-76-16,-2 0-188 0,3 0-364 15,-8-8 162-15</inkml:trace>
  <inkml:trace contextRef="#ctx0" brushRef="#br0" timeOffset="-207394.3">22828 16380 42 0,'0'-10'253'0,"0"1"-16"16,0 9-7-16,2-13-22 0,-2 13-19 0,-2-7-13 16,2 7 16-16,0 0 8 0,0 0-2 0,19 15-1 15,-7-2-10-15,1 8-15 0,-2 2-13 0,-1 2-8 16,4-1-8-16,-3 3-5 0,-1-4-17 0,1-1-9 16,-3-5-1-16,-1-2-2 0,-1-4-13 0,-2 2-8 15,-1-4-5-15,1 0-3 0,-1-4 6 0,-1 1 4 16,1-2 5-16,-3-4 6 0,3 8-2 0,-3-8 9 15,2 6-1-15,-2-6-8 0,0 0-9 0,0 0-10 16,0 0-11-16,0 0-7 0,3-18-4 0,3 3-11 16,-2 3-3-16,5-5-10 0,4-7-6 0,1-2-11 15,1 0-15-15,4-2-7 0,2-2-5 0,8-9-3 16,-5 10-5-16,2 3-3 0,-1 2 13 0,2 3-5 16,0 4 2-16,-5 2-1 0,-7 6-1 0,-2 4 2 15,1 5 0-15,-4 1-3 0,2 5-1 0,-2 6-15 16,-2 5 30-16,-1 7 0 0,-2 4 8 0,-1 3 7 15,-4 1 1-15,0 1 2 0,-1 1-4 0,-3 0-5 16,-2 1 1-16,-1-5-1 0,5 1 2 0,1-2-6 16,1-3 4-16,0-6-14 0,2 0-19 0,2 0-43 15,0-5-65-15,2 3-51 0,0-4-58 0,2 1-62 16,1-5-75-16,-1-2-251 0,2 1-682 0,4-1 301 16</inkml:trace>
  <inkml:trace contextRef="#ctx0" brushRef="#br0" timeOffset="-207213.89">23825 16520 87 0,'0'0'287'0,"5"-9"-8"16,-5 9-7-16,5-9-18 0,0 5-23 16,-5 4-22-16,16-8-21 0,-6 4-22 0,3 2-27 15,6-1-5-15,0-1-49 0,-2 3-87 0,2-2-69 16,0 3-75-16,0 1-206 0,-5-1-382 0,0 3 169 15</inkml:trace>
  <inkml:trace contextRef="#ctx0" brushRef="#br0" timeOffset="-207063.05">24017 16604 42 0,'-18'8'250'0,"2"0"-3"16,4-3-5-16,-1 0-4 0,3 0-4 0,0-2-4 15,10-3-24-15,-11 5-23 0,7-4-14 0,4-1-14 16,0 0-22-16,0 0-8 0,0 0-12 0,30 5-20 15,-2-9-35-15,4 2-38 0,1-6-44 0,5 1-52 16,-2-1-55-16,18-4-68 0,-18 3-186 0,-2-4-417 16,3 0 185-16</inkml:trace>
  <inkml:trace contextRef="#ctx0" brushRef="#br0" timeOffset="-205080.01">25646 16160 228 0,'-4'-8'242'0,"4"8"-13"0,-6-5-13 0,6 5-13 16,0 0-18-16,-13 0-14 0,13 0-10 0,-11 4-16 15,4 0-3-15,-4 2-1 0,-2 5-1 0,3 3-5 16,0 1 28-16,-7 6-2 0,7-5-7 0,-4 5-15 16,5-3-11-16,-4 6-9 0,6-5-12 0,2-1-2 15,0 0-13-15,3-1-6 0,0 0 1 0,2 1-11 16,2-1-9-16,3-2-3 0,0-1-6 16,1-3-11-16,3 0 3 0,7-1-9 0,-5-2-1 15,2-1-13-15,1-3 5 0,1 2-4 0,1-5 3 0,0-2-10 16,3-2 12-16,1-3-8 0,-3 1-1 0,-3-4-5 15,2 1 0-15,2-1-5 0,-5-3 0 0,-3 0-1 16,0-2-5-16,-1 0 8 0,-5-2-8 0,1 1 4 16,-5-2-5-16,0 0-2 0,-4 1-13 0,1-2 13 15,-5 0 2-15,-3 1-5 0,-1 2 2 16,-1-1-4-16,-1 5 4 0,1 2-8 0,-4-1 3 16,2 1-12-16,1 5-7 0,-1 2-11 0,-4 1-5 0,6 1-16 15,-5 0-26-15,1 4-26 0,3 0-21 0,3 0-25 16,0 3-32-16,1 0-38 0,4 0-39 0,2-1-44 15,3 3-183-15,1-9-526 0,7 14 233 16</inkml:trace>
  <inkml:trace contextRef="#ctx0" brushRef="#br0" timeOffset="-204909.57">25881 16301 219 0,'0'0'262'15,"0"0"6"-15,0 0 7 0,0 0 1 0,0 0-3 16,0 0-25-16,0 0-14 0,0 0-23 0,0 0-19 15,0 0-24-15,0 0-13 0,8 1-33 0,-8-1-2 16,0 0-24-16,0 0-34 0,0 0-34 0,0 0-22 16,0 0-34-16,4 7-51 0,-4-7-64 0,2 6-58 15,-2-6-56-15,0 8-162 0,0-8-451 0,0 0 199 16</inkml:trace>
  <inkml:trace contextRef="#ctx0" brushRef="#br0" timeOffset="-204408.79">26140 16141 30 0,'-2'-12'257'0,"2"12"-1"16,-8-7-5-16,8 7-13 0,0 0-8 0,-10-6-12 15,10 6-4-15,0 0-11 0,0 0-10 0,-16 11-9 16,16-11-17-16,-9 16-12 0,6-6-29 0,-1 0 7 16,4 2-8-16,0 1-8 0,4 2-11 15,1 2-13-15,3 1-5 0,2-2-8 0,-1 0-9 0,3 0-5 16,3-1-2-16,3 4-16 0,-5-5 3 15,2 0-5-15,0 1-3 0,3-3 4 0,-1-1-14 16,-7-3-7-16,1 0-3 0,-4 1-1 0,1-1 0 16,0-1-6-16,-4 0 2 0,-2-2 2 0,-2 1-2 15,0-6-5-15,-11 13-1 0,-1-7 1 0,-3 1 2 0,3-3-8 16,-5 1 1-16,1-1-9 0,-1-3-3 16,3 1-4-16,1-2-1 0,-1 0 2 0,5 0-3 0,0 0-1 15,9 0-12-15,-12-6-5 0,8 2 1 16,0-2-3-16,4 6 0 0,0-16-4 0,1 6-11 15,4 0-1-15,3-5-9 0,0-1 2 0,1-1-2 16,5 4 7-16,-3-3-4 0,9-4 2 0,-4-4 7 16,4 4-1-16,0 0 6 0,-2 0 3 0,2 1 5 15,-4 0-1-15,-7 1 9 0,0 1-1 0,-4 2 6 16,1 0 0-16,0-5 3 0,-6 3-1 0,5 0 2 16,-7 5 4-16,0 0 2 0,1 2 3 0,-5 0 2 15,-1 1 4-15,3 3 4 0,-6-1-5 0,0 3 4 16,-1-1-1-16,-3 2-2 0,-4 3 0 0,4 0 1 15,-5 4-1-15,0 3-1 0,1-1 1 0,3 2 1 16,-3 2 0-16,6 3-12 0,0-2-22 0,2-2-30 16,3-1-45-16,3 0-51 0,0 3-39 0,4-11-50 15,4 18-155-15,0-11-435 0,3 2 192 0</inkml:trace>
  <inkml:trace contextRef="#ctx0" brushRef="#br0" timeOffset="-204162.46">26465 16012 280 0,'0'-6'310'16,"0"6"3"-16,0 0-9 0,0 0-24 0,6-13-27 15,-6 13-24-15,0 0-30 0,0 0 20 0,0 0 5 16,0 0-6-16,4 29-18 0,-2-10-15 16,-4 1-9-16,2 5-8 0,-2-6-16 0,6 9-13 0,-4-2-16 15,0-2-11-15,0 2-14 0,2-8-9 0,-2 2-8 16,5-3-3-16,-1 3-13 0,-2-1-10 15,2-2-48-15,-1 0-11 0,2-6-42 0,2 5-36 16,-3-4-38-16,2 4-32 0,-4-6-54 0,1 0-30 16,1-3-38-16,2 0-42 0,-2 0-205 0,0-2-563 15,-2-2 250-15</inkml:trace>
  <inkml:trace contextRef="#ctx0" brushRef="#br0" timeOffset="-203662.37">26749 16053 51 0,'0'-9'261'0,"2"3"-5"0,-2 6-7 15,0-11-8-15,0 11-20 0,0 0-15 0,0-12-24 16,0 12-17-16,0 0-22 0,0 0-12 0,2-6 0 16,-2 6-3-16,0 0-10 0,0 0-9 0,0 0-10 15,0 0 1-15,5 29-15 0,-5-29-7 0,2 10-7 16,-2-10-7-16,2 13-2 0,0-4-6 0,-2-9-7 15,0 10-5-15,0-10-3 0,0 0-4 0,0 0 4 16,0 10 6-16,0-10 8 0,0 0 4 0,0 0-2 16,0 0 11-16,0 0 0 0,2 12-6 0,-2-12-5 15,0 0-12-15,0 0 3 0,0 0-4 16,0 0-6-16,0 0-11 0,0 0 4 0,0 0-3 0,0 0-3 16,23-23-5-16,-16 20-3 0,-7 3 1 0,18-6-3 15,-9 3 1-15,2 3-4 0,-11 0-5 0,22 2 3 16,-13 0-4-16,-9-2 14 0,21 15-6 0,-15-5 6 15,1 5-1-15,0 0 1 0,-3 2 2 0,-4 1-7 16,0 0-1-16,-4 8 10 0,-3-7-9 0,-4 4-3 16,0 0 2-16,-3-3-2 0,-1 2 1 0,1-5 1 15,0-2-5-15,1-3 4 0,0 1-4 16,4-3 4-16,1-3-3 0,2 0 3 0,-1-2-9 16,5-1 5-16,-2-1-2 0,4-3 1 0,-5 7 1 0,5-7-8 15,0 0 6-15,0 0-4 0,0 0 1 0,15 1 4 16,-2-2-3-16,2-3 0 0,3 1-10 15,9-3-12-15,-1 0-12 0,1 1-26 0,2-3-18 0,-1 3-26 16,1 1-23-16,-7 0-44 0,4 0-35 0,-7 2-39 16,-3 0-49-16,1 1-45 0,-7 0-175 15,-10 1-552-15,18 0 244 0</inkml:trace>
  <inkml:trace contextRef="#ctx0" brushRef="#br0" timeOffset="-203344.43">25785 16722 281 0,'-51'9'296'0,"19"1"-12"16,5-6-24-16,11-1-20 0,3 1-21 0,4-2-14 15,9-2-2-15,-1 9-3 0,1-9-15 0,32 8-20 16,7-3-13-16,24-4-13 0,37-1-15 0,1-6-11 15,9-4-9-15,-2-2-14 0,5 1-5 0,2-6 2 16,6 1-22-16,-2 0-1 0,-5 3-12 0,-6 3-3 16,-1-2 5-16,-5 3-17 0,-13-2 0 0,-25 5-14 15,-7 1 4-15,0-2 1 0,-7 4-2 0,-17 1-7 16,-4 3 1-16,-11-1-5 0,-4 0 6 0,-1 1-25 16,-4-2-12-16,-2 1-6 0,-7 0-34 0,11-1-14 15,-11 1-12-15,0 0-22 0,0 0-30 16,0 0-51-16,0 0-50 0,0 0-53 0,-31 18-175 15,13-14-500-15,-9 1 221 0</inkml:trace>
  <inkml:trace contextRef="#ctx0" brushRef="#br0" timeOffset="-202379.53">26034 16931 127 0,'0'0'208'0,"0"0"-6"0,-2-10-11 0,2 10-3 16,0 0-10-16,0 0-14 0,0 0-7 0,0 0-13 16,0 0-10-16,0 0-10 0,0 0-10 0,0-9-10 15,0 9-8-15,0 0-2 0,0 0-8 0,0 0-9 16,0 0 3-16,0 0-4 0,0 0-5 0,0 0 0 16,0 0-2-16,0 0-3 0,0 0-1 0,0 0 1 15,0 0-3-15,0 0 5 0,0 0-1 0,0 0 0 16,0 0 4-16,0 0-2 0,0 0-3 0,0 0-1 15,0 0-1-15,0 0-5 0,0 0-4 0,0 0-4 16,0 0-7-16,0 0-6 0,0 0-10 0,0 0-4 16,0 0 2-16,0 0-1 0,0 0-5 0,0 0-3 15,0 0-2-15,-4 33 1 0,6-21-5 0,-4 4 4 16,2 3 3-16,0 0-1 0,0 8 5 0,-1-3-1 16,1-3 4-16,0 5 5 0,-4-6 3 0,2 5 0 15,0-8-1-15,2 2 2 0,-2 7-7 0,0-7 14 16,1 0 5-16,1-2 11 0,-2 0-12 0,-3-5-5 15,3 0-10-15,-1-2 3 0,1 1-1 0,2-5-7 16,0 3-5-16,0-9 0 0,-4 12 0 0,4-7-4 16,0-5-7-16,-2 11-15 0,2-11-18 15,0 8-26-15,0-8-4 0,0 0-32 0,0 0-42 16,0 11-17-16,0-11-24 0,0 0-34 0,0 0-25 16,0 0-45-16,0 0-40 0,0 0-195 0,0 0-549 0,0 0 243 15</inkml:trace>
  <inkml:trace contextRef="#ctx0" brushRef="#br0" timeOffset="-202179.04">26189 17152 189 0,'2'-8'241'16,"-2"8"-13"-16,5-9-9 0,-5 9-10 0,11-9-9 16,-6 3-11-16,6 1-13 0,5-4-17 0,2 1-14 15,0 3-14-15,4-1-15 0,5-1-9 0,-7 4-11 16,3-3-24-16,4 2-11 0,-7 0-36 0,-2 2-19 15,0-1-38-15,-1-1-31 0,-5 3-31 0,-12 1-26 16,18-1-34-16,-9 0-25 0,-9 1-143 0,0 0-347 16,13-2 154-16</inkml:trace>
  <inkml:trace contextRef="#ctx0" brushRef="#br0" timeOffset="-201997">26497 16973 104 0,'-5'-10'169'0,"5"10"3"0,-4-12 10 0,4 12 19 16,0 0 4-16,-7-10-2 0,7 10-3 0,0 0-25 15,0 0-1-15,-8-8-17 0,8 8-13 16,0 0 11-16,0 0 2 0,0 0-3 0,-14 26-12 16,9-10-6-16,1-3-30 0,0 4 1 0,2 0-3 15,-1 2-16-15,-2-2-7 0,3 8-5 0,0-7-18 16,2 0-31-16,0-2-35 0,2 1-41 0,0 1-49 16,3-7-59-16,0 6-46 0,5-3-29 0,-1 0-223 15,1-5-494-15,5 1 219 0</inkml:trace>
  <inkml:trace contextRef="#ctx0" brushRef="#br0" timeOffset="-201744.09">26897 16931 130 0,'2'-10'317'0,"-2"10"0"0,3-19-25 0,-3 19 1 15,0-12-33-15,0 12-22 0,0 0-19 0,0 0-29 16,0 0-11-16,0 0 1 0,0 0-28 0,0 0 3 15,0 0-12-15,9 41-22 0,-9-23-7 16,0 2-9-16,0-2-5 0,0-2-14 0,0 3-11 16,0-2-10-16,0 2-1 0,0-4-13 0,2 2-21 15,0-4-24-15,-2-1-25 0,2 0-26 0,0-2-34 16,-2 1-26-16,0-2-27 0,2 2-34 0,-2-11-31 16,0 16-45-16,0-16-34 0,-2 11-162 0,2-11-473 15,-6 9 211-15</inkml:trace>
  <inkml:trace contextRef="#ctx0" brushRef="#br0" timeOffset="-201497.08">26955 16931 81 0,'14'-8'172'0,"-14"8"5"16,0 0-11-16,13-2-5 0,-13 2-17 0,0 0-10 15,0 0-18-15,7 17-6 0,-7-17-3 0,-3 16-16 16,3-16-5-16,-8 16-11 0,1-5-5 0,1-3-12 15,0 2 0-15,0-3-14 0,-1 3 3 0,3-4-10 16,0 3-1-16,4-9-5 0,-5 10 1 0,5-10-4 16,0 0-6-16,-5 14-5 0,5-14 7 0,0 0-1 15,9 15-5-15,-4-12-1 0,-5-3-1 16,13 7 1-16,1-1-2 0,-3-3-18 0,7-2-24 0,0 2-43 16,2-5-64-16,1 4-199 0,-8-1-361 15,5-4 160-15</inkml:trace>
  <inkml:trace contextRef="#ctx0" brushRef="#br0" timeOffset="-201178.95">27245 16954 227 0,'-9'-9'268'16,"9"9"-6"-16,0 0-19 0,0 0-16 0,0 0-22 15,0 0-24-15,0 0-10 0,0 0-19 0,0 0-6 16,0 0-17-16,0 0-9 0,0 0-9 0,0 0-9 16,0 0-4-16,0 0 7 0,0 0 3 0,0 0-1 15,0 0 11-15,-24 28-12 0,20-17 5 0,-4 4-7 16,1 1 7-16,1 0-6 0,-1 1-3 0,-2 6-1 16,2-5 0-16,3 1-7 0,-1-1-18 0,-1 1-3 15,1-2-11-15,0-2 3 0,-2 2-10 0,3-2-9 16,2-2 1-16,2-13-9 0,-4 22-6 0,4-12-22 15,0-2-41-15,0-8-40 0,4 15-44 0,-4-15-46 16,-2 12-43-16,2-12-58 0,2 11-62 16,-2-11-235-16,0 0-605 0,0 0 268 0</inkml:trace>
  <inkml:trace contextRef="#ctx0" brushRef="#br0" timeOffset="-201036.4">27139 17185 31 0,'19'-8'198'16,"-4"1"-14"-16,3 0-17 0,1 0-20 0,2 2-11 16,-2 1-17-16,-2-2-23 0,-1 4-46 0,-3-2-61 15,-1 3-76-15,-12 1-85 0,17 1-186 0,-17-1 83 16</inkml:trace>
  <inkml:trace contextRef="#ctx0" brushRef="#br0" timeOffset="-200830.66">26883 17365 130 0,'-2'5'242'0,"2"-5"-7"0,0 0-20 16,16 11-14-16,-2-8-21 0,15-1-13 0,0 0-16 16,7-2-20-16,16-1-4 0,-1 0-16 0,-1-5-16 15,2 2-11-15,-2 0-32 0,-16 1-32 0,-1 1-39 16,-5 0-60-16,-5 2-70 0,-8 0-167 15,-3 1-342-15,-6 2 152 0</inkml:trace>
  <inkml:trace contextRef="#ctx0" brushRef="#br0" timeOffset="-200610.91">27168 17454 195 0,'-6'8'292'0,"6"-8"3"0,-6 12 5 0,5-3-11 15,-1 1-14-15,-5 5 7 0,2-3-34 0,1 3-14 16,-1 1-13-16,3 0-29 0,-4 0-6 0,4 3-20 16,-4-2-13-16,6 0-28 0,-2-5-2 0,-2 3-13 15,2-4-15-15,0 1-18 0,2-12-36 0,-1 19-24 16,1-19-29-16,0 12-29 0,0-12-26 0,-1 12-20 16,1-12-30-16,0 0-23 0,2 10-31 0,-2-10-27 15,0 0-40-15,6 9-36 0,-6-9-155 0,0 0-464 16,0 0 205-16</inkml:trace>
  <inkml:trace contextRef="#ctx0" brushRef="#br0" timeOffset="-200347.14">27218 17438 98 0,'11'-4'226'15,"-11"4"-7"-15,12 1-11 0,-12-1-2 0,13 6-9 16,-7 0-11-16,-1-1-17 0,-1 8-17 0,0-3-17 0,-3 2-11 15,-6 2-14-15,3 2-13 0,-2-2-2 0,-3 3-1 16,1 0 0-16,-3-1-2 0,4-5-7 0,-2-1-3 16,1 0-1-16,1-2-10 0,1 0-6 15,4-8-4-15,-4 10-8 0,4-10-9 0,0 0 3 16,2 13-2-16,-2-13-6 0,11 6-6 0,-3-5-7 16,-8-1-21-16,23 0-28 0,-10 0-40 0,1 0-33 15,-1-1-53-15,3-2-39 0,-1 0-58 0,2 0-167 16,-6 0-446-16,2-3 197 0</inkml:trace>
  <inkml:trace contextRef="#ctx0" brushRef="#br0" timeOffset="-200128.76">27468 17561 79 0,'2'-7'222'0,"-2"7"-5"16,0 0 8-16,2-3-9 0,-2 3 17 0,0 0 17 16,0 0 6-16,0 0 0 0,0 0 1 0,2 26-14 15,-6-14-15-15,4 1-17 0,-2 2-6 0,2 1-16 16,-1-1-18-16,2-3-17 0,-2 0-5 0,2-1-19 15,1 0-12-15,4 0-4 0,1-1-9 0,0 0-9 16,4-2-8-16,4 0-9 0,1 0-6 0,3-3-10 16,1-2-7-16,9-2-1 0,-9-1-9 0,0 0-24 15,1-2-28-15,1 1-27 0,-5-3-36 0,2-2-47 16,-6 2-47-16,-1 0-57 0,3-4-57 0,1-4-79 16,-5 6-239-16,6-6-644 0,-4-1 286 15</inkml:trace>
  <inkml:trace contextRef="#ctx0" brushRef="#br0" timeOffset="-199828.48">28121 16576 1865 0,'6'-29'1'0,"-1"0"27"0,0 2 32 0,-5 10 16 16,5 5 9-16,-4 3-12 0,2 0-12 0,-3 3-13 15,0 6-6-15,4-7 17 0,-4 7 32 0,0 0 8 16,21 10 9-16,-8 3 0 0,3 7 2 0,1 1-14 16,0 0-9-16,0 3-7 0,-3-1 2 0,1-1-18 15,-1 2-6-15,-5-3-2 0,1-3-13 0,2-1-17 16,-5 1-44-16,2-2-37 0,0-3-46 0,-4 4-38 15,2-6-56-15,-2 0-36 0,-4-2-231 0,-1-9-499 16,2 12 221-16</inkml:trace>
  <inkml:trace contextRef="#ctx0" brushRef="#br0" timeOffset="-199611.82">28386 16470 2 0,'0'0'279'15,"1"-11"-18"-15,-1 11-2 0,0 0 18 0,0 0 11 16,0 0 9-16,-23 29-21 0,5-10-10 16,2 5-25-16,-6-1-24 0,3 3-14 0,-3-2-25 15,2 5-18-15,0-5-11 0,1-1-21 0,3 2-7 16,2-1-21-16,2-2-59 0,3-4-58 0,2-1-58 16,0 0-46-16,1 0-67 0,1-2-67 0,3 4-260 15,2-7-557-15,0-12 247 0</inkml:trace>
  <inkml:trace contextRef="#ctx0" brushRef="#br0" timeOffset="-199364.06">28795 16138 163 0,'2'-7'267'16,"-2"7"9"-16,0 0 1 0,0 0 7 0,0 0 0 15,0 0-5-15,4 40-3 0,-1-14-20 0,0 2-26 16,-2 0-21-16,-1 0-15 0,0 2-11 0,2-1-19 16,-2 0-27-16,3-1-9 0,-1-1-10 0,-2 0-12 15,0-2-13-15,3-2-12 0,-2-2-17 0,0-6-49 16,1 4-42-16,-2-3-52 0,2-1-44 0,-2 1-41 16,-2-4-56-16,2 4-61 0,0-4-251 0,-2 4-576 15,0-6 255-15</inkml:trace>
  <inkml:trace contextRef="#ctx0" brushRef="#br0" timeOffset="-198896.43">29054 16384 232 0,'0'0'257'0,"0"0"2"15,0 0 0-15,0 0-5 0,0 0-27 0,-11 28-15 16,8-18-16-16,2 3-20 0,1-1-11 0,0 1-18 15,0-1-12-15,5 2-13 0,-2-2-13 0,-1-1-7 0,3 0-11 16,3-1-8-16,-1-2-6 0,0 1-11 0,2-3-4 16,1-1-5-16,0 0-6 0,0-2-5 15,-2-1-4-15,0 0 3 0,0-2-9 0,-8 0-3 16,14-3-8-16,-8-1 1 0,2-1 1 0,0 1-8 16,0-2 2-16,0-2-2 0,1 2-3 0,-1-2-2 15,2-2 1-15,-2-1-2 0,3-1-2 0,1-2-5 16,0 2 1-16,1-2 4 0,-3 1-4 0,-1 4-4 15,3 0 3-15,-3 4-6 0,-2 0 1 0,0 1-3 16,0 3-1-16,-7 1 5 0,17 5 0 0,-10-1 0 16,1 2-2-16,-4-1 0 0,3 4 3 0,-2-1 5 15,3 1-6-15,-1-2 0 0,-1 2 5 0,1-2-6 16,1 1 10-16,-2-2-6 0,5 0 4 0,-2-4-3 16,2 3 0-16,-3-3-1 0,4-2 4 0,-4-2-5 15,3 1 3-15,-2-4 0 0,2-1 0 0,-1 1-3 16,-3-4 5-16,1 3 12 0,-4-3 1 0,0 0-1 15,1-3-1-15,-4 1-4 0,-1-4-3 0,-1 2 2 16,-1-3-10-16,-1 5-12 0,-1-5-14 0,-1 4-16 16,-2 2-14-16,0 1-24 0,-3 2-21 0,-2 1-22 15,-5 0-35-15,1 6-45 0,-3 0-40 0,-7 6-30 16,-5 2-194-16,-1 4-501 0,-1 0 221 0</inkml:trace>
  <inkml:trace contextRef="#ctx0" brushRef="#br0" timeOffset="-198424.58">27118 17121 85 0,'0'0'82'0,"0"0"-23"0,17 5-38 16,-13-2-30-16,0 1-31 0,-4-4-43 0,6 10 19 15</inkml:trace>
  <inkml:trace contextRef="#ctx0" brushRef="#br0" timeOffset="-198028.73">27512 17869 12 0,'0'0'141'0,"0"0"-19"16,0 0-12-16,0 0-13 0,0 0-8 0,0 0-15 15,0 0-21-15,0 0-46 0,0 0-49 0,0 0-69 16,0 0-119-16,0 0 52 0</inkml:trace>
  <inkml:trace contextRef="#ctx0" brushRef="#br0" timeOffset="-195970.11">29851 16405 179 0,'0'0'229'0,"0"0"-20"16,0 0-22-16,3-5-20 0,-3 5-15 0,13-2-17 15,-3 1-16-15,4-2-23 0,3 2-38 0,2 0-46 16,-2-2-62-16,-3 6-58 0,1 2-124 0,-5-3-249 15,-1 1 111-15</inkml:trace>
  <inkml:trace contextRef="#ctx0" brushRef="#br0" timeOffset="-195813.02">29883 16562 153 0,'0'0'188'0,"0"0"-11"0,0 0-17 16,0 0-13-16,0 0-14 0,0 0-16 15,39-4-11-15,-21 2-10 0,2 0-17 0,0-1-33 16,10 1-46-16,-3 0-44 0,4-2-58 0,-3 0-108 0,-6 2-227 16,-2-1 101-16</inkml:trace>
  <inkml:trace contextRef="#ctx0" brushRef="#br0" timeOffset="-195341.67">30428 16186 141 0,'0'0'165'16,"0"0"4"-16,0 0-2 0,0 0 1 0,0 0 0 15,9 25-15-15,-5-10-6 0,2 2-7 0,-3-1-12 16,1 4-13-16,5 4-7 0,-3-7-8 0,7 6-8 16,-4-5-11-16,1-2-9 0,4 6-2 0,-4-6-8 15,3-2-8-15,-3 0-3 0,-2 0-5 0,-3-5-5 16,1 1-4-16,1 0-2 0,-6-6-3 0,-1-4-4 15,0 19 2-15,0-19-9 0,-14 13 4 0,5-6-4 16,0-2-2-16,-3 0 3 0,0-3-6 0,-1 1-4 16,0 0 1-16,2-3 0 0,-2 1-2 0,5-1 0 15,8 0 5-15,-14-4-9 0,8 1-1 16,6 3-10-16,-6-9-9 0,6 9-9 0,1-17-2 16,-1 17-19-16,11-25-4 0,0 12-3 0,1 1 5 0,2-1-11 15,-1-1 4-15,4 1 5 0,1-4 2 0,-3 4 2 16,3-3 6-16,-3 1 0 0,-3 2 7 0,-2-3 2 15,0 4 5-15,-3-2 4 0,-5 2-3 0,3 1 2 16,-2-2 6-16,-3 13 11 0,0-20 4 0,0 20 1 16,-10-22 4-16,3 13 7 0,-2-1 4 15,-2 3 6-15,1 0-1 0,-2 4 2 0,12 3 4 16,-23-5-4-16,13 3-3 0,-3 2-1 0,13 0 1 16,-20 6-1-16,9-1-6 0,2 3-2 0,0 0 0 15,1-1-24-15,2 5-30 0,6-12-46 0,-6 19-54 16,6-8-61-16,0-11-111 0,3 22-340 0,2-13 150 15</inkml:trace>
  <inkml:trace contextRef="#ctx0" brushRef="#br0" timeOffset="-195047.01">30732 16290 168 0,'0'0'254'0,"-4"29"-6"0,2-20-21 0,-1 2-19 0,3 0-20 15,-1 0-13-15,2 1-19 0,2-1-13 0,2 0-15 16,1-1-12-16,4 1 20 0,6-2-26 16,-2 0 3-16,4-2-16 0,4-4-5 0,-4 0-12 0,5-3-5 15,-2 0-9-15,-3-4-6 0,0-1-3 0,-6 0-6 16,0-2-7-16,-3 0-2 0,-1-3-18 0,-3 0 9 16,0 0-4-16,-1-2-1 0,-4 1-4 0,-1-1-2 15,-5-3-4-15,-1 1-1 0,1 2-1 0,-1 2-4 16,1 0-3-16,-4 0-8 0,1 2-20 0,0 1-14 15,-4 2-20-15,3 3-22 0,-1-1-36 16,11 3-35-16,-21 1-47 0,9 2-55 0,2 3-151 16,1-1-431-16,9-5 192 0</inkml:trace>
  <inkml:trace contextRef="#ctx0" brushRef="#br0" timeOffset="-194917.89">30982 16320 137 0,'0'0'210'16,"0"0"-20"-16,0 0-22 0,0 0-19 0,0 0-35 16,0 0-48-16,0 0-39 0,0 0-74 0,0 0-122 15,0 0-184-15,6 13 82 0</inkml:trace>
  <inkml:trace contextRef="#ctx0" brushRef="#br0" timeOffset="-194563.08">31254 16159 188 0,'9'-6'239'0,"1"3"-20"0,-10 3-9 0,15-3-13 15,-15 3-17-15,13 5-12 0,-13-5-14 0,15 9-14 16,-11-3-10-16,0 4-10 0,-4 1-13 0,-1 0-13 16,1-11-4-16,-5 27-12 0,-2-12-3 15,-3 1-12-15,2-2-4 0,-1 1-16 16,-1-2 2-16,4-3-18 0,1 0-12 0,-3-1-18 0,4 1-11 15,0-1-4-15,-1-5-18 0,5-4-3 0,-1 14-5 16,1-14-8-16,6 11-2 0,-6-11-2 0,7 7-1 16,-7-7-1-16,14 7 11 0,-8-3 8 0,6-1-1 15,-3 0 12-15,-9-3-1 0,17 7 1 0,-11-5 5 16,-6-2 9-16,11 7 15 0,-11-7 20 0,8 6 19 16,-8-1 15-16,0-5 11 0,0 0 12 0,-10 14 5 15,6-10-5-15,-4 3 3 0,0-4-11 0,-2 2 0 16,0 0-8-16,0-1-6 0,-2 0-9 0,2-3-2 15,0 2-14-15,-3 1-32 0,5-1-39 0,-1 1-51 16,9-4-73-16,-11 2-261 0,11-2-461 0,-14 1 203 16</inkml:trace>
  <inkml:trace contextRef="#ctx0" brushRef="#br0" timeOffset="-194080.02">31692 16099 332 0,'0'0'312'15,"-1"-13"-23"-15,1 13-26 0,0 0-18 0,0 0-20 16,0 0-6-16,-22 16 2 0,13-3-13 0,-4 3-18 16,1 1-17-16,0 5-15 0,3-4-16 0,3-1-15 15,1 2-8-15,0-3-9 0,2 1-11 0,2-1-7 16,2 0-14-16,0-3-9 0,2-3-4 0,3 1-3 15,1 0-11-15,0-2-4 0,2-2-2 16,-2-1-4-16,0 0 3 0,0-4-14 0,0 0 2 0,-2 1-4 16,-5-3-3-16,12 1 2 0,-12-1-5 0,13-5 0 15,-9 2-2-15,-1-2-14 0,-3 5 12 16,3-12-4-16,-2 5-10 0,-2-3-11 0,-2 2 19 16,3 8-10-16,-9-18 1 0,6 11-1 0,-5-2-16 15,3 6-4-15,-5-3-14 0,-1 2-20 0,-3 4-16 16,-1 0-30-16,-3 3-22 0,-3 1-40 0,0 1-44 0,2 0-70 15,-9 6-267-15,2-3-587 0,2 2 260 16</inkml:trace>
  <inkml:trace contextRef="#ctx0" brushRef="#br0" timeOffset="-193863.3">31038 16335 2380 0,'-2'-9'162'0,"2"1"-1"0,0 8-51 16,2-14-47-16,-2 14 3 0,0 0 4 0,1-14-10 15,-1 14 14-15,4-10-22 0,-4 10 6 0,8-9-7 0,-8 9-8 16,12-5-3-16,-5 6-12 0,-7-1-38 0,16 0-41 16,-16 0-49-16,16 3-61 0,-6 0-98 15,-10-3-215-15,10 12-512 0,-10-12 228 0</inkml:trace>
  <inkml:trace contextRef="#ctx0" brushRef="#br0" timeOffset="-192812.49">32262 15994 70 0,'0'0'128'0,"0"0"-22"0,0 0 10 16,0 0-3-16,0 0 2 0,0 0-20 0,0 0 3 15,0 0-3-15,3-9-8 0,-3 9-2 16,0 0 2-16,0 0 1 0,2-8 4 0,-2 8 0 0,0 0-10 16,4-6 1-16,-4 6-15 0,3-6 0 0,-3 6 2 15,0 0-2-15,3-8-7 0,-3 8-1 16,0 0 2-16,0 0-5 0,3-9 1 0,-3 9-5 0,0 0-7 16,0 0-4-16,0 0-9 0,0 0-4 15,0 0 2-15,0 0 3 0,0 0 13 0,-9 24 8 16,1-6 3-16,0-2 1 0,-1 2 1 0,-2 5 4 15,0 1-5-15,-1-2 1 0,3-4 1 0,-1-3-1 16,1 2 0-16,1 0-4 0,-3-1 6 0,1 1-8 0,6-2-2 16,-4-2 32-16,4-2-20 0,-2-2 2 0,1 1-3 15,0-3-10-15,1 2 1 0,0-3-8 16,0 2-4-16,0-3-5 0,1 1-9 0,-1-1-4 16,4-5-2-16,-5 6-3 0,5-6 1 0,-4 6 0 15,4-6-9-15,-3 6-14 0,3-6-16 0,0 0-21 16,-4 8-16-16,4-8-17 0,0 0-23 0,0 0-18 15,0 0-18-15,0 0-27 0,0 0-27 0,0 0-44 16,0 0-50-16,-6 8-154 0,6-8-471 0,0 0 209 16</inkml:trace>
  <inkml:trace contextRef="#ctx0" brushRef="#br0" timeOffset="-192622.59">32036 15979 46 0,'0'0'198'0,"0"0"-17"0,0 0-20 15,0 0-10-15,3-9-18 0,-3 9-12 16,0 0-12-16,0 0-13 0,0 0-9 0,0 0-24 16,0 0-47-16,0 0-59 0,24 16-67 0,-22-9-92 15,-2-7-219-15,8 12 98 0</inkml:trace>
  <inkml:trace contextRef="#ctx0" brushRef="#br0" timeOffset="-192443.83">32308 16230 220 0,'9'4'251'0,"-9"-4"-17"0,0 0-24 16,0 0-17-16,8 4-20 0,-8-4-21 0,0 0-18 15,0 0-31-15,0 0-40 0,5 7-51 0,-5-7-68 0,0 0-82 16,0 0-121-16,-19 13-280 0,19-13 124 0</inkml:trace>
  <inkml:trace contextRef="#ctx0" brushRef="#br0" timeOffset="-192196.81">31163 16777 20 0,'0'0'236'15,"0"0"-24"-15,0 0-13 0,64-14-21 0,-28 6-23 16,15-6-15-16,1 6-23 0,10-1-43 0,26-8-69 15,6-1-105-15,-33 5-106 0,32-9-224 0,1-1 100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2T09:43:25.4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2745 3443 28 0,'0'0'205'0,"-2"-10"-4"0,2 10-5 15,0 0-21-15,0 0-15 0,-7-6-21 16,7 6-11-16,-14 0-10 0,14 0-12 0,-21 8 0 16,6 0-4-16,1 2-9 0,0 5-1 0,-4 5 1 15,1 6 1-15,1-1-13 0,-1 3-4 0,4 3-5 16,-3 13-1-16,3-1-9 0,4 2-3 0,3-11-9 16,0 0 0-16,3 2-8 0,0-1-2 0,-1 1-6 15,5-4-1-15,-1 0-4 0,6 1-2 0,-1-2 2 16,0-2-9-16,7-3 3 0,-1-3-1 0,5 0-2 15,-3-9-4-15,5 1 1 0,4-3 0 0,-4-2 0 16,1-2 0-16,3-3-2 0,7-3-3 0,-1-6 2 16,1-3 0-16,2-4 2 0,-3 0-1 0,0-4-2 15,-1-1 4-15,-4-5-2 0,3 1 2 0,-4-2-1 16,-3-1-6-16,-4-6 2 0,3 1-1 0,-7-4-2 16,1-2-3-16,-1 3 6 0,-3-2-7 0,-1-2 0 15,-1-12 0-15,-2 1-1 0,-3 13-3 0,-4-1 0 16,-2-14-4-16,2 15 1 0,-8-13-5 15,-4 0 0-15,3 2 0 0,1 10 3 0,-2 2-2 16,0 0-5-16,-2 4 5 0,1 4-2 0,-3 4 0 0,6 4-1 16,-2 4-1-16,0 5 0 0,2-1-2 0,-6 7 2 15,-6 2 2-15,-6 11-1 0,-7 4 0 0,-10 9-2 16,1 4 4-16,3 0-3 0,4 1 3 0,8-6 0 16,9-2 4-16,0 0-1 0,8 1-3 15,7-6 0-15,3 1-3 0,6 1 2 0,3-1-4 16,7 5 7-16,6 0-1 0,4-3-5 0,4 2 7 15,1-5-3-15,3 2 1 0,2 0-3 0,-1 1-1 16,1-4-1-16,-1 5 8 0,8 7-6 0,-11-7 2 16,-3 2 0-16,1 1-1 0,-4-2 0 0,-4 0 1 15,-3 1-4-15,-1-3 1 0,-4-3-2 0,-2-2 2 16,-4 1-6-16,0-1-4 0,-2 1-8 0,-1-5-4 16,0-1-15-16,-1 0-14 0,-1-10-16 0,0 16-30 15,0-16-36-15,4 13-35 0,-2-8-17 0,-2-5-122 16,4 9-344-16,-4-9 152 0</inkml:trace>
  <inkml:trace contextRef="#ctx0" brushRef="#br0" timeOffset="137.01">3339 3927 11 0,'0'0'200'0,"0"0"-22"0,10-7-15 0,-10 7-19 15,0 0-16-15,0 0-12 0,0 0-25 0,0 0-27 16,0 0-28-16,0 0-40 0,0 0-37 0,0 0-43 15,0 0-83-15,0 0-182 0,-5 30 81 0</inkml:trace>
  <inkml:trace contextRef="#ctx0" brushRef="#br0" timeOffset="300.01">2742 4360 202 0,'-5'4'254'0,"5"-4"-26"16,-9 6-21-16,9-6-23 0,0 0-10 0,0 0-25 15,29-1-13-15,0-5-12 0,22-6-15 0,5-4-27 16,29-9-41-16,0-2-38 0,1-1-50 0,-24 9-58 16,25-9-62-16,-29 8-96 0,4 1-284 0,1 0 126 15</inkml:trace>
  <inkml:trace contextRef="#ctx0" brushRef="#br0" timeOffset="425.13">3982 4070 29 0,'11'0'241'0,"-11"0"-29"0,0 0-19 16,0 0-21-16,0 0-29 0,0 0-36 16,0 0-64-16,0 0-48 0,17-11-69 0,-17 11-104 0,8-13-191 15,-3 5 85-15</inkml:trace>
  <inkml:trace contextRef="#ctx0" brushRef="#br0" timeOffset="2233.69">4804 3292 30 0,'-11'-1'203'0,"11"1"-6"0,0 0-13 16,-10-2-16-16,10 2-12 0,0 0-19 0,0 0-12 0,0 0-10 16,0 0-11-16,0 0-8 0,0 0 1 15,38-2-18-15,-18 2-8 0,1-3-6 0,9 3-5 16,0 0-7-16,0-2-10 0,0 2-25 0,-2 0-26 16,-8 0-31-16,9 1-51 0,-10 0-57 0,-1 0-140 15,-5 1-310-15,-1-1 138 0</inkml:trace>
  <inkml:trace contextRef="#ctx0" brushRef="#br0" timeOffset="2650">4989 3301 167 0,'-7'4'208'0,"7"-4"-23"0,-2 10-7 15,2 2-4-15,-1 3 12 0,-1 4-3 0,1 7 8 16,-3 2-9-16,2-2-11 0,0 2-6 0,2 1 9 15,-1-2-4-15,0 0-15 0,1-2-18 0,-1 0-26 16,1 1 8-16,-2-7-15 0,4 0-10 0,-2 0-8 16,2-3-11-16,1 0-6 0,2 2-6 0,-4-1-11 15,3-1-2-15,0-5-2 0,-2 2-19 0,0-4 18 16,0 2-13-16,-1-3-2 0,1 2-4 0,0-2-4 16,-2-8-10-16,3 14-8 0,-3-14-10 0,0 0-4 15,0 11-6-15,0-11 0 0,0 0-1 0,2 8 3 16,-2-8-6-16,0 0 1 0,-10 6-3 0,10-6 1 15,-14 0 4-15,14 0-4 0,-23-3 2 0,9 2 8 16,2 0-2-16,1 0 1 0,-3 0 1 0,14 1 0 16,-24-5 0-16,11 3 2 0,1 1 3 0,1-1 3 15,1 2-2-15,-1-1 4 0,3-1-4 0,8 2 1 16,-12 0-11-16,12 0 9 0,-8 2-1 16,8-2 2-16,0 0-8 0,-9 3 13 0,9-3-2 15,0 0 1-15,0 0-2 0,0 0-3 0,0 0-18 0,39 4-26 16,-23-5-32-16,6-1-44 0,0 1-26 0,5-5-35 15,2 3-25-15,-7 0-24 0,-1-2-158 0,-1-2-425 16,0 3 187-16</inkml:trace>
  <inkml:trace contextRef="#ctx0" brushRef="#br0" timeOffset="2982.97">5168 3763 58 0,'9'-6'154'0,"-9"6"-18"16,6-5-16-16,-6 5-12 0,0 0-10 0,14-1-1 0,-14 1 4 15,0 0 21-15,18 9-2 0,-9-3-6 0,-1 3-8 16,1 3 4-16,-3-3 4 0,3 1-3 0,-3-1 2 15,1 3-9-15,-1-3 0 0,-1 0-8 16,2-2-6-16,-2 0-9 0,-3-1-6 0,1-1 0 16,-3-5 5-16,5 8 11 0,-5-8 12 0,0 0 22 15,0 0 13-15,5 7 10 0,-5-7 3 0,0 0-10 0,0 0-12 16,0 0-16-16,0 0-5 0,0 0-4 0,0 0 3 16,-17-26-11-16,17 26-3 0,-1-18-13 15,4 1-14-15,1-1-6 0,2 0-8 0,7-6-8 16,-2 2-5-16,5 0-8 0,0 3-4 0,3 0 1 15,-3 5-7-15,0 1-4 0,0 4-3 0,1-1-2 16,0 1-1-16,0 3-21 0,-4 2 17 0,0 4-3 16,6 3-2-16,-8 1-3 0,0 0-6 0,1 4 13 15,2 2-8-15,-4-1 10 0,-1 1-26 0,4 0 22 16,-7 0-7-16,3 4-11 0,-1-4-41 0,-3-1-23 16,-1 3-28-16,1 5-41 0,-2-4-46 0,-3 3-62 15,1-3-83-15,-4-2-236 0,3-11-621 0,0 17 275 16</inkml:trace>
  <inkml:trace contextRef="#ctx0" brushRef="#br0" timeOffset="3367.13">6437 3478 41 0,'-5'-5'291'0,"-2"0"-14"16,-3 1-10-16,-4 4-12 0,-4 2-11 0,-1 5-13 15,-9 3-9-15,0 5-16 0,1 2-8 0,4 2-9 16,-1 2-9-16,6-2-19 0,2-2-13 0,1 3-17 16,6-3-6-16,4-4-15 0,3 2-10 0,2-3-10 15,2-1-6-15,8 3-9 0,2-2-2 0,-1 0-4 16,7-5-14-16,1-1-12 0,2-2-7 0,8-4-12 16,-2-2-8-16,-4 0-3 0,-3-3-4 0,0 1-7 15,0-3 0-15,-3 0-2 0,-5 2 5 0,3-4-4 16,-7 1-1-16,1-2 0 0,-2 1 2 0,-1-1-2 15,1 0 1-15,-2-3 5 0,-3 3 2 0,1-2 2 16,-1 3 11-16,0 3 2 0,-2 6 1 0,2-11-19 16,-2 11 7-16,1-6 3 0,-1 6-9 0,0 0-4 15,0 0 5-15,0 0-5 0,0 0 2 0,0 0-19 16,2 28 23-16,-2-18-3 0,0-10 1 16,0 22-24-16,2-4-32 0,1-2-47 0,2 0-45 15,0-3-60-15,5 1-74 0,1 2-281 0,0-5-604 0,4 1 268 16</inkml:trace>
  <inkml:trace contextRef="#ctx0" brushRef="#br0" timeOffset="3884.78">7128 3228 2455 0,'0'-19'166'0,"0"-2"-74"16,0 6-24-16,0 4 17 0,-1 1-9 0,1 1-12 0,0 9-10 15,0-13-14-15,0 13-8 0,0 0-11 0,-1-9-5 16,1 9-6-16,0 0 8 0,0 0 3 16,5 28 9-16,-4-8 4 0,2 9 4 0,-1 3-14 15,1 13 23-15,1 1-13 0,-4-10 1 0,3-1-10 16,1 1 20-16,-1-5-2 0,-1 1-4 0,1-6-3 15,1 3-4-15,-2-4-1 0,1-7-2 0,-2 0-1 16,3-5-4-16,-4-1-1 0,0 0 4 0,1-1-6 16,-1-5 4-16,0 1-4 0,0-7 3 0,0 0 4 15,0 0 10-15,-1 17 15 0,1-17 13 0,0 0 0 16,0 0 4-16,0 0 1 0,0 0-7 0,0 0 1 16,0 0-15-16,0 0-13 0,0 0-2 0,0 0-1 15,22-32-13-15,-13 16-6 0,5 0-6 0,5-3 2 16,1 1-10-16,5 3-5 0,-1-1-16 0,-4 8 14 0,1 0 0 15,-2 4 7-15,-1 0-13 0,-1 2-1 16,-4 4-1-16,-1-1 7 0,2 3-1 0,-4 1-4 16,-1 3-4-16,-1 1 2 0,-1 0 0 0,-1 0 2 15,-6 2 5-15,0 2 8 0,-4-2-8 0,-3 5-13 16,-3-2 25-16,0 2-5 0,-5-5-2 0,-2 3 3 16,-7 3-4-16,-2-3 7 0,1-1-11 0,0 1 7 15,0-5-22-15,-2 0-24 0,7-2-20 0,0-4-32 16,1 2-36-16,0-2-47 0,2-1-63 0,6-2-71 15,-2 0-247-15,13 0-609 0,-20-8 271 0</inkml:trace>
  <inkml:trace contextRef="#ctx0" brushRef="#br0" timeOffset="4333.88">7526 3420 211 0,'9'0'227'0,"-9"0"-22"0,12 5-14 0,-3 2-8 16,1 1-12-16,0 1 12 0,1 4-6 0,2 1-10 16,0-2-16-16,-1 1-14 0,-1 0-9 0,0 2-13 15,2-1-5-15,-3-2-12 0,-2-1-10 0,-1 0-6 16,0-1-12-16,-1-2-3 0,-1 0-7 0,-1-2-7 16,-1 2-5-16,-1-4-1 0,0 2-2 0,-2-6-1 15,2 9 0-15,-2-9 0 0,0 0-3 0,-14 8-2 16,8-6-4-16,-2-1 5 0,8-1-4 0,-15-1 13 15,15 1 1-15,-13-4-2 0,9-1-6 0,4 5 0 16,-5-10-9-16,4 4-2 0,1-4-6 0,2 1-3 16,4-1 0-16,4-3-8 0,-4 3 1 15,7-3-2-15,1 0-4 0,7-3-11 0,-4 4 7 0,5-3-1 16,-4 6 0-16,-2-3 1 0,2 4 0 0,-2 1-2 16,-4 2 1-16,-1-1-1 0,-2 2-3 0,-2 1 4 15,1 2-2-15,-2-2-3 0,-6 3-12 0,11-2 11 16,-11 2-1-16,10 3-2 0,-10-3-2 15,10 6 24-15,-8-2-11 0,-2-4-1 0,6 13 4 16,-4-5-2-16,1 1 2 0,-2 0 0 0,3 1-6 0,-3 2 9 16,2-1-8-16,-2 1-5 0,1 0-34 0,-2 4-29 15,-1-4-38-15,1 0-47 0,-2 0-75 16,0-2-78-16,-3 3-192 0,0-7-535 0,0 5 236 16</inkml:trace>
  <inkml:trace contextRef="#ctx0" brushRef="#br0" timeOffset="4487.09">7843 3246 137 0,'-2'-7'195'16,"2"7"-26"-16,0 0-29 0,-2-5-25 0,2 5-38 15,0 0-56-15,0 0-70 0,2 28-86 0,2-17-145 16,1 4 65-16</inkml:trace>
  <inkml:trace contextRef="#ctx0" brushRef="#br0" timeOffset="4916.97">8199 3445 2245 0,'7'-4'90'0,"-7"4"-53"0,0 0-20 0,0 0-8 16,-8-17-1-16,2 13 41 0,-2-1 22 0,-4 1 7 15,1 0-2-15,-2 1 5 0,-1 2-5 0,-4 1 2 16,0 2 0-16,5 2-8 0,-3 2-5 0,-2 2 4 15,4 6-4-15,2-2-2 0,-2 5-3 0,5 0-7 16,2 6 0-16,-1-6-1 0,4 1-7 0,2-3-11 16,2 1 2-16,4 1 3 0,1 0-8 0,3-3 0 15,3-1-3-15,5-2-3 0,-2-2-4 0,4-3-2 16,-1-2-3-16,1-1-2 0,-5-3-2 0,6-1-4 16,-1-3-5-16,-3-2 4 0,-1-3-3 0,3 0 0 15,-10-1-3-15,2-3 6 0,3-3-1 0,-6 0-1 16,-3-2-9-16,2-1 33 0,-1-7-8 15,-4 2 6-15,0-5-2 0,1 4 12 0,-1-1-2 0,0-1 4 16,0 2-6-16,0-1 4 0,1-1 8 0,-1 2 0 16,3 9-9-16,-3-3 12 0,1 8 6 0,-1 1-10 15,0 10 1-15,0-17-2 0,0 17-6 0,1-11-11 16,-1 11-10-16,0 0 3 0,0 0-7 0,0 0 0 16,0 0-2-16,0 0 9 0,7 33-9 15,-6-8-5-15,0 1 6 0,2 2-1 0,2 2 4 0,-4 0-28 16,4 3 24-16,2-2-11 0,-6-4-49 0,1 1-39 15,4-3-43-15,-5 1-27 0,2 1-38 0,0-9-34 16,3-1-45-16,2-2-29 0,1-2-252 16,-2-2-601-16,3-4 267 0</inkml:trace>
  <inkml:trace contextRef="#ctx0" brushRef="#br0" timeOffset="5488.67">8611 3510 77 0,'2'-10'242'0,"-3"5"-4"0,1 5-7 15,0 0-9-15,-8-14-15 0,8 14-8 16,-14 0-15-16,14 0-7 0,-20 11-17 0,4-2-5 16,2 4-9-16,2-3-14 0,-2 3-8 0,5 0-11 15,1-1-7-15,1-2-12 0,1 1-9 0,1-1-7 16,0 0-12-16,4 0-5 0,1-10-8 0,1 15-1 16,-1-15-8-16,5 13-2 0,0-8-16 0,-5-5 4 15,12 5 1-15,-3 0-7 0,-2-4-2 0,5-1 1 16,-3-1-3-16,1 1 2 0,0-1-9 0,-10 1 2 15,13-2-4-15,-7 0-2 0,-6 2-4 0,16 0 1 16,-16 0 3-16,14 6-8 0,-5 0 1 0,-2 4 1 16,2 4-1-16,4 9 0 0,-7 5 4 0,3 4 3 15,-2 2 4-15,-1 15 9 0,-1-1-1 0,2 1 6 16,-6 2-2-16,-2-1 6 0,-3 1 0 0,-1 0 5 16,-4-1-2-16,1-4 0 0,-5-2-1 0,2-10-10 15,-2-2 6-15,-3 0-4 0,-3-4-18 0,0 0 12 16,-6-6 5-16,-4-5-2 0,0-3 5 0,5-1-7 15,-4-6 0-15,6-4-6 0,3-3 6 0,1-5 4 16,0-2 2-16,4-6-7 0,4-1-1 0,4-13-13 16,3-2 3-16,11-4-7 0,8-15 2 0,7-1-6 15,8-3-5-15,5 2 4 0,12-19-11 0,-7 24-6 16,1-2-7-16,20-19-8 0,0 7 7 0,-16 15-2 16,-5 1-3-16,3-2 1 0,0 5 6 0,-6-1-1 15,0 1 2-15,-6 2 4 0,-10 10 7 0,-2 0 3 16,-5-1 11-16,-4 4 13 0,0-2 14 0,-7 9 15 15,-3 0 5-15,-1 2 24 0,-2 7 4 0,0-1-7 16,2 10 4-16,-10-13-13 0,-3 11-2 0,-2 5 4 16,-11 7 2-16,-3 5 3 0,0 3 2 0,-2 4-7 15,5 2-8-15,3 0-6 0,5 1 3 0,5 1-14 16,5 0-8-16,5 2-23 0,10-3-31 0,5-1-49 16,6-2-61-16,8-1-85 0,3 0-112 0,2-6-353 15,6-1-743-15,14 2 328 0</inkml:trace>
  <inkml:trace contextRef="#ctx0" brushRef="#br0" timeOffset="18700.04">9398 3771 129 0,'0'0'228'16,"0"0"-3"-16,0 0 3 0,0 0 1 0,0 0-8 16,0 0-9-16,0 0-9 0,0 0-21 0,0 0 1 15,8-12-28-15,-6 4-17 0,3-2-18 0,2-1-14 16,0-4-10-16,2-1-4 0,3-1-14 0,1-4-9 15,-3 3-6-15,3-4 26 0,-3-1 1 0,4-3-17 16,-4 3-5-16,-1 1-9 0,-1 2-9 0,-2-6-10 16,-1 2 1-16,-1 5-3 0,-1 2-15 0,-2 1 8 15,0 3-6-15,-1 3-1 0,-1 2-9 16,1 8 4-16,-1-11-8 0,1 11-4 0,0-11-3 16,0 11-3-16,-3-6 2 0,3 6-2 0,0 0-1 15,-14 3-4-15,14-3-9 0,-17 14 10 0,8-7 0 0,-1 3-6 16,3-3-19-16,0 4-6 0,3-2-1 0,2-1-3 15,2-2-4-15,0-6 3 0,5 17 1 0,1-9 7 16,3 2-1-16,1-3-5 0,6 0 0 0,3-1 6 16,0 0-3-16,7 1 1 0,-7-3 3 15,-1 0 0-15,-2-1 0 0,-3 1 3 0,-1 1-3 16,-2-2 4-16,-1 5 1 0,-2 1 2 0,0-1 2 16,-1 2 4-16,-1 2 1 0,-1 3-1 0,0 2 3 15,-2 1 1-15,0 1 2 0,0-3 1 0,0 5 0 0,-1-4 2 16,3-3 1-16,-2 1 2 0,4-5 2 0,-3 2-2 15,4-7 5-15,-1 3 6 0,3-2-7 16,-1 1 2-16,3-4-3 0,1-3 3 0,2-2 1 16,-1-1 2-16,2-3-3 0,4-3 4 0,-2-3-5 15,6 0 0-15,-8-1 4 0,2-5 0 0,-3 1-2 16,-5 2 2-16,5-8-1 0,-7 6 0 0,0 0-3 0,-1-9 5 16,-1 7-2-16,-1-6-2 0,-1 7 7 15,-2 0 6-15,-1 2-2 0,-1 4 4 0,-1 1-4 16,1 1 3-16,0 5-7 0,1 5-2 0,-4-8-4 15,4 8 0-15,0 0 1 0,0 0-3 0,-19 19 3 16,7-4 2-16,3 0-2 0,-1 8-1 0,2-6-1 16,1 2 0-16,3-4-1 0,0 5-9 0,3-2-17 15,2 1-18-15,2-2-33 0,1 2-33 0,4-4-45 16,4-2-33-16,1 0-199 0,-1-1-419 0,4-5 185 16</inkml:trace>
  <inkml:trace contextRef="#ctx0" brushRef="#br0" timeOffset="18916.45">10314 3466 105 0,'-5'-6'172'0,"5"6"-7"0,-13 0-11 16,2 3 4-16,-2 2-3 0,-4 3-7 0,1 1-4 16,-1 1-9-16,3 1-18 0,3 0-5 0,2 3-7 15,2-3-16-15,2 0-6 0,2 2-8 0,1 3-5 16,4 0-7-16,3-1-5 0,3-1-4 15,7 0-5-15,4-2-13 0,6 1-20 0,5-4-29 0,2 0-31 16,-1-1-43-16,7-4-41 0,-1-3-31 0,-3-1-147 16,-3-4-331-16,-9 0 147 0</inkml:trace>
  <inkml:trace contextRef="#ctx0" brushRef="#br0" timeOffset="19149.99">10616 3284 198 0,'0'-27'202'15,"0"9"-10"-15,0 3 4 0,0 3 7 0,-1 4-11 16,1-1-15-16,-2 2-23 0,2 7-19 0,0 0-16 16,0 0-13-16,0 0-6 0,0 0 2 0,-1 29 26 0,2-1-7 15,-1 5-1-15,-1 0-2 0,2 2-4 0,-1 1-6 16,0-2-5-16,3-3-4 0,-2 0-10 16,0 1-12-16,1-8-1 0,-1 4-7 0,-1-2-7 15,4-1-10-15,-3-8-22 0,0 0-24 0,1-1-31 16,0-4-22-16,3 0-29 0,-2-2-31 0,1-3-45 15,-4-7-32-15,2 11-34 0,2-5-31 0,-4-6-150 16,0 0-432-16,0 0 193 0</inkml:trace>
  <inkml:trace contextRef="#ctx0" brushRef="#br0" timeOffset="19384.39">10589 3459 22 0,'-1'-7'191'15,"1"7"-24"-15,-3-9-19 0,3 9-14 0,-1-9-18 16,1 9-3-16,0 0-19 0,10-4-7 0,-2 2-8 15,5 1-3-15,-1 2-14 0,10-1-5 0,-4-1-2 16,4 2-1-16,5 1-11 0,-7-2 2 0,-2 0 0 16,4 0 2-16,-3 3-5 0,-6-1-4 0,-1-2-8 15,2 2 0-15,-3 1-3 0,-5-1 2 0,4 3 5 16,-5-1 5-16,0 2 5 0,-1 0 9 0,0 2 7 16,-1 0-5-16,-1 2-3 0,0-1-9 0,-4 3 1 15,1 1-5-15,0-2-3 0,-2 5-24 16,-1 0-47-16,2 0-57 0,-1-2-71 0,-2 3-179 0,-5-3-371 15,4-4 164-15</inkml:trace>
  <inkml:trace contextRef="#ctx0" brushRef="#br0" timeOffset="19522.9">10866 3385 1640 0,'-4'-11'7'0,"2"2"-34"15,1 1 12-15,-1 0-63 0,2 8-22 0,0-8-51 0,0 8-62 16,8-11-231-16,-3 8 102 0</inkml:trace>
  <inkml:trace contextRef="#ctx0" brushRef="#br0" timeOffset="19766.82">11260 3127 194 0,'0'0'234'0,"1"-7"-15"15,-1 7-19-15,0 0-22 0,0 0-20 0,0 0-20 0,0 0-6 16,0 0 5-16,-6 22 24 0,2 5 13 0,2 5-8 16,-1 14 3-16,2 5-9 0,1-3-4 15,-3 1-11-15,2-3-10 0,2-9-15 0,2-6-9 16,-1 3-9-16,1 0-10 0,-2-2 8 0,0 0-27 16,6-1-5-16,-5-1-4 0,2 1-3 15,0-1-3-15,-2-5-10 0,-2-7-46 0,2-1-15 0,-2-6-37 16,-2 2-31-16,4-3-39 0,-2-10-43 0,-8 15-43 15,4-8-50-15,4-7-222 0,-20 5-517 0,7-6 228 16</inkml:trace>
  <inkml:trace contextRef="#ctx0" brushRef="#br0" timeOffset="20018.11">11027 3545 31 0,'19'-8'121'0,"8"-2"-10"16,5 0-8-16,1 3-14 0,-1-2-2 0,4 3-13 15,-1 2 2-15,-2-4-7 0,0 3-1 0,-1-3-1 16,-2 2 1-16,-2 2 1 0,-9 1 7 0,-1 2-3 16,-4-2 0-16,-4 1-4 0,-1 0 0 0,-1 2-6 15,-8 0-2-15,10 0-7 0,-10 0-6 0,0 0-6 16,10 2 0-16,-7 3 5 0,-3-5 5 0,7 12 1 16,-4-4 1-16,-1 4-3 0,1-2-7 0,-2 4-1 15,3 3-7-15,-4 0 0 0,0-3-12 0,4 4-7 16,-3-4-23-16,2 3-30 0,2-1-38 15,-4-5-54-15,4 0-60 0,-3 2-100 0,0-4-312 0,-2-9 138 16</inkml:trace>
  <inkml:trace contextRef="#ctx0" brushRef="#br0" timeOffset="20156.59">11475 3353 29 0,'-4'-6'125'0,"4"6"-23"15,0 0-15-15,0 0-24 0,0 0-22 0,0 0-32 16,27 21-31-16,-13-7-51 0,1 6-78 0,-1-5 35 16</inkml:trace>
  <inkml:trace contextRef="#ctx0" brushRef="#br0" timeOffset="20584.65">11750 3550 157 0,'0'0'192'0,"11"-5"2"0,-7 1-3 0,-4 4-11 0,9-7-10 16,-7 3-13-16,-2 4-13 0,5-13-17 0,-3 7-9 15,1-1-11-15,1-2-10 0,-2-1-11 16,0 3-10-16,-1-1-8 0,1-2-6 0,-2 1-6 16,0 0-6-16,-2 0 2 0,2 9 6 0,-1-12 1 15,1 12-2-15,0-8-4 0,0 8-8 0,0 0-10 16,-2-9-6-16,2 9-5 0,0 0-1 0,-18 6-1 16,7 3-6-16,0 2-1 0,-3 0-3 0,-1 5 1 15,1 1-2-15,3 0 2 0,-1-3-3 0,3 1-4 16,3-1 2-16,3 2 0 0,0-4-2 0,3-1 2 15,1 0-4-15,2-2 1 0,2 1-1 0,2-2 3 16,3-2-1-16,8 2 1 0,-4-5-3 0,2-1 3 16,6 0-3-16,-5-4 2 0,2-1-1 0,1-1 0 15,-3-4 0-15,2 1 1 0,-6 0 1 0,3-3-3 16,-5 3 0-16,1-5-2 0,-4 4-1 0,2-6 2 16,0 1 0-16,0-3 0 0,-3 6-2 0,1-1 0 15,-3-1 0-15,2 2-4 0,-1 3-2 0,-1 2 3 16,0-1-2-16,-1 2-2 0,3 0 0 0,-7 4 0 15,9 0-1-15,-9 0 0 0,11 7 2 0,-3 0 2 16,0 1-5-16,-3 3 3 0,3-1 8 0,-3 5-7 16,4 0-1-16,-5-1 4 0,0 2-2 0,1 3 5 15,-1-2-5-15,-2-3-1 0,1 4-29 0,1-2-34 16,1 0-68-16,0-1-69 0,1 0-197 0,-2-5-432 16,1-3 192-16</inkml:trace>
  <inkml:trace contextRef="#ctx0" brushRef="#br0" timeOffset="20731.66">12414 3721 140 0,'0'0'271'0,"0"0"-28"0,11 0-22 0,-11 0-25 0,0 0-21 16,0 0-18-16,10 6-13 0,-10-6-19 0,0 0-9 16,2 11-18-16,-2-11-44 0,0 0-60 0,0 21-87 15,-5-14-215-15,5-7-331 0,-13 19 146 0</inkml:trace>
  <inkml:trace contextRef="#ctx0" brushRef="#br0" timeOffset="23417.13">13279 3287 30 0,'0'0'212'16,"0"-10"-24"-16,0 10-15 0,0 0-16 0,0 0-11 15,6 30 1-15,-6-3 30 0,1 4-8 0,1 3-9 16,1 2-3-16,-8 10-14 0,2-12-12 0,-1 1-15 16,2 0-13-16,-2 0-5 0,3-4-9 0,-1-2-11 15,2-5-5-15,0 4-6 0,0-9-12 0,2 0-7 16,-1 0-27-16,1-1-24 0,-4-2-27 0,2-5-38 15,0 0-45-15,0-1-54 0,0-10-35 0,0 15-158 16,0-15-389-16,-7 8 173 0</inkml:trace>
  <inkml:trace contextRef="#ctx0" brushRef="#br0" timeOffset="23936.84">13256 3582 50 0,'10'-15'183'0,"3"0"-24"0,5-4-14 0,-5 3-12 0,10 0-12 15,-2 0-14-15,0 1-5 0,-4 4-9 0,-2-2-5 16,3 0-1-16,-5 1-7 0,6 1-7 0,-4 2-6 16,-5 2-1-16,0-2 1 0,1 2 6 0,-3-2 6 15,-2 3 12-15,3 0-10 0,-5-2 1 0,-1 1-10 16,2-2-3-16,-3 3 3 0,0-1 7 0,-2 7 1 16,4-10-12-16,-4 10-7 0,1-9-10 0,-1 9-12 15,0 0-8-15,0 0 2 0,0 0-4 0,0 0-6 16,0 0-3-16,4 33 1 0,-4-6 0 0,-2 3-2 15,2 0-2-15,-3 4-3 0,-3-6-1 0,2 3 2 16,4 0-1-16,0-4-3 0,-3-1-2 0,6-5 0 16,-3-6-4-16,2 1-5 0,0-5-3 0,-2-4-8 15,2 3-1-15,0-6 1 0,-2 3 0 0,0-7 0 16,5 7 3-16,-5-7 0 0,8 2 0 0,-8-2 2 16,15-3 0-16,-5 0 0 0,-1-1-3 0,5 1 1 15,-1 0 2-15,1 3 0 0,-3-3 3 0,2 1-2 16,1 0 4-16,-1 0-1 0,-3 1 0 0,3-2 2 15,-2 2 1-15,7-4-2 0,-7 2 1 0,3-1 0 16,-3 1 4-16,1-1 5 0,-2-1 3 0,-1-1 5 16,0 0-3-16,-1-1 4 0,0-1 0 0,-3-1-1 15,1 1 1-15,-4-1 3 0,-2-1 1 16,4-1-1-16,-4 0-1 0,-4 0-5 0,4 0-1 0,-2-1 2 16,-2 2-3-16,2 1 0 0,-1 1 6 0,3 8-5 15,-4-11-5-15,2 7-1 0,2 4-4 0,-12-1-5 16,12 1 1-16,-13 9 3 0,4 0-1 0,-3 3 0 15,1 4-1-15,3-1 0 0,-2 1-2 0,4 0-1 16,3 4-7-16,-1-4-19 0,4 1-31 16,5 2-37-16,1-1-49 0,6-3-57 0,5-2-229 0,1-1-466 15,8 0 207-15</inkml:trace>
  <inkml:trace contextRef="#ctx0" brushRef="#br0" timeOffset="24184.34">14550 3440 2430 0,'10'-29'61'0,"-4"-3"-29"16,-2-1-10-16,-3 6 15 0,0 3 35 0,-1 4 15 0,3 1 3 15,-3 5 1-15,0 3 17 0,0 1 15 0,0 3 5 16,0 7-13-16,0-10-18 0,0 10-13 16,0 0-13-16,0 0-8 0,0 0-4 0,0 0-3 15,9 44 4-15,-4-11-8 0,-1 3 3 0,1 10-14 16,3-2 1-16,0 2 4 0,-4-12-17 0,1-2 9 15,1 2-10-15,-1 0 1 0,-1-4-4 0,3 0-15 0,-3 0-17 16,-1-3-30-16,1 1-37 0,-2-4-27 16,0-5-39-16,0-1-38 0,-2-1-69 0,1-6-63 15,-2 6-222-15,-3-8-575 0,0-3 255 0</inkml:trace>
  <inkml:trace contextRef="#ctx0" brushRef="#br0" timeOffset="24633.58">14778 3351 87 0,'8'-2'168'0,"1"0"-8"0,-9 2-10 0,14 2-1 16,-5 2-22-16,-5 2 0 0,2 1-16 0,0 2-9 16,-6 1-5-16,2 2-8 0,-5 5-10 0,-3-1-5 15,-5 3-9-15,-1-4-8 0,-8 2-10 0,5-3-6 16,-2-3-3-16,5 0-4 0,-2-1 3 0,5-4-1 15,2-2 6-15,0-2 3 0,7-2 9 0,-5 6-6 16,5-6-1-16,-8 1-4 0,8-1-7 0,0 0-3 16,0 0-8-16,0 0-4 0,0 0-1 0,0 0-2 15,29-5-3-15,-16 3 4 0,5 0-7 0,0-1 2 16,0 2-1-16,2-1-1 0,1 0-4 0,6 0-1 16,-7-1 1-16,2 0-3 0,-4-1-1 0,2 1-6 15,-1-2 4-15,0 0 2 0,0-2-1 0,-1-1 4 16,2 0-6-16,-7-3 3 0,1 1 2 0,-6 2 1 15,0-3-2-15,3 0 2 0,-4-5 1 0,-3 5 21 16,-2-1-1-16,0-1 4 0,-1-2 5 0,-1 4 8 16,-1 5 21-16,1 6 5 0,-4-14-3 0,0 9-7 15,0 1-7-15,4 4-6 0,-10-4-8 0,10 4-1 16,-18 6-6-16,5 5-3 0,-1 2-4 0,3 3 4 16,-3-2-11-16,3 1 3 0,1 1-4 0,2-1-5 15,3 2-18-15,3 0-31 0,0-1-31 0,4-4-35 16,2 3-37-16,-1-3-43 0,9 2-40 0,-1-4-200 15,-3-2-458-15,5-2 203 0</inkml:trace>
  <inkml:trace contextRef="#ctx0" brushRef="#br0" timeOffset="25200.47">15312 3417 11 0,'2'-13'245'0,"0"4"2"0,-4-1-4 0,2 2-7 15,-3 1-12-15,3 7-25 0,-6-7-19 0,-1 5-19 16,7 2-1-16,-19 7-11 0,9 2-10 15,-4 1 4-15,4 4-8 0,-2 0-10 0,-1 1-15 0,4 1-9 16,2 0-22-16,0-2 4 0,3-2-10 0,4 0-4 16,0 2-6-16,4-5-6 0,3-1 1 0,-1 0-19 15,3-1-4-15,4-3-26 0,4-1-6 0,-1-1-16 16,5-4-8-16,-1-1-4 0,0-1 4 16,-2-4 5-16,0 0 1 0,-4-1 6 0,0 0-2 15,-2-2 1-15,-3 2 3 0,-2-2 0 0,-3-1-1 16,3-2 11-16,-5 2-3 0,0 3 4 0,0-1 5 0,-2 3 9 15,0-1 1-15,0 8 12 0,0-13 3 0,0 13-4 16,0-8-2-16,0 8-18 0,0 0 6 0,0 0 0 16,0 0-3-16,0 0 3 0,-13 19 2 0,11-6-3 15,-1 1-6-15,-3 1 10 0,4-2-4 16,1 3 2-16,2 1-6 0,2-6 0 0,-3 2 4 16,8-2-16-16,-1 4 10 0,4-7-13 0,4 2-12 0,-1-2-23 15,4-4-29-15,2-1-36 0,2-3-35 0,-2 0-18 16,0-5-24-16,1 1-20 0,-2-2-13 0,-1-2 21 15,0 0 15-15,-6 2 16 0,0-5 24 16,-3-2 17-16,-2 1 44 0,-2-2 18 0,-1-3 42 16,1-2 30-16,0-1 12 0,-1-5 14 0,-2 4 20 15,0-5 16-15,-1 1 17 0,-2-2 12 0,5 8 8 0,-2 1 2 16,1 6 22-16,-2 0 10 0,0 3 9 0,2 1-2 16,-2 2-12-16,-1 6-20 0,0-10-17 15,0 10-11-15,0 0 0 0,0 0 1 0,0 0 15 16,-6 38 3-16,3-14 9 0,1 4-6 0,-1-2-12 15,-2 2 3-15,2-1-10 0,-1 2-8 0,2-1-5 16,-3 0-5-16,2-3-6 0,1 1-11 0,2-2-9 0,-1-5-25 16,-1-2-36-16,4 0-56 0,-1-4-55 0,0 3-47 15,0-5-48-15,-1-1-56 0,3 0-61 16,-1-3-243-16,-2-7-620 0,0 0 274 0</inkml:trace>
  <inkml:trace contextRef="#ctx0" brushRef="#br0" timeOffset="25400.96">15839 3399 6 0,'1'-5'268'0,"-1"5"-15"0,0-10-21 0,0 10-17 15,0 0-15-15,0 0-18 0,0 0-10 0,-18 4-14 16,8 5-9-16,-2 0-5 0,1 6-8 0,-4-3-9 16,2 1-1-16,0 0-9 0,2-3-10 0,3-1-12 15,3-2-9-15,-2 1-9 0,5-3-9 16,1 2-5-16,1-7-3 0,5 12-8 0,1-8-10 0,6 2-26 15,7-4-38-15,0-1-58 0,10 0-66 0,2-3-81 16,-2 0-219-16,1-4-484 0,0 2 215 0</inkml:trace>
  <inkml:trace contextRef="#ctx0" brushRef="#br0" timeOffset="25768.12">16520 3377 3419 0,'-2'-11'148'0,"-4"-6"-25"0,2 6-49 0,3 1 0 0,-1 1-30 15,0 3 23-15,2 6-19 0,-4-11-8 0,4 11-10 16,-2-7-6-16,2 7-4 0,0 0-6 0,0 0 3 16,0 0-7-16,0 0 1 0,13 30 5 15,-5-12-3-15,3 5-1 0,-1 0 3 0,0 1 1 0,3-3-3 16,-1 2 0-16,-3-5 0 0,1-2 0 0,0-1-5 15,-1-1 1-15,4-1 0 0,-7-5 3 16,1-1 7-16,-4-2 7 0,4 1 13 0,-5-2 23 16,-2-4 12-16,5 4 15 0,-5-4-3 0,8 0-10 15,-8 0-6-15,8-8-11 0,-4-1-4 0,1 0-9 0,-2-8 1 16,3-1-6-16,-1-1-3 0,1-9-7 16,-2-1-6-16,2-2-11 0,-1 1-27 0,3-2-9 0,0-2-18 15,3 5-17-15,-2 4-5 0,-4 6-31 16,2 3-40-16,-3 4-43 0,-3 2-49 0,3 3-63 15,-1 0-55-15,-3 7-24 0,0 0-201 0,0 0-614 16,0 0 272-16</inkml:trace>
  <inkml:trace contextRef="#ctx0" brushRef="#br0" timeOffset="26117.04">17059 3281 76 0,'0'0'264'15,"0"0"-14"-15,0 0-16 0,0 0-8 0,0 0-9 16,-27-14-9-16,11 16-5 0,-2 0-9 0,-1 1-4 15,-8 6-12-15,1 3-5 0,1 3-13 0,1 2-16 16,1-2-7-16,8-1-18 0,2-1-17 0,0 3-7 16,4 1-7-16,-3-2-4 0,5 0-15 0,4-4-4 15,0 1-13-15,3-1 2 0,2-1-7 0,3-1-4 16,1 1 0-16,6-5-10 0,-1 1-9 0,8-6-1 16,-2 0-14-16,3-1-9 0,-2-3 0 0,1-2-1 15,-3-2-3-15,-2 0 1 0,-3 2 0 0,2-5 4 16,-4 1-3-16,0-1-2 0,0 0 3 0,-1-5 5 15,-4 6-4-15,-1 0 7 0,0 1 7 0,1 2 5 16,-3 2 1-16,-1 5 2 0,5-10-9 0,-5 10-1 16,0 0 4-16,0 0-12 0,0 0-1 0,0 0 5 15,0 0-3-15,0 0 1 0,1 34 0 0,-2-17 1 16,0-1 1-16,-4 3 1 0,5-2-4 0,-1 2-13 16,1-2-20-16,1 0-40 0,1 0-39 0,1-1-40 15,-1-1-67-15,2-4-75 0,0 2-230 0,0-4-563 16,0-1 249-16</inkml:trace>
  <inkml:trace contextRef="#ctx0" brushRef="#br0" timeOffset="26333.86">17256 3121 121 0,'0'-10'352'0,"0"1"-20"0,0 2-30 16,0 7-35-16,0-8-28 0,0 8-25 0,0 0-10 15,0 0-6-15,-2 43 1 0,-1-16-8 0,0 5-33 16,0 0-1-16,1 3-17 0,0 0-10 0,0 1-14 16,2-3-4-16,2-1-24 0,-2 0-11 0,1-1-24 15,0-3-33-15,1 1-47 0,-1-8-54 0,1-2-50 16,0-1-85-16,-1-1-91 0,-1-6-178 0,-1-1-526 16,1-10 234-16</inkml:trace>
  <inkml:trace contextRef="#ctx0" brushRef="#br0" timeOffset="26833.85">17423 3370 237 0,'0'0'258'0,"0"0"-16"0,0 0-22 0,0 0-13 16,0 0-6-16,0 0-16 0,0 0-23 0,0 0-9 15,-5 24-16-15,4-14-14 0,1 0-12 0,1 0-12 16,-1 0-7-16,2-2-9 0,0 3-9 15,2-5-1-15,0 3-11 0,1-1-6 0,3-1-7 16,-2-2-2-16,0-1-11 0,1-1-5 0,1 0-2 0,0-1-11 16,1-2-1-16,2 0-3 0,-11 0-4 0,16-2 2 15,-7-1-1-15,0-3-3 0,1 2 2 16,1 0-5-16,-2-3 1 0,-3 3 0 0,7-3 1 0,-7 1-2 16,1 2-3-16,-2 0-2 0,-5 4-1 15,8-4-4-15,-8 4 2 0,10 0 0 0,-10 0 3 16,7 6 1-16,-4 0 0 0,-1 0-1 0,5 2 1 0,-1-1 1 15,-2 3 2-15,2-1-2 0,1-4 4 0,0 2 0 16,4-2-1-16,-4-2-3 0,6-3 2 0,-3 2 5 16,4-4-2-16,5-1 0 0,-2-4-4 15,0 0 6-15,2-1-3 0,-4-1-1 0,2 0-1 16,-3-2 2-16,-4 3-2 0,2-5 1 0,-3 4 1 16,1-5 7-16,-5 4 5 0,0-2 0 0,-1 0 1 0,0 2-1 15,-3 1 5-15,0-1 3 0,-1 0 11 16,0 1 1-16,0 2-2 0,0 7 10 0,-2-11-4 15,2 11-2-15,-5-6-7 0,5 6 2 0,-12 2-1 16,1 4 4-16,2 3-10 0,-7 5 17 0,2 1-3 16,3 0-9-16,-2 2-6 0,-3 3-2 0,8-3-27 15,3 0-38-15,3-5-48 0,4 1-51 0,3 2-57 0,6 1-34 16,5-3-54-16,9 0-204 0,4-3-529 16,3-2 235-16</inkml:trace>
  <inkml:trace contextRef="#ctx0" brushRef="#br0" timeOffset="27367.04">18407 3397 79 0,'0'0'312'0,"2"-9"-13"0,-2 9-24 0,4-3-24 16,-4 3-23-16,0 0 7 0,0 0-21 0,0 0-17 16,0 0-4-16,4 22-16 0,-4-14-17 0,2 1-12 15,2 1-15-15,1 1-15 0,1-1-10 0,2-1-7 16,0 0-5-16,1-3-7 0,6 3-13 0,0-2-6 15,-1-5-6-15,2-1-2 0,5-2-11 0,-9-1-4 16,6-4-25-16,-7 2 0 0,0-3-5 0,-4-1-15 16,0 0-7-16,-2-3-8 0,-3-1-21 0,1-4-1 15,-7 0 5-15,0 1 2 0,-5 0-2 0,-1-1 5 16,-4 1 5-16,1-1 0 0,-1 3 11 0,1 2 12 16,4 1 15-16,-2 3 9 0,3 0 7 0,3 3-5 15,0 0 1-15,5 4-6 0,-10-5-5 0,10 5-5 16,-4-4-1-16,4 4 2 0,0 0-1 0,0 0 6 15,0 0-5-15,0 0 3 0,35 10-6 0,-14-8-14 16,9-2 13-16,3-3-6 0,3 1-13 0,-3-3-12 16,3 0-2-16,-4-4-9 0,-4-2 1 0,1-1 3 15,-8 3 2-15,-2 0 2 0,1-6 6 0,-7 1 1 16,-2 0 2-16,1-2 3 0,-3 1 7 0,0-2 11 16,-1 1 11-16,-5-2 0 0,2 0-1 0,-1 2 19 15,-3 5 6-15,2-1 12 0,-2-1 5 0,1 6 16 16,-1 0-9-16,-1 7-6 0,1-11-12 0,-1 11-6 15,0 0-15-15,0 0-2 0,0 0 1 0,3 28 10 16,-6 5 3-16,3 2 23 0,0 15 19 0,-2 3 13 16,-1 3 11-16,2-1 6 0,-1 0-5 0,4 1 3 15,-4-3 1-15,2-5-10 0,0 3-7 0,2-2-9 16,-1 2-5-16,3-5-6 0,-1-10-5 0,2 10-8 16,-1-14-28-16,-1-1-43 0,2-3-60 0,-1-9-64 15,-3-1-88-15,-1-1-76 0,2-8-90 0,-1 3-378 16,-1-12-832-16,-8 6 369 0</inkml:trace>
  <inkml:trace contextRef="#ctx0" brushRef="#br0" timeOffset="27537.52">18732 3621 2919 0,'3'-11'167'16,"-3"11"-126"-16,1-9-16 0,2 4-11 0,-3 5-7 15,11-8-4-15,-2 4-1 0,5-1 4 0,5-1-3 16,9 0-2-16,3 2 1 0,1-4-8 15,3 3-30-15,-1 1-57 0,3-1-71 0,-1-2-98 0,-6 2-177 16,-1-3-474-16,-9 4 210 0</inkml:trace>
  <inkml:trace contextRef="#ctx0" brushRef="#br0" timeOffset="30250.11">20275 3791 38 0,'14'-29'136'0,"1"-1"-4"15,4 2-2-15,-2-4-12 0,3 2-5 0,-1-2-2 16,-2 4-17-16,1-4-1 0,-1-1-4 0,-2 5-7 16,-2-2 3-16,-1 1-7 0,-2 2-2 0,0-1 27 15,-6 9-4-15,3-4-7 0,-4 7-10 0,-1 2 10 0,-2 3-1 16,-1 2-9-16,-2 1-6 0,3 8-12 16,-11-9-9-16,0 7-6 0,-2 3-4 0,-8 1-5 15,2 5-3-15,-10 6-4 0,1-2-6 0,2 2 1 16,-1 3-7-16,5 0 2 0,7-3-5 0,0-3-3 15,3 3-1-15,2 0-2 0,8-2-2 0,3 0-1 16,1 0-3-16,11 4 2 0,-1 1-1 0,9-1-5 0,5-1 3 16,3 1-1-16,2-1 2 0,0-1 2 15,1-1-6-15,-3-2 1 0,2 3 3 0,-3-1-6 16,-1-3-7-16,-8 0-5 0,-1 0-9 0,-3-1-1 16,-6 0-13-16,0 0-2 0,-4 0-3 0,-2 0-3 15,-3 2-3-15,-4-1-3 0,-3 0-2 0,-4 0-4 16,-2 0 0-16,-5 0 8 0,1-3-3 0,4-2 8 0,0 0 12 15,0-1 8-15,4-2 9 0,0 0 9 16,9-1-4-16,-11-2 7 0,11 2-9 0,-4-9 8 16,4 9-3-16,10-17 6 0,0 4-1 0,4-1-1 15,9-2-1-15,2-1 1 0,0 0-4 0,3 0 8 16,3-2-3-16,-2 2-4 0,3-2 3 0,-1 0 3 16,-3 1 1-16,-5-1 1 0,1 3-2 0,-3-3 3 15,-7 5 6-15,-2 0 6 0,-1-2 3 0,-2 1 5 16,-3 5 13-16,-2-2-5 0,-2 2 0 0,-2 0 1 15,-2 0 2-15,2-2-1 0,-4 5 0 0,-2 0-3 16,-1 0 4-16,0 2-13 0,-4 2 1 0,0 3-5 16,-2 3 3-16,-1 1 2 0,-1 5-1 0,-11 8 2 15,3 2-4-15,3 0 4 0,-2 2-2 0,3-1-3 16,6-4-4-16,2 0-1 0,4 0-1 0,2 2-3 16,3-2 3-16,4 0-13 0,6-1-21 0,2-1-27 15,1-1-45-15,14 2-49 0,0-5-64 0,3-1-153 16,-1-5-389-16,8-1 172 0</inkml:trace>
  <inkml:trace contextRef="#ctx0" brushRef="#br0" timeOffset="30467.12">21227 3319 77 0,'-10'-4'246'0,"-2"0"-3"0,-1 4-2 0,-3 4-4 16,-3 0-17-16,1 4-2 0,1-2-10 0,-7 7-7 15,10-4-23-15,-2 2-15 0,6 2-11 0,0-1-16 16,4-1-13-16,0 3-17 0,3-2-2 16,3 1-16-16,2-1-3 0,3 3-12 0,-1 0-27 15,5-3-23-15,-4-2-34 0,8 2-33 0,3-1-31 0,3-1-37 16,0-2-47-16,6-1-35 0,-6-4-32 0,3 1-8 16,0-1-119-16,-4-4-381 0,0-1 169 0</inkml:trace>
  <inkml:trace contextRef="#ctx0" brushRef="#br0" timeOffset="31000.22">21346 3500 93 0,'5'-12'119'0,"0"0"16"0,-1-4 7 0,-2-1-18 16,-2-1 11-16,3 3 6 0,-3 3 11 0,-3-1 5 16,2 5 4-16,-4-3-2 0,4 6 3 0,1 5-18 0,-3-10-10 15,3 10-17-15,0 0-9 0,0 0-9 16,0 0-1-16,-15 12 2 0,10-1-4 0,-5 3 2 0,3 1-22 16,2 1 3-16,-3-2-11 0,4 2-5 15,1-3-4-15,0-1-7 0,3-1-6 0,0 2-1 16,1 0-6-16,4-1-2 0,-1-1-4 0,4-2 2 15,-2-2-11-15,1-1 0 0,0 0-5 0,0-2-5 16,0-1 1-16,1-2-5 0,1 0-8 0,1-2 0 0,1-2-9 16,-1-2 2-16,-3-1-3 0,4 0 3 15,-4-2-4-15,2 0 9 0,0-1-5 0,-2-2-3 16,-2 1 3-16,5-5 2 0,-2 1-2 0,-2-2-1 16,-1 0 3-16,1 5 1 0,-1-5 2 0,2 5-3 15,-1-3-1-15,-2 5-1 0,1 1-1 0,2 2-2 16,-2 1 0-16,0 1 2 0,-5 4-2 0,13 1 1 15,-13-1-3-15,14 8 1 0,-7 1 4 0,1-1 3 16,1 2 5-16,-3 1 4 0,1 0 1 0,-1 0 1 16,1 3 1-16,-1-3-4 0,-2-1 8 0,-2-2-1 15,1 0-4-15,-1-2 5 0,1 0-5 0,-3-6 10 16,3 7 6-16,-3-7 14 0,4 6 6 0,-4-6 1 16,0 0 22-16,0 0 0 0,2 5-5 0,-2-5-9 15,0 0-5-15,0 0-10 0,6-17-7 0,-3 10-3 16,2-3-6-16,1-1-7 0,3-4-9 0,3 1-7 15,1-1 4-15,2 1-9 0,-1 2-2 0,1-2 2 16,1 2-3-16,0 3-2 0,-2-1 4 0,-2 7-3 16,2-2 2-16,0 2-3 0,-3 2 1 0,-3 2 2 15,3 4-4-15,1-1 3 0,-3 5-2 0,-1-2 4 16,1 2-1-16,-3 1 3 0,3 3-4 0,-1-3 5 16,-4 4 0-16,1-3-3 0,-3 1-20 0,3 3-33 15,-1-3-38-15,-3 0-41 0,1-1-63 0,0-1-72 16,-2 0-236-16,0-10-550 0,3 13 244 0</inkml:trace>
  <inkml:trace contextRef="#ctx0" brushRef="#br0" timeOffset="31417.11">22132 3375 4 0,'1'-10'282'0,"-1"-2"26"0,0 5 4 0,0 7-16 15,-3-13-14-15,0 7-27 0,-1 2-23 0,4 4-24 0,-12-6-17 16,12 6-19-16,0 0-5 0,-32 10-2 0,14 0 0 15,2 2-18-15,-6 5-6 0,8-4-19 0,-3 2-17 16,7 0-2-16,0-1-16 0,6 2-5 0,-2-2-12 16,3-1-4-16,4-1-9 0,5-2-8 15,-1 0 4-15,2-1-25 0,5 1-16 0,2-4-15 16,4 0-17-16,0-4-13 0,0-2-12 0,1-2 2 16,-3-2 0-16,2-1 0 0,-5 0 11 0,1-3 4 0,-5-1 6 15,1-4-2-15,-1-2 12 0,-4-3 7 0,3 0-9 16,-4-1-8-16,-2-9 18 0,-2 1 6 15,-2 3 3-15,2-4 9 0,-1 2-2 0,1-3 0 0,-2-1-3 16,0 2 6-16,2-3-2 0,1 4 4 16,-1-5 22-16,1 7 15 0,-1 5-11 0,-1 3 1 15,2 4 12-15,-1 4 2 0,0 9-10 0,-1-13-7 0,1 13-9 16,0 0-7-16,-3-10-9 0,3 10-2 0,0 0 2 16,0 0 15-16,0 55-13 0,0-26-2 15,2 3-1-15,-2 1-2 0,-2 1-17 0,4-1 13 16,-4 0 8-16,5-2 0 0,0 1-11 0,0-3-39 15,2 1-43-15,0-2-41 0,2-10-38 0,1 0-26 16,6-2-45-16,1-2-69 0,2-3-273 0,-2-6-616 16,7 1 273-16</inkml:trace>
  <inkml:trace contextRef="#ctx0" brushRef="#br0" timeOffset="32500.22">22580 3292 204 0,'-7'-4'255'0,"-4"-2"-8"0,0 5-5 0,-3-1-7 16,-4 4-3-16,0 2-11 0,-2 2-5 0,-1 3-19 16,-4 4-8-16,3 1-15 0,5-2-2 0,4 2-23 15,1 1-13-15,1-1-15 0,4 1-8 0,2-3-14 16,2 0-10-16,2 1-17 0,2-2 9 0,2 0-11 16,2-1-7-16,-1-1-8 0,5-2-2 0,1-1-3 15,1-1-11-15,2-1-7 0,5-3-7 0,-4-1-19 16,4-3 14-16,-6 3 2 0,0-3-7 0,-2-1-17 15,-1-1 17-15,4 0 3 0,-4-2 0 0,-2 2-8 16,1-2 7-16,-1-3-5 0,-2 1-3 0,0-1-12 16,-1-1 11-16,1 1-2 0,-1 0 4 0,0-4-6 15,-2 6-2-15,1 0 8 0,-1 2-4 0,0-1-2 16,-2 7-3-16,3-7-6 0,-3 7-1 0,0 0-4 16,4-6 2-16,-4 6 7 0,0 0-3 0,0 0 3 15,2 22 3-15,-1-13 4 0,1 2 4 16,0 2 7-16,0-1-10 0,2-1 4 0,-1 0-1 15,0-1 5-15,3 0-6 0,-1 0 7 0,1-2-4 16,0-2 4-16,5 0 2 0,-2-1-1 0,2-4 10 0,1 0-8 16,-12-1-9-16,24 0 3 0,-7-2-4 0,-4-2 0 15,4-1-3-15,-3 3 1 0,-4-4 5 0,0 0-13 16,-2-1 16-16,-1-1-7 0,-1-1 2 16,1-1 0-16,-2 1 1 0,0-1 2 0,-3 0-10 15,1 0-4-15,-1-1 11 0,0 1-2 0,0-1-6 16,1 1-19-16,-3 10 21 0,4-19 3 0,-3 13-3 15,-1 6-18-15,1-11 14 0,-1 11 7 0,0 0-11 0,4-11 8 16,-4 11-8-16,0 0 1 0,0 0 0 0,0 0-7 16,0 0 1-16,0 0 7 0,0 0-3 15,0 0 4-15,0 0-6 0,18 23-11 0,-14-18 24 16,-4-5-8-16,2 13 5 0,2-7-2 0,-4-6 0 16,5 8-4-16,-5-8 3 0,9 9-3 0,-9-9 9 15,5 7-6-15,-5-7 1 0,8 6-4 0,-8-6 3 16,9 5 6-16,-9-5 6 0,11 0-9 0,-11 0-7 0,16 0 3 15,-16 0 4-15,15-2-19 0,-15 2 3 16,18-4 13-16,-9 1-8 0,0 1-10 0,0-2 6 16,1 0 4-16,-4-1 1 0,3 0-20 0,-2 2 23 15,-7 3 4-15,11-5-6 0,-7 4 1 0,-4 1-2 16,8-5 2-16,-8 5-5 0,0 0-4 0,0 0-10 16,0 0 16-16,0 0-1 0,9 8 5 0,-9-8-10 0,2 8-4 15,2-2 12-15,-3 1 4 0,1 0 5 16,1 1 7-16,-1-2-4 0,2 0 3 0,-1-1-1 15,1 0 3-15,3 3-6 0,2-2 4 0,-3-3-1 16,3 1 3-16,0-2 0 0,2 1-6 0,1-2 6 16,-1-2-3-16,1 0-1 0,6-1 1 0,-8-1-1 15,-1 0 7-15,-4 0-3 0,-5 3 7 0,12-5-10 16,-7 0 2-16,0-1 2 0,3 0 1 0,-3 1-5 16,0-2-1-16,-2-1 5 0,0 2-2 0,2-2 1 15,0-1 2-15,-2 2 2 0,0 1-2 0,0 0 3 16,-3 6 0-16,5-10-3 0,-5 10-3 0,4-6 3 15,-4 6-11-15,0 0 3 0,0 0 3 0,0 0 9 16,0 0 1-16,7 23 8 0,-7-11-1 0,-2 4 6 16,2 1-4-16,-1 3-2 0,1-1 1 0,-1 8-8 15,-1-1 2-15,2 2-3 0,2-3 5 0,-2 3-11 16,2 1 2-16,-2 3-4 0,0-2 7 0,0-1 0 16,0 3-5-16,3 3-5 0,1 1 0 0,-3-2 12 15,-1 0-9-15,3 2-4 0,-5 0 7 16,1-1-1-16,0 1 1 0,-3-2-7 0,-3 0-4 0,1 0 3 15,-4-3 1-15,0-5-6 0,1-3-13 0,-1-6 2 16,-1-2 6-16,-3-4-11 0,3-5 4 0,-3-3-11 16,0-5 1-16,14 2 9 0,-31-17-1 0,18 1-5 15,-3-6-7-15,7-3-9 0,5-6-8 0,0-3-23 16,1 0-18-16,6-16-34 0,7 2-22 0,3 3-17 16,-2 11-12-16,6-10-13 0,1 11-17 15,1 2-40-15,7-9-22 0,-3 11-30 0,0 0-164 16,2 2-494-16,1-1 219 0</inkml:trace>
  <inkml:trace contextRef="#ctx0" brushRef="#br0" timeOffset="33679.07">24246 3155 143 0,'-4'-6'234'0,"4"6"-28"16,-5-4-29-16,5 4-36 0,0 0-31 0,0 0-31 16,0 0-43-16,0 0-44 0,-11 12-48 0,11-12-121 15,4 14-192-15,0-7 85 0</inkml:trace>
  <inkml:trace contextRef="#ctx0" brushRef="#br0" timeOffset="40917.18">23946 3249 78 0,'0'0'212'0,"0"0"-13"0,-5-7-17 16,5 7-14-16,0 0-18 0,0 0-13 0,0 0-21 16,0 0-13-16,0 0-8 0,0 0-12 0,0 0 15 15,0 0-5-15,0 0-12 0,0 0 1 0,16 17 2 16,-12-7-7-16,5 4-6 0,-2 1-1 0,1 0-8 16,-1 2-6-16,1-1-2 0,1 1 0 0,0-1-4 15,0 0-2-15,0-1-6 0,-2-1-5 0,3 0-2 16,-5-3-6-16,0-1 0 0,2 1 1 0,-2-2-4 15,3 1-4-15,-3-1 4 0,1-1-5 0,0 0-3 16,-1-5 1-16,-1 3-4 0,-4-6 1 0,7 7 4 16,-5-4 21-16,-2-3 30 0,0 0 9 0,0 0-5 15,0 0-11-15,18-14-2 0,-11 4 7 0,1-6-10 16,3-2-9-16,1-8-5 0,2-2-3 0,3-2-4 16,-2-1-9-16,3-1-3 0,0 2-14 0,-2-4-4 15,2 4 16-15,-1-3-5 0,-3 2-19 0,-3 2-34 16,0 1-7-16,-3 4-26 0,-2 9-25 0,-4 2-20 15,2 1-51-15,-1 5-48 0,-3 7-17 0,5-6 4 16,-5 6 1-16,0 0 10 0,0 0-136 0,0 27-379 16,-3-10 168-16</inkml:trace>
  <inkml:trace contextRef="#ctx0" brushRef="#br0" timeOffset="41201.99">24415 3327 118 0,'2'5'143'15,"-2"-5"4"-15,2 11 8 0,-2-11-1 0,0 12-4 16,0-6-11-16,0-6-15 0,0 11-10 0,0-11-15 16,3 8-1-16,-3-8-6 0,2 9 3 0,2-4 5 0,1-1 1 15,2-1-2-15,-1-1-8 0,4-1 4 16,4-2-8-16,-4 0-2 0,1-3 0 0,3 2 1 0,-3-3-8 16,5-2 11-16,-5 1 10 0,-2-2-7 15,1 1-9-15,-1-7-5 0,-2 4-11 0,1-4-11 16,-3-1-3-16,-3 3-5 0,-2-1-3 0,-4-2-7 15,3 2-7-15,-8-3-19 0,0 3 15 0,-2-1-3 16,-1 1-1-16,3 7-12 0,-2-1-7 0,-1 4-22 0,-1 1-19 16,2 6-18-16,-7 0-21 0,3 3-21 15,-1 4-23-15,-2 0-37 0,7 5-38 0,1 0-47 16,-1 1-161-16,8-5-438 0,2-1 194 0</inkml:trace>
  <inkml:trace contextRef="#ctx0" brushRef="#br0" timeOffset="41433.89">24805 3085 275 0,'0'-10'286'16,"0"10"-8"-16,-2-10-19 0,2 10-28 0,0-10-21 16,0 10-28-16,0 0-23 0,0 0-18 0,0 0-1 15,0 0-3-15,2 29-7 0,1-11-12 0,-1 7-9 16,0 3-8-16,-1-1-8 0,1 1-10 0,-2 0-6 15,4 1-9-15,0-1-3 0,-1-2-7 0,1 0-19 16,-2-7-32-16,1 7-40 0,-3-8-44 0,5-1-44 16,-3-2-62-16,1-2-53 0,-1-2-197 0,-2-3-469 15,0-8 208-15</inkml:trace>
  <inkml:trace contextRef="#ctx0" brushRef="#br0" timeOffset="41650.3">24987 3152 128 0,'1'-10'296'0,"0"2"-6"0,1 1-13 0,-2 7-32 16,2-10-27-16,-2 10-35 0,0 0-10 0,0 0-8 15,0 0-7-15,0 0 6 0,-4 30-3 0,3-13-12 16,1 2-11-16,0 7-14 0,-1-7-9 16,1 6-6-16,0 1-10 0,-1-7-12 0,2 0-10 15,0 1-3-15,0-2-7 0,3 0-27 0,0-4-40 16,-4 0-25-16,2-4-28 0,-2 0-30 0,0 1-24 15,0-3-40-15,0-8-41 0,0 12-42 0,0-12-36 0,-2 11-141 16,2-11-440-16,0 0 195 0</inkml:trace>
  <inkml:trace contextRef="#ctx0" brushRef="#br0" timeOffset="42584.76">24849 3277 138 0,'0'0'173'0,"10"-8"3"0,4 4-5 0,6-4 2 15,9 4-7-15,7-2-10 0,3-2-14 0,-1 5-8 16,2 0-12-16,12-6-9 0,-14 5-9 0,12-2-12 16,-16 3-12-16,-4-1-6 0,-2 2-9 0,-9-1-6 15,-2 2-6-15,-4 1-4 0,-2-1-6 0,-4-1 2 16,-7 2 3-16,11 0-6 0,-11 0-7 0,0 0 1 16,12 2-4-16,-12-2 3 0,0 0-4 0,0 0 5 15,-18 19 1-15,4-9 2 0,0 3-1 0,-3 0-2 16,3 2-3-16,1-2-6 0,1 2 2 0,3-2-5 15,-2 3-3-15,4-6 0 0,3 2-4 0,3-1 1 16,-2-1-2-16,2 0 1 0,1-1-1 0,1-1-1 16,2-2 1-16,2-2 1 0,1 2-3 0,2-2-2 15,-2 0 0-15,3-4-1 0,1 0 1 0,-3 2-2 16,3-5 6-16,-10 3-4 0,14-4-1 0,-7 1-3 16,-1-1 1-16,-1-3 5 0,3 0 11 0,-2-3 12 15,-2 0 0-15,0 1-9 0,0-1 0 0,-3 0-1 16,3-2-1-16,-4 2-3 0,2 0-1 0,-2 1-15 15,0 2 20-15,0 7-7 0,0-11-6 0,0 11-13 16,0-9 9-16,0 9-5 0,0 0-2 0,0 0 0 16,0 0-3-16,0 0-2 0,0 0 4 0,0 0-1 15,0 0-1-15,12 20 3 0,-10-15 3 0,7 2 5 16,-5-4-11-16,8 3 16 0,-1-2 0 0,2 0-5 16,5-1 1-16,3-1 3 0,-1-2-2 0,7-2-1 15,2-3-2-15,-2 0 2 0,0-2-4 0,-7 1-12 16,-2 0 13-16,-2 0 0 0,-1-1 2 0,-3 1-2 15,-1-1 6-15,0 1 6 0,-3-1 8 0,-2-2 3 16,1 3 1-16,-1-3-2 0,-4 1 3 16,1-1-9-16,-3 2-12 0,1-1 15 0,-1 8-2 15,-3-11 1-15,3 11-5 0,-1-10-5 0,1 10 3 0,0 0-12 16,-6-7 2-16,6 7 0 0,-9 0 1 0,9 0-8 16,-14 5 8-16,5 3-12 0,0-1-1 0,2 1 5 15,0 1-2-15,1 7 3 0,-2 0-3 0,3-1-19 16,3 4 17-16,2 0 5 0,2 8 1 15,-2-2-1-15,4 3-4 0,1-1-1 0,-1 3-1 16,1-1-8-16,1 0 20 0,3 1-10 0,-2 0 7 16,0-1-3-16,-1 4-6 0,0-6 10 0,-4 3 3 0,0 0-8 15,-4 3 7-15,-3-4-2 0,0 3 2 0,-3-1-7 16,-2 2-4-16,-1-6 2 0,-2-2-6 16,2-2-11-16,-3-7-10 0,1-3-7 0,-3-4 5 15,1 1 1-15,0-3 3 0,3-3 1 0,-1-4-5 16,13 0 2-16,-15-7-2 0,7 0-1 0,2-3-4 15,2-6 7-15,4-2-4 0,4-11 0 0,2 1 10 16,2-3-4-16,6 2 1 0,3-1-5 0,1-2 0 0,9-7-8 16,3 1 6-16,-6 9-5 0,-1 3 12 15,8-10-7-15,-8 9 7 0,-1 0-4 0,-2 1 4 16,-1-2 5-16,0 1 1 0,0 1 2 0,-4 0 4 16,1 2-4-16,-3-1 5 0,-3 0 2 0,-1 8-1 15,-5-1 1-15,1 1 5 0,-1 1 6 0,0 2 8 16,-4 3 12-16,2 4 6 0,-2 0-11 0,0 7 5 15,3-9-5-15,-3 9-5 0,0 0-1 0,-7-5-1 16,7 5-5-16,0 0 3 0,-20 20-2 0,6-7 1 16,4 1-1-16,1 0-3 0,1 3-9 0,2-1 10 15,2 1-15-15,4 2-27 0,4-2-45 0,0 0-42 16,3-2-44-16,4 1-63 0,3-3-250 0,-2 0-521 16,3-3 232-16</inkml:trace>
  <inkml:trace contextRef="#ctx0" brushRef="#br0" timeOffset="43067.1">26340 3492 141 0,'9'-10'339'0,"0"1"-10"0,0-1-15 16,1-4-12-16,0 4-10 0,-1-4-16 0,-3 4-42 16,2-1 1-16,1-2-21 0,1-1-24 0,2 2-19 15,-7 0-17-15,1 2-6 0,3-3-21 0,-3 4-16 16,4-2 0-16,-5 2-20 0,1-1-10 0,1-2 1 15,-3 4-10-15,3-1-1 0,-5 2-13 0,-2 7-1 16,3-8-6-16,-3 8-6 0,0 0-5 0,4-11-7 16,-4 11-8-16,0 0-8 0,0-5-3 0,0 5-8 15,0 0 3-15,0 0 3 0,0 0-8 0,-2 29 2 16,0-18 6-16,2 1-4 0,2 0-1 16,0 3-7-16,2-4 11 0,1 1-9 0,1 1 0 15,6-2 1-15,-5-2 5 0,6 2 4 0,1-6-9 0,6 2 8 16,0-2-7-16,3-4 10 0,-1-1-3 0,-2-1-9 15,-2-4 1-15,3 1-3 0,-6-3 7 0,3 1 3 16,-5-3-2-16,2-1-2 0,-5 3 2 0,-1-3-5 16,1 1 3-16,-4-1-1 0,-1-2-7 15,1-2 10-15,-2 2-5 0,1 0-4 0,0-5-18 16,-3 9 22-16,0-3 5 0,-1 1 1 0,-1 10 8 0,4-10-9 16,-4 10-3-16,2-10-4 0,-2 10 2 15,0 0-31-15,0 0 21 0,0 0 8 0,0 0-3 0,0 0 6 16,-6 33 2-16,1-17 3 0,0 1-9 0,2 3 12 15,-3 4 3-15,4-5-5 0,0 2 3 16,0-4-5-16,-1 2-3 0,3-2-3 0,-2 0 3 16,0-5-22-16,4-2-31 0,-4 0-48 0,4 0-54 15,-4-2-42-15,2-8-54 0,0 12-75 0,0-6-288 16,0-6-660-16,0 0 292 0</inkml:trace>
  <inkml:trace contextRef="#ctx0" brushRef="#br0" timeOffset="43233.9">26582 3139 3241 0,'0'-19'43'0,"-4"1"-5"0,4 1 21 0,-4 4 14 15,1 4 15-15,3-1-5 0,0 3-9 0,0 7-14 16,-2-9-13-16,2 9-25 0,0-10 8 0,0 10-26 16,0 0-59-16,2-10-66 0,-2 10-69 0,13-3-94 15,-3 0-252-15,3 2-579 0,0 1 256 0</inkml:trace>
  <inkml:trace contextRef="#ctx0" brushRef="#br0" timeOffset="45667.14">27817 3234 1 0,'-8'-7'215'0,"1"-3"7"0,-1 3-4 15,2-1-13-15,-1 4 26 0,1-5 0 0,2 3-1 16,0 1-8-16,4 5-6 0,-8-9-14 0,8 9-16 16,-2-10-20-16,2 10-7 0,4-10-25 0,0 4-18 15,2 0-11-15,4-1-16 0,2 0-3 0,1 3-10 16,0 2-12-16,2 1-7 0,2 4-11 0,-3-1-4 16,4 5 8-16,-2 3-15 0,-1 1-6 15,1-1 1-15,-7 4-11 0,-3-2 2 0,2 3-2 0,-6 4 1 16,2 5-1-16,-10 0-5 0,-2 0 3 15,-2 0 1-15,-2 2-2 0,-2-4-2 0,-5-3 0 0,0 0-6 16,-3-4 4-16,4-3 0 0,0-2-16 0,-1-2 18 16,0-2-7-16,-1 1 1 0,2-4 1 15,0-1 6-15,5 0-11 0,3-2 4 0,1 0 4 16,1 0-1-16,8 0 0 0,-12-2 0 0,12 2-2 16,-9-2-1-16,9 2-5 0,0 0 3 0,0 0-3 15,0 0-1-15,0 0-2 0,0 0 3 0,0 0-6 0,25-6-2 16,-12 6 4-16,8 1 6 0,-1 1-15 0,-1-1-26 15,0 3-15-15,10-2-19 0,-9-2-34 0,7 3-29 16,-5-1-45-16,1 2-44 0,4-4-39 16,1-1-233-16,-7 1-533 0,-2-1 237 0</inkml:trace>
  <inkml:trace contextRef="#ctx0" brushRef="#br0" timeOffset="46101.97">28167 3189 119 0,'2'-15'242'0,"-1"1"5"0,-1 5-5 16,0 1-1-16,0 0-7 0,0 8-21 0,2-11-20 16,-2 11-24-16,0-5-21 0,0 5-21 0,0 0-15 15,0 0-9-15,0 0-6 0,0 0-7 0,0 38-10 16,-1-20 1-16,2 2-5 0,2-1-8 0,-3 1-2 16,4-1 5-16,0 5-3 0,1-6-7 0,-1-2-5 15,2 3 0-15,4-6-5 0,-1 0-6 0,3 1-3 16,-5-5-1-16,2-3-7 0,4 3-3 0,-4-5-4 15,4 1-7-15,-3-4 9 0,2 2 0 0,-5-1-6 16,-7-2-1-16,18-5 0 0,-10-1-2 0,0-1-5 16,0-2-2-16,-2-1 3 0,1-6-6 0,-3 2 1 15,3-4-3-15,-5 1 0 0,3-7 1 0,0 5 9 16,-2 1 1-16,-2-1 4 0,0-1 13 0,2 4 4 16,-1-1 8-16,0 5-1 0,0 2 7 0,-2 1 2 15,0 9 1-15,2-10-16 0,-2 10-3 0,1-8-9 16,-1 8-6-16,0 0-5 0,0 0-6 0,0 0 4 15,-1 28-7-15,-2-11 3 0,2 10 2 0,-3-1 7 16,2 0 2-16,1 2-2 0,-4 1-10 0,2-3 15 16,1 1-5-16,-2-2 0 0,2 0-1 0,1-6 6 15,1 2-10-15,-3-2-11 0,3-2-27 0,-2 3-41 16,5-4-53-16,-1-3-47 0,-1 3-41 0,1 0-48 16,-1-4-59-16,2-1-269 0,-3-11-627 0,2 12 277 15</inkml:trace>
  <inkml:trace contextRef="#ctx0" brushRef="#br0" timeOffset="46417.21">28550 3334 237 0,'0'0'238'16,"3"-6"-25"-16,-3 6-23 0,0 0-15 0,0 0 16 16,0 0 13-16,0 0-8 0,-1 21-17 0,-1-11-15 15,2 0-12-15,0 1-6 0,0 0-9 0,2 1-9 16,3-2 1-16,-1 0-8 0,2-1-9 15,2-1-6-15,0 1-13 0,-1 1-14 0,4-5 0 0,0 0-9 16,-2-1-5-16,5-1-7 0,-1-3 2 0,0 0-10 16,-2 0-6-16,1-3 0 0,-2 0-5 0,1-1 5 15,0 0-1-15,0-3-3 0,-2-2-6 16,-1 2 14-16,-1-2-3 0,-3-1-12 0,-2-1 4 0,0-1-6 16,-2 0-8-16,0-4-4 0,-5-2-17 15,-1 4 5-15,-3 1-4 0,1-1-7 0,0 5-12 0,-2 0-4 16,1 2-20-16,-1 4-21 0,-4 0-18 0,4 2-21 15,-7 2-17-15,6 4-36 0,-7 2-51 0,6 0-58 16,-2 2-247-16,0 1-552 0,7-2 245 0</inkml:trace>
  <inkml:trace contextRef="#ctx0" brushRef="#br0" timeOffset="48050.25">28924 3533 3 0,'0'0'284'0,"0"0"-12"16,0 0-17-16,-5 4-14 0,5-4-18 0,0 0-19 16,0 0-21-16,0 0-18 0,0 0-17 0,0 0-17 15,0 0-13-15,0 0-16 0,0 0-10 0,0 0-10 16,0 0-6-16,0 0-9 0,0 0-5 0,0 0-1 15,8 10-2-15,-8-10 7 0,5 6-7 0,-5-6-2 16,6 4-8-16,-6-4-2 0,5 5-1 0,-5-5-1 16,5 3-5-16,-5-3-3 0,0 0-1 0,0 0-2 15,7 2-1-15,-7-2 5 0,0 0-9 0,0 0 26 16,0 0-1-16,0 0 2 0,0 0-1 0,6 4-2 16,-6-4 4-16,0 0 4 0,0 0-7 0,0 0 4 15,0 0-6-15,0 0-15 0,0 0 18 0,0 0 7 16,0 0-19-16,0 0 12 0,0 0-4 0,0 0-7 15,0 0-1-15,0 0-2 0,0 0-10 0,0 0 4 16,0 0-6-16,0 0 5 0,0 0-13 0,0 0 2 16,0 0-7-16,0 0 6 0,0 0-3 0,0 0-2 15,0 0-20-15,0 0 14 0,0 0 4 0,0 0-2 16,0 0-3-16,0 0-2 0,0 0 0 0,0 0 0 16,0 0 5-16,0 0-23 0,-10-18 22 0,10 18 3 15,0 0-20-15,0 0 21 0,0 0-3 0,0 0 7 16,0 0-6-16,0 0 0 0,0 0 5 0,0 0-5 15,0 0 0-15,0 0 4 0,0 0-4 0,0 0-4 16,0 0 5-16,-5-5-2 0,5 5-1 0,0 0 3 16,0 0-8-16,0 0 8 0,0 0 2 0,0 0-6 15,0 0 3-15,0 0 0 0,0 0 0 0,0 0 2 16,0 0 3-16,0 0-2 0,0 0-6 0,0 0 5 16,0 0-8-16,0 0 5 0,0 0-4 0,0 0 0 15,0 0-9-15,0 0 7 0,0 0-6 0,0 0 8 16,0 0-10-16,0 0 6 0,0 0-1 0,0 0-4 15,0 0 2-15,0 0 4 0,0 0-8 0,0 0 11 16,0 0 1-16,0 0 1 0,0 0 0 0,0 0 0 16,0 0-4-16,0 0-7 0,0 0 11 0,0 0-7 15,0 0 4-15,0 0 1 0,0 0-2 0,0 0 2 16,0 0-9-16,0 0 7 0,0 0 0 16,0 0-6-16,0 0-2 0,0 0 2 0,0 0 3 0,0 0-3 15,0 0 0-15,0 0 0 0,0 0-1 0,0 0 0 16,0 0 0-16,0 0 3 0,0 0-3 0,0 0 1 15,0 0 0-15,0 0 0 0,0 0 4 0,0 0-8 16,0 0 2-16,0 0-1 0,0 0 3 0,0 0-4 16,0 0 5-16,0 0-1 0,0 0 2 0,0 0-1 15,0 0 0-15,0 0-3 0,0 0 4 0,0 0-3 16,0 0-2-16,0 0 1 0,0 0-1 0,0 0 4 16,0 0 1-16,0 0 0 0,0 0-6 0,0 0 5 15,0 0-2-15,0 0 2 0,0 0 2 0,0 0 4 16,0 0-4-16,0 0 6 0,0 0-4 0,0 0 1 15,0 0 0-15,0 0-2 0,0 0-9 0,0 0 5 16,0 0 1-16,0 0 0 0,0 0-1 0,0 0-1 16,0 0 2-16,0 0-5 0,0 0 5 0,0 0-2 15,0 0-2-15,14-3 5 0,-14 3-3 0,12-3 0 16,-1 2 1-16,3-1 0 0,-3 1-1 0,1 0 3 16,1 0-3-16,-3-1-2 0,1 1 4 0,-1-2 0 15,-3 2 1-15,-7 1-3 0,14-4 5 0,-5 2 0 16,-3 0-3-16,-6 2 1 0,13-4 1 0,-8 2 5 15,3 1-7-15,-8 1-2 0,10-7 2 0,-6 2-3 16,1 1 5-16,-1-1 1 0,-4 5-2 0,6-11-4 16,-2 3-7-16,-1 0-1 0,-1-1-4 0,2-1-2 15,-3 2 6-15,1-1-1 0,-1-2-4 16,0-1 0-16,-1 2 5 0,2-2-1 0,-4 2 1 0,2-2 0 16,0-2-4-16,2 2-3 0,-4 0 8 0,2-2-7 15,-1 3 6-15,0-1 0 0,2-1-1 0,-1 3 2 16,1-3-2-16,-1 2 7 0,-1 0-2 0,2-2-5 15,-2 1 3-15,0 0 1 0,2 0 1 0,-1-4 2 16,3 4 1-16,-1 0-2 0,-1 1 0 16,2 0-4-16,-2-2 3 0,0 3 7 0,1-1-3 0,-1 0-2 15,-1 0-3-15,4 3 1 0,-3-1-1 0,0 2 8 16,-1 7-4-16,2-12 3 0,-1 5-3 0,-1 7 2 16,1-10-3-16,-1 10 0 0,-1-8 3 0,1 8 1 15,0 0-1-15,0 0 3 0,-1-11-6 16,1 11-3-16,0 0 2 0,0 0-1 0,0 0 2 0,0 0 4 15,3-6-5-15,-3 6 1 0,0 0 1 0,0 0-2 16,0 0 0-16,0 0 7 0,0 0-6 16,0 0 0-16,0 0-1 0,0 0 0 0,0 0-5 15,0 0 15-15,0 0-9 0,0 0 3 0,0 0-4 0,0 0 1 16,0 0-4-16,0 0 7 0,0 0-2 0,0 0-11 16,0 0 15-16,0 0-3 0,0 0-2 0,0 0-1 15,0 0-4-15,0 0-7 0,0 0-5 16,0 0 4-16,0 0 5 0,0 0 1 0,16-2 0 0,-5 3-1 15,17-1 1-15,0-1-2 0,6 0 4 0,3-2 5 16,14 1 0-16,0 0-5 0,3 0 4 16,-1-1 4-16,-3 2-3 0,-10-1 6 0,10 0-7 15,-13-1 3-15,0 1 1 0,0 1-7 0,-4 1 6 0,-3-3 5 16,-9 2-12-16,-1-1 12 0,-1 2-6 0,-5 0 4 16,-2 0-4-16,-1 0-4 0,-4-1-1 0,-7 1 10 15,14 0-3-15,-14 0 4 0,9 0-4 16,-9 0 3-16,0 0-1 0,0 0-5 0,12 0 3 15,-12 0 6-15,0 0-6 0,0 0 0 0,0 0-9 16,0 0-30-16,0 0-36 0,0 0-56 0,0 0-64 0,0 0-57 16,0 0-75-16,0 0-58 0,-45 10-201 15,18-2-634-15,-2-4 280 0</inkml:trace>
  <inkml:trace contextRef="#ctx0" brushRef="#br0" timeOffset="48366.73">29462 3159 116 0,'0'0'229'0,"9"0"-21"0,-9 0-21 16,9 0-8-16,-9 0-10 0,10 6-17 0,-6-3-7 16,1 2-14-16,-1 1-12 0,-2 4-6 0,1 2 11 15,-2 4-8-15,-1 1-4 0,-1 2-8 0,0-1-2 16,-3 2-8-16,-3-1-8 0,0-2-11 0,-2 5 1 15,0-5 2-15,0-4-9 0,3-1-7 0,-1 0-8 16,2-4-4-16,3-2-2 0,-2-2-3 0,1 3-7 16,3-7-2-16,-4 6-4 0,4-6-3 0,0 0 2 15,0 0-2-15,11 6-4 0,3-6-3 0,7 0 1 16,10-2-8-16,2-2-10 0,4 0-21 0,2-2-26 16,0 2-35-16,-2-1-50 0,2 1-58 0,12-3-53 15,-15 5-203-15,-3-3-477 0,-1 0 211 16</inkml:trace>
  <inkml:trace contextRef="#ctx0" brushRef="#br0" timeOffset="48817.17">30188 3175 257 0,'0'0'317'0,"0"0"-8"15,-1-10-7-15,1 10-13 0,0 0-18 0,0-6-11 16,0 6-32-16,0 0-27 0,0 0-27 16,0 0-20-16,0 0-13 0,0 0-19 0,0 0-5 15,16 15-11-15,-7-1-17 0,-2 0-8 0,3 4 0 16,-1-2-10-16,1 7 2 0,3-1-5 0,-6-5-8 0,2 2-2 15,-2-4-12-15,3 2 0 0,-2 0 9 0,-2-1-20 16,2-2 5-16,-2-5-12 0,-1 2 3 0,-1-3-3 16,1 1 6-16,-2-4-7 0,-1-1 0 15,-2-4 8-15,4 9 14 0,-4-9 5 0,8 5 23 16,-8-5 10-16,4 3 23 0,-4-3-2 0,0 0-9 16,0 0-8-16,12-14-5 0,-6 4-11 0,5-4-8 0,-2-2-2 15,1-7-7-15,5 1-5 0,-3-1-4 16,2 0-6-16,-1 0-13 0,5-3 7 0,-5-2-10 15,6-2 0-15,-3 2-5 0,5-2-3 0,-5-2-9 16,4 7-13-16,-4-1-10 0,-2 6-20 0,-5 6-27 16,0-1-36-16,-3 6-54 0,-3 2-48 0,2 2-58 15,-2 1-65-15,-3 4-71 0,8-4-289 0,-8 4-737 0,0 0 326 16</inkml:trace>
  <inkml:trace contextRef="#ctx0" brushRef="#br0" timeOffset="48967.14">30722 3187 163 0,'0'0'195'16,"0"0"-13"-16,3 6-44 0,-3-6-40 0,5 4-61 16,-5-4-74-16,6 5-93 0,-6-5-140 0,7 4 63 15</inkml:trace>
  <inkml:trace contextRef="#ctx0" brushRef="#br0" timeOffset="51304.62">7642 5031 47 0,'-9'-16'246'0,"3"6"-7"0,-2 0-12 15,0-2-6-15,1 3-7 0,-2-1-18 16,-1 3-18-16,-1 0-6 0,0 2-15 0,-2 1-16 0,4 3-10 16,-5 0-23-16,-1 7-6 0,-3 1-5 0,-3 7-7 15,-2 3-6-15,0 5-9 0,4 2-2 0,0 0-8 16,2-2 3-16,5 4-19 0,4-3 1 16,3-5-10-16,0 0-1 0,5-3-5 0,0 1 0 15,2-5-4-15,2 0-2 0,0-3 0 0,1 2-5 16,0-3 1-16,3 0-2 0,-1-3-1 0,2-2-1 0,2-2-4 15,1 0 4-15,1-4-4 0,4-3-4 0,-1 0 3 16,0-3-2-16,-1 0 0 0,-3-1 4 0,3-2-7 16,-6-1 7-16,1-1-2 0,-4 0 7 15,0 1 6-15,-1-3 6 0,-3 2-1 0,0 2-2 16,-1 0 4-16,0 3-2 0,0 0-2 0,1 3-2 0,-2 7-5 16,1-12-6-16,-1 12-9 0,0-7-3 15,0 7 1-15,0 0-8 0,0 0 7 0,0 0-3 16,10 26 4-16,-5-10-1 0,2 1-3 0,-3 3-2 15,2 5-12-15,4-1-22 0,-1 0-25 0,1 1-20 16,2-2-35-16,-1 0-27 0,-2-7-35 0,3 0-33 16,-2-3-32-16,1 1-43 0,-3-4-145 0,1-2-463 0,-2-4 206 15</inkml:trace>
  <inkml:trace contextRef="#ctx0" brushRef="#br0" timeOffset="51617.29">7790 5144 20 0,'-1'-8'210'15,"1"8"-25"-15,-1-11-17 0,1 11-17 0,0 0-21 0,0 0-6 16,0 0-5-16,0 0 6 0,0 0-3 0,0 0-6 16,0 0-2-16,-2 36-3 0,4-23-7 15,-2-1-11-15,0 4-8 0,1 0-7 0,1-3-8 16,0-2-6-16,-1-3-7 0,2 1-3 0,-2-2-3 16,0-2-3-16,-1-5 3 0,3 8 15 0,-3-8 22 15,0 0 18-15,2 8 13 0,-2-8-5 0,0 0-11 0,0 0-7 16,0 0-15-16,0 0-7 0,5-24-12 15,-2 13-6-15,-2 0 8 0,4-5-18 0,-1 0-9 16,3-1 1-16,0 2-13 0,3 1 0 0,-1 0-7 16,2 1 2-16,-3 4 3 0,-1 2-3 0,-1 2-11 15,2 0-8-15,0 4-2 0,2 0-2 0,0 2-6 16,2 3-4-16,-3 1-14 0,1 2-22 0,1 5-12 16,0 1-18-16,0 0-28 0,-1 2-21 0,0-1-31 15,-2 0-43-15,2 3-38 0,2-3-205 0,-3-1-480 16,1-6 213-16</inkml:trace>
  <inkml:trace contextRef="#ctx0" brushRef="#br0" timeOffset="52000.53">8291 5119 14 0,'-1'-12'213'0,"-2"1"23"0,-2 1-4 16,-1 2-15-16,1 0-14 0,-4 4-16 0,-1 1-15 15,-3 1-16-15,-1 4-10 0,-3 1-16 0,-1 4-7 16,-1 3-13-16,4 2-11 0,-6 3-12 0,7 0-4 15,2-3-10-15,2 1-9 0,4-2-3 0,2 1-7 16,2 0-1-16,0 0-7 0,5-1-7 0,-1-1-2 16,2 1-3-16,4-2-5 0,2-4 1 0,3-1-6 15,4 0-3-15,2-4-1 0,-1-2-3 0,-2-4-8 16,5 0-4-16,-5-2 11 0,1-3-5 0,-3-2-4 16,-1 0-3-16,0-1 0 0,-4-4 1 0,-1 1 4 15,3-7 9-15,-5 5 8 0,-1-6 1 0,-3 0 3 16,-2-4 0-16,0 0 8 0,-4 1-12 0,1-2 8 15,-1 0 2-15,0 1 7 0,-1 1 13 0,3 9 4 16,-1 0 3-16,1 2 7 0,2 7 7 0,-2 2-6 16,-1 3-7-16,3 5-13 0,-2-12-10 0,2 12-13 15,0 0 1-15,0 0-5 0,0 0 5 0,5 38-12 16,-1-8 1-16,1 5-1 0,-2 0 0 0,-2 11-2 16,7 0-8-16,5-2-9 0,-1 0-53 0,-1-11-39 15,1-3-39-15,0 1-44 0,1 2-44 0,-1-8-55 16,5 0-255-16,1-2-575 0,1-5 254 0</inkml:trace>
  <inkml:trace contextRef="#ctx0" brushRef="#br0" timeOffset="52284.98">9500 4678 119 0,'4'-9'350'0,"-2"-1"-19"0,-2 4-16 0,2 0-29 15,-2 6-28-15,2-8-15 0,-2 8-37 0,0 0-15 16,0 0 14-16,-10 27 1 0,5-2-26 0,-1 5-9 16,-2 2-8-16,2 18-19 0,-5 0-10 0,8-2-11 15,-1 0-8-15,0 1-10 0,3 0-8 0,-1 0-10 16,-2-3-9-16,2-1-1 0,1 2-7 0,-1 4-8 16,-1-17-5-16,1 2-4 0,-1-2-8 0,0 0-7 15,-1-2 5-15,3-2-3 0,-1-4-16 0,1 1-9 16,-3-2-22-16,2-6-39 0,-2-2-24 0,-1-2-32 15,0-2-30-15,-2-3-33 0,1 0-43 0,-3-2-50 16,-1 0-52-16,-2-4-246 0,-4-2-602 0,3-6 266 16</inkml:trace>
  <inkml:trace contextRef="#ctx0" brushRef="#br0" timeOffset="52471.5">9190 5127 197 0,'0'0'281'0,"2"-8"-25"0,-2 8-28 0,4-6-25 16,-4 6-21-16,6-4-15 0,-6 4-7 0,8-3-12 16,-8 3-11-16,17-5-13 0,-6 4-15 0,7 0-6 15,3-2-10-15,8 0-9 0,2 1-35 0,4-4-40 16,4 2-50-16,-1-4-61 0,13 1-55 0,0-2-55 16,-15 5-125-16,0-3-364 0,0 1 162 0</inkml:trace>
  <inkml:trace contextRef="#ctx0" brushRef="#br0" timeOffset="52617.07">9990 4981 38 0,'11'-2'279'16,"-11"2"-17"-16,0 0-11 0,8-2 1 0,-8 2-17 15,0 0-7-15,0 0-19 0,8-1-23 0,-8 1-20 16,0 0-18-16,11-2-13 0,-11 2-16 0,19-1-9 16,-5-1-20-16,5-1-44 0,3 1-55 0,1-1-51 15,5 0-59-15,-7 2-57 0,0 1-50 0,-3 1-135 16,-1-1-391-16,-4 3 173 0</inkml:trace>
  <inkml:trace contextRef="#ctx0" brushRef="#br0" timeOffset="52786.32">10089 5074 121 0,'-11'7'218'0,"-1"-3"2"0,0 0-3 0,3 2-3 16,0-2-13-16,5-3-13 0,-1 2-11 0,5-3-21 15,-8 4-10-15,8-4-5 0,0 0-10 0,0 0-9 16,35 1-12-16,-5-4-12 0,5-6-29 0,2 2-44 15,14-4-54-15,-3-1-59 0,4 1-64 0,-2 1-46 16,-11 2-151-16,12-5-376 0,2 0 167 0</inkml:trace>
  <inkml:trace contextRef="#ctx0" brushRef="#br0" timeOffset="53100.09">11192 4717 203 0,'-7'-7'312'0,"7"7"-7"0,-8-5-8 16,8 5-12-16,-8-3-22 0,8 3-17 0,0 0-21 16,-12 3-20-16,12-3-15 0,-7 9-26 0,2-4-6 15,2 1-9-15,2 3-24 0,-2 2-12 0,3 0-13 16,3 3-8-16,0 1-7 0,2 2-7 0,3-1-2 16,3 0-10-16,2 5-11 0,0-6-4 0,-1 0-6 15,9 4 4-15,-7-3 6 0,0-3-18 0,2 1-3 16,-5-4-11-16,0 4 1 0,-3-4 5 0,0-2-5 15,-2 1 2-15,2-2-10 0,-5 0-4 0,1 2 7 16,-2-3-1-16,-2 1-1 0,0-7-3 0,-8 16 1 16,-2-7-2-16,-6 2 0 0,0-4-3 0,-4 1-16 15,-1-2-9-15,0-2-29 0,1-3-28 0,1 1-43 16,-3-4-36-16,4 1-35 0,-1-5-61 0,1 1-52 16,4-1-235-16,5-2-578 0,-2-7 256 0</inkml:trace>
  <inkml:trace contextRef="#ctx0" brushRef="#br0" timeOffset="53434.45">11246 4745 8 0,'13'-5'216'15,"-3"-1"-20"-15,3 3-8 0,-2-1-7 0,2 0-2 16,4 0-5-16,-3 4-3 0,2-2-15 0,-3 2-12 16,2 0-12-16,1 1-14 0,0 2-12 0,-2 3-10 15,-2-2-2-15,2 1-6 0,-3 0-11 0,0 2-7 16,-1-2-9-16,-1 5-1 0,-3-1 7 0,2 0 3 15,-2-1-9-15,1 1-6 0,-3 0 1 0,2-1-1 16,-1 0-4-16,0 1-1 0,2-2-4 0,-4 0-2 16,5 0 4-16,1-1-8 0,0-2-1 0,1 1-4 15,0-1-1-15,2-1 1 0,1-3-7 0,1-1 3 16,2 0-3-16,-2-2-4 0,-3 1 8 0,1-3 4 16,-1 1 7-16,0-2 2 0,1 2 7 0,-3-2 8 15,-2-1 12-15,1-1-9 0,-3 0-6 0,-1-2-7 16,-3 0 3-16,0-1-8 0,-1 3-4 0,-4-3-4 15,0 1-11-15,-4 0-4 0,0 1-10 0,-1 2-19 16,-2-2-17-16,-1 3-24 0,1 1-22 0,-3 1-23 16,1 1-21-16,-1 3-23 0,2 2-40 0,2 0-59 15,1 1-55-15,-2 2-203 0,5-3-535 0,6-2 237 16</inkml:trace>
  <inkml:trace contextRef="#ctx0" brushRef="#br0" timeOffset="53666.46">12136 4632 61 0,'0'0'278'0,"6"-1"-7"0,-6 1-6 0,0 0-5 15,0 0-13-15,10-1-26 0,-10 1-25 0,0 0-14 16,2 8 14-16,-2 1 6 0,2 3 5 0,-1 5-2 16,-1 2-14-16,3 7-19 0,-3-6-7 0,0 8-16 15,0-2-16-15,0 0-11 0,0-1-16 0,3 2 0 16,-5-8-15-16,2 0-7 0,4 2-9 0,-4-1-12 15,2-2-23-15,-2 1-34 0,2-3-30 0,-2-3-40 16,0-3-51-16,0 2-48 0,-2-2-57 0,0-3-74 16,-2 0-275-16,-1-2-617 0,-1-4 272 0</inkml:trace>
  <inkml:trace contextRef="#ctx0" brushRef="#br0" timeOffset="53983.86">12146 4866 16 0,'8'-3'195'0,"-1"-3"-16"0,2 0-20 16,4 1-16-16,-1-3-10 0,5 0-12 0,1-1-3 16,1 3-3-16,7-3-8 0,-6 3 0 0,1-1-9 15,-1 0-7-15,-3 2-3 0,-3-2 5 0,-3 3 6 16,-2 0 12-16,3-1 5 0,-5 0-1 0,1 2 5 16,-4 0 5-16,1-2 8 0,-5 5 5 0,6-9 4 15,-3 4-23-15,0-1-14 0,-3 6 3 0,2-10 3 16,-2 10 4-16,4-8 1 0,-4 8-5 0,0-6-5 15,0 6-2-15,0 0-13 0,0 0-9 0,2-6-15 16,-2 6-11-16,0 0-13 0,0 0 5 0,0 0-4 16,-1 24 7-16,0-7 1 0,1-2-9 0,-2 4 1 15,0 0-6-15,2 0-1 0,-5 7-5 0,4-7-4 16,-2 0-22-16,3 0-33 0,0-1-57 0,0-2-40 16,0 2-51-16,0-4-55 0,0-2-61 0,3 0-64 15,-2-2-201-15,0-3-602 0,3-1 266 0</inkml:trace>
  <inkml:trace contextRef="#ctx0" brushRef="#br0" timeOffset="54290.19">12764 4618 39 0,'10'-2'211'0,"-1"1"-8"0,2 2-12 15,0 1-10-15,0 1-8 0,1 1-16 0,-3 3 3 16,0-1-14-16,-1 2-8 0,-2 1-10 0,0 0 0 16,-4 1-9-16,0 1 3 0,-2 4-5 0,-2 2 9 15,-4-1-4-15,-4 1-1 0,1 0-6 0,-1 0 9 16,-7 6-6-16,2-3 6 0,3-4 0 0,1-2-9 16,1-2-4-16,2-2-13 0,2-2-8 0,1 2 0 15,1-2 6-15,1 0-7 0,1-1-3 0,2-2-17 16,0-5 14-16,-2 13-17 0,5-6-5 0,5 0-3 15,3-2-2-15,5 4-28 0,5-6-48 0,10-2-61 16,0 0-64-16,3 2-89 0,6-6-85 0,-6 2-279 16,2-3-647-16,-1 2 287 0</inkml:trace>
  <inkml:trace contextRef="#ctx0" brushRef="#br0" timeOffset="54432.72">13291 4983 157 0,'0'0'380'16,"6"6"-41"-16,-6-6-19 0,0 0 7 0,3 6 6 15,-3-6-1-15,0 0-12 0,6 3-33 0,-6-3-30 16,0 0-29-16,0 0-47 0,0 0-58 0,0 0-62 16,0 0-64-16,9 0-89 0,-9 0-89 0,0 0-106 15,0 0-227-15,0 0-556 0,0 0 245 0</inkml:trace>
  <inkml:trace contextRef="#ctx0" brushRef="#br0" timeOffset="57169.01">14510 4982 2582 0,'-3'-29'5'0,"2"-1"-15"15,0 3 23-15,-3-1-2 0,4 9-10 0,0 1 2 16,0 1 3-16,0 1 4 0,0 0 15 0,2 4 14 16,-2 1 12-16,2 2 11 0,-2-1 7 0,0 10-1 15,0-11-11-15,0 11-6 0,0-8-11 0,0 8-6 16,0 0-6-16,0 0-4 0,0 0-2 0,0 0-4 16,2 40-1-16,1-12 0 0,-1 6 0 0,-2 0-2 15,4 11-1-15,-3-13-3 0,2 2 1 0,-1-3 0 16,0 1-1-16,0-2 0 0,1-2-7 0,1 0 0 15,-2-1-27-15,0-7-26 0,0-1-28 0,2 0-35 16,-3-1-37-16,-1-5-41 0,2-3-30 0,-1 3-21 16,0-5-142-16,-1-8-414 0,0 0 184 0</inkml:trace>
  <inkml:trace contextRef="#ctx0" brushRef="#br0" timeOffset="57671.19">14422 4875 101 0,'0'-25'160'0,"2"7"-10"0,4 3-18 0,3-1-13 16,1 4-7-16,4 2-3 0,3 3 6 0,2 2-14 16,-1 3-6-16,4 4 5 0,9 4-9 0,-4 4-10 15,1 3-5-15,-2 4-10 0,-4 1-2 0,-1 2-6 16,-1 6-2-16,-6 1-4 0,0 2-6 0,-6-2-5 16,-3 2-6-16,-5 0-2 0,0-1-4 0,-6-4 1 15,-6 1-4-15,-4 3-4 0,-2-6-3 0,0-1-9 16,-4-5-3-16,-1-1-9 0,1-1-4 0,2-4-5 15,-5 1-1-15,9-5 0 0,-2-3 8 0,5-2-1 16,1-2 6-16,-1 2 6 0,8-1 10 0,5 0 5 16,-14-2 2-16,14 2-6 0,-8-5 0 0,8 5-4 15,0 0-5-15,0 0 4 0,0 0-2 0,22-14-2 16,-6 11-1-16,6 0-3 0,6-3 3 0,4 1-1 16,3 0-1-16,3-2 0 0,12 0 1 0,-12 0-5 15,-1-2 1-15,-1 1 1 0,-1 0 0 0,0 0 0 16,-7 1 1-16,4-2-1 0,-5 0-7 0,-10 2 6 15,1 0-1-15,-7 1 1 0,-1-2 0 0,-2 0 3 16,-3-2 11-16,3 2 11 0,-6-2-6 0,1 1 1 16,-3-4 5-16,0 2 4 0,0-2 8 0,-3 1-5 15,-1-1-2-15,-2-1-1 0,-3 0 7 0,3 6 9 16,-2-1 1-16,2 2 0 0,1 1-4 0,-2 0-7 16,0 5-6-16,7 1-4 0,-13-2-7 0,13 2-3 15,-14 6 6-15,6 2-10 0,0 2 6 0,2 1-12 16,-1 5-1-16,4 0 3 0,0 1-2 0,2-1 1 15,4 0-4-15,1 1-18 0,7 1-26 0,-2-3-34 16,2 0-38-16,3-1-37 0,2-2-47 0,0-3-45 16,-2 1-140-16,3-4-411 0,-3-3 182 0</inkml:trace>
  <inkml:trace contextRef="#ctx0" brushRef="#br0" timeOffset="57883.68">15230 4807 200 0,'0'-18'247'0,"-2"8"13"16,1 1-4-16,-2 2-13 0,3 7-22 0,0-10-24 16,0 10-22-16,0 0-24 0,0 0-20 0,0 0-11 15,0 0-13-15,0 0 0 0,4 31-17 0,0-5 6 16,-3 2-4-16,0 3-7 0,3 1-8 0,-4-2-5 16,5-1-9-16,-3 2-1 0,1-1-2 15,0-1-22-15,0-1-28 0,-3-1-32 0,1-1-39 16,1-1-40-16,-2-6-57 0,2-2-59 0,-2 1-217 15,-3-1-470-15,-2-6 208 0</inkml:trace>
  <inkml:trace contextRef="#ctx0" brushRef="#br0" timeOffset="58033.94">15134 4983 11 0,'17'-9'153'0,"-1"-2"-16"0,1 2-11 0,5 4-27 15,-1 1-32-15,0 2-33 0,0 2-46 0,-1 6-46 16,1 2-36-16,-5 1-100 0,-2 1 45 0</inkml:trace>
  <inkml:trace contextRef="#ctx0" brushRef="#br0" timeOffset="58500.86">15388 5209 140 0,'0'0'171'0,"16"-10"-4"0,-9 7-11 0,2-4-12 15,-2 0-8-15,2-1-12 0,-1 0-13 0,6-3-7 16,-1-1-15-16,-1 0-4 0,1-1-10 0,-1 0-9 16,-2-1-2-16,-1 0 2 0,-3 3 0 15,2-4-9-15,-3 4-6 0,-1-5-8 0,-4 1 2 16,1 5 9-16,-1-2 4 0,0 1 1 0,0 1-3 0,-3 1 0 16,3 9 0-16,-3-14-2 0,0 10-6 15,3 4-5-15,-9-6-9 0,9 6-1 0,-11 0-8 0,11 0-2 16,-14 7-3-16,4 0-4 0,2 3 7 0,-1 3-10 15,-1 0-1-15,2 3 0 0,2-1-4 16,-1 2 2-16,1-2 1 0,5 3 1 0,-2-3-4 0,3-3 0 16,0 0-1-16,3-1-1 0,-2-1 2 15,8 0 1-15,-4-1-3 0,3-2 0 0,1-1-7 16,1 1-2-16,0-4 2 0,3-3-8 0,-2 3-5 16,1-4 1-16,0-1 0 0,0-1-1 0,-2 0 8 15,2-4-12-15,-2 0 2 0,0 0-1 0,0-1 3 0,3-4 1 16,-1 1-2-16,-4-2 4 0,0-3-1 0,1 2 3 15,1-1 1-15,-3-1 0 0,-3 5 4 0,4 0-4 16,-2 1 3-16,0 0 0 0,-1 3 0 16,-1-2-2-16,1 3-4 0,-5 6-1 0,7-4 5 15,-7 4 1-15,10 0 6 0,-10 0-3 0,8 8 6 16,-3-3 8-16,-1 1 7 0,2 4-2 0,1 0-1 16,0 0-2-16,-1 2 1 0,0-1-2 0,1 4-4 15,2 1 3-15,-3-3-17 0,1-3-35 0,2 5-40 16,-3-5-50-16,2 0-42 0,0-3-187 0,-3 2-389 15,1-5 173-15</inkml:trace>
  <inkml:trace contextRef="#ctx0" brushRef="#br0" timeOffset="59200.03">15933 4974 10 0,'4'-8'170'16,"-4"8"-9"-16,0 0 10 0,0 0-8 0,0 0-7 15,12 13 3-15,-10-5-15 0,2 0-10 0,0 2-2 16,0-1 1-16,0 1-11 0,-1 0-7 0,1 1-2 16,-1-3-6-16,1-2-10 0,-3 0-8 0,-1-6 0 15,2 10 2-15,0-4 6 0,-2-6 11 0,0 0 10 16,0 0 16-16,0 8 3 0,0-8-7 0,0 0-12 16,0 0-9-16,0 0-5 0,0 0-5 0,0 0-4 15,0 0-7-15,0 0-8 0,-22-17-8 0,20 10-10 16,0-2-3-16,1-1-4 0,0-2-12 0,3-4-8 15,1 0-11-15,3 2 2 0,0-1-6 0,2-1-6 16,3 4-2-16,1 0-4 0,2 0-6 0,-5 6 5 16,1 0-1-16,1 2-4 0,-1 4-7 0,0 1-5 15,0 2 10-15,3 2-5 0,-4 1-5 0,0 1 4 16,0 3 3-16,-1-2 6 0,2 6-3 0,-4-4-3 16,4 4-13-16,-5-2 14 0,1-2 9 0,-2 2-12 15,-1-1 4-15,0-2-1 0,-2 0 3 0,3-2-3 16,-3-3 2-16,-1-4 0 0,5 9 2 0,-5-9 2 15,3 4-1-15,-3-4 2 0,0 0 5 0,2 7-5 16,-2-7 3-16,0 0 3 0,0 0-7 0,0 0-1 16,0 0-7-16,0 0-7 0,0 0-1 0,12-14-2 15,-7 4 0-15,3 0-7 0,-3 1-6 0,3-1-4 16,1-3 3-16,1 4 0 0,3-1-1 0,-3 3 2 16,0 1 4-16,-2 2-4 0,1 0 5 0,-2 3 1 15,-7 1 1-15,17 3 3 0,-7 0-3 0,0 0 12 16,-1 3-8-16,2 0 5 0,-1-2-2 0,-1 3 1 15,-2-2 2-15,2 2 3 0,1-2-1 0,-1-1 2 16,2 2 4-16,0-4 3 0,-2 0 4 0,0-1-8 16,2-1 2-16,-3 0 2 0,-8 0 2 0,13-3-3 15,-5 0 4-15,-2-2 6 0,-1 0-10 0,2-1 6 16,-1-1-2-16,-2 1-1 0,0-1 0 0,-1 0 0 16,0 0 3-16,0 0-2 0,-1-1-1 0,-1 1 2 0,1 0 0 15,-2 7 1-15,2-10 4 0,-2 10 5 16,0-7 4-16,0 7-16 0,0 0 11 0,4-8-7 15,-4 8-10-15,0 0-2 0,0 0 4 0,0 0 4 16,0 0 0-16,-2 26-2 0,2-19-6 0,0 5 6 16,0-2-12-16,-2 2-40 0,2-1-37 0,2 1-42 15,-1-3-46-15,1 1-59 0,3-1-72 0,-3 0-170 16,-2-9-516-16,7 14 228 0</inkml:trace>
  <inkml:trace contextRef="#ctx0" brushRef="#br0" timeOffset="59348.84">16331 4786 175 0,'-1'-4'164'0,"1"4"-54"16,0 0-44-16,0 0-39 0,10-9-47 0,-10 9-67 15,16 6-95-15,-5 0 42 0</inkml:trace>
  <inkml:trace contextRef="#ctx0" brushRef="#br0" timeOffset="59749.93">16645 5111 82 0,'0'0'271'0,"0"0"5"0,8 6-15 0,-8-6-11 16,0 0-25-16,0 0-11 0,0 0-18 0,0 0-22 15,0 0-13-15,11-12-19 0,-11 12-18 0,8-9-10 16,-2 4-11-16,1-2-11 0,3-2-10 0,-1 1-11 15,5-2-6-15,-2 3-7 0,0 2-5 0,2-3-7 16,-3 4-9-16,0 2-3 0,1 0 0 0,-3 0-6 16,-2 2-4-16,-7 0-1 0,16 2-2 0,-5 0-2 15,1 1 9-15,-2 0-12 0,1 1 1 0,1-2 0 16,-1 1-2-16,3-2-2 0,-1 0-1 0,1-1 2 16,-1 0 0-16,1-2-3 0,-2 1 0 0,0-4 3 15,1 1-7-15,-3 1 2 0,2-2 5 0,-2-2 1 16,0 0 4-16,-3 0-1 0,2-1 15 0,-3 1 11 15,-1 0 2-15,-2-1 3 0,-1 2-6 0,1-4 6 16,-2 3-4-16,0-2 10 0,-1 9 5 0,-2-15-4 16,2 8 6-16,0 7 1 0,-4-10-13 0,0 6-3 15,4 4-13-15,-8-7-4 0,8 7-4 0,-11 2-4 16,11-2-2-16,-17 7-4 0,8 2-4 0,-2-1 5 16,3 5-11-16,-2 0-30 0,4-1-35 0,3-1-47 15,-1 4-46-15,3-3-59 0,6-1-88 0,1 1-298 16,6-1-646-16,2-1 286 0</inkml:trace>
  <inkml:trace contextRef="#ctx0" brushRef="#br0" timeOffset="60155.94">17781 4839 187 0,'5'-5'440'0,"-1"2"-51"0,-4 3-40 0,5-6-37 15,-5 6-36-15,0 0-28 0,6-4-39 0,-6 4-4 16,0 0-19-16,6 13-6 0,-1-6-25 0,0 3 0 16,0 2-14-16,0 4-25 0,-1 0-9 0,3-2-6 15,-5-3-7-15,1 1-8 0,2-2-10 0,-1 1-6 16,-3-1-8-16,0-3-6 0,2-1 4 0,-3-6-6 16,1 9 5-16,-1-9 9 0,3 7 17 0,-3-7 2 15,0 0 10-15,1 6 1 0,-1-6-17 0,0 0 4 16,0 0-7-16,0 0 0 0,0 0-8 0,0 0-8 15,0 0-11-15,-4-28 0 0,5 15-8 0,4-2-8 16,2-2-6-16,2 0-6 0,5-6-1 0,4 1-6 16,-6 8-2-16,1-1-4 0,3 4-3 0,-2-2 5 15,0 5-6-15,-4 4-5 0,1-2-2 0,-2 3-3 16,0 2-3-16,-1 2 3 0,3 2 1 0,-2 5-5 16,1 0 2-16,0 1 8 0,-3 5-2 0,1 1 2 15,-2-1-3-15,1 1 6 0,-1 1-4 0,-2 2 4 16,-1 0-3-16,2-4-20 0,-3-1-53 0,1-1-47 15,1-1-62-15,-1 1-47 0,1-2-55 0,0 1-54 16,0-4-44-16,0 0-280 0,0-3-713 0,0 1 317 0</inkml:trace>
  <inkml:trace contextRef="#ctx0" brushRef="#br0" timeOffset="60434.12">18319 4930 14 0,'0'0'215'16,"7"-5"-23"-16,-7 5-17 0,6-2-8 0,-6 2 20 15,0 0 9-15,5 9-4 0,-5-9-9 0,5 9-12 16,-1-5-16-16,-1 2-15 0,1 0-1 0,-1 0-8 16,3-1-12-16,1 1-15 0,0-3-8 0,2 2-6 15,1-2-6-15,-1-1-5 0,-2-1-5 0,1-1-9 16,1-3-1-16,2 1 2 0,-2 0 2 0,-2-1 4 16,-7 3 4-16,10-7 14 0,-6 2 2 0,0-1-11 15,-2-1 7-15,1 1 0 0,-3 6-10 0,-1-13 1 16,1 13-10-16,-4-16 1 0,0 8-8 0,0 2-15 15,-5-2-13-15,0 3 3 0,-2-1-12 0,-2 3-17 16,-1 0-19-16,-5 2-16 0,2 0-36 0,-1 2-38 0,5 0-38 16,-1 0-52-16,4 2-87 0,0 3-298 15,4-3-623-15,6-3 276 0</inkml:trace>
  <inkml:trace contextRef="#ctx0" brushRef="#br0" timeOffset="60688.1">18982 4669 3242 0,'3'-19'48'15,"-3"2"21"-15,3 5 18 0,-3-1 17 0,1 3 28 0,-1 3-9 16,0 7-18-16,1-11-13 0,-1 11-14 16,2-7-11-16,-2 7-8 0,0 0-2 0,0 0 13 15,0 0 11-15,7 29-17 0,-2-10 13 0,-1 7-11 0,1 2 1 16,2-3-8-16,-2 3-6 0,0 0-14 15,0 0 5-15,-2-2-8 0,1 1-27 0,-1-1-48 0,4-2-52 16,-5-5-53-16,-1 0-38 0,2 1-59 0,-3-2-43 16,1-3-51-16,1 2-267 0,-4-7-653 15,1-3 289-15</inkml:trace>
  <inkml:trace contextRef="#ctx0" brushRef="#br0" timeOffset="60934.48">19208 4966 200 0,'0'0'226'0,"10"0"-3"16,-2 2-2-16,2-2-7 0,3 1-15 0,-1-1-15 15,6-1-10-15,0-1-19 0,3 0-20 0,-1-2-14 16,0 1-17-16,0-2-5 0,0 0-8 0,-2-1-8 16,-5 2-1-16,0-1 15 0,-1 1 9 0,-3-3 8 15,-1 1 9-15,-3-1-5 0,1-2 3 0,-1-1-19 16,-5 4 4-16,0 0-8 0,0 6-5 0,-2-14-16 15,-7 6-7-15,1 0-8 0,-2 3-6 0,-6-1-10 0,4 2-16 16,-2 2-30-16,-4 0-25 0,-2 2-29 0,0 2-38 16,1 2-49-16,-1-1-55 0,7 2-65 15,0-1-267-15,3 0-570 0,6-1 253 0</inkml:trace>
  <inkml:trace contextRef="#ctx0" brushRef="#br0" timeOffset="61299.99">19763 4761 230 0,'2'-6'297'0,"-2"6"-4"0,0 0-14 0,0 0-9 15,0 0-13-15,-18-2-18 0,6 8-8 0,1 0-10 16,-2 3-13-16,2 1-16 0,-3 1-11 0,5 2-22 16,-2 0-15-16,3 0-10 0,1-1-20 0,3-1-4 15,2 0-18-15,-1 3-7 0,3-3-4 0,3 0-5 16,-1-2-7-16,2-1-19 0,1 1-5 0,2-2 3 15,-1-3-17-15,3 1-5 0,-1-4-5 0,-2 2-15 16,3-3-6-16,-9 0 0 0,14-3-4 0,-6-3 0 0,-1 3-2 16,-2-2 7-16,-1-1-4 0,0-1 0 15,1 0 11-15,-1-1-11 0,1 0-2 0,-2-1 15 16,0 0-14-16,1 0 3 0,-1 3-4 0,-2-1 5 16,3 3 0-16,-4 4 11 0,4-9-9 0,-4 9-2 15,1-6-1-15,-1 6-4 0,0 0-2 0,0 0 3 0,0 0-1 16,0 0 11-16,0 0-1 0,10 13-8 15,-7-5 9-15,1-1-2 0,-2 2 0 0,2 1 6 16,1-2-2-16,2 1-26 0,2-2-42 0,2-1-43 16,1 0-67-16,6-2-81 0,3 1-65 0,0-2-232 15,8-2-593-15,-2-4 263 0</inkml:trace>
  <inkml:trace contextRef="#ctx0" brushRef="#br0" timeOffset="61700.52">20289 4795 23 0,'-4'-12'288'16,"-2"8"-9"-16,1-1 0 0,-6 1-6 0,1 3 5 16,-3 1-6-16,0 1-13 0,-1-1-17 0,-4 5-13 15,2 2-11-15,2 0-22 0,-3 3-20 0,3-1-14 16,0 3-16-16,4-2-10 0,2-2-14 0,2 1-15 16,-2 1-8-16,3 2-9 0,2-1-12 0,2-2-10 15,4 1 2-15,-1-3-13 0,2 0-1 0,5-2-11 16,1 1-2-16,3-2-12 0,1-2-6 0,3-2-25 0,1-5-1 15,-5 1 10-15,4-1-9 0,-5 0 2 16,-1-4-1-16,-2 2-1 0,3-6 4 0,-2 3-2 16,-2-5-1-16,-2-1-2 0,-1-2 14 0,-3 1 1 15,-2-3 3-15,0-5 3 0,0 6-3 0,-3-6-2 0,2-3 3 16,2 3 2-16,-2-2 0 0,-2-1-8 16,6 4 24-16,-2 7 18 0,-1 8 14 0,-1-3 21 15,2 7 8-15,-1 5 1 0,-3-12-7 0,3 12-14 16,-1-7-10-16,1 7-11 0,0 0-9 0,0 0 2 15,0 0 20-15,-1 36 0 0,1-10-4 0,0 7-4 0,1-4-4 16,2 3-5-16,-2 0-4 0,3 2-5 16,0-4-5-16,-1 2-31 0,-1-1-50 0,1-3-67 15,4-3-64-15,-1-1-70 0,-4-5-57 0,-1-4-83 16,0-3-76-16,2-3-232 0,-2-2-750 0,-1-7 331 16</inkml:trace>
  <inkml:trace contextRef="#ctx0" brushRef="#br0" timeOffset="64252.24">21067 4846 183 0,'0'0'258'16,"3"-9"-7"-16,-3 9-18 0,-2-10-9 0,2 10-5 16,-5-8-20-16,5 8-17 0,-6-6-4 0,6 6-8 15,-9-4-16-15,9 4-7 0,-13-1-7 0,3 3-14 16,-1 2-11-16,-4 2-14 0,-1 2-32 0,2 5 7 16,-2-4-15-16,2 5-11 0,0 1-2 0,1 1-3 15,3-1 4-15,-1 0-14 0,4 1-3 0,1-1-5 16,2-5-4-16,1 2 2 0,2-1-6 0,4 0 0 15,-2 0 0-15,3-1-1 0,2-3-5 0,1-1-2 16,2 1 0-16,-3-5 1 0,6 1-4 0,0-2-2 16,-1-2-1-16,0-2 2 0,3 0-2 0,-2-3 2 15,3-3-1-15,-2-1 2 0,-3-3-6 0,-1 0 5 16,0-2-5-16,-1-3-1 0,-1-6 5 0,3 1-6 16,-4-1 4-16,-4-2 3 0,2 1-3 0,0-3 15 15,-2-3-3-15,1 3-4 0,-1-1-4 0,0-2 2 16,0-3 1-16,-2 4-2 0,1 0 0 0,-2 3 3 15,2 10 14-15,1 0 15 0,-4 6 11 0,2 1-7 16,0 1-2-16,0 9-12 0,0-11-7 0,0 11-7 16,0 0-4-16,0 0 2 0,0 0-4 0,0 0 6 15,0 47 4-15,0-19-7 0,3 4 8 0,-3 1-12 16,1-1 14-16,1 0-16 0,2 1 0 0,1-2 6 16,-1 1-5-16,3-3-3 0,1-2-27 0,1-1-29 15,1-3-33-15,-4-4-45 0,2-2-45 0,2-2-53 16,2-3-52-16,-2 2-264 0,-1-8-585 0,4 0 260 15</inkml:trace>
  <inkml:trace contextRef="#ctx0" brushRef="#br0" timeOffset="64467.22">21513 4705 40 0,'0'0'255'0,"-4"-13"-3"0,2 6-10 0,2 7-17 16,-8-8-17-16,4 6-15 0,4 2-14 0,-15 7 6 15,7-1-13-15,-1 2 8 0,-2 3-18 0,-1 3-9 16,2 1-11-16,2 2-2 0,-2 0-19 0,4-2-13 16,1 3-7-16,2-2-6 0,2 1-16 0,1-4 0 15,4 2-13-15,1-4-24 0,1 1-36 0,7 2-45 16,-2-2-43-16,7-5-52 0,-1 1-52 0,2-3-49 16,2-1-224-16,-2-3-496 0,2-1 220 0</inkml:trace>
  <inkml:trace contextRef="#ctx0" brushRef="#br0" timeOffset="64618.18">21755 4844 264 0,'2'-10'269'16,"-2"10"-9"-16,4-6-6 0,-4 6-3 0,0 0-11 15,0 0-4-15,0 0-18 0,0-8-24 0,0 8-16 16,0 0-22-16,0 0-17 0,0 0-17 0,0 0-22 16,0 0-36-16,6-3-28 0,-6 3-26 0,0 0-42 15,0 0-41-15,11 8-52 0,-5-5-69 0,4 1-57 16,-3-2-135-16,4 1-419 0,2-1 186 0</inkml:trace>
  <inkml:trace contextRef="#ctx0" brushRef="#br0" timeOffset="64983.02">22205 4615 120 0,'1'-9'316'16,"-1"9"-20"-16,1-5-23 0,-1 5-25 0,0 0-27 15,0 0-20-15,0 0-21 0,0 0-21 0,0 0-1 16,9 17-2-16,-1-2 0 0,1 2-6 0,1 6-12 16,4 0-10-16,-3 2-7 0,5 2-10 0,-3-2-17 15,-1 1-4-15,4-4-13 0,-5 1-7 0,1-6-5 16,-2 0-7-16,-1-3-1 0,2-1-8 0,-4-3-2 16,-2-1 3-16,0-2-13 0,0-3 3 0,-1 1-7 15,-4-5 1-15,6 7 13 0,-6-7 13 0,7 2 5 16,-7-2-8-16,0 0 1 0,10-14-10 0,-4 3 3 15,1-4-1-15,-4-1-7 0,4-2 0 0,-2-1-7 16,2-6-5-16,1 0-5 0,-3-2-2 0,1 1-2 16,0-2-7-16,-1 3-13 0,1 0-1 0,-1-1-15 15,1 1-25-15,-4 9-20 0,3 0-24 0,-2 4-24 16,1 2-37-16,-2 3-33 0,0 0-37 0,0 1-42 16,-2 6-11-16,5-4-15 0,-5 4-8 0,0 0-157 15,0 0-484-15,7 15 214 0</inkml:trace>
  <inkml:trace contextRef="#ctx0" brushRef="#br0" timeOffset="65250.06">22631 4685 17 0,'3'6'187'0,"-3"-6"-11"0,2 5 7 15,-2-5 14-15,0 10 0 0,0-10-1 0,-2 11-3 16,1-1-2-16,-2-3-2 0,0 1-18 0,2 0-21 16,0-1-9-16,1 3-9 0,1-3-11 0,0 1-11 15,2-2-6-15,2 2-13 0,2-1-5 0,0 0-3 16,3-2-13-16,1 0-1 0,3-2-13 0,-1-2-1 15,4-2-9-15,-2-1-5 0,2-1-2 0,-5-2-3 16,1 1-2-16,1-2 3 0,-4 1 10 0,-1-4-9 16,1 2 3-16,-3-3 6 0,-5 1-3 0,1-3-8 15,-2-1-2-15,-2 3-5 0,1-3-4 0,-3 3-5 16,-2 0 1-16,0-3-3 0,0 5-7 0,-3 0-16 16,2 1-18-16,-1 1-27 0,1 4-20 0,-7 1-24 15,-4 2-40-15,-2 4-47 0,6-2-47 0,-3 7-71 16,1-3-156-16,2-1-492 0,3 3 218 0</inkml:trace>
  <inkml:trace contextRef="#ctx0" brushRef="#br0" timeOffset="65490.68">22973 4611 2184 0,'9'-15'99'0,"-3"-2"0"0,0 4-49 15,-2 0-4-15,0 2 31 0,-1 0 22 0,-3 1 14 16,1 4 9-16,1 0 10 0,-2 6-4 0,0 0-9 15,0-11-14-15,0 11-7 0,0 0-11 0,0 0-6 16,0 0-2-16,0 0 6 0,0 0 23 0,12 32 12 16,-6-7-15-16,-3 3 3 0,1-2-5 0,-2 5-4 15,3-2-13-15,-1-3-6 0,-1 2-11 0,1-3-6 16,-2 1-6-16,-1-8-2 0,3 7-15 0,-3-6-31 16,2-2-37-16,0-1-53 0,-2-3-59 0,-1-3-44 15,1 0-41-15,0-2-62 0,-1 0-69 0,0-8-245 16,0 9-651-16,0-9 288 0</inkml:trace>
  <inkml:trace contextRef="#ctx0" brushRef="#br0" timeOffset="65716.21">23205 4572 115 0,'4'-9'291'0,"-1"-1"2"0,-2 4-11 0,-1 6-19 15,2-10-15-15,-2 10-24 0,0 0-18 0,0 0 6 16,0 0-5-16,0 0 3 0,6 22-12 0,-5-8-4 15,-1 4-16-15,1 1-14 0,0 9-7 0,1-9-23 16,-1 1-14-16,2 4-11 0,-1-4-1 0,1 0-21 16,0 4-12-16,0-5-9 0,-1 0-38 0,0-3-53 15,-1-3-37-15,2-1-40 0,-1-1-39 0,-1 0-45 16,-1-2-69-16,0-9-38 0,-2 13-225 0,-1-9-561 16,3-4 249-16</inkml:trace>
  <inkml:trace contextRef="#ctx0" brushRef="#br0" timeOffset="66599.78">23116 4710 64 0,'0'0'190'0,"5"-8"-13"15,5 4-13-15,4 1-14 0,4 0-5 0,9-4-7 16,2 3-4-16,2-2-8 0,0 1-7 0,-1 1-17 16,2 1-4-16,-1-1-6 0,0 2-13 0,-2 1-4 15,-2-3-8-15,-7 2-5 0,1-1-6 0,-7 1 2 16,-1-1 8-16,-3 1 10 0,-3 2 17 0,-7 0 6 15,11 0 13-15,-11 0 6 0,0 0-7 0,10 0-8 16,-10 0-13-16,0 0-8 0,0 0-12 0,0 0-4 16,-32 13-8-16,15-5 6 0,-2 4-11 0,-2 3 2 15,4-5-6-15,0 3-2 0,4 0-2 0,1-1-6 16,4-2 0-16,0-1-7 0,3 2-4 0,3-2 3 16,0 0-9-16,2 0 3 0,3 0 0 0,2-3-4 15,3 1 2-15,2-2 8 0,3-1-9 0,0-1-7 16,6-2-2-16,-6-1-7 0,0 0-4 0,2-1 4 15,0-1 1-15,-2 0-5 0,-1-2 2 0,-1-1-4 16,0 1 7-16,-2 0-3 0,0-2-6 0,-3-2 8 16,0 2-4-16,-3 1 4 0,1-2-2 0,0 3 6 15,-4 4-2-15,4-11 4 0,-4 11 1 0,1-8-6 16,-1 8 1-16,0 0-1 0,0-8-4 0,0 8 2 16,0 0-6-16,0 0 7 0,0 0-2 0,0 0-1 15,0 0-1-15,0 0 3 0,0 0-10 0,0 0 9 16,-13 20 1-16,13-20 3 0,0 7-8 0,0-7 7 15,8 9-4-15,-3-6 6 0,2-1 2 0,4 0-2 16,3 1-4-16,3-3 7 0,3 0-6 0,2-3-3 16,-4 1-4-16,4-3 2 0,-2-1-4 0,-3 3 0 15,0-2 3-15,-4 0 0 0,0 0-3 0,-3 0 4 16,-1-2 1-16,3 1-1 0,-7 3-2 0,2-6 6 16,0 2 0-16,-2 1 1 0,-1 0-3 0,0 1 11 15,-2-1-1-15,-2 6 4 0,5-8 1 0,-5 8-2 16,2-6 2-16,-2 6-11 0,0 0 3 0,0 0-7 15,0 0 0-15,0 0 0 0,0 0-1 0,0 0-5 16,-17 29 7-16,8-12 3 0,3 2 11 0,0 7-10 16,0 2-4-16,2 2 8 0,4 3-2 0,-2 0 7 15,3 1 9-15,2 0 1 0,2 1 4 0,-2 0 6 16,0 1-10-16,3-4 5 0,0 0 1 0,-4-2 1 16,3 1-9-16,2-3 7 0,-4 2-8 0,-1-5-4 15,-1-4-2-15,0-3-7 0,-2-1-14 0,-2-4-10 16,0-3 2-16,-4 0-8 0,-6 2-4 0,3-5-3 15,-2-4-2-15,-1-1 5 0,-1-2-4 0,2-5 3 16,2-2-2-16,-3-3 4 0,4-6-10 0,4-3 1 16,1 0-5-16,4-5 12 0,4-3-14 0,4-3 1 15,7 0-10-15,0-2 1 0,14-8-4 0,-1 1 5 16,2 1-2-16,5 2 11 0,1-1-5 0,-2 1-6 16,2 0 5-16,0 3-1 0,-8 7 9 0,-3 0 4 15,0 0 5-15,0 1 1 0,-4-1 3 0,-5 1 3 16,2 0 7-16,-6 3 13 0,-3 5 16 0,-1 0 13 15,-2 2 12-15,-4-2 6 0,-2 6 8 0,0 1 1 16,-2 1-3-16,-1 1-13 0,-2 2-2 0,-4 3-6 16,-4 0-3-16,-3 4-4 0,-2 4-8 0,-7 8 0 15,4 1-9-15,5-1 3 0,0 6 6 0,4-2 0 16,5 0-20-16,3 2-24 0,1-1-39 0,7 0-44 16,4-1-45-16,2 0-60 0,12 1-85 0,1-1-271 15,5-4-614-15,0-2 272 0</inkml:trace>
  <inkml:trace contextRef="#ctx0" brushRef="#br0" timeOffset="68750.5">24847 4932 136 0,'-7'-4'238'0,"7"4"-18"0,0 0-20 16,-9-4-24-16,9 4-15 0,0 0-20 0,0 0-12 15,0 0-13-15,0 0-6 0,-13 10 3 0,10-1-9 16,-4 4-10-16,-2 2-8 0,2 2-9 0,0 0-3 16,-5 6-11-16,6-4-23 0,0-2-48 0,-1 1-35 15,1 0-60-15,-1-1-38 0,4-2-57 0,-1-4-100 0,0-1-323 16,1-2 144-16</inkml:trace>
  <inkml:trace contextRef="#ctx0" brushRef="#br0" timeOffset="69000.03">25127 4737 2653 0,'18'-25'171'0,"-2"4"-63"0,-6 5-33 16,0 0-24-16,-6 7 13 0,3-1 4 0,-3 4-5 15,-1 2-10-15,-3 4-9 0,4-12-7 0,-2 10-4 16,-2 2-10-16,0 0-3 0,0 0 0 0,0 0-3 0,8 19 25 16,-8-3 6-16,2 8-7 0,-2 3-2 15,0 0-4-15,0 1 2 0,0 1-8 0,2 0-3 16,-4-1 0-16,4-2-2 0,0 1-2 0,0-2-1 16,-1 1-20-16,0-7-32 0,0-3-44 0,1 2-30 15,-2-3-36-15,0 1-40 0,-2-4-43 0,4-2-37 0,-4 0-219 16,0-4-518-16,2-6 230 0</inkml:trace>
  <inkml:trace contextRef="#ctx0" brushRef="#br0" timeOffset="69233.86">25203 4747 210 0,'2'-32'209'16,"2"4"-7"-16,0 1-5 0,2 1-18 0,3 2-4 15,-1 9-18-15,2-2-9 0,-1 2-15 0,4 5-14 16,1 0-10-16,-1 5-7 0,-1 1-10 0,7 2-10 15,2 4-9-15,-1 0-7 0,0 5-2 0,-2 3-10 0,-2 0-8 16,0 2-2-16,-9 4-5 0,5 2-5 16,-6-2 2-16,-2 4-5 0,-8-1-2 0,-1 0-1 15,-4 4-3-15,-6-1 0 0,-2-2-2 0,0 1 0 16,-4-6-5-16,-1 1-3 0,0-3-21 0,2-5-29 0,1 1-43 16,3-3-43-16,5-3-49 0,2-1-56 0,-4-1-133 15,13-1-388-15,-13-6 172 0</inkml:trace>
  <inkml:trace contextRef="#ctx0" brushRef="#br0" timeOffset="69718.19">25627 4564 53 0,'5'-1'256'0,"3"-2"-22"0,-2-1-29 15,2 3-14-15,-8 1-21 0,14-4-17 0,-7 2-16 16,4-3-13-16,-2 4-11 0,3 1-13 0,1-4-11 0,1 3-14 15,-1 0-22-15,0 0-29 0,1 1-30 0,-5 0-23 16,-1-2-20-16,0 0-17 0,-8 2-5 0,11 0-1 16,-11 0-1-16,8-4 1 0,-8 4 4 0,0 0 10 15,0 0 13-15,0 0 16 0,0 0 18 16,0 0 27-16,0 0 8 0,0 0 23 0,0 0 6 16,-19-9 6-16,19 9-1 0,0 0-7 0,0 0-4 15,0 0-5-15,0 0-2 0,0 0-5 0,0 0 11 16,-10 17 0-16,10-7 3 0,0 3 10 0,-2 5 10 0,4 0 0 15,-2 1 3-15,0-1-9 0,2-1-7 16,1 0 5-16,-3 0-11 0,2 0-4 0,3 0-7 0,-1-1-1 16,-2 1-5-16,1-6-3 0,-1 5-3 0,2-4-1 15,-2-1-2-15,-1-1-2 0,-1 0 0 0,0-3-7 16,0 0-4-16,-3 2-14 0,-3-1-6 16,1 0-13-16,-4-1-16 0,-2 0-5 0,0-2-2 15,-3-1 5-15,1-3 6 0,0 1 2 0,-1-2 4 16,5 0 4-16,-5 0 7 0,7-2 9 0,7 2 10 0,-13-1 7 15,13 1 9-15,-9-2-2 0,9 2 1 0,0 0-7 16,-6-3-3-16,6 3-2 0,0 0 1 0,0 0 1 16,0 0 0-16,30-4-5 0,-7 3 4 15,-4-2-3-15,12 0-15 0,0 1-24 0,-1 1-29 16,4-5-37-16,-3 2-39 0,0-2-38 0,-3 5-156 0,-7-4-364 16,2 1 162-16</inkml:trace>
  <inkml:trace contextRef="#ctx0" brushRef="#br0" timeOffset="70036.91">26106 4640 164 0,'-1'-8'201'0,"0"-3"2"15,1 1 0-15,0 10-5 0,0-9-16 0,0 9-19 16,-2-7-14-16,2 7-19 0,0 0-17 0,0 0-9 16,0 0-12-16,0 0 13 0,17 23 2 15,-12-7 7-15,9 6-11 0,-7 1-4 0,-1-4-4 16,0 6-2-16,2 0 4 0,1-1-11 0,-5-5-7 0,1 5-8 15,1-7-6-15,1-3-4 0,0-1-7 0,-3-4 1 16,-1 0-7-16,-1-3-1 0,2 0-5 0,-2-2 3 16,-2-4 10-16,5 9 19 0,-5-9 19 15,5 4 13-15,-5-4-13 0,0 0-4 0,0 0-11 16,15-11-6-16,-8 1-10 0,0 0-6 0,4-4-10 0,0-1-6 16,-1-1-1-16,3-5-11 0,0 0-2 0,3-2-1 15,-3-2-10-15,1 0-11 0,-3 1-18 0,1 2-14 16,-2-2-5-16,1 7-3 0,-3 0-10 15,-2 7-19-15,-1-2-20 0,-1 6-22 0,-2 0-33 16,-2 6-34-16,3-8-57 0,-3 8-34 0,0 0-22 0,0 0-190 16,0 0-516-16,0 0 229 0</inkml:trace>
  <inkml:trace contextRef="#ctx0" brushRef="#br0" timeOffset="70819.3">27254 4566 129 0,'0'0'243'0,"0"0"-11"0,2-5-11 0,-2 5-10 15,0-8-17-15,0 8-11 0,0 0 5 16,-2-12-17-16,2 12-15 0,-4-9-9 0,4 9-15 15,-5-5-5-15,5 5-3 0,-7-6-19 0,7 6-10 16,-15 0-11-16,6 2-5 0,-3 3-12 0,-3 4-5 0,-1 0-5 16,3 5 7-16,-6 5 1 0,2 0-14 15,0 1 6-15,2 2-15 0,1-1-1 0,-1 0-1 16,5-3-3-16,0-1-10 0,3-1 2 0,3-1-3 0,4-4-5 16,0 0 2-16,4 1-3 0,-2-3 0 15,5 2 0-15,2-4-5 0,2 1 1 0,0-2 0 0,3-2-2 16,3 3 0-16,2-7 1 0,0 0-6 0,0 0 0 15,-4-2 2-15,4 0-7 0,-7-3 1 0,3 0-1 16,-3-2-1-16,0 1-1 0,-3-2 5 0,4-3-3 16,-3 2-7-16,-2-1 2 0,-3-2 3 15,3 2 0-15,0-4 7 0,-4 2-9 0,-1 0 0 0,1 1 3 16,0-2-3-16,-4 5 2 0,1 1-3 0,0 0 9 16,-1 7 0-16,2-8-7 0,-2 8 1 15,1-8-2-15,-1 8-6 0,0 0 3 0,0 0-1 16,0 0-2-16,0 0 2 0,0 0 1 0,0 0 5 15,-1 31-3-15,-1-21 2 0,2 3-2 0,-1-2-1 0,2 1 3 16,1 4-1-16,-1-6 3 0,3 3-11 0,-4-3-26 16,7 0-31-16,-4 0-28 0,1-1-27 0,-2-1-36 15,3 1-29-15,-1-3-34 0,4 1-32 16,-4-2-185-16,-2-1-473 0,7-2 209 0</inkml:trace>
  <inkml:trace contextRef="#ctx0" brushRef="#br0" timeOffset="71167.17">27524 4640 10 0,'0'0'174'0,"0"0"2"0,0 0 4 0,0 0-15 0,11 16 20 16,-9-11-20-16,0 5 2 0,-2 0-7 0,4 0-18 16,-3-1-8-16,-1-2-11 0,2 1-3 0,1-2-11 15,-3-6-6-15,2 12-9 0,0-9 5 0,-2-3 3 16,0 0 10-16,2 10 3 0,-2-10 5 0,0 0 9 15,0 0-4-15,3 4-6 0,-3-4-10 0,0 0-12 16,0 0-15-16,0 0-8 0,13-17-7 0,-9 11-4 16,1-3-12-16,2 0 0 0,-1-2-8 0,3 0-5 15,0 0-4-15,-2 1-3 0,4 3-1 0,-2 0-8 16,0-2 5-16,0 1-14 0,0 3 11 16,-5 0-16-16,5 3 6 0,-4 0-5 0,-5 2-6 0,13 2 2 15,-13-2-3-15,10 7-4 0,-4-2 6 0,-1 2-5 16,-3 1 1-16,2-1-2 0,1 2-38 0,-1 2-24 15,1-3-28-15,-3 3-23 0,1 0-32 0,-2-3-50 16,2 4-45-16,2-5-47 0,-3 1-184 0,2-3-513 16,4-1 226-16</inkml:trace>
  <inkml:trace contextRef="#ctx0" brushRef="#br0" timeOffset="71570.67">28033 4597 30 0,'-2'-12'245'0,"0"5"-8"0,0-3-12 0,-2 5-5 16,-3-2-17-16,2 4-7 0,5 3-17 0,-16-3-8 0,6 2-8 16,-2 5-14-16,2 3-8 0,-3 3-14 0,-2 3-7 15,2 2-5-15,0-2-14 0,3-1-4 0,1 4-12 16,2-5-9-16,0-1-7 0,3 6-4 16,2-7-4-16,0 4-10 0,2-5-3 0,2 1-7 15,-2-1-3-15,3-3 1 0,0 0-6 0,4-2-7 0,-7-3-3 16,15 4-7-16,-8-6-1 0,4 0-3 0,-1-1 0 15,0-2 2-15,0-2-6 0,-1 0 6 0,0-2-6 16,-1-1 0-16,-3 0-2 0,4-5 4 0,-4 0-2 16,-1-1 1-16,1-5 1 0,1-1 4 15,-4 3 1-15,3-1 4 0,0-6 1 0,-3 6 0 0,2-6-3 16,3 2 9-16,-5 6 9 0,3 0-3 0,-1 2 13 16,-1 5 8-16,-3 0 18 0,2 2-4 0,1 5-1 15,-3 4-6-15,1-8-16 0,-1 8-14 16,0 0 1-16,0 0-4 0,0 0-2 0,0 0 1 15,0 0-6-15,-1 29 6 0,-2-10-1 0,3-2-12 0,-2 0 7 16,-1 4-2-16,1-2 9 0,4 7-12 0,1-1-20 16,-3-7-43-16,5 7-46 0,-1-6-56 15,0-2-59-15,1-1-64 0,3 1-65 0,-2-7-215 16,2 0-598-16,3-3 265 0</inkml:trace>
  <inkml:trace contextRef="#ctx0" brushRef="#br0" timeOffset="71883.97">28610 4549 106 0,'0'0'298'0,"0"0"-32"0,0 0-14 0,0 0-5 0,0 0-3 16,5 11-11-16,-5-11-1 0,-2 12-10 0,2-2-21 16,-1-3-15-16,2 2-8 0,1-2-23 0,2 3-11 15,2-2-13-15,4 1-6 0,-1-1-15 16,3-1-8-16,4 1-4 0,3-3-14 0,-2-1-7 15,1-2-8-15,0-2-7 0,2-2-1 0,-3-1-6 0,-1-1-10 16,2-1 4-16,-6 0-7 0,-1 0 4 16,0-2-10-16,-2-1-5 0,-2-1 5 0,-2-1 19 0,3-1-6 15,-4-4-9-15,0-3-1 0,-4 7-3 0,-2-3 0 16,-2-1-12-16,1 0 2 0,-1 4-4 16,-1 2-9-16,-2-1-4 0,0 1-3 0,-1 4-12 0,-3-3-33 15,2 4-33-15,-3 1-41 0,-6 1-31 0,0 4-37 16,-1 1-39-16,3 1-60 0,-1 2-35 15,3-2-220-15,4-1-579 0,2 1 255 0</inkml:trace>
  <inkml:trace contextRef="#ctx0" brushRef="#br0" timeOffset="72491.07">29096 4345 136 0,'2'-6'283'0,"0"-1"4"0,0 0-1 15,-2 7-3-15,3-9 1 0,-3 9-11 0,2-10-11 16,-2 10-15-16,0 0-21 0,2-8-4 0,-2 8-24 16,0 0-24-16,2-6-8 0,-2 6-24 0,0 0-16 15,0 0-5-15,0 0-13 0,0 0-10 16,0 0-8-16,0 0-13 0,2-7 0 0,-2 7-9 16,0 0 3-16,0 0 1 0,0 0 3 0,0 0 14 0,0 0 2 15,0 0 2-15,0 0 5 0,0 0 0 0,0 0-2 16,0 0 0-16,0 0-6 0,0 0-3 0,0 0-9 15,0 0-4-15,0 0-6 0,3-7-7 0,-3 7-2 16,0 0-5-16,0 0-3 0,0 0-4 0,0 0-4 16,0 0-3-16,0 0-4 0,0 0-6 0,0 0-1 15,0 0-6-15,0 0 0 0,0 0-1 0,5-6-3 16,-5 6-4-16,0 0-3 0,0 0 1 16,0 0-4-16,0 0-2 0,0 0 1 0,0 0-1 0,0 0-4 15,0 0 1-15,0 0 1 0,0 0-1 0,0 0-1 16,0 0 1-16,0 0-4 0,0 0 0 0,0 0 1 15,0 0 0-15,0 0-4 0,0 0 2 0,0 0-1 16,0 0 0-16,0 0 2 0,0 0 1 0,0 0-3 16,0 0 1-16,0 0 0 0,0 0 1 0,0 0 3 15,0 0-3-15,0 0 0 0,0 0-3 0,0 0 2 16,0 0-3-16,0 0-4 0,0 0 0 16,0 0-1-16,0 0-3 0,0 0 1 0,0 0-3 0,-4 35 5 15,4-17 0-15,0 8 5 0,-1 1 3 0,1 4 1 16,-1-2 0-16,-1 5 1 0,1 11 5 0,-2-11-6 15,3-2 0-15,0 3 0 0,0-2 0 16,-1-5 3-16,1 2 2 0,3-5 0 0,-2 1-1 0,-2-7 1 16,2 1-3-16,-1-2 3 0,-1-1-1 15,1 2-4-15,-2-3-2 0,4 0-27 0,-2-2-28 0,-2-4-34 16,2 1-24-16,-1 0-42 0,-2-1-18 0,1 1-42 16,-3-2-20-16,-2 3-34 0,0-3-37 0,-1 0-33 15,1-2-32-15,1 1-246 0,6-8-669 16,-16 9 296-16</inkml:trace>
  <inkml:trace contextRef="#ctx0" brushRef="#br0" timeOffset="72736.82">29279 4602 154 0,'5'-11'324'0,"1"2"3"0,-3-3-3 15,1 6-4-15,-4 6-12 0,5-11-11 0,-5 11-20 16,5-7-24-16,-5 7-30 0,0 0-29 0,0 0-18 15,0 0-3-15,0 0 2 0,12 20-9 0,-10-8-15 16,2 5-20-16,0 1-11 0,-3 0-12 0,2 0-8 16,1 1-12-16,-3-2-15 0,0 2 4 0,1-2-13 15,0 3-11-15,1-5-35 0,-2 1-29 0,0-4-47 16,2 0-45-16,-2-2-38 0,0 2-32 0,-1-12-31 16,0 14-45-16,0-14-28 0,2 11-28 0,-2-11-221 0,0 0-570 15,-7 10 253-15</inkml:trace>
  <inkml:trace contextRef="#ctx0" brushRef="#br0" timeOffset="72939.83">29378 4506 41 0,'20'-17'186'16,"-6"7"-5"-16,3 1 7 0,-1 2-7 0,1 0-6 16,-4 4 0-16,1 3-2 0,-1-1-9 0,0 2-11 15,-3 1-11-15,1 2-3 0,-1 2-7 0,2 1-11 16,-7-2-9-16,0 2-12 0,2 1-8 0,-6 0-5 15,1 2-1-15,-2-10-7 0,-3 22-9 0,-1-11-8 16,-4-1-4-16,-6 0-9 0,-1 4-5 0,-2-6-24 16,3 3-40-16,-6-1-43 0,4-2-61 0,0-1-62 15,0-3-71-15,-4 3-137 0,7-4-426 0,2 0 189 16</inkml:trace>
  <inkml:trace contextRef="#ctx0" brushRef="#br0" timeOffset="73368.25">30153 4311 185 0,'3'-6'333'0,"1"-2"-20"0,-2 2-32 16,5-2-33-16,-1 0-23 0,4-1-20 0,6 2-21 15,3-3-17-15,6-1-15 0,5 1-16 0,1 3-14 16,-1 0-14-16,1 1-11 0,-2 3-9 0,1 0-1 15,-9 1-28-15,-3 0-20 0,1 2-35 0,-4 0-36 16,-3-2-33-16,0 2-25 0,-6 0-27 0,-6 0-3 16,0 0-10-16,0 0-19 0,0 0-13 0,0 0 26 15,0 0 9-15,-28 11 2 0,9-9 14 0,-2-1 17 16,0-1 11-16,-1 3 20 0,2-1 24 0,-1 0 8 16,3-2 32-16,-2 0 22 0,7 0 15 0,0 3 8 15,4-2 9-15,1 1-3 0,0-1 4 0,0 5 12 16,2 0 7-16,-3 2 19 0,0 7 10 0,1-1 0 15,0 2 4-15,3 9 26 0,-4 0-2 0,4 2 7 16,-1-1 5-16,-1 3-5 0,1 0-3 0,0-2-8 16,1-1-6-16,-2-1-12 0,5 3-10 0,-4-2-8 15,4 0-7-15,-2-1-7 0,4-1-9 0,-3-6-7 16,3 2-11-16,-2-3-13 0,1 0-23 0,-1 0-33 16,2-7-48-16,0 3-48 0,-1-1-55 0,1-12-65 15,-1 18-53-15,-2-9-225 0,3-9-554 0,-4 10 245 16</inkml:trace>
  <inkml:trace contextRef="#ctx0" brushRef="#br0" timeOffset="73717.07">30170 4579 30 0,'8'-5'209'15,"2"0"-9"-15,1 0-9 0,2 1-2 0,-1-1-6 16,2 1-5-16,-1 0-11 0,-1 0-14 0,0 2-12 15,7-2-6-15,-1 4-8 0,1-3-6 0,-1 3-11 16,1 2-6-16,0 0-2 0,-2 2-4 0,-3 0-2 16,3 3-9-16,-3-3-3 0,0 5-2 0,1 3-2 15,-2 1-8-15,-3-2-4 0,-1 1-6 0,0-1 0 16,-4 1-9-16,0 3 1 0,-1-4-9 0,-3-1-3 16,-1 0-1-16,0 0-3 0,0-10-2 0,-2 17-3 15,2-17-5-15,-7 9 5 0,1-4-2 0,6-5 3 16,-15 4 7-16,15-4 6 0,-16 0 13 15,16 0 15-15,-13-7 8 0,13 7-10 0,-10-9-5 0,6 3-1 16,4 6-10-16,-2-19-7 0,3 8-7 0,3-1-11 16,1 0 6-16,5-1-8 0,4-8-16 0,-1 4-31 15,6-5-28-15,3 0-25 0,2 3-48 0,1 2-34 16,-4 2-50-16,2-2-48 0,-6 6-36 0,1 3-37 16,-8 3-163-16,1 0-526 0,-3 5 233 0</inkml:trace>
  <inkml:trace contextRef="#ctx0" brushRef="#br0" timeOffset="74184.28">30640 4637 31 0,'-1'6'256'0,"1"-6"-11"0,0 0 1 0,0 0 2 15,8 6 0-15,-8-6-10 0,14-3-22 0,-4-2-18 16,2 2-24-16,4-4-14 0,2-1-13 0,-1-1-6 16,-1 3-14-16,2-3-4 0,0 1-9 0,-3-1-12 15,-4 2-1-15,7-4-2 0,-6 0 3 16,0 4-16-16,-3-3-4 0,1-3 9 0,-4 1-12 0,1 1-14 15,-3 0 1-15,-2 0 4 0,-1 2-4 16,1-1 1-16,-5 1-7 0,2 0-15 0,1 9 1 0,-4-10-16 16,0 6 11-16,4 4-22 0,-15-2 15 0,15 2-13 15,-22 9-3-15,6-2 4 0,0 2 1 0,2 2-9 16,0 3 6-16,3-1-10 0,0 1 8 0,4 2-3 16,-1-2-2-16,6 3 1 0,0-3 1 0,5-3-10 15,3 0 3-15,0 1-10 0,5 0-13 0,4-1-14 16,3-4-19-16,2 0-16 0,1-2-17 0,-1-2-3 15,8-2 2-15,-7-2 2 0,-2-2 8 0,1-1 10 16,0 1 4-16,-2-4 9 0,-2 3 2 0,-6-3 8 16,3-2 7-16,-5 1 6 0,1-1 7 0,0 0 8 15,-2-4 13-15,0 6-10 0,-1-3 11 16,-1 2 21-16,0-1 9 0,0 4 11 0,-1-1 7 16,-1 2-1-16,-3 4 2 0,0 0-10 0,4-8-3 15,-4 8-6-15,0 0 18 0,0 0 20 0,7 19 9 0,-5-6-2 16,-2 2 8-16,0 2-8 0,0 8-1 0,-2 0-6 15,-1-1-1-15,-1 3-17 0,1 0 3 0,-1 0-7 16,-3-2-19-16,3 3-31 0,3-10-51 0,1-2-63 16,0 3-61-16,0 0-60 0,-3-3-74 15,3-3-75-15,-1-3-202 0,-2 0-635 0,3-10 281 16</inkml:trace>
  <inkml:trace contextRef="#ctx0" brushRef="#br0" timeOffset="74341.56">31264 4743 75 0,'7'-9'535'16,"-1"4"-40"-16,-2 0-29 0,-1 0-31 0,-3 5-34 15,7-7-39-15,-5 4-37 0,-2 3-35 0,3-7-34 16,-3 7-69-16,0 0-92 0,5-4-92 0,-5 4-127 0,0 0-170 16,0 0-291-16,0 0-633 0,0 0 280 15</inkml:trace>
  <inkml:trace contextRef="#ctx0" brushRef="#br0" timeOffset="77450.03">13063 6116 81 0,'-4'-14'217'0,"2"-2"-4"16,-2 4 23-16,3 2 9 0,-1 1 7 0,0 0-6 16,2 9-5-16,-2-12-18 0,2 12-13 0,0-9-23 15,0 9-15-15,-2-7-24 0,2 7-15 0,0 0-20 16,0 0-16-16,0 0-9 0,0 0-4 0,0 0-10 16,9 24-6-16,-3-6-1 0,0 7-13 0,4 3 5 15,-3-1-11-15,1 6-4 0,3-1-6 0,-3-1-1 0,1 2-2 16,3-5-3-16,-6-4-1 0,0 0-12 15,1-5-2-15,-1-1 2 0,-1-4-1 0,-1-2 2 16,-1-2-10-16,2 0 4 0,-3-1-2 0,2-2-1 16,-2-1-7-16,0-2 9 0,-2-4-5 0,5 10 18 0,-3-7-12 15,-2-3 3-15,0 0 25 0,4 4 21 0,-4-4-12 16,0 0-4-16,0 0-11 0,6-17 4 16,-4 5-5-16,2-5-9 0,-1 0-4 0,-1-4 6 15,2-5-12-15,0-4 9 0,1 1-11 0,2 0 1 16,0-2-2-16,-1-1 0 0,1-1-5 0,-1 1 1 0,2 2-1 15,-4 1-12-15,3 6-8 0,-1 4 8 0,-1 2-29 16,-3 7-20-16,3 1-23 0,-3 2-32 0,0 1-37 16,-2 6-35-16,5-6-14 0,-5 6-6 15,0 0-37-15,10 12-41 0,-7 0-219 0,-1 4-539 0,0 1 238 16</inkml:trace>
  <inkml:trace contextRef="#ctx0" brushRef="#br0" timeOffset="77782.94">13515 6277 12 0,'0'-7'224'0,"0"7"-13"0,0 0-9 0,0 0-8 16,-16-9-6-16,16 9-11 0,-9 0-13 0,9 0-9 0,-15 4-15 16,7-2-12-16,-5 3-12 0,7 2-11 0,-4 0-10 15,-3 4-7-15,5 0-11 0,-2 1-10 0,3-1-3 16,1 0-9-16,1-2-6 0,3 3-6 0,2-1-3 15,2 0-4-15,-2 1 1 0,5-1-8 0,1 4 4 16,-1-3-12-16,4-3 4 0,2 4-4 0,-4-3-6 16,1-2 1-16,0 3 1 0,-4-4-6 0,3 2 0 15,-1 0-5-15,1-2 5 0,-2 0 0 0,-5-1-2 16,4 1-6-16,-3-2 8 0,-1-5-9 0,0 10 4 16,0-10-3-16,-3 10 8 0,-4-6-4 0,7-4-3 15,-9 9 3-15,0-4-5 0,-1 0 1 0,0 1 0 16,-1-1-9-16,-1 0-16 0,-1-2-21 0,2 0-27 15,-1 0-43-15,2 0-39 0,1-3-51 0,9 0-190 16,-19-1-426-16,13-2 189 0</inkml:trace>
  <inkml:trace contextRef="#ctx0" brushRef="#br0" timeOffset="77956.56">13922 6344 209 0,'18'-2'241'0,"-3"-2"-25"0,1 3-22 0,2-1-16 16,0 1-20-16,0-2-19 0,0 1-31 15,-5 2-40-15,5 0-41 0,1 0-42 0,-6 2-39 16,-2-1-39-16,1 2-36 0,-4 0-80 0,-2 0-224 16,-3 0 100-16</inkml:trace>
  <inkml:trace contextRef="#ctx0" brushRef="#br0" timeOffset="78087.28">14041 6450 1 0,'-9'4'275'0,"-1"1"-25"0,4 0-4 16,-1-2-8-16,1 0-7 0,1 0-8 0,5-3-9 16,-9 3-23-16,9-3-17 0,0 0-18 0,-7 3-18 0,7-3-9 15,0 0-16-15,0 0-14 0,0 0-32 0,27 4-37 16,-9-5-68-16,2-2-79 0,16-3-76 16,-4 0-212-16,1-2-438 0,0 1 193 0</inkml:trace>
  <inkml:trace contextRef="#ctx0" brushRef="#br0" timeOffset="80100.08">13440 6502 15 0,'0'0'129'0,"0"0"-11"0,-2-9 4 0,2 9-8 15,0 0 11-15,-4-7-8 0,4 7 3 0,0 0-3 16,-4-7-8-16,4 7 1 0,0 0-15 0,0 0-8 16,0 0-13-16,0 0-6 0,0 0-14 0,0 0-2 15,0 0-17-15,0 0 10 0,0 0-8 0,-3 20-1 16,3-10 23-16,0 0 1 0,0 2-2 0,0-1-9 15,0 2 5-15,0-1-2 0,-2-2-7 0,2 0-5 16,0 2-2-16,0-3 1 0,-2 0 1 0,4-2-3 16,-2-7 0-16,0 12-3 0,0-12-1 0,0 11-3 15,0-11-1-15,-2 8-3 0,2-8-3 0,0 0-3 16,0 8-2-16,0-8 0 0,0 0 4 0,2 7 5 16,-2-7 6-16,0 0 9 0,0 0 13 0,0 0 1 15,0 0 9-15,0 0 11 0,0 0 4 0,0 0 6 16,0 0 8-16,0 0-2 0,0 0-1 0,0 0 4 15,0 0-19-15,0 0-10 0,0 0 1 0,0 0-9 16,0 0-4-16,-4-27-5 0,4 18-2 0,-2-1-9 16,4-3-7-16,-2 2 16 0,2-6-23 0,0 1 3 15,-2 0-7-15,2 0 23 0,1 4-28 0,1-2-3 16,0 1-6-16,-2 0 6 0,2 1 0 0,-2 1 3 16,2 1-13-16,3 0 6 0,-5 1 0 0,4-1 7 0,-3 3-11 15,4 2 2-15,-1-2-6 0,-1 1 2 0,1 2 4 16,-1 1-10-16,1-1-5 0,-6 4-1 15,10-5 8-15,-10 5-7 0,13-2 5 0,-6 2-1 16,-7 0-2-16,14 1 1 0,-14-1-1 0,13 1 0 16,-6 1 1-16,-2 0 1 0,-5-2-3 0,12 7-2 15,-7-5 2-15,1 4 0 0,-2-3 2 0,2 1-5 16,-2 6-3-16,1-2 9 0,-1 3 2 0,1-2 2 16,-3 1-5-16,0 0 0 0,1 0 3 0,-1 2-4 0,0-3 6 15,-2 2-1-15,0 0-1 0,3-1-4 0,-3-3 4 16,2 2 5-16,-2-9-6 0,0 11 6 0,0-5-3 15,0-6 6-15,2 9-2 0,-2-9 11 0,0 7-9 16,0-7-5-16,0 0 0 0,0 0 1 0,0 10 4 16,0-10 1-16,0 0 7 0,0 0-10 0,0 0 6 15,0 0 0-15,0 0-3 0,0 0-4 0,2 6 5 16,-2-6 3-16,0 0-4 0,0 0 2 0,0 0-2 16,0 0 2-16,0 0 1 0,0 0-6 0,0 0 19 15,0 0-19-15,0 0 3 0,0 0-1 0,0 0 0 16,0 0 2-16,0 0-2 0,0 0-4 0,0 0 2 15,0 0-1-15,0 0-2 0,0 0 1 0,0 0-2 16,0 0 4-16,0 0-6 0,0 0 0 0,0 0 10 16,0 0-13-16,0 0-1 0,0 0-1 0,0 0 0 15,0 0-2-15,0 0-3 0,0 0 9 0,0 0-4 16,0 0 9-16,0 10-7 0,0-10-2 0,0 0 9 16,0 0-4-16,0 0 2 0,0 0 1 0,0 6-3 15,0-6-1-15,0 0 3 0,0 0 2 0,0 0 3 16,0 0-1-16,0 0-1 0,0 0 9 0,0 0-6 15,0 0 5-15,0 0 8 0,0 0-5 0,0 0 1 0,0 0 19 16,0 0 7-16,0 0 4 0,0 0-7 16,0 0 1-16,0 0-5 0,0 0-3 0,0 0-3 15,2-25-4-15,-2 25-8 0,2-13 5 0,-2 3-13 16,3-2-1-16,-1 0 9 0,0 0-14 0,2 0-4 0,2-4 1 16,0 6 2-16,-1-1-3 0,1 0-1 0,0 1-4 15,0 0 5-15,2 3 0 0,-1-2-6 0,0 2-7 16,2 1 13-16,-4 3-8 0,1 0-3 0,1 0-6 15,-7 3-3-15,16 4 9 0,-10 1 2 0,-3-1-5 16,3 6 0-16,0 2 5 0,-2 4-4 0,2 0 6 16,-2 1 5-16,-3 2 2 0,-1 0 0 0,2 0-6 15,-2-2 3-15,0 1 15 0,0 0-42 16,-3 0-49-16,-1 0-41 0,4-2-51 0,-2-1-67 0,4-3-74 16,-6-2-263-16,4 0-626 0,0-10 277 0</inkml:trace>
  <inkml:trace contextRef="#ctx0" brushRef="#br0" timeOffset="81999.89">15132 6140 14 0,'0'0'71'0,"0"0"1"16,0 0-1-16,0 0-4 0,0 0-11 0,0 0-1 15,0 0-7-15,0 0-4 0,0 0-2 0,0 0-5 16,0 0 0-16,0 0-3 0,0 0-1 0,0 0 1 16,0 0-1-16,0 0 6 0,0 0-8 0,0 0 11 15,0 0 0-15,0 0-1 0,0 0-5 0,0 0 5 16,0 0 3-16,0 0-6 0,0 0 0 0,0 0-6 15,0 0 1-15,0 0-2 0,0 0-6 0,0 0 5 16,0 0-9-16,0 0 5 0,0 0-9 0,0 0 0 16,0 0 6-16,0 0-5 0,0 0 0 0,0 0 3 0,0 0 9 15,0 0-11-15,0 0 1 0,0 0 1 0,0 0-4 16,0 0 7-16,0 0-4 0,0 0 2 16,0 0-1-16,0 0 2 0,0 0 2 0,0 0-5 15,0 0 4-15,0 0-1 0,0 0-2 0,0 0 2 0,0 0 5 16,0 0 6-16,0 0-10 0,0 0 5 0,0 0 4 15,0 0 1-15,0 0 4 0,0 0 3 16,0 0 4-16,0 0 2 0,0 0 2 0,0 0-3 16,0 0 5-16,0 0 0 0,0 0-1 0,0 0 1 0,0 0 1 15,0 0-4-15,0 0 2 0,0 0-2 0,0 0 2 16,0 0-1-16,0 0 2 0,0 0-5 16,-17-6 0-16,17 6-7 0,0 0-2 0,0 0-5 0,8-13-5 15,-3 10-1-15,-1 0-6 0,7-1-1 0,0-1-4 16,0 1-4-16,1 2 0 0,1 1 8 0,1 1-12 15,-3 0-1-15,1 3-5 0,2 0 1 0,-4 2-3 16,2 3 0-16,-4 2 2 0,1 2 5 0,0 2-5 16,0 2-1-16,-2 0-4 0,-5 0 7 0,-1 1 0 15,-1 2-1-15,-2 0 0 0,-1-2 0 0,-4 2 0 16,-5 3 3-16,-1 1-3 0,-4-4 0 0,0 1 7 16,-7-1-4-16,3-3 0 0,2-7-2 0,-4 5 0 15,5-7 2-15,1 2-4 0,6-4 3 0,-1-1 2 16,3 0-2-16,2-2 3 0,-2 0 4 0,2-2 4 15,7 0-9-15,-10 1 0 0,10-1-3 0,-10-3 0 16,10 3 5-16,-5-7-6 0,5 7-3 0,0 0 4 16,-1-8-6-16,1 8 2 0,0 0-1 0,11-9 0 15,-11 9-4-15,13-4 0 0,-5 3 6 0,2-1-5 0,-10 2 3 16,18 3-1-16,-4-3-2 0,2 4 5 16,2 1-3-16,-1 0 2 0,2 0-4 0,-4 2-24 15,3-3-24-15,-1 1-29 0,0-2-38 0,0 0-28 0,1-1-38 16,-1 3-43-16,-3-4-173 0,-1 0-435 15,-2-1 192-15</inkml:trace>
  <inkml:trace contextRef="#ctx0" brushRef="#br0" timeOffset="82450.07">15523 6161 154 0,'0'-7'223'0,"4"0"-7"15,-3 0-15-15,-1 7-18 0,2-7-20 0,-2 7-18 16,0 0-14-16,0 0-12 0,0 0 10 0,0 0-6 16,10 18-4-16,-9-5-14 0,1 2-7 15,1 3-5-15,-1-1-1 0,3 0-7 0,-2 2-3 16,2-5-5-16,-1 1 7 0,3-5-5 0,-2 3-8 0,0-2-1 16,1-3-10-16,0 2-6 0,0-4-3 0,-2 0-4 15,-1-3-4-15,3 1-1 0,-1 0-4 16,-5-4-3-16,7 5 2 0,-7-5-6 0,9 1-2 15,-9-1 1-15,0 0-5 0,13-7 6 0,-8 1-3 0,-1 2-2 16,1-2 3-16,0 0 8 0,-1-3 3 16,1 0-4-16,-2 1 3 0,2-4-3 0,-2 3-4 0,0 1 9 15,0 1 12-15,2-3 9 0,-4 2-1 0,-1 8-6 16,4-9 2-16,-3 5-1 0,-1 4-4 16,0 0-9-16,3-9-6 0,-3 9-4 0,0 0-16 0,0 0 6 15,0 0-9-15,0 0 6 0,0 0 1 0,5 25 6 16,-5-12 9-16,1 3 4 0,-1 1-4 15,2 1-7-15,-2-4 1 0,0 7-2 0,1-2 3 16,0 0-6-16,-1 0-1 0,0 6-2 0,0-8-13 0,1 0-35 16,1-4-66-16,3 2-49 0,-4 1-32 0,-1-4-40 15,3 1-55-15,-2-3-58 0,0 1-248 16,-1-5-622-16,0-6 276 0</inkml:trace>
  <inkml:trace contextRef="#ctx0" brushRef="#br0" timeOffset="82750.17">15843 6391 257 0,'0'0'247'0,"0"0"-29"0,0 0-20 15,0 0-11-15,0 0 8 0,0 0-24 0,0 0-13 16,15 11-9-16,-11-7-13 0,0 0-9 0,2 1-8 16,3 1-6-16,0-3-14 0,-1 1-1 0,4-1-7 15,0-2-6-15,1 2 1 0,-1-3-8 0,0 0-2 16,1-1-1-16,-3-4 0 0,2 3 10 0,-2-2 16 15,0-1-18-15,0-1-3 0,-1 0 7 0,-4-1 1 16,2-1 2-16,-5-3 0 0,1 3-3 0,-3-3-17 16,0 1-7-16,-2 2-5 0,1-1-10 0,-3-1 2 15,0 4-17-15,-1-2 6 0,-2 0-8 0,0 5-4 16,1 0-5-16,-6-1 7 0,0 3-11 0,-1 2-22 16,-5 3-19-16,3-1-33 0,-3 1-26 0,2 4-38 15,4-1-52-15,0-4-59 0,1 3-48 0,3 1-280 16,3-3-605-16,1 0 268 0</inkml:trace>
  <inkml:trace contextRef="#ctx0" brushRef="#br0" timeOffset="82969.55">16434 6082 216 0,'0'0'344'0,"2"-9"-34"0,-2 9-28 15,7-7-35-15,2 0-17 0,4 3-25 0,4-2-14 16,3 0-16-16,7 2-19 0,1-1-15 0,4-1-13 0,0 2-18 16,2 2-3-16,-2-1-27 0,0 2-32 15,-4-2-39-15,-7 2-45 0,1 0-46 0,-2-1-48 16,-2 2-52-16,-4-1-47 0,-4 0-158 0,-5 0-419 16,-5 1 185-16</inkml:trace>
  <inkml:trace contextRef="#ctx0" brushRef="#br0" timeOffset="83350.81">16533 6063 97 0,'-12'0'203'0,"5"1"-13"0,0 3-11 0,1-2-3 15,-2 2 9-15,-1 2-11 0,3 3-7 16,-1 1-5-16,2 5 3 0,-2 3 17 0,2 0-12 16,-2 6 3-16,1 1-14 0,2 1 4 0,0 0-2 15,-1 0-4-15,4 0 6 0,-2 2-33 0,3-9-8 16,0 8-13-16,0-9-19 0,1 1-1 0,1 1-10 0,-1-4-2 15,0 1-8-15,2-3-11 0,-2 1 0 16,0 1-1-16,1-5 2 0,-1 1-17 0,0-2-4 16,-1-3-2-16,1 2-1 0,-1-1-5 0,0-8-5 15,2 11-5-15,-2-11 1 0,1 9-7 0,-1-9 8 0,0 7-9 16,0-7 1-16,0 0 0 0,0 0-11 0,0 0-1 16,-4 7-9-16,4-7 3 0,0 0 0 0,0 0-1 15,0 0 0-15,-23-14-2 0,18 11-3 0,-3-6 2 16,-2 2 6-16,1 0-3 0,-4-5 4 0,-1 1-5 15,-1-1-1-15,-2-1 0 0,1 3 1 0,-3-2-5 16,-2 5 4-16,-6-1 3 0,7 0-4 0,-7 4 2 16,5 2-2-16,1-2 5 0,0 3-3 0,-1 2 0 15,3 3 0-15,0-1-5 0,5-1-23 16,1 2-28-16,3-2-29 0,0 2-25 0,3-1-29 0,1 2-33 16,6-5-49-16,-3 6-55 0,3-6-228 0,11 7-552 15,0-5 245-15</inkml:trace>
  <inkml:trace contextRef="#ctx0" brushRef="#br0" timeOffset="83617.36">16534 6349 2166 0,'17'-11'61'0,"-1"1"-28"0,-4 4-18 0,-1 2-10 16,-1-3 7-16,2 4-7 0,1-2 6 0,-2 2 19 16,-2 0 5-16,3 2 9 0,-3 1 9 0,1 1 1 15,0 4 7-15,0-1 18 0,-1 3 10 0,0 1-11 16,-2 2 0-16,-2 1 2 0,-3 2 1 0,0 2 6 15,-4 1 0-15,0 0 0 0,-5 0-1 0,2 1-1 16,-9 5-4-16,3-6-1 0,-2-2 10 0,-1-1 0 16,2-2-4-16,1-3 5 0,3 1-4 0,0-3-7 15,3-2-12-15,-1 0 2 0,2 0-10 0,4-4-2 16,0 0-14-16,-4 8-4 0,4-8 2 0,0 0-5 16,17 3-43-16,-3-3-15 0,8-2-45 0,11-2-58 15,4 0-54-15,-1-3-77 0,16-2-49 0,-13 2-305 16,0 0-660-16,-1 0 292 0</inkml:trace>
  <inkml:trace contextRef="#ctx0" brushRef="#br0" timeOffset="83984.03">17443 6232 177 0,'0'-10'293'0,"0"0"-9"0,0 3 6 15,0 7 3-15,1-10-6 0,-1 10-15 0,1-8-17 16,-1 8-31-16,0 0-11 0,10 0 12 0,-10 0-14 15,11 10-6-15,-2-1-15 0,-1 2-11 0,3 3-18 16,-3 3-15-16,7 5-8 0,-8-6-4 0,4 3-6 16,0 1-11-16,-1 4-6 0,-2-6-10 0,1-1-3 15,0-2-14-15,-3 1-6 0,0-4-3 0,-3-2-8 16,4-1-7-16,-2 2-4 0,-3-2-3 0,0-4-2 16,0 2-5-16,2-3-1 0,0 1 0 0,-4-5 0 15,10 6 0-15,-10-6 1 0,5 4 1 0,-5-4 1 16,8-1-3-16,-8 1-5 0,13-6-3 0,-2 2-2 15,3-8-7-15,0 2-1 0,0-5 0 0,0 1-4 16,3-8-7-16,0 0 0 0,-3-1 2 0,3 0-6 16,-2-2-5-16,0 1-1 0,-4-2-10 0,5 1-16 15,-5-3-12-15,1 4-8 0,2 1-13 0,-9 5-14 16,1-1-21-16,0 4-33 0,-3-1-39 0,-1 6-40 0,1 1-30 16,-3 0-35-16,0 9-38 0,-5-11-39 0,2 7-39 15,3 4-228-15,-8-8-660 0,8 8 292 16</inkml:trace>
  <inkml:trace contextRef="#ctx0" brushRef="#br0" timeOffset="84158.38">17827 6199 96 0,'0'0'279'0,"0"0"-41"15,0 0-29-15,4 5-32 0,-4-5-35 0,0 0-42 16,0 0-66-16,0 0-92 0,0 0-146 0,0 0-219 16,0 0 98-16</inkml:trace>
  <inkml:trace contextRef="#ctx0" brushRef="#br0" timeOffset="87219.87">11554 7857 189 0,'-3'-10'241'0,"0"1"0"0,0 3-8 0,-1-1 0 16,4 7-10-16,-2-9-11 0,2 9-18 0,-3-6-14 16,3 6-24-16,0 0-17 0,0 0-7 0,0 0-23 15,0 0 11-15,0 0 10 0,-4 22 12 0,7-3-4 16,-6 6-14-16,2 1-9 0,1 1-8 0,-2 0-18 15,2-3 3-15,0-4-7 0,-2 0-10 0,4-1-7 0,-2-1-2 16,0-1-12-16,2-1-3 0,-2-2-2 16,0 1 11-16,0-3-23 0,0-2-4 0,1-2-13 15,2 1 5-15,-2-4-23 0,2 2-35 0,-3-7-21 16,2 11-45-16,-2-11-37 0,2 9-36 0,-2-9-35 16,1 6-32-16,-1-6-43 0,0 0-209 0,0 0-531 15,0 0 235-15</inkml:trace>
  <inkml:trace contextRef="#ctx0" brushRef="#br0" timeOffset="87449.85">11570 7882 32 0,'0'0'220'16,"3"-8"-21"-16,-3 8-20 0,5-3 4 0,-5 3 4 15,9-4-8-15,-9 4-9 0,14 4 3 0,-5-2-16 16,4-1-11-16,6 3-17 0,4-2-14 0,-2 2-11 15,0-2-6-15,8 2-14 0,-2-1-7 0,0 1-11 16,0 1-15-16,-9-1-19 0,4-1-30 0,-3-1-32 16,-6 1-24-16,5 1-40 0,-2 0-22 0,-4-2-23 15,-2 1-15-15,-2-2-20 0,-1 2-130 0,-7-3-329 16,10 2 146-16</inkml:trace>
  <inkml:trace contextRef="#ctx0" brushRef="#br0" timeOffset="87650.13">11992 7822 180 0,'-2'-11'194'0,"1"0"6"0,-1 1-2 0,0 2-4 16,0-1 3-16,2 9 0 0,-5-12-9 0,4 8-11 16,1 4-18-16,-3-8-19 0,3 8-15 0,0 0-15 15,0 0 3-15,0 0 14 0,0 0 2 0,-4 33-4 16,-2-15-12-16,5 1-12 0,-2 5 9 0,1 2-22 16,2-2-7-16,0 1-15 0,0-6 0 0,2 7-10 15,-2-9-6-15,2 3-15 0,4-5-26 0,-2 3-35 16,0-3-33-16,1 1-40 0,1 0-40 0,-1-1-46 15,2-5-51-15,0-1-37 0,-1 0-146 0,-1-4-453 16,1 0 201-16</inkml:trace>
  <inkml:trace contextRef="#ctx0" brushRef="#br0" timeOffset="87934.87">12157 8015 52 0,'0'0'221'0,"0"0"-19"16,0 0-16-16,0 0-8 0,0 0-8 0,0 0-5 0,8 20-11 15,-6-14-9-15,2-1 4 0,6 1-10 16,-1 0-11-16,0-1-11 0,2-1-11 0,3-1-11 0,1-2-5 16,3-2-8-16,2-1-4 0,0-1-12 0,1-1-2 15,-3-3-8-15,0 0 2 0,0 1 7 16,-7 0-1-16,3-2 1 0,-6 1 10 0,1-2-2 16,-4 1-5-16,1-3-1 0,-3 1 0 0,-3 1-9 0,-3-1-4 15,1-1-10-15,-3 2-2 0,-3-2-2 0,-1-2-14 16,-3 3 15-16,1 0-17 0,0 4 2 0,-5-1-5 15,4 4-7-15,-5 0-9 0,0 2-16 0,-2 2-21 16,1 3-23-16,-1 2-26 0,2 1-41 0,-2 2-49 16,5 0-63-16,5 1-255 0,0 0-530 0,2-2 234 15</inkml:trace>
  <inkml:trace contextRef="#ctx0" brushRef="#br0" timeOffset="88534.98">12814 7735 23 0,'0'-7'295'0,"0"7"-9"0,0-13-9 16,0 7-13-16,0 6-8 0,4-9-13 0,-4 9-19 15,0 0-17-15,0-8-19 0,0 8-25 0,0 0-13 0,0 0-20 16,0 0 0-16,0 0-4 0,0 0 29 16,10 24-11-16,-8-8-8 0,-1 2-2 0,-1 0-2 15,0 2-13-15,-1-2-10 0,-1 9-11 0,2-6-3 0,-5 3-1 16,5 1-7-16,0-4-2 0,0 3-12 0,0-5-5 16,-2-2-4-16,0 2-2 0,2 0-12 0,0-3-4 15,2 0 8-15,-2-3-10 0,0 1-7 16,2-2 1-16,0 0-8 0,-2-1 4 0,0-1-6 0,0 2-5 15,3-3-2-15,-3-2-1 0,0 0-3 0,2 2-3 16,-2-9-1-16,1 9-1 0,0-3-1 0,-1-6-1 16,3 8 1-16,-3-8-2 0,0 0 6 0,0 0-3 15,-2 10 0-15,2-10-1 0,0 0 7 0,0 0-6 16,0 0-3-16,2 7-1 0,-2-7 0 0,0 0-1 16,0 0-5-16,0 0 6 0,0 0 6 0,0 0-7 15,0 0-1-15,0 0 2 0,0 0-2 0,0 0-1 16,0 0 1-16,0 0 1 0,0 0 6 0,0 0-11 15,0 0-1-15,0 0 0 0,0 0 5 0,0 0-6 16,0 0-4-16,0 0 6 0,0 0-1 0,0 0-1 16,0 0 0-16,0 0 2 0,0 0 4 0,0 0-5 15,0 0-2-15,0 0 4 0,0 0-4 0,0 0 1 16,0 0-3-16,0 0-1 0,0 0-2 0,0 0 5 16,0 0-2-16,0 0-5 0,0 0 5 0,17-11 0 15,-17 11 6-15,16-2-3 0,-7 0-3 0,2 0-22 16,1 2-26-16,-1-1-28 0,3 0-41 0,1 0-33 15,1 1-32-15,-1-2-41 0,2-1-47 0,-5 1-34 16,2 0-27-16,-2 0-261 0,0-1-644 0,0 0 284 16</inkml:trace>
  <inkml:trace contextRef="#ctx0" brushRef="#br0" timeOffset="88850.06">13164 8047 29 0,'0'-9'271'0,"0"9"-17"0,-4-10-8 0,4 10-14 0,0 0-9 15,-2-8-13-15,2 8-18 0,0 0-15 0,-9 0-9 16,9 0-2-16,-9 8-13 0,2-1-14 16,2 0-9-16,1 2-10 0,-2 1-15 0,3-3-6 0,1 4-11 15,2-5-9-15,0-6-15 0,0 14 0 0,2-8-2 16,0 0-6-16,3-1-4 0,3 1-2 0,0-3-4 16,3 1-3-16,0-2 12 0,3-1-13 0,-1-2-9 15,5-2 12-15,0-2-15 0,-4 1-3 0,-1 0-2 16,3-4 11-16,-7 4-12 0,2-3 1 0,-2 0 11 15,-4-1-7-15,3-2 10 0,-3 0 0 0,-1 1-2 16,-2-1-13-16,1-3 0 0,-6 2 1 0,1-1-1 16,0 1 1-16,-3 2-8 0,1-3-6 0,-5 3 0 15,5 0-11-15,-6 1-17 0,4 2-17 0,-1 1-13 16,-1 3-23-16,-2-1-24 0,10 3-33 0,-15 3-34 16,6-1-44-16,4 3-37 0,0 0-33 0,-3 2-214 15,5-1-528-15,3-6 233 0</inkml:trace>
  <inkml:trace contextRef="#ctx0" brushRef="#br0" timeOffset="89585.15">13452 7945 74 0,'0'0'290'0,"2"-7"-29"0,-2 7-19 0,0 0-9 16,0 0-12-16,0 0-9 0,0 0-11 0,0 0-4 16,-22 3-13-16,15 4-13 0,-1 0-13 0,2 3-9 15,0-1-16-15,-1 3-17 0,3 1-9 0,-1-2-6 0,3 1-11 16,2 1-7-16,-2-2-9 0,4 0-1 15,0-1-10-15,3-1-7 0,-1-3 1 0,1-1-10 16,3-1-2-16,2 0-6 0,-1-2 0 0,1 0-3 16,2-5-4-16,-3 2 3 0,2-4-9 0,1 1 0 0,-1-3-9 15,2-2 6-15,-6 0-4 0,0 2 2 16,1-3-8-16,0-1 4 0,-4 0-2 0,1-1 8 16,-1 2 3-16,-2-1 8 0,4 1-1 0,-3 2-3 15,2 0 18-15,-3 1-1 0,-2 7 1 0,3-9-10 0,-3 9-2 16,2-6-14-16,-2 6-9 0,0 0-6 0,0 0 15 15,0 0-4-15,0 0-11 0,8 14 2 0,-3-5 7 16,-1 1-6-16,0 0-16 0,2-1-29 0,0 2-28 16,1-2-37-16,2 0-32 0,2 2-31 0,2-2-40 15,4 0-22-15,2-4-25 0,2-3-10 0,8 0-9 16,0-4 1-16,-2-2-151 0,3 0-453 0,-1 0 201 16,-2-1 1768-16,1-5-1184 0,-1 1 23 0,-6 2 29 15,-3-2 24-15,-3 2 41 0,-4-1 23 0,-1-1 15 16,-2 1 21-16,-3 1 14 0,-1-4 7 0,-1 1-11 15,-4-1 6-15,1 1 0 0,-4 2-3 0,2 0 0 16,2 8-5-16,-11-10 3 0,5 7-2 0,-6 0-8 16,1 3 9-16,-3 2-12 0,-1 5 14 0,-4 0-6 15,2 2-9-15,-1 1-5 0,4 3-5 0,0-2-2 16,1 4-4-16,7-5-11 0,-2-1-5 0,4 1-7 16,0 0 0-16,3-1-5 0,2 0-10 0,1-1 19 15,2-2-17-15,4 1 3 0,3-2-11 0,-1-1-3 16,4-4-6-16,2 0 1 0,-2-3-12 0,3-1-3 15,-3 1-6-15,-1 0 6 0,3-6 2 0,-7 1 0 16,0-1 2-16,0 0-9 0,-2-1 6 0,1 0-2 16,-5-2 1-16,3-2 4 0,-3-1 1 0,2-1 3 15,-3 0-5-15,0-1 2 0,0-1 15 0,0-2-7 16,-1 4 1-16,1-3-8 0,-2-1 4 0,2 1 5 16,-2 3 5-16,4-1 15 0,-4 4 7 0,3 4 12 15,-3 2-3-15,1 0 4 0,-1 7-9 0,0 0-14 16,0-10-7-16,0 10-1 0,0 0 0 0,0 0-1 15,0 0 8-15,0 0 20 0,0 40 1 0,-4-21-4 16,0 5-5-16,2 2 3 0,-3 0-5 0,3-9-5 16,0 10 0-16,0-6-9 0,-1 3-7 0,1-3-20 0,2-1-55 15,2-1-56-15,1-2-79 0,-1-1-75 16,4-1-80-16,-3-2-359 0,3-5-760 0,1-1 336 16</inkml:trace>
  <inkml:trace contextRef="#ctx0" brushRef="#br0" timeOffset="89728.02">14571 7918 194 0,'6'-4'324'0,"1"1"-33"0,-4-2-24 15,4 4-18-15,-1-5-33 0,1 3-18 0,0 0-26 16,2 0-14-16,2 0-28 0,1 0-37 0,-2 3-47 16,1 0-59-16,1 2-66 0,-1-2-44 0,0 0-44 15,0 1-159-15,-6 4-354 0,2-4 157 0</inkml:trace>
  <inkml:trace contextRef="#ctx0" brushRef="#br0" timeOffset="89842.8">14708 7955 126 0,'-7'3'245'0,"2"2"-17"0,5-5-12 0,-9 7-10 16,5-4-9-16,4-3-7 0,-10 4-11 0,10-4-11 15,-4 3-20-15,4-3-16 0,0 0-10 0,0 0-16 16,0 0-12-16,0 0-36 0,20 6-58 0,-1-8-76 16,10-5-98-16,-2 1-188 0,9-4-390 0,-2 1 173 15</inkml:trace>
  <inkml:trace contextRef="#ctx0" brushRef="#br0" timeOffset="91084.24">16211 7565 56 0,'0'0'181'0,"0"0"-2"0,0 0-1 16,-14-4 2-16,14 4-3 0,0 0-5 0,-7-4-7 16,7 4-6-16,0 0-4 0,0 0-17 0,-5-3-11 15,5 3-4-15,0 0-10 0,0 0-3 0,0 0-11 16,0 0-10-16,0 0-10 0,12-16-9 0,-2 13-9 16,3-1-3-16,5 0-7 0,2-1-1 0,0 2-6 15,1 2-6-15,6 1-4 0,-8 1-5 0,-2 2-5 16,2 2-2-16,-4 3-1 0,2-1-5 0,-7 1-1 0,0 2 1 15,-1 4 0-15,-3 2 6 0,0 1-6 0,-5 1 0 16,-4 2 2-16,-4 5-2 0,-2 0-4 16,-4-2 2-16,-3-1-1 0,-4-2 1 0,0 0-4 15,0-1 1-15,-3-2-1 0,1-1 0 0,5-7-2 0,-2 1 0 16,2-4-1-16,0 2 0 0,6-4 1 0,0 0 0 16,1-3 1-16,4 1 10 0,6-2-1 0,-11 2 5 15,11-2-1-15,-7 1 7 0,7-1-2 0,0 0-3 16,0 0-4-16,0 0-6 0,0 0 3 0,0 0-5 15,0 0-6-15,26-8 0 0,-18 8 2 0,4 0 1 16,1 0 2-16,1 0-7 0,3 0 1 0,2 3-2 16,-1 1-2-16,3 0 0 0,8 4-1 0,-3-3-25 15,1-4-30-15,3 2-34 0,0 3-36 0,-2-2-44 16,2-1-38-16,0-1-39 0,-4 3-196 0,-6-5-477 16,3 0 212-16</inkml:trace>
  <inkml:trace contextRef="#ctx0" brushRef="#br0" timeOffset="91432.8">16773 7711 2534 0,'0'-25'33'0,"0"-4"-10"0,0 3-6 0,-1 9-7 15,1 2 14-15,0 3 9 0,-4 1 18 0,3 3 16 16,1 8-4-16,0-11-7 0,0 11-12 0,-3-8-6 16,3 8-7-16,0 0-5 0,0 0 0 0,0 0 9 15,18 33 6-15,-12-15 0 0,5 10 1 0,-3 1 8 16,3 2 7-16,0-1 6 0,1-4-3 0,1-1 6 15,-2-1-10-15,-2-6-2 0,4 6 8 0,-3-8-4 16,-2 0-9-16,-1-6 1 0,0-1-5 0,0 0 0 16,-3-5 5-16,0 3 1 0,0-4 30 0,-4-3 16 15,8 3 5-15,-8-3-2 0,0 0-12 0,16-10-7 16,-9 1-10-16,-1-4-4 0,2 0-10 0,2-4-4 16,-4-1-5-16,3-4-6 0,3-4-5 0,-7 0-2 15,4-1-4-15,-3 1-9 0,4-4-10 0,2 0-11 0,-2-1-26 16,3 2-13-16,-2 4-25 0,2 1-4 0,-5 10-35 15,-3 2-36-15,-1 2-32 0,-2 5-41 16,2-2-25-16,-4 7 2 0,0 0-4 0,0 0 5 0,0 0-22 16,0 21-10-16,-5-6-203 0,0 9-505 0,-3 4 225 15</inkml:trace>
  <inkml:trace contextRef="#ctx0" brushRef="#br0" timeOffset="91882.86">17094 7800 46 0,'1'18'128'0,"2"-3"11"0,-1-2 0 0,1-2 9 15,-3 1 4-15,1-3-1 0,2-1 12 0,-1-1-1 16,-1-1 6-16,-1-6-3 0,3 10 5 0,-3-10 1 15,0 9-3-15,0-9 4 0,0 0-7 0,0 7-2 16,0-7-3-16,0 0 7 0,0 0 6 0,0 0 1 16,0 0-3-16,0 0-22 0,0 0-8 0,0 0-11 15,0 0-8-15,0 0-12 0,8-20-18 0,-8 10-4 16,2 1-11-16,1-3-3 0,1-1-12 0,2-3-9 16,3-2-3-16,0 2-7 0,1 0-4 0,8-4-4 15,-5 4-3-15,2 4-5 0,2 2-6 0,-2 0 1 16,2 5-9-16,-5 1 9 0,0 4-10 0,3 0-11 15,-2 4 9-15,4 3-4 0,-6 4 0 0,2 0 4 16,-2 3-2-16,-3 1-3 0,0 0 3 0,2 0-7 16,-6 0 4-16,0-3 4 0,0-2 4 0,-2 0-4 15,-1-2 1-15,1 0 5 0,-2-8 11 0,0 9 9 16,0-9 16-16,1 8 0 0,-1-8-3 0,0 0-6 16,0 0-5-16,0 0-3 0,0 0-3 0,0 0-2 0,0 0 0 15,-14-21-10-15,14 13-1 0,0 8-4 0,2-20-4 16,2 10-4-16,5-7-1 0,-2 3-8 15,3 0-8-15,1-2-2 0,7-8-6 0,-4 10-4 16,0 1 3-16,0 4 4 0,-3 4 3 0,1 1 0 0,-1 0-2 16,-4 2-8-16,2 2 2 0,-9 0 2 0,14 6 9 15,-6-1-6-15,0 2 10 0,-3 5-2 16,0 1 2-16,-3-1-3 0,4 5 7 0,-5-1-5 16,0 3 3-16,-1-2-3 0,1 0-29 0,1-1-57 0,-4 3-48 15,2-3-44-15,-3 3-48 0,-3-3-62 0,3 1-62 16,-6-1-278-16,0 0-687 0,0-3 304 0</inkml:trace>
  <inkml:trace contextRef="#ctx0" brushRef="#br0" timeOffset="92117.13">16834 8138 101 0,'-35'4'330'0,"3"-1"-25"0,11-3-26 0,6 2-11 16,5-1-14-16,-1-1-15 0,5 3-1 0,6-3 4 15,0 0-8-15,0 0-2 0,41 0-13 0,-3-2-12 16,20-4-16-16,6 2-19 0,1 0-22 0,27-3-12 16,-31 3-18-16,3 0-10 0,-4 2-12 0,-2-2-8 15,-5 0-16-15,-14 3-23 0,-1-2-26 0,-3 1-21 16,-3 1-39-16,0 2-36 0,-3 0-41 0,-11 0-44 16,-7 2-40-16,2-2-30 0,-5 2-33 0,-3-1-42 15,-5-2-202-15,-1 8-544 0,1-8 241 0</inkml:trace>
  <inkml:trace contextRef="#ctx0" brushRef="#br0" timeOffset="92366.33">17062 8214 143 0,'-10'1'305'16,"2"1"-34"-16,3 0-26 0,5-2-22 0,-4 10-1 16,4-10 2-16,6 13 6 0,1 0 1 0,0 2-9 0,4 1-8 15,-1 1-5-15,1-3-7 0,2 7-24 16,-3-1-15-16,-3-4-2 0,2 7-6 0,-4-6-12 15,-1 1-8-15,1-1-12 0,-5-3-3 0,-3 1 1 16,1-3 4-16,-5 5 6 0,-2-3 2 0,-3 0-7 16,-1-3 1-16,0-1-17 0,-5-2-5 0,0-1-15 0,3-1-2 15,-4-1-11-15,7-3-10 0,-6 0-16 16,7-2-39-16,-1 0-55 0,1-3-42 0,1-1-59 16,-2 0-46-16,6 2-55 0,6 2-61 0,-7-12-61 0,9 2-29 15,-2 10-222-15,12-19-669 0,5 6 296 0</inkml:trace>
  <inkml:trace contextRef="#ctx0" brushRef="#br0" timeOffset="92581.79">17353 8297 116 0,'9'-6'380'0,"-1"1"-39"15,-3-3-27-15,-1 4-18 0,0 1-4 0,-4 3-8 16,7-6-11-16,-7 6-16 0,0 0 7 0,0 0 2 16,0 0 13-16,5 17 12 0,-5-6-24 0,-1 3-15 15,1 4-14-15,0-1-24 0,-3 1-20 0,3 1-17 16,0 5-17-16,0-4-15 0,0-1-14 0,2-2-11 15,-1-1-13-15,-1-3-12 0,1-2-9 0,1 2-9 16,0-3-7-16,0 0-9 0,-1 0-15 0,1-3-21 16,1-2-27-16,-3-5-38 0,3 10-33 0,-3-10-42 15,2 7-44-15,-2-7-38 0,3 7-28 0,-3-7-40 16,0 0-47-16,0 0-53 0,0 0-53 0,0 0-241 16,0 0-711-16,0 0 314 0</inkml:trace>
  <inkml:trace contextRef="#ctx0" brushRef="#br0" timeOffset="92717.13">17124 8329 56 0,'-11'-6'384'0,"1"0"-42"0,3 0-32 0,2 2-37 15,5 4-24-15,-1-4-22 0,1 4-24 0,15-8-15 16,12 0-23-16,8 3-34 0,21-4-42 0,3 3-60 16,2-2-82-16,32-5-97 0,-34 5-258 0,2-1-441 0,-3-1 196 15</inkml:trace>
  <inkml:trace contextRef="#ctx0" brushRef="#br0" timeOffset="96216.87">20004 7915 2838 0,'-13'-2'146'0,"0"1"-34"15,2 0-60-15,-1-4-23 0,6 5-13 0,-1-3-8 16,7 3 0-16,-11-1-1 0,11 1 1 0,-5-3-2 16,5 3 2-16,0 0-3 0,0 0 1 0,0 0-2 15,23-3 3-15,-6 4-8 0,2 1 2 0,0-2-19 16,0 0-31-16,-1 4-47 0,-5-1-51 0,1 0-55 16,-4 2-52-16,-2 0-162 0,-3 0-451 0,-4 0 200 15</inkml:trace>
  <inkml:trace contextRef="#ctx0" brushRef="#br0" timeOffset="96383.96">19784 8074 240 0,'-6'2'244'0,"0"1"-25"0,6-3-21 0,-9 2-10 16,9-2-6-16,0 0-11 0,-10 1-9 0,10-1-20 16,0 0-8-16,0 0-15 0,0 0-15 0,0 0-6 15,36 5-10-15,-15-5-24 0,7-1-30 0,2 2-42 16,2-1-39-16,-2 0-51 0,0-2-38 0,2 0-49 15,-10 2-135-15,1 0-344 0,9-2 152 0</inkml:trace>
  <inkml:trace contextRef="#ctx0" brushRef="#br0" timeOffset="96736.5">20270 7871 2018 0,'7'-15'23'0,"1"5"-15"0,0 0-10 0,-1-1 4 16,6 5-1-16,-1 1 14 0,0 2 24 0,2-2 13 15,2 2 11-15,2 5 4 0,-5-1 3 16,6 3 2-16,-4 4 3 0,0-2-1 0,-1 2 1 16,-2 0-8-16,-3-1-4 0,-1 3-2 0,0 0 0 0,-3 2-11 15,-1-4 3-15,-2 2-9 0,-1-1-2 0,-5 3 0 16,0-3-2-16,-5 2-5 0,-1-2 3 16,-3 4-4-16,-3-3-4 0,-1-1-5 0,-1-2 7 15,0-1-9-15,2-2 12 0,0 0-12 0,1-1-2 0,0 0 2 16,2-3-5-16,5 2 6 0,-1-1 5 0,2-1 4 15,7 0 0-15,-11 0-2 0,11 0-1 16,-9 0-4-16,9 0-8 0,0 0 1 0,0 0-7 16,0 0-4-16,-8 2 4 0,8-2-1 0,0 0-3 15,0 0-2-15,22 11-12 0,-10-6-15 0,2 0-19 0,1 2-21 16,6-1-17-16,-2 0-25 0,5 1-27 0,-3 0-30 16,0-1-24-16,6-1-35 0,-5-2-24 0,0 1-186 15,-2-1-463-15,-1-2 206 0</inkml:trace>
  <inkml:trace contextRef="#ctx0" brushRef="#br0" timeOffset="96955.55">20798 7856 222 0,'5'-18'287'0,"-2"3"-3"16,1 3 0-16,-1 0 7 0,-1 1 10 0,1 2 6 16,-2 3-17-16,-1 6-24 0,3-9-27 0,-1 4-29 15,-2 5-35-15,0 0-11 0,0 0-16 0,0 0 7 16,0 0-6-16,5 28-1 0,-3-12-14 0,-2 8-9 15,0-5-12-15,0 2-11 0,1 5-7 0,-2 0-11 16,1 1-9-16,-2-3-4 0,2-1-12 0,0-3-34 16,0-4-56-16,0 1-56 0,0 0-51 0,0 0-56 15,0-6-50-15,2-1-68 0,-2 3-322 0,0-4-685 16,1-1 304-16</inkml:trace>
  <inkml:trace contextRef="#ctx0" brushRef="#br0" timeOffset="97273.12">21102 7841 294 0,'2'-9'293'0,"0"1"-17"0,-2 8-21 15,2-11-23-15,-2 11-21 0,0 0-13 0,0 0 19 0,0 0-3 16,0 0-22-16,-26 28-22 0,15-12-5 16,-4 6-23-16,1 1-20 0,3-1-8 0,4-3-11 15,-1-4-10-15,6 5-9 0,0-3-6 0,2 1-9 16,2-3-10-16,1-2 4 0,6 0-6 0,-1 0-6 0,0-4 6 15,-1 0-21-15,3-1-3 0,-1-2-1 0,0-1-5 16,3-2 0-16,-3 0 0 0,-1 0-5 0,0-3-3 16,-8 0-3-16,17-3 2 0,-17 3 1 0,9-5 0 15,-3 3-1-15,-2-5-1 0,-4 7-2 0,7-10-2 16,-7 5-1-16,0 5-4 0,-3-11-7 0,3 11 1 16,-8-9-1-16,2 6 1 0,0 1-3 15,-2 0-21-15,-4 0-21 0,-2 2-21 0,0 2-35 0,-4 4-36 16,-1-2-48-16,3-1-73 0,3 0-60 0,-5 1-197 15,6-1-555-15,2 1 246 0</inkml:trace>
  <inkml:trace contextRef="#ctx0" brushRef="#br0" timeOffset="97583">21315 7855 2363 0,'5'-15'163'0,"-1"3"-21"16,2 3-47-16,-4 2-33 0,1 1-23 0,-3 6-14 15,3-7-3-15,-3 7-2 0,6-2 29 0,-6 2 26 16,9 9 23-16,0 3 6 0,-1 2-6 0,1 1-8 16,2 3-10-16,1 7-5 0,-2-3-4 0,2 1-3 15,-3-6-2-15,0 1 9 0,2-2 9 0,-2-2-14 16,0 0 2-16,-3-5 0 0,2 0 0 0,-2-2 9 16,-2-1 8-16,0-3 16 0,0 1 21 0,-4-4 18 15,5 6 13-15,-5-6-1 0,0 0-10 0,10 0-11 16,-10 0-17-16,8-8-5 0,-4 0-18 0,1 1-9 15,0-4-9-15,1 1-6 0,2-4-8 0,-3 3-9 16,3-7-5-16,4-4-16 0,-2 5-18 0,-1-1-35 16,1 1-26-16,2-6-44 0,0 1-38 0,-1 5-58 0,-2 0-51 15,-1 2-51-15,-3 4-58 0,2-1-60 16,-4 6-330-16,-1-1-798 0,-2 7 353 0</inkml:trace>
  <inkml:trace contextRef="#ctx0" brushRef="#br0" timeOffset="99590.14">12008 9275 84 0,'-2'-8'208'0,"2"8"5"0,-1-9-6 16,1 9-4-16,-3-7-2 0,3 7-11 0,0 0-7 16,-1-9-12-16,1 9-18 0,0 0-14 15,0 0-18-15,-2-6-13 0,2 6-14 0,0 0-11 0,0 0-10 16,0 0-6-16,0 0 7 0,0 0 13 0,-2 37-12 16,-1-18 1-16,0 0 5 0,1 8-10 0,2-2-5 15,-3-6-3-15,0 8 5 0,3-8 11 16,-2 0-18-16,2-1-4 0,0 2-9 0,0-2 2 0,2 1-7 15,-2-2-11-15,-2-4 3 0,4-1 0 16,-4 1-8-16,2 0-2 0,0-2-2 0,0 1-3 0,0-2 3 16,0 2-5-16,0-4-6 0,0 3-16 15,0 0-29-15,-3-2-30 0,2-1-25 0,-3 0-25 0,1 3-45 16,-5-2-40-16,4 0-34 0,-4-2-33 0,-1 2-168 16,-1-2-467-16,4-3 207 0</inkml:trace>
  <inkml:trace contextRef="#ctx0" brushRef="#br0" timeOffset="99887.07">11950 9261 158 0,'10'-17'170'0,"4"4"-14"0,1 0-6 0,1 1-5 16,2 5-2-16,1-2-14 0,-1 2-3 0,0 2-17 15,2 8-10-15,-3-2-6 0,0 3-11 0,-2 6-5 16,-1 0-3-16,1 1-6 0,-1 3-6 0,-6 0-3 16,1 2-7-16,-1 1-4 0,-4-1-3 0,-1 0 5 0,-1 0-2 15,-4-2-4-15,0 1 5 0,-5 1-1 16,1-6 3-16,-3 4-3 0,-5 0-2 0,0-3-8 16,-2 0-2-16,2 1-5 0,-1-5-3 0,-3 1-5 15,5-2-14-15,1-1-27 0,1 0-35 0,0-1-44 0,-1-1-44 16,5-2-53-16,-1 0-155 0,8-1-378 15,0 0 168-15</inkml:trace>
  <inkml:trace contextRef="#ctx0" brushRef="#br0" timeOffset="100369.05">12410 9315 164 0,'11'-2'182'0,"3"-4"-13"0,1 0-18 0,3 2-9 15,-3 0-17-15,4-2-12 0,0 2-10 0,0-1-11 16,-3 2-21-16,-1 2-23 0,-1-2-25 0,-3 3-21 16,0 0-16-16,-1 0-26 0,-1-2-7 0,-9 2-5 15,8-1 5-15,-8 1-1 0,0 0 6 0,10-3 12 16,-10 3 11-16,0 0-2 0,0 0 27 0,0 0 6 16,0 0 12-16,0 0 15 0,-25-7 4 0,25 7 15 15,-14 3 6-15,14-3 2 0,-11 3 6 0,7 4 11 16,-3 0 10-16,2 5 7 0,-2 4 8 0,1 2 8 15,2 8 2-15,1 1 5 0,-3-1-11 0,1 0-3 16,4 0-5-16,2 1-1 0,-2-3-2 0,-1-5-7 16,2 0-2-16,0-2-7 0,0 0-13 0,0 1-7 15,-2-7-2-15,4 0-2 0,-2-1-12 0,-2-1-6 16,2-1-2-16,0-8-5 0,0 10-3 0,0-10-1 16,2 7 0-16,-2-7-8 0,0 0 1 0,-2 9 0 15,2-9-6-15,0 0 2 0,-9 1-11 0,9-1-2 16,0 0 0-16,0 0-4 0,-18-7-8 0,18 7-2 15,-11-5-1-15,7 2-3 0,4 3 5 0,-9-6 6 16,9 6-1-16,-7-5-5 0,7 5 3 0,0 0-3 16,-5-5 3-16,5 5-1 0,0 0-5 0,0 0 7 15,0 0 0-15,0 0-3 0,0 0-1 0,23-4 4 16,-10 3-2-16,1 1 11 0,4-1-26 0,4 1-15 16,-1 0-23-16,-1-2-25 0,4 0-30 0,3 2-31 15,-6-3-31-15,-1 1-33 0,0 0-26 0,-2 1-186 16,-7 1-452-16,2-2 199 0</inkml:trace>
  <inkml:trace contextRef="#ctx0" brushRef="#br0" timeOffset="100685.47">12805 9435 159 0,'0'-12'178'0,"0"-1"4"0,1 0 5 0,-1 3 4 16,2 4 4-16,0-1-8 0,-2 7-8 0,2-11-24 15,0 6-14-15,-2 5-3 0,0 0 15 0,17 10 0 16,-11-1 0-16,5 4 0 0,0 6 17 0,0 4-12 15,2 1-6-15,-5-1-17 0,1 4-18 0,-1-4 0 16,-1 0-10-16,1-4-8 0,-2-2-10 0,3 0 3 16,-3-3-16-16,-2-1 2 0,2-3-11 0,-2-1 9 15,0-3-14-15,-1 1-16 0,-1-2-1 0,-2-5 3 16,4 7 2-16,-4-7 15 0,5 6 11 0,-5-6 8 16,0 0-11-16,0 0-5 0,0 0-9 0,0 0-3 15,0 0-5-15,11-15-9 0,-8 5-2 0,-1-1-12 16,2 0 5-16,0-1-3 0,3-4 3 0,0-1-17 15,-2-2-20-15,3-5-24 0,3 6-10 0,-1-5-16 16,1 1-18-16,-2 7-10 0,0 0-29 0,0 2-33 16,-4 3-33-16,-1 5-44 0,0-3-49 0,2 3-38 15,-2 1-42-15,-4 4-181 0,8-2-574 0,-8 2 253 16</inkml:trace>
  <inkml:trace contextRef="#ctx0" brushRef="#br0" timeOffset="100850.08">13463 9503 261 0,'0'0'257'0,"12"-2"4"16,-12 2-12-16,9-5-12 0,-3 1-21 0,-1 2-16 15,1-2-20-15,2 1-25 0,0-1-20 0,-3 0-40 0,-5 4-37 16,16-2-48-16,-5 1-47 0,-11 1-41 16,11 1-39-16,-4 1-29 0,-7-2-13 0,7 9-138 15,-7-2-320-15,0-7 141 0</inkml:trace>
  <inkml:trace contextRef="#ctx0" brushRef="#br0" timeOffset="100973.26">13530 9571 14 0,'-13'12'138'15,"-1"-3"27"-15,6-1 8 0,-3 1 5 0,2-2 2 16,1-1-3-16,0-2-1 0,1 5-3 16,3-7 2-16,4-2-3 0,-4 6-4 0,4-6 4 15,-4 7-6-15,4-7-8 0,0 0-11 0,19 3-18 0,-6-3-11 16,10 0-14-16,8-3-31 0,2-1-52 16,1-2-66-16,0 1-86 0,18-4-96 0,-16 0-202 15,-1-1-465-15,4 2 205 0</inkml:trace>
  <inkml:trace contextRef="#ctx0" brushRef="#br0" timeOffset="102667.22">14779 9435 2010 0,'-6'-18'14'0,"4"-2"28"0,0 1 27 0,-2 2 31 15,3 6 7-15,-1 0-14 0,-1 1-18 0,3 0-7 16,0 4 0-16,0 6-5 0,-2-12-1 0,2 12-6 16,-2-7-14-16,2 7-6 0,0 0-2 0,0 0-14 15,0 0 5-15,14 16 11 0,-6 0 3 0,3 5 7 16,1 6-12-16,-3 2 1 0,2-3-3 0,1 8 0 16,-1-5-3-16,0 1 0 0,-2-3 0 0,0-2 0 15,2 1-6-15,0-2 0 0,-4-6 5 0,0-1-10 16,-1-2-1-16,2-3 0 0,-4-4-3 15,3 2 0-15,-1-4-4 0,-4 1 5 0,3-2 5 0,-3-1 39 16,-2-4 16-16,5 6 15 0,-5-6 13 0,0 0-16 16,0 0-3-16,0 0-8 0,15-18-6 0,-8 9-9 15,-1-6-2-15,3-1-10 0,-1-3 1 0,2-4-10 0,3-2 1 16,-3-2-4-16,7-1-3 0,-7-2-5 16,8 0-6-16,-3-2-6 0,-1 4 4 0,0 1-12 15,-1 3 16-15,-3 7-17 0,-2 2 3 0,-2 4-15 16,1 1-24-16,-1 1-30 0,-2 4-42 0,0 0-50 0,-4 5-34 15,4-4-10-15,-4 4-1 0,0 0-39 16,0 0-16-16,-2 24-18 0,-2-7-11 0,-7 9-183 16,3 1-499-16,-2 2 221 0</inkml:trace>
  <inkml:trace contextRef="#ctx0" brushRef="#br0" timeOffset="103168.59">15141 9796 112 0,'2'8'216'0,"1"3"-3"16,-1-1-11-16,0-2-4 0,1 3-3 0,-2-4-6 15,1 0 3-15,1-1 4 0,-3 1-10 0,4-1-4 16,-2-1-5-16,-2-5-12 0,4 9-3 0,-4-9-2 16,3 5-11-16,-3-5 8 0,0 0 8 0,1 5-3 15,-1-5 16-15,0 0-9 0,6 4 6 0,-6-4-4 16,0 0-14-16,0 0-10 0,0 0-9 0,0 0-9 16,0-27-14-16,0 17-15 0,2-2-4 0,0-4-13 15,1-2-11-15,2 0-4 0,-1-1-13 0,1-1-1 16,-1 1-9-16,5-4 4 0,0 5-12 0,2 1-4 15,-1 1-4-15,3 3-6 0,1 3 0 0,0-2-9 16,-2 7 1-16,-1 1-3 0,2 2 0 0,0 2-4 16,0 5-1-16,3 1-3 0,0 2 0 0,-3 1 0 15,0 4-2-15,-6-3 1 0,4 3-6 0,-2 2 5 16,0-1-1-16,2 0-1 0,-5 1 2 0,0-3 2 16,-2-3-5-16,-1-3-1 0,0 3 3 0,1-2 3 0,-1-4-4 15,-3-3 7-15,2 10 3 0,-2-10 1 0,3 5-2 16,-3-5-1-16,0 0-2 0,0 0 0 15,0 0 2-15,0 0 1 0,0 0-1 0,0 0 1 16,0 0 0-16,-8-30-2 0,9 19-5 0,3-1-1 0,1-3-4 16,4 0 3-16,4-8-10 0,1 2 3 0,3 0 0 15,-3 6 0-15,1 4 1 0,2-2-3 16,-6 4 2-16,1 1-3 0,-3 2-3 0,-2 4 3 0,2 2 1 16,-9 0-1-16,17 3 0 0,-9 4 0 0,0 0 4 15,-1 2 3-15,-1 3 1 0,0-2-1 0,-3 6-4 16,4-1-2-16,-5 2-2 0,1-3-38 0,-2 1-32 15,-1-4-41-15,1 7-54 0,-2-2-45 0,0 0-45 16,-1-3-53-16,2-2-82 0,0 0-254 0,0-1-707 16,4-1 313-16</inkml:trace>
  <inkml:trace contextRef="#ctx0" brushRef="#br0" timeOffset="103366.93">16418 9607 3285 0,'5'-6'159'0,"0"-1"-50"16,0 1-53-16,-5 6-22 0,6-7 0 0,-2 4-18 0,-4 3 13 15,4-9 5-15,1 7 1 0,-5 2-8 0,13-6-9 16,-3 3 0-16,3 0 4 0,6-2-7 0,-1 2-29 16,0 2-31-16,-4 1-56 0,-1 1-62 15,0 1-68-15,-2-1-57 0,-3 1-221 0,-3 2-550 16,-2 1 244-16</inkml:trace>
  <inkml:trace contextRef="#ctx0" brushRef="#br0" timeOffset="103499.85">16374 9781 177 0,'-7'4'340'0,"2"0"-35"0,1-2-24 16,4-2-8-16,-5 6-5 0,5-6-8 0,-4 4-15 16,4-4-24-16,0 0-26 0,0 0-19 0,26 0-30 15,3-4-43-15,0 1-58 0,3-4-73 0,2 3-80 16,1-2-100-16,-3 0-241 0,-3-1-486 15,1 1 215-15</inkml:trace>
  <inkml:trace contextRef="#ctx0" brushRef="#br0" timeOffset="105033.88">17540 9481 115 0,'0'0'220'0,"0"0"-4"16,0 0-7-16,0 0-7 0,0 0-10 15,0 0-13-15,0 0-13 0,0 0-12 0,0 0-11 16,0 0-11-16,0 0-5 0,0 0-10 0,0 0 7 16,0 0-11-16,0 0-5 0,0 0-1 0,0 0 0 0,0 0 4 15,0 0-5-15,0 0 3 0,0 0-3 16,0 0-4-16,0 0-10 0,0 0-16 0,-10-20-2 15,10 20-11-15,0 0-9 0,7-12 3 0,-2 8-8 0,0-2-7 16,3 0-3-16,0-1-4 0,2 3 0 0,-1-1-10 16,1 1-6-16,0 1 3 0,1 2-4 0,-2-1-5 15,-9 2-7-15,16 3 14 0,-9 0-12 16,3 2-3-16,1 1-4 0,-4 2 3 0,0 3-3 0,-1 1 12 16,-3 5-10-16,-1-2 1 0,-5 2-10 0,1 1 13 15,-2 1-1-15,-3-2 0 0,-2 0 6 0,-2 0-8 16,1-2 1-16,-1 0 0 0,-1-2-3 0,-1 1 5 15,0-4-6-15,3-1 1 0,1-1-1 0,-3-1 0 16,3 0 2-16,0-2-8 0,-1 1 6 0,5 0 4 16,-1-4-4-16,1-1-1 0,5-1 4 0,-7 7-5 15,7-7 3-15,-5 3 0 0,5-3-5 0,0 0 1 16,0 0-1-16,0 0 3 0,0 0-1 0,0 0 2 16,21 9-1-16,-14-9 0 0,6 2 1 0,0-1 1 15,5 2 0-15,0-1 1 0,1 0-9 0,2 1 5 16,10 1-1-16,0-1-21 0,-3 1-26 0,-1-2-31 15,0 1-44-15,1-1-44 0,-1-1-44 0,1 0-61 16,-5 1-256-16,-5-1-572 0,1-1 254 0</inkml:trace>
  <inkml:trace contextRef="#ctx0" brushRef="#br0" timeOffset="105417.2">18102 9483 202 0,'1'-12'256'15,"1"1"4"-15,-2 2-4 0,0 3-9 0,0 6-23 0,0-10-26 16,0 10-22-16,0 0-5 0,0 0-27 0,0 0 6 16,0 0 0-16,0 0 11 0,-2 32-8 15,4-20-16-15,0 0-15 0,2 5-4 0,3-2-16 0,-2 3-10 16,3-3-10-16,0-2-6 0,-1-2-13 16,3-1 1-16,-3-1-5 0,0-1-4 0,2-2-3 0,1-1-5 15,-1-1 3-15,-3-2-6 0,2 0-9 16,0 0 0-16,-8-2-7 0,14-2 6 0,-9-2-9 0,0 0 6 15,1 0-11-15,-2-3-3 0,1 0 3 0,0-1 2 16,1-1-8-16,-1-1 3 0,0 0 1 0,0-1 1 16,-1 1 9-16,0 1-7 0,-1-1 16 0,0 4 11 15,0-1-3-15,-3 7 4 0,3-9-11 0,-3 9-7 16,5-5-5-16,-5 5 2 0,0 0-9 0,0 0 8 16,8 18 8-16,-7-6 7 0,2 4 13 0,-2-4 0 15,2 5-6-15,-1 2 0 0,0 0-7 0,-2 0-2 16,1-1-6-16,0 1-2 0,1-2-1 0,-1 0-3 15,0-1-11-15,0 0-39 0,1-4-40 0,0 1-54 16,-2-1-39-16,0 1-47 0,-4 2-57 0,3-5-68 16,-1 1-50-16,-1-2-229 0,2 0-656 0,-1-4 291 15</inkml:trace>
  <inkml:trace contextRef="#ctx0" brushRef="#br0" timeOffset="105700.03">18424 9723 220 0,'3'-5'274'0,"1"0"-22"15,-4 5-9-15,6-8-15 0,-6 8-11 0,5-6-10 16,-5 6-13-16,6-4-6 0,-6 4-4 0,11-1-9 16,0 0-12-16,-2-1-13 0,4 1-9 0,1-1-10 0,4 0-15 15,1-1-6-15,3 1-9 0,5-3-12 16,-11 1-5-16,3 0-9 0,-7-2 4 0,1 2-14 0,-2-1 4 16,-2 1 11-16,0-3 0 0,-3 1-14 15,1-1 5-15,-6 0 0 0,2 1-3 0,-3-5-6 0,0 3-6 16,0 8-7-16,-4-17-1 0,0 8 3 0,-2 2-15 15,-2 1-7-15,0 0-3 0,1 4-2 0,-2-2-6 16,-4 3-10-16,-5-2 8 0,0 3-10 0,0 3-18 16,5-1-40-16,1 1-42 0,-2 2-48 0,-2 1-43 15,5 4-59-15,3-3-72 0,-1 0-281 0,4-2-645 16,1-1 287-16</inkml:trace>
  <inkml:trace contextRef="#ctx0" brushRef="#br0" timeOffset="105899.89">18999 9401 3035 0,'8'-11'145'0,"-2"2"-54"0,1-1-43 0,-1 2-7 16,1 0-10-16,2-1 0 0,4-2 10 0,4 0 5 16,4 3-2-16,3-2-7 0,5 1-4 0,2 0-1 15,0 3 0-15,2 1 5 0,1-1-22 0,0 2-18 16,-2-2-24-16,-3 5-30 0,-7-1-48 0,-3 2-47 15,0 0-39-15,-9 0-46 0,2 0-29 0,-6 0-185 16,-6 0-487-16,0 0 216 0</inkml:trace>
  <inkml:trace contextRef="#ctx0" brushRef="#br0" timeOffset="106234.02">19151 9318 119 0,'-7'1'173'0,"-2"2"-7"15,1 1-5-15,0 1 5 0,1 2 10 0,-2 1 6 16,1 7 12-16,-1 8 7 0,-1 2 9 15,1 1-3-15,3 2-9 0,-1 0-3 0,2 3-16 16,-1-2-14-16,-1 0-9 0,1-2 6 0,2 2-14 0,-1-5-2 16,0-3-21-16,2 5-7 0,1-9-12 0,-1 0-15 15,1 2-3-15,0-2-9 0,1-4-12 16,1-2-2-16,0-1-9 0,-1 1-1 0,1 0-11 16,0 0-3-16,0-1 3 0,1-5-4 0,0 3-13 0,-1-8 4 15,3 11-6-15,-3-6 1 0,0-5-8 0,1 8-8 16,-1-8 4-16,0 0-4 0,2 6 5 15,-2-6-4-15,0 0-5 0,0 0 4 0,0 0-10 0,0 0 1 16,0 0-8-16,-21-9 4 0,12 4-2 0,-2 0-7 16,-3 2 3-16,-3-3-1 0,-1 2 0 0,0 0 7 15,-4-1-24-15,1 1-12 0,0-1-10 16,-6 0-18-16,8 2-17 0,1 1-18 0,-2-2-23 0,8 2-40 16,-2 0-33-16,4 1-38 0,2 0-32 0,1-1-250 15,7 2-562-15,-9-3 249 0</inkml:trace>
  <inkml:trace contextRef="#ctx0" brushRef="#br0" timeOffset="106468.23">19204 9653 65 0,'10'0'184'0,"0"2"6"0,-2 1-2 0,2 1 2 16,-2 2 7-16,0 0-3 0,-3 2-3 0,0-2-7 15,-2 3 1-15,0 1-15 0,-2 0-11 0,-2 2-15 16,1-2-10-16,-1 1-5 0,-1-3 3 0,0 2-6 15,-1-4 6-15,0 2-5 0,0-3-6 0,3-5-14 16,-1 12-6-16,1-12 6 0,0 0-14 0,4 9-4 16,2-6 5-16,2-1-23 0,3-1-7 0,16-1-3 15,-5-1-19-15,7-3-14 0,3 1-40 0,4-3-38 16,-2 2-45-16,3-3-50 0,0 1-57 0,0 0-61 0,-1 0-51 16,-4-1-173-16,0 1-527 0,1-1 234 0</inkml:trace>
  <inkml:trace contextRef="#ctx0" brushRef="#br0" timeOffset="106688.49">20206 9641 181 0,'0'0'317'16,"-8"-5"-15"-16,8 5-9 0,0 0-8 0,-6-3-16 15,6 3-23-15,0 0-27 0,0 0-23 0,0 0-18 16,18-11-15-16,-6 10-25 0,1-1-30 0,4 1-39 16,-1 1-39-16,-2-2-45 0,-2 3-56 0,-2 0-53 15,2-1-53-15,-5 1-56 0,-2 3-163 0,-5-4-429 16,0 0 190-16</inkml:trace>
  <inkml:trace contextRef="#ctx0" brushRef="#br0" timeOffset="106829.85">20182 9733 81 0,'0'0'266'0,"0"0"-27"0,-7 6-6 16,7-6-5-16,0 0-5 0,0 0-16 0,0 0-18 16,0 0-19-16,27 0-22 0,-16 0-12 0,9-3-25 0,-3 2-42 15,3-3-51-15,0 2-50 0,2 1-56 16,-2-4-77-16,-1 1-175 0,1-1-366 0,-1 3 162 16</inkml:trace>
  <inkml:trace contextRef="#ctx0" brushRef="#br0" timeOffset="109384.83">11629 10964 153 0,'-1'-13'252'0,"1"13"-13"0,-1-6-24 16,1 6-7-16,0 0-30 0,0 0-18 0,0 0-10 15,0 0-16-15,0 0 0 0,0 0 10 0,-21 30-11 16,14-13-6-16,-2 9-10 0,2-1-9 0,3-1-18 16,1 1-3-16,1-6-11 0,4-1-5 0,0-1-6 15,3-1-1-15,2-1-8 0,2-1 4 0,-2-2-5 16,6-3-5-16,3-1-1 0,-1-1-5 0,4-3 1 16,1 0-1-16,0-3 4 0,9-5-12 0,-2-2 0 15,-8 0-3-15,5-4-3 0,-6 3 7 0,0-5-10 16,-5 3-10-16,1-4 18 0,-1-2-17 0,-6 0 0 15,2-3-3-15,-2 1-2 0,-4-2-2 0,1-7 10 16,-4 9-8-16,-4-8-7 0,1 5 0 0,-6-4-1 16,2 5 11-16,-8-3-14 0,5 5 1 0,-10-2 7 15,5 6-12-15,-3 5 0 0,-1 0 1 0,1 1 0 16,-2 5-1-16,0 2-1 0,-2 4 4 0,4-1-11 16,-3 4-9-16,1 3-22 0,-2 3-23 0,-3 2-28 15,9-2-32-15,-2 7-33 0,9-5-35 0,4 0-39 16,4 1-42-16,5-2-153 0,6 0-460 0,3-4 203 15</inkml:trace>
  <inkml:trace contextRef="#ctx0" brushRef="#br0" timeOffset="109633.68">12194 10715 220 0,'0'-16'280'0,"0"4"2"0,0 2-7 16,0 2 0-16,0 8-20 0,0-11-27 15,0 11-28-15,0-9-20 0,0 9-19 0,0 0-13 16,0 0 0-16,7 34-2 0,-3-4 1 0,-1 3-6 0,4 12-13 16,-2 4-11-16,-3 1-13 0,-2 1-9 0,2-1-2 15,-2-1-16-15,0-12-4 0,-2-1-10 16,1 8-6-16,0-10 0 0,-2-2-4 0,3-2-20 16,0-1-23-16,0 0-27 0,0-1-25 0,0-2-37 0,-4 1-31 15,3-2-27-15,-1-6-49 0,0 0-41 0,2-3-34 16,0-4-238-16,0 0-538 0,2 0 238 0</inkml:trace>
  <inkml:trace contextRef="#ctx0" brushRef="#br0" timeOffset="109833.96">12358 11149 254 0,'2'-10'255'0,"1"-1"-12"0,-2 4-23 15,2 2-21-15,-3 5-4 0,0 0 18 0,0 0 1 16,10 13-8-16,-6 3-4 0,-2 3-13 0,2 6-9 15,-1 4-22-15,-2-1-15 0,2 1 1 0,-3 0-26 16,0-1-14-16,0 2-4 0,3-4-17 0,-1 2-19 16,-2-1-26-16,0-8-30 0,0 1-34 0,2-4-39 15,-2 1-38-15,-2-3-41 0,2-3-50 0,0-2-46 16,-5 1-220-16,2-4-498 0,-1-2 221 0</inkml:trace>
  <inkml:trace contextRef="#ctx0" brushRef="#br0" timeOffset="110039.98">12552 11039 78 0,'13'-11'212'0,"2"6"-1"0,-1 3-5 16,-5 2-14-16,5 2-8 0,-8 2 0 0,3 2-14 16,-3 4-3-16,2 0-12 0,-5 1-10 0,-3 0 0 15,-1 5-4-15,-3 0-6 0,-4 0-16 0,-3 0-11 16,3 0-8-16,-6-2-7 0,1-1-9 0,-1 0-12 0,1-1-5 15,-4-1-9-15,3 0-15 0,-3-1-35 16,4-3-44-16,0 0-60 0,1-2-68 0,3-1-61 16,1-4-201-16,8 0-462 0,-10 0 204 0</inkml:trace>
  <inkml:trace contextRef="#ctx0" brushRef="#br0" timeOffset="110417.24">12810 10962 2280 0,'18'-14'71'0,"-5"2"-38"0,-2 0-21 16,3 1 7-16,-3 3 14 0,-2-2 22 0,5 0 10 16,-4 2 6-16,2 0 0 0,-5-2 1 15,4 2-8-15,-3-1-2 0,4 2-8 0,-5-2-4 0,0 5-4 16,-1-1 1-16,-1 2-11 0,-5 3-6 0,9-7-4 16,-9 7 0-16,6-4 1 0,-6 4 8 0,5-4-2 15,-5 4 2-15,0 0 6 0,0 0 1 0,0 0-1 16,0 0-4-16,0 0 1 0,0 0-3 0,0 0 6 15,0 0-6-15,-27 6 0 0,20-2-5 0,-2 1 4 16,1 2-3-16,0 0-3 0,0 0 10 16,3 3-7-16,1 0 3 0,0 7 15 0,1 1 2 0,1-1 17 15,2 7 1-15,0 5 12 0,0-2 3 0,3 3 2 16,-1-4-3-16,-2 3-3 0,4-2-7 0,-4 2 0 16,2-3-1-16,-2 1-6 0,2-1-7 0,-2-1-1 15,-2-4-6-15,0-2-7 0,2 0-3 0,-4 1-7 16,2-1-3-16,-1 0-9 0,-4-1-29 0,3-2-27 15,1 0-45-15,1-4-47 0,-2 0-32 0,1-2-33 16,-1-2-33-16,-1 2-41 0,5-3-43 0,-5-1-34 0,1-1-240 16,4-5-628-16,-6 6 278 0</inkml:trace>
  <inkml:trace contextRef="#ctx0" brushRef="#br0" timeOffset="110717.22">12875 11203 132 0,'6'-7'209'0,"1"-1"-14"0,3-1 0 0,1 3-9 16,0 0 3-16,2-1-9 0,0-2-10 0,-1 3-16 16,1 1-13-16,4-2-16 0,0 4-11 0,-3 1-9 0,-1 0-6 15,-1 2-13-15,1 0-7 0,-4 3-9 16,2 1 3-16,-2 0-3 0,0 2-2 0,-1 1-1 16,0 0-1-16,-2-2-7 0,-3 4 0 0,-1-2 4 15,2 2 4-15,-2 0-8 0,0-2-6 0,-2-2-5 0,0-5-5 16,1 9-1-16,-1-9-3 0,5 6 9 15,-5-6 9-15,0 0 11 0,0 9 10 0,0-9 5 0,0 0-1 16,0 0 6-16,0 0-6 0,0 0-7 16,0 0-13-16,0 0-2 0,-5-25-2 0,7 14-6 0,1 1-12 15,1-5-13-15,1-1-28 0,3-3-31 0,1-4-27 16,3 5-49-16,1-4-37 0,-4 7-47 0,3 2-39 16,-2 0-42-16,0 6-265 0,-6 2-582 0,5 0 258 15</inkml:trace>
  <inkml:trace contextRef="#ctx0" brushRef="#br0" timeOffset="110972.82">13342 11220 200 0,'0'0'222'0,"16"-5"0"0,-7 0 1 0,2-2-1 16,5-3-8-16,-1 0-8 0,1-1-20 0,-1-1-10 16,2 2-26-16,-2-3-14 0,-1 2-12 0,-3-1-7 15,1-1-9-15,-1 2-7 0,-5 1-5 0,-4-1-15 16,3 1 0-16,-2 1-5 0,-3 2 5 0,0 7-9 15,-4-14-18-15,4 14-4 0,-6-8-7 0,2 6-1 16,4 2-4-16,0 0-4 0,-19 9 5 0,6 5 5 16,2 2 1-16,-5 6-3 0,1 2-8 0,-1-2-3 15,5 3 2-15,1 0-4 0,1 0-16 0,3-6-32 16,2 1-43-16,1-2-37 0,3-1-53 0,3 2-59 16,3-8-59-16,-2 1-206 0,1-3-514 0,9-2 227 15</inkml:trace>
  <inkml:trace contextRef="#ctx0" brushRef="#br0" timeOffset="111191.97">14000 11176 64 0,'0'0'99'0,"0"0"-11"16,0 0-9-16,5 10-4 0,-5-10-7 0,0 7-8 0,0-7-5 15,0 10 20-15,0-10 7 0,0 10 2 0,0-10 0 16,0 10-8-16,0-10-7 0,4 10-5 0,-2-6-8 16,-2-4-4-16,9 6-6 0,-2-3-40 15,2-4-43-15,2-1-64 0,3 0-90 0,3-3-207 0,2 0 92 16</inkml:trace>
  <inkml:trace contextRef="#ctx0" brushRef="#br0" timeOffset="111651.22">15039 10829 256 0,'19'-1'282'0,"3"-1"-17"15,8 6-6-15,0 3-7 0,-5 3-12 0,1 3-7 16,-4 2-2-16,0 0-11 0,-9 0-18 0,0 2-11 16,-3 0-10-16,-3 0-6 0,-2 8-20 0,-4-6-14 15,-2 1-13-15,-6 3-9 0,-2-5-6 0,-7 4-17 16,0-1-4-16,-6-1-15 0,-5-1 3 0,0-3-9 15,0-3-7-15,-2-2-9 0,-1-4 11 0,2-2-8 16,1 0 13-16,6-2-17 0,-2-2 0 0,6-2 5 16,-1-2 5-16,5 0 6 0,1 1 5 0,3-3-1 15,0 1-1-15,0 0-18 0,5-1 6 0,4 5-8 0,-7-6-2 16,7 6-5-16,0 0-2 0,0 0-5 16,11-13-8-16,0 12 1 0,1 2-4 0,6 0-1 15,2 4-4-15,2-2-5 0,6 1-2 0,3 1 2 0,0 0-9 16,3-1-38-16,4 1-43 0,3-1-54 0,-3-2-63 15,0 0-67-15,14 1-79 0,-13-1-79 0,-3 0-257 16,-3-2-728-16,2 0 323 0</inkml:trace>
  <inkml:trace contextRef="#ctx0" brushRef="#br0" timeOffset="112133.83">15949 10811 195 0,'0'0'264'0,"-3"-8"-5"15,3 8-7-15,-4-7-3 0,4 7-3 0,-1-6-8 0,1 6-16 16,-5-8-18-16,5 8-10 0,-4-5-10 16,4 5-11-16,-5-8-12 0,5 8-8 0,-6-6-10 0,2 2-5 15,4 4-1-15,-7-5-4 0,7 5-11 16,-8-9-11-16,4 6-1 0,4 3-4 0,-7-5-6 0,7 5-11 16,-5-4-4-16,5 4-9 0,0 0-8 0,-6-4-8 15,6 4 2-15,0 0-21 0,0 0 0 0,0 0-4 16,-8 13 2-16,7-4 3 0,-3 7 13 0,1 3 5 15,-2 5 5-15,1 3 2 0,0 4 5 0,2 0-31 16,-1 2 6-16,5 2 0 0,-4 1 0 0,-3 10 8 16,4-12-4-16,-1 1-9 0,-4 1-1 0,4-3-4 15,1 0-2-15,1-3-4 0,0-2-3 0,0-2-3 16,-2-7 0-16,4 7-6 0,-2-10 2 0,0 1-6 16,-2 0-10-16,2-2-28 0,-1-5-9 0,0 2-35 15,-1-1-28-15,0-1-35 0,-3-2-32 0,-3-2-35 16,4-1-32-16,-5 1-46 0,-1 0-48 0,1-3-49 15,-1 1-255-15,0-4-679 0,-3-2 300 0</inkml:trace>
  <inkml:trace contextRef="#ctx0" brushRef="#br0" timeOffset="112300.06">15692 11212 256 0,'9'-7'239'0,"-2"0"-21"0,2 3-6 0,4-1-8 16,-1-1-8-16,3 0-15 0,4 1-18 15,2-2-19-15,5 0-15 0,2 1-23 0,-1 3-43 16,0-3-56-16,-5 3-59 0,6-1-58 0,-6 1-61 16,-4 3-127-16,0 2-323 0,-4-1 144 0</inkml:trace>
  <inkml:trace contextRef="#ctx0" brushRef="#br0" timeOffset="112499.89">16078 11152 141 0,'2'-7'290'0,"-2"7"2"15,4-4-4-15,-4 4 0 0,0 0-5 0,3-8-20 16,-3 8-19-16,0 0-3 0,0 0 5 0,0 0 1 16,0 0 1-16,0 0-11 0,1 25-13 0,0-15-18 15,-2 0-20-15,-1 2-19 0,0 1-19 0,2-2-5 16,0 1-23-16,0 5-10 0,-1-6-20 0,1 0-36 16,-1-1-49-16,1 1-53 0,1-1-66 0,-2-1-59 15,-2 1-49-15,2-3-55 0,1-7-66 0,-1 13-255 16,-1-9-647-16,2-4 287 0</inkml:trace>
  <inkml:trace contextRef="#ctx0" brushRef="#br0" timeOffset="112859.01">16295 11285 22 0,'0'0'273'0,"0"0"-6"0,0 0-4 16,0 0 7-16,0 0-13 0,0 0-16 0,-6-26-7 0,6 26-6 15,2-16-18-15,2 6-4 0,1 0-8 0,3 0-18 16,-2 2-1-16,2-3-14 0,2-1-1 15,0 3 1-15,-1 4 1 0,2-1-8 0,-1 1-4 16,0 2-1-16,-1 2-12 0,-1 2-7 0,-8-1-15 0,17 5-6 16,-8 0-13-16,0 2-10 0,-1-1-10 15,-2 3-7-15,1-1-11 0,-2 1-21 0,1-2-46 0,1 1-47 16,-2 0-62-16,1 2-43 0,1-3-63 16,-2 1-64-16,2-1-63 0,0 0-308 0,-1-3-709 0,4 2 314 15</inkml:trace>
  <inkml:trace contextRef="#ctx0" brushRef="#br0" timeOffset="113099.79">16897 11123 112 0,'0'0'152'16,"10"-2"-3"-16,-10 2-23 0,12 1-17 0,-12-1-17 15,11 4-15-15,-6 0-14 0,-2 1-17 0,1 1-10 16,-3 0 1-16,0 2-9 0,-1-8 7 0,-5 16-19 15,1-8 37-15,-3 2 19 0,-1-2 31 0,3 2 21 16,0-2 5-16,-2-1 10 0,1 0 4 0,2-1-4 16,-1-1-12-16,5-5-7 0,-5 6-8 0,2-1-13 15,3-5-9-15,0 0-5 0,9 11-12 0,-1-11-31 16,3 0-49-16,2 0-58 0,8-3-65 0,7-3-90 16,3-1-165-16,2-3-416 0,-1 0 185 0</inkml:trace>
  <inkml:trace contextRef="#ctx0" brushRef="#br0" timeOffset="114173.08">18215 10890 2070 0,'0'-11'31'16,"0"0"38"-16,1-3-12 0,1 2-15 0,-2 2-4 15,2-3 14-15,-2 4 21 0,0 9 12 0,-4-13 2 16,4 3 8-16,0 10 8 0,0-10 2 0,0 10 1 15,0 0-2-15,0-12-11 0,0 12-8 0,0 0-14 16,0 0-11-16,0 0-5 0,0 0 0 0,0 0 0 16,0 0 3-16,0 0 1 0,7 40 11 0,-7-21 4 15,2 8 5-15,-1 0 0 0,-2 2 4 0,2-4-4 0,-1 2 4 16,0-3-28-16,-1 1 1 0,1-1-5 16,-2-5-3-16,4-2-9 0,-2 0 0 0,0-3-7 15,2 0-1-15,0-4-1 0,-1 0-5 0,0 2-4 0,0-2-1 16,2-1-1-16,-2-2-2 0,1 3-7 0,-1-3-18 15,2-1-22-15,-3-6-29 0,3 10-29 0,1-6-29 16,-4-4-30-16,0 7-30 0,0-7-33 0,0 0-44 16,0 9-42-16,0-9-39 0,0 0-170 0,0 0-547 15,0 0 243-15</inkml:trace>
  <inkml:trace contextRef="#ctx0" brushRef="#br0" timeOffset="114716.46">18487 10895 253 0,'0'0'250'0,"0"0"9"0,0 0-4 15,-26 15-5-15,20-7-12 0,-2 0-10 0,4 2-11 16,-1 0-5-16,1 2-14 0,1 1-17 0,0-1-16 16,2 4-19-16,1-5-10 0,1 1-19 0,4-4-6 15,-2 4-5-15,2-3-15 0,0 1-3 0,3-3-8 16,-2 0-13-16,5-2-5 0,0 0 1 0,-1-2-2 15,-2 0 4-15,2 0 2 0,-4-3-9 0,-6 0 0 16,15-4-7-16,-8 0 1 0,-2-1 0 0,2-1-2 0,1-1 1 16,-1 0-5-16,-2-1-5 0,0-2-3 15,0-1-2-15,0 0-3 0,3 0-1 0,-2 0-10 16,1-3-1-16,2 1-2 0,2-3-4 0,1 3 4 16,2-1-9-16,0 0 2 0,2 6 1 0,1-4 6 0,1 4-14 15,-1 0-2-15,-1 4-1 0,-4 0-1 0,0 4 1 16,-1 4 2-16,-1 0 3 0,1 4 14 15,-3 1-3-15,0 2 5 0,-1 2-3 0,-2-1 3 0,2 5 2 16,-2-1-3-16,0 1-3 0,-2 0-1 0,2-2 0 16,0-4-3-16,0 1-3 0,1-2 1 0,2 1 2 15,0-4 5-15,-1 0 0 0,2-1-1 16,0-2-10-16,3 0 9 0,-2-2-3 0,2-3-6 0,0 0 4 16,0-2-7-16,-1-2 6 0,2 2-5 0,-1-3 3 15,-2-1-5-15,-1 0 7 0,-3-2-9 0,1-1 1 16,-2-3 2-16,0 1-7 0,-2 2 2 0,-1-2 3 15,-2-5-3-15,-2 1-1 0,0 1 1 0,-1 0-4 16,-4-1 2-16,-1 2-4 0,-1-1-4 0,-1 3 0 16,1 3-3-16,-1 1-17 0,1 1-24 0,-4 2-29 15,1 1-23-15,0 1-21 0,-5 3-36 0,3 0-28 16,3 3-37-16,-1 3-45 0,2 1-58 0,1-1-267 16,4 1-646-16,3-1 285 0</inkml:trace>
  <inkml:trace contextRef="#ctx0" brushRef="#br0" timeOffset="114937.56">19326 10799 287 0,'3'-12'298'0,"1"3"1"0,-2 0 5 0,0 3-1 16,-2 6-13-16,2-10-26 0,-2 10-27 0,2-7-21 16,-2 7-4-16,0 0 5 0,0 0 3 0,2 27-3 15,-2-9-4-15,0 2-15 0,0 5-21 0,0 1-14 0,0-1-18 16,3 0-11-16,-3 0-10 0,1 2-15 0,-2-7-11 15,2-1-10-15,2-1-11 0,-2 1-20 0,1-1-32 16,0-3-43-16,0-3-46 0,-1-3-55 0,1 0-40 16,-2-2-43-16,0 0-36 0,0-7-43 0,-3 9-41 15,3-9-274-15,-7 7-643 0,7-7 284 0</inkml:trace>
  <inkml:trace contextRef="#ctx0" brushRef="#br0" timeOffset="115218.82">19316 11001 127 0,'3'-5'185'15,"1"0"-20"-15,4-1-4 0,2 0-8 0,4-2-12 16,1 2-4-16,3-1-8 0,-2-1-9 0,5 1-14 16,-4 0-12-16,2 0-5 0,-3-2-3 0,1-1-6 15,-6 5 0-15,1-3 1 0,-3 1 14 0,0-1 2 16,0-2-5-16,-2 2 7 0,-1-2 1 0,-3 2 6 16,1-1 12-16,-2 2-9 0,1-2-3 0,1-1-7 15,-1 4-5-15,-2-3-6 0,1 3-4 0,-2 6-2 16,3-12-7-16,-3 12-5 0,1-6-9 0,-1 6-6 15,0 0-6-15,0 0 7 0,0 0 3 0,0 0 35 16,12 19-13-16,-11-3 0 0,0 1 6 0,1 10-5 16,-2-7-5-16,-2 5 0 0,0-1-10 0,-1 2-4 15,2-1-12-15,0 0 1 0,1-1-9 0,0-5-28 16,1-3-58-16,0 0-54 0,2-1-39 0,-2-4-46 0,0 1-56 16,3-4-67-16,0 1-295 0,-1-3-649 0,-2-2 287 15</inkml:trace>
  <inkml:trace contextRef="#ctx0" brushRef="#br0" timeOffset="115456.79">19999 10904 175 0,'6'-1'263'0,"-6"1"11"16,9 4-4-16,-9-4-1 0,4 10 1 0,-4-3 1 15,1 4-5-15,-6 0-13 0,-4 5-6 0,-2 0-16 16,-1 6-2-16,1-9-9 0,0 1-6 0,5-4-3 15,-2-1 8-15,1 0-15 0,2-2-16 0,1-1-14 16,4-6-19-16,-3 9-8 0,3-9-16 0,4 8-11 16,2-6-8-16,12-1-11 0,5-3-24 0,9-3-37 15,5-1-47-15,17-8-59 0,1-4-75 0,4 0-80 16,2 0-91-16,26-11-93 0,-30 11-292 0,28-13-755 16,-24 10 335-16</inkml:trace>
  <inkml:trace contextRef="#ctx0" brushRef="#br0" timeOffset="115600.12">21054 10794 382 0,'8'0'519'0,"0"-2"-35"0,-3-2-45 0,-5 4-23 16,10-2 6-16,-10 2 21 0,0 0 7 0,6-3-2 16,-6 3-32-16,0 0-40 0,0 0-43 0,7-6-28 15,-7 6-40-15,2-10-49 0,1 4-68 0,0-1-77 16,3-5-111-16,3-2-140 0,-2 4-142 0,2-7-160 16,3 3-370-16,-2-2-922 0,-6 0 407 0</inkml:trace>
  <inkml:trace contextRef="#ctx0" brushRef="#br0" timeOffset="127050.04">3378 12587 222 0,'-10'-9'231'0,"4"2"-20"0,-2 0-17 0,-1 1-22 15,0 6-12-15,9 0-10 0,-20 8-6 0,3 5-9 16,-1 6-1-16,-2 6-4 0,2 5-9 0,-4 11-7 16,11-6-6-16,-10 12-12 0,5 0-6 0,4 1-13 15,1-1-2-15,3 1-10 0,6-13-4 0,0 1-6 16,4-4-2-16,1 2-9 0,4-5-6 0,-1-4-1 16,8-2-4-16,-2-6-4 0,2-3-1 0,0-2-3 15,5-2 1-15,-1-3-3 0,1-4-19 0,1 1-6 16,9-4 7-16,-9 0-1 0,8-8 2 0,0-3-3 15,-1-3 4-15,-1-2 2 0,-1-2-1 0,0-4-4 16,-1-3-1-16,-2-3 1 0,-1-1 5 0,-5-3-7 16,1-12 3-16,-5 12-3 0,-4-3 3 0,-4 0 1 15,1-16-4-15,-8 5-2 0,-1-2-5 0,-3-1 3 16,-4 0 3-16,-5 2-6 0,-1 0 2 0,-5 1-2 16,-1 6 2-16,7 11 0 0,-6 0 0 0,0 3 2 15,2 4 2-15,-1 5 3 0,2 8 3 0,3-1-4 16,-2 7 2-16,0 1-2 0,-3 6 0 0,-5 7 5 15,-2 5-6-15,6 4 0 0,-3 8-3 0,-4 8-1 16,10-4 0-16,2 0 1 0,2 1 1 0,5-1-1 16,6-3-4-16,6-2 8 0,5 0-6 0,7-3-2 15,4 0 10-15,7-3-7 0,3-2-1 0,4 0 5 16,3-2-1-16,1-2 1 0,-3-2-3 0,2-2-1 16,-5 3 1-16,1-3 0 0,-4 1 2 0,-1-3-2 15,-6 2-1-15,-4-1 1 0,1-1-3 0,-3 2 0 16,0-2 1-16,-4 5-2 0,-3-5 4 0,-1 4-2 15,0 1-8-15,-1-3-31 0,-1 3-34 0,-1 2-29 16,-2 0-34-16,0-5-42 0,2 1-19 0,-2-1-23 16,1 0-138-16,-1 0-389 0,1-6 173 0</inkml:trace>
  <inkml:trace contextRef="#ctx0" brushRef="#br0" timeOffset="127167.9">3894 12994 188 0,'0'0'192'15,"0"0"-24"-15,8-6-19 0,-8 6-10 0,0 0-19 16,0 0-16-16,6-3-35 0,-6 3-59 0,0 0-55 16,0 0-138-16,0 0-198 0,0 0 89 0</inkml:trace>
  <inkml:trace contextRef="#ctx0" brushRef="#br0" timeOffset="128117.34">5759 12554 194 0,'-1'-7'214'0,"1"7"-14"15,-1-10-23-15,1 10-14 0,-1-9-21 0,1 9-15 0,0 0-16 16,0 0-8-16,0 0-6 0,5 23-13 15,-1-3-3-15,-3 6-3 0,0 7-10 0,2-1-2 16,3 14 0-16,-1 1-5 0,-1-11-4 0,4 9-4 16,-6-10-8-16,2-2-5 0,-1 2-1 0,2-5-4 0,-2 4-3 15,0-6-6-15,4-2 0 0,-7-1-1 0,2-6-15 16,1 0-22-16,-1-2-42 0,-2-1-48 0,0-5-47 16,0 1-51-16,-2-3-118 0,0-2-343 15,-1-1 152-15</inkml:trace>
  <inkml:trace contextRef="#ctx0" brushRef="#br0" timeOffset="128599.97">5679 12801 1787 0,'-3'-33'11'0,"3"-2"-21"0,3 5 12 16,7 2-7-16,3 3 2 0,5 6 3 0,4 4 0 0,2 4 8 16,5 5-1-16,3 2 8 0,2 3 13 0,0 6 4 15,0 3 9-15,0 3 10 0,-1 4-5 16,0 5-4-16,-4 2-2 0,-2 3-7 0,-5 2 1 15,-3 4-3-15,3 11-6 0,-13-10 0 0,-4 0-4 0,-4 1-4 16,-3 0-1-16,-3 0 1 0,-3-1-4 0,-5-2-3 16,-1-1-10-16,-5-1-17 0,1-5-12 15,-4 0-18-15,2-2-18 0,-2-6 0 0,6-3 1 16,-2-2-2-16,2-2 9 0,0-2 2 0,3-2 10 0,-1-3 14 16,4 1 5-16,-2-2 1 0,6-2 6 0,6 2 5 15,-9-4-1-15,9 4-1 0,0 0 10 0,0 0 3 16,0 0 11-16,0 0-2 0,23-11 2 0,-10 8 1 15,3-2 2-15,6 3 4 0,5-3 0 16,2-2 1-16,4 0 4 0,1-3 1 0,-1 0-1 0,1-1 2 16,1-1-2-16,-3-2 0 0,0-1-1 0,-2 1 2 15,0-4-3-15,-5 0-3 0,1 0 2 0,-6 1-2 16,-4 3-3-16,-5 0 1 0,1 0-1 0,-5-2 3 16,1 0 9-16,-5-2 0 0,-2 1 9 0,-1 3 0 15,-1 1 8-15,-4-2-1 0,-1-1 2 0,-1 2 5 16,-1 4 10-16,0 0-1 0,-1 2-1 0,-1 0 7 15,1 3-9-15,0 4-5 0,-2-1-6 0,1 5-5 16,1 2-1-16,-3 3 7 0,2 6-12 0,-2 2 0 16,0-1-2-16,5 3-5 0,1 0 1 0,1 1-5 15,5 5 0-15,1-7 0 0,0 1-7 0,6-3 1 16,0 4-15-16,4-3-12 0,0-3-37 0,3-3-37 16,3 0-45-16,2-3-38 0,0-3-48 0,2-1-177 15,-5-1-427-15,3-5 189 0</inkml:trace>
  <inkml:trace contextRef="#ctx0" brushRef="#br0" timeOffset="128801.8">6607 12733 126 0,'1'-10'258'16,"0"0"-1"-16,-1 1-12 0,0 9-24 0,-1-11-26 16,1 11-16-16,0 0-19 0,0 0-7 0,0 0 16 15,0 0-21-15,9 24-8 0,-8-7-17 0,1 3-7 16,1 7-15-16,-1 0-10 0,0 1-7 0,0 0-7 15,1 0-10-15,-1 2-13 0,3-2-37 0,-3 1-47 16,1-4-41-16,-1-5-56 0,2-1-65 0,0 0-236 16,-4-2-461-16,1-1 204 0</inkml:trace>
  <inkml:trace contextRef="#ctx0" brushRef="#br0" timeOffset="128951.6">6508 12869 185 0,'9'-5'166'0,"-9"5"-29"0,13-1-44 0,-3 2-56 16,2 3-57-16,-1 3-80 0,2-2-108 0,4 7 48 16</inkml:trace>
  <inkml:trace contextRef="#ctx0" brushRef="#br0" timeOffset="129387.55">6815 13123 14 0,'0'0'175'16,"12"-1"8"-16,-12 1-1 0,9-5-1 0,-4-1-7 15,1-1-13-15,3 1-4 0,-1-5-10 0,-2 1-5 16,2-1-7-16,3-2-6 0,-1 1-3 0,1-4-8 0,-1 0 4 16,-4 1-10-16,1 0-11 0,-2-1-10 15,-1-1 0-15,-3 1-5 0,0 3-7 0,-1-3-9 16,-1 5-5-16,0 0-3 0,-2 1 0 0,-1 0-1 15,2 2-2-15,-3 2-5 0,-1 2-10 0,6 4-6 0,-12-2-5 16,12 2-4-16,-17 6-1 0,8 3-5 16,-5 3-4-16,1 1-2 0,1 2 3 0,-1 8-5 15,4 0-3-15,2 1 3 0,5-3-7 0,1-2 2 16,3-4-1-16,1 0-1 0,2-3-7 0,0 1-3 16,1-4-8-16,2 2-5 0,0-4-5 0,4-1-5 0,-1 0-1 15,1-4-2-15,0-1-2 0,-1-2 4 16,3-1 2-16,-2-4 2 0,1 1 2 0,2-3 2 0,-2-4 3 15,-3 3 3-15,0-6-1 0,2 2 4 16,-5-2 4-16,-1 4-1 0,-3-4 6 0,0 3-1 16,1 1 1-16,-2 0 13 0,1 2 6 0,-2 2 3 15,2-1 1-15,-3 8 2 0,5-9-6 0,-5 9-7 16,2-8-1-16,-2 8-2 0,0 0-3 0,0 0 0 16,0 0 3-16,12 13-5 0,-8-5 2 0,0 4 2 15,1 0-2-15,-2 5-3 0,3-2-40 0,-1 2-41 0,1 2-52 16,-1 0-56-16,3-3-87 0,-3 1-167 0,0-2-477 15,0-5 212-15</inkml:trace>
  <inkml:trace contextRef="#ctx0" brushRef="#br0" timeOffset="130533.61">7270 12966 135 0,'-1'-9'239'0,"1"9"-14"15,0 0-15-15,0 0-3 0,0 0-3 0,0 0-8 16,0 0-16-16,0 0-22 0,0 0-6 0,13 22-8 0,-12-14-11 16,3 0-8-16,-3 0-6 0,0-3-1 0,-1-5-5 15,3 10-5-15,-3-10 3 0,0 8 10 0,0-8 10 16,0 0 14-16,0 0 5 0,0 0-18 16,0 0-14-16,0 0-19 0,0 0 1 0,0 0-20 0,0 0 19 15,0 0-35-15,-17-15-2 0,17 15-6 0,-4-13-4 16,4 5-10-16,0-1-6 0,2-3-12 0,0-4 8 15,5 0-24-15,0 2-5 0,0 0 2 0,-1 4-5 16,3 0-2-16,1 0-1 0,-2 3-5 0,2 1 4 16,0 3-12-16,-2 2-1 0,4 2 8 0,-1 2-1 15,0 2 4-15,-1-1 0 0,0 4-3 0,1 3 2 16,-3-1 1-16,-2 0 5 0,6 4-7 0,-3-1 2 16,-2 1 6-16,0-3-2 0,-4-1-5 0,3-1 3 15,-4-5 1-15,-2-4 5 0,4 11-3 0,-4-11 8 16,4 8-1-16,-4-8 5 0,0 0-11 0,4 6 1 15,-4-6 5-15,0 0-8 0,0 0 0 0,0 0-4 16,0 0-2-16,0 0-5 0,9-18 6 0,-7 11-4 16,-1 1-3-16,3-5-5 0,-1 2-9 0,2-2-2 15,3 2 2-15,-1-1-3 0,1 1 8 0,4-3-5 16,-1 4 8-16,-2 3-7 0,0 0 9 0,2 2-6 16,0 2 3-16,-1 1 5 0,1 2-1 0,1 0 1 15,-2 2-1-15,3 2 8 0,-3-1-2 0,0 0 0 16,2 3 0-16,-6-3 5 0,3-1 0 0,3 0 3 15,-5-2-3-15,2 2 2 0,-2-2 3 0,-7-2 3 16,15 0-1-16,-6-4 1 0,-3 0 2 0,4-1-1 16,-3 1 1-16,-2-5 2 0,0 3 7 0,-1-2-2 15,1-1 14-15,-4 1 0 0,2-2-3 0,-2 0 2 16,0 0 2-16,-1-1-6 0,0 2-5 0,-1-1 9 16,1 10 11-16,0-12 16 0,-1 6-23 0,1 6-7 15,0 0-4-15,0 0-5 0,0 0-1 0,0 0-5 16,0 0 3-16,0 0 1 0,-8 20 10 0,5-4-16 15,0 2 1-15,0 0-1 0,-1-1 2 0,3 0-2 16,2 0 1-16,2 1-1 0,1-1-4 0,2-1-5 16,3-3-7-16,-1-3-7 0,1-3-11 0,1 0-6 15,2-2 0-15,-1-2-18 0,3-1-1 0,-1-4-8 16,1-1 4-16,4-3 0 0,-5 0 8 0,-2-1 6 16,-1 2 6-16,2-4 5 0,-3 1 0 0,-1-2 7 15,-2 3 3-15,0-4 6 0,-1 1-2 0,-1-2 3 16,-1 1 1-16,-2 0 6 0,2 1 9 0,-2 1-1 15,0 2 11-15,1 1 3 0,-2 6 2 0,2-10 1 16,-2 10-3-16,1-7-4 0,-1 7-2 0,0 0 0 16,0 0-2-16,0 0 11 0,0 0 6 0,0 0 6 15,8 23 0-15,-6-14-11 0,-2 1 3 0,0 2-6 16,0 0 2-16,0 0 0 0,0 0-2 0,0-4-4 16,0 3 8-16,2-3-2 0,-1 3-4 0,-2-3 0 15,1-8 1-15,2 9 0 0,-2-9-5 0,0 0 5 16,0 0 2-16,3 5-1 0,-3-5-2 0,0 0-4 15,0 0 2-15,18-12-5 0,-13 6 4 0,3-2-3 16,-1 1 0-16,3 0 4 0,1-2-4 0,-2 1-1 16,0 3-9-16,1-2 4 0,-1 0-4 0,0 2 5 0,2 4-2 15,-2 1-1-15,0-2 3 0,2 4 2 16,0-2-8-16,-2 0 0 0,2 3 6 0,1-1 1 16,-2 0-11-16,4-2 11 0,-1 2 0 0,1-2 4 15,-1-2 1-15,7 0-3 0,-2-2 11 0,1-3-6 16,-1-1-11-16,0 0 9 0,0-3-2 0,-3 1 2 0,-1-1 2 15,0-1 2-15,-1 1 1 0,-3-2 5 0,-2 3 11 16,0 1-1-16,-2-1 15 0,-2 0 1 16,-2-1 3-16,0 0 0 0,-2 1 3 0,0 3 3 0,0 7 8 15,-2-13-11-15,-2 7-3 0,4 6-7 16,-7-9-8-16,3 6 15 0,4 3-15 0,-14 5-10 0,5 2 2 16,-2 4-4-16,-1 3 10 0,-1 0-12 0,6 2-1 15,-5-1 3-15,4 2-1 0,2-1-7 0,2-4-18 16,3 2-26-16,1-3-54 0,3 0-37 15,-2-2-39-15,6 0-64 0,0-3-71 0,4 0-64 0,-11-6-230 16,17 4-643-16,-7-4 285 0</inkml:trace>
  <inkml:trace contextRef="#ctx0" brushRef="#br0" timeOffset="130698.25">7894 12599 301 0,'-12'-5'312'0,"2"1"-35"16,2 0-33-16,2 1-34 0,1 0-40 0,5 3-40 15,0 0-36-15,0 0-46 0,0 0-68 0,0 0-78 16,0 0-180-16,28 0-302 0,-8 0 134 0</inkml:trace>
  <inkml:trace contextRef="#ctx0" brushRef="#br0" timeOffset="131235.88">9403 12540 74 0,'1'-5'261'0,"-1"5"3"16,2-13 4-16,-1 9-1 0,-1 4-7 0,0-10-15 15,0 10-20-15,0 0-21 0,0-10-26 0,0 10-23 16,0 0-17-16,0 0-11 0,0 0-9 0,7 24-1 15,-3-6 6-15,-1 10 3 0,2 4 2 0,-1 1-11 16,-1-1-2-16,-1 4-9 0,3-1-16 0,-4 0-2 16,2-2-5-16,-2-3-13 0,2 2-4 0,-2-4-8 15,3 1-6-15,-2-3-4 0,1-2-10 0,0-4 2 16,-1-2-7-16,1-3-31 0,-2-1-32 16,0-5-37-16,-1 1-35 0,0-4-29 0,3 1-32 0,-3-7-44 15,-4 10-55-15,4-10-66 0,-5 7-171 0,5-7-542 16,0 0 240-16</inkml:trace>
  <inkml:trace contextRef="#ctx0" brushRef="#br0" timeOffset="131717.85">9425 12784 135 0,'0'-11'215'0,"1"3"-25"0,2-2-18 0,1 1-16 16,-1-1-16-16,5 0 3 0,-2-2-5 0,3-1-11 15,-1 2-3-15,2-2-10 0,2 1-3 0,-3 2-8 16,1 2 6-16,-1 1-8 0,0 0-12 0,0 0-7 15,0-1-6-15,-4 4-8 0,1 1-9 0,-2 0-6 16,2-1-5-16,-6 4-7 0,7-4-5 0,-7 4-3 16,0 0-3-16,10 1 1 0,-10-1-5 0,5 10-3 15,-4-4-6-15,3 1 0 0,0 4 2 0,-2-1-6 16,0 0 11-16,0 4-11 0,1-1-3 0,0-1 1 16,-1 3-4-16,-1 0-2 0,2-3 5 0,0 0-4 15,-1-2-1-15,2 0 1 0,1 1 2 0,0-3-4 16,-1 1 0-16,1-1 0 0,-1-1 1 0,1 0-2 15,3 2 0-15,-2-3 0 0,2 2-1 0,-1 0-2 16,4-1 0-16,-4 0 1 0,2-1-1 0,0 0 3 16,1-1-2-16,1 1 3 0,-2-1-2 0,1-2 2 15,0 1-1-15,0 1 5 0,4-4 2 0,0-1 0 16,-1 0 7-16,4-5-5 0,1 0 4 0,0 1 1 16,-4-1 0-16,-3-1 9 0,7-1 1 0,-6-1 9 15,-1 1 10-15,-2-1 6 0,-3-1 1 0,0 1-3 16,-1 1 1-16,-2-1 1 0,-1 0 8 0,-2 0-6 15,0 8 2-15,-3-12-7 0,-2 5-2 0,0 2-9 16,5 5-10-16,-10-6 6 0,3 4 1 0,-4 4-7 0,-1 0 2 16,1 4-4-16,-2-1 0 0,-2 6-8 15,-1 1 6-15,3 2-8 0,0 1 2 0,1-1-4 16,3-1-34-16,1-1-55 0,5 5-46 0,0-5-65 16,7-2-90-16,0 2-294 0,3-5-616 0,9 1 274 15</inkml:trace>
  <inkml:trace contextRef="#ctx0" brushRef="#br0" timeOffset="132350.73">10861 13067 200 0,'3'-16'227'0,"1"1"-15"16,1 0-12-16,1-3-15 0,1 0-17 0,5-7-15 16,0 4-12-16,2-4-6 0,1 3-12 0,-5 5-8 15,2-7-11-15,1-2-10 0,1 1-9 0,-5 1-3 16,0-3-8-16,0 3 5 0,-4 0 2 0,-4 5 0 15,2-1-2-15,-5 1-3 0,1 3 1 0,-2 0-5 0,0 5-4 16,-5 2-3-16,0 0-9 0,-2 2-7 16,-1 1-1-16,-4 3-7 0,3 2-2 0,-7 1-7 15,1 3-6-15,1 2-4 0,1 2-1 0,4-1-3 16,3-1 1-16,-2 2-7 0,4 0 1 0,1 2-2 0,3 0-6 16,2-2-3-16,1 0-5 0,0-7-1 0,10 16-15 15,-3-7-3-15,8-2-5 0,-5 3 2 16,10-2 0-16,-5 1 0 0,2-1 0 0,-2 1 3 15,1 0 2-15,-1 0 0 0,-1 3-2 0,-2-1 4 0,-2 2 2 16,-1 2 3-16,-1 1 0 0,-2-1 2 0,-2 2 3 16,1 3-2-16,-1-1 2 0,-3-1 0 0,3 6 3 15,-1-7 1-15,-1-2-5 0,1-4-26 16,3 4-26-16,-1 2-39 0,3-5-17 0,0-3-34 0,2-3-34 16,3 2-41-16,2-2-130 0,4-2-385 0,0-4 171 15</inkml:trace>
  <inkml:trace contextRef="#ctx0" brushRef="#br0" timeOffset="132685">11512 12811 5 0,'1'-21'180'0,"-4"4"9"0,2 6 16 0,-3-5 6 15,-2 6-3-15,-2 0-11 0,-1 2 5 0,0 2-20 16,-2 2-10-16,2 4-17 0,-5 4 1 0,2 2-9 16,-2 5-5-16,-4 3-10 0,6 2-13 0,1 1-7 15,1-1-8-15,4 1-11 0,0 0-7 0,3 1-4 16,6-1-11-16,0 0-9 0,5-3-1 0,0 2-8 15,2-3-5-15,3-3-17 0,-3-2-12 0,6-1-11 16,-3-3-10-16,2-1-7 0,3-3-5 0,-6-1-3 16,1-1 3-16,3-5-1 0,-5 0 4 0,-1 1 1 15,0-3 1-15,-2-1-1 0,-2 0 3 0,-2 0-2 16,0-6 9-16,0 0-5 0,-3 4 2 0,1-5 0 16,-2 2 3-16,3 4 9 0,-6 2 8 0,3 1 10 15,0 8 4-15,0-11-8 0,0 11-1 0,0 0-5 16,3-8-6-16,-3 8 1 0,0 0-1 0,0 0 0 15,4 23 12-15,-4-10-18 0,2 3-1 0,0 1 1 16,0 1-8-16,-1 0-23 0,3 1-25 0,2 0-36 0,-3-2-45 16,4 0-43-16,0-2-58 0,0 4-237 15,-3-8-508-15,2-1 225 0</inkml:trace>
  <inkml:trace contextRef="#ctx0" brushRef="#br0" timeOffset="132917.16">11853 12576 53 0,'-3'-15'307'0,"2"5"-4"0,2 0-18 0,-1 6-25 15,0 4-32-15,0 0-19 0,0 0 21 16,0 0-16-16,0 0 13 0,-2 34-12 0,0-10-14 0,0 4-8 16,-3 3-15-16,5-2-20 0,-3 1-8 15,6 0-18-15,-3 0-16 0,-3-2-10 0,3 1-6 0,0-2-19 16,-2-2-5-16,2-7-26 0,1 0-37 0,0 7-41 15,2-9-51-15,-3 2-40 0,0-7-34 0,0-1-40 16,0 0-46-16,2-5-33 0,-2-5-229 16,0 0-542-16,0 0 240 0</inkml:trace>
  <inkml:trace contextRef="#ctx0" brushRef="#br0" timeOffset="133150.01">11691 12818 119 0,'-4'-7'197'0,"1"1"-19"16,1 1-15-16,2 5-19 0,0 0-15 0,4-15-15 15,2 12-1-15,5-2-9 0,1 1-5 0,6 0-8 16,1 1-5-16,-1 2-8 0,5 1-4 0,-3 0-1 16,1-2 1-16,1 4-2 0,0-1 4 15,-2 1 3-15,0 1 1 0,-3-1-2 0,-4 2-5 0,-1-2 9 16,-2 3 1-16,-2-2 6 0,1 4 4 0,-2 0 14 16,1 1-1-16,-2 3-19 0,-1-1-7 0,-3 0-3 15,0 1-14-15,-2 0-4 0,2 2-6 0,-4-5-10 16,4 4-27-16,-2 0-29 0,0-2-42 0,0 0-42 15,0-4-44-15,0-6-56 0,0 16-54 0,0-10-179 16,0-6-465-16,0 0 205 0</inkml:trace>
  <inkml:trace contextRef="#ctx0" brushRef="#br0" timeOffset="133317.35">11895 12591 56 0,'-2'-6'130'16,"2"6"-10"-16,0 0-15 0,0 0-16 0,0 0-15 16,19 23-33-16,-9-7-28 0,5 10-27 0,-1 1-31 15,3 0-51-15,-4 0-102 0,0 1 46 0</inkml:trace>
  <inkml:trace contextRef="#ctx0" brushRef="#br0" timeOffset="133516.6">12096 12879 154 0,'6'6'181'15,"-5"-2"2"-15,-1-4 0 0,6 2-3 0,-6-2 2 16,0 0 8-16,0 0 0 0,0 0-13 0,0 0-13 15,7-16-8-15,-3 10-10 0,-4 6-17 0,5-14-10 16,-1 4-9-16,0 1-1 0,1-1-1 0,1 1-6 16,2-1-10-16,0 1-10 0,-1 0-9 0,0 2-3 15,0 2-11-15,-2 1-5 0,3 0-7 0,-8 4 4 16,13 0-4-16,-3 6-8 0,-3 0-1 0,1 0-6 16,-1 5 0-16,0 0-6 0,-3 3-1 0,3-1-19 0,-2-3-27 15,1 6-31-15,1-5-31 0,-2 1-33 0,1-3-33 16,3 0-36-16,1-3-39 0,3-1-30 15,0-3-155-15,5-1-443 0,0-2 196 0</inkml:trace>
  <inkml:trace contextRef="#ctx0" brushRef="#br0" timeOffset="134133.04">12517 12843 36 0,'4'-11'148'0,"0"-1"-7"0,0 0-8 0,-4-5 17 0,-4 5 13 16,2 0 6-16,-1 1 11 0,-4-1 3 16,1 2-3-16,1 3 1 0,-4 2-1 0,-1 0-13 15,0 1-9-15,-1 3-7 0,1 2-8 0,-1 3-9 0,-2 2 0 16,3 1-26-16,-2 0-12 0,5 2-10 0,-1 1-2 15,4 2-11-15,-2-1-7 0,6 0 1 0,0 0-18 16,2-1-22-16,2 0-18 0,-1-1-10 16,-1-3-11-16,5-1-7 0,-2 0 2 0,1-1-1 0,2 0-3 15,-3-3 6-15,-5-1-1 0,14 3 2 0,-14-3-4 16,9 0 6-16,-9 0 0 0,6 1 1 0,-6-1-1 16,8 3 2-16,-8-3-2 0,6 7 6 0,-4 0 3 15,-1 3 9-15,3 7 1 0,-2 1 29 0,0 1-3 16,0 10 2-16,-2 3-3 0,0 1 6 0,0 4-5 15,-2 9-2-15,0-12 0 0,-3 2 5 0,3-2-10 16,-6 2 0-16,0-3-6 0,2-4 0 0,-3 0-2 16,-3-2-1-16,1-6 0 0,-2-4 2 0,-1-2-2 15,1-3 4-15,2-3 4 0,1-3 5 0,-2-2-2 16,2 0-5-16,1-3 4 0,-1-1-3 0,0-3-3 16,3-4-3-16,3-3-5 0,-1-2 6 0,4-6-7 15,1-9-8-15,6 2-2 0,8-6-6 0,-3 0-5 16,6-1 2-16,10-15-17 0,0 6-10 0,1-5-4 15,3 4-4-15,2-2-9 0,-3 1 6 0,3 2-6 16,-2-1 2-16,-1 2 1 0,-8 11 7 0,6-11 2 16,-9 12 4-16,-2 2 7 0,-4 0-1 0,-2 10 9 15,-2 2 21-15,-5 1 8 0,-1 5 10 0,1 1 2 16,-4 1 4-16,0 6-9 0,3-7 12 0,-3 7-11 16,0 0-4-16,0 0 0 0,0 0 1 0,-20 11 2 15,13-2-2-15,0 2 1 0,2 4 0 0,-3 1-1 16,1-3-4-16,2 4 1 0,3-4 2 0,2 2 0 15,2 1-1-15,5-3-2 0,-2-1 3 0,8 1-4 16,-1 0-2-16,1 0 3 0,5-2-2 0,-3 1 0 16,-1-2 2-16,3 2 1 0,-3-1 1 0,-3 1 11 15,-4-5-6-15,2 5 3 0,-4-3-3 0,-1 2 6 0,-2 6-4 16,-2-5 0-16,-4-1 3 0,-2 4-2 16,-2-5-5-16,-3 4-9 0,-2-2-17 0,-1 0-24 15,-1-3-22-15,3-4-36 0,3 3-44 0,-1-4-53 16,5-1-71-16,-7-1-266 0,12-2-572 0,0 0 254 15</inkml:trace>
  <inkml:trace contextRef="#ctx0" brushRef="#br0" timeOffset="134667.39">13279 12758 2870 0,'27'-12'186'0,"-11"3"-95"0,-5 4-44 0,0 2-26 15,-3 0-8-15,-2 3 13 0,-6 0 31 0,11 3 22 16,-11-3 16-16,9 5 7 0,-7 0 13 15,3 4-2-15,-5-3-9 0,0-6-6 0,0 13-14 16,0-3 3-16,0-5-13 0,2 3-6 0,0 2 2 0,1-5-18 16,3 4-2-16,-2-1-1 0,3-2-4 0,1-2-1 15,0 1-18-15,3-5-10 0,-3 2-10 16,2-2-9-16,-1 0-8 0,-9 0-3 0,16-5 3 16,-11 1-24-16,-1-1-18 0,0-2 0 0,-1 2-1 0,-1-7 7 15,-4 3-6-15,-3-2 12 0,-1-7-16 0,-6 1 6 16,3 1 3-16,-2-2 16 0,-7-3-10 0,5 6 5 15,-3 1 3-15,5 1 5 0,-3 0 5 0,5 5 8 16,3 3 9-16,-1 0 1 0,3 1 0 0,4 4 0 16,-6-3 1-16,6 3-3 0,0 0 8 0,0 0 3 15,0 0-1-15,0 0-1 0,27 6 1 0,-6-4-2 16,10-2 2-16,1-2-10 0,1-4-3 0,3 2-6 16,0-4 0-16,1-1-1 0,-6 0-1 0,-2-3 0 15,0-1 4-15,-7 1 0 0,-5 0 5 0,-6-2-1 16,-1-1 3-16,0-1 0 0,-6 0 2 0,-1-2 1 15,-3 0 5-15,-1 0-3 0,-3-3 8 0,-2 3 7 16,0 0 3-16,0 4 3 0,-1 1 6 0,3 6 6 16,-2-3 6-16,1 7-7 0,5 3 4 0,0 0 37 15,-16 13-10-15,7 11 27 0,-1 9 7 0,-2 17 8 16,3 31 5-16,-3-22 6 0,-3 25 7 0,8-26 3 16,-5 28-4-16,6-29-10 0,-1 31-5 0,1-7-15 15,0-24-3-15,2 2-7 0,2 1-12 0,2-1-9 16,2-4-6-16,-2-4-21 0,4-4-39 0,0-12-34 15,2-2-9-15,-2-4-30 0,5-5-86 0,-2-7-89 16,-2-1-91-16,-1-6-79 0,1-4-278 0,-1-3-762 0,-4-3 338 16</inkml:trace>
  <inkml:trace contextRef="#ctx0" brushRef="#br0" timeOffset="134817.29">13622 13062 2861 0,'5'-13'68'15,"2"4"-41"-15,-2-1-17 0,3 4-6 0,1 1 2 16,5 0 4-16,4-1-10 0,9 1 4 0,2-2-4 16,2 0-3-16,5 1-8 0,1-2-36 0,12-3-53 0,-11 2-71 15,16-5-58-15,-4 3-177 0,0-3-438 0,5 3 194 16</inkml:trace>
  <inkml:trace contextRef="#ctx0" brushRef="#br0" timeOffset="135135.01">14631 12689 45 0,'-6'-10'252'0,"-1"0"-1"0,-3 1 4 16,-4 2 6-16,-5 1 18 0,3 4-6 0,-4 2-4 16,-3 5 8-16,4 0-14 0,-9 8-19 15,4 4-16-15,3-1-11 0,2 4-16 0,1-1-13 0,6-3-19 16,3 0-18-16,6-1-14 0,-1 3-17 0,8-5-5 16,-1-1-15-16,5-2-7 0,0-1-24 0,7-1-10 15,-1-3-22-15,-1-1-12 0,5-4-17 0,-2-2-5 16,5 1-8-16,-3-5-9 0,-1-1 2 0,-2 0 1 15,-5 0-3-15,4-4-3 0,-5 1 14 0,0 0-14 16,-3 1 3-16,1-2 1 0,-4 2-6 0,1-1 17 16,-1 3-6-16,-2 1 13 0,-1 6 2 0,4-9 2 15,-4 9 5-15,0 0 5 0,0 0 17 0,0 0 24 16,0 0 4-16,0 0-2 0,-8 24-1 0,4-8-7 16,-4 0-6-16,4 1-8 0,2-1-1 0,0 1-5 15,1-1-40-15,2 0-38 0,0-3-60 0,2-1-61 16,1-1-60-16,1-1-78 0,2-5-64 0,2 3-263 15,5-3-682-15,3-1 302 0</inkml:trace>
  <inkml:trace contextRef="#ctx0" brushRef="#br0" timeOffset="135584.93">15496 12297 306 0,'4'-16'305'16,"-3"6"-7"-16,3 0-22 0,0 3-28 0,-4 0-30 16,0 7-17-16,0 0-5 0,0 0 14 0,0 0 12 0,17 28 3 15,-11 1-13-15,-2 3-10 0,1 3-10 0,-4 13-15 16,0 2-8-16,1 0-17 0,-4-4-9 15,1-11-18-15,1 0-9 0,0 11-13 0,1-15-10 16,1 1-15-16,-1-3-3 0,0-1-8 0,-1-1-15 0,1-2-34 16,1-7-38-16,-1-3-57 0,-1 3-53 0,0-5-46 15,-1-2-60-15,1-2-69 0,0 0-67 16,-3-5-189-16,3-4-607 0,-6 7 268 0</inkml:trace>
  <inkml:trace contextRef="#ctx0" brushRef="#br0" timeOffset="136149.89">15251 12586 266 0,'3'-7'254'0,"2"0"-25"0,5-1-24 15,3 5-22-15,15-2-11 0,1 2-15 0,6 4-2 16,0 2-11-16,17 3-3 0,-1 6-6 0,-13-6-14 16,8 12-12-16,-10-4-4 0,-3 1-16 0,0 3-9 15,-2-2-7-15,-8 3-8 0,0-2-8 0,-4 2-2 16,-7-4-9-16,-1-1-3 0,-6-5-2 0,0 2-3 15,-3-1-4-15,-5 0 2 0,-2 2-10 0,-4-3 0 16,-4 2-3-16,-6-3 0 0,0-1-4 0,-2-1 2 16,1-2-5-16,1-1 1 0,2 1-3 0,3-4 0 15,1-3 0-15,3 2 0 0,2-2-3 0,3-3 0 16,5 6 4-16,-6-12-10 0,10 4 2 0,1-5 0 16,5 1-7-16,10-7 0 0,2 4-3 0,5-2-6 15,4 0 1-15,0 1-8 0,3-3 5 0,2 3-3 16,-2 0 1-16,-1 0 0 0,1 1 3 0,0 0 4 15,-7 1-2-15,1 0 4 0,-10 4 1 0,-1-1 1 16,-3 4-1-16,-3-1 11 0,-2 4 2 0,0 0 11 16,-4 1 9-16,2 0-1 0,-7 3-1 0,5-5-2 0,-5 5-3 15,0 0-1-15,0 0 1 0,0 0 11 16,-21 11 0-16,11-3 4 0,1 4-1 0,-4 4 8 16,3-1-2-16,2 0-10 0,0 2 1 0,0 0-5 0,3 1 1 15,1-3-4-15,3-1-6 0,-1-2 3 0,4-1-3 16,-1-3 9-16,3 0-19 0,2-2-9 15,2 2-8-15,2-4-1 0,0-1-6 0,1-3 4 16,1 0-11-16,0 0 0 0,-1-2 2 0,7-3-5 0,-6 0 7 16,0 1 1-16,-4-2 2 0,1 0 2 0,1-1 0 15,-2 0 2-15,-2-1 0 0,1 1 4 0,-2 4-1 16,-1-2 0-16,-4 5 6 0,5-9-3 16,-1 6-3-16,-4 3 8 0,0 0-8 0,5-4-1 15,-5 4 2-15,0 0 3 0,0 0-1 0,6 16 0 0,-5-9 1 16,2 1-5-16,1 4-29 0,-1-1-34 0,0 0-44 15,0 0-51-15,1-1-54 0,-1 1-62 0,0-4-172 16,1 5-490-16,3-2 217 0</inkml:trace>
  <inkml:trace contextRef="#ctx0" brushRef="#br0" timeOffset="136618.18">16456 12688 21 0,'0'0'223'0,"3"-7"-3"0,-3 7-15 16,0 0-15-16,1-10-19 0,-1 10-18 0,0 0-15 16,9-3-15-16,-9 3-8 0,10 0 0 0,-2-3-1 15,1 2 0-15,2 1-7 0,0-2-5 0,1 0 0 16,0 0-5-16,-2-1-3 0,3 1-3 0,-2-1-10 16,1-1 0-16,-2 1-7 0,-1 0 1 0,2-2-8 15,-4 3-4-15,-1-3-6 0,-1 1-2 0,2 1-10 16,-7 3 0-16,11-3-9 0,-11 3-1 0,8-1-6 15,-8 1-5-15,9 4 2 0,-5 1-2 0,2-1 1 16,-2 1-6-16,4 3 3 0,-5-1-6 0,4 0-1 16,0 0-1-16,2-2 0 0,-1 2 1 0,1-1-3 15,2-2-1-15,1-2-2 0,-3-1-1 0,4-2-3 16,2-2-1-16,0-1-2 0,0-4-3 0,1 1 3 16,-6 3-2-16,2-5 1 0,-5 2 2 0,2 0-3 15,-2-2 3-15,-1 0-4 0,-1-1 5 0,0 0-4 16,-2 1 8-16,-1-1-9 0,1 3 2 0,-3-2 2 15,0 9 18-15,0-11-6 0,0 11 2 0,1-10 3 16,-1 10-7-16,0-8-1 0,0 8-3 0,0 0-1 16,0 0 9-16,0 0 22 0,0 0 13 0,-6 38 5 15,-3-19-18-15,-1 3-4 0,0 3-1 0,-2-1-5 16,1 1 3-16,0-2-8 0,4-4-28 0,-3-1-34 16,3 0-43-16,1-1-41 0,0-1-47 0,1 1-46 15,7-5-44-15,0-2-260 0,2 0-562 0,4-3 250 16</inkml:trace>
  <inkml:trace contextRef="#ctx0" brushRef="#br0" timeOffset="136900.07">17326 12298 87 0,'-1'-11'320'0,"0"2"-19"0,-2-1-24 16,1 4-26-16,2 6-18 0,0 0 9 15,0 0 6-15,-9 32 19 0,2-4-30 0,2 4-12 16,-2 21-19-16,5 0-6 0,0-2-14 0,2 2-6 0,0 0 5 16,0-2-16-16,4-2-10 0,1-13-12 0,-4 9-8 15,1-10-15-15,1 0-14 0,1-2-11 16,1-1-3-16,-6-3-15 0,3-1-5 0,1-3-10 0,-2-7-2 16,2 0-9-16,-2-2-6 0,0-4-4 0,-1-2-15 15,0-3-23-15,3 0-24 0,-3-7-35 0,1 10-26 16,-1-10-34-16,0 7-50 0,0-7-38 0,-9 3-57 15,9-3-53-15,0 0-51 0,-18-6-241 16,8 0-653-16,2-1 289 0</inkml:trace>
  <inkml:trace contextRef="#ctx0" brushRef="#br0" timeOffset="137399.9">17137 12855 2435 0,'-2'-16'73'0,"1"2"-43"0,2 3-10 0,-1 1-15 15,2 2-2-15,6 1 2 0,1-1 3 0,1 0 9 16,8 0 5-16,2-1-2 0,7-1-2 0,3 4-2 15,2-3-1-15,3 3-5 0,0-1 3 0,-2 2 0 16,2 0 1-16,-6 0-6 0,0 0 1 0,-6 1-1 16,-3-1-5-16,-3 3 3 0,0-3 2 0,-4 2 0 15,-4-3-5-15,-4 2 0 0,0-1 2 0,-1 0 1 16,0-2 5-16,-4 7 8 0,-2-17 8 0,0 6 5 16,-1 1-3-16,-2 0 4 0,-1 0 7 0,1-2 12 15,-2 3 1-15,-4-5-2 0,3 8-3 0,3-3 7 16,0 2 1-16,0 2 4 0,-3 0 0 0,8 5 2 15,-10-5-11-15,5 4 6 0,5 1 3 0,-19 7 13 16,8 1-2-16,-4 3 2 0,2 5 7 0,-4 3 3 16,1 3 1-16,2-5-7 0,4-1 1 0,1 2-13 15,2 0-6-15,0-1 2 0,3-3-3 0,3 4-5 16,1-7-7-16,4 2 2 0,-1 0-12 0,5-3 3 16,5 2-7-16,-3-6 3 0,8 2-11 0,-3-2 7 15,3-4 1-15,1 2-14 0,-1-6-6 0,3 1-5 0,-6-2-7 16,3 0 1-16,1-1-6 0,-4-3 1 15,2-1-11-15,-7 1 1 0,4-3-1 0,-4 1 6 16,-1-1-4-16,-1-1 3 0,2-2 7 0,-2-1-8 16,0-1 4-16,-3 4 6 0,4 1-11 0,-3-6 6 0,1 6 4 15,-1 0-2-15,-1 1 2 0,1 4-12 16,-3 0 5-16,-3 5 1 0,6 0-3 0,-6 0 17 16,0 0 0-16,9 10 10 0,-5-1-8 0,-1 3 9 15,-2 0-9-15,-1 0 1 0,0 6-2 0,-1-1 1 16,0 0-4-16,1 2-3 0,0-4-40 0,0-3-57 0,-2 2-68 15,4-4-64-15,0 0-84 0,3 0-72 0,-2-6-221 16,-3-4-656-16,7 10 291 0</inkml:trace>
  <inkml:trace contextRef="#ctx0" brushRef="#br0" timeOffset="137526.44">17928 12717 154 0,'0'0'171'0,"-4"-8"-21"15,4 8-9-15,0 0-31 0,-6-8-42 0,6 8-68 16,-4-7-133-16,-2 4-143 0,6 3 64 0</inkml:trace>
  <inkml:trace contextRef="#ctx0" brushRef="#br0" timeOffset="138333.25">11885 14536 2235 0,'-30'-4'30'0,"-1"2"22"15,-1-1 8-15,1-1-25 0,12 5 4 0,0-1-4 16,2 2-9-16,5-2 3 0,5 1-4 0,7-1 13 15,0 0 12-15,0 0 12 0,0 0-5 0,0 0-3 16,51 4-1-16,-20-5-7 0,7-1-5 0,21-3 15 16,1-1-6-16,6 1-16 0,26-5-22 0,-33 6-34 15,1 0-23-15,-8 3-43 0,-12 1-41 0,-7 0-39 0,-1 1-40 16,-1-1-203-16,-12 3-443 0,-6-2 196 16</inkml:trace>
  <inkml:trace contextRef="#ctx0" brushRef="#br0" timeOffset="138533.89">12288 14508 86 0,'-6'-1'245'16,"-1"-2"-3"-16,7 3-7 0,-13-2-19 15,13 2-24-15,-9 0-18 0,9 0 21 0,-5 13 4 16,1 2 4-16,1 5 6 0,-2 10-4 0,4 1-13 16,0 2-16-16,-1 3-14 0,2 10-14 0,-2-11-11 0,2 9-14 15,2-10-45-15,-4 0-5 0,2-2-16 0,0 0-3 16,0 0-8-16,0-2 1 0,2-2-24 15,-1-1-35-15,1-2-38 0,-1-5-48 0,2-3-47 16,-1 1-43-16,-2-5-57 0,3 1-252 0,-3-3-538 16,0-1 238-16</inkml:trace>
  <inkml:trace contextRef="#ctx0" brushRef="#br0" timeOffset="138872.17">12493 14843 1889 0,'5'-20'62'0,"-1"2"31"0,0 7 4 0,-1 2-21 16,1 0-25-16,-2 5-15 0,-2 4-14 0,5-6 18 16,-5 6 26-16,0 0 21 0,5 19 6 0,-5-2 10 15,0 10-4-15,0 2-11 0,0 3-5 0,-4 3-7 16,3-2-9-16,-4 0-2 0,5-2-10 0,0 0-3 16,5-4-10-16,-4-3-6 0,3-5 2 0,2-2-5 15,1-1-2-15,-1-1-2 0,2-5 3 0,1-5-1 16,1 2 3-16,3-5-3 0,-1 0-3 0,-1-4 6 15,5 2 8-15,-1-7 5 0,2 0 12 0,-4-3-3 16,1-1 2-16,-5-2 4 0,3-2 0 0,-1 0 3 16,-3-3-3-16,1 1-9 0,-4-2 1 0,1-7-3 15,-1 8-4-15,-3 0-12 0,-2-1 5 0,2 0-17 0,-2 4 2 16,0-1-1-16,0 2-21 0,0 5-6 0,0 3-33 16,0 6-21-16,-2-13-36 0,2 13-35 15,0-10-40-15,0 10-40 0,0 0-42 0,0 0-29 16,0 0-27-16,0 0-201 0,0 0-548 0,0 0 242 15</inkml:trace>
  <inkml:trace contextRef="#ctx0" brushRef="#br0" timeOffset="139167.72">13077 14793 194 0,'7'-7'263'15,"4"0"-10"-15,3-2-15 0,3 1-18 0,2-1-21 16,-2 0-18-16,8-2-18 0,-4 3-17 0,-1 1-16 15,-3 1-27-15,0 2-33 0,-6-2-42 0,-1 3-35 16,0 2-35-16,-10 1-39 0,9 0-40 0,-9 0-26 16,0 0-152-16,0 0-323 0,0 0 143 0</inkml:trace>
  <inkml:trace contextRef="#ctx0" brushRef="#br0" timeOffset="139350.17">13160 14749 137 0,'-9'1'147'0,"3"3"5"0,1 0 11 0,-2 1 19 16,2 1 8-16,-1 4 10 0,4 1 8 0,-1 4 11 15,-1 5 3-15,0 4-5 0,-2 2 6 0,2 1-15 16,0 0-2-16,-1 1-17 0,3-2-3 0,-2 2-27 16,0-3-18-16,1 2-15 0,-2-1-9 0,3 3-16 15,-2 0-7-15,4-10-12 0,-3 5-26 0,3 4-45 16,0-9-48-16,0-2-49 0,2 0-50 0,-2-5-58 0,1-2-61 16,-1-3-283-16,0-7-584 0,0 0 259 15</inkml:trace>
  <inkml:trace contextRef="#ctx0" brushRef="#br0" timeOffset="139500.04">13241 15034 22 0,'9'-9'239'0,"-3"0"-11"16,4 1-2-16,-1 2-9 0,4-3-22 0,-2 2-19 16,5 0-19-16,0-3-21 0,1 3-46 0,2 0-65 15,8-1-68-15,0-2-73 0,-2 3-143 0,-3-5-280 16,0 7 123-16</inkml:trace>
  <inkml:trace contextRef="#ctx0" brushRef="#br0" timeOffset="139700.03">13693 14938 84 0,'0'0'165'0,"0"0"-11"0,6 2-8 0,-6-2-9 16,0 0-21-16,0 0-8 0,0 0-10 0,3 8-8 15,-3-8-6-15,0 0 6 0,0 9 1 0,0-9 7 16,0 0 3-16,-7 12-2 0,3-6-9 0,-2-2 0 15,6-4-8-15,-6 10-6 0,4-7-2 0,2-3-9 16,-5 7-9-16,5-7-6 0,-2 6-4 0,2-6-5 16,0 0-3-16,0 0 0 0,6 11-9 0,-1-10-18 15,-5-1-41-15,0 0-48 0,29-5-74 0,-10 0-213 16,8-7-395-16,-3 1 175 0</inkml:trace>
  <inkml:trace contextRef="#ctx0" brushRef="#br0" timeOffset="140118.75">14950 14343 225 0,'-2'-11'318'0,"2"0"-9"0,-2 2-15 0,2 1-5 16,0 8-24-16,-2-10-18 0,2 10-33 15,0 0-23-15,0 0-12 0,0 0 17 0,0 0 10 0,4 28-11 16,-2-7-17-16,4 6-13 0,-4 8-12 0,1 1-15 16,2 16-7-16,1-5-20 0,-1-2-22 0,-3-12 7 15,3 1-8-15,-3-3-10 0,2 0-7 16,-1-2-9-16,1-2-7 0,-2-1-9 0,-1-5-31 0,1-3-30 16,0-2-50-16,-2 1-50 0,0-3-58 0,0-3-42 15,0 1-46-15,-2-4-67 0,0 1-244 0,-1-2-620 16,-1-4 274-16</inkml:trace>
  <inkml:trace contextRef="#ctx0" brushRef="#br0" timeOffset="140336.53">14914 14276 144 0,'23'-17'152'0,"-4"6"3"15,-1 4-2-15,-1 3-12 0,3 4-6 0,-2 3 0 16,-2 4-10-16,1 4-8 0,-3-1-7 15,0 4-8-15,-6 2-13 0,-2 3-6 0,0 0-7 0,-4 5-5 16,-6-5-6-16,-3 7-7 0,0-6 1 0,-4 2-4 16,-1 0-6-16,-1-5-10 0,3-1 2 0,-4 6-8 15,1-9-26-15,1-3-46 0,1 2-33 16,2-4-55-16,-1 1-42 0,2-3-130 0,-1 2-321 16,4-3 142-16</inkml:trace>
  <inkml:trace contextRef="#ctx0" brushRef="#br0" timeOffset="140766.67">15341 14604 61 0,'2'-11'261'0,"-2"11"-7"0,-4-12-5 0,4 12-4 0,-9-8-15 16,9 8-16-16,-14-6-11 0,4 4-15 0,10 2-8 15,-20 2-13-15,7 2-9 0,-3 2-16 0,1 2-7 16,-3 6-10-16,7-2-12 0,-2 4-11 15,3 0-7-15,-2 0-11 0,6 2-7 0,-2 1-9 16,3-1-5-16,2-2-6 0,2 2-6 0,1-3-3 16,3-3-3-16,0-1-4 0,5-1-3 0,1-2-7 0,-1-1-5 15,3-2 4-15,3-1-9 0,-1-3-4 0,5-1 4 16,-1-4-12-16,-3 1-4 0,-1-4 3 16,-1 1-4-16,1-4-3 0,1-2 2 0,-2-1-1 15,-3-3-2-15,0-1 2 0,-2 1-5 0,-1-3 5 16,-2-6-4-16,0-1 0 0,-1 7 8 0,2-7-4 0,-1 0-4 15,-2 0 3-15,-1 0 0 0,1 7 2 16,-2-7-2-16,0 6 0 0,0 0-1 0,-2 2-4 0,2 4 5 16,2 1 0-16,-4 3 4 0,2 1 4 15,0 9-5-15,0-11-5 0,0 11 0 0,0 0 4 16,0 0 17-16,0 0 3 0,0 0 4 0,-7 41 0 0,2-21-4 16,-2 7 1-16,3 3-7 0,1 0 4 0,-1 2-3 15,1-1-7-15,2-2-8 0,2 1-28 16,-1-3-34-16,3 1-31 0,-1-5-41 0,1-5-36 15,3 6-51-15,0-6-51 0,2-4-257 0,-3-2-569 16,3-5 251-16</inkml:trace>
  <inkml:trace contextRef="#ctx0" brushRef="#br0" timeOffset="141000.01">15721 14572 39 0,'-5'-7'299'0,"0"0"-7"15,-1 1-6-15,-1 2-3 0,1 1-9 0,6 3-14 0,-17-1-8 16,17 1-2-16,-21 13-17 0,7-4-15 16,-1 4-26-16,3 1-18 0,0 1-5 0,1 1-29 15,0-1-13-15,4 3-21 0,0 0-2 0,3-3-10 16,3 0-6-16,4 0-22 0,1-5-20 0,3 3-29 16,1-4-34-16,4 2-27 0,3-2-33 0,-2-4-34 15,1 1-27-15,1-3-27 0,1 3-29 0,-3-2-37 0,-1-1-45 16,-5 0-184-16,-7-3-497 0,11 6 219 0</inkml:trace>
  <inkml:trace contextRef="#ctx0" brushRef="#br0" timeOffset="141238.38">15121 15095 64 0,'-32'13'296'0,"1"-4"-19"0,9-1-22 0,8-1-16 15,4-1-10-15,6-3-2 0,4-3-19 0,0 0-16 16,23 7-17-16,4-7-22 0,13-1-14 0,16-9-14 16,5-1-12-16,4-2-9 0,23-6-11 0,-27 7-12 15,-1 0-8-15,-3-1-4 0,-3 3-8 0,-16 0-6 16,-5 5-36-16,-1 0-19 0,-5 0-32 0,-9 2-30 16,-3 3-39-16,-3 0-32 0,-1 0-49 0,-3 3-58 15,-8-3-177-15,6 8-450 0,-6-8 199 0</inkml:trace>
  <inkml:trace contextRef="#ctx0" brushRef="#br0" timeOffset="141583.92">14999 15505 186 0,'0'0'303'0,"1"-9"-8"16,-1 9-20-16,2-8-18 0,-2 8-22 0,0 0 4 15,0 0 11-15,0 0 1 0,0 0-10 0,0 30-11 0,0-12-16 16,0 3-21-16,-2 4-26 0,2 2-16 15,0 0-9-15,0 3-12 0,0-4-7 0,2 0-14 16,-2 0-11-16,2-7-17 0,2-1-7 0,-1 1-19 16,-1-2-28-16,3 0-51 0,0-6-33 0,-2 0-34 15,0-1-27-15,-1-3-32 0,2 1-28 0,-1-3-36 0,0-1-35 16,-3-4-40-16,0 0-204 0,0 0-534 16,0 0 237-16</inkml:trace>
  <inkml:trace contextRef="#ctx0" brushRef="#br0" timeOffset="141800.13">15013 15402 92 0,'14'-15'135'15,"4"4"4"-15,0 2 12 0,4 4 2 0,-4 2-5 16,2 1-3-16,2 3-9 0,-4 3-5 0,-2 2-4 16,-5 1-9-16,-1 3-5 0,0 1-6 0,-2 6-3 15,-6 1-11-15,-3 0-4 0,-3-1-12 0,-2 2-2 16,-6 1-7-16,-2 2-7 0,-5-1-3 0,3-2-7 15,0-4-5-15,-2 1-3 0,2-2-9 0,-4 1-14 16,5-3-36-16,1-2-40 0,-1-1-49 0,7-1-60 16,-2-4-45-16,3 1-117 0,2-1-355 0,5-4 157 15</inkml:trace>
  <inkml:trace contextRef="#ctx0" brushRef="#br0" timeOffset="142116.57">15326 15615 246 0,'0'0'265'0,"0"0"-1"0,-21 10 1 0,12-4-12 16,0 2-12-16,-3 4-4 0,0-1-15 0,4 3-13 15,-1-5-18-15,4 5-17 0,-1-5-24 0,3 4-12 16,-2-3-13-16,1 2-11 0,4-3-10 0,0 0-15 16,1-1-4-16,2 0-8 0,4-1-9 0,0-2 5 15,-1-2-20-15,4-1-8 0,2-3-8 0,-2 0 6 16,3-3-10-16,-4 0 3 0,2 0-7 0,1-3-4 15,-2-2-1-15,-3-1-4 0,3 1 1 0,0-5-8 16,-5 4 7-16,3 1-1 0,-3 0 19 0,0 4 10 16,-3-1 5-16,-2 6-3 0,7-9-3 0,-7 9-1 15,4-6-1-15,-4 6-8 0,0 0-14 0,0 0-3 16,0 0-5-16,3 17 3 0,-4-7 1 0,2 2-16 16,-3 0-30-16,1 4-44 0,-1-3-49 0,0 1-47 15,-1 1-55-15,4-2-72 0,-1-4-302 0,-1 2-643 16,1-11 284-16</inkml:trace>
  <inkml:trace contextRef="#ctx0" brushRef="#br0" timeOffset="142317.43">15678 15634 304 0,'0'0'306'0,"-5"-9"-7"0,5 9 9 15,-11-3-10-15,3 3-7 0,8 0-2 0,-17 12-19 16,2-3-15-16,2 2-16 0,-2 5-20 0,4 0-21 15,-7 6-20-15,7-5-20 0,-2 5-12 0,3-8-12 16,5 1-20-16,2-2-18 0,1 0-12 16,3-3-31-16,3 0-38 0,3-1-56 0,5 0-53 0,4-4-31 15,2-2-71-15,12-1-87 0,-1-4-304 16,-1-2-633-16,3-2 280 0</inkml:trace>
  <inkml:trace contextRef="#ctx0" brushRef="#br0" timeOffset="142549.9">16241 15307 218 0,'-11'-5'360'0,"-2"2"13"0,13 3 5 0,-38 9-9 16,13 4-9-16,0 5-15 0,-1 2-12 0,2 7-21 0,-7 12-27 15,11-9-23-15,-1 14-19 0,6-9-30 16,6-2-18-16,1 1-18 0,5-1-21 0,0-1-16 15,7-4-16-15,4 0-32 0,-1-3-35 0,10-1-36 16,0-6-48-16,0-5-57 0,-1 1-59 0,0-5-67 16,4 0-62-16,0-3-66 0,-2-2-319 0,-1 2-711 15,2-2 314-15</inkml:trace>
  <inkml:trace contextRef="#ctx0" brushRef="#br0" timeOffset="142920.19">16273 15888 198 0,'5'-7'224'0,"-1"-1"-7"0,3 0 1 0,-1-3 8 15,1-3 5-15,3-1 9 0,0 1-5 0,1-3-4 16,-2 2-16-16,5-7-21 0,-2 5-27 0,2-6-1 16,-1 1-5-16,1-1-6 0,0-1-9 0,-1 1-17 15,-4-1-7-15,2-1-7 0,-2-3-11 0,-3 1-1 16,2 0-10-16,-4 0-3 0,-1 3-7 0,-3 3 4 16,1 6 11-16,-2-1 0 0,-2 5-1 0,0 3-5 15,3 8-8-15,-9-13-12 0,2 8-9 0,7 5-4 16,-21 2-6-16,7 3-1 0,0 2-9 0,0 2-1 15,0 1-8-15,2 2 1 0,4-2-10 0,1 2 1 16,5-3-6-16,0 2 2 0,5 0-2 0,3-2-10 16,3 0 0-16,2-3-2 0,1 3-3 0,6-4 3 15,0 1-3-15,-3 0-8 0,3-3 5 0,-2 3-5 16,-4 0 10-16,-1-2-9 0,-1 1-2 0,1 3 3 16,-3-1 1-16,-2 4-2 0,1-2-5 0,-3 2 12 15,-1 0-6-15,1 0-1 0,-1 6 4 0,-2-5-4 16,0-1 6-16,2 3-22 0,-2-4-39 0,2 2-47 15,-2-1-54-15,0-1-42 0,2-2-35 0,1-1-32 16,2-2-58-16,2 0-52 0,-3-1-204 0,-5-4-629 16,19 1 279-16</inkml:trace>
  <inkml:trace contextRef="#ctx0" brushRef="#br0" timeOffset="143249.96">16788 15576 199 0,'2'-13'292'0,"-2"4"9"0,0 9 4 16,-5-19 0-16,-1 11-3 0,1 1 4 0,5 7-16 15,-18-5-6-15,8 5-13 0,0 2-16 0,-2 3-13 16,-3 6-19-16,1-3-20 0,2 6-21 0,1 0-19 16,1 0-12-16,3 2-16 0,1 0-14 0,1 1-17 15,5-5-5-15,0-2-9 0,4 2-10 0,0-3-9 16,2 0-13-16,2-4-18 0,2 0-10 0,1-2-6 16,1-2-10-16,6-2-5 0,-7-2-3 0,8-3 3 15,-7 3-3-15,-1-3-7 0,0-1 7 0,-1-2-2 16,-2 0 3-16,2 0-3 0,-4 0 3 0,-2-1-1 15,0 0 1-15,-1 1-7 0,0-1 9 0,1 2-1 16,-4 8-1-16,3-12 6 0,-3 12-4 0,3-10 0 16,-3 10 2-16,0 0-2 0,3-8-4 0,-3 8-1 15,0 0 4-15,0 0-1 0,0 0 5 0,0 0-3 16,4 26-2-16,-4-17-2 0,0 2 3 0,-1 0-3 16,1-11-38-16,0 21-38 0,-2-9-59 0,4-2-68 15,1 1-61-15,-3-11-72 0,2 11-86 0,-2-11-236 16,0 0-708-16,0 0 314 0</inkml:trace>
  <inkml:trace contextRef="#ctx0" brushRef="#br0" timeOffset="143468.28">17017 15315 130 0,'5'-17'350'0,"-4"5"20"0,2 2 18 0,-3 10-19 0,3-10-31 16,-3 10-26-16,3-8-24 0,-3 8 2 0,0 0-3 15,0 0-17-15,9 31-20 0,-9-13-21 0,2 10-20 16,-5 4-25-16,1 0-14 0,-2 2-19 16,0-1-15-16,3 3-14 0,-2-4-15 0,-1 1-23 15,2-3-39-15,-1 0-37 0,2-3-46 0,-2-2-53 16,2 0-44-16,0-7-43 0,1 0-28 0,-1-6-52 0,2-1-111 16,0-2-267-16,-1-9-688 0,0 0 305 0</inkml:trace>
  <inkml:trace contextRef="#ctx0" brushRef="#br0" timeOffset="143611.25">17036 15513 82 0,'0'-10'227'0,"0"10"-22"0,5-12-21 0,-5 12-24 16,9-10-12-16,-2 6-23 0,2 0-38 0,-9 4-60 15,21-3-64-15,-10 3-66 0,-11 0-82 0,20 5-199 16,-12 1 89-16</inkml:trace>
  <inkml:trace contextRef="#ctx0" brushRef="#br0" timeOffset="143866.71">17126 15703 182 0,'9'1'244'0,"-9"-1"-1"16,19-10 3-16,-9 4-7 0,8-5-18 0,-1 0-3 16,-1-1-16-16,2 1-13 0,-3-2-9 0,6-4-3 15,-7 3-13-15,2 1-2 0,-1-1-8 0,-3-1-6 16,0-1-6-16,-3 1-8 0,1 1-5 0,-4 0-3 15,-3 2-3-15,0 2 5 0,-2 0 4 0,-1 10-10 16,-5-21-7-16,1 15-6 0,4 6-7 0,-14-8-8 16,5 6-8-16,9 2-8 0,-20 10-3 0,7 0-1 15,-1 5-6-15,-3 4-11 0,3 1-1 0,1 3-14 16,7-4-2-16,3-1-24 0,2-1-21 0,2 1-41 16,3-5-57-16,2 2-69 0,3-2-67 0,2-3-73 15,7-2-74-15,-3-2-240 0,3-1-678 0,3-3 300 16</inkml:trace>
  <inkml:trace contextRef="#ctx0" brushRef="#br0" timeOffset="144237.56">17654 15549 144 0,'6'-11'218'0,"-1"2"12"0,-1 1 14 0,-4 8 9 16,-1-13 0-16,1 13 1 0,-7-10-3 0,7 10-9 16,-9-5-1-16,9 5-6 0,0 0-5 0,-20 5-21 15,8 2-15-15,2 0-31 0,0 1-4 0,0 5-12 16,-1-2-21-16,6-1-12 0,-1 0-5 0,1 2-17 15,4-5-8-15,1 2-8 0,0-9-5 0,3 13-22 16,-3-13-5-16,14 7-11 0,-6-6-7 0,-8-1-12 16,28-2-6-16,-11-4-2 0,-1 0-5 0,2-3 9 15,-4-2-6-15,0-1-22 0,-1 0 24 0,0-3-4 16,0 1 0-16,-6 0-10 0,3-2 18 0,-4-1-8 16,0-3 10-16,-2-4-4 0,-1 4 9 0,0-6-14 15,0 7 1-15,-2-2 8 0,1-3 8 0,1-2-4 16,0 2-1-16,-1 5 5 0,3 0 14 0,-3 4 9 15,2 4 14-15,-3 2 15 0,-1-2 4 16,0 11-6-16,3-10-8 0,-3 10 3 0,0 0 25 0,0 0 5 16,0 0 3-16,2 31-8 0,-1-12-8 0,-1 8-8 15,-2 4-4-15,-2-2-8 0,-1 3-8 0,0 1-4 16,-4-3-10-16,1 1-32 0,3-2-47 0,1-3-49 16,3-7-43-16,0-1-59 0,-2-2-60 0,-1-5-50 15,2 1-53-15,2-12-79 0,-1 11-263 0,1-11-752 16,0 0 333-16</inkml:trace>
  <inkml:trace contextRef="#ctx0" brushRef="#br0" timeOffset="144436.59">18094 15188 4034 0,'27'-15'274'0,"-9"4"-167"0,0 6-53 15,-1 1-2-15,-3 7 10 0,-4 0 43 0,-1 5 10 0,-3 2-7 16,2 7-9-16,-4 0-6 0,0 6-2 0,-6 6-13 15,0-1-4-15,-3-1-12 0,-3 4-8 0,-2-1-28 16,-7 0-46-16,-2-2-46 0,-1-1-66 0,-6-2-70 16,-11 6-55-16,5-10-75 0,-1-1-88 0,-18 2-257 15,1-3-733-15,-4-1 325 0</inkml:trace>
  <inkml:trace contextRef="#ctx0" brushRef="#br0" timeOffset="144854.67">16069 15063 57 0,'52'-7'173'0,"10"-2"-9"0,35-1-21 16,-2-9-11-16,5 6-8 0,3 1-16 16,4 1-13-16,-6-2-12 0,-3 7-31 0,1-3-40 0,-7 0-57 15,-27 2-138-15,-4 1-199 0,-1-1 88 0</inkml:trace>
  <inkml:trace contextRef="#ctx0" brushRef="#br0" timeOffset="148050.59">18302 12501 119 0,'0'-19'212'0,"-2"2"-3"0,2-2 6 0,0 4-5 16,0 3-1-16,0 0-10 0,0-1-5 0,-1 2-15 16,1 3 0-16,0 8-10 0,0-11-18 0,0 11-16 15,1-9-18-15,-1 9-10 0,0 0-11 0,0 0-9 16,0 0 0-16,7 26 3 0,-1-9 6 0,-2 11 0 16,1-1-6-16,-2 5-7 0,-1-2-8 0,1 4-5 15,-3-1 10-15,1-2-22 0,-1 1-4 0,0-1 13 0,-1 0-25 16,-1-4-2-16,4 1-4 0,-2-1-3 15,0-2-15-15,-2-7-34 0,2-1-29 0,2-2-27 16,-1-1-25-16,-1-5-23 0,0 2-33 0,1 2-39 0,-1-8-36 16,0-5-38-16,3 10-187 0,-3-10-489 0,0 0 216 15</inkml:trace>
  <inkml:trace contextRef="#ctx0" brushRef="#br0" timeOffset="149983.41">17562 12630 112 0,'-7'-3'152'0,"7"3"3"0,0 0-17 0,-6-4-6 16,6 4-6-16,0 0-14 0,0 0 2 0,0 0 6 0,0 0 15 15,-9 10-8-15,6-2-8 0,0 3-4 16,-1 5-7-16,1-2-2 0,-2 2-8 0,1 1-9 15,0-1-6-15,2 1-6 0,0 0 1 0,2-1-13 16,-1-3-6-16,1-2-5 0,3 2-7 0,0-3-2 16,3-1-1-16,0 0-5 0,3-1 0 0,1-4-6 0,3 0-1 15,6-3-1-15,-2-1-3 0,3-2-2 0,10-5-5 16,-4-1-3-16,4-1 3 0,-5-1-2 0,-1-2-2 16,-5 1-2-16,-4 2-3 0,0-4 0 0,-3 3 1 15,0-3-1-15,-5 2 0 0,-2-1-4 0,-2 1-1 16,-5-1 0-16,0-3-2 0,-2 3 3 0,-4-2-3 15,-3 1-3-15,-2 0 3 0,-4 0 0 0,2 3-7 16,-8-2 3-16,5 4 0 0,-1 2 4 0,1 1-9 16,1 2 1-16,-2 3 6 0,1 1-7 0,1 1 0 15,4 3 4-15,-4 1-2 0,2 0-5 0,2 1-10 16,0 3-29-16,3-1-33 0,-2 3-38 0,5 1-28 16,-3 2-33-16,5-3-31 0,-1 4-168 0,4-1-406 15,2-2 180-15</inkml:trace>
  <inkml:trace contextRef="#ctx0" brushRef="#br0" timeOffset="150417.13">17788 12894 32 0,'0'0'213'0,"9"-9"-16"0,-4-1-3 16,1 1-5-16,1 0-4 0,0-2-10 0,1 1-9 15,1-3-20-15,-3 3-13 0,2-2-13 0,2-2-9 16,-1 2-7-16,0-1-11 0,-3 0-6 0,2 3 0 15,-1-5-3-15,-2 3-8 0,1-2-8 0,-4 2 0 16,2-5-9-16,-2 5-3 0,-1-5-4 0,1 1-5 16,-2 5-5-16,0-5 7 0,-1 4-11 0,-1 2 8 15,0-1-3-15,-2 2 2 0,2 4-4 0,-3-1-5 16,5 6 0-16,-8-11-6 0,3 8-4 0,-3 0 2 16,-3 2-7-16,-1 3-2 0,-4 0 8 0,-3 4-10 15,1 3-4-15,1-3 1 0,-2 1-4 0,6-1-3 16,2-1 2-16,0 1-3 0,6 0-3 0,1 0-1 15,4-6 3-15,0 10-2 0,0-10 1 0,15 8-7 16,2-2-8-16,0-4-2 0,6-1 0 0,5-1 1 16,0 0-1-16,0-1 0 0,-7 1 0 0,1 0-2 15,-1 0 6-15,0 1 0 0,-5 3-2 0,2 1 2 0,-6 2-1 16,-2 0 13-16,0 2-6 0,-1 3 7 0,-1 2 4 16,-3-1 1-16,-1 0 2 0,-2 4-1 15,1 0-1-15,-3 0 2 0,0-1 0 0,-1 1-1 16,-1-1 1-16,2 1-4 0,-1-4-6 0,4-1-14 15,-3 4-34-15,-2 1-41 0,2 0-56 0,0-3-70 16,-1 1-59-16,0-3-150 0,-3-2-456 0,0-1 202 16</inkml:trace>
  <inkml:trace contextRef="#ctx0" brushRef="#br0" timeOffset="151400.82">18170 12696 3 0,'0'0'235'0,"0"0"-26"0,1-11-11 15,-1 11-5-15,0 0 4 0,0 0-11 0,0 0-17 16,0 0-8-16,13 23-13 0,-9-10-12 16,1-3-18-16,-3 2-10 0,4 4-10 0,-4-4-5 0,2-1-14 15,0 2-6-15,-2-3-5 0,1 3-5 0,1-4-6 16,-3 0-8-16,0-2-4 0,0 0-2 0,-1-7-5 15,3 8 5-15,-3-8 7 0,1 8 13 0,2-3 15 16,-3-5 12-16,0 0 4 0,0 0-5 0,0 0-11 16,0 0-7-16,0 0 3 0,0 0-17 0,0 0-2 15,0 0-6-15,-12-28-1 0,9 15-10 0,0-3-7 16,3-2 9-16,0 1-19 0,3-9 1 0,3 0-2 16,0 3-1-16,3-2-2 0,0 0-4 0,3 2-1 15,-6 6-1-15,3 0-3 0,1 2 1 0,-1 2-4 16,-1 3 0-16,0 2 10 0,2 1-18 0,-4 3 1 15,5 3 1-15,-3 2-1 0,3 5 2 0,-1 3-3 16,0-1 4-16,3 5 1 0,-2 2-4 0,3 7 2 16,-1 0-2-16,-3-5 4 0,1 6-6 0,-4-4 3 15,5 4 2-15,-6-8 0 0,1 1-2 0,-4-4 4 16,0-1-5-16,1-1-6 0,-2-1 11 0,-2-1-4 16,2-3 3-16,-2-5 6 0,0 10-7 0,0-10 4 15,0 0 4-15,-4 8 2 0,4-8-6 0,0 0 4 16,-9-1 0-16,9 1-4 0,0 0-2 0,-9-11 3 15,9 11-3-15,-3-13 2 0,3 2-13 0,2-2 5 16,1-3-3-16,4-1 1 0,3-7-3 0,-2 5 4 16,2-5-7-16,-1 7 0 0,5-5 2 0,-5 6 1 15,4 2 0-15,-1 2-1 0,-4 2 7 0,0 4-7 16,1 2 2-16,-3-1-7 0,1 5 5 0,-7 0 2 16,14 9-7-16,-7-2 7 0,-2 3 3 0,3 7-3 15,-1-2 9-15,-4 4 1 0,-1 0-8 0,3 0 1 16,1-2 2-16,-1-1 1 0,2 1-3 0,0-2-1 15,1-1 2-15,0-3 1 0,1-3 3 0,1-1 0 16,0 2 0-16,0-4 15 0,3-2-18 0,1 1 13 16,-1-4-10-16,-2 0 0 0,3-2 1 0,0-2-3 15,2 1 1-15,0-5 6 0,-1-1-3 0,-3 1-1 16,-2 0 2-16,1-6 3 0,-2 6-4 0,-2-9 3 16,1 2-5-16,-3 0 3 0,-1-2-3 0,0 0 0 15,-3-2 6-15,0 0-4 0,-2 0-2 0,-2 1-4 16,0-1 1-16,-1 4 0 0,1 2-2 0,-1 3-1 15,-1 1 9-15,3-1 1 0,-2 4-1 0,4 6 9 16,-8-7-10-16,8 7-3 0,-10 2 0 0,10-2 3 0,-15 19-4 16,3-2 4-16,-1 5-5 0,1 2 6 15,1 1-3-15,5-2 0 0,2-3 1 0,4-1 3 16,0-1-1-16,3-1-4 0,1 0 7 0,2-1-4 16,2-2-2-16,0-3 10 0,4 0-8 0,-2-3-2 0,2 0 15 15,1-3-4-15,1-1-10 0,-2-1 0 0,0-3-2 16,2 2 0-16,-2-4 0 0,1 1 1 15,-2-3-1-15,-1-1 3 0,0-1-7 0,-1 0 5 16,0-4-2-16,0 3-4 0,-3-2 9 0,1-3-3 16,-1 1-5-16,-1-5 6 0,2 6-2 0,-2-5 0 0,1 5 2 15,-1-1-4-15,3 2-1 0,-3 0-3 0,0 4 1 16,0-1 2-16,0 3-11 0,-5 3 5 16,9-1 4-16,-9 1 0 0,12 8 1 0,-6-1 1 15,2 1-1-15,-2 3 1 0,1-1 1 0,-1 5 1 0,3 0 0 16,-2 0-36-16,0 2-36 0,1 0-31 0,-2-2-42 15,2 2-47-15,3-2-56 0,0 0-278 16,-1-1-572-16,2-1 254 0</inkml:trace>
  <inkml:trace contextRef="#ctx0" brushRef="#br0" timeOffset="151684.93">19881 12285 123 0,'-5'-17'330'16,"1"2"-5"-16,2 2-11 0,-1 5-11 0,2 1-31 15,1 7-29-15,-4-8-24 0,4 8-2 0,0 0 0 16,0 0-10-16,-5 32 6 0,3-6-9 0,0 3-16 16,2 2-15-16,-1 2-14 0,1-3-13 0,-2 3-15 15,4 1-10-15,-2-1-14 0,2-1-2 0,-2 0-18 16,3-3-9-16,-2-1-4 0,0 0-10 0,3-3-6 15,-2-6-15-15,1 1-22 0,1-4-29 0,0 0-40 16,-1-5-41-16,0 0-45 0,0-1-30 0,-2-3-31 16,0 1-33-16,-1-2-25 0,3-1-29 0,-3-5-34 15,0 0-189-15,-6 13-545 0,6-13 241 0</inkml:trace>
  <inkml:trace contextRef="#ctx0" brushRef="#br0" timeOffset="152017.37">19709 12614 133 0,'-2'-5'188'0,"2"-3"-21"16,0 8-11-16,5-12-12 0,3 3-5 0,2 2-4 16,1 0-13-16,6 2-6 0,0 1-9 0,3 1-6 15,-2 3-7-15,4 1-7 0,-2 3-7 0,-1 3-3 16,0 0 4-16,1 2 4 0,-3 4 3 0,-2 0 3 16,0 0-13-16,-2 1 3 0,-1 0-5 0,2-1-5 15,0 0-5-15,-3 0 3 0,3-3-1 0,0 0-4 16,3-1-4-16,0-1 3 0,-1-3-8 0,1-1-2 15,1-1-6-15,-7-1-1 0,4-2-6 0,-3-3 16 0,2-1-5 16,-2-2 2-16,-3 1 10 0,1-2 5 16,-3-2 12-16,-1 0-18 0,-1-2-1 0,1-5 1 15,-3 4-4-15,-3-4-9 0,-3 1 9 0,1-2-14 16,-4 0-4-16,1 0-5 0,-2 0-8 0,-5 2 3 0,2-1-3 16,0 3-4-16,0 4-5 0,1 2-6 0,-1 0-9 15,-1 2-17-15,0 1-31 0,-2 4-23 16,-1 4-36-16,-3 1-48 0,-7 7-70 0,5-2-80 15,-7 4-232-15,4 0-578 0,1 3 256 0</inkml:trace>
  <inkml:trace contextRef="#ctx0" brushRef="#br0" timeOffset="152850.12">20948 12469 87 0,'-4'-4'281'0,"2"-2"-8"0,-3 1-14 16,-2 0-14-16,7 5-14 0,-18-1-21 0,7-1-10 16,-2 7-14-16,-2 6-14 0,-3 0-8 0,-1 6-10 15,1 4-16-15,0-2-10 0,4 4-10 0,6-7-13 16,1 2-4-16,3 0-11 0,3 0-8 0,4-2-6 15,2-1-6-15,3 0-8 0,1 1-6 0,5-3-2 16,-1-3-6-16,2 0-8 0,4-3-6 0,-2-2-1 16,1-3-1-16,2-2-8 0,-2-1 1 0,0-4 2 15,2 1 0-15,-4-5-8 0,2-1 5 0,-5-3-3 16,2-2-10-16,-5-1 7 0,3-7 0 0,-3 5 2 16,-1-8-6-16,-1-1-4 0,-4-1-2 0,-1 2 5 15,0-4-5-15,-3-5 4 0,-3 3-4 0,3-3-2 16,-3 1 6-16,3 0 1 0,-2-2 1 0,2 1-2 15,-3 0 12-15,0 1 2 0,2 0-5 0,-1 4 16 16,1 1 0-16,1 4 1 0,0 8 10 0,-2 5-4 16,2 2 5-16,-2 1-3 0,1 2-5 0,1 7-13 15,0 0-2-15,0 0-8 0,0 0-2 0,0 0 2 0,-4 26-2 16,2 0-6-16,0 9-1 0,1 13 0 16,0-12 2-16,-2 10-3 0,6-11 2 0,-3 10 0 15,1-10 2-15,3-5-7 0,4-1 4 0,-2 0-4 16,5-4 9-16,-2 0 0 0,6-2-5 0,-3-6 7 15,4 2-7-15,4-2 2 0,-3-5-2 0,2-3 1 16,1 1 0-16,0-5 5 0,1 0-11 0,-1-3 5 0,1 0-2 16,1-4-3-16,-3-2 7 0,-2 1-8 15,2-2 1-15,-3-2 4 0,1-2-6 0,-7 1-2 0,4-3 0 16,-4-1-2-16,-2 2-2 0,0-5-8 0,-3 3 15 16,-3-2-17-16,1 0 8 0,-3 2-9 0,0 1 2 15,-1-2 8-15,-2 4-11 0,1-2 5 0,-2 2 2 16,-4 4 3-16,6-1-11 0,2 6 8 0,-12-6-2 15,6 6 6-15,6 0-12 0,-17 6 8 0,7 1-1 16,0 2-1-16,-2 3 2 0,2 2 9 0,0 0-8 16,3 1-3-16,2-1 5 0,3-1 4 0,-1 3-2 15,3 0-3-15,3-5-9 0,0 1-24 0,5 2-32 16,2-3-24-16,1-1-39 0,1-2-32 0,4 1-38 16,-1-2-34-16,4-2-33 0,0-1-32 0,-1-1-214 15,1-1-559-15,-2-1 248 0</inkml:trace>
  <inkml:trace contextRef="#ctx0" brushRef="#br0" timeOffset="153066.29">21698 12249 172 0,'5'-27'236'0,"-1"8"18"0,-1 2 7 0,0 6 4 16,-2 1-3-16,0 3-20 0,0 0-20 0,-1 7-29 15,3-5-20-15,-3 5-7 0,0 0 8 0,0 0-13 16,-6 36 5-16,2-10-22 0,-2 3-11 0,-1 0-14 15,1 3-5-15,-1 0-11 0,2-3-14 0,2 3-10 16,0 0 7-16,0 0-46 0,2-3-33 0,2 0-42 16,0-2-45-16,1-2-56 0,-2 2-60 0,1-8-84 15,-1-2-243-15,0 0-566 0,0-2 251 0</inkml:trace>
  <inkml:trace contextRef="#ctx0" brushRef="#br0" timeOffset="153467.09">21805 12587 160 0,'2'-6'259'0,"-2"6"0"16,1-6-2-16,-1 6-10 0,0 0-16 0,4-9-11 0,-4 9-13 16,0 0-14-16,0 0-9 0,3-5-8 0,-3 5-9 15,0 0 4-15,0 0-22 0,0 0-9 0,0 0 0 16,6-6-26-16,-6 6-1 0,4-5-11 0,-4 5-3 15,0 0 0-15,5-6-6 0,-5 6-5 0,4-7-12 16,-4 7-5-16,5-9-5 0,-2 4-7 16,1 1 2-16,-4 4-4 0,6-11-12 0,-4 4 7 0,-2 7-15 15,5-10 8-15,-3 4-4 0,0 0-6 0,1-5-4 16,-2 5-8-16,2-5-6 0,-2 3 5 0,-1-2-7 16,0 10 9-16,1-12-8 0,-1 4-2 0,0 8-1 15,0-10 1-15,0 10-4 0,-2-9 3 0,2 9-8 16,0 0-2-16,0 0-3 0,-3-9-1 0,3 9 10 15,0 0-3-15,0 0 2 0,-13 22 1 0,7-12-1 16,1 5 2-16,-3 1-2 0,4-4 0 0,-1 5-2 16,4-3 5-16,-2 3-3 0,3 0-3 0,2-1 2 15,1-3-17-15,1-2-35 0,0 2-40 0,1-2-48 16,4 1-46-16,1-2-43 0,-1-3-57 0,2 1-54 16,0-3-259-16,-1 0-641 0,-1 0 284 15</inkml:trace>
  <inkml:trace contextRef="#ctx0" brushRef="#br0" timeOffset="153621.07">21938 12311 213 0,'-6'-10'253'0,"1"3"-18"16,1-2-22-16,0 2-20 0,1 2-22 0,3 5-19 15,-8-5-29-15,8 5-51 0,0 0-51 0,0 0-70 16,-11 10-58-16,8-2-142 0,2 0-269 0,-1 2 119 15</inkml:trace>
  <inkml:trace contextRef="#ctx0" brushRef="#br0" timeOffset="153933.81">21989 12410 152 0,'0'0'276'0,"0"0"-12"0,0 0-22 15,0 0-22-15,0 0 8 0,0 0-3 0,0 0 10 16,0 0-8-16,7 20-14 0,-3-9-15 15,5 3-11-15,-1 2-16 0,-1-1-18 0,2 2-12 0,0 1-17 16,3-2-9-16,-2 0-6 0,1-1-13 0,-3-4-3 16,0-1-3-16,-1-2-9 0,-2-4-5 0,1 3 17 15,-1-2 19-15,-5-5 16 0,6 4-2 16,-6-4-12-16,0 0-10 0,0 0-4 0,13-9-14 0,-8 0-6 16,-1 0-8-16,0-1-8 0,1-2-6 0,-2 0-9 15,3-5-7-15,-1 0 3 0,0-1-26 0,1-7-34 16,3 2-33-16,1 0-55 0,1 1-44 0,-3 4-31 15,0 4-35-15,1 0-20 0,0 7-20 0,-2-1-16 16,0 3 2-16,0 3-1 0,-7 2 12 0,10 6 9 16,-5 0 4-16,-2 7-1 0,-2-2-127 0,0 5-402 15,2 0 179-15</inkml:trace>
  <inkml:trace contextRef="#ctx0" brushRef="#br0" timeOffset="154333.94">22286 12436 1241 0,'4'10'-55'16,"1"0"42"-16,0-1 33 0,3-3 28 0,1 0 25 16,0-2 7-16,1-3 21 0,4 1 13 0,-2-2 14 15,2-2 9-15,-1-1 2 0,-1-1-3 0,6-3-6 16,0 1-6-16,-4-3-6 0,0 0 1 0,0-2-4 15,-3 4-2-15,1-4-8 0,-4 3 4 0,-2-1-3 16,1 2-7-16,-3-1 14 0,1-3-12 0,-2 1-11 16,-3 0-2-16,0 1-9 0,-1-2-2 0,-1 1 5 15,-3 1-16-15,0 0 1 0,-1 3-10 0,-1 0 3 0,-1 3-10 16,-2 0 9-16,0 3-21 0,-3 3 4 16,-4 2 11-16,3 5-8 0,-2 0-6 0,1 4-8 15,4 1 0-15,2-3-1 0,0 5-4 0,1 1 0 16,6 0-6-16,2 1 4 0,1-2-11 0,4 1 1 0,5-1 8 15,2-2-8-15,2-4 0 0,-1 2-2 0,3-6 4 16,2 0-2-16,-1-2 1 0,0-2-2 0,-4-2-6 16,0-1-18-16,1 0 13 0,-2-4 1 15,1 2-5-15,-1-3 5 0,0 0-2 0,1-2 4 0,-3-7-8 16,-1 8 3-16,-1-3 4 0,-1 1-1 0,1-4 2 16,1-1-2-16,-4 3-3 0,3-1 0 0,-1-5-3 15,-2 4-7-15,2 3-1 0,-1-1 4 16,2 0 2-16,-2 3-5 0,1 0 0 0,-3 1 3 0,-1 2-16 15,-3 4 8-15,10-1 7 0,-10 1-1 0,8 6 6 16,-5 1 3-16,-1 2-10 0,2 1 4 0,-4 1 3 16,2 5 1-16,0-2-8 0,-2 1-37 15,3 0-41-15,-1 1-56 0,1 2-58 0,-1-3-66 0,2-2-81 16,-1-3-251-16,4 1-650 0,9 0 288 0</inkml:trace>
  <inkml:trace contextRef="#ctx0" brushRef="#br0" timeOffset="154683.92">23488 12297 104 0,'-7'-11'338'16,"0"1"-12"-16,-1 2-6 0,-4 3 1 0,0 3-7 16,-1 0-11-16,-1 6-19 0,-4 6-4 0,1-2-16 15,1 3-30-15,0 2-31 0,3 3-14 0,3-2-20 16,3 1-14-16,3 3-19 0,3-1-8 0,3-2-12 15,2-1-13-15,2 1-13 0,6-1-13 0,-3-6-21 16,2 3-14-16,5-2-23 0,-2-3-25 0,1-4-4 16,2 0-12-16,1-1-2 0,-6-4 2 0,2 1 10 15,-1-3-2-15,0 0 2 0,-3 0 3 0,2-2-7 0,-3-2 1 16,-2 2 7-16,-2-3-1 0,2 0-1 16,0 1 18-16,-2 0-10 0,-1 1 4 0,-1 3 15 15,-1-1 6-15,-2 6-7 0,6-6 0 0,-6 6 1 0,0 0-1 16,0 0 21-16,0 0 10 0,0 0-3 0,0 0-3 15,0 20 1-15,-2-9-5 0,2 0-5 0,-1 1 2 16,1-1-9-16,-1 4-14 0,1 2-31 0,2-1-41 16,1-2-64-16,3 1-66 0,1 0-78 0,0-4-92 15,1-1-276-15,0-1-689 0,4-1 305 0</inkml:trace>
  <inkml:trace contextRef="#ctx0" brushRef="#br0" timeOffset="155643.14">25376 12213 83 0,'3'-5'107'0,"-3"5"-9"0,4-8-9 0,-4 8-16 0,4-6-6 16,-4 6-17-16,0 0-16 0,0 0-18 0,0 0-16 15,0 0-22-15,0 0-19 0,0 0-52 0,0 0-100 16,0 0 45-16</inkml:trace>
  <inkml:trace contextRef="#ctx0" brushRef="#br0" timeOffset="159868.87">24417 12140 206 0,'0'-17'300'15,"0"5"-23"-15,0 1-6 0,-2 0-8 0,2 1-1 0,0 10-7 16,0-10-21-16,0 10-32 0,0-9-14 15,0 9-19-15,0 0-5 0,0 0-10 0,0 0-6 16,0 0 21-16,-6 38-26 0,1-10-6 0,0 0-16 0,1 2-3 16,-1 0-14-16,1 0-11 0,3 1-12 0,-2-3-10 15,3-1 0-15,-1 2-10 0,2-2-18 0,2-1 5 16,1 1-3-16,-1-8-36 0,3 7-34 16,-2-9-35-16,-3 0-50 0,0 1-37 0,3-1-41 0,-3-6-52 15,2 3-54-15,-2-2-264 0,1-3-603 0,1-1 267 16</inkml:trace>
  <inkml:trace contextRef="#ctx0" brushRef="#br0" timeOffset="160384.51">24671 12271 177 0,'0'0'239'0,"-1"-10"-28"15,1 10-11-15,-5-4 0 0,5 4-9 0,0 0-8 16,-16 11-2-16,13-3-11 0,-1-2-16 0,-3 6-12 15,3-1-11-15,2 5-13 0,1-4-14 0,1 0-8 16,1 0-6-16,3 3-13 0,3 0-4 0,1-4-6 16,1 2-11-16,-1-3-3 0,6 1-5 0,0 0-5 15,1-5 0-15,-2 0-5 0,0-2-6 0,-2-3 1 16,2 1-4-16,-1-2 1 0,0 0-1 0,-2-3-9 0,1-1 1 16,-4-1-2-16,0 1-2 0,-2-1 1 15,1-4-8-15,-3 0 5 0,-1-2-5 0,1 0-1 16,-3-2 3-16,0 1-2 0,0-4-3 0,-1 1 0 15,-1-2-1-15,2 5 7 0,2-6-11 0,0 2-1 0,3 5 2 16,0-2-9-16,3 2 3 0,-3 1 0 0,3 1 1 16,2 2 1-16,-1 1-2 0,0 2-3 15,0 4 1-15,-9 0 0 0,18 8 0 0,-7-4 0 0,-2 5 1 16,3 3-1-16,-2 2 0 0,-3 0 5 16,-1 3-2-16,-1-2-4 0,-1-3 4 0,3 2-1 0,0 1 4 15,-1-6-3-15,-1 2 1 0,4 0 2 16,0-4 0-16,0 1 1 0,2-1 2 0,-2-2-2 15,2-1 3-15,-1 0-4 0,3-3 3 0,-2-3-2 0,2 0 6 16,-3-1-7-16,1-4 4 0,-1 3-4 0,-1-3 4 16,-3-1-3-16,2-2-4 0,-3 0 4 0,0 0 1 15,-4-4 2-15,-1 3 0 0,-1-6-4 16,1 4 5-16,-5 0-5 0,-3-2-2 0,-1 0 2 0,0 1-1 16,-1 5-1-16,1 1-7 0,-1-1-16 0,-3 6-10 15,0-1-23-15,-1 3-21 0,2-1-32 0,-1 2-47 16,0 6-41-16,1-2-34 0,-1 0-191 0,5 1-456 15,1 1 202-15</inkml:trace>
  <inkml:trace contextRef="#ctx0" brushRef="#br0" timeOffset="160817.85">25452 12136 168 0,'0'0'268'0,"4"-5"-10"0,-4 5-4 16,0 0-8-16,0 0-8 0,0 0-7 0,0 0-20 15,-26 12-13-15,17-4-4 0,2 3-7 0,1-2-21 16,3 2-16-16,-3 3-12 0,6 1-14 0,0 1-14 16,2 1-8-16,2-2-9 0,-1-2-3 0,4-3-19 15,-1 2-8-15,4-3 3 0,0-1-4 0,-1-1-14 16,3 1-8-16,-3-2 3 0,1-2-5 0,3-3 0 16,-1 3-9-16,0-2-5 0,-3-4-2 0,2 1-7 15,-4-2 16-15,2 1-8 0,-4-3-15 0,3-3-1 16,-4 0-1-16,1 5-1 0,0-4-5 0,-3-3 1 15,1 6 7-15,-3 4-10 0,3-10 4 0,-3 10-5 0,5-5-8 16,-5 5 3-16,4-3-12 0,-4 3 11 0,0 0 0 16,0 0-2-16,14 10 9 0,-9-5-4 15,1 2 1-15,1 0 2 0,-1 1-1 0,4-3 0 16,-2 2-2-16,2-2 0 0,3-1-3 0,-2-1 9 0,-2 0-3 16,3 0-4-16,-5-5 4 0,4 4 3 0,-11-2-1 15,14-4 6-15,-8-1-5 0,0-3-1 0,-3 2 6 16,1-2-5-16,1-2 4 0,-5 2 9 15,0-4-6-15,0-1-3 0,0 3-6 0,-2-6 7 0,-1 4-5 16,-2-4-10-16,1 5-17 0,2 0-33 0,-2-3-23 16,1 4-47-16,1 0-45 0,-2 1-57 15,4 2-40-15,0 7-228 0,-2-12-541 0,2 12 240 16</inkml:trace>
  <inkml:trace contextRef="#ctx0" brushRef="#br0" timeOffset="161350.12">26270 12104 236 0,'0'0'255'0,"0"0"-2"16,0 0 3-16,0 0 2 0,0 0 15 0,0 0-11 15,0 0-8-15,-11 19-10 0,6-13-3 0,1-2-24 16,1 4-18-16,1 1-14 0,2 1-19 0,0 1-17 16,3 0-11-16,1 2-11 0,5-3-5 0,0 0-15 15,0-3-16-15,9 4-8 0,-3-4-7 0,4-1-5 16,-1 1-4-16,0-3-7 0,0-3-10 0,-3 3-6 15,-1-5-2-15,-1-2-15 0,-2 0-8 0,1-5-3 16,-6 2-12-16,1-2-9 0,-5-2-6 0,0 0 1 16,-4-2-3-16,0-7-4 0,-2 2 3 0,-5 0 1 15,-5-5 4-15,-1-1 0 0,-2 1-3 0,0 0 2 16,-3 4 0-16,2 3-5 0,4 3 5 0,-3 1-1 16,1 3 6-16,5 3-4 0,3-2 11 0,2 5-19 15,-1-1 7-15,7 3-5 0,-8-2-1 0,8 2 0 16,0 0 5-16,0 0-2 0,0 0-12 0,15 15 0 15,3-11-4-15,5 0-2 0,8-2 3 0,5 0-5 0,0-2-3 16,16-5 1-16,-14 1 3 0,-2-4 1 16,4 0 7-16,-7 1-2 0,4-6 6 0,-11 4-3 15,-1-4 5-15,-7 0 9 0,-5-1 3 0,-1 2 6 16,-3-3 21-16,-3-4-11 0,1 1 8 0,-5-1 8 0,0 1 6 16,-2 0 0-16,0 3 2 0,-2-1 17 0,0 7 1 15,0 0 5-15,2 9-13 0,0-9-9 16,0 9-7-16,0 0 11 0,0 0 15 0,-7 37 22 15,1-6 14-15,1 15 3 0,-6 2-8 0,2 1-4 0,2 2 0 16,-1-2-5-16,2-1-4 0,0 0-4 0,4 2-5 16,-1-3-7-16,1 0-4 0,2-12-4 15,0-1-8-15,0 0-7 0,2-2-43 0,1 1-56 16,1-5-50-16,0-4-64 0,2-5-59 0,-2-1-56 0,0-5-70 16,-1-2-328-16,-1 0-751 0,2-6 332 0</inkml:trace>
  <inkml:trace contextRef="#ctx0" brushRef="#br0" timeOffset="161500.23">26695 12297 1978 0,'8'-10'-6'16,"-3"-1"16"-16,5 4-7 0,-4-1-20 0,5 2 17 16,-2 1-6-16,5 0 5 0,1-3-7 0,6 3-10 15,8-4-25-15,-2 3-34 0,2 0-43 0,3 2-36 16,3 0-101-16,1 1-278 0,2-1 123 0</inkml:trace>
  <inkml:trace contextRef="#ctx0" brushRef="#br0" timeOffset="161883.89">27501 12081 211 0,'2'-9'222'16,"2"-1"15"-16,-8 1-9 0,0 1 5 0,-1-2-5 16,-1 5-8-16,-2-1-6 0,-2 1-9 0,1 3-7 15,-5 1-17-15,1 3 5 0,-1 2-6 0,-1 4 0 16,-2-1-9-16,2 3-12 0,1 1-13 0,1 0-11 15,4 2-19-15,-1 0-7 0,4-1-9 0,0 0-8 0,6 0-3 16,0 0-8-16,0-2-13 0,4 0-3 0,0-1-14 16,1 0-6-16,6-4-12 0,1 0-15 15,3-2-10-15,-1-2-19 0,4-2-5 0,0-3 3 16,-2-2-9-16,-1-3 1 0,-5 1-6 0,3-3 2 0,-4-2 2 16,-3-1 6-16,4-2 10 0,-6-3-11 0,2-6 4 15,-3-3 0-15,1-2 2 0,-4-3 0 16,0 1 3-16,0-3 8 0,0-1 5 0,0-10 3 15,2 10 7-15,-2 5 14 0,2 1 12 0,-2 2 14 0,0 9 14 16,0 3 16-16,3 5-5 0,-3 2 0 0,0 3-18 16,0 6-12-16,0 0-7 0,0 0 2 0,0 0 1 15,0 0-2-15,3 42 4 0,-6-13-8 0,3 3-3 16,-3 4-7-16,6-1-2 0,-1 1-1 0,-1-2-6 16,3 1-1-16,5 11-26 0,-1-14-38 0,2-4-50 15,-1-1-55-15,2 0-61 0,1-4-63 0,-2-7-66 16,-1-1-329-16,3-2-723 0,1-3 320 0</inkml:trace>
  <inkml:trace contextRef="#ctx0" brushRef="#br0" timeOffset="162190.98">28067 11785 300 0,'-3'-9'294'0,"-3"1"-9"0,2 4-4 16,4 4-4-16,-18 3 2 0,2 5 4 0,-1 4 0 15,-6 5-17-15,-2 3-19 0,6 1-26 0,-1-1-19 16,7 1-16-16,0 0-17 0,4-5-14 0,4 2-9 16,3 0-23-16,2 1-10 0,2-2-35 0,3 1-39 15,4-1-32-15,2-2-38 0,4-2-31 0,1 1-30 16,2-1-32-16,8-3-25 0,-1 3-24 0,-3-7-32 16,0 1-2-16,2-4-22 0,-1-1-2 0,-5 1 11 15,0-3 22-15,-4-2 16 0,-1 1 22 0,-1 1 13 16,-4-5 31-16,2 1 21 0,-4 0 33 0,1-1 20 15,-7 5 47-15,6-7 22 0,-4 2 21 0,-2 5 7 0,1-8 1 16,-1 8 3-16,1-7-5 0,-1 7-8 0,0 0-1 16,0 0-19-16,-6-12-48 0,6 12-56 15,-4-5-60-15,4 5-144 0,-10-4-306 0,10 4 135 16</inkml:trace>
  <inkml:trace contextRef="#ctx0" brushRef="#br0" timeOffset="162602.21">29079 11918 2214 0,'4'-28'56'0,"-2"0"39"0,2 2-22 0,-3 1 2 16,0 8 26-16,1-1 21 0,0 1-1 0,-1 7 9 15,1-2-1-15,-2 5 10 0,0 7-1 0,0-12-16 16,1 8-17-16,-1 4-6 0,0 0-17 0,0 0 22 15,0 0 9-15,-4 29 1 0,0-3-3 0,-1 2-5 16,3 2-7-16,-1 3-16 0,-2-1-2 0,1 2-4 16,0-2-9-16,2 1-7 0,-2 2-5 0,0-3-11 15,1 0 0-15,2-4-10 0,1 2-26 0,1-3-41 16,2-1-33-16,-2 1-59 0,1-10-44 0,-2 3-47 16,0-2-40-16,1-2-63 0,-1-2-56 0,-1-4-203 15,-1 0-623-15,1-3 276 0</inkml:trace>
  <inkml:trace contextRef="#ctx0" brushRef="#br0" timeOffset="162816.59">29079 11941 65 0,'10'-15'173'0,"0"2"-4"0,-1 3 6 0,0 3-12 16,2 1-2-16,1 5 9 0,1-1-5 0,0 5-15 15,-2 1-14-15,0 3-13 0,-2 3-9 0,-1-1-11 0,0 1-5 16,-3 5-10-16,-4-3-7 0,0 2-10 15,-3 0-5-15,-3 2-9 0,-3-1-2 0,-1 1 0 16,-1-2-10-16,0-2-4 0,0-1-9 0,-1-1-29 16,1 0-34-16,2-1-40 0,1-2-55 0,-2-2-46 0,4-1-189 15,0-1-389-15,5-3 173 0</inkml:trace>
  <inkml:trace contextRef="#ctx0" brushRef="#br0" timeOffset="163055.99">29280 12017 18 0,'0'0'243'0,"0"0"-26"0,8 4-13 0,-8-4-3 16,8 6-11-16,-4-3-3 0,1 0-11 0,1 1-5 15,-1 0-7-15,4 0-15 0,3 1-7 0,-2-3-5 0,3-1-8 16,2 0-14-16,1-1 1 0,1-2-18 0,-4 0-6 16,2 1-3-16,-2-3 3 0,1 0 7 0,-3-2-3 15,-1 1 0-15,-3-2 0 0,0-2-7 0,-5 2-7 16,1-5-5-16,-4 3-7 0,-2-2-1 0,-1 0-16 15,-5-2-5-15,0 1-7 0,-4 1-20 0,1 1-14 16,-4 3-27-16,1-1-24 0,2 5-30 0,2-1-30 16,-4 2-47-16,3 2-53 0,1 0-47 0,-1 2-254 15,4 0-546-15,1 1 242 0</inkml:trace>
  <inkml:trace contextRef="#ctx0" brushRef="#br0" timeOffset="163469.31">29582 11898 77 0,'0'0'276'16,"8"-2"-27"-16,-8 2-24 0,0 0-12 0,0 0 8 16,9 5-7-16,-9-5-13 0,2 8-9 0,0-2-24 15,-2-6-16-15,2 18-12 0,0-7-13 0,-2 1-11 16,1-2-10-16,5 2-13 0,-3 0-8 0,-1-1-4 16,1-1-2-16,1 0-15 0,-2-1-7 0,5-2-3 15,-2-1 2-15,1 0-10 0,-1-3-8 0,0-1 1 16,-5-2-4-16,9 4-1 0,-9-4 2 15,14-4-10-15,-5 0 1 0,-4-1-1 0,1-1-3 0,0-1 0 16,0-3-4-16,1 1-2 0,-2-1 1 0,0-6-5 16,-2 4-4-16,0-4 13 0,2 0-14 0,0 1-4 15,-3 5 1-15,2 0 3 0,-3 0-5 0,0 4 2 16,-1 6-2-16,1-10 4 0,-1 10-4 0,4-3-8 16,-4 3 0-16,0 0 3 0,0 0-1 0,10 15 2 15,-7-8-4-15,3 1 4 0,0 2 2 0,-3-1-1 16,3 2 0-16,1-5 5 0,-1 2 5 0,2-3 11 15,0 0 8-15,2-2 10 0,-2 0 13 0,-8-3 10 16,16-3 7-16,-7 2 4 0,-1-1-4 0,-3-3-7 0,2 2 1 16,-2-2-10-16,0-2 7 0,-2 1-21 15,0-3-20-15,-2-1-37 0,-1-3-47 0,0 4-43 16,-2-2-45-16,-2 3-54 0,0 0-61 0,4 8-47 16,-7-9-238-16,3 5-597 0,4 4 264 0</inkml:trace>
  <inkml:trace contextRef="#ctx0" brushRef="#br0" timeOffset="163902.2">30093 11941 244 0,'13'-11'254'0,"-1"1"2"0,-1-3-4 0,2 0-17 16,-5 1-8-16,-1 3-17 0,0-6-10 0,3 2-10 16,-6-2-30-16,-2 3-1 0,2 1 1 0,-3 0-3 15,-1 1-11-15,-1 0-13 0,1 10-16 0,-5-12-13 16,2 7-11-16,3 5-9 0,-12-5-9 0,1 8-8 15,-5 4-6-15,-1 2 2 0,-7 9-11 0,2-2 3 16,2 3-3-16,2 1-7 0,2 1-10 0,5-3 7 16,5-2-2-16,1 3-2 0,2 0-4 0,2-2-6 15,3 0-5-15,3 0 7 0,4-2-7 0,4-2 3 16,-1-1-8-16,4-1 3 0,1-2-4 0,3-4-3 16,2 0-3-16,-3-3 6 0,4-2-1 0,-1 0-5 15,-2-2 1-15,2-1-3 0,-3-2 9 0,-2-2-11 16,1-1 1-16,-4 1 5 0,1-5-3 0,-1 1-7 15,0-4 6-15,-4 1-4 0,1-2 3 0,-1 0-2 16,-2 0 1-16,1 0 3 0,1-1-8 0,-3 1 4 16,0-2 0-16,1 4-3 0,2 2-3 0,-3 2-3 15,0 4-2-15,-2 0 2 0,1 4-7 0,-6 2 6 16,12 0-7-16,-12 0 26 0,10 10-4 0,-6-2-1 16,1 4-2-16,-3-2-2 0,4 2 0 0,-6 5 4 15,2-1-3-15,-2 1 2 0,1 1-24 0,-2-2-36 16,0 0-41-16,3-3-46 0,-2-1-40 0,3 1-52 15,3-3-69-15,-2 1-281 0,1 0-629 0,0-5 278 16</inkml:trace>
  <inkml:trace contextRef="#ctx0" brushRef="#br0" timeOffset="165083.97">31035 11533 201 0,'5'-11'259'0,"0"-4"-1"0,1 5 1 15,-2 1-12-15,-1 2-13 0,2-5-17 0,-1 8-12 0,-1-1-23 16,-3 5-23-16,4-7-15 0,-4 7-15 0,0 0-15 16,11 11 0-16,-7 1 8 0,2 6 1 0,1 11-3 15,-2-1-3-15,-5 3-10 0,1 0-14 0,0 2-6 16,1-3-11-16,-2 3-1 0,-2-3 22 0,1 0-6 15,1-1 9-15,-1-1-32 0,2-4 0 0,-3 1-9 16,2-4-13-16,0-4-30 0,0 0-34 0,-2-2-41 16,2-2-31-16,0-2-31 0,0-2-33 0,-1 1-44 15,1-10-47-15,0 13-38 0,0-13-221 0,-4 8-545 16,4-8 242-16</inkml:trace>
  <inkml:trace contextRef="#ctx0" brushRef="#br0" timeOffset="165418.43">31026 11801 169 0,'0'-10'210'0,"0"2"-4"0,0 8-27 16,5-16-14-16,0 7-12 0,2 2-13 0,3-1-8 15,7 0-14-15,-1 1-9 0,5 5-11 0,-1-2 4 16,0 3-5-16,-1 2-10 0,0 3-5 0,-4 0-8 16,4-1-4-16,-6 3-10 0,0 0-3 0,-3 0-6 15,2 1 0-15,-1 2-3 0,-2-1-1 0,0-1-1 16,-1 1-7-16,2-1-2 0,-4 3 1 15,1-4-1-15,0 2 11 0,3-2 12 0,-1-1 2 16,-1 2 2-16,2-3 4 0,-1-2 4 0,-2-1 4 0,-7-1-2 16,15-3 5-16,-9 1-9 0,3-3 8 0,-3 0 2 15,1 0 5-15,-2-6-18 0,2 3 0 0,-5-4-5 16,1 2-6-16,-2-3-7 0,-1-2-10 0,-3 3-1 16,2-3-2-16,-4-1-9 0,-4-1-3 0,-1 2-1 15,1 2-6-15,-1 2-1 0,1 0-7 0,0 3 1 16,1 1-10-16,-2 2-26 0,4 3-24 0,6 2-24 15,-13-4-24-15,13 4-25 0,-17 5-26 0,8 1-57 16,4 1-54-16,-1 1-269 0,-1 4-573 0,6 0 254 16</inkml:trace>
  <inkml:trace contextRef="#ctx0" brushRef="#br0" timeOffset="165783.35">32258 11590 121 0,'-1'-12'312'0,"1"2"-9"16,-4 1-12-16,2 1-23 0,-3 5-14 0,-3 0-11 15,-4 4 4-15,1 2-12 0,-8 7-8 0,-4 3-21 16,-2 2-9-16,1 3-20 0,1 2-22 0,12-5-7 16,-5 7-20-16,7-4-12 0,3-1-11 0,2 0-5 15,0 1-10-15,7 0-7 0,1 0-11 0,3-1-7 16,2-5-13-16,4 1-6 0,0-4-14 0,3-2-17 15,2 0-12-15,3-3-3 0,-2-2 0 0,-5-4-3 16,-1-3-3-16,0 0 4 0,1-4 1 0,0-1 5 16,0-1 2-16,0 2-7 0,-7-6-1 0,1 1 15 15,1 0-13-15,-4 2 20 0,0-3 15 0,-2 4-3 16,1-2-1-16,-3 4-6 0,-1 2 9 0,1 0-3 16,-1 7-23-16,3-9 12 0,-3 9-4 0,0 0-4 15,0 0 2-15,0 0 8 0,0 0-25 0,-4 39 24 16,0-19-13-16,-1 4-2 0,4-5 2 0,2 6-36 15,0-6-59-15,2 6-76 0,-1 0-51 0,4-5-66 16,0-2-60-16,0-1-249 0,3-2-636 0,2 0 282 16</inkml:trace>
  <inkml:trace contextRef="#ctx0" brushRef="#br0" timeOffset="167084.1">3147 14384 43 0,'0'0'248'0,"0"0"-6"0,0 0-1 0,-11-2-5 15,11 2-8-15,0 0-8 0,0 0-20 0,0 0-17 16,0 0-21-16,5-16-13 0,1 6-14 16,2 1-15-16,5-4-6 0,3-6-14 0,3-1-7 15,-1 1-9-15,-2-3-13 0,4-1-1 0,-3-1-9 16,1 2 2-16,-4 0-3 0,1-2-4 0,-3 1-3 0,-2 0 0 15,0 1-5-15,-2-2-4 0,-2 4-5 0,-2 1 3 16,0-2-3-16,-1-4-4 0,-1-1-3 16,-2 7 2-16,-2 0-7 0,2 3 6 0,0 3 17 15,-2 2-15-15,1 2-8 0,1 0 3 0,-4-1-13 16,4 10 1-16,-3-7-6 0,3 7 1 0,0 0-5 0,0 0-4 16,-6 24 4-16,2-5 3 0,0 13 2 0,0 4-3 15,-6 12-2-15,3 3-3 0,3-4 13 0,0 0-12 16,0-12 3-16,4-3-4 0,1-2-3 15,2-1-2-15,1-2 3 0,3-2 1 0,5 0-3 16,-4-8 2-16,1 0-4 0,3-1 5 0,1-4-1 16,-3-5 3-16,6 3-3 0,-4-5 4 0,2-2-4 0,-1 1-3 15,5-3-1-15,-4-1-4 0,0-4-1 0,-2 0 4 16,3-5 4-16,-5 2-4 0,3-5 8 16,-3 2-2-16,-3 0-3 0,0-5 5 0,-3 1-6 15,0-3 6-15,-1 1 0 0,-3 1-8 0,0-1 8 16,-2 5 10-16,1 3 14 0,2-1-4 0,-1 9 2 15,-1-13 8-15,1 13-8 0,-2-7-7 0,2 7-5 0,0 0-3 16,0 0-3-16,0 0-5 0,0 0 1 0,0 0 2 16,0 0-2-16,6 26 2 0,-1-15-8 15,0-1 0-15,0 0 0 0,3 0 3 0,0 0-2 16,3-1 4-16,-1-3-2 0,3-1 3 0,-3 0 2 16,2-1-6-16,3-1 4 0,-2-3-3 0,1 0-1 0,0 0 2 15,-1-4-1-15,-2-1 0 0,0-2 2 0,-1 0-2 16,-5-2 1-16,1-1 0 0,-3 0 4 15,-1 0-2-15,-2 0 0 0,0-2-3 0,-2 1 1 16,-3-1-3-16,-2 0-3 0,-5-2-13 0,1 1 3 16,1 1-16-16,0 2-6 0,1 2-24 0,0 0-24 15,0 2-20-15,4 1-29 0,-2 1-37 0,2 2-36 16,5 2-36-16,0 0-2 0,-15 7-19 0,13-2-205 16,2-5-505-16,-2 10 225 0</inkml:trace>
  <inkml:trace contextRef="#ctx0" brushRef="#br0" timeOffset="167417.38">3928 14121 30 0,'3'-3'279'16,"-3"3"-16"-16,0 0-10 0,0 0-9 0,0 0-6 15,0 0-5-15,0 0-14 0,0 0-10 0,0 0-7 16,-20 23-15-16,13-10-16 0,-3 3-19 0,2-1-16 16,2 2-9-16,-1 0-2 0,2-1-25 0,0-1-11 15,2 1-7-15,2 0-10 0,2-6-14 0,2 1-4 16,2 1-4-16,0-5-11 0,-1 1-15 0,2-1-5 15,0-3-1-15,0 0-9 0,1 0 0 0,0-3-6 16,-7-1-1-16,15-1-2 0,-15 1 3 0,13-6-1 16,-7 2-3-16,0-1 2 0,0-4-3 0,1 0 3 15,-3-2 1-15,-1 2-3 0,0-3-1 0,-1 0 2 16,-1 1-5-16,2 0 2 0,0 2 6 0,-2-1-1 16,0 4 4-16,-1 6-2 0,3-9-6 0,-3 9-2 15,1-7 1-15,-1 7 0 0,0 0-6 0,0 0 6 16,0 0 0-16,14 15-16 0,-9-8-29 0,3 2-21 15,-1 0-32-15,2 4-29 0,2 1-34 0,0-2-25 16,2-2-30-16,2 0-29 0,2-1-168 0,2-4-449 16,-1-1 198-16</inkml:trace>
  <inkml:trace contextRef="#ctx0" brushRef="#br0" timeOffset="167816.28">4453 14177 84 0,'-5'-11'217'0,"4"2"19"0,-4 1 10 0,1 2-16 15,-1-1-6-15,0 2-14 0,-2 2-17 0,7 3-18 16,-12-2-19-16,12 2-7 0,-17 9-14 0,2 0-11 16,3 2-7-16,-2 1-12 0,3 3-5 0,-3-1-3 15,6 1-16-15,0 0-5 0,3-2-11 0,1-2-2 16,2 1-7-16,3 1-6 0,-1-4-8 0,1 2 1 16,2-4-5-16,-1-2-5 0,3 0-5 0,1-1 3 15,-6-4-10-15,14 2 1 0,-7-3 0 0,4-1-1 16,1-4-4-16,-1-2 0 0,1-3 1 0,0 0-2 15,-2-2-5-15,-1-3 0 0,-1 1-1 16,-2-3-3-16,-1-1 0 0,0-6-2 0,-2 1 6 16,-1 5-9-16,0-10 4 0,-4 4-2 0,0-4 0 0,-1 2 0 15,1-3-2-15,-1 2-1 0,-1 3 3 0,2 0 3 16,-1 8 24-16,2 5-3 0,-2 0 11 0,0 3 5 16,3 9 2-16,-2-12-11 0,2 12-10 0,0 0-5 15,0 0-7-15,0 0 2 0,0 0 15 16,0 0 1-16,5 33-4 0,-3-7 5 0,1 5-6 0,0 1-3 15,1 0-1-15,-3 1-2 0,3-1 3 0,1 1-8 16,-1 0-25-16,4-1-33 0,-1-1-37 0,0 1-51 16,-1-3-51-16,2 2-77 0,-1-1-71 0,-3-1-198 15,1-5-571-15,-2-4 253 0</inkml:trace>
  <inkml:trace contextRef="#ctx0" brushRef="#br0" timeOffset="168334.75">5202 14131 18 0,'3'-9'298'0,"-2"-1"-8"0,0 3 4 0,-1 7-27 16,0-12-18-16,0 12-30 0,2-7-22 0,-2 7-28 15,0 0-12-15,0 0-19 0,0 0-7 0,0 0-13 16,-2 41-11-16,1-23-10 0,2 1-10 0,1-1-11 15,-1 1-4-15,2 1-10 0,2-2-3 0,1-3-5 16,3 1-6-16,0-2-7 0,1 0-7 0,-1-7 2 16,1 1-4-16,2-3-1 0,-3-1-3 0,2 0-2 15,-2-2-4-15,3-2-4 0,-1-3-6 0,1 0-6 16,-2-2-1-16,0-4 1 0,2-1-3 0,-5 1-2 16,1-7 1-16,-3 5 0 0,0-4 4 0,-1 3-3 15,-2-4 0-15,1-1-2 0,-3 3-2 0,0 2 2 16,0 0-2-16,0 1 2 0,0 6 7 0,0 5-11 15,0-13-3-15,0 13-4 0,0 0 1 0,0 0 2 16,0 0 0-16,0 0-6 0,0 0 9 0,9 27-1 16,-5-10 2-16,0 2-2 0,0 5 4 0,2 1-5 15,-1-2 1-15,0-3-20 0,0 1-38 0,-1 2-34 16,1-4-56-16,3-3-55 0,-3-3-79 0,-1 4-149 16,0-5-473-16,0-2 209 0</inkml:trace>
  <inkml:trace contextRef="#ctx0" brushRef="#br0" timeOffset="168684.01">5616 14222 208 0,'0'0'240'16,"0"0"1"-16,0 0-17 0,7 23-19 0,-5-13-9 15,-2 1-4-15,3 2-17 0,-1-2-12 0,0 1-17 16,-1-1-12-16,0-1-12 0,0 1-9 15,-1-5-3-15,3 1-3 0,-3-7-1 0,1 9 2 0,-1-9 0 16,0 7-1-16,0-7-4 0,0 0 2 0,3 6-9 16,-3-6-2-16,0 0-16 0,0 0-4 0,0 0-8 15,8-15-7-15,-2 6-4 0,0-2-6 16,2-5-7-16,1 1-3 0,5-6-3 0,0-1-6 16,1-1-4-16,2 2-5 0,1-2-4 0,-5 7 2 0,3 2-4 15,-3 1-5-15,-2 6 0 0,-1-2-4 0,-3 3 1 16,1 4-15-16,-1-1 3 0,0 2 0 0,-7 1 0 15,14 8 2-15,-8 1 4 0,1 1-2 0,-2 0-4 16,-1 1-22-16,1 5-32 0,-1-1-25 0,-2 3-33 16,-4-1-57-16,3 1-102 0,-4 0-273 15,3-2-595-15,0-5 263 0</inkml:trace>
  <inkml:trace contextRef="#ctx0" brushRef="#br0" timeOffset="169733.9">6542 13927 308 0,'-5'-4'310'0,"-1"0"-16"0,6 4-19 0,-14-1-14 16,3 5-5-16,-2 1-9 0,-3 7-22 0,-5 4-28 15,-1 5-10-15,3-2-18 0,2 3-12 0,5-2-10 0,-1 4-15 16,6-6-14-16,2-2-12 0,2-3-17 0,1 0 0 15,4-1-23-15,3 0 3 0,-2 0 4 0,4-3-13 16,3 0-9-16,2-1-2 0,-1-3-10 0,7 0 2 16,-1-4-16-16,3-3 10 0,-2-2-21 15,1-1 2-15,2-5-11 0,-3 3 1 0,-2-4-5 0,1 0 1 16,1-3-4-16,-2-5 4 0,-2-2 1 0,-5 3-3 16,-1 0-3-16,2-6 9 0,-6-1-4 0,0 6 15 15,0-7-14-15,-7 0-3 0,4-3 3 16,-3 3-1-16,3-6 6 0,-2 2-1 0,0 2-3 0,-1-2 0 15,-2 1-1-15,2 0 2 0,0 5 13 0,2 5 7 16,0 2-14-16,2 1 9 0,-1 5-4 0,-1 1 2 16,1 1 1-16,-1 2-4 0,0 7-7 15,0 0 7-15,0-9-13 0,0 9-1 0,0 0 3 16,0 0 0-16,9 33 3 0,-3-14 2 0,-1 12-6 0,1 5-1 16,2-2 13-16,-1-2-4 0,-2 1-2 0,6-2 9 15,-2-1-3-15,0-2 3 0,3-2-6 0,-1-1 3 16,-1-7-9-16,2-1 4 0,4 2 1 0,-1-5-1 15,1-2 11-15,1-3-12 0,0-1 2 0,1-2 2 16,1 0-2-16,0-3 0 0,-1-1-8 0,1-2-5 16,2-2 10-16,-3-3-10 0,-3-2 6 0,3 1-4 15,-1-3-8-15,-2-2-7 0,-4 1 7 0,3 0 2 16,-5 1-7-16,-1-2 4 0,-1 0-1 0,0-5-5 16,-2 2-5-16,-1-2-1 0,0 0 10 0,-4 0 0 15,-1 0-5-15,-2-1 4 0,-1 4-2 0,0-2-1 16,-2 5 2-16,2-2 8 0,-1 4 4 0,1-1 4 15,-1 3 15-15,5 6-6 0,-6-7-12 0,1 4-2 16,5 3 2-16,-11 0-1 0,11 0-3 0,-13 13 5 16,5-3 0-16,1 0 5 0,1 2 0 0,-2 3 2 15,4 0 1-15,-1 1 1 0,4-4-11 0,0 5 6 16,2-5 3-16,0-1 1 0,3 2 3 0,1-3-4 16,-1 1-5-16,4-4 2 0,-2 2 1 0,4-1 1 15,-1 0-4-15,3-2-1 0,2-2 6 0,-3 0 3 16,5-2-11-16,-4-1 7 0,8 1-1 0,-2-5-2 15,-2 2 2-15,1-2-1 0,-3 1-2 0,2-1 0 16,-2 0-5-16,-2 0-1 0,1-1 11 0,-3-1-14 16,0 0-9-16,2 1 6 0,-5-2-12 0,0-2 0 15,-1 3 5-15,-2-4-7 0,2 3 0 0,-1-4-7 16,-1 1-5-16,-1-1 1 0,-1 0 1 0,0-3-2 16,-2 1 0-16,0-3-3 0,-3 3-2 0,2-5 6 15,-2-2 1-15,1 1 1 0,0 7 4 0,0-1 4 16,1 3 5-16,-1-1 7 0,-3 0-10 0,3 4 6 15,2 6 8-15,-3-12 3 0,3 12 1 0,-2-8 3 16,2 8 1-16,-2-4 1 0,2 4-4 0,0 0-4 16,0 0 9-16,-2-8-1 0,2 8-6 0,0 0-1 15,0 0 0-15,0 0 10 0,0 0-9 0,0 0-1 16,0 0-2-16,0 0 5 0,0 0-3 0,0 0 2 16,0 0 0-16,0 0 6 0,0 0-2 0,0 0 0 15,20 14 3-15,-10-12-1 0,1-2-6 0,1 0 6 16,1 0 2-16,0 0-5 0,-2-1 1 0,1 1 0 15,-1 1 0-15,2 2 0 0,-5 0-3 0,2 0 1 16,-5 1 2-16,4 4 0 0,-2 0 1 0,0-1 10 16,0 3 6-16,-4 1 10 0,3 6 11 0,-4-1 4 15,0 0-5-15,0-1-2 0,-1 0-1 0,-1 2-8 16,2-2 10-16,0 1-9 0,-4 0-4 0,2-3-15 16,0-1-30-16,2 1-28 0,-4-3-49 0,2 0-47 15,0 2-57-15,3-5-71 0,-1 1-301 0,-2-8-623 0,1 12 276 16</inkml:trace>
  <inkml:trace contextRef="#ctx0" brushRef="#br0" timeOffset="169896.28">7655 13888 66 0,'0'0'234'0,"0"0"-16"0,-7-5-21 16,7 5-20-16,0 0-24 0,0 0-21 0,0 0-38 15,0 0-48-15,0 0-57 0,0 0-54 0,0 0-143 16,0 0-223-16,0 0 99 0</inkml:trace>
  <inkml:trace contextRef="#ctx0" brushRef="#br0" timeOffset="171534.43">3654 15012 1957 0,'-12'-1'118'0,"0"-2"55"0,-2 0-104 0,1 2-22 16,2 0-4-16,2 0 10 0,9 1 10 0,-11 0 6 16,11 0-3-16,-10-1-1 0,10 1-3 0,0 0-6 15,0 0-3-15,0 0-3 0,0 0-8 0,0 0-2 16,36-9-6-16,-16 5 0 0,1 0-6 0,7 0 2 16,2 1-14-16,-3-1 9 0,-1 0-2 0,-5 1-7 15,-2 3-8-15,0-3-22 0,-7 1-27 0,-1 2-34 16,1 0-34-16,-12 0-43 0,15 0-41 0,-7 1-30 15,-8-1-183-15,3 4-440 0,-3-4 196 0</inkml:trace>
  <inkml:trace contextRef="#ctx0" brushRef="#br0" timeOffset="171733.9">3481 15035 191 0,'-7'5'191'0,"2"0"0"16,0 4 4-16,1 7 15 0,1 0 5 0,0 13-6 15,2-3-1-15,-2 2-5 0,4 1-20 0,1 0 2 16,-1 5-6-16,-1-2-8 0,0 0-13 16,1-1-13-16,1-2-12 0,-1-1-17 0,0 3-9 15,-1-5-26-15,1 2 9 0,1-4-6 0,-1-5-13 0,0 2-27 16,2-3-48-16,-3-1-49 0,0-1-47 0,0-4-53 16,0-1-69-16,0 1-61 0,-3-4-175 0,3-1-496 15,0-7 220-15</inkml:trace>
  <inkml:trace contextRef="#ctx0" brushRef="#br0" timeOffset="171900.28">3531 15440 139 0,'7'-5'222'0,"2"-1"-3"16,0 3-6-16,4-1-16 0,-1 2-16 15,1-3-18-15,-1 2-17 0,7 0-14 0,0 2-12 16,-1-3-6-16,4 2-21 0,-4 1-33 0,4-2-50 15,-3 0-57-15,0 0-62 0,-1 2-72 0,-5-1-98 16,3-2-302-16,1 0 134 0</inkml:trace>
  <inkml:trace contextRef="#ctx0" brushRef="#br0" timeOffset="172407.45">4188 15066 292 0,'0'0'275'0,"0"0"5"0,0 0 8 0,0 0-14 15,0 0-8-15,-17 38-21 0,14-21-9 16,-2-1-17-16,1 4-28 0,-2 4-11 0,6-5-18 16,-1-1-13-16,1 1-16 0,2-2-4 0,0 2-22 15,3-1-11-15,0-4-9 0,1-1-5 0,2-3-1 16,0 1-16-16,1-3-7 0,2-2-4 0,-1 0 0 0,-10-6-6 15,21 7-5-15,-11-5 4 0,-10-2-10 0,20-3-4 16,-20 3 2-16,18-9-8 0,-10 3-4 0,3-7 1 16,-3 3-1-16,0 1-4 0,-2-2 3 15,-1 0-13-15,0 0 1 0,-2 1 0 0,-2-2 0 16,0 2-7-16,-1 10 1 0,3-18 3 0,-3 18 0 16,0-10-3-16,0 10-6 0,0 0-3 0,3-10-2 15,-3 10-4-15,0 0 2 0,0 0-4 0,0 0 15 16,0 0-11-16,0 0-1 0,0 0-7 0,14 32 6 15,-9-22 0-15,1 0-6 0,2-1 2 0,3 4 4 16,-2-6 3-16,7 1-1 0,-2-3 5 0,1-1-2 16,5-2-4-16,-2-1 7 0,0-4-2 0,3-1-3 15,-6-3 5-15,2 0 1 0,-3-2 4 0,1-1 2 16,-3-1-1-16,-2-1 6 0,-3-1-11 0,0-3 11 16,-2 0-1-16,-1-1-1 0,-3 1 0 0,2-2 1 15,-3-1-1-15,-3 0 0 0,2 2-3 0,-4-1-7 16,2 0-5-16,-1 3-19 0,2 4-23 0,-1 2-22 15,0 1-20-15,3 8-29 0,-1-10-46 0,1 10-58 16,0 0-55-16,-4-5-44 0,4 5-168 0,0 0-532 16,0 0 236-16</inkml:trace>
  <inkml:trace contextRef="#ctx0" brushRef="#br0" timeOffset="172633.9">4784 15062 177 0,'-1'-12'287'0,"1"12"6"0,0 0 1 0,0 0-24 16,0 0-20-16,-6-13-25 0,6 13-25 0,0 0-19 16,0 0-9-16,0 0-1 0,0 0 0 0,1 40-6 0,0-20-8 15,1 5-19-15,-2 0-10 0,0 3-10 0,0 0-15 16,-4 2-16-16,1 2 6 0,1 1-9 16,0-4-15-16,-4 0-6 0,5-2-22 0,1-6-26 15,0-3-35-15,-3 3-23 0,2-5-36 0,2 1-36 16,-2-4-38-16,-2 0-36 0,2-6-49 0,0 2-51 15,1-9-182-15,0 0-511 0,-4 13 226 0</inkml:trace>
  <inkml:trace contextRef="#ctx0" brushRef="#br0" timeOffset="172968.31">4797 15019 140 0,'9'-2'208'15,"1"1"-7"-15,-10 1-7 0,23 3-8 0,-10-1-15 16,-1 3-16-16,3 1-12 0,-5 0-13 0,-1 1-11 16,0 1-11-16,0-2-8 0,0 2-11 0,-4 2-6 15,0-1-10-15,-2 2-8 0,-2 0-6 0,-1-11-3 16,-2 19-5-16,-4-12-5 0,2 2-5 16,1 0-4-16,3-9-3 0,-8 10-3 0,2-5-3 0,6-5-2 15,-9 6-2-15,9-6-5 0,-9 6-2 0,9-6 3 16,-8 3-3-16,8-3 5 0,0 0 2 0,-11 4-5 15,11-4-1-15,0 0 30 0,-6 13 24 0,6-13-5 16,-1 14-7-16,1-14 13 0,3 21 3 0,-1-8 4 16,-2-13 3-16,4 24-10 0,1-9 1 15,1 1-9-15,2 3-8 0,3-5-4 0,0 3-28 16,0-4-42-16,1-1-59 0,2 1-74 0,0-4-97 16,1 1-282-16,-2-4-572 0,0 0 254 0</inkml:trace>
  <inkml:trace contextRef="#ctx0" brushRef="#br0" timeOffset="173107.64">5299 15441 3968 0,'0'0'242'0,"17"-2"-115"0,-17 2-63 16,11-2 43-16,-11 2 60 0,10-2 58 0,-10 2 16 15,0 0-15-15,10-5-39 0,-10 5-17 0,0 0-18 16,7-5-12-16,-7 5-27 0,0 0-40 0,0 0-64 16,8-7-79-16,-8 7-107 0,0 0-112 0,3-9-101 15,-3 9-117-15,0 0-290 0,0 0-862 0,0 0 381 16</inkml:trace>
  <inkml:trace contextRef="#ctx0" brushRef="#br0" timeOffset="176107.2">16231 14404 2 0,'0'0'14'0,"0"0"-5"0,0 0 0 16,-1-9-3-16,1 9-1 0,0 0 4 0,0 0-2 16,0 0-4-16,-1-7 0 0,1 7 1 0,0 0 3 15,0 0-7-15,0 0 6 0,0 0 3 0,-6-6-10 0,6 6 3 16,0 0-3-16,0 0 6 0,0 0-7 16,0 0 1-16,0 0-1 0,0 0-1 0,0 0-3 15,0 0-1-15,0 0-7 0,-5-5-13 0,5 5 7 16</inkml:trace>
  <inkml:trace contextRef="#ctx0" brushRef="#br0" timeOffset="199001.01">25571 14051 167 0,'0'0'184'0,"0"0"5"0,-2-10-9 0,2 10-12 15,-6-4-5-15,6 4-10 0,0 0-9 0,-4-6-2 16,4 6-18-16,-7-4-10 0,7 4-9 0,-7-5-5 15,7 5-9-15,-7-4-3 0,7 4-2 0,-7-3 0 0,7 3-9 16,-8-4-1-16,8 4-7 0,0 0-6 16,0 0-8-16,0 0-3 0,0 0-8 0,0 0-2 15,21-7-6-15,-3 4-3 0,9 0-4 0,3-1-3 16,8-3-4-16,14 2 1 0,-1-1-1 0,-1-1-6 0,1 4-9 16,-15 0-8-16,-2 2-21 0,-2-3-27 0,-5 1-38 15,-7 5-43-15,-7-2-47 0,0 1-35 0,-7 1-171 16,-6-2-416-16,0 0 185 0</inkml:trace>
  <inkml:trace contextRef="#ctx0" brushRef="#br0" timeOffset="199234.56">25755 14046 171 0,'0'0'199'16,"-4"-7"-9"-16,4 7-14 0,0 0-7 0,0 0 0 0,0 0-4 15,0 0-8-15,3 29 0 0,-2-12-6 0,0 0-14 16,-1 2-10-16,0 1-15 0,1-2-19 16,-1 6-11-16,0-5-5 0,0 1-12 0,3-2 5 15,-3 1-17-15,0-1-5 0,3 1-5 0,-6 0-2 16,3-2-4-16,0 0-4 0,0-2-7 0,-3 3-22 0,3-3-28 16,-1-3-21-16,1-2-31 0,-1 3-41 0,0-2-38 15,2-6-37-15,-1 5-166 0,0-2-386 0,0-8 171 16</inkml:trace>
  <inkml:trace contextRef="#ctx0" brushRef="#br0" timeOffset="199554.11">26023 14114 41 0,'2'-3'164'15,"-2"3"-8"-15,0 0 12 0,0 0 6 0,0 0-7 16,7 20-10-16,-7-2-7 0,-2-1-13 0,0 2-8 0,1 5-16 15,-1-3-4-15,0-2-10 0,4-1-7 0,-2-1-13 16,2 1-2-16,-2-4-11 0,1-3-3 0,3 1-8 16,0-4-1-16,2 1 1 0,0-3 5 15,3-2 2-15,-1-1 0 0,6-2-6 0,-3 1-3 16,8-5-5-16,-8-2-1 0,7 1 2 0,-3-5 0 0,1-1-2 16,-2 0-6-16,2-3-1 0,-3-1 0 0,5-4-5 15,-5 1 0-15,1-5-1 0,1 1 2 16,-6-3-10-16,-1-1-3 0,2 1-2 0,-3 1-5 15,-3 4-1-15,-1-1-1 0,6 2-10 0,-5 0-10 16,-1 2-13-16,-1 5-13 0,-2 4-21 0,4-1-37 0,-4 8-42 16,0 0-51-16,4-9-20 0,-4 9-18 0,0 0-160 15,0 0-411-15,0 0 183 0</inkml:trace>
  <inkml:trace contextRef="#ctx0" brushRef="#br0" timeOffset="199922.23">26497 14015 45 0,'7'-4'154'0,"2"-2"-4"16,2-1-17-16,3 0-10 0,1 0-6 0,1 0-5 15,2 3-23-15,-2-1-4 0,1 2-3 0,-3 0-25 16,-1 1-13-16,-3 0-34 0,-1-1-26 0,-1 1-26 16,-8 2-11-16,9 0-10 0,-9 0 7 0,0 0-3 0,0 0 11 15,0 0 3-15,0 0 5 0,0 0 5 16,0 0 16-16,0 0 11 0,0 0 15 0,-36 7 10 15,23-5 16-15,1 2 6 0,1-1 9 0,-2 1 10 16,2 2 5-16,0 2 8 0,2 0 5 0,-3 4 8 16,3 2 12-16,-1 1 15 0,2 3 4 0,1 0 5 0,1 0 11 15,-1 6-6-15,5-7-1 0,-2 1-1 0,-1-1-4 16,2 0 2-16,1 1-9 0,2-1-3 16,0 0-9-16,-2-2-4 0,0 2-10 0,0-5-6 15,2 1-10-15,-2-1-8 0,-3 4-8 0,3-4-4 16,0 0-18-16,-2-2-30 0,-2 0-36 0,4-1-28 0,0 0-32 15,-3 0-27-15,5-9-33 0,-2 13-40 0,-2-6-30 16,2-2-171-16,2-5-428 0,0 0 190 0</inkml:trace>
  <inkml:trace contextRef="#ctx0" brushRef="#br0" timeOffset="200050.55">26726 14157 36 0,'7'-5'156'0,"-1"0"-2"15,4-1-8-15,1 1-13 0,0 3-10 16,3-1-13-16,1 2-11 0,5-2-12 0,-2 2-19 16,0 2-36-16,3 0-50 0,-2 1-55 0,-4 2-103 15,-2-2-190-15,5 2 84 0</inkml:trace>
  <inkml:trace contextRef="#ctx0" brushRef="#br0" timeOffset="200205.15">26984 14222 45 0,'-4'4'182'0,"4"-4"-12"0,0 0-4 0,0 0-11 16,0 0-17-16,0 0-8 0,-5 5-17 0,5-5-6 16,0 0-10-16,5 12-8 0,-5-12-9 15,6 8-15-15,-3-2-28 0,4-1-41 0,-7-5-40 0,7 10-43 16,-1-2-42-16,-4 0-90 0,-2-8-237 16,0 13 106-16</inkml:trace>
  <inkml:trace contextRef="#ctx0" brushRef="#br0" timeOffset="200332.93">26937 14375 185 0,'0'0'184'0,"-11"1"-6"0,11-1-5 16,0 0-8-16,-9 3-9 0,9-3-15 0,0 0-13 16,0 0-11-16,0 0-13 0,0 0-8 0,0 0-9 15,0 0-9-15,25 3-15 0,-12-5-30 0,3 1-40 0,6-1-58 16,9-2-48-16,2 1-172 0,-5-1-307 0,6-1 137 16</inkml:trace>
  <inkml:trace contextRef="#ctx0" brushRef="#br0" timeOffset="200722.84">28054 13959 87 0,'-7'-7'303'15,"2"-1"-7"-15,-2 5-34 0,0-1-15 0,7 4-9 16,-20 0-13-16,12 6-8 0,-5 0-14 0,-2 5-9 15,-4 6-21-15,-2 4-16 0,1 1-14 0,2 1-14 16,0 0-10-16,3 1-11 0,1-3-15 0,5-4-8 16,5 2-2-16,2-2-7 0,4-2-9 0,0 2 1 15,5-2-15-15,-1-4-5 0,8 1-6 0,3-1-1 0,8-1-3 16,-5-3-3-16,6 0-3 0,0-3-2 16,-4 0-1-16,-1-4-8 0,6-2 2 0,-7-1 0 15,1-2-2-15,-2-1-2 0,-3 0-1 0,-4 0 1 16,-1-3-8-16,-1-1 0 0,-3-1 0 0,2-4-7 15,-3-3 10-15,-3-1 0 0,-1 1-17 0,-4-1 8 0,0-6 5 16,-2 6-8-16,0 1 4 0,-4 0-17 0,2 2 2 16,-1 3-4-16,-1 3 1 0,-2 1-23 15,1 2-12-15,1 1-25 0,-5 1-14 0,2 2-35 16,-1 1-27-16,-2 5-50 0,4-1-45 0,-2 1-48 16,0 4-187-16,4-2-517 0,0 1 229 0</inkml:trace>
  <inkml:trace contextRef="#ctx0" brushRef="#br0" timeOffset="200870.35">28471 14145 9 0,'0'0'258'0,"0"0"12"0,9 2 0 16,-9-2-13-16,0 0-24 0,0 0-26 16,7 2-22-16,-7-2-29 0,0 0-32 0,5 3-46 15,-5-3-52-15,1 7-57 0,-1-7-71 0,5 7-75 16,-5-7-118-16,3 9-317 0,-3-9 141 0</inkml:trace>
  <inkml:trace contextRef="#ctx0" brushRef="#br0" timeOffset="201334.07">28756 13975 232 0,'1'-8'216'15,"-1"8"-16"-15,2-5-19 0,-2 5 4 0,0 0-1 0,0 0-11 16,0 0-7-16,7 22-5 0,-6-8-9 15,1 3-10-15,2-1-3 0,0 2-10 0,3 1-10 16,3 4-4-16,1-2-2 0,-1-3-5 0,1-1-11 16,0-1 0-16,1 0-8 0,0-2-13 0,1 0-1 15,-1 1-3-15,-5-6-12 0,0 3-7 0,0-4-5 16,-2 3-10-16,-1-5 3 0,-2 1-3 0,-2 0-7 16,0-7-3-16,-11 9 0 0,3-4-3 0,-8 0-7 15,-3-3 2-15,0-2-5 0,-2-2-5 0,-2-1-6 16,4 1-1-16,-1-3 9 0,3 0-3 0,6-2-1 15,-1 0-6-15,2-1-9 0,2-1-1 0,4-1-2 16,4-1-6-16,3-1-8 0,2-5 3 0,6 2-2 0,5-5-7 16,2 2 1-16,4-3-1 0,2 2-1 15,-1 1-2-15,1 1 4 0,-2-1-1 0,1 2 3 16,0-1 6-16,-5 4 3 0,6-2-2 0,-10 2 4 16,1 1 4-16,-1 1-1 0,-1-3 6 0,-5 5-4 0,1-3 7 15,-3 2 1-15,-1-2 2 0,0 3 5 16,-2-1 8-16,0 1-7 0,-2 3 4 0,-1 6-2 15,-3-13 0-15,3 13-4 0,-6-11 0 0,1 7 2 16,-2 1-1-16,-7 2-5 0,-1 2 2 0,-4 3-1 16,-3 1-2-16,4 1-13 0,-2 5-22 0,3-4-29 0,-2 3-32 15,2 2-31-15,3 2-54 0,7-4-40 0,-2 3-201 16,2 2-460-16,3-4 204 0</inkml:trace>
  <inkml:trace contextRef="#ctx0" brushRef="#br0" timeOffset="201550.12">29223 13825 238 0,'5'-6'296'16,"-2"1"-14"-16,1 2-15 0,-4 3-31 0,5-4-22 16,-5 4-19-16,0 0-11 0,0 0 0 0,10 19 3 0,-10-5 5 15,0 4-26-15,-3 7-21 0,1 1-8 0,-3 1-12 16,0 0-10-16,1 2-16 0,-1-3-9 0,-1 4-7 15,3-5-10-15,0 0-29 0,-1-6-26 16,4 0-46-16,-2-2-33 0,1-4-40 0,1 4-44 16,1-2-75-16,0-4-68 0,-2-1-167 0,3-2-492 0,2-1 218 15</inkml:trace>
  <inkml:trace contextRef="#ctx0" brushRef="#br0" timeOffset="201816.95">29509 13898 95 0,'9'-5'253'0,"-1"1"-16"16,0 1-6-16,-2 3-14 0,-6 0-3 15,18 7-12-15,-13 1-11 0,-1 2-10 0,1 0-14 16,-2 1-12-16,-2 5-15 0,-2 1-15 0,-3 3-6 16,-4-1-19-16,-1 3-5 0,0-4-10 0,0-1-9 0,1-1-8 15,-2-1-5-15,1-6-5 0,3 1-11 16,1-4-2-16,1 0-6 0,-1-1-2 0,5-5-3 15,-6 7-3-15,6-7-4 0,-3 5-1 0,3-5-4 16,9 9-1-16,-9-9-4 0,20 1-14 0,1 1-15 16,0-2-26-16,8 0-31 0,0 0-31 0,3-2-42 0,1 1-46 15,2-3-53-15,-2 3-198 0,-4-4-475 16,1 1 210-16</inkml:trace>
  <inkml:trace contextRef="#ctx0" brushRef="#br0" timeOffset="201968.36">29968 14004 86 0,'0'0'206'0,"5"-8"-4"16,2 4-4-16,3-2-17 0,7 2-15 0,2-1-20 15,9-1-13-15,1 1-15 0,2 1-13 16,-1 1-11-16,1-1-27 0,-2 2-24 0,1-3-43 16,-3 6-63-16,-7-2-48 0,2 0-152 0,-10 0-282 0,-1-2 124 15</inkml:trace>
  <inkml:trace contextRef="#ctx0" brushRef="#br0" timeOffset="202167.37">30206 13836 157 0,'0'0'225'0,"-5"-6"-10"0,5 6-9 0,0 0-16 16,0 0-2-16,0 0-2 0,0 0-2 0,0 0 19 16,-2 24-3-16,4-12-12 0,-4 7-8 0,4-3 7 15,-4 2-14-15,2-3-17 0,0 6-10 0,-1-3-22 16,-1 1-6-16,0 0-13 0,2-2-8 0,-2 2-9 15,1-3-14-15,1 0-24 0,-2-4-38 0,1-1-41 0,0 1-46 16,-2-1-44-16,2-2-56 0,0 1-70 0,-1-2-257 16,1-1-544-16,1-7 242 0</inkml:trace>
  <inkml:trace contextRef="#ctx0" brushRef="#br0" timeOffset="202706.98">31006 13854 64 0,'0'0'153'15,"0"0"-4"-15,2-7-9 0,-2 7-7 0,0 0-7 16,2-7-5-16,-2 7-11 0,0 0-2 0,0 0-5 16,0 0-1-16,0 0-5 0,0 0-4 0,0 0-9 15,0 0-2-15,2-6-3 0,-2 6-7 0,0 0 4 16,0 0-10-16,0 0-1 0,0 0-8 0,0 0-3 15,0 0-6-15,0 0-6 0,0 0-5 0,0 0-2 16,0 0-3-16,0 0-6 0,0 0 2 0,0 0-3 16,0 0-7-16,0 0 2 0,0 0-5 0,0 0 1 15,3-8-3-15,-3 8 1 0,0 0-7 0,0 0 4 0,0 0-1 16,0 0-5-16,0 0 3 0,0 0-3 16,0 0-1-16,0 0 2 0,0 0-3 0,0 0 2 15,0 0-4-15,0 0 4 0,0 0 1 0,0 0 1 16,0 0 0-16,0 0-7 0,0 0-1 0,0 0 2 0,0 0 0 15,0 0-2-15,0 0 0 0,0 0-1 0,0 0 4 16,0 0-4-16,0 0-4 0,0 0 6 0,0 0-11 16,0 0-4-16,0 0-9 0,0 0-13 15,0 0-16-15,0 0-20 0,0 0 2 0,0 0-30 16,0 0-37-16,0 0-14 0,0 0-31 0,0 0-105 0,0 0-312 16,0 0 138-16</inkml:trace>
  <inkml:trace contextRef="#ctx0" brushRef="#br0" timeOffset="209616.91">30865 13717 117 0,'-6'-3'147'0,"6"3"-12"0,-13-6-2 16,4 3-9-16,0 1-1 0,9 2 4 0,-18 1-10 16,7-1-6-16,1 4-3 0,-2-1-5 0,-1 3 2 15,3-2-7-15,-3 2-9 0,-1 3-3 0,4 0-9 16,-3 1 6-16,4 4-4 0,0-1-6 0,-2 0 3 15,3 3-6-15,2-2 1 0,1-3 5 0,0 3-11 16,2-2-6-16,3 1 2 0,0-2-28 0,3 3 0 16,1 0 1-16,2 2-3 0,1-3 0 0,0-4-6 15,6 2 5-15,1 2-7 0,0-4-3 0,4 1 0 16,-2-3-1-16,5-1-4 0,-1-1 1 0,-3-1-1 16,3-3 8-16,-2-1-14 0,-1-1 5 0,-1-1-4 15,-3-2 1-15,1-2-2 0,-2-1 5 0,-2 1-3 16,4-5 3-16,-5 1-2 0,-3-1-1 0,1-5-1 15,-2 4-2-15,0-6 1 0,-4 2-1 0,0 1-2 16,-1-2 2-16,-3 0-1 0,0-9-4 0,-3 10 1 16,-1 0 0-16,1 5 0 0,-3-5 0 0,-5 7-4 15,2-3 3-15,-4 3 0 0,2 1-5 0,-5 0 4 16,-1 5 1-16,1-1-4 0,-9 0 1 0,11 4-5 16,1-2-12-16,3 5-17 0,-1 0-22 0,4 0-28 15,1 0-39-15,0 2-35 0,4 1-45 0,4 3-198 16,1-9-432-16,0 0 192 0</inkml:trace>
  <inkml:trace contextRef="#ctx0" brushRef="#br0" timeOffset="209810.08">31100 13837 30 0,'0'0'268'0,"0"0"-1"0,0 0-13 0,6-6-2 0,-6 6-22 16,0 0-19-16,0 0-20 0,0 0-19 0,0 0-18 15,0 0-15-15,5-3-16 0,-5 3-15 0,0 0-16 16,0 0-16-16,0 0-28 0,0 0-25 0,7 9-32 16,-7-9-29-16,7 7-36 0,-7-7-34 0,5 8-33 15,-1-5-50-15,-1 1-156 0,-3-4-375 0,4 6 167 16</inkml:trace>
  <inkml:trace contextRef="#ctx0" brushRef="#br0" timeOffset="210283.93">31389 13718 84 0,'0'0'160'16,"4"-5"7"-16,-4 5-9 0,0 0-8 0,0 0-12 15,0 0-8-15,0 0-8 0,0 0-4 0,1-8-5 16,-1 8-3-16,0 0-7 0,0 0-6 0,0 0-4 15,0 0-8-15,0 0-6 0,0 0-8 0,0 0-5 16,0 0-8-16,0 0-7 0,0 0-5 0,0 0-2 16,0 0-6-16,0 0-5 0,0 0-3 0,0 0-1 15,0 0-3-15,0 0-5 0,0 0 4 0,0 0-5 16,-15 17-4-16,14-12-1 0,1-5-2 16,-3 10-2-16,1-4-4 0,0 1-1 0,1 1 2 0,1-8 4 15,1 18-3-15,2-5 3 0,-3-5-3 0,5 0-2 16,-2 1-1-16,0-4 0 0,4 4 3 0,0 0-7 15,1-3 4-15,-1 1-3 0,0 2 7 0,2 1-7 16,-3-2 2-16,2 1-4 0,1-1 3 0,-1-2-5 16,1 3 2-16,-2-1 2 0,1-1-5 0,-2 1 3 15,1 1 1-15,-2-3-2 0,-2 0-1 0,-1 0 6 16,1 0-4-16,-3-6 0 0,4 12 1 0,-4-7-3 16,0-5 8-16,-2 9-1 0,2-9 3 0,-4 7 7 15,4-7-2-15,-9 6-5 0,0-2 1 0,1 1-1 16,-3-3-1-16,1-2 1 0,-4 0-17 0,0-2-19 15,-6-2-31-15,2 0-41 0,5 1-56 0,-4-4-42 16,1 1-172-16,-2-1-398 0,2-2 176 0</inkml:trace>
  <inkml:trace contextRef="#ctx0" brushRef="#br0" timeOffset="210421.53">31576 13684 23 0,'22'-2'67'0,"-1"2"-8"0,-1 0-22 0,0 0-21 16,-2 0-21-16,-5 2-29 0,-3-1-35 0,0-1 16 15</inkml:trace>
  <inkml:trace contextRef="#ctx0" brushRef="#br0" timeOffset="210634.98">31742 13682 28 0,'4'-3'21'0,"-4"3"17"0,0 0 14 16,2-10 26-16,-2 10 4 0,2-10 9 0,-2 10 0 15,0-13 24-15,1 7 3 0,1-2-2 0,2 0-14 16,0 1-2-16,0-2 9 0,1 1 5 15,0-1 0-15,-1 4-6 0,1-2-1 0,-1 3 8 0,-4 4-7 16,6-9-4-16,-3 6-14 0,-3 3-8 0,0 0-10 16,0 0 6-16,0 0 9 0,13 16 2 15,-12-4-7-15,-1 5-3 0,-1 1-2 0,-1 7-8 16,0-7-9-16,-2 8-3 0,-1 1-7 0,1 2-3 0,-2-1-2 16,1-2-6-16,1-6-24 0,1-1-27 15,-1-1-38-15,-2-3-34 0,0 1-50 0,3-4-56 0,2-2-56 16,-2 0-140-16,1-4-418 0,2-6 185 0</inkml:trace>
  <inkml:trace contextRef="#ctx0" brushRef="#br0" timeOffset="210884.77">32031 13601 165 0,'9'-5'221'16,"2"0"-10"-16,-3 5-20 0,-2 0-7 0,3 4-12 15,0 1-13-15,-1 3-7 0,-4 3-11 0,1 0-14 16,-1 6-9-16,1-2-4 0,-7 2-17 0,-1 1-9 16,-1-1-8-16,-1 0-5 0,0-1-9 0,-1-5-5 15,1 0-8-15,0 0-4 0,2-1-8 0,0-1-2 0,-1-1-2 16,3-4-6-16,1-4-1 0,-2 11-4 16,2-11-1-16,6 12-3 0,1-6-4 0,6-1-19 15,5 0-28-15,11-2-31 0,1 2-30 0,3 0-47 16,1-2-30-16,1-3-47 0,-3 3-136 0,-4-3-378 15,4 0 168-15</inkml:trace>
  <inkml:trace contextRef="#ctx0" brushRef="#br0" timeOffset="211283.93">29036 14296 121 0,'-21'-1'196'0,"8"1"-20"0,5 0-12 0,8 0-14 16,0 0-12-16,49-3-12 0,16 3-9 0,49-2-11 15,11 1-17-15,13 1-5 0,9-3-5 0,6 3-8 16,8-2-8-16,-6 6-3 0,-3-4-7 0,-15 0-8 16,-3 1-11-16,-10-1-20 0,-13 0-16 0,-12-1-7 15,-35 2-6-15,-2-2-4 0,-8 3-6 0,-18-3-4 16,-4 1-5-16,-11 0 0 0,0-1-10 0,-1 2-15 15,-8-1-24-15,0 0-26 0,-5 0-23 0,-2 1-84 16,-5-1-233-16,0 0 103 0</inkml:trace>
  <inkml:trace contextRef="#ctx0" brushRef="#br0" timeOffset="211550.31">30348 14460 240 0,'9'6'241'0,"0"0"-6"0,1 1-5 16,0-1-18-16,-5 2-3 0,2-1-17 15,-2 4-20-15,-1 1-13 0,-4 4-9 0,0 2-16 0,-8-4-7 16,0 2-7-16,-8 5-13 0,3-5-11 0,-2-3-9 16,-6 4-2-16,6-5-12 0,0-1-4 0,3-5-12 15,4 2-4-15,3-3-3 0,0 1-3 16,4 0-2-16,1-6-1 0,10 9 2 0,8-4-6 15,10 0-8-15,10-1-14 0,22-2-22 0,0 0-31 0,7-3-40 16,22-8-41-16,-22 4-61 0,32-8-75 0,-35 4-201 16,34-6-489-16,-9 2 218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2T09:47:26.6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2394 3260 69 0,'-3'-11'201'0,"-2"1"7"0,5 4-2 0,-2-2-7 0,0 0-8 16,2 8-12-16,-7-7-11 0,7 7-13 15,-1-8-17-15,1 8-17 0,0 0-11 0,-5-7-17 16,5 7-5-16,0 0-13 0,-12 15 0 0,5 0-17 0,-3 9-3 16,-3 9-5-16,-5 10-4 0,0 4-6 15,3-3-3-15,-2-1-7 0,7-10 5 0,-3 2-8 16,3-2-2-16,2-1-3 0,3-1 0 0,2-1-1 0,2-1-3 16,2-4-3-16,2 0-1 0,3-1-1 15,-3-7 1-15,3-2-2 0,2-3-1 0,0 2-3 16,2-1 2-16,-2-6-4 0,2 1 3 0,1 0 3 15,2-6-4-15,4-1-2 0,2-4 5 0,1-4-8 16,1 0 6-16,3-6-4 0,2-3-2 0,-2-3 0 16,-2-3 1-16,2-3 0 0,-5-2-4 0,-1-2 0 15,-2-3-3-15,0-13 2 0,-1 0-4 0,-5-1 0 16,-3-1-1-16,3 0 3 0,-6-1-2 0,-3 3-2 16,-1-3 3-16,-2 13-5 0,-2-1 1 0,-4 0 0 15,0 1 7-15,-2 8 1 0,-1 3 6 0,-1 3-3 16,4 8-1-16,-2 4 4 0,3 0-8 0,-4 4 0 15,0 3-1-15,-2 2-4 0,0 6 3 0,-5 4 1 16,-6 5 1-16,-3 1-1 0,4 5 0 0,0 0 0 16,3 1 0-16,4-1-4 0,5-4-4 0,6 2 0 15,1 0 2-15,4-2-5 0,4 2 3 0,4 0-1 16,3-2-2-16,8 4 2 0,4-1-1 0,3-1 2 16,1-2 2-16,-2 1-2 0,3-3 5 0,-2 0-4 15,-2 1 4-15,1-1 1 0,-3-1-2 0,-6-3-3 16,2-2 4-16,-4 4 0 0,0-4 3 0,-5 1-14 15,0-2-3-15,0 1-12 0,-2 0-7 0,0 0-24 16,-2 0-6-16,-1 0-6 0,-2-1-28 0,-2-8-14 16,5 12-24-16,-5-12-10 0,4 11-11 0,0-6-116 15,-1 0-301-15,-3-5 133 0</inkml:trace>
  <inkml:trace contextRef="#ctx0" brushRef="#br0" timeOffset="133.37">2862 3471 90 0,'3'-3'146'0,"-3"3"2"0,4-9-10 16,-4 9-10-16,4-6-7 0,-4 6-20 0,0 0-14 16,2-6-7-16,-2 6-10 0,0 0-8 0,0 0-14 0,0 0-38 15,0 0-50-15,13 16-63 0,-13-16-78 0,1 19-197 16,-2-10 87-16</inkml:trace>
  <inkml:trace contextRef="#ctx0" brushRef="#br0" timeOffset="290.08">2533 3838 2356 0,'-8'8'14'0,"-1"-2"12"16,4-2-25-16,-3 0-7 0,4-1-1 0,4-3 3 15,-7 3 0-15,7-3 2 0,-3 5 1 0,3-5 2 16,0 0-5-16,22-1-12 0,-4-2-30 0,2 0-32 16,12-1-29-16,1-4-37 0,4-1-34 0,12-3-123 15,-12 2-324-15,0 3 143 0</inkml:trace>
  <inkml:trace contextRef="#ctx0" brushRef="#br0" timeOffset="425.17">3102 3732 129 0,'6'-7'239'0,"-6"7"-16"15,2-7-15-15,-2 7-16 0,0 0-20 16,3-7-18-16,-3 7-18 0,0 0-23 0,2-9-41 0,-2 9-40 16,0 0-51-16,7-7-50 0,-2 1-69 0,-5 6-103 15,9-5-261-15,-9 5 116 0</inkml:trace>
  <inkml:trace contextRef="#ctx0" brushRef="#br0" timeOffset="1567.1">4333 3462 18 0,'3'-10'211'0,"-3"10"4"0,1-10-2 16,-1 10-4-16,1-7-9 0,-1 7-6 0,0 0-13 15,0 0-20-15,0-8-15 0,0 8-16 0,0 0-15 16,0 0-16-16,0 0-9 0,0 0-12 0,0 0-7 16,0 0-7-16,-1 37-7 0,-5-13-2 0,-1-5-9 15,4 5 0-15,-5 1-4 0,1 0-6 16,1-8-3-16,0-1-3 0,3 0-5 0,-1 0 0 0,0-3-3 16,2-3 0-16,-2 3-5 0,0-4-4 15,3-3 3-15,-3 2-4 0,0-2 2 0,2-1 0 16,2-5 2-16,-3 8 0 0,3-8 2 0,-1 8 8 0,1-8 2 15,0 0-9-15,0 0 7 0,0 0-4 0,0 0 0 16,0 0 1-16,0-36-4 0,-1 20-4 0,2-1-4 16,1-2 1-16,2-6-2 0,4-2-4 15,-3 0 1-15,3-1-2 0,-2-2-2 0,3-1 0 16,0 0-2-16,0-3 3 0,4 3-4 0,-4 0 0 16,2 6-1-16,2-3-3 0,-5 13 3 0,1-1-2 15,-4 6 1-15,1 2-6 0,-2 2 2 0,1 2-4 0,1 3 0 16,-6 1 0-16,14 3 3 0,-3 6 0 0,-1 5-1 15,6 8 1-15,0 4 5 0,-1 3-2 0,-3 1 6 16,-2 3 4-16,0-2 2 0,-1-1 4 16,0-1-2-16,-1-2-2 0,-1-1 6 0,0-2-5 15,-2-5 1-15,0-2 0 0,2 1 2 0,-1-2-6 16,-1-2 4-16,-3-1-3 0,2 0 1 0,0-4-2 16,0 2-20-16,2-1-24 0,-2 1-26 15,0-3-29-15,0 1-36 0,-4-9-36 0,4 12-42 0,-4-12-36 16,4 8-146-16,-4-8-419 0,0 0 186 0</inkml:trace>
  <inkml:trace contextRef="#ctx0" brushRef="#br0" timeOffset="1716.24">4364 3570 213 0,'0'0'207'0,"-9"-7"-19"0,9 7-19 15,-4-4-18-15,4 4-18 0,0 0-13 0,0 0-10 16,0 0-15-16,21-11-6 0,-9 9-16 0,17-3-43 15,4 1-51-15,5 1-79 0,0 2-144 0,2-1-262 16,14 0 116-16</inkml:trace>
  <inkml:trace contextRef="#ctx0" brushRef="#br0" timeOffset="2483.52">5366 3782 69 0,'0'0'212'0,"-1"-12"-13"0,4 2-12 0,1 1-5 15,1-2-14-15,3-4-7 0,0 1-5 0,1-4-11 16,6-6 20-16,0 1-12 0,1 0-15 16,-2 1-14-16,0-1-7 0,-1-2-15 0,3 2-8 15,-2-5-12-15,0 2-6 0,0-3-10 0,2 3-2 0,-5-3-9 16,1 3-2-16,-2 3-7 0,-5 7 12 0,-1 4 3 16,0 2-3-16,-2 0 0 0,1 6-11 0,-2-4-11 15,-1 8-13-15,0 0 6 0,0-9-4 16,0 9-2-16,0 0-3 0,-23 13-1 0,6-2-3 0,-4 8-3 15,-2 0 0-15,0 0-3 0,4-1-2 16,2 1 0-16,0-6-15 0,8 1-6 0,-2 0-4 16,7-4-2-16,0 3-5 0,4-1 3 0,3-1-4 0,1 1-2 15,6 1 0-15,0 0 3 0,4 1 3 16,1-3 2-16,2 0 1 0,-3 1 4 0,3-2-2 0,-2 2 0 16,-3-4 3-16,3 0 1 0,-7 0-1 15,2 1 2-15,-3-2 0 0,0 3 3 0,-3-1-7 16,0-2-5-16,-2 0 0 0,1 3-10 0,-5-3-13 15,2-7-21-15,-3 14-26 0,3-14-36 0,-7 13-39 16,2-10-40-16,1 3-160 0,4-6-394 0,-13 5 175 16</inkml:trace>
  <inkml:trace contextRef="#ctx0" brushRef="#br0" timeOffset="2684.95">5807 3439 198 0,'2'-4'184'0,"-2"4"-23"16,0 0-16-16,7-5-17 0,-7 5 7 0,0 0 5 16,6 19-4-16,-2-9-9 0,-1 5-6 0,-1 2-4 15,1-1-9-15,0 0-10 0,-3 0-12 16,4 0-2-16,-3 1-11 0,-1-4-5 0,2-2-11 0,-1 2-28 16,-1-2-36-16,0 2-37 0,0-3-56 0,0-10-52 15,0 16-164-15,0-16-341 0,-4 13 150 0</inkml:trace>
  <inkml:trace contextRef="#ctx0" brushRef="#br0" timeOffset="2816.12">5701 3202 80 0,'0'0'80'0,"16"5"-20"0,-16-5-30 0,21 23-24 16,-6 0-49-16,4 3-46 0,2 5 20 15</inkml:trace>
  <inkml:trace contextRef="#ctx0" brushRef="#br0" timeOffset="3235.09">6018 3621 28 0,'1'6'228'0,"-1"-6"-15"0,0 0-4 16,0 0 1-16,0 0-3 0,0 0-4 0,0 0-12 15,0 0-8-15,-24-8-11 0,17 3-9 0,7 5-19 16,-7-7-6-16,3 2-13 0,1-1-8 0,1-1-13 15,2 7-7-15,1-19-22 0,1 5 1 0,6 0-9 16,-3 2-6-16,9-1-11 0,-6 2-6 16,6 0-10-16,-2 4 0 0,-1 2-11 0,3 1 0 0,3 3-2 15,-3 4-4-15,-1 1-5 0,3 2 0 0,-2 1-1 16,0 2-2-16,-5-1 3 0,2 4-5 0,-3-2-1 16,-1 1 0-16,0 0 1 0,-1-3-4 0,-3 2-6 15,0-2 8-15,1-1 2 0,-4-7-1 0,2 10 4 16,0-6-1-16,-2-4 1 0,0 0-1 0,0 0-1 15,0 0-1-15,0 0 1 0,0 0-2 0,0 0 4 16,0 0 2-16,0 0-6 0,-13-22-1 0,13 11 1 16,1 1 0-16,3-6-1 0,2 0-2 0,2 0-9 15,0-1 6-15,1 1-9 0,1 0-9 0,3 1 10 16,-4 5 0-16,1 2-3 0,-1 0 1 0,0 4 1 16,-2 2 1-16,1 2-3 0,-8 0-1 0,17 2 2 15,-7 7 2-15,-1-1 1 0,0 1-1 0,0 4 1 16,-4 3 0-16,1-1 1 0,-3 1-2 0,2-2 4 15,-4 3-13-15,2-2-16 0,-2-1-24 0,0 2-27 16,-2-1-46-16,1-3-58 0,-1-1-57 0,-1 1-180 16,-1-2-461-16,3-10 205 0</inkml:trace>
  <inkml:trace contextRef="#ctx0" brushRef="#br0" timeOffset="3466.67">6522 3264 219 0,'2'-18'250'0,"-1"6"4"16,-1 1 0-16,1 3-18 0,-1 2-22 0,0 6-27 16,0-11-23-16,0 11-19 0,0 0-17 0,0 0-17 15,4 22 2-15,-3-3-8 0,3 12-3 0,0 0-7 16,-4 4-11-16,1-1 5 0,-1 1-11 16,0-1-5-16,0-2-4 0,0 1-4 0,3-3-10 15,-1 2-2-15,0-5-9 0,3 0 1 0,-7 0-7 16,1 0-9-16,2-8-26 0,2-2-30 0,-3 3-32 0,-1-5-29 15,1 0-42-15,-3-2-48 0,3-3-47 0,-2 0-208 16,2-10-469-16,-8 14 209 0</inkml:trace>
  <inkml:trace contextRef="#ctx0" brushRef="#br0" timeOffset="3666.08">6627 3373 121 0,'8'-7'137'0,"-1"4"-12"0,0 3-3 16,-7 0 6-16,17 3 7 0,-7 5-1 0,-1 0-6 16,-2 4-18-16,1-2-9 0,0 7-11 0,-3-1-7 15,0 2-3-15,-1-3-10 0,-3 0-8 0,-1-2-5 16,-2 4-3-16,-1-3 5 0,-3 3-14 0,-2-3-41 16,-2 0-55-16,-2 0-60 0,-3 0-170 0,-2-5-304 15,-1-1 135-15</inkml:trace>
  <inkml:trace contextRef="#ctx0" brushRef="#br0" timeOffset="4083.27">6738 3269 1726 0,'11'-17'115'0,"-2"-1"-22"16,-2 4-32-16,0 1-22 0,-2 4 2 0,-3 2 6 15,2 1 4-15,-2 0-2 0,-2 6 1 0,3-8-14 16,-3 8-2-16,5-3-4 0,-5 3 2 0,0 0-6 15,9 17 4-15,-4-2-3 0,-2 4 8 0,0 7 6 16,-2 2-4-16,1 1-7 0,0 2-1 0,-4-1 0 16,1-2-2-16,2-3-3 0,1 0 2 15,-4 0-3-15,2-6-4 0,0-3-3 0,2 0-1 16,0 0-1-16,-2-3-1 0,4-2 1 0,-3 1-1 16,2-4-1-16,2 2-1 0,-1-2 0 0,0-2 0 0,0 0-2 15,6-2 0-15,-4 0-3 0,4 0 0 0,3-3 2 16,-3-2 1-16,3-1-3 0,0 0 2 15,2-5-1-15,2 0 0 0,-3-3-1 0,1 0 5 0,-2-4-5 16,1 0-2-16,-2 2 3 0,-1-5-2 0,-1 0-4 16,-2 3 7-16,0-1-4 0,-6 5 17 15,2-1 3-15,0 1 13 0,0 3 7 0,-3 1 1 16,-1 6-1-16,1-10-11 0,-1 10-13 0,0 0 1 0,0 0 2 16,0 0-6-16,0 0 2 0,-21 13-5 15,9-1 3-15,-2-1-6 0,2 4-2 0,0-3-9 0,1 1-34 16,2 1-26-16,6-3-39 0,-2 0-43 15,6 1-74-15,4 0-73 0,-1-3-149 0,7 1-473 16,5-1 209-16</inkml:trace>
  <inkml:trace contextRef="#ctx0" brushRef="#br0" timeOffset="4349.51">7896 3198 215 0,'0'0'260'16,"-5"-7"-26"-16,5 7-19 0,-4-6-26 0,4 6-17 16,0 0-19-16,13-12-12 0,-3 8-21 0,7-3-3 15,3 4-18-15,9-4-10 0,1 2-9 0,1 0-6 16,1 2-9-16,-3-1-9 0,-8 3-29 0,-3-3-27 15,-4 4-34-15,-4 0-49 0,1-2-48 0,1 1-43 16,-12 1-140-16,9 0-341 0,-9 0 151 0</inkml:trace>
  <inkml:trace contextRef="#ctx0" brushRef="#br0" timeOffset="4550.29">7921 3185 29 0,'0'0'218'0,"-7"6"-23"0,7-6-19 0,-5 7-13 15,2 1-4-15,1 7-9 0,-1 3 8 0,-2 9 3 16,2-2-16-16,1 3 2 0,1 0-2 0,0-1-7 16,1 2-10-16,1-2-6 0,2-1-5 0,-3-1-15 15,2-6-7-15,-2 1-9 0,3 5-12 0,-1-6-2 16,-1-1-5-16,-1-2-9 0,3 3-16 0,-2-4-41 16,0 0-42-16,-1-1-37 0,0-2-54 0,0-3-74 15,2 0-210-15,-2-9-450 0,0 0 200 16</inkml:trace>
  <inkml:trace contextRef="#ctx0" brushRef="#br0" timeOffset="4716.29">7874 3528 2199 0,'2'-5'99'0,"-2"5"-63"0,4-9-16 0,-2 5-28 16,-2 4 13-16,7-5-8 0,-7 5 7 0,11-7-4 15,-1 4 1-15,1 3 1 0,3-4-4 0,2 2-2 16,6 0-17-16,0 0-24 0,5-2-25 0,2 1-41 15,0-1-37-15,2 1-21 0,-3 1-129 0,-7-1-323 0,-2 0 144 16</inkml:trace>
  <inkml:trace contextRef="#ctx0" brushRef="#br0" timeOffset="5184.51">8363 3341 97 0,'6'-16'212'0,"-2"4"-5"0,0 1 9 16,1 1 12-16,-1 1 18 0,-3 4-8 0,-1 5-13 15,1-9-14-15,-1 9-23 0,3-9-22 0,-3 9-21 0,0 0-20 16,0 0-9-16,0 0-14 0,0 0-11 15,-4 25-4-15,3-5-6 0,-2-1-4 0,3 0-4 16,-1 1-11-16,-2-1-2 0,6 0-6 0,0-1-5 16,2 0-2-16,1-3-4 0,0 1 2 0,1-6-10 15,4 3-3-15,-1-6 3 0,1 2-8 0,-2-2-4 16,3-4 1-16,1 0 0 0,-1 1-7 0,-1-3 1 16,2-1-4-16,0-2 1 0,-3-1-5 0,0 0-11 15,0-3 7-15,-1 0-5 0,-1-1-2 0,-3 0 4 16,3-5-7-16,-4 2-4 0,0-2 0 0,-1 1 0 15,0 0-1-15,1 0 1 0,-2 2 2 0,0-1-3 16,1 2 7-16,-1 2-9 0,-2 6 5 0,1-7-3 16,-1 7-4-16,0 0 1 0,0 0 1 0,0 0 1 15,0 0-2-15,0 0 5 0,0 0-1 0,6 25 5 16,-3-17-1-16,1-1 0 0,-2 3 1 0,4-2-3 16,-1 1 5-16,0-4 1 0,-2 2 3 0,8-1-2 15,-2-2 0-15,3 1 2 0,0-5-1 0,1 0 4 16,-1 0 1-16,0-3-2 0,2 1 6 0,-2-3-10 15,-1-3 4-15,-1 0 5 0,-1-1-5 0,0 0 2 16,1-5 1-16,-1-1 1 0,-3 4-2 0,1-4 1 16,-3-1 3-16,-2-1-10 0,1 1 6 0,0-4-5 15,-2 1 1-15,-1 1-2 0,0-2-9 0,-3 4 0 16,2 4-8-16,0 1-18 0,-1-1-20 0,1 8-29 16,-1-3-39-16,2 7-57 0,-3-8-68 0,3 8-40 15,0 0-160-15,-14 2-483 0,14-2 215 0</inkml:trace>
  <inkml:trace contextRef="#ctx0" brushRef="#br0" timeOffset="5416.72">9072 3188 2724 0,'9'-6'129'0,"3"0"-76"0,-6-1-34 16,3 0-3-16,-4 1 1 0,0 1 35 0,-1 0 30 16,0 0 10-16,-4 5 7 0,2-9 3 0,-2 9 7 15,4-7-2-15,-4 7-26 0,0 0-11 0,5-4-9 16,-5 4-11-16,0 0 0 0,4 20-7 0,-1-2 2 15,-5 1 3-15,2 4-17 0,0 6-23 0,0-2 23 16,-1 3-6-16,1 0 6 0,-3-3-2 0,3 4-7 16,-1-7 6-16,-3 2-7 0,4-6-1 0,-3-1-5 15,1 0-18-15,2-1-36 0,-2 0-36 0,1-3-38 16,-2-2-17-16,3 2-29 0,-3-5-34 0,3 2-40 16,0-12-39-16,-4 14-244 0,2-6-558 0,2-8 246 15</inkml:trace>
  <inkml:trace contextRef="#ctx0" brushRef="#br0" timeOffset="5766.21">9239 3042 170 0,'13'-12'216'0,"4"2"-10"0,-9 7-19 15,3-1-12-15,-1 1-16 0,-1 4-14 0,3 2-15 16,2 2-9-16,-4 3-11 0,3 3-9 15,-4 3-8-15,-3 3-8 0,2-1-10 0,-4 3-4 0,-4 0-7 16,-2-2-4-16,-4 8-10 0,-2-8 1 16,-6 6-6-16,2-8-4 0,-1 1-4 0,-4-3-2 0,0 0-6 15,-2-3-3-15,3 0 0 0,-1-7-6 0,2 4-2 16,3-3 0-16,3 0 1 0,3-3-1 0,-2 0-6 16,8-1 2-16,-9 4-3 0,9-4-4 15,-7 1-1-15,7-1-4 0,0 0 2 0,0 0 0 16,0 0 3-16,0 0 4 0,22 13 6 0,-12-6-2 15,-1 2 1-15,4 2-1 0,2 3 2 0,-1-1-3 0,-3 0 1 16,-1 1-3-16,6 0 0 0,-3-4-2 16,0 4 1-16,4-1-6 0,-2-1-31 0,2-1-47 15,1-1-71-15,0-2-83 0,-2-1-168 0,1-2-428 16,0 0 190-16</inkml:trace>
  <inkml:trace contextRef="#ctx0" brushRef="#br0" timeOffset="11433.43">6939 2611 42 0,'0'0'166'0,"0"0"-13"0,-1-10-3 16,1 10-16-16,0 0-11 0,0 0-17 15,-1-6-9-15,1 6-17 0,0 0-3 0,0 0-12 16,0 0-1-16,6 22-1 0,-1-5-14 0,-1 1 6 16,1 7 2-16,-4-6-3 0,3 8-7 0,-1-8-4 15,-1 5-4-15,0-5-6 0,0 0 1 0,-1-2 2 16,1 1-4-16,-1-2-1 0,1-2-3 0,-2-2 0 16,2-1-5-16,-2-1-5 0,1 0 2 0,-1 1-1 15,1-3 0-15,0-1-5 0,-1-7 0 0,0 12 2 16,0-12-3-16,-1 9 0 0,1-9-2 0,0 0 10 15,1 8 10-15,-1-8 10 0,0 0 7 0,0 0 10 16,0 0-1-16,0 0-1 0,0 0-3 0,0 0-9 16,0 0-3-16,0 0-6 0,0 0-4 0,-8-22 0 15,6 11-5-15,0 0-2 0,3 0-8 0,0-1 1 16,2 0-2-16,1-3-3 0,-2 2-3 0,5-1-2 16,2-2 2-16,5 3-8 0,-3 1-3 0,-1 5 2 15,6-2-5-15,-5 5 4 0,2 0-6 0,-2 2 4 16,0 2-5-16,3 0 0 0,-3 2 0 0,1 2 0 15,-2 3 2-15,0-2 0 0,0 2-1 0,-2 2-2 16,-3-1-2-16,0 1 2 0,-1 0-3 0,-1 1 4 16,-2 3 1-16,-2-4 1 0,-2 3 2 0,-2 0 0 15,-1-5 2-15,-2 5 1 0,-1-3 0 16,-1-2-4-16,1 1 2 0,-4 0-16 0,-2-1 0 0,2-3-19 16,0 3-15-16,3-5-12 0,-1 2-11 0,0-3-32 15,11-1-36-15,-15 1-36 0,15-1-136 0,-12-5-343 16,12 5 152-16</inkml:trace>
  <inkml:trace contextRef="#ctx0" brushRef="#br0" timeOffset="11866.21">7312 2779 142 0,'0'0'131'0,"14"3"-6"0,-7 0-8 16,-1 0 2-16,3 4 3 0,-3-4-17 0,1 4-5 16,-2-2-2-16,0 0-12 0,1 3-11 0,1-1 0 15,-5-2-6-15,3 1-6 0,-2 0-7 0,-2 0 1 16,2 1-4-16,-3-7-4 0,1 13-1 0,-1-13-5 16,-1 8 6-16,1-8-3 0,0 0 3 0,-1 10 2 15,1-10-3-15,0 0 10 0,-3 6 3 0,3-6-3 16,0 0 1-16,0 0-8 0,0 0-2 0,0 0-10 15,0 0-3-15,0 0-5 0,0 0-1 0,0 0-9 16,4-32-1-16,2 23-5 0,2-2-2 0,2-2-3 16,-2 2-2-16,2 3-2 0,4-6-2 0,-2 3 0 15,-2 3 0-15,0 1-2 0,0 0 4 0,0 3-10 16,-4-1 1-16,1 1 2 0,-7 4-5 0,13-4 1 16,-8 4-3-16,-5 0 1 0,13 0 2 0,-5 4 0 15,-1-2-1-15,0 3 4 0,-2-2 0 0,0 2 2 16,1 1-1-16,1 0-2 0,-1 2 1 0,-1 2 3 15,-2-1-5-15,2 1-11 0,-1 3-27 0,-3-2-31 16,-1-1-32-16,1 1-35 0,-1 1-45 0,-1-1-138 16,-2-1-351-16,1-1 156 0</inkml:trace>
  <inkml:trace contextRef="#ctx0" brushRef="#br0" timeOffset="12016.69">7481 2602 30 0,'0'0'93'0,"0"0"-7"15,0 0-20-15,0 0-35 0,0 0-29 16,28 26-26-16,-15-12-24 0,1 1-51 0,5 2 23 16</inkml:trace>
  <inkml:trace contextRef="#ctx0" brushRef="#br0" timeOffset="12420.07">7830 2763 172 0,'0'0'198'0,"-7"-10"-13"0,4 4-3 0,-4 0-18 15,-2-1-11-15,2 2-5 0,-2-1-6 0,1 0-8 16,0 4-8-16,1-2-20 0,7 4-10 0,-13-1-13 16,13 1-5-16,-17 3-12 0,10 1-5 0,-1 3-7 15,-1 1-6-15,3 2-4 0,0-3-4 0,4 4-4 16,-1-2-3-16,2-1-4 0,1 0-3 0,1 2-3 15,1-1-4-15,0-2 0 0,3-1-4 0,1 0-8 16,1-1-5-16,1-3 0 0,-2 2-4 0,4-3 0 16,2-1-5-16,-3 2 2 0,-1-4 1 15,2-1 2-15,-4-1-4 0,3-1 3 0,-1-2-5 0,-2 0 5 16,-1-3-5-16,0-1 1 0,-2 0 2 0,-1-1 7 16,1-4-4-16,-2-1 0 0,-1-1 4 0,0 0-2 15,0 0 2-15,-2 0-3 0,0 1 9 16,1-2 1-16,-1 2 5 0,0 2 14 0,0 2-1 15,2 7 2-15,0 6-4 0,-2-11-7 0,2 11-2 16,-1-11-10-16,1 11-1 0,0 0 2 0,0 0 0 16,0 0-1-16,0 0-1 0,8 27-1 0,-4-10 2 15,0-1 0-15,1 4 0 0,0 0-8 0,0 3-14 0,0 3-31 16,3-2-19-16,-3-5-35 0,0-1-22 16,2-2-49-16,0 2-22 0,1-4-130 0,-2-3-350 15,3-3 154-15</inkml:trace>
  <inkml:trace contextRef="#ctx0" brushRef="#br0" timeOffset="12950.11">8090 2667 154 0,'0'0'146'0,"0"0"1"0,-24 10 3 0,15-3-12 15,-5 4-10-15,3 0-14 0,-2 0-5 0,5-1-14 16,1 0-11-16,0 0-6 0,3 2-7 0,1-3-1 15,1 1-13-15,1-1 0 0,1-2-9 0,3 0-5 16,-3-7-3-16,6 12-1 0,-2-9-5 0,1 2-6 16,-5-5 0-16,9 4-6 0,-4-2-2 15,-5-2 3-15,10 1-6 0,-10-1 7 0,0 0-9 0,13-1-1 16,-13 1 0-16,10-4 0 0,-10 4-4 16,8-2-1-16,-8 2-2 0,6-2-5 0,-6 2 1 15,0 0 1-15,0 0-8 0,12 4 4 0,-12-4-3 0,5 10 4 16,-3-3 0-16,-2 4 0 0,0 4-1 0,-3 4 6 15,-5 7-3-15,-1 0-4 0,-1-3 2 0,-3 2-5 16,0-3-9-16,2-6 1 0,3-6-1 0,0 0 7 16,1-2-5-16,-1 1 4 0,4-3 1 15,0-2-2-15,4-4-2 0,-6 4 6 0,6-4-9 16,0 0 7-16,0 0 1 0,0 0 5 0,15-32-3 16,-2 17 0-16,3-6 1 0,3 0-5 0,2 0-1 0,0 0 5 15,3-1-2-15,0 2 7 0,2 0-7 0,-4-2 11 16,-1 1-4-16,2 2-2 0,-6-3-1 15,1 4 5-15,-4 2 7 0,-3 0 1 0,-2 3 6 16,-1-1 11-16,-2 4 16 0,-3-2-8 0,-2 3 0 16,-1-1 5-16,-1 1 0 0,1 9-5 0,-6-13-2 15,2 9-8-15,-1 0-2 0,5 4-3 0,-17-1-3 16,6 2-1-16,-1 5-4 0,2 1-3 0,-6 3-1 16,5 3 1-16,-2 2 1 0,2 2-4 0,3 0-1 15,0 0-32-15,5 2-26 0,1-1-38 0,2 0-47 16,2 1-43-16,0 2-150 0,1-2-355 0,5 5 158 15</inkml:trace>
  <inkml:trace contextRef="#ctx0" brushRef="#br0" timeOffset="13283.53">7382 4043 73 0,'-10'7'336'0,"4"-4"-36"16,0 3-30-16,0-3-25 0,6-3-17 0,-7 2-10 15,7-2 4-15,-8 5-5 0,8-5 3 16,0 0-5-16,-5 4-7 0,5-4-14 0,0 0-4 0,0 0-15 16,0 0-15-16,0 0-13 0,0 0-17 0,0 0-14 15,13-34-15-15,-4 18-8 0,-3-1-4 0,2 0-9 16,4-6-13-16,0-1-3 0,-2 9-10 0,2-1-9 15,-2 3-5-15,-5 4-2 0,3 1-9 16,-5 1-10-16,-3 7 1 0,11-5 2 0,-11 5-6 16,18-2-5-16,-18 2-12 0,19 6-22 0,-6-1-26 0,-1 4-32 15,4-1-24-15,0 3-39 0,2 2-53 0,4 1-61 16,4-3-79-16,-1 0-240 0,6-3-623 0,1-5 276 16</inkml:trace>
  <inkml:trace contextRef="#ctx0" brushRef="#br0" timeOffset="16018.08">10589 3060 8 0,'-4'-11'180'15,"0"1"-15"-15,-1 1 1 0,0 0-6 0,1 3 0 16,2-1-1-16,-1 1 22 0,3 6-13 0,-4-8-20 16,4 8-17-16,-2-7-17 0,2 7-13 15,0 0-11-15,0 0-10 0,0 0-4 0,4 37-11 16,-2-12-2-16,2 8-3 0,0-1-6 0,-1 1-4 16,-2 2-4-16,0 0-3 0,2-2-9 0,0 0 4 15,-1-5-8-15,-1-1 1 0,-1-8-7 0,1 6 2 16,-1-8-8-16,-1-1 1 0,1-1 1 0,-1-3-3 15,2-2-3-15,-1 0 2 0,0-3-3 0,0-7 2 16,-1 10-2-16,1-10 5 0,1 10-4 0,-1-10 0 16,0 0 7-16,0 0 12 0,0 0-6 0,0 6 2 15,0-6 2-15,0 0-10 0,0 0-1 0,0 0-3 16,5-29 5-16,-2 12-6 0,0 6-1 0,4-7-6 16,-1 1-1-16,4-2-3 0,-3 1-3 0,6-4 1 15,-2 8 0-15,-1-1 0 0,-1 6-5 0,-1 3-7 16,1-2 4-16,0 5 3 0,1 2-5 0,3 4 0 15,-3 2-2-15,1 1 6 0,0 2-3 0,-1 6-2 16,1 0-3-16,-2 1-10 0,7 7-13 0,-9-5-18 16,1 0-17-16,-4-1-21 0,1 0-24 0,4 2-33 15,-3-6-36-15,2 0-29 0,-4 0-144 0,0-3-386 16,3-2 170-16</inkml:trace>
  <inkml:trace contextRef="#ctx0" brushRef="#br0" timeOffset="16571.16">11109 3228 101 0,'-4'-5'180'0,"-3"-1"-11"0,-1 6-17 0,8 0-5 0,-14 4-4 16,3 4-8-16,-2 4-5 0,-1 0-11 0,1 2-9 16,1 2-8-16,2-1-10 0,4 0-7 0,1-3-2 15,1 4-12-15,1-6-11 0,3 2-2 0,1-2-6 16,2-1-3-16,3 0-6 0,1-3-1 0,2 1-4 15,0-2-3-15,2-1 1 0,1-3-5 0,-1-1-3 16,6-1-6-16,-3-2 2 0,-3-1 0 0,3-1-3 16,-2-1-2-16,-2-2-2 0,0 0-1 0,-2-1-1 15,0 2 2-15,1-9 2 0,-4 5 9 16,-1-1 2-16,-1-4 5 0,0 0 1 0,-2 3 2 0,1 1 15 16,-4 1 0-16,4 2 3 0,-2-1-8 15,0 10-6-15,-2-10-7 0,2 10-7 0,-1-10-6 16,1 10-2-16,0 0-5 0,0 0 0 0,0 0-2 0,0 0 0 15,0 39-7-15,1-23 2 0,1 3 1 0,3-2 0 16,-1 0-1-16,2-1 4 0,-2-2-7 0,2-3 4 16,1 0-7-16,0-3 4 0,2 1-2 0,2-1-2 15,-1-4-6-15,1 1 1 0,1-5-4 16,-1 2 2-16,-1-2-3 0,1-2-5 0,-1-3-4 16,0 1-10-16,-1-2 1 0,0-2 0 0,1 2 8 0,-3-4 0 15,1 1-5-15,-4-3 0 0,1 2 1 0,-2-3 3 16,-1 0 1-16,0-2 2 0,-1 3-1 0,0 1 5 15,-1 0 3-15,-1 4 4 0,1 7 3 0,-1-12-7 16,1 12 0-16,0-9-4 0,0 9 3 16,0 0-2-16,0 0 4 0,0 0-4 0,0 0 3 15,0 0 5-15,-2 33 1 0,2-21 4 0,-2 3 3 16,2 2 2-16,0 0 0 0,0 0-2 0,0 2-3 0,0-5 4 16,2 5 7-16,-4-4-5 0,4 3-1 0,-2-1-11 15,0 0-25-15,2-4-36 0,-2 4-52 16,2-5-55-16,0-1-63 0,-5 1-121 0,3-3-387 15,0-9 171-15</inkml:trace>
  <inkml:trace contextRef="#ctx0" brushRef="#br0" timeOffset="16967.68">11900 3217 184 0,'0'0'293'0,"0"-10"-17"16,0 10-17-16,-2-9-18 0,2 9-16 0,-7-3-23 16,7 3-29-16,0 0-9 0,-18 3-13 0,9 4-15 15,-2 5-10-15,-3 1-10 0,1 3-15 0,2 0-6 16,1 1-12-16,2 2-5 0,-3-3-10 0,8 0-8 16,1 3-6-16,2-7-4 0,2 0-6 0,-1 0-11 15,1 0-11-15,5-3-11 0,-1 1-5 0,-2-2-8 16,1-2-5-16,4-1-4 0,-2-2-8 0,-1-1-3 15,0-1-1-15,3 0-6 0,-9-1-1 0,21-5 7 16,-11-2 3-16,-1 1 1 0,-1-1 3 0,-1-3 1 16,2 1 0-16,-4-2 0 0,6-2 8 0,-7 2-1 15,0-1 0-15,-1 2 2 0,1 1 6 0,-1 4 5 16,-1-2 1-16,-2 7-8 0,4-7-1 0,-4 7-2 16,0 0 0-16,0 0 3 0,0 0 1 0,9 20 0 15,-9-4 0-15,0 3-1 0,0 0 5 0,2 1 0 16,-2 5-12-16,2-1-15 0,-2 1-32 0,1-8-36 15,-1 2-64-15,5-5-54 0,-3-2-191 0,-2 0-435 16,3-2 193-16</inkml:trace>
  <inkml:trace contextRef="#ctx0" brushRef="#br0" timeOffset="17304.18">12165 3349 177 0,'0'0'191'0,"9"17"6"0,-9-6-2 16,0-1-8-16,0 4-4 0,0 0-15 0,-3 3-5 16,3-6-9-16,3 2-14 0,-6 0-15 15,6-3-12-15,-7 0-10 0,8-2-10 0,-4-8-10 16,-3 10-5-16,3-10 0 0,3 7 5 0,-3-7 8 0,0 0 18 16,0 7 9-16,0-7-2 0,0 0-15 0,0 0-7 15,0 0-10-15,0 0 9 0,4-26-21 0,1 13-4 16,0-5-3-16,6-5-18 0,2-1-6 0,-1 1-7 15,0 1-2-15,2 6 2 0,-1 2-11 16,0 0-9-16,-1 3 1 0,-2 4-7 0,1 0-8 16,-4 5 8-16,-1-1-3 0,3 5 1 0,1 1-4 15,-1 1 0-15,1 2-2 0,0 4 1 0,0 3-3 0,0 0-6 16,1 3-31-16,-2 1-21 0,-5 0-36 0,3 1-39 16,1 0-51-16,2 0-73 0,-7 0-243 0,5-2-544 15,-2 1 242-15</inkml:trace>
  <inkml:trace contextRef="#ctx0" brushRef="#br0" timeOffset="17584.91">12762 3491 17 0,'6'-12'275'0,"2"3"-11"0,-1-6-20 0,2 0-11 16,0-2-18-16,4 0-9 0,-4 0-13 0,1 1-9 15,2-1-7-15,-1 0-12 0,3-5-8 0,-3 7-10 16,1-2-4-16,-1 2-7 0,-2-2-6 0,0 2 0 15,-6 6-1-15,3-3 0 0,-2 5-2 0,-1 1-3 0,-3 0-12 16,0 6-5-16,4-10-21 0,-4 10 6 0,2-7-16 16,-2 7-12-16,0 0-7 0,0 0-9 15,0 0-7-15,0 0-3 0,-17 17 1 0,5-1-13 16,3 0-2-16,-9 7 0 0,5-1 0 0,2 1-6 16,1-6 4-16,2 1 0 0,1-2-10 0,5 3-4 15,-3-5-13-15,8 3-21 0,-1-5-37 0,2-2-31 16,3 3-31-16,1-5-42 0,9 2-36 0,-2-3-52 15,5-4-54-15,1 1-228 0,-6-4-581 0,6 0 257 16</inkml:trace>
  <inkml:trace contextRef="#ctx0" brushRef="#br0" timeOffset="17729.3">13030 3140 2048 0,'-11'-21'40'0,"1"5"-11"0,1 0-12 0,-1 7-6 0,0 0 0 16,1 1-2-16,0 3-9 0,1 1 6 0,-4 3-4 15,3 1 1-15,9 0-12 0,-13 10-1 0,4-5-22 16,4 3-44-16,5 2-63 0,0 1-51 0,0 0-97 16,4 0-311-16,3-1 138 0</inkml:trace>
  <inkml:trace contextRef="#ctx0" brushRef="#br0" timeOffset="17966.21">13199 3044 168 0,'2'-7'305'0,"-2"0"-7"0,2-3-4 0,0 4-5 16,-2 6-5-16,2-13-16 0,-2 13-30 0,1-6-22 16,-1 6-25-16,0 0-27 0,0 0-30 0,0 0-2 15,8 20 4-15,-3 7-4 0,2 4-5 16,-1 3-6-16,1 15-15 0,-5-1-10 0,3 1-6 0,-3-4-5 16,0 1-6-16,-2-11-7 0,0 0-12 15,0 0 4-15,0-1-5 0,0-3-25 0,0 1 8 0,-2-5-16 16,2 3-43-16,-3-3-49 0,4-7-42 0,-4-1-41 15,1-1-54-15,-4 0-59 0,6-6-65 16,-5 5-203-16,1-6-574 0,4-11 254 0</inkml:trace>
  <inkml:trace contextRef="#ctx0" brushRef="#br0" timeOffset="18188.37">13486 3330 174 0,'8'-9'282'0,"-5"2"-7"15,1 1-18-15,1 3-27 0,-5 3-27 0,0 0-16 16,0 0-13-16,0 0 9 0,9 16-7 0,-9 1 9 0,0 8-17 16,-2 1-15-16,-2 2-10 0,-2 0-14 15,2 0-9-15,0-3-29 0,-1 0 5 0,3 0-17 0,0-7-25 16,0-1-38-16,2 1-35 0,-2-2-29 16,2-3-36-16,0-1-28 0,0-3-23 0,0-9-53 15,0 15-31-15,0-15-26 0,0 11-143 0,0-11-420 16,0 0 186-16</inkml:trace>
  <inkml:trace contextRef="#ctx0" brushRef="#br0" timeOffset="18400.28">13572 3224 173 0,'6'-9'165'0,"3"0"-4"0,2 4-10 15,-2-1-7-15,0 2-14 0,-1 2 7 0,0 1-5 0,-8 1 7 16,18 3-6-16,-10 1-3 0,0-1-8 15,1 4-12-15,-3-2-12 0,1 2-5 0,-2 1-14 16,-1 1-3-16,-4-2-9 0,4 2-7 0,-6 3-3 16,0-1-6-16,-2 0-6 0,-6 5-4 0,3-2-23 15,-3-1-39-15,-4 1-59 0,3-3-75 0,-3 3-68 16,-2-3-117-16,0-3-366 0,3 2 162 0</inkml:trace>
  <inkml:trace contextRef="#ctx0" brushRef="#br0" timeOffset="18782.75">14156 3174 3174 0,'4'-12'75'16,"2"1"40"-16,-4-1-22 0,1 1-34 0,-3 4-14 15,4 1-10-15,-4 6-8 0,2-12-6 0,-2 12-9 16,2-6-3-16,-2 6-1 0,0 0-4 0,0 0 0 15,0 0 1-15,0 0 2 0,16 18-10 0,-9-5 6 16,0 2 1-16,2 4-1 0,5 2 3 0,-6-3 1 16,4 5-1-16,-1-1-1 0,-3-6 0 0,-2 1 0 15,3-2 0-15,-3-4 0 0,1-2 1 0,-3 0-3 16,3-2-1-16,-2 0 4 0,-3-3 2 0,4-1 2 16,-6-3-2-16,3 8 23 0,-3-8 20 0,6 4 16 15,-6-4 12-15,0 0 2 0,0 0-11 0,0 0-2 16,12-15-11-16,-7 4-6 0,-4 0-7 0,1-3 15 15,1-2-33-15,1-2 5 0,2 0-2 0,-2-1-6 16,-2-1-10-16,1 1-2 0,1-1-3 0,-2 4-16 16,0-1-15-16,3 2-20 0,-1-1-21 0,-2 7-16 15,2-1-15-15,-1 3-33 0,-3 7-35 0,2-8-44 16,-2 8-41-16,0 0-22 0,3-9-1 0,-3 9 5 16,0 0-188-16,0 0-491 0,8 23 218 0</inkml:trace>
  <inkml:trace contextRef="#ctx0" brushRef="#br0" timeOffset="19033.45">14451 3229 25 0,'1'5'138'16,"-1"-5"5"-16,3 8-5 0,-3-8 5 0,1 10-12 15,-1-6 4-15,0-4-7 0,5 8-5 0,-5-8 2 16,5 8 12-16,-1-5 6 0,-4-3 29 0,13 4-6 16,-3-4-9-16,2 2-12 0,-1-4-10 0,3 0-16 15,2-3-4-15,-3 0-16 0,-2 0-6 0,0-1-12 16,-1 0-3-16,1-1 5 0,-4 1-3 0,0-3-12 15,2-5-2-15,-5 4 4 0,1 1 0 0,-4-5-6 16,-2 3-12-16,-2-6-3 0,-3 3-10 0,-1 5-9 16,1-2-1-16,-7-1-3 0,3 7-6 0,-6-5-14 15,2 7-20-15,-6 1-18 0,3 3-21 0,-4 5-20 16,-6 2-32-16,0 3-39 0,12-3-49 0,-3 3-55 16,4 0-213-16,-2 1-497 0,7-3 221 0</inkml:trace>
  <inkml:trace contextRef="#ctx0" brushRef="#br0" timeOffset="19284.24">14791 3014 297 0,'2'-12'316'16,"2"1"-27"-16,0-2 7 0,-1 5 3 0,-1-3 13 0,-1 5-7 15,-1 6-11-15,2-11-26 0,-2 11-34 0,2-6-22 16,-2 6-39-16,0 0-8 0,0 0-20 0,0 0-14 15,0 0-12-15,9 33-4 0,-5-7-9 0,2 2-14 16,-2 2-6-16,-4 1-5 0,2-1-13 16,3-2-3-16,-4 1-9 0,4-2-7 0,-5 0-2 15,0 0-1-15,2-7-29 0,0-1-38 0,-2 0-17 0,-2 1-64 16,0-3-53-16,2 2-48 0,0-3-62 0,-2-6-62 16,-1 1-269-16,-1-3-644 0,0-3 285 0</inkml:trace>
  <inkml:trace contextRef="#ctx0" brushRef="#br0" timeOffset="19516.25">14981 3056 1909 0,'16'-29'108'15,"-5"3"-44"-15,1 0 13 0,-5 11-3 0,0 1 27 0,-2 2 23 16,-3 5 6-16,2 0-9 0,-4 3-18 16,0 4-11-16,0 0-11 0,6-6-8 0,-6 6 15 15,0 0 21-15,-2 24-5 0,-2-6 34 0,1 11-17 16,0 1-9-16,-1 3-4 0,0-2-19 0,0 1 5 15,-1-1-20-15,1-1 7 0,-2 0-16 0,6-3-6 16,-6 0-8-16,6-2-3 0,-4-4-29 0,4-4-28 0,0 1-42 16,0-2-59-16,-2-5-35 0,0-2-40 15,1 2-47-15,-1-4-57 0,0 1-49 0,2-8-172 16,-5 8-552-16,5-8 244 0</inkml:trace>
  <inkml:trace contextRef="#ctx0" brushRef="#br0" timeOffset="20518.25">14887 3139 93 0,'9'-6'181'0,"1"-2"-19"0,6 0-12 0,3 2-14 15,8-1-17-15,2 0-8 0,1 4-8 0,-3-6-13 16,6 6-7-16,-1 0-9 0,-3 2-7 0,0-2-6 16,0 2-6-16,0-1-3 0,-8-1-3 0,1 3-5 15,-3 1-6-15,-8-1-8 0,-5 2-3 0,4-4 2 16,-10 2 7-16,13 3 17 0,-13-3 3 0,3 2 15 15,-3-2 8-15,0 0 6 0,-15 13-1 0,-2-5 0 16,1 0-2-16,-9 4 5 0,7 2 1 0,-1 1 4 16,-1 2-1-16,3-3-15 0,5 1 4 15,-2-2-7-15,2 0-7 0,3 3-9 0,3-6-3 0,-2 0-19 16,6 3 6-16,0-2 1 0,1-1-3 0,4-1-2 16,1 0-1-16,5-3-15 0,-1 0 15 0,2 0-11 15,2-4-1-15,-1 0-11 0,5-4 6 0,3 0-8 16,-5-1 1-16,-1 0-2 0,-3-1-1 0,1-1 1 15,0-2 1-15,-3 0-4 0,2 0-2 0,-5-3 4 16,1 2-2-16,-2-1 0 0,-1-3 1 0,2 1-2 16,-4-5 2-16,-1 6-10 0,1 0-1 0,-1 1 18 15,0 2 4-15,0 7 0 0,3-11 2 0,-3 11-2 16,0-8-10-16,0 8 2 0,0 0-8 0,0 0 5 16,0 0-1-16,0 0-8 0,0 0 4 0,0 0-1 15,0 0 9-15,11 27-10 0,-5-20 2 16,2 0 3-16,2 1-1 0,5 1 2 0,1 0-2 15,5-4 2-15,-1 0-6 0,10-1 5 0,0-3-8 0,0-1 0 16,-1 0-7-16,-1-5-2 0,-1 3-2 0,-7-2 1 16,0 1 5-16,-1-2-7 0,-5-1 8 0,0 0-6 15,-4 0 1-15,2 0 1 0,-1-2 6 0,-6-1-1 16,4-1 2-16,-2 1-1 0,-2-1 5 0,0 0-6 16,-4 1 8-16,-1 2-1 0,0 7 1 15,0-14 7-15,0 6 5 0,0 8-4 0,-6-7 0 16,6 7-5-16,-9-5 3 0,9 5-1 0,-14 3-5 15,5 0 0-15,-2 1 0 0,2 1-1 0,-2 2-3 16,3 0 5-16,1 0 2 0,0 0-3 0,2 0-1 0,0-1 0 16,1-1 1-16,3 1-2 0,-2 1-1 0,3-7-3 15,-1 12 6-15,1-12-3 0,4 10-4 16,-1-3 5-16,2 1-4 0,0-1-4 0,0 1 6 16,0 3-5-16,-1 0 1 0,4 7 2 0,-6-1 0 15,4 9 1-15,-4 0 1 0,-1 3 4 0,-1 2-7 0,-1 0 8 16,-3 3 0-16,-1-1 0 0,1 0 8 0,-1 2-4 15,0 0 1-15,-2 0 2 0,0-2-3 0,3 2 0 16,-4-3 6-16,0-3-3 0,5 0 2 16,-5-3-18-16,2-9 21 0,2 2-2 0,-3-4-4 15,3-5-2-15,1 2 0 0,0-7-1 0,-1 1 14 16,1-1-8-16,3-5 1 0,-10 4-1 0,10-4-4 0,0 0 4 16,0 0 7-16,-20-18-9 0,16 8-3 0,-1-6-6 15,4-1 1-15,1-2 0 0,2-8-9 0,5 1 3 16,2-3-7-16,2 1 3 0,6 2 0 15,1-4 1-15,4-1-9 0,8-6 5 0,5 3-8 16,-1-1-4-16,-7 9-1 0,10-8-15 0,1 0 16 16,-9 9-5-16,10-7-3 0,-1 1 5 0,-11 6 1 15,-1 2 4-15,-1 1-2 0,-3-1 5 0,0-1-1 16,-4 5 5-16,-6 4 2 0,0 2 8 0,-3-3 8 16,-3 6 10-16,-1-1 7 0,-2 2-2 0,0-2-4 15,-5 4 14-15,1-3 0 0,-3 4-3 0,-5 0-15 16,-4 2 12-16,1 4-6 0,-17 7-1 0,-1-1 0 15,2 6 4-15,-3-1-9 0,4 4 3 0,-1 1-2 16,13-3-2-16,-4 4-4 0,7 0 2 0,3 1-4 0,4-1 1 16,5-1-17-16,3 4-15 0,8-2-33 15,6 1-43-15,6-2-63 0,4-2-76 0,10-6-69 16,-5-1-207-16,5-2-559 0,0-2 248 0</inkml:trace>
  <inkml:trace contextRef="#ctx0" brushRef="#br0" timeOffset="22783.61">16607 3185 174 0,'0'0'244'0,"3"-9"-5"15,-3 9-4-15,1-7-14 0,-1 7 16 0,0 0-28 16,2-7-22-16,-2 7-23 0,0 0-19 0,0 0-16 15,0 0-12-15,0 0-3 0,-10 26-3 0,4-9-15 16,2 2-6-16,-3 0-11 0,1 5-7 16,4-6-7-16,-1 3 0 0,3-3-15 0,3-1 0 0,-1-1-6 15,1 0-4-15,3-4-4 0,0-2-5 0,2-1-3 16,0 0-2-16,2-1 1 0,0-5 1 0,-1 3-3 16,3-3-5-16,-2-1-3 0,-2 0 2 0,-2-1-1 15,-6-1-11-15,15-5-6 0,-8 2 3 0,-1-6-2 16,2 3-5-16,-3-5-5 0,0-1-5 0,-4-3-12 15,0 1 3-15,-2-3-3 0,1-1 5 0,-4 0 1 16,0-1 4-16,-1 1-2 0,-2 0 0 0,0 1 4 16,0 2-1-16,-2 1 3 0,1 3 2 0,2 2 5 15,-1 1 0-15,3 2-6 0,1 0 1 0,3 6 1 16,-7-7-2-16,7 7-4 0,-7-7 5 0,7 7-2 16,0 0 0-16,-4-4-1 0,4 4 4 0,0 0-1 15,0 0 4-15,0 0-3 0,0 0 4 16,29 11-2-16,-19-9 2 0,8-2-1 0,1 0 0 15,2-4-4-15,6 1-1 0,2-3-1 0,-9 1 2 0,1-1 0 16,-3-2 4-16,0-3 1 0,-2 4 0 0,1-3 1 16,-3 0 0-16,-4-2 0 0,-1 3 9 0,-1-5 5 15,-2 2-4-15,-1 1 6 0,2-5 2 16,-5 3 2-16,-2 2 16 0,2-1 0 0,-1 1-4 16,0 4 4-16,-1 7 1 0,1-13-8 0,-1 13 5 15,2-7-10-15,-2 7-6 0,0 0-6 0,0 0-5 0,0 0 3 16,0 0-2-16,-9 48 9 0,4-21-1 0,-4 20 9 15,1 0-2-15,0 2 2 0,0-2-5 16,1 1 2-16,2-12 0 0,0 8-1 0,2-8 7 0,-1-4-3 16,1 2-1-16,1-1-2 0,1-1-2 15,2-2-3-15,-3-1 1 0,2-3-19 0,0 0-31 16,2-2-39-16,-3-6-39 0,1 0-61 0,1 2-67 0,-1-4-262 16,-2-6-544-16,2-10 241 0</inkml:trace>
  <inkml:trace contextRef="#ctx0" brushRef="#br0" timeOffset="22949.89">16832 3415 4 0,'4'-8'245'16,"-1"2"-28"-16,5-3-22 0,1 2-20 0,6-1-18 15,3-1-19-15,8 0-38 0,3 1-52 0,3 0-75 16,4 2-79-16,0-1-85 0,-2 2-208 0,3-1 93 15</inkml:trace>
  <inkml:trace contextRef="#ctx0" brushRef="#br0" timeOffset="24367.04">18993 3124 2696 0,'9'-7'136'0,"-4"-1"-31"16,1 0-31-16,-1-1 3 0,-3 4 1 0,-2 5 2 0,5-8-15 15,-3 2 8-15,-2 6-14 0,4-5-8 0,-4 5-15 16,0 0-3-16,0 0 8 0,9 12 24 0,-4-3 6 16,2 7 5-16,0-1-7 0,1 3 1 0,5 4-7 15,-6-4-8-15,5 6-6 0,3-2 0 16,-3 1-3-16,-1-1-8 0,3 0-16 0,-5-7 10 16,3-1 3-16,-5-4-7 0,0 1 1 0,-1 0-4 0,1-3-6 15,0 0-4-15,-2 1 5 0,-1-4-10 0,0-2 3 16,0 1-4-16,-4-4 1 0,4 8-2 0,-4-8 11 15,4 4 1-15,-4-4-6 0,0 0 6 0,0 0 14 16,0 0-4-16,14-4-4 0,-14 4-1 0,9-15-7 16,-3 3-2-16,5-5 2 0,1 2 1 15,6-10-7-15,-5 3-4 0,4-2-2 0,0-4 2 0,-2 3 3 16,5-1-6-16,-5-2 4 0,0 5 1 0,-1-3-4 16,-1 0-5-16,0 3 4 0,-3 7 0 0,-1 2 0 15,-1 3-5-15,-2 0-1 0,-1 2 5 16,0 2-1-16,-3 1-6 0,-2 6-2 0,5-7-2 15,-4 1-19-15,-1 6-28 0,0 0-20 0,0 0-17 16,0 0-30-16,0 0-38 0,0 0-47 0,0 0-72 0,-6 31-78 16,-2-17-229-16,3-4-633 0,-3-2 280 15</inkml:trace>
  <inkml:trace contextRef="#ctx0" brushRef="#br0" timeOffset="25917.27">20287 3068 184 0,'-11'-2'186'15,"3"1"-12"-15,-3 2-14 0,-1 5-2 0,0-1-10 16,-5 3-6-16,3 4-12 0,-9 4-10 16,5 3-8-16,-1 0-10 0,6-4-13 0,0 7 19 0,4-5-10 15,2-2-9-15,0 3-6 0,5-3-10 0,-1 3-8 16,6-2-3-16,-1-3-3 0,5 1-8 0,2 0-4 15,3-1-1-15,0-7-8 0,2 4-3 0,0-4-3 16,1-3-1-16,7 0-4 0,0 0 0 0,-4-6-7 16,-1 0 6-16,-4 0-3 0,-2-1-8 15,1-3 1-15,-1-1-1 0,-1-2-1 0,-1 3 3 16,0-5 3-16,-3-2 2 0,-2 4-1 0,4-7 2 0,-3 2-6 16,-3-1 8-16,2 0 6 0,-4 3-2 0,1 3 2 15,2-2 2-15,-2 2 0 0,-1 3 8 0,0 7 0 16,0-13-6-16,0 13-9 0,2-7-9 15,-2 7 3-15,0 0-5 0,0 0-4 0,0 0 1 16,0 0-1-16,0 0-2 0,-7 27-4 0,6-16 4 16,-2 5-6-16,1 0 6 0,0 0-4 0,5 2 0 0,-4-3-2 15,2 2 3-15,-1 0-7 0,4-2-19 16,0 0-20-16,1-4-32 0,1 3-32 0,2-2-43 16,1-2-54-16,0-1-54 0,1-1-170 0,0-3-461 15,2 1 203-15</inkml:trace>
  <inkml:trace contextRef="#ctx0" brushRef="#br0" timeOffset="26166.02">20764 3097 193 0,'-6'-3'228'0,"-4"4"-10"0,10-1-11 0,-22 2-2 16,8 5-10-16,1-1-7 0,-2 3-11 0,-1-1-3 15,3 3-16-15,-2 3-8 0,2 2-11 0,-3 3-6 16,6-4-7-16,2 0-19 0,-2 1-3 0,3-1-7 16,2 1-13-16,1-5-5 0,3-1-12 0,1 3-2 15,-1-1-9-15,5-1-4 0,-2 0-5 0,5 1-5 16,5 0-15-16,0-2-29 0,2-1-41 0,3 1-49 16,-1-3-50-16,3 0-57 0,2-3-45 0,-3 0-189 15,-4-1-469-15,-1-2 208 0</inkml:trace>
  <inkml:trace contextRef="#ctx0" brushRef="#br0" timeOffset="26318.93">20937 3423 227 0,'0'0'274'16,"0"0"-7"-16,5-6-2 0,-5 6-16 0,4-4-13 16,-4 4-26-16,0 0-3 0,0 0-28 0,5-8-19 15,-5 8-38-15,0 0-49 0,0 0-64 0,9-4-70 16,-6 0-81-16,-3 4-77 0,12-5-124 0,-12 5-371 15,14-4 163-15</inkml:trace>
  <inkml:trace contextRef="#ctx0" brushRef="#br0" timeOffset="26816.24">21306 3417 75 0,'8'-7'234'0,"1"0"-18"0,1-2-7 16,0 0-11-16,-1 2-10 0,0-3-6 0,4-2-9 16,-2 0-9-16,-1 2-7 0,3-3-15 15,0 0-14-15,-1 0-8 0,-1-1-8 0,1-1-11 16,-3 1-5-16,0-1-3 0,1-1-4 0,-5 1 9 16,-1 4-2-16,1-1-4 0,-3 0 3 0,0 1-15 0,-1 0-10 15,-1 0 20-15,0 11-4 0,-4-14-13 0,3 10-6 16,1 4-8-16,-7-10 0 0,1 7-13 15,-4 1-8-15,-2 1-2 0,1 3-1 0,-7 2-6 16,4-1-5-16,-4 1 0 0,6 0-6 0,0 0 6 16,1 1-9-16,5-2-6 0,-4 1-5 0,6 1 2 15,0 0-17-15,4-5 13 0,0 12-4 0,0-12-12 0,8 11 1 16,2-5 3-16,3 0-1 0,3-1-12 16,2 0-1-16,9-2 1 0,0 0-5 0,-5-1-4 15,7 2-2-15,-8-4 1 0,0 0-3 0,0 1 5 16,-3-2-1-16,-4 2 5 0,-2-1 4 0,-5 0-1 15,2 0 5-15,-3 1-1 0,-6-1-1 0,9 1 0 16,-9-1 2-16,9 5 2 0,-6-2 2 0,-3-3 2 16,6 12 3-16,-5-5 1 0,1 2 5 0,-1 0 1 15,-1 1 4-15,0 0-2 0,0 0-1 0,0-1 4 16,-1 1-2-16,1 0 3 0,1 2 1 0,-2-2-4 16,2 0-4-16,-1 0-28 0,2 0-43 0,0-3-34 15,0 3-37-15,1-3-58 0,1 1-49 0,-3-1-170 16,-1-7-458-16,4 11 204 0</inkml:trace>
  <inkml:trace contextRef="#ctx0" brushRef="#br0" timeOffset="27683.56">21824 3262 174 0,'0'0'246'0,"2"-5"-16"0,-2 5-19 15,0 0-23-15,0 0-14 0,0 0 5 0,0 0 7 16,0 0-19-16,8 20-2 0,-7-10-20 0,3 1 0 16,-3 1-8-16,1-2-14 0,-2 0-8 0,0 3-9 15,0-1-20-15,1-1 1 0,-1-2-12 0,0 1-2 16,0-3-7-16,3-1-5 0,-3-6 0 0,0 9 8 16,0-9 31-16,0 0 2 0,0 9 21 0,0-9 8 15,0 0-9-15,0 0-11 0,0 0-15 0,0 0-6 16,0 0-7-16,-12-19-9 0,12 19-6 0,-4-17-8 15,3 9-4-15,-2-4-9 0,3-1-7 0,1 0 5 16,2-2-10-16,1-3-3 0,1 0-3 0,4-6-2 16,1 7-7-16,-2 0-4 0,3 2-1 0,2 0 0 15,0 2-7-15,3 4 0 0,-7-2-1 0,8 5-6 16,-7 1 1-16,1 3-6 0,0 2-7 0,-11 0 10 16,22 3-1-16,-11 4-1 0,-2 3 2 0,3 2-3 15,2 2-3-15,-8 1 8 0,2-1-6 0,1 1-1 16,-4 1 6-16,0 0 4 0,0-2-4 0,0-1 2 15,-2-1 1-15,1-2-1 0,-3 0 3 0,3-1 0 16,-3-2-4-16,0-1 5 0,-1-6 0 0,1 11-1 16,-1-11 8-16,3 3 5 0,-3-3 3 0,0 0 1 15,0 0-7-15,0 0 2 0,0 0 0 0,0 0 0 16,0 0-4-16,-6-22-10 0,6 22-1 0,0-17-1 16,1 4 0-16,0 1 0 0,4-3-16 0,-1 2 5 15,1-1-13-15,4-3 9 0,1 1-13 0,1 3 13 16,5-8-6-16,-5 7 1 0,-2 6 5 0,1-1-6 15,-4 3 10-15,1 1-7 0,-2 1 1 0,2 0 7 16,2 3-2-16,-9 1 1 0,12 1-8 0,-6 3 5 16,2 1-11-16,-2 3 15 0,1 2-6 0,-1-1 10 15,-2 4 3-15,-2-3-5 0,5 2-3 16,-1 3 1-16,-1-3 2 0,-1-4 14 0,0 3-7 0,1-1 2 16,-2-5-6-16,2 3 10 0,-2-3 0 0,3-2-1 15,-3 1-3-15,5-1 0 0,-4 1 2 0,7-1 1 16,2-3-1-16,0-2 1 0,0 0-2 0,1-1 8 15,0-1-30-15,-2-2 27 0,4-1-7 0,-2-3-2 16,0-1 6-16,-1-1-2 0,0 1 2 0,-3-1 5 16,0-1-11-16,-3-2 4 0,0 3-4 0,2-2 3 15,-4 2-1-15,1 2-5 0,0-2 11 0,-2 3 0 16,-2 2-4-16,-2 7-1 0,5-11-1 0,-5 11 2 16,2-8-4-16,-2 8-7 0,0 0-18 0,0 0 25 15,0 0-12-15,0 0 3 0,0 0-16 0,0 0 26 16,-8 23-3-16,3-11 1 0,1 0-3 0,2-1-5 15,-2 7 4-15,1-7 1 0,2 5 9 0,-1 0-3 16,1-3 2-16,0-1-6 0,0-1 4 0,2 2 1 16,-1-1-12-16,0 0 16 0,-3-1 4 0,3-1-7 15,-1 2 0-15,-2-2-4 0,0 0 7 0,1 0-23 16,1-1 18-16,-4 0-11 0,1 1-31 16,-1-1-42-16,-3-2-58 0,-3-1-60 0,-1 2-76 0,2-2-86 15,-4-2-220-15,3-1-629 0,0-1 279 0</inkml:trace>
  <inkml:trace contextRef="#ctx0" brushRef="#br0" timeOffset="27824.14">22602 3373 2660 0,'10'-1'218'0,"-3"-1"-140"0,-7 2-33 0,11-1-22 16,-11 1-4-16,8-1 12 0,-8 1 15 0,0 0 2 0,0 0-6 15,10 0-9-15,-10 0-11 0,0 0-38 0,0 0-50 16,0 0-70-16,0 0-94 0,0 0-240 15,0 0-509-15,0 0 226 0</inkml:trace>
  <inkml:trace contextRef="#ctx0" brushRef="#br0" timeOffset="31251.07">17885 3063 106 0,'-3'-7'198'0,"1"2"-7"0,2 5-5 15,-7-9-13-15,7 9-3 0,-3-9-15 0,3 9-8 16,0 0-18-16,-2-6-16 0,2 6-17 0,0 0-5 16,0 0-16-16,0 0-8 0,0 0-5 0,0 0-9 15,0 0 4-15,0 0 3 0,7 29 4 0,-2-13-8 16,1 1-3-16,-1 9 4 0,-1 0 27 0,1 1-5 16,0-2 3-16,-2-1 0 0,-1 2-5 0,0 1-2 15,-2-2-6-15,2-1-5 0,-2 0-4 0,-2-4-5 16,2-4-5-16,-2 4-3 0,0-3-4 0,-1 1-7 15,3-1-3-15,-1-2 1 0,2 1-6 0,-2-5-9 16,2 1-16-16,-1-2-25 0,-1 0-25 0,1-1-33 0,3 0-27 16,2 0-19-16,0-1-29 0,2-1-46 15,3-2-40-15,1-3-159 0,-11-2-434 0,20-2 192 16</inkml:trace>
  <inkml:trace contextRef="#ctx0" brushRef="#br0" timeOffset="31590.9">18199 3310 56 0,'0'0'186'0,"2"-10"-20"0,-2 10-20 0,0 0-16 15,0 0-11-15,0 0-14 0,0 0-9 0,0 0 0 16,0 0 26-16,0 0 0 0,0 0-5 0,0 0-14 16,-6 27-6-16,6-17-15 0,2-1 6 0,0 1-14 15,2 0-6-15,-1-1-3 0,1 1-6 0,2-1-2 16,0-1-6-16,1-1 6 0,0 0-4 0,1-2-3 15,0 1-5-15,-1-3-3 0,4 1-3 0,-5-1-4 16,3-3 1-16,-9 0-3 0,14 0-1 0,-14 0-2 16,13-3 2-16,-13 3 10 0,11-4 6 0,-6-1-7 15,1-4-4-15,-1 0 5 0,0 1 11 0,-4-3-1 16,-1 1-13-16,-1-5-2 0,-2 1-4 16,-3 4-3-16,1-2-6 0,-2 2-2 0,-2-4-2 0,0 5-8 15,0-1-3-15,2 3-12 0,-1 1-10 0,0 1-18 16,-1 1-27-16,2 1-27 0,-1 1-21 0,8 2-56 15,-14 0-46-15,8 5-31 0,-1-1-149 0,-2 0-420 16,9-4 186-16</inkml:trace>
  <inkml:trace contextRef="#ctx0" brushRef="#br0" timeOffset="31937.48">18487 3269 8 0,'5'-3'223'0,"-5"3"-15"15,0 0-6-15,8-4-14 0,-8 4-12 0,0 0-13 16,0 0-21-16,0 0-16 0,0 0-14 16,0 0-16-16,0 0-12 0,0 0-7 0,6 11-10 15,-6-11-4-15,1 12-8 0,1-2-1 0,-2 0-9 0,0 0-3 16,2 2 0-16,1-2-6 0,1 0-1 0,-2 0-7 16,6-1 1-16,-3 0-5 0,2-2-1 0,0 0-1 15,3 0-2-15,2-2 0 0,-1-2 1 16,4-2-2-16,0 0 0 0,1-2-3 0,-2 0 13 15,5-2 8-15,-7-1 13 0,1-2 1 0,-3 0-3 16,0-2 0-16,1-1 19 0,-3-2 4 0,3-2-7 0,-3-1-5 16,-3 1 3-16,-3-3-5 0,0-1-7 15,0 2-4-15,0-1-1 0,-7 0-7 0,1 0-1 16,0 5-11-16,-1 1 2 0,2 1-6 0,-3 0-3 16,1 1-8-16,0 3-26 0,-6 1-29 0,2 4-30 15,-8 4-36-15,-2 1-38 0,-5 6-56 0,-1 4-76 16,0-1-150-16,2 2-464 0,6-3 205 0</inkml:trace>
  <inkml:trace contextRef="#ctx0" brushRef="#br0" timeOffset="41783.61">24340 3189 30 0,'-1'-7'234'0,"1"7"-2"15,-3-13-5-15,3 8-16 0,0 5-12 0,-4-8-17 16,4 8-16-16,0 0-21 0,-1-9-12 0,1 9-19 16,0 0-8-16,0 0-22 0,0 0-8 0,0 0-11 15,0 0-2-15,-2 22-10 0,3-6-1 0,-2 9 22 16,2-1-8-16,0 4-4 0,-2 2-5 0,1-5-5 15,1 4-5-15,-2-3-5 0,0-6-6 0,1-2-1 16,-2 2-1-16,2-3-3 0,-1 2-2 0,0-2-3 16,3 0-3-16,-3-2-22 0,0-1-15 0,-1-4-16 15,2 0-22-15,0 0-36 0,0-10-31 0,-2 14-34 16,4-9-33-16,-2-5-18 0,0 9-154 0,0-9-386 16,0 0 171-16</inkml:trace>
  <inkml:trace contextRef="#ctx0" brushRef="#br0" timeOffset="42099.96">24343 3023 129 0,'7'-4'116'16,"-7"4"-7"-16,14-6 0 0,-3 4-25 0,-11 2-5 15,21 4-2-15,-9 0-1 0,-1 1-10 0,-2-1-2 16,-1 6-8-16,0-1-7 0,-1 1-7 0,0-1 2 15,-3 2-7-15,-2 0-4 0,0 2 2 0,-2-1-3 16,-2-1 7-16,-2 3-1 0,-2-3 4 0,-1 2 6 16,0-1 2-16,-2-1 14 0,-1 1 0 0,4-4-3 15,-4 1 3-15,4-4-3 0,1 1 2 0,1-2-7 16,-1 0-3-16,5-4-6 0,-4 5-4 0,4-5-10 16,-7 5-4-16,7-5-1 0,-3 5-3 0,3-5-2 15,0 0-4-15,1 11 4 0,-1-11-6 0,10 12 0 16,-3-6-9-16,3 1-10 0,1 0-24 0,1 0-28 15,6 0-33-15,1-2-34 0,0 0-41 0,0 1-138 16,0 0-325-16,-6-5 143 0</inkml:trace>
  <inkml:trace contextRef="#ctx0" brushRef="#br0" timeOffset="42333.09">24711 3243 61 0,'0'0'152'0,"0"0"-11"0,6-5-22 0,-6 5-11 15,0 0-8-15,0 0 4 0,0 0 14 0,5 15 2 16,-2-6 8-16,-1 3-8 0,-2 1-13 0,0 3-2 16,0 1 4-16,0 1-6 0,-4 0-2 15,3 0-8-15,0 0-9 0,0-6-1 0,-1 1-8 16,2 2-2-16,0-4-8 0,-1 1-7 0,2-3-3 16,1-2-8-16,0 1-1 0,3 1-4 0,0 0-6 0,1-1-5 15,4-2-14-15,-3 0-28 0,4-2-31 16,2-1-39-16,-2 0-37 0,2-3-35 0,6-2-45 15,-1-2-135-15,-7 0-361 0,1-1 159 0</inkml:trace>
  <inkml:trace contextRef="#ctx0" brushRef="#br0" timeOffset="42467.09">25152 3298 8 0,'7'0'131'16,"2"-3"-13"-16,4 0-3 0,-2 2-19 0,0 1-11 15,-11 0-12-15,25 0-26 0,-9 3-45 0,-5-1-34 16,-1 0-76-16,0 5-116 0,1-4 52 0</inkml:trace>
  <inkml:trace contextRef="#ctx0" brushRef="#br0" timeOffset="42616.3">25259 3414 198 0,'0'0'192'0,"0"0"-5"0,-2 7-5 16,2-7-2-16,0 0-9 0,0 0-16 0,0 0-13 15,0 0-15-15,0 0-9 0,0 0-13 0,16 3-9 16,-3-4-22-16,5-1-47 0,10 0-49 0,5-6-64 16,5 1-68-16,-2 0-128 0,4-2-306 0,-6 3 135 15</inkml:trace>
  <inkml:trace contextRef="#ctx0" brushRef="#br0" timeOffset="48566.21">25805 3193 2 0,'5'-10'165'0,"3"0"-3"0,-2-1 10 0,0 1 3 16,-2 0 4-16,-1 1 3 0,1 3-5 0,-4 6-9 15,4-10-10-15,-4 10-20 0,2-6-14 0,-2 6-14 16,5-4-16-16,-5 4-11 0,0 0-14 0,0 0-1 15,0 0-12-15,0 0-5 0,6 16-6 0,-3-5-3 16,0 1-4-16,-3 4-4 0,2 1-1 0,0 1-5 16,0 0-2-16,-1 1-3 0,-1 0 2 0,1-2-6 15,2 1-1-15,-1-4-5 0,0 1 1 0,0 2 6 16,-2-5-11-16,0 1 4 0,2-3-1 0,1 3-1 16,0 2-12-16,-3-5-26 0,2 2-25 0,0-3-42 15,0 3-36-15,1-3-51 0,1 1-198 0,-2-3-410 16,-2-7 181-16</inkml:trace>
  <inkml:trace contextRef="#ctx0" brushRef="#br0" timeOffset="48866.94">26071 3307 43 0,'0'0'258'0,"4"7"-24"16,-4-7-26-16,0 10-19 0,0-10-20 0,2 9-18 15,0-1-15-15,1 0-14 0,1 0-11 0,-2 1-9 16,2-2-12-16,3 0-6 0,1-2-12 0,0 2-5 16,1-1-6-16,0-1 1 0,-2-3-9 0,4 0-5 15,-2 0-5-15,5-4-6 0,-14 2-3 0,25-1-4 16,-14 0 1-16,-1-1-3 0,0 0-3 0,-5-2 0 16,1-1 0-16,0 0-1 0,-3 0-1 0,4-4 1 15,-7-1-4-15,4-1-3 0,-4 1-1 16,-2-2-2-16,0 1-2 0,-3 0 0 0,0 1 0 0,1 0-2 15,0 0-2-15,-1 2-2 0,1 2-4 16,0-1 1-16,-2 3-18 0,0-1-30 0,6 5-32 0,-13-3-36 16,13 3-41-16,-17 3-38 0,9 2-166 0,-3-1-388 15,2 3 173-15</inkml:trace>
  <inkml:trace contextRef="#ctx0" brushRef="#br0" timeOffset="49117.84">26344 3152 101 0,'2'-11'253'0,"-2"11"-19"15,3-8-25-15,-3 8-20 0,3-6-21 16,-3 6-18-16,0 0-16 0,0 0-18 0,0 0-13 16,0 0-12-16,0 0-9 0,10 14-6 0,-8 1 0 15,1 4-3-15,1-2-5 0,-2 6-5 0,-2 5-5 16,2-1-1-16,0-8-10 0,2 7 2 0,-4-2-9 15,2 2 0-15,0-7-6 0,0 6-2 0,-2-7-7 16,0-2-31-16,0 0-34 0,0 1-31 0,-2-1-52 16,2-6-60-16,0 2-175 0,-4-1-388 0,4-11 173 15</inkml:trace>
  <inkml:trace contextRef="#ctx0" brushRef="#br0" timeOffset="49366.91">26603 3207 9 0,'2'-6'213'0,"-2"6"-19"0,0 0-23 15,0 0-17-15,0 0-12 0,0 0-12 0,-23 8-12 16,8 0-11-16,-1 3-8 0,-7 3-3 0,8-3-6 16,-1 2-4-16,0 0-7 0,2-3-2 0,3 2-10 15,3-3-9-15,-2 0-3 0,4 0-4 0,1 2-4 16,1-3-7-16,2 2 0 0,2-1-4 0,2 0-3 15,2-2-2-15,1 0 1 0,7 2-7 0,3-1-17 16,1 0-28-16,1-2-46 0,6-3-57 0,0 1-54 16,4 2-140-16,-12-4-344 0,-1 0 152 0</inkml:trace>
  <inkml:trace contextRef="#ctx0" brushRef="#br0" timeOffset="49716.23">26699 3497 114 0,'16'-5'172'0,"-9"1"-6"16,2 1-13-16,-1-3-6 0,4 2-7 0,-3-2-10 15,0 0-6-15,3 0-6 0,1 0-6 0,-3-2-18 0,0 0 1 16,1 0 3-16,-2-2 0 0,2-1-10 0,-6 1-6 16,1-4-12-16,1-2-4 0,-3 1-4 0,-4-2-6 15,0 0-3-15,0 1-3 0,0-1-5 0,-2 2 8 16,0-2-7-16,2 4-2 0,0-5 0 15,0 8-5-15,0-3-3 0,2 3-3 0,-2 4-9 16,2-3-4-16,0 2 0 0,2 1-4 0,4 3-2 0,-1 1-6 16,2 2-1-16,5 1 0 0,-1 2 1 0,1 3 2 15,1 2-7-15,1 2-3 0,-5 2 2 0,0 0 0 16,1 0-1-16,-4 3 2 0,-1 0 0 0,-1 0-1 16,2-1-1-16,-4 2-1 0,1 0 2 15,1-2-2-15,-1-4 2 0,0 0-1 0,-1 1 3 16,-2-1-6-16,5-1-25 0,-1-1-23 0,3 1-35 0,7-1-57 15,2-2-39-15,7 0-42 0,4-2-124 0,-2-4-375 16,4 0 166-16</inkml:trace>
  <inkml:trace contextRef="#ctx0" brushRef="#br0" timeOffset="55083.69">6988 4943 94 0,'0'0'229'0,"-7"-2"-6"0,7 2-15 16,-6-6-14-16,6 6-7 0,0 0-19 16,0 0-15-16,0 0-19 0,0 0-8 0,0 0-13 15,0 0-12-15,0 0 0 0,19-11-19 0,-2 7-4 16,2 0-10-16,9-2-5 0,3 0-9 0,-1 1-4 16,2-1-4-16,-1 0-5 0,0 4-19 0,-5-1-18 0,-4-1-21 15,-4 3-20-15,-4-2-35 0,-1 3-25 16,0-1-31-16,-6 0-14 0,0 1-15 0,-7 0-19 15,11 3-110-15,-11-3-310 0,0 0 138 0</inkml:trace>
  <inkml:trace contextRef="#ctx0" brushRef="#br0" timeOffset="55299.74">7048 4954 20 0,'-12'5'140'0,"10"0"-12"16,-3 0-1-16,1 3 9 0,2 2 8 0,0 2-5 15,-1 4 10-15,3 3-8 0,-1 0-1 0,2 1 0 16,-1-1-7-16,0 7-6 0,0-7-9 0,2 5-6 16,-2-6-12-16,1 5-7 0,0-4-5 0,-1 0-11 15,1 7-5-15,-1-7-6 0,0 0-6 0,-1-2-7 16,0 0-2-16,0 0-8 0,1 0-22 0,-2-1-32 16,0-5-31-16,0-2-40 0,2 3-42 0,0-12-39 15,-1 17-38-15,-1-10-132 0,-2 2-360 0,4-9 159 0</inkml:trace>
  <inkml:trace contextRef="#ctx0" brushRef="#br0" timeOffset="55568.66">6953 5260 112 0,'12'-3'130'0,"5"-2"-7"0,0 2-9 15,4-1-9-15,-1 0-4 0,-2 1-7 0,2 0-1 16,-2 1-15-16,1 2 5 0,-1-4-17 0,-1 4-1 15,2-2 2-15,-6 0-10 0,1 1-5 0,-3 0-2 16,-2-1 2-16,2 2 0 0,-4 0-1 0,-7 0 4 16,12-1-1-16,-12 1-1 0,10 0-6 0,-10 0-4 15,8 1 0-15,-8-1-4 0,0 0 2 0,7 6 5 16,-4-1-1-16,0 0-4 0,-1 0-4 0,1 3 1 16,0-1-5-16,-1 2-3 0,-1 3-4 0,1-2 1 15,0 1-32-15,-1 1-20 0,0-2-31 0,1 6-34 16,-1-7-40-16,-1 0-40 0,0 3-125 0,0-12-319 15,0 19 141-15</inkml:trace>
  <inkml:trace contextRef="#ctx0" brushRef="#br0" timeOffset="55933.69">7325 5144 11 0,'6'7'70'0,"1"5"-12"0,-1 3-17 16,2-1-16-16,-2 4-11 0,1 0-5 0,-2 0-7 15,0 2 1-15,4-7-1 0,-4-1-1 0,-1-1 3 16,0-2 8-16,-2 1 11 0,-2-10 20 0,0 0 20 16,7 13 23-16,-7-13 15 0,3 4-8 0,-3-4 6 15,0 0-3-15,0 0-6 0,0 0 4 0,0 0 1 16,0 0-8-16,0 0-1 0,7-27-9 0,-3 18-6 15,-1 0-8-15,1 1 8 0,1-2-7 0,5-1-6 16,-3 1 3-16,1 2-8 0,-2 0-3 0,3 2-6 16,-1-1-4-16,-3 3-4 0,1 3-5 0,3-1-2 15,-9 2-5-15,13 3-1 0,-4 1-3 0,1 2-1 16,-2 1-6-16,-1 1 3 0,1 0 0 0,2 2-5 16,-5 0-13-16,3 4-28 0,-1-3-39 0,-2 0-44 15,0-2-38-15,0 0-30 0,-1 3-95 0,1-1-298 16,-1-2 132-16</inkml:trace>
  <inkml:trace contextRef="#ctx0" brushRef="#br0" timeOffset="56350.55">7840 5161 9 0,'-8'-4'207'0,"8"4"-12"16,-14 0-14-16,2 3-13 0,-1 0-8 0,2 4-3 15,-5 5-10-15,2 2-13 0,-1-2-11 0,2 1-13 0,0 1-11 16,4 0-11-16,3 0-8 0,0-2-7 0,4 0-7 16,1 0-7-16,2 0-2 0,0-2-7 0,3-2-3 15,1 0-5-15,2 0-5 0,2-3-6 16,-1-4-8-16,5 3-4 0,1-4-5 0,-2 0-5 0,1-4-5 16,3 0-1-16,-5-2-2 0,0-1-1 0,-1 0 1 15,-1-3 3-15,1 2-3 0,-1-9 2 0,-1 0-1 16,-4-2 3-16,0 0 4 0,-2-2-4 0,-3-6 6 15,1 1 2-15,-1 1 6 0,-3-3 0 0,3 1 9 16,-3-1 7-16,0 2 3 0,1-1 7 16,1 0 4-16,0 9 3 0,1 0 9 0,1 7 12 15,-1 1-5-15,1 3-8 0,0 7-10 0,0-10-10 0,0 10-5 16,0 0-4-16,0 0-2 0,0 0-5 0,13 30-3 16,-7-7 1-16,3 4-1 0,-1 2 0 0,-2-3-2 15,1 3-3-15,0-2-1 0,-1 1 3 16,1-1-4-16,-1-1 0 0,2 0-22 0,0-4-36 0,-3-3-42 15,2 5-54-15,2-5-76 0,1 0-64 0,-2-2-155 16,1-2-472-16,1-3 209 0</inkml:trace>
  <inkml:trace contextRef="#ctx0" brushRef="#br0" timeOffset="62066.98">9298 4959 117 0,'0'0'195'16,"-6"-7"-1"-16,6 7-11 0,-5-6-7 0,5 6-10 0,0 0-15 15,-5-6-13-15,5 6-11 0,0 0-15 0,0 0-6 16,0 0-9-16,11-8-5 0,-11 8-6 16,19-4-4-16,-1 3-6 0,4-2-14 0,-3 3-5 15,11 0-7-15,-10-1-13 0,3-1-16 0,-3 2-12 16,1 0-23-16,-1 0-14 0,0 0-23 0,-3-1-28 0,1 2-20 16,1 1-24-16,-6-4-28 0,6 2-16 0,-7 2-104 15,-1-1-293-15,-3-2 130 0</inkml:trace>
  <inkml:trace contextRef="#ctx0" brushRef="#br0" timeOffset="62566.82">9600 4904 50 0,'0'0'163'0,"-10"2"-6"0,10-2-7 0,0 0-13 16,0 0-17-16,0 0-14 0,0 0 2 0,0 0-15 15,0 0-9-15,-7 3-8 0,7-3-6 0,0 0-10 16,0 0-7-16,0 0-2 0,0 0-8 0,-2 7-7 16,2-7 2-16,-4 12-6 0,3-2-4 0,1-1 6 15,-2 1-4-15,1 7 5 0,1-2-4 0,0 5-1 16,-1-4-5-16,1 0 1 0,0-1-5 0,0 3 1 16,0-1 2-16,1-1-5 0,2-2-3 0,-2-1-2 15,-1-1 0-15,2 1-2 0,0 0-2 0,-1-3 5 16,0 1-4-16,-1 0 3 0,3-2-3 0,-3-1-6 0,1 0 1 15,-1-8 2-15,1 12-4 0,1-7 1 16,-2-5 1-16,0 10 3 0,0-10-5 0,2 7 0 16,-2-7 4-16,3 6-1 0,-3-6 3 0,0 0 2 15,0 0-1-15,0 0-5 0,0 8 0 0,0-8 6 0,0 0-5 16,0 0-3-16,0 0-2 0,0 0-3 16,0 0 0-16,0 0-5 0,-19-6-9 0,19 6-4 15,-12-7 5-15,6 3 4 0,-2 1-6 0,8 3 10 16,-17-6-6-16,6 2-3 0,2 3 11 0,-1 0-3 15,-2-3 0-15,2 1 7 0,2 2-2 0,8 1-4 16,-14-2 2-16,8 1-5 0,6 1 7 0,-10-2 3 0,10 2 1 16,-10-1-3-16,10 1-4 0,0 0 0 15,0 0-1-15,0 0 1 0,0 0 0 0,0 0 4 16,0 0-2-16,0 0-2 0,0 0 2 0,0 0 2 16,24 7 3-16,-6-3-6 0,1-4 5 0,3 0 0 15,6-1-9-15,2 1-31 0,0-1-19 0,-2 1-22 0,1 0-38 16,1-2-29-16,-2 1-114 0,-10 2-282 15,10-2 125-15</inkml:trace>
  <inkml:trace contextRef="#ctx0" brushRef="#br0" timeOffset="64452.44">10285 5141 14 0,'0'0'39'0,"0"0"3"0,0 0-6 0,0 0 1 15,0 0 3-15,0 0-9 0,0 0-6 16,0 0 7-16,0 0-9 0,0 0 1 0,0 0 3 0,0 0-6 15,0 0 2-15,0 0-4 0,0 0 2 16,0 0-5-16,0 0 1 0,0 0 2 0,0 0-6 0,0 0 5 16,0 0-8-16,0 0 3 0,0 0-6 0,0 0 6 15,0 0-11-15,0 0 18 0,0 0-19 16,0 0 2-16,0 0 2 0,0 0-3 0,0 0 1 16,0 0-5-16,0 0-3 0,0 0 1 0,0 0-8 15,0 0-9-15,0 0-1 0,0 0 6 0,0 0-4 16,0 0-4-16,0 0 1 0,0 0-7 0,0 0 0 0,10-4-4 15,-10 4-29-15,0 0-67 0,0 0 31 0</inkml:trace>
  <inkml:trace contextRef="#ctx0" brushRef="#br0" timeOffset="65233.68">10341 5153 63 0,'0'0'150'0,"0"0"-12"16,0 0 0-16,0 0-7 0,0 0-9 0,0 0-4 15,0 0-6-15,0 0-4 0,0 0-5 0,0 0-10 16,0 0-6-16,0 0-9 0,0 0-3 0,0 0-6 16,0 0-5-16,0 0-8 0,0 0-5 0,0 0-8 15,0 0-2-15,0 0-1 0,-16-14-9 0,16 14 3 16,0 0-6-16,-7-2-1 0,7 2-6 0,0 0-1 15,0 0-3-15,-14 1-3 0,14-1 1 0,-13 1 1 16,13-1-8-16,-10 4-2 0,4-3-1 0,6-1 2 16,-13 6-4-16,8-3 1 0,-2 0 2 0,2 2-6 15,-2 0 4-15,3-1-2 0,-1 1 0 0,0 3-1 16,1-2 2-16,1 4-1 0,-1-4 0 0,2 2-3 16,-2 0 2-16,3-1 6 0,1-7-7 0,-3 12 0 15,4-5 2-15,-1-7-4 0,0 0 2 0,7 19 2 16,-7-19-1-16,5 9 1 0,0-7-4 0,0 2 4 15,0 0 4-15,2-1 2 0,1 0-3 0,0-1-1 16,1 0 0-16,1-1 1 0,1 2-3 0,-4-4 0 16,2 2-4-16,-9-1 1 0,17-3 0 0,-9 2 8 15,-3-3-5-15,3 0 2 0,-2-1 1 0,0 1 0 16,-1-1 0-16,0-2 0 0,3-2-2 0,-3 1 0 16,-1-1-1-16,0-2-1 0,0 0-1 0,-2 1 2 15,1-2 1-15,-2-1-1 0,3 2-2 0,-3-5-1 16,0 1 0-16,-1-2 1 0,3 1 0 0,-3 0-1 15,-1 1 1-15,1-2-2 0,0 5 6 0,0-2 0 16,0 4 1-16,0 0 4 0,0 0 6 0,0 1 8 16,0 9 2-16,0-10-4 0,0 10-3 0,-2-10-1 15,2 10-5-15,-1-7-4 0,1 7 0 0,0 0-8 16,0 0 2-16,0 0-1 0,0 0 0 0,0 0-1 16,0 0 5-16,4 32-6 0,-4-18 5 0,4 1-4 15,-3 2 2-15,-1-2 1 0,1 1-3 0,1-1 0 16,-1 1 1-16,-1-3-2 0,1 0 1 0,0-1 3 15,-1 1-3-15,0-2 3 0,0 1 3 0,2 5-29 16,-4-6-24-16,4 0-33 0,-2 0-45 0,0-1-40 16,0 1-169-16,0-11-363 0,-2 21 161 0</inkml:trace>
  <inkml:trace contextRef="#ctx0" brushRef="#br0" timeOffset="65532.85">10713 5098 48 0,'3'-6'218'0,"-3"6"-17"0,0 0-9 16,0 0-17-16,0 0-15 0,0 0-21 0,0 0-10 16,0 0-12-16,0 0-10 0,0 0-9 0,-30 11-9 15,21-1-5-15,-5 1-8 0,4 1-3 0,-2-1-3 16,-2 2-3-16,4 0-7 0,-1-1-8 0,2-1 0 15,4-1-10-15,1 0 1 0,-3-1-8 0,2 1-5 16,3 1-3-16,-1-3-2 0,3 2-2 0,0-3 5 16,0-7-6-16,4 15-4 0,1-8-1 0,1 2-1 15,5-4-4-15,-1 0-16 0,3 2-29 0,2-1-28 16,3 0-48-16,1-6-30 0,0 0-30 0,2 1-23 16,-1 1-115-16,2-2-332 0,0-3 148 0</inkml:trace>
  <inkml:trace contextRef="#ctx0" brushRef="#br0" timeOffset="66282.99">11353 5046 39 0,'0'0'181'0,"0"0"-6"0,0 0-5 0,0 0-7 0,0 0-16 15,0 0-8-15,0 0-11 0,0 0-9 16,0 0-5-16,0 0-13 0,0 0-9 0,0 0-7 16,0 0-5-16,0 0-6 0,0 0-6 0,0 0-7 0,0 0-1 15,0 0-1-15,0 0-6 0,0 0-6 0,0 0-3 16,0 0 7-16,0 0-7 0,0 0-2 0,0 0-2 16,0 0 4-16,0 0-13 0,0 0 1 15,0 0-4-15,0 0-3 0,0 0 1 0,0 0-6 16,0 0-2-16,0 0 1 0,0 0-7 0,0 0 10 0,0 0-2 15,0 0-4-15,0 0 0 0,0 0 4 0,0 0-7 16,0 0 0-16,0 0 3 0,0 0-3 0,0 0-3 16,0 0 7-16,0 0 0 0,0 0-1 15,0 0-2-15,0 0 3 0,0 0-5 0,0 0 6 16,0 0-6-16,0 0 0 0,-6-3-3 0,6 3 3 16,0 0-5-16,0 0 6 0,0 0-4 0,0 0 3 15,0 0 1-15,0 0-2 0,0 0 4 0,0 0-8 16,0 0 0-16,0 0-1 0,0 0 1 0,0 0-1 15,0 0-2-15,0 0 2 0,0 0-1 0,0 0 1 16,0 0 0-16,0 0 2 0,0 0-5 0,0 0 0 16,0 0 2-16,0 0 0 0,0 0 0 0,0 0-1 0,0 0-1 15,0 0 0-15,0 0 1 0,0 0-3 0,0 0 4 16,0 0-3-16,0 0-1 0,0 0 2 16,0 0-4-16,0 0 6 0,0 0-5 0,0 0 1 15,0 0-3-15,0 0 1 0,0 0 2 0,0 0-2 16,0 0-1-16,0 0 3 0,0 0-3 0,0 0 2 0,0 0 0 15,0 0-1-15,0 0 1 0,0 0-1 0,0 0 2 16,0 0-1-16,0 0 0 0,0 0 9 16,0 0-8-16,0 0-2 0,0 0-5 0,0 0-8 0,0 0-18 15,0 0-13-15,0 0-26 0,0 0-18 16,0 0-33-16,0 0-34 0,0 0-39 0,0 0-36 16,0 0-134-16,0 0-395 0,-13 7 175 0</inkml:trace>
  <inkml:trace contextRef="#ctx0" brushRef="#br0" timeOffset="67183.55">11058 5436 54 0,'0'0'119'16,"0"0"7"-16,0 0 2 0,0 0-12 0,-8 17-6 15,7-10-20-15,-3 2 1 0,-1 2-16 0,-1-2-9 16,-2 6-11-16,-1-1-1 0,-1 1-40 16,-2-2-44-16,1 2-59 0,-7 3-75 0,4-6-177 15,-1-1 79-15</inkml:trace>
  <inkml:trace contextRef="#ctx0" brushRef="#br0" timeOffset="70827.7">11850 4866 42 0,'0'0'58'0,"0"0"1"16,0 0-14-16,0 0 1 0,0 0-1 0,0 0-11 16,0 0 3-16,0 0-5 0,0 0-11 0,0 0 3 15,0 0 4-15,0 0-1 0,0 0-7 0,0 0-1 16,0 0-5-16,0 0 3 0,0 0 1 0,0 0-5 15,0 0-1-15,0 0-8 0,0 0 5 0,0 0 2 16,0 0-10-16,0 0 7 0,0 0 4 0,0 0-16 16,0 0 10-16,0 0-3 0,0 0 1 0,0 0-2 15,0 0-2-15,0 0 7 0,0 0-3 0,0 0 5 16,0 0-8-16,0 0 1 0,0 0-3 0,0 0-2 16,0 0 1-16,0 0 3 0,0 0-12 0,0 0 0 15,0 0-4-15,0 0 5 0,0 0-1 0,0 0-11 16,0 0-1-16,0 0-10 0,0 0-5 0,0 0-4 15,0 0-37-15,0 0-84 0,0 0 37 0</inkml:trace>
  <inkml:trace contextRef="#ctx0" brushRef="#br0" timeOffset="72633.14">11790 4763 43 0,'0'0'56'0,"0"0"-8"0,0 0 9 16,0 0-2-16,0 0 4 0,0 0 3 15,0 0-6-15,0 0 5 0,0 0 2 0,0 0 6 16,0 0 1-16,0 0 5 0,0 0-9 0,0 0 0 16,0 0 7-16,0 0-10 0,0 0 1 0,0 0 4 15,0 0 5-15,0 0-3 0,0-10 3 0,0 10-5 0,0 0 2 16,0 0-2-16,0 0-2 0,0 0-5 15,0 0-5-15,0 0-8 0,0 0-6 0,0 0-1 16,0 0-11-16,0 0-5 0,0 0-4 0,0 0 0 16,0 0-1-16,0 0-3 0,0 0-5 0,13 17-2 15,-8-6 2-15,4-1-1 0,-2 6-3 0,0 1 1 16,1 0-1-16,3 6 1 0,-2 1-2 0,2-1 0 16,-1-6 1-16,-3 1-1 0,1-3 0 0,2 2 1 15,-3 0-6-15,1-3 0 0,-3-4 3 0,-1 2-1 16,3-1 3-16,-2-3-1 0,1 2-3 0,-4-3 1 15,2-1 0-15,1-1-3 0,-3 1 6 0,-2-6-1 0,8 7-4 16,-8-7-1-16,2 8 5 0,-2-8-9 0,3 4 9 16,-3-4 13-16,0 0 18 0,0 0 19 15,0 0 19-15,5 4 14 0,-5-4-8 0,0 0-5 16,0 0-10-16,5-15-6 0,-2 6-6 0,2-2-6 16,1 0-4-16,-3-4-7 0,2-2 1 0,0-1-9 0,4-6 1 15,-5 6-7-15,6-6-3 0,-2 0-4 16,1 2 1-16,-3 2-3 0,2-4-2 0,-3 5-3 15,1 3 4-15,0 2-6 0,-3 4 0 0,2 3-5 16,-2 2-17-16,-3 5-23 0,2-9-23 0,-2 9-23 16,4-5-8-16,-4 5-9 0,0 0-23 0,0 0-16 15,4 19-31-15,-4-7-28 0,0 6-165 0,-2 6-395 0,2 1 175 16</inkml:trace>
  <inkml:trace contextRef="#ctx0" brushRef="#br0" timeOffset="73099.45">12367 5005 104 0,'0'0'194'0,"-3"-12"-11"0,3 12-7 0,-6-6-6 16,6 6-9-16,-8-4-12 0,8 4-19 0,-10 0-8 15,10 0-11-15,-18 4-9 0,7 2-13 0,-2 0-9 16,-1 2-7-16,-2 3-6 0,3 2-3 0,-1-2-6 15,3 2-9-15,-2 1-6 0,4-5-3 0,2 1-4 16,0 0-5-16,3-2 0 0,-2 1-2 0,3-1-6 16,3-3 0-16,0-5-3 0,2 14 1 0,0-10-1 15,3 1-2-15,2 0-2 0,3-1 2 0,2-1-2 16,-1-2-1-16,3 1-2 0,-1-4 1 0,2 1-4 16,4-2-2-16,-1-2 0 0,-2-3 1 0,0 2-4 15,-4-1 2-15,-2 0-1 0,4-5 4 0,-4-1-7 16,0 2 4-16,-2-3-2 0,1 0 1 0,-4-3-1 15,1-1-2-15,0 0 3 0,0 0-2 0,-4 0-2 16,2-7 5-16,-1 7-2 0,-3 0 4 0,4 0 0 16,-4 0 6-16,0 5 10 0,2 2 3 0,-2 1 2 15,0 4-1-15,0 6-4 0,0-10-1 0,0 10-9 16,2-9-4-16,-2 9-4 0,0 0-1 0,0 0 6 16,0 0-7-16,0 0-2 0,6 31 2 0,-6-14-1 15,0-1 0-15,2 4 5 0,-2 5-6 0,0-6-1 16,0 1 4-16,0 6-6 0,0-7-13 0,0-1-28 15,0-1-20-15,0-2-32 0,0 3-31 0,2-5-40 16,-2 0-44-16,2-1-161 0,0-2-398 0,3-1 177 16</inkml:trace>
  <inkml:trace contextRef="#ctx0" brushRef="#br0" timeOffset="73350.63">12870 4941 183 0,'-6'-6'181'0,"6"6"-11"16,0 0 2-16,-27 10-11 0,15-4-8 0,1 4-5 15,-6 2-2-15,1 0-6 0,2 2-12 0,-2 1-10 16,5-2 6-16,-3 2-22 0,4-2-8 0,3-1-8 16,0 2-13-16,4 3-5 0,-1-8-4 0,4 3-5 15,4-2-4-15,-1 0-8 0,4 1-3 0,4 2-7 16,2-6-19-16,5 3-32 0,1-3-36 0,8-2-36 15,-1 0-46-15,1-3-33 0,2 1-29 0,-6 1-128 16,-3-2-348-16,6-2 153 0</inkml:trace>
  <inkml:trace contextRef="#ctx0" brushRef="#br0" timeOffset="73518.82">13371 5168 165 0,'0'0'234'0,"-4"17"-15"0,-1-6-10 0,-1-1-11 16,-4 5-28-16,1-1-12 0,-1-2-19 0,-2 2-11 15,-1 2-28-15,2-1-52 0,-3 0-55 0,3-1-78 16,-1-1-71-16,-1 1-98 0,4-5-274 0,-2 1 121 16</inkml:trace>
  <inkml:trace contextRef="#ctx0" brushRef="#br0" timeOffset="74516.37">13877 4814 42 0,'-8'-7'190'0,"8"7"0"0,-2-6 4 16,2 6 5-16,0 0-13 0,-8-5-11 0,8 5-13 15,0 0-10-15,0 0-17 0,0 0-13 0,0 0-15 16,0 0-11-16,0 0-11 0,13-7-5 0,-2 6-8 15,7-2-7-15,4 3-8 0,6-2-12 0,5 1-17 0,1-2-25 16,-1 2-29-16,-1-4-25 0,0 4-35 16,-1-1-27-16,-6 2-38 0,-1 0-18 0,-5 0-130 15,-6 0-323-15,0 0 144 0</inkml:trace>
  <inkml:trace contextRef="#ctx0" brushRef="#br0" timeOffset="74850.27">14124 4775 120 0,'0'0'136'0,"-7"9"-3"16,5 0-6-16,-3 4 10 0,3 2-13 0,-1 3-7 15,1 7 6-15,2 2 9 0,-1 0-14 0,-2 1-1 16,3-3-9-16,-2 2-10 0,2-1-10 0,0 0-6 16,2-1-15-16,0-5-2 0,-1-1-8 0,0 1-4 15,1-3-3-15,-1 0-6 0,-1-5-5 0,2 4-4 16,-2-6-3-16,-2 2 1 0,2-3-1 0,0-9-10 15,0 13-12-15,0-7-15 0,0-6-10 0,0 0-9 16,-5 13-24-16,5-13-7 0,-9 7-32 0,9-7-5 16,-14 2 5-16,14-2 0 0,-17-2 5 0,17 2 15 15,-20-9 4-15,13 4 25 0,0 0 6 0,0 3 26 16,1-2 13-16,1 0 17 0,5 4 3 0,-8-5 3 16,8 5 0-16,0 0-4 0,-8-5-3 0,8 5-5 15,0 0 2-15,0 0 0 0,0 0 9 0,0 0-1 16,0 0 0-16,23-2 5 0,-9 2-7 0,3 3 1 15,6-3 0-15,4 0-7 0,0 0-3 0,3-1-37 16,-3 1-53-16,3-3-51 0,1 3-169 0,-3 0-316 16,0-1 140-16</inkml:trace>
  <inkml:trace contextRef="#ctx0" brushRef="#br0" timeOffset="75250.07">14463 5348 34 0,'0'0'241'0,"11"-5"-1"0,-2-1-3 16,0 0-2-16,0-1-9 0,0-3-6 0,1 6-13 16,1-4-11-16,-3-1-15 0,6-2-22 0,-3 3-1 15,-2 0-9-15,4-4-16 0,-5 3-13 0,0 1-15 16,-2-2-8-16,0 1-8 0,-2-4-8 0,0 3-10 16,-3-2-10-16,-1 2-8 0,-1-2-3 0,-3 0-8 15,2 1-9-15,-5 0-2 0,0 2-2 0,-1-1-6 16,-1 1 0-16,-3 2-7 0,1 1 0 0,-3 1 1 15,3-1-9-15,0 3 5 0,1 0-5 0,4 0-4 16,6 3-6-16,-13-2-9 0,9-1-4 0,4 3-22 16,0 0-4-16,0 0 5 0,0 0 0 0,0 0 7 15,0 0 2-15,0 0 0 0,26 9 1 0,-12-6 4 16,1 1 2-16,3 1 3 0,1-1 1 0,-2 3-3 16,-1 0 5-16,1 1-2 0,-2 1 3 0,-1 1 3 15,-5-1 0-15,1-1 1 0,-3 1-1 0,2 1 2 16,-3 1-1-16,2 0 10 0,-4 0-7 0,0 1 2 15,1 0 1-15,-3-1 0 0,0-2 3 0,0 2 0 16,-2-1-24-16,0 0-34 0,0-10-46 0,0 22-55 16,0-13-51-16,-2 0-216 0,2-9-462 0,0 17 204 15</inkml:trace>
  <inkml:trace contextRef="#ctx0" brushRef="#br0" timeOffset="76049.66">14883 5197 69 0,'0'0'185'16,"0"0"-9"-16,0 0-1 0,11 7 1 0,-11-7-4 15,4 9-2-15,-4-9-1 0,1 8 0 0,-1-8-15 16,2 10-10-16,-2-10-13 0,2 7-9 0,-2-7-14 16,0 0-2-16,2 8-4 0,-2-8 8 0,0 0 1 15,0 0 9-15,0 0 2 0,0 0 1 0,0 0 5 16,0 0-7-16,0 0-15 0,0 0-10 0,0 0-7 15,0 0-7-15,0 0-10 0,0 0-3 0,0 0-14 16,-21-17-4-16,19 11-7 0,3-3-5 0,-1 9-3 16,-1-15-4-16,3 2-5 0,1-1-13 0,6-2-5 15,0 2-3-15,0-1 7 0,2 2-10 0,-2 4-2 16,0 0-4-16,1 2 5 0,-2 2-5 0,2 0 1 16,-2 4-4-16,4 0 0 0,-1 2-3 0,0 3 2 15,2-1-1-15,-3 3 1 0,2 3-1 0,-4-2 0 16,-1 3 1-16,2-2 2 0,-3 1 1 0,2 0 1 15,-3 1 0-15,0-3-1 0,-2-1 1 0,1 3 1 16,-4-9 2-16,7 11 3 0,-7-11-4 0,4 9 5 16,-4-9 9-16,0 0-13 0,4 7 9 0,-4-7-7 15,0 0 4-15,0 0 3 0,0 0-1 0,5 6 1 16,-5-6-1-16,0 0-5 0,0 0 0 0,0 0 2 16,0 0-4-16,0 0-3 0,-2-22-2 0,4 15-11 15,-1 0-4-15,2-2-2 0,2-3 2 0,-1 0 2 16,5-2-5-16,1-1-1 0,-1 3 4 0,4-3-10 15,0 2 0-15,1 2 11 0,-7 3-10 0,2 3 2 16,3-3 1-16,-3 6 0 0,-2 0 2 0,1 2-1 16,-8 0 1-16,15 6 5 0,-7-1-1 0,0 1 4 15,-1 2 1-15,0 0 2 0,-2 2-1 0,0-1 2 16,0 3 1-16,-1-3 1 0,0 1 4 0,0-3-4 16,-2 1 8-16,1-1-2 0,1-1 0 0,-1-1 1 15,1 0 3-15,0 0 4 0,3-2 1 0,-7-3 1 16,16 3-1-16,-8-3 1 0,1 0 0 0,2-2 0 15,1 1-3-15,-1-2 2 0,2-1-1 0,-4-1 2 16,5-1-4-16,-4-1 2 0,0 1-2 16,-1-2-1-16,0-1 1 0,-2 0-2 0,-1-2-6 0,-1 1 1 15,0-1-5-15,-1 2 2 0,-1-3 2 0,1 4 0 16,-3 1-2-16,-1 7 2 0,1-11-1 0,0 5-4 16,-1 6-1-16,0 0 1 0,-1-9 1 0,1 9-1 15,0 0-1-15,0 0 2 0,0 0 0 0,-17 19-1 16,11-9 7-16,-2-1-4 0,2 2 0 0,1 0 1 15,0 0-1-15,0 5 2 0,-2-6 2 0,5 2-7 16,-2 1 5-16,3-2-1 0,-1 0 3 0,0 1-3 16,1 2 0-16,-2-4-2 0,2 2-2 0,-1-5-3 15,1 3 0-15,-2 2 2 0,2-2-12 0,-1-1-5 16,-2-1-15-16,1 3-14 0,3-11-13 0,-6 17-27 16,1-9-31-16,-2 1-30 0,2-2-24 0,-2 0-25 15,-1-1-170-15,2 3-408 0,6-9 181 0</inkml:trace>
  <inkml:trace contextRef="#ctx0" brushRef="#br0" timeOffset="76272.42">15896 5287 123 0,'2'8'178'0,"-2"-8"-23"0,0 0-15 15,0 16-4-15,-3-9-25 0,0 0-23 0,-2 2-36 16,-1-2-56-16,-3 0-54 0,1 2-96 0,-2 0-167 16,-1-2 75-16</inkml:trace>
  <inkml:trace contextRef="#ctx0" brushRef="#br0" timeOffset="82451.19">16345 4885 118 0,'0'-6'217'0,"0"6"1"15,0-13-11-15,-1 7-9 0,1 6-24 0,0 0-14 16,0-13-18-16,0 13-17 0,0 0-13 0,-3-5-14 15,3 5-13-15,0 0-6 0,0 0-10 0,0 0-8 16,3 33-2-16,-1-13-8 0,-2-1-3 0,1 7-4 16,1 0-6-16,-4 0-3 0,5-1 0 0,-3 0-5 15,-1-6-4-15,2-1-3 0,0 2 0 0,1-2-4 16,-2-1-1-16,1 0-1 0,-1 1 4 0,0-4-4 16,0 4-6-16,0-3 4 0,0-4-11 0,0 2-22 15,0-1-24-15,-1-3-23 0,-1 3-34 0,2-12-25 16,-2 12-22-16,2-12-17 0,-4 10-12 0,1-6-120 15,1 1-318-15,2-5 141 0</inkml:trace>
  <inkml:trace contextRef="#ctx0" brushRef="#br0" timeOffset="82683.67">16356 4941 104 0,'16'-11'132'16,"-3"1"-11"-16,1 0 1 0,2 2-17 0,-4 5-5 15,0 0-5-15,0 2-13 0,2 1-6 0,-4 2-7 16,-1 0-3-16,-2 1-10 0,3 4-6 0,-4-1-5 16,2 0-6-16,-3 4-1 0,-1-1-5 0,-3 2 6 15,0-2-6-15,-3 4-3 0,-3-1 0 0,-4 1-2 16,-2 1-1-16,-2-2-1 0,-3 0-9 0,-2 0 1 16,4-1-13-16,-4 0-19 0,2-3-28 0,2-3-33 15,2 0-21-15,1-2-32 0,0 1-78 0,1-3-222 16,1-1 99-16</inkml:trace>
  <inkml:trace contextRef="#ctx0" brushRef="#br0" timeOffset="82866.41">16694 4931 72 0,'19'-4'133'0,"-1"0"-5"0,4-1-23 0,-5 2-8 0,0 1-14 15,-2-1-12-15,1 2-12 0,3-2-27 0,-8 2-30 16,0 0-19-16,-3 1-8 0,-8 0-17 0,15 0-12 16,-15 0-9-16,7 1-35 0,-7-1-104 0,8 1 47 15</inkml:trace>
  <inkml:trace contextRef="#ctx0" brushRef="#br0" timeOffset="83166.27">16897 4906 234 0,'0'0'0'0,"0"0"8"0,0 0 9 0,-27 3 16 16,27-3 1-16,-11-1 24 0,11 1 10 0,-11-2 9 15,11 2-8-15,0 0-3 0,-11 2-7 0,11-2-14 16,-5 5 6-16,5-5-3 0,-6 8 2 0,3 5 18 15,3-2 0-15,0 5 10 0,-3 1 7 0,3 3-6 16,0-3-5-16,2 2-8 0,-2-2-3 0,0 1-4 16,1-1-8-16,0 0 0 0,2-1-8 0,-3 1-2 15,1-3-6-15,0-1-2 0,2-2-3 0,-2 0 1 16,-1 0-13-16,-1-1 5 0,1 0 4 0,-3-2-11 16,1 0 7-16,-1-2-3 0,-2 3-11 0,1-3 3 15,-1-2-6-15,0 2-4 0,-4-3-4 0,9-3-1 16,-13 0 6-16,5 0-6 0,0 2 2 0,8-2-6 15,-16-4 8-15,16 4-1 0,-10-3-5 0,10 3 9 16,-9-4 0-16,9 4-7 0,-8 0 6 0,8 0-5 16,0 0 1-16,0 0-1 0,0 0 0 0,0 0 3 15,0 0-4-15,0 0 0 0,30-5-3 16,-17 4-12-16,6 0-20 0,0 0-21 0,2-2-23 0,8-1-29 16,-7 3-28-16,7-2-120 0,-2-1-282 0,-8 2 125 15</inkml:trace>
  <inkml:trace contextRef="#ctx0" brushRef="#br0" timeOffset="83483.73">17115 5002 144 0,'0'0'182'0,"2"-7"-20"0,-2 7-20 16,0 0-15-16,0 0-17 0,0 0-11 0,0 0-1 15,0 0-5-15,14 24 16 0,-5-9-10 0,-3 4-1 16,3 3-4-16,-2-2-7 0,4 3-4 0,-5-4-5 15,2-1-3-15,-1 0-3 0,0 0-4 0,-1-3 4 16,1 0-5-16,-2-3-5 0,-1-5-7 0,0 2-5 16,1-4 0-16,-3 2-2 0,1-2 0 0,-3-5 2 15,4 8 11-15,-2-4 11 0,-2-4 11 16,0 0 10-16,4 5 12 0,-4-5-9 0,0 0-14 0,0 0 2 16,10-10-14-16,-6 5-4 0,0-2-12 0,2-3-7 15,1-4-5-15,2-2 6 0,0 0-13 0,2-7-6 16,-2 7-14-16,5-9-14 0,-4 2-4 0,2-2-17 15,2 4-5-15,-4 5-15 0,0 2-36 0,-5 3-23 16,1 1-42-16,-2 6-49 0,-1-1-47 0,-3 5-26 16,0 0-156-16,0 0-453 0,0 0 201 0</inkml:trace>
  <inkml:trace contextRef="#ctx0" brushRef="#br0" timeOffset="83650.75">17544 5402 121 0,'0'9'236'0,"-2"0"-19"0,0 2-14 0,-4 0-21 0,-1 0-21 15,-3 2-15-15,-2 3-13 0,1-2-18 0,-2-1-42 16,-1 1-57-16,0 0-61 0,1-1-74 0,-1 0-122 16,0-1-259-16,3-5 115 0</inkml:trace>
  <inkml:trace contextRef="#ctx0" brushRef="#br0" timeOffset="97701.9">18465 4781 2287 0,'4'-17'117'0,"-2"6"-65"0,0-1-5 0,-4 2-19 16,2 0-8-16,2 1-11 0,0 3 4 0,-2 6-5 15,0 0-5-15,-2-14 2 0,2 14-2 0,-3-5-2 16,3 5-1-16,0 0-2 0,0 0 7 0,-19 20 15 16,6 4 2-16,-3 2-17 0,-6 17 1 0,-1 1 0 15,-3 4 8-15,2-2 1 0,0 1 1 0,2 1-2 16,3-6 5-16,7-10-7 0,0 0 6 0,4 1-9 16,3-3 0-16,1 1 0 0,5-5-1 0,3 1 1 15,4-2-24-15,2-4-25 0,3-3-33 0,7 1-41 16,7-2-55-16,-1-5-42 0,2-2-154 0,4-3-394 15,0-3 175-15</inkml:trace>
  <inkml:trace contextRef="#ctx0" brushRef="#br0" timeOffset="98133.71">18944 5048 165 0,'3'-7'294'0,"-3"7"-32"0,3-5-27 0,-3 5-24 15,0 0-24-15,0 0-18 0,0 0-17 0,-16 25-14 16,6-12-14-16,0 2-9 0,-1 4-11 0,-3 2-8 16,5-4-16-16,2 0-2 0,0-2-13 0,1 0-5 15,4-3-3-15,-2-1-4 0,2 0-6 0,0-1-2 16,2-1-5-16,-3-3-4 0,3-6-2 0,-2 9-2 16,2-9 2-16,0 0 20 0,0 0 22 0,-2 13 19 15,2-13 8-15,0 0-13 0,0 0-2 0,0 0-13 16,0 0-13-16,3-41-11 0,-2 24 1 0,3-2-8 15,0-5-1-15,1-4-6 0,4 1-5 0,-4-5-9 16,3-1-8-16,-1-1-10 0,9-10-3 0,-3 12 0 16,-2 0 3-16,2 3-4 0,0 4 0 0,-1 4-1 15,-1 4 2-15,-5 3-5 0,2 5 1 0,-3 1 1 16,-1 2-8-16,1 2 3 0,-5 4 2 0,10 0-5 16,-10 0 7-16,17 11 2 0,-7 5 0 0,-1 2-10 15,3 6 0-15,-1 6 3 0,-2-2 2 0,-2-1 0 16,1 0 2-16,-2-1-1 0,1 1-3 0,-2-2 5 15,-1-6-2-15,0 0 7 0,-1 2-4 0,3-3 5 16,-3 0-1-16,2 0-6 0,-1-2-25 0,0 0-29 16,-1-5-43-16,-2 2-34 0,0-1-38 0,0-2-61 15,-1 0-34-15,0 2-199 0,0-12-505 0,-5 16 225 16</inkml:trace>
  <inkml:trace contextRef="#ctx0" brushRef="#br0" timeOffset="98300.22">18891 5100 90 0,'6'-4'176'0,"0"-1"-18"15,6 2-22-15,6-3-11 0,0 3-14 0,3 1-23 16,8 0-29-16,-1 2-28 0,-2 6-19 0,-5-4-19 16,7 1-24-16,-1 6-24 0,0-3-19 0,-9 1-63 15,-2-1-148-15,2 0 66 0</inkml:trace>
  <inkml:trace contextRef="#ctx0" brushRef="#br0" timeOffset="98834.73">19256 5138 289 0,'0'0'46'0,"10"3"30"15,-10-3 31-15,11 0 10 0,-11 0 2 0,0 0 2 16,9-7 1-16,-8 1 2 0,3 2 3 0,-4 4 7 16,5-13-2-16,-3 7-10 0,2-4-4 0,-1 0-13 15,-1-1-10-15,0 1 1 0,0-3-2 16,1 0-5-16,1-2-11 0,-1-2-6 0,-3 2-10 0,3-1-2 16,-3 4-3-16,2 0-1 0,0 1-5 0,-2 2-1 15,1-1-4-15,-1 10-6 0,1-11-7 0,-1 11-5 16,0-8 4-16,0 8-12 0,0 0-5 0,0 0 0 15,0 0-4-15,0 0 1 0,0 0-4 0,-21 23 6 16,13-8-6-16,0-1 1 0,2 5-2 0,2-7-2 16,1 3-1-16,3 2-1 0,0 0 3 0,0-1-2 15,3-5 0-15,1 0-1 0,0 1 0 0,1 0 0 16,0-1-2-16,3 3 1 0,-5-3-4 0,3 0 5 16,-3-1-2-16,0-2 1 0,2 0-7 0,-4 2-2 15,0-3-5-15,-1-7-2 0,2 13-3 16,-2-10 1-16,0-3 2 0,-3 9 6 0,3-9-2 15,0 0 4-15,-7 9 0 0,7-9 0 0,0 0 0 0,0 0 2 16,0 0-3-16,0 0 0 0,0 0-1 0,0 0-4 16,0 0 3-16,11-33-4 0,-3 24-2 0,2-5-1 15,5 0-2-15,0-2-1 0,2-3-1 0,1 0 2 16,1 1-3-16,0-3 6 0,-4 7 0 0,1-6 0 16,-2 7 4-16,0-2-1 0,-2 3 4 0,-3 3-2 15,-2-1-4-15,1 2 7 0,-3-1 3 0,-1 4 2 16,0 1-1-16,-4 4 2 0,5-7 6 0,-5 7-8 15,5-6-1-15,-5 6-4 0,0 0-1 0,0 0 1 16,0 0 3-16,0 0 1 0,0 0-1 16,-4 24 0-16,2-14-1 0,2 2 0 0,1 0 1 15,-1 0 4-15,1 2-3 0,4 0 0 0,-5-1-2 0,0-1 5 16,2 4 0-16,0-5-2 0,-2 3 6 0,0-2 0 16,1 0-5-16,-1-2 5 0,-1 1-4 0,0-1 3 15,0-1-6-15,1 1-18 0,0-10-17 16,-2 16-22-16,2-16-36 0,-3 10-39 0,3-10-26 15,0 0-9-15,-4 10-7 0,4-10-103 0,0 0-304 0,0 0 135 16</inkml:trace>
  <inkml:trace contextRef="#ctx0" brushRef="#br0" timeOffset="99150.45">19719 5021 189 0,'5'-7'237'0,"0"2"-5"15,-4-2-12-15,2 1-25 0,-3 6-18 0,2-5-25 0,-2 5-16 16,0 0-12-16,0 0-15 0,0 0-7 0,0 0 8 15,3 20-10-15,-4-10-7 0,1 0-9 0,-2 0-6 16,2 0-12-16,2 0-4 0,0 1-5 16,0-1-4-16,0-1-4 0,2-2-3 0,2 0-3 15,3-1-2-15,-2 0-7 0,0 0 2 0,1-4-4 16,0 0-4-16,-1-1 0 0,-7-1-6 0,16-1 0 0,-16 1-1 16,14-6-2-16,-7 4-1 0,1-6-2 0,1 0-2 15,-3 0 7-15,0-2-8 0,-1 0-3 0,0 2 1 16,-1-2 4-16,-1 3 0 0,0 2 7 15,-3 5 0-15,4-11-6 0,-4 11-2 0,2-6-7 16,-2 6-3-16,0 0-1 0,0 0-2 0,0 0 2 0,0 0 0 16,0 23 1-16,-1-10-1 0,-2 4-4 0,2 0-21 15,0-1-35-15,-2 2-28 0,2-3-40 16,-3 1-45-16,6-4-33 0,1 4-23 0,0-6-165 16,-2 0-423-16,3-1 187 0</inkml:trace>
  <inkml:trace contextRef="#ctx0" brushRef="#br0" timeOffset="99783.28">19983 5146 38 0,'0'0'152'0,"4"-4"-7"15,-4 4-12-15,0 0-12 0,7-3 16 0,-7 3 0 16,0 0 0-16,0 0 3 0,10 7-8 0,-10-7-5 16,2 9-8-16,-2-9-7 0,4 11 1 0,-3-7-3 0,1 3-13 15,-2-7-5-15,0 0-8 0,1 9 1 0,-1-9 6 16,1 6 7-16,-1-6 17 0,0 0 8 15,0 0 23-15,0 0-3 0,0 0-18 0,0 0-9 16,0 0-14-16,0 0-10 0,0 0-5 0,0 0-9 16,0 0-13-16,-1-26-5 0,1 16-2 0,0 3-4 0,3-4-8 15,0-4 7-15,4 0-28 0,-2 3 3 0,4-2-8 16,1 2-3-16,0-2-9 0,-2 5 0 16,1 2 11-16,-3 1-17 0,2 1-2 0,0 1-8 15,-2 3-4-15,-6 1-4 0,14 3 6 0,-5 1-1 16,0 1 1-16,-4 1 3 0,0 0-5 0,0 1 10 15,3 2-9-15,-3-1 2 0,0 1 4 0,-1-4-10 0,-1 1 6 16,-1 0-2-16,2-1-2 0,-4-5-15 16,5 7 0-16,-5-7 8 0,4 7-4 0,-4-7 7 15,0 0-3-15,4 6-2 0,-4-6-1 0,0 0-1 16,0 0-3-16,0 0-8 0,0 0-1 0,15-10 1 16,-3 3 7-16,-3 0 1 0,1-3 1 0,2 4-2 0,5-5 2 15,1 3 5-15,-4-1-2 0,3 1 0 16,-2 3 0-16,-1 0 4 0,-4 2 2 0,1 2 0 15,1 1 1-15,-1 1 0 0,0 1 1 0,-1 0 6 16,-2 2-5-16,2 4 0 0,-1-5 5 0,0 1 3 16,0-1 2-16,-1 2-2 0,-1-4 3 0,0 2 2 15,1-2 0-15,-8-1 3 0,16 0 1 0,-7-1-4 0,-3-2 6 16,6 0-1-16,-2-3 3 0,0 0 0 16,0 0-1-16,0-5 3 0,-3 2-2 0,3-1 5 15,-1-1 4-15,-2 2-1 0,-3-1 3 0,1-1-2 16,-3-2 0-16,2 4 7 0,-3 3 5 0,-1 6 3 15,0-12-5-15,0 12-4 0,-5-7-2 0,5 7-6 16,-11 1 2-16,11-1-4 0,-24 14-4 0,9-5 1 16,-1 4 1-16,2 1-3 0,-2 0-2 0,2 0-25 15,0 1-20-15,5 0-34 0,3-1-34 0,3-1-39 16,5-2-49-16,2-1-47 0,5 4-198 0,6-3-477 16,10 1 211-16</inkml:trace>
  <inkml:trace contextRef="#ctx0" brushRef="#br0" timeOffset="100352.25">21385 4987 169 0,'0'0'236'0,"-6"-10"-12"0,1 7-12 0,-3 0-9 16,-5 2-12-16,1 2-11 0,-7 4-13 0,0 0-5 15,-1 2-14-15,1 3-14 0,2-1-15 0,-6 5-11 16,4 3-6-16,4-4-11 0,3 2-7 0,0 0-10 15,3-1-12-15,3 1-2 0,3-4-6 0,1 2 5 16,4-4-9-16,1 1-12 0,3 0 7 0,0-1-5 16,5-2 3-16,0-1-15 0,2-2-3 0,4-1-2 15,1-2-2-15,0-1-3 0,1-2-1 0,-3-3-2 16,1-1 2-16,-1-4-7 0,0-3 5 0,-3 1-4 16,4-8 0-16,-7 3-5 0,2-6 5 0,0-1-7 15,-1-3 6-15,-4-2-4 0,0-1-1 0,-2-2-1 16,-1 3 4-16,-1-3 6 0,0 0 7 0,0 2 5 15,-2 1 12-15,0 3 0 0,0 7 10 0,-1 4 9 16,2 2 4-16,-2 4 1 0,1 2-15 0,-1 7-4 16,-1-9-8-16,1 9-12 0,0 0 7 0,0 0-11 15,0 0-3-15,-2 26 6 0,-1-2-9 0,-3 3-3 16,3 4 2-16,0-1-2 0,-1 2 8 0,2-4-6 16,0 1-1-16,2-2 3 0,2-6 5 0,0 3 3 15,3-6-9-15,0-1 4 0,2-2 1 0,2-1 6 16,0-1-7-16,-2-4 2 0,2-1-6 0,4-2 4 15,-1 1-3-15,0-5-3 0,1 0-6 0,1 1 3 16,0-3-7-16,3-5-1 0,-3 3-5 0,-2-2 7 16,0-2-8-16,-2 0 0 0,1-2-5 0,-1 0-1 15,-2-2 2-15,-1 3-1 0,0-3-3 0,0 1-1 16,-4 5 4-16,1 0 8 0,-4 4-8 0,4-8 2 16,-4 8-7-16,2-4 1 0,-2 4 5 0,0 0-7 15,0 0 6-15,0 0 3 0,0 0-4 0,-2 22 1 16,2-22 2-16,-2 15 5 0,1-6-3 0,1 1-8 15,0-2-28-15,1 3-39 0,1-1-30 0,-1 0-52 16,-1-10-51-16,6 13-70 0,-2-5-229 0,5-1-556 16,-4 0 247-16</inkml:trace>
  <inkml:trace contextRef="#ctx0" brushRef="#br0" timeOffset="100518.3">21674 4801 192 0,'0'0'223'0,"-2"-9"-34"16,2 9-33-16,0 0-42 0,0 0-25 0,0 0-21 15,0 0-27-15,0 0-33 0,0 0-32 0,18 15-40 16,-6-3-24-16,2 1-63 0,4 6-163 0,1 0 71 16</inkml:trace>
  <inkml:trace contextRef="#ctx0" brushRef="#br0" timeOffset="100733.55">21879 5048 90 0,'6'11'144'0,"-2"-1"3"0,1-1 0 0,-1-1-5 16,0 1-7-16,0-3-11 0,-1-1 0 0,2-1-8 16,0 0-1-16,-5-4 3 0,15 9 0 0,-8-8-2 15,5 2-4-15,-1-3-5 0,3 0-10 0,-3-3-2 16,0 0-1-16,3-1 0 0,-2-2 10 0,-2 1-1 16,-1-2-1-16,-2-3-8 0,2 2-4 0,-1-3-12 15,0-4-7-15,-3 1-3 0,-1 0-10 0,1-2-1 16,-4 4-5-16,-1-2-4 0,-1 4-21 0,1-1-7 15,-4 0-25-15,-1 1-19 0,1 5-32 0,-2 0-26 16,6 5-36-16,-21-3-34 0,11 4-47 0,10-1-33 16,-22 7-159-16,13 0-421 0,2-2 187 0</inkml:trace>
  <inkml:trace contextRef="#ctx0" brushRef="#br0" timeOffset="101521.18">22413 4988 211 0,'0'0'225'0,"1"-7"-4"16,-1 7-7-16,0 0-13 0,-10-11-4 0,5 9-6 16,5 2-19-16,-16-2-15 0,10 0-12 0,6 2-16 15,-19 4-9-15,10 1-1 0,-1-1-10 0,1 4-3 16,2-1-10-16,1 1-4 0,-2-1-14 0,3 1-6 16,3 1 2-16,-1 1-16 0,2-4-6 0,1 4-5 15,0-10-1-15,5 14-5 0,1-8 1 0,3 1-4 16,1-2-8-16,1-1 5 0,3-1 3 0,-1-3-12 15,2 0-4-15,-2 0 1 0,2-1-2 0,2-3-6 16,-1-3 3-16,-6 0 0 0,3-2-4 0,-3-1 2 16,1-3 0-16,-2 0-5 0,-1-3 2 0,-2-1-1 15,0-1-5-15,-2-9 2 0,1 1-2 0,0 1 2 16,-1-5 7-16,-2 5-8 0,1-5 8 0,-2 4 7 16,2 6 10-16,-1-4 5 0,2 6-1 0,-4 6-3 15,2-1 11-15,-1 4 6 0,-1 2-7 0,0 7-7 16,1-12-11-16,-1 12-9 0,0 0-1 0,0 0 14 15,0 0-22-15,0 0-1 0,-2 32 2 0,-1-6-1 16,2-1 2-16,-3 7 3 0,3 0-7 0,-2-3 2 16,3 0 0-16,3-2-3 0,-2-1 5 0,3-1-5 15,0-5 5-15,2-2-1 0,2-2-3 0,1 0 2 16,1-1 1-16,1-2 2 0,2-1-2 0,4-5 6 16,-2 1 9-16,3-2-15 0,1-4-4 0,2 0 6 15,-1-2-12-15,-2-2-1 0,0-1-2 0,1-2 3 16,0-1-7-16,-1-1-6 0,-3-5-4 0,1 1-20 15,-2-2 11-15,-3-2-11 0,-1 0-6 0,-2-3 7 16,-3-2 1-16,0 2 3 0,-1 0 3 0,0 4 1 16,-1 2 13-16,-5 0-7 0,2 4 1 0,-1-2-1 15,1 10 2-15,-5-6-1 0,5 6 4 0,-10 0 0 16,10 0 4-16,-22 11 1 0,8-2 8 0,1 4 0 16,0-1 3-16,4 1 5 0,0 0 6 0,-1 0 0 15,5-3-2-15,3 1 5 0,-1 0-8 0,3-1 5 16,1 1-1-16,-1-11 6 0,5 19-2 0,4-9-1 15,1-3-5-15,6 0 5 0,2 0 0 0,-1-4-5 16,2 0-3-16,0-2-9 0,0-2-5 0,0 0-4 16,0-3-5-16,-2 1 3 0,1-2-2 0,-3-1-3 15,0-2-5-15,-6 0-9 0,6-2 1 0,-5 1-8 16,0-5-2-16,-2-1 8 0,2-2-9 0,-1 1 5 16,-2 3 3-16,-3 1 2 0,1 2 3 0,0 4 5 15,-1-1 2-15,-1 2 0 0,-3 5 0 0,4-7-2 16,-4 7 10-16,0 0 11 0,0 0 10 0,0 0 9 15,-6 25 7-15,3-14 13 0,-2 6 2 0,-2-1 0 16,2 1-5-16,-3-2 1 0,3 0-7 0,-1 3 2 16,0-3 0-16,-1 2-5 0,3-7-3 0,2 1-31 15,-2-1-33-15,1 1-37 0,3-1-39 0,0-10-58 16,3 12-60-16,-3-12-228 0,9 9-506 16,1-7 224-16</inkml:trace>
  <inkml:trace contextRef="#ctx0" brushRef="#br0" timeOffset="102266.12">23697 4814 174 0,'-7'-6'254'0,"7"6"-1"0,-23 3-11 0,6 6 0 16,-1 1-14-16,0 1-5 0,-5 3-17 0,3 3-12 15,6-4-11-15,1 4-19 0,4-1-14 0,0-2-10 16,4 0-12-16,1 0-12 0,0 0-15 0,4-3-10 15,3 0-4-15,1 0-7 0,2-1-4 16,3 0-8-16,5-1-7 0,-1 0-11 0,5-1-11 0,-2-2-2 16,3-5-1-16,-1 0-6 0,0-2-8 0,-6 0 2 15,2-2 2-15,-3 0-6 0,1-3-4 0,-3 0 2 16,0-2 0-16,-2-1-3 0,1-1-1 0,-2 0 5 16,-2-1-8-16,1-1-3 0,-1-3 2 0,0-1-2 15,-1 6 4-15,0 1 5 0,-1-1 7 0,-2 10 8 16,3-12 17-16,-3 12-18 0,2-8-4 0,-2 8-1 15,0 0-10-15,0 0 1 0,0 0-4 0,0 0 2 16,0 0 8-16,0 0 5 0,0 0 2 0,-13 26 0 16,11-15 1-16,2-11-4 0,-4 19 1 0,4-7 0 15,-2 0-5-15,1-1 4 0,1-11-2 0,1 22-6 16,3-13 0-16,0 2-1 0,2-3 1 0,2 0-2 16,1-2-2-16,0 3 6 0,4-4-2 0,-2-1-4 15,3 0-7-15,0-3 4 0,0 1-1 0,-1-4 3 16,0 2-3-16,0-2-3 0,-3-2-4 0,4 1-7 15,-2-3 3-15,-2-3-1 0,4 0-5 0,-3-3-1 16,0-1 2-16,0 1-11 0,1-2-1 0,-1-2 2 16,-1 3 6-16,1-3-5 0,4-4 0 0,-4 5-12 15,2 2-2-15,-5 4 4 0,-1 1 8 0,0 0-2 16,-2 3-5-16,1-1 3 0,-6 6-3 0,9 2 3 16,-9-2 8-16,7 10-7 0,-2-1 12 0,-3 3 2 15,2-2 11-15,0 4 9 0,-1 0 1 16,-1-2 1-16,1 3 3 0,1-3 3 0,1-1-2 0,1 0 15 15,2-2 1-15,1-2 1 0,0 0-4 0,7 3-11 16,-4-7 3-16,6 0 4 0,-2 0-7 0,3-3 0 16,-1-3 0-16,0 0-2 0,0 0-1 0,-1-4-3 15,-1 2 1-15,-5 0-1 0,-1-4-8 0,1 2 6 16,-2-3-6-16,2-2-10 0,-1-3-13 0,-4 5-9 16,-3-2-7-16,0-4-6 0,-1 3 4 0,-2 2 7 15,0 0-10-15,-2 2 3 0,2 9-1 0,-3-16 3 16,0 10-2-16,-2 2 8 0,5 4-3 0,-17-2 6 15,6 4 4-15,-3 2 1 0,0 3 10 0,-2 1-1 16,2 2-4-16,5-1-2 0,0-1 2 0,2 2-8 16,3 1-30-16,0-1-35 0,3 0-39 0,2 3-51 15,3-2-58-15,2-1-73 0,6 4-265 0,2-2-617 16,4-2 273-16</inkml:trace>
  <inkml:trace contextRef="#ctx0" brushRef="#br0" timeOffset="102500.44">25031 4793 325 0,'4'-5'363'0,"0"0"-14"16,-3 0-24-16,-1 5-22 0,0 0-29 0,4-6-29 16,-4 6-31-16,0 0-19 0,0 0-16 0,0 0-11 15,4 21-9-15,-4-5-9 0,0 2-2 0,2-1-15 16,-4 2-11-16,4-3-9 0,-2 4-8 15,0-3-14-15,0 1-11 0,0 0-2 0,0 0-10 0,1-3-21 16,-1-1-41-16,0-2-48 0,0-2-54 0,1 0-57 16,-1-10-59-16,0 17-68 0,0-10-297 0,0-7-623 15,0 0 276-15</inkml:trace>
  <inkml:trace contextRef="#ctx0" brushRef="#br0" timeOffset="102651.22">25048 4550 195 0,'-5'-6'228'0,"2"-1"-21"15,3 7-21-15,-5-7-24 0,5 7-28 16,0 0-45-16,0 0-56 0,0 0-64 0,-7 31-77 0,7-12-75 16,5-1-197-16,1 2 87 0</inkml:trace>
  <inkml:trace contextRef="#ctx0" brushRef="#br0" timeOffset="103251.25">25403 4813 93 0,'0'0'262'0,"0"0"-2"0,3-5-1 0,-3 5-9 0,0 0-12 16,0 0-18-16,0 0-20 0,0 0-20 0,-17-5-22 16,17 5-6-16,-22 8-17 0,7 1-3 0,5-1-8 15,-5 1-11-15,2 1-17 0,1 3-9 0,5-4-8 16,-1 2-9-16,3 0-7 0,0 0-5 15,1 0-7-15,-1 0 3 0,8 0-8 0,-3-1-1 0,2 1-6 16,3-3 2-16,3 1 7 0,-1-3-7 0,4 0-17 16,-1-2 1-16,0 0-1 0,4-2-2 0,2-5-2 15,-3 0 3-15,5-1-5 0,-4 1-4 0,1-5-1 16,-1-2 1-16,-3-3-1 0,0-1-2 16,1-2 0-16,-3-1 0 0,-1-2-2 0,4-3-2 0,-3-3 1 15,-3-2 2-15,4 1 0 0,-3 0-3 0,1-2 4 16,-3-2-1-16,1 4 10 0,0 1 14 0,-4 6 4 15,2 1 10-15,-2-2 6 0,0 9 1 16,1-2 14-16,-2 5-2 0,0 0-12 0,1 2-7 16,-2 6-6-16,0 0-13 0,4-11-5 0,-4 11-11 15,0 0 8-15,0 0-1 0,0 0 0 0,-15 36-4 0,5-12-1 16,1 1-8-16,1 3 15 0,1-2-14 0,0 0 5 16,5 2-12-16,-2-2 13 0,4-7-10 0,1 0 9 15,2 1-3-15,2-2 4 0,0 0-8 0,5-1 12 16,-3-3-9-16,7 1-4 0,1-4 9 15,3-1-12-15,0-2 8 0,3-4-2 0,8 1-5 0,-3-3 2 16,-3 0-16-16,-1-5 3 0,-4 1-12 0,3-2 14 16,-4-3-22-16,0-3-5 0,-2-2-10 15,7-4-7-15,-8 1-9 0,-1 0-4 0,1-7-7 16,-3-1 2-16,-2 8 4 0,-2 0 7 0,-3 3 11 16,-2 1-1-16,1 4 14 0,-3 0 2 0,0 7 3 0,-3-10 3 15,3 10 4-15,-11 0 14 0,11 0 10 0,-27 7 16 16,9 3 10-16,0 1 5 0,-2 5 0 0,5-5 4 15,1 4-6-15,3-1-10 0,2 2 9 0,0-1-2 16,4 2 2-16,5-3-27 0,0-2-23 16,4 1-25-16,6 0-51 0,3 0-73 0,6-2-64 0,5-3-76 15,5 2-260-15,0-3-615 0,2-3 272 0</inkml:trace>
  <inkml:trace contextRef="#ctx0" brushRef="#br0" timeOffset="103584.25">26274 4820 92 0,'0'-10'227'0,"-2"-1"2"0,-2 1 5 16,-2 5 0-16,-2 0-7 0,-3 1-1 0,-2 2-3 16,-5 3-8-16,0 0 2 0,2 5-9 0,-2 1-1 15,0 0-21-15,2 1-8 0,1 0-22 0,6 0-20 16,-1 0-7-16,2 2-11 0,3-1-25 16,-1 0 7-16,4-1-11 0,-1 2-16 0,3-1 1 0,5-2 4 15,-1 3-15-15,1-4-7 0,-5-6-1 16,15 10-11-16,-7-7-3 0,0-1-3 0,1-1-4 0,-9-1-8 15,18-1-9-15,-18 1-1 0,16-5 8 0,-7 1-8 16,0-2-3-16,-1 2 15 0,-1-4-23 16,1 2 3-16,0 1-5 0,-8 5 4 0,11-12-2 15,-11 12 4-15,5-9-1 0,0 4-5 0,-5 5 5 0,0 0 5 16,8-7 3-16,-8 7-12 0,0 0-6 0,0 0 5 16,0 0 1-16,0 0-5 0,0 0 9 0,0 0-7 15,0 0 3-15,1 26-3 0,-1-26 3 16,-1 16-24-16,4-5-43 0,-3-4-43 0,2 2-38 15,-2-9-48-15,6 16-60 0,1-10-60 0,0 3-262 0,-7-9-621 16,13 7 274-16</inkml:trace>
  <inkml:trace contextRef="#ctx0" brushRef="#br0" timeOffset="103834.52">26676 4546 174 0,'3'-8'368'0,"-1"2"-25"16,-2 6-26-16,2-8-30 0,-2 8-32 0,0 0-31 16,0 0-3-16,0 0 4 0,0 0-9 15,-7 46-9-15,-1-17-2 0,-1 2-18 0,-1 0-16 16,0 3-10-16,1-2-18 0,1 2-11 0,0-2-12 0,1 0-15 16,3-1-8-16,-1-4-3 0,1-1-20 0,-1-2-44 15,5-7-44-15,-2-1-50 0,2-5-47 16,0 0-49-16,0-3-50 0,0-8-66 0,0 11-312 15,0-11-635-15,0 0 282 0</inkml:trace>
  <inkml:trace contextRef="#ctx0" brushRef="#br0" timeOffset="104033.7">27051 4457 1902 0,'23'-19'207'0,"-2"4"-61"16,-8 3-29-16,-2 7-37 0,0-1-10 0,-2 4-8 15,3 2-2-15,-1 7 30 0,-2 2 3 0,5 8 11 0,-3 8 1 16,-3 4-3-16,-6 3-13 0,0 14-4 16,-6 0-7-16,-2 2-9 0,-1 1-4 0,-7-2-8 15,-5-1-1-15,-4-2-4 0,4-13-24 0,-2-1-37 16,-2 0-38-16,-6-5-34 0,-16 5-50 0,-2-5-57 16,0-3-67-16,-7-5-246 0,-2-7-543 0,-7-4 240 0</inkml:trace>
  <inkml:trace contextRef="#ctx0" brushRef="#br0" timeOffset="113999.31">21752 6238 97 0,'0'-7'198'0,"0"7"0"16,1-14-4-16,-1 14-8 0,0-8-4 0,0 8-6 0,-1-12-15 16,1 12-9-16,1-6-16 0,-1 6-14 0,0 0-11 15,0 0-18-15,0 0-11 0,0 0-16 0,-2-9-6 16,2 9-10-16,0 0-2 0,0 0-7 16,-3 25-1-16,-1-8-9 0,1 2 4 0,-3 8-7 0,0 0 0 15,-1 1-2-15,0 2-1 0,1-1-4 0,-1-1-1 16,-2-3-3-16,3 2 3 0,0-3-5 0,0 0-14 15,3-5-15-15,-1 0-28 0,-3-2-27 16,1 0-42-16,0 1-24 0,-1-2-38 0,1-2-180 0,-3 1-383 16,4-5 170-16</inkml:trace>
  <inkml:trace contextRef="#ctx0" brushRef="#br0" timeOffset="114316.87">21769 6134 109 0,'14'-9'107'0,"1"2"-2"0,-2 2-9 0,-2 3-12 15,2 2-20-15,0 3 7 0,1 1-9 0,-4 1-9 16,0 3-5-16,-1 1-6 0,2 5 1 0,-5-2-7 16,0 4-4-16,-1 1-5 0,-2-2-2 0,-2-1 1 15,-2 1 6-15,-4 2-8 0,-4 0-1 0,-1-2-6 16,-3-1 0-16,-4-1 0 0,2 2 0 0,-8-4-6 15,-1 1 2-15,-2-1-5 0,7-5 1 0,0-1-1 16,1 0 4-16,8-3 7 0,-1-1 19 0,3 3-2 16,1-4 1-16,7 0 2 0,-11 2-3 0,11-2-1 15,0 0-10-15,-9 3-3 0,9-3-2 0,0 0 0 16,0 0-3-16,1 10-11 0,-1-10 8 0,9 9-2 16,-1-3-5-16,1 4 2 0,5 0-1 0,-1 1-1 15,0 1 3-15,4 0 2 0,7 1-15 0,-7-3-33 16,1 1-45-16,0-2-23 0,0 3-137 0,-2-5-261 15,-2 2 117-15</inkml:trace>
  <inkml:trace contextRef="#ctx0" brushRef="#br0" timeOffset="114527.84">22081 6380 16 0,'0'0'152'15,"5"-8"-16"-15,1 4-9 0,4-1-12 0,1 2-12 0,0-2-12 16,3 1-1-16,-1-1-11 0,3 3-9 0,-3-1-8 16,1-1-4-16,0 2-1 0,-3-1-18 15,1 0 6-15,-4 2-30 0,0 0-17 0,-8 1-27 0,14-2-10 16,-14 2-27-16,6 0-14 0,-6 0-23 0,0 0-53 16,0 0-169-16,0 0 74 0</inkml:trace>
  <inkml:trace contextRef="#ctx0" brushRef="#br0" timeOffset="114700.24">22091 6334 26 0,'-5'2'55'0,"5"-2"7"16,-11 10-2-16,5-1 12 0,-2 2 2 0,3 6 5 16,0 0 9-16,0 1 2 0,1 1-9 15,-1 4 5-15,0-4 6 0,4 1-6 0,0-1 1 16,-1 1 8-16,1-1 11 0,-2 0-6 0,5-2-7 0,-2 0-8 16,2-2-7-16,-3-1-12 0,1 1-3 0,0-5-5 15,1 3-9-15,1-3 2 0,-2 2-8 0,1-2-15 16,0 1-34-16,0-3-38 0,2-3-47 0,-2 3-38 15,-1-8-152-15,0 0-304 0,0 0 135 0</inkml:trace>
  <inkml:trace contextRef="#ctx0" brushRef="#br0" timeOffset="114866.2">22046 6606 22 0,'0'0'186'0,"8"-3"-23"0,-8 3-15 15,11-3-12-15,2 2-28 0,2-3 0 0,6 2-13 16,7-2-31-16,1 2-40 0,6 1-36 0,1-2-45 16,2 2-108-16,1 0-177 0,-1-1 78 0</inkml:trace>
  <inkml:trace contextRef="#ctx0" brushRef="#br0" timeOffset="115009.09">22677 6529 16 0,'8'-2'223'0,"-8"2"-20"0,0 0-20 15,0 0-14-15,5-6-21 0,-5 6-15 0,0 0-15 16,8 0-13-16,-8 0-12 0,18-2-13 0,-7 1-20 16,3 1-32-16,0 1-34 0,7 1-50 0,-3 1-34 0,2 0-31 15,-8 1-94-15,-1 0-232 0,-3-1 103 16</inkml:trace>
  <inkml:trace contextRef="#ctx0" brushRef="#br0" timeOffset="115132.85">22800 6610 188 0,'0'0'175'0,"-5"4"-13"15,5-4-15-15,0 0-11 0,0 0-10 0,-5 4-2 16,5-4-11-16,0 0-13 0,0 0-7 0,0 0-10 16,0 0-6-16,0 0-8 0,18 6-17 0,-5-5-33 0,7-1-42 15,8-1-41-15,7 0-61 0,-2 1-117 0,1-5-263 16,2 0 117-16</inkml:trace>
  <inkml:trace contextRef="#ctx0" brushRef="#br0" timeOffset="115436.89">23466 6357 40 0,'0'0'256'16,"0"-11"-29"-16,0 11-25 0,0 0-19 0,-4-9-21 0,4 9-11 15,0 0-8-15,0 0 3 0,-27 18 5 0,14-6-10 16,1 5-6-16,-4 4-8 0,4-7-6 0,3 5-6 16,3-1-5-16,3 0-10 0,3 0-9 0,1-1-9 15,5-2-4-15,5 1-3 0,4-2-6 16,3-1-1-16,7-1-5 0,2-4-3 0,3 1-3 0,-1-3-6 15,0-6 5-15,-6 0-9 0,4-2 0 0,-5-2 2 16,-2-1 16-16,-2-2 8 0,-1-3-4 0,-2 0 1 16,-1-4-11-16,-3-2 4 0,-3-1-2 0,0-8-13 15,-7 0-3-15,-1-1-2 0,-4 0-13 0,-1 2 0 16,-5-1-7-16,0 8-4 0,-5-5-35 0,1 9-22 16,-11 1-31-16,-4 6-33 0,-4 6-38 0,-18 7-40 15,-4 8-48-15,-6 3-61 0,-27 13-218 16,32-9-548-16,1-1 242 0</inkml:trace>
  <inkml:trace contextRef="#ctx0" brushRef="#br0" timeOffset="117467.1">21778 7267 154 0,'0'0'193'0,"-3"-7"-8"16,3 7-10-16,0 0-13 0,0 0-8 0,0 0-13 0,-1-8-19 15,1 8-9-15,0 0-14 0,0 0-12 0,0 0-14 16,0 0-4-16,0 0-9 0,0 0-9 0,0 0 0 15,0 0-9-15,16 21-2 0,-12-13-5 0,1 4 3 16,3 4-2-16,0-2-2 0,2 1 0 0,-2-1-3 16,1 2-7-16,-2-2-3 0,2-1 2 0,-2-2-3 15,0 2 0-15,0-4-3 0,-1 1 1 0,-1-1-2 16,2-1 1-16,-4-2-6 0,1 1-1 0,0-2 0 16,-1 1-1-16,3 0 3 0,-2-3-3 0,-4-3 2 15,5 7-2-15,-5-7 4 0,5 4 14 0,-5-4 18 16,0 0 16-16,0 0 23 0,5 5 20 0,-5-5 15 15,0 0 15-15,0 0-17 0,0 0-7 0,0 0-15 16,13-19-6-16,-8 7-9 0,3-1-13 0,-2-5-11 16,6-4-5-16,0-2-4 0,0 1-7 0,2 0-4 15,-1-2-1-15,1 0-7 0,-1 2-3 0,1 0-5 16,-5 6-4-16,0 1-2 0,-1-2-3 0,0 4-10 16,-1-1-10-16,-2 8-5 0,-1 0-19 0,-1 1-10 15,1 3-20-15,-4 3-24 0,4-9-27 0,-4 9-32 16,4-6-15-16,-4 6-9 0,0 0-1 0,0 0-7 15,17 15-14-15,-6-2-7 0,-5 3-17 0,-1 0-146 0,1 1-390 16,-1 2 173-16</inkml:trace>
  <inkml:trace contextRef="#ctx0" brushRef="#br0" timeOffset="117783.69">22201 7496 17 0,'0'0'199'0,"0"0"-3"15,0 0 2-15,0 0-8 0,-8-13-2 0,8 13-4 16,0 0-7-16,0 0-12 0,0 0-15 16,0 0-15-16,0 0-14 0,0 0-12 0,0 0-13 0,0 0-12 15,0 0-11-15,0 0-10 0,0 0-3 0,0 0-7 16,0 0-7-16,0 0 0 0,2 23-6 0,1-11-2 15,-2-2 1-15,1 0 0 0,-1 6-2 0,0-5-6 16,-1 1-5-16,3 2 3 0,-2-2-3 0,0-1-3 16,2 0-2-16,-2-1-1 0,-1-1-4 0,2-2 1 15,-1 1 1-15,0-2-15 0,-1-6-29 0,1 16-27 16,1-11-37-16,-2-5-40 0,3 11-29 0,-3-11-48 16,0 9-178-16,0-9-417 0,2 5 185 0</inkml:trace>
  <inkml:trace contextRef="#ctx0" brushRef="#br0" timeOffset="118250.76">22437 7422 64 0,'0'0'162'0,"0"0"-17"15,0 0-12-15,0 0-17 0,-5-9-4 0,5 9-17 16,0 0-6-16,0 0-15 0,0 0-1 0,0 0-6 15,0 0-6-15,0 0-9 0,0 0 5 0,0 0-7 16,0 0 7-16,0 0-2 0,-14 2-4 0,14-2-2 16,0 0 1-16,0 0 2 0,0 0-4 0,0 0-3 15,0 0 0-15,0 0 4 0,0 0-14 0,0 0 2 16,0 0-1-16,0 0-7 0,0 0 0 0,0 0-2 16,0 0-1-16,0 0-2 0,0 0-5 0,0 0 3 15,0 0 2-15,0 0-8 0,0 0 5 0,0 0-1 0,0 0-5 16,0 0-1-16,0 0 2 0,0 0-3 15,0 0-3-15,0 0 1 0,0 0 0 0,0 0-3 16,0 0 0-16,0 0 1 0,0 0-3 0,0 0-1 16,0 0-2-16,0 0 5 0,0 0-6 0,0 0 5 0,0 0-4 15,0 0 2-15,0 0-2 0,0 0-3 0,0 0 1 16,0 0 5-16,0 0-7 0,0 0 4 16,0 0-3-16,0 0 5 0,0 0-4 0,0 0 0 0,0 0-6 15,0 0 6-15,0 0-8 0,0 0 5 0,0 0-6 16,0 0 2-16,0 0-3 0,0 0 3 0,0 0 0 15,0 0-1-15,0 0-2 0,0 0 1 0,0 0-8 16,0 0-9-16,0 0-11 0,0 0-15 0,0 0-19 16,0 0-19-16,0 0-32 0,0 0-33 0,0 0-139 15,0 0-317-15,0 0 141 0</inkml:trace>
  <inkml:trace contextRef="#ctx0" brushRef="#br0" timeOffset="119300.86">22100 7541 11 0,'-7'-5'165'0,"7"5"-12"0,-6-1-2 16,6 1-13-16,-6-6 3 0,6 6 2 0,-6-4-7 16,6 4 5-16,-5-5-3 0,5 5-5 0,0 0-10 15,0 0 3-15,-5-5-10 0,5 5-5 0,0 0-8 16,0 0-6-16,0 0-5 0,0 0-8 0,0 0-3 0,0 0-3 15,0 0-3-15,0 0-5 0,-6-5 0 0,6 5-4 16,0 0-5-16,0 0-5 0,0 0-4 16,0 0-6-16,0 0-2 0,0 0-4 0,0 0-2 15,0 0-7-15,0 0-2 0,0 0-5 0,0 0-8 0,0 0 0 16,0 0-4-16,0 0-1 0,0 0 0 0,0 0-5 16,0 0 4-16,20 12-4 0,-15-6-2 0,2 1-1 15,-2-3-1-15,5 5 0 0,-3 0-1 16,0 1 6-16,3-1-7 0,-1-2 3 0,-1 3 1 0,0 2 1 15,1-5-3-15,-3-1 3 0,-2 1-3 0,1-1 2 16,-1-4-4-16,0 3 2 0,-4-5-3 0,7 7 4 16,-3-3-2-16,-4-4 2 0,0 0 10 0,4 6-10 15,-4-6-1-15,4 2 5 0,-4-2 8 0,0 0 10 16,0 0 8-16,0 0 9 0,0 0 12 0,0 0 4 16,6 6 6-16,-6-6-1 0,0 0-6 0,0 0-3 15,0 0-9-15,7-16-3 0,-4 11 0 0,2-6-10 16,2 0-7-16,3-3-1 0,3-2-7 0,-4 0-11 15,2-1 2-15,2 2-5 0,0 0 0 0,0 1 2 16,-2 1-6-16,1 0 0 0,-2 4-6 0,-1 1-3 16,-1 2-9-16,-3 2-3 0,1-2-18 0,-6 6-11 15,8-5-34-15,-8 5-16 0,6-2-9 0,-6 2-3 16,0 0-11-16,0 0-10 0,9 10-20 0,-9-3-5 16,0-7-18-16,-2 17-12 0,-1-8-17 0,-3 2-19 15,0 1-129-15,0-3-382 0,-3 0 170 0</inkml:trace>
  <inkml:trace contextRef="#ctx0" brushRef="#br0" timeOffset="119533.63">22229 7610 36 0,'0'0'173'0,"0"0"1"0,0 0 2 0,0 0-6 16,0 0-4-16,0 0-11 0,0 0-17 16,0 0-17-16,-12 0-11 0,12 0-15 0,0 0-8 15,0 0-6-15,0 0-9 0,0 0-9 0,0 0 0 16,0 0-5-16,7 14-7 0,-7-14-4 0,3 11 17 0,1-1 5 15,-1-1-3-15,-1 1-7 0,0-2 1 0,0-2-8 16,1 4 0-16,-2 2-7 0,-1-2-3 16,2-4-2-16,-2 3-4 0,1 1-7 0,0-3 2 15,3 0-7-15,-4-7-8 0,1 12-29 0,0-5-28 0,1-1-29 16,-1 1-30-16,-1-7-39 0,5 9-26 0,0-4-43 16,-2 0-124-16,2-2-357 0,1 0 158 0</inkml:trace>
  <inkml:trace contextRef="#ctx0" brushRef="#br0" timeOffset="119697.78">22697 7559 180 0,'5'-4'176'0,"-5"4"-24"16,9-5-16-16,-9 5-15 0,11-1-15 0,-4 0-3 15,-7 1-23-15,11-1-28 0,-11 1-32 0,15 2-31 16,-7-2-40-16,-1 2-45 0,0 2-66 0,-7-4-175 15,9 6 78-15</inkml:trace>
  <inkml:trace contextRef="#ctx0" brushRef="#br0" timeOffset="119824.83">22771 7642 97 0,'0'0'170'0,"0"0"-18"0,0 0-16 16,0 9-8-16,0-9-12 0,0 0-20 0,0 0-1 15,0 0-8-15,0 0-16 0,0 0-6 0,11 4-30 16,-11-4-30-16,21-4-37 0,-6 2-35 0,4-2-47 15,0 1-60-15,0-4-188 0,11 3 84 0</inkml:trace>
  <inkml:trace contextRef="#ctx0" brushRef="#br0" timeOffset="120119.39">23199 7473 162 0,'4'-5'203'0,"-4"5"-20"0,0 0-18 15,0 0-14-15,0 0-10 0,0 0 2 0,0 0 15 16,-14 20-4-16,10-12-12 0,-1 2-14 0,1-3-14 15,0 2-7-15,4 0-7 0,0 1-9 0,1-3-9 16,4 0-5-16,0-1-8 0,3 0 5 0,2-1 4 16,8 0 4-16,3-3-4 0,-3 0-11 0,10-5-4 15,-5 2-3-15,5-4 0 0,-10 1 1 0,0 0 9 16,-8 1 19-16,1-1 8 0,0-2-3 0,-4-1-8 0,3 1-11 16,-3-4-3-16,-3 0-13 0,1 1 4 0,-4-3-8 15,0 1-3-15,-1-3-14 0,-2-1-4 16,-1 3-8-16,-3 0-1 0,1 1-11 0,-3 2-1 15,-1 1-18-15,-2-1-21 0,-7 3-17 0,1-2-22 0,-3 6-23 16,-1-1-31-16,1 3-43 0,-3 1-52 0,2 1-53 16,3 0-228-16,4 1-536 0,4-2 239 0</inkml:trace>
  <inkml:trace contextRef="#ctx0" brushRef="#br0" timeOffset="120568.98">24159 6349 2483 0,'2'-34'-16'0,"1"5"19"0,-1 3-5 0,2 7-4 0,0 5 5 15,-2 0-4-15,1 5-5 0,1-2 3 16,0 6 0-16,1 0-2 0,-5 5 3 0,9-5-4 15,-9 5 4-15,13 3 0 0,-2 2-2 0,-2 4 3 0,4 6-1 16,5 4 2-16,-3 3 0 0,-4 6 0 0,-2 4 3 16,-2 0 1-16,-2 4 1 0,-1-1 0 0,-3 10 2 15,-2-9 0-15,-4 0 2 0,0-2 1 16,-1 0-2-16,0-1 3 0,-2-1-5 0,2 0-1 0,1-1 2 16,-1-4 1-16,2 1 0 0,-2-1-1 0,3-8-3 15,1 0 3-15,-3 6-1 0,2-1-2 0,3-4 3 16,-4 5 0-16,2 1-1 0,1-1 1 0,0 1 3 15,0 1 0-15,1-1-2 0,6 5-2 0,-1-1 0 16,3 3-1-16,-1 1 8 0,2-1-5 0,8 12-1 16,-7-13-1-16,2 2 2 0,-2-1-7 0,1-2 5 15,0 4 0-15,-3-3 2 0,-1 3-1 0,-2-3-5 16,-5 0 5-16,0 0-1 0,-2-6-2 16,-1-1 4-16,-4 0-3 0,-1-1 3 0,1-10-13 0,-3 4-5 15,-7 1-12-15,-3-4-22 0,-7 1-30 0,-4-1-23 16,-1-4-32-16,-3-1-25 0,-15 4-163 0,-4-6-347 15,-2-3 154-15</inkml:trace>
  <inkml:trace contextRef="#ctx0" brushRef="#br0" timeOffset="121033.72">21500 6251 2327 0,'-14'-20'-12'16,"-1"-2"12"-16,7 6 1 0,1 8-17 0,0-2 0 15,2 4-8-15,1 3-4 0,4 3 11 0,0 0 5 16,-14 8 1-16,8 3-2 0,-2 8 4 0,-1 8 2 15,-1 9 1-15,-1 12 3 0,0 7 1 0,-7 24 1 16,8-19-2-16,-3 23 1 0,1 7-2 0,-1-4 7 16,3-3-1-16,2-25 2 0,-2 22 7 0,4-25-5 15,4 1-1-15,-1 0-3 0,3-6 3 0,3-1-1 0,-1-4-1 16,2-10 3-16,3 0 1 0,4 9-6 16,-3-12 2-16,0 1-1 0,-2-2 1 0,3 4-1 15,1-1 1-15,-1 0-1 0,0 0-1 0,0 2 3 16,0-3 4-16,0 0 4 0,2-3-1 0,1-1-3 15,-2 1 1-15,2-1 2 0,-1-3-2 0,2 0 2 16,2 0 0-16,-2-4-3 0,4-2-1 0,-3 2 4 0,-3-7-1 16,2 0-2-16,1 0-3 0,-1-2 5 0,-2-1-11 15,3 0-22-15,-1 2-25 0,2-3-27 0,1-2-20 16,3-1-55-16,0 0-31 0,2-1-119 0,7 2-324 16,2-3 143-16</inkml:trace>
  <inkml:trace contextRef="#ctx0" brushRef="#br0" timeOffset="121183.69">22023 8361 51 0,'0'0'319'0,"-5"6"-42"0,5-6-32 16,0 0-24-16,27 2-32 0,5-7-36 0,21-1-45 15,34-10-43-15,10 1-48 0,7 1-49 0,11-9-55 16,11 4-168-16,1-8-276 0,9 2 124 0</inkml:trace>
  <inkml:trace contextRef="#ctx0" brushRef="#br0" timeOffset="121330.24">24566 8013 109 0,'17'-2'558'0,"-5"0"-59"0,-4 1-52 0,-3-1-47 16,-5 2-40-16,0 0-36 0,6-4-28 0,-6 4-32 15,0 0-27-15,0 0-23 0,-2-10-22 0,2 10-33 0,0 0-60 16,-13-6-59-16,7 2-88 0,-4 1-92 15,-2 1-120-15,-2-2-365 0,-4-2-678 0,-2-1 300 16</inkml:trace>
  <inkml:trace contextRef="#ctx0" brushRef="#br0" timeOffset="128267.11">3565 6425 82 0,'0'0'176'15,"0"0"-12"-15,0 0-8 0,0 0-13 0,0 0-11 16,0 0-20-16,0 0-8 0,0 0-10 0,0 0-14 15,0 0-11-15,0 0-8 0,0 0-5 0,0 0-2 0,0 0-10 16,14 26-1-16,-6-10 6 0,2-2-9 0,-2 2 1 16,5 6-9-16,-1 1 5 0,0 2-2 15,-1-3-2-15,2 4 0 0,-1-3-4 0,2 2-2 16,-4-2-4-16,3 0 4 0,-4-5-7 0,0-3 0 16,1 4-1-16,0-3 1 0,-2-1-3 0,1 2-3 0,-1-4 1 15,-1-3 2-15,-1 2-6 0,0-2 1 16,1 1-2-16,-3-4-2 0,0 0 3 0,-2-1-6 15,1-2 2-15,-3-4 1 0,4 8 3 0,-4-8 15 16,4 6 17-16,-4-6 18 0,3 6 18 0,-3-6 20 16,0 0 19-16,0 0 5 0,0 0-5 0,0 0-13 0,0 0-8 15,14-20-12-15,-10 9-11 0,3-4-8 0,2-10-2 16,2 4-10-16,1-5-5 0,0 0-8 16,2 0-5-16,-1-3 0 0,3-1-10 0,3 2-4 15,-4-2-2-15,2 3 3 0,-2-3-8 0,0 6-3 16,-2 0 0-16,0 2 11 0,-3 5-11 0,-2 0-6 0,-2 7 0 15,-1-1-1-15,2 5-7 0,-2-4-17 0,-1 5-19 16,-3 0-23-16,-1 5-16 0,3-8-26 16,-3 8-17-16,0 0-2 0,0 0-12 0,0 0-18 15,0 0-27-15,12 19-23 0,-10-7-36 0,3 5-147 16,-4-1-418-16,-2 3 185 0</inkml:trace>
  <inkml:trace contextRef="#ctx0" brushRef="#br0" timeOffset="128833.3">4080 7027 126 0,'3'13'148'0,"-3"-13"-5"0,0 0 0 16,0 14 10-16,1-12-13 0,-1-2-5 0,0 0-4 15,0 0 0-15,0 11 4 0,0-11 8 0,0 0 12 16,0 0 10-16,0 0 11 0,0 0 10 0,0 0 2 15,0 0-4-15,0 0-22 0,0 0-18 0,0 0-9 0,0 0-13 16,0 0-15-16,-4-32-12 0,3 19-14 0,0 1-4 16,3-5-12-16,1-2-6 0,-3 0-9 15,3 2-6-15,1-1 0 0,0 1-9 0,0 1-5 16,0 3 1-16,2 4-10 0,1-2-4 0,0 3-7 16,1 0 2-16,1 2-2 0,1 3-7 0,3 3-3 0,-13 0-2 15,29 8-2-15,-12-1 7 0,-2 6-7 16,4 4 5-16,-8-2-5 0,5 6 2 0,-3 0 2 15,-6-5-4-15,3 0 2 0,-5 0 0 0,1 0 3 16,-2-5-2-16,-1 1 1 0,1-2 2 0,-2-3-1 16,-2-1-2-16,1 0 2 0,-1-6 3 0,2 9 0 0,-2-9 2 15,2 7 1-15,-2-7 1 0,0 0 2 0,0 0-2 16,0 0-3-16,0 0 2 0,0 0 2 0,0 0-4 16,-18-19 6-16,18 12-8 0,0-5-3 15,0 1-3-15,5-7-8 0,-1-1 2 0,8-5-4 16,-1 2 4-16,3-2-2 0,2 3 0 0,-5 5 1 0,2 2-1 15,-2 0 1-15,2 1-1 0,-1 6-1 0,-2 0 2 16,1 2-3-16,1 1 0 0,-2 3-2 16,1 2 1-16,-1 4 3 0,0 1-8 0,0 0 7 15,0 6 4-15,-1-2-2 0,0 4 5 0,-1 0-6 16,-2 1 4-16,-2-3 2 0,0 6-2 0,0-4 5 0,-2 1-3 16,1 1 2-16,-2-4 4 0,0 4-3 0,-1-4 1 15,1 1 0-15,-2-2-7 0,1 0-25 16,0 0-29-16,-1-3-36 0,0 3-46 0,1-11-53 15,-3 18-62-15,1-11-227 0,2-7-525 0,-2 13 232 16</inkml:trace>
  <inkml:trace contextRef="#ctx0" brushRef="#br0" timeOffset="129033.72">4897 6857 22 0,'0'0'280'0,"0"0"-29"0,6-1-25 16,-6 1-21-16,8-5-20 0,-8 5-14 16,14-1-14-16,-4-2-16 0,0 2-15 0,2-1-15 15,6 1-4-15,0 0-16 0,1-1-16 0,0 2-32 16,0 0-41-16,-6 0-56 0,1 0-59 0,-2 2-52 16,-5-1-146-16,-7-1-336 0,10 3 149 0</inkml:trace>
  <inkml:trace contextRef="#ctx0" brushRef="#br0" timeOffset="129199.64">4921 7006 53 0,'-5'6'355'0,"2"-3"-32"0,3-3-27 0,-7 7-37 15,7-7-12-15,-7 3-8 0,7-3-7 16,0 0-18-16,-2 6-31 0,2-6-15 0,0 0-17 16,0 0-15-16,0 0-13 0,18 4-13 0,-6-4-23 15,11-1-45-15,7-2-39 0,0-3-54 0,2 2-65 16,2-2-53-16,0-3-83 0,-3-2-188 0,3 2-474 0,-2 1 209 15</inkml:trace>
  <inkml:trace contextRef="#ctx0" brushRef="#br0" timeOffset="134116.31">6004 6965 84 0,'0'0'185'16,"0"0"-9"-16,0 0-11 0,0 0-12 0,0 0-15 15,0 0-10-15,0 0-10 0,0 0-12 0,0 0-6 0,0 0 1 16,11 12-7-16,-7-4-2 0,2 0-1 0,1 2-7 16,-2-1-1-16,3 0-2 0,0 1-13 15,-1-1-4-15,-1 2-6 0,2 1-5 0,-2-4-8 16,2-1 0-16,-3 3-4 0,1 1-7 0,0-2 1 0,-1-3 0 16,1 5-3-16,-2-5 10 0,-2-1-4 0,2 0-3 15,-4-5-1-15,7 9-3 0,-5-5-1 0,-2-4-2 16,5 6-4-16,-5-6-1 0,7 7-1 0,-7-7 6 15,3 4 0-15,-3-4 8 0,0 0 4 0,0 0 8 16,7 3 3-16,-7-3 5 0,0 0 6 0,13-4 5 16,-6-1-8-16,0-1 1 0,0 0-4 0,2-2-11 15,2-1 4-15,0-4-10 0,2 0-1 0,0 2-7 16,2-2-2-16,-1-3-4 0,1 3 0 0,1 1-3 16,-1-1-4-16,3 0-3 0,-1 3 0 0,6-6-5 15,-6 5 2-15,8-6-6 0,-9 11 1 0,9-8-2 16,-10 7-2-16,2 0-3 0,-7 1 1 0,3 3 2 15,-2-1 1-15,-1 1-2 0,-1 0-1 0,-2 1 1 16,-1-1 0-16,2 1-3 0,-8 2-2 0,11-2 3 16,-11 2 0-16,8-3 0 0,-8 3 4 0,0 0-6 15,0 0 9-15,10 0-4 0,-10 0-2 0,8-1 0 16,-8 1 3-16,0 0 7 0,0 0 11 0,0 0 12 16,0 0 12-16,0 0-7 0,4-4-1 0,-4 4-4 15,0 0-1-15,-2-12 2 0,2 12-9 0,-1-13 5 16,1 13-11-16,1-13-1 0,-1 6-2 0,0-1 11 15,-1-3-20-15,0 2 6 0,-2-2-3 0,3-1-2 16,-2-1 2-16,0 0-7 0,1-3 2 0,1-2 4 16,-2 1-7-16,-1-1 0 0,-1-3-3 0,2-3 2 15,-1-1 0-15,2-3-11 0,-1 3 10 0,1-2 0 16,-3 2 5-16,3 6-4 0,-1 1-2 0,2 1 2 16,0 6-5-16,0-2 0 0,-2 3 1 0,2 1 1 15,2 1 7-15,-2 8-3 0,-2-11-5 0,2 11 1 16,0-8 2-16,0 8-1 0,0 0-6 0,-1-12 7 15,1 12-8-15,0 0 13 0,-4-6-11 0,4 6-1 16,0 0 2-16,0 0 0 0,0 0-5 0,0 0 12 16,0 0-11-16,0 0 2 0,0 0-3 0,0 0-1 15,0 0-1-15,0 0-4 0,0 0-3 0,0 0 1 16,0 0-1-16,0 0-3 0,0 0 3 0,0 0 3 16,0 0-4-16,0 0 7 0,0 0-6 0,0 0 5 15,0 0 6-15,0 0-1 0,0 0-3 0,0 0 2 16,0 0 2-16,0 0-4 0,13 19 5 0,-13-19 3 15,5 6-5-15,-5-6 0 0,6 3-4 0,-2 0-4 16,1 0 0-16,6 1-2 0,-2 0 7 0,3-1 0 16,8-1 2-16,1-1 2 0,0-1-3 0,8 0 2 15,4 2 2-15,3-4-1 0,-8 1-3 0,5-2 2 16,-2 0-3-16,0 0 1 0,1 1-1 0,-4 0 2 0,4-1 1 16,-5 3-2-16,-7-2 0 0,0 0-1 0,-3 0 2 15,-3 0-1-15,-2 1-2 0,-1 1 2 16,2-1-5-16,-3 1 4 0,-3-2-16 0,-7 2-8 15,12 0-10-15,-12 0-10 0,8 3-7 0,-8-3-10 16,9 3-8-16,-9-3-12 0,8 2-27 0,-8-2-22 0,6 4-26 16,-6-4-25-16,6 3-40 0,-3 4-165 0,-3-7-428 15,3 9 190-15</inkml:trace>
  <inkml:trace contextRef="#ctx0" brushRef="#br0" timeOffset="134467.1">6834 6680 95 0,'0'0'256'0,"0"0"-24"0,0 0-20 16,0 0-12-16,0 0-10 0,0 0-7 0,0 0-5 16,27-6-3-16,-17 6-12 0,4 0-20 15,-2 0-14-15,-1 4-16 0,3-2-4 0,-2 3-18 16,1 1-9-16,-2 2-10 0,0 3-2 0,0 1-10 0,-5 3-2 15,-1-2 0-15,-2 1-2 0,-3 3 1 0,-4 1-2 16,-2 2-3-16,-3-2-1 0,-4 2-4 0,3-4-2 16,-3 0-6-16,3-2-4 0,0 1 1 0,-2-2-3 15,4-6-1-15,1-1-7 0,0 1 0 16,1-3 0-16,2 1-4 0,4-5 4 0,-5 5-3 0,5-5-2 16,-5 5 0-16,5-5-10 0,0 0-1 0,0 0-3 15,0 0 4-15,0 0-5 0,24 3-13 0,-6-6-16 16,3-2-27-16,9 0-28 0,1-2-34 0,5 0-55 15,2-1-46-15,0 1-50 0,-1-2-188 0,-1 1-489 16,1 0 217-16</inkml:trace>
  <inkml:trace contextRef="#ctx0" brushRef="#br0" timeOffset="134783.7">7786 6553 116 0,'0'-7'314'0,"-5"-1"-4"0,5 8-9 15,0-13 2-15,0 13-6 0,-1-11-8 0,1 11-13 16,-1-8-28-16,1 8-23 0,0 0-21 0,-2-9-21 16,2 9-17-16,0 0-24 0,0 0-22 0,0 0-14 15,0 0-27-15,0 0-8 0,0 0 5 0,0 0 5 16,4 39 1-16,1-20-2 0,-2 0 5 0,1 4-14 15,0 3 1-15,-2-7 1 0,0 6-9 0,-2-7-7 16,1 7-2-16,0-6-6 0,-1-1-4 0,0-1-3 16,0 1-7-16,-1-1-5 0,2 1-5 0,-1 0-28 15,3-3-64-15,-3-2-42 0,0-2-33 0,0 1-30 16,2-2-36-16,-2-3-45 0,3 4-43 0,0-3-45 16,0-1-190-16,-3-7-574 0,10 9 255 0</inkml:trace>
  <inkml:trace contextRef="#ctx0" brushRef="#br0" timeOffset="135267.24">8137 6656 205 0,'0'0'231'16,"0"0"-16"-16,0 0 0 0,0 0-12 0,0 0-5 16,-17 13-4-16,9-5-14 0,1 0-17 0,0 2-15 15,2-1-16-15,0 2-9 0,-1 1-13 0,4-1-8 16,0 1-9-16,1-3-8 0,1 2-9 0,1-5-7 15,0 3-7-15,0-3-5 0,4-1-5 0,-1 3-1 16,3-5-7-16,-1 4-1 0,2-4-4 0,2 0-2 16,0 0-5-16,-2-2-1 0,3-1-3 0,-3 0 6 15,-8 0-6-15,15-2-2 0,-3-1 2 0,-4-2-6 16,1 0 0-16,1 0-2 0,1-3-3 0,-2 1-3 16,0-1-2-16,0-2 4 0,0 2-4 15,0-1 0-15,1 3-1 0,-2 0-2 0,-3 1-3 0,1 1-5 16,1 0-5-16,-7 4 2 0,9-1 3 0,-9 1 1 15,0 0-7-15,18 4-1 0,-10 1 2 0,-1 0 2 16,-1 3-1-16,-1-4 0 0,5 1 0 0,0 1 3 16,-3 2 1-16,5-2 0 0,-6-2 3 0,3 2 5 15,1-2-1-15,0 0 4 0,3 1 1 0,-1-5 0 16,-1 2 3-16,1-2-2 0,3 0-2 0,-3-2 5 16,2-3-4-16,-3 3-1 0,-1-1 1 0,1-3 1 15,-2-2 1-15,-2 1 3 0,0 0 10 0,-1-1 1 16,-2 0-4-16,-2 1-3 0,1-2 1 0,-2-1-2 15,-1 1-7-15,-1-4 0 0,-2 4-4 0,-2-3-4 16,-1 2-2-16,-2 1-4 0,1 1-3 0,-2-1-17 16,-2 3-17-16,1 1-18 0,-3 0-25 0,-1 3-30 15,1 4-45-15,1-2-58 0,-1 2-48 0,3 4-230 16,-3-2-533-16,4 0 236 0</inkml:trace>
  <inkml:trace contextRef="#ctx0" brushRef="#br0" timeOffset="135432.7">9201 6678 261 0,'0'0'264'0,"10"0"-23"16,-10 0-22-16,12-2-19 0,-3 0-21 0,-3 2-20 16,3-2-16-16,4 2-22 0,-4 2-37 15,2-2-52-15,1 0-56 0,1 2-57 0,-4-1-45 0,1 2-153 16,-5-1-302-16,1 2 134 0</inkml:trace>
  <inkml:trace contextRef="#ctx0" brushRef="#br0" timeOffset="135583.42">9260 6788 8 0,'0'0'288'0,"-8"5"-22"0,8-5-11 16,-3 8-5-16,3-8-3 0,0 0-10 0,0 0-17 16,-4 5-21-16,4-5-21 0,0 0-12 0,0 0-17 15,0 0-19-15,0 0-16 0,23 5-40 0,-9-5-64 16,5 0-68-16,9-1-82 0,4-2-98 0,0-2-155 15,2-2-425-15,-2 1 188 0</inkml:trace>
  <inkml:trace contextRef="#ctx0" brushRef="#br0" timeOffset="138371.91">9542 6715 21 0,'0'0'125'0,"4"-9"-10"0,-4 9-8 16,3-4-9-16,-3 4-8 0,0 0-17 0,2-7 0 16,-2 7-6-16,0 0-14 0,0 0 0 0,0 0-18 15,0 0 1-15,0 0-8 0,0 0 13 0,17 7 4 16,-17-7-2-16,4 9 0 0,-2-1-6 0,-2-8 11 15,2 10 1-15,-1-4 1 0,1 1-4 0,-2-7-4 16,4 10 4-16,-2-5-6 0,-2-5-1 0,2 6 2 16,-2-6-10-16,3 7-2 0,-3-7-7 15,0 0 4-15,1 7-2 0,-1-7-4 0,4 5-4 0,-4-5 3 16,0 0-5-16,2 7 6 0,-2-7 6 0,0 0 1 16,3 6 4-16,-3-6-1 0,0 0 0 0,4 7-7 15,-4-7 3-15,0 0-1 0,0 0-1 0,2 4 2 16,-2-4 1-16,0 0-7 0,0 0 2 0,0 0-1 15,0 0-1-15,0 0-1 0,0 0-5 0,0 0 2 16,0 0 1-16,0 0-5 0,0 0-3 0,0 0-18 16,0 0-25-16,0 0-38 0,0 0-37 0,5 4-52 15,-5-4-154-15,0 0-340 0,0 0 151 0</inkml:trace>
  <inkml:trace contextRef="#ctx0" brushRef="#br0" timeOffset="138684.39">9982 6708 21 0,'0'0'195'0,"0"0"-23"0,0 0-13 15,0 0-18-15,6 5-15 0,-6-5 3 0,0 0 0 16,2 10-10-16,-2-4-5 0,0-6-12 0,2 12-8 15,1-5-8-15,-3-7-3 0,1 15-3 0,-1-8-3 16,1-3-4-16,-1-4-2 0,4 13-1 0,-4-8-3 16,0-5 1-16,5 9-3 0,-5-9-2 0,0 6 1 15,0-6 0-15,0 0-1 0,2 7-2 0,-2-7-3 16,7 1 0-16,-7-1-2 0,21-1-6 0,-1-6-7 16,16-3-4-16,15-5-22 0,10-2-22 0,34-10-35 15,1-1-42-15,0-1-33 0,-3 2-45 0,0-5-38 16,-8 2-182-16,-25 7-411 0,30-12 182 0</inkml:trace>
  <inkml:trace contextRef="#ctx0" brushRef="#br0" timeOffset="142816.09">4032 8181 20 0,'0'0'137'0,"0"0"-10"0,0 0 0 0,0 0-4 16,0 0 4-16,0 0-8 0,0 0-4 0,37 6-10 16,-17-6 4-16,8-2-8 0,4 0-13 0,-3 2-9 15,3-1-2-15,-1-3-14 0,-2 3-4 0,0 0-5 16,-10-1-15-16,0 2-27 0,-1 0-29 0,0-1-38 16,-5 1-32-16,-1 0-45 0,-1-2-100 0,-2-1-251 15,-2 3 111-15</inkml:trace>
  <inkml:trace contextRef="#ctx0" brushRef="#br0" timeOffset="143171.22">4239 8170 139 0,'0'0'165'0,"0"12"-13"16,0-3-14-16,1 3-12 0,0-1-7 0,2 6-10 15,-1 0 14-15,3 0-7 0,1 2-8 0,-1 0-17 16,2-2 4-16,-2 1-7 0,-1-1-6 0,0-1-6 15,0 0-8-15,0-6-8 0,1 3-6 0,-1 2-1 16,-1-4-5-16,-3 2-4 0,0-3-6 0,2-2 0 16,0 0-6-16,0-2-1 0,-2-6-5 0,1 12-1 15,-1-12-2-15,0 10 1 0,0-10-4 0,-3 9 2 16,3-9-4-16,-7 7-5 0,0-4-1 0,1 1-3 16,-3-2-4-16,-4-1-8 0,3 2-5 0,-2 0 2 0,1-5 0 15,-1 4 1-15,2-4 3 0,-1 1-2 16,3 0-1-16,8 1 5 0,-14-2-6 0,6 1 8 15,8 1-4-15,-9-1-2 0,9 1 2 0,0 0 2 16,0 0-4-16,-11 0 0 0,11 0 0 0,0 0 2 0,0 0 2 16,0 0 1-16,0 0-2 0,0 0 4 15,20 11-2-15,-12-10 3 0,10 3-1 0,2-1 0 16,0-2-5-16,3-1-18 0,6 0-22 0,2-1-34 16,1 1-20-16,-2-4-38 0,2 0-25 0,0-1-143 0,0 4-327 15,-2-2 144-15</inkml:trace>
  <inkml:trace contextRef="#ctx0" brushRef="#br0" timeOffset="143567.24">4754 8441 143 0,'0'0'209'15,"0"0"-1"-15,-5-13-15 0,5 13 3 0,-7-5-4 16,7 5-2-16,-10-2-19 0,10 2-14 0,-11-3-11 16,11 3-11-16,-15 5-9 0,8 1-10 0,-2-2-15 15,0 4-7-15,1 1-11 0,-1 1-7 0,3 1-10 16,-1-4 1-16,1 5-13 0,2-3-5 0,0 2-6 15,-1-3-1-15,4 0-6 0,2 2-2 0,1 0-6 16,1-5 1-16,2 2-2 0,-1-2-6 0,1-1-3 16,2-1-5-16,2-2-5 0,0 2-10 0,-2-3-3 15,1 0-2-15,2 0-1 0,-1-4-4 0,-1-1-5 16,0-2 3-16,0-3-2 0,-2 0 2 0,-1-2 0 16,1-4 10-16,-1 1-5 0,-1-9 1 0,-3 4-5 15,-3-6 10-15,2 2-3 0,-4 0 1 0,3 5 4 16,-2-8 16-16,1 9-3 0,-1-3-2 0,3 2 10 15,-3 1 10-15,2 5 0 0,1 3 6 0,-1 3 1 16,1 7 8-16,0-13-15 0,0 13-11 0,-1-9 0 16,1 9-3-16,0 0-6 0,0 0-3 0,0 0 4 15,0 0-3-15,7 26-1 0,-4-6-2 0,2-1 3 16,1 6 1-16,-1-1-2 0,-1 3-3 0,0-3 2 16,0 3 2-16,0-8 1 0,1 5-3 0,0-5-15 15,-1-2-23-15,2 2-29 0,1 0-36 0,-1-3-48 16,4-1-48-16,-1-2-38 0,-2 2-198 0,0-5-463 15,3-1 205-15</inkml:trace>
  <inkml:trace contextRef="#ctx0" brushRef="#br0" timeOffset="143783.72">5077 8371 170 0,'-4'-6'226'0,"0"0"-9"0,-2 2-10 16,6 4-5-16,-10-2-2 0,10 2-11 0,-14 3-3 0,5 2-8 15,-4 7-9-15,-1-2-5 0,2 6-9 0,1-1-5 16,-2 0-15-16,2 2-9 0,2-2-16 16,1 2-11-16,4-2-9 0,2 2-11 0,0-3-6 0,2 1-8 15,3-1-6-15,5 0-34 0,-1 1-30 0,3-4-40 16,3 2-49-16,4-5-46 0,2-2-57 0,2-1-42 16,5-1-187-16,-4-2-461 0,9-4 204 0</inkml:trace>
  <inkml:trace contextRef="#ctx0" brushRef="#br0" timeOffset="143952.19">5545 8409 273 0,'0'0'271'0,"8"-6"-24"16,-5 2-23-16,-3 4-6 0,8-4-15 0,-8 4-17 16,10-7-19-16,-5 6-17 0,3-1-14 0,2-2-17 15,-2 3-25-15,2 0-36 0,-1 1-45 0,-9 0-44 16,13 1-39-16,-7 1-25 0,1 1-33 0,-1 2-30 15,-4 1-156-15,1 1-338 0,-3-7 150 0</inkml:trace>
  <inkml:trace contextRef="#ctx0" brushRef="#br0" timeOffset="144082.13">5624 8481 85 0,'-4'6'179'15,"4"-6"6"-15,-5 6-3 0,5-6-3 0,-5 4 1 16,5-4 2-16,-3 7 3 0,3-7-1 0,0 0-2 16,-3 6-8-16,3-6-15 0,0 0-11 0,0 0-15 15,0 0-12-15,0 0-14 0,14 3-12 0,-14-3-9 16,23-3-32-16,-6 0-40 0,0 2-57 0,13-6-60 15,2 0-76-15,-2 5-237 0,1-7-448 0,0 2 198 16</inkml:trace>
  <inkml:trace contextRef="#ctx0" brushRef="#br0" timeOffset="146141.2">6736 7951 39 0,'0'0'175'0,"0"0"-1"0,0 0 1 16,0 0-17-16,-9-2-10 0,9 2-2 0,0 0-11 16,0 0-7-16,0 0-13 0,0 0-11 0,0 0-10 15,0 0-10-15,13-13-5 0,-7 10-6 0,4 1-6 16,0-1-6-16,2 2-6 0,0 1-11 0,2 0 0 16,-3 1-4-16,4 7-5 0,-2-3-1 0,2 5-6 15,-2 4-2-15,1 1 5 0,-5 1 2 0,-2 3 0 16,-1 5-4-16,-3-3 4 0,-5 2-7 0,-1 5-2 15,-1-8 0-15,-5 1-4 0,1-2 0 0,-3-2-1 0,2 0-2 16,-5-4 2-16,0 2-2 0,-2-1-2 16,1-2-1-16,-2-3-2 0,1 1-1 0,0-1 3 15,4-4-6-15,-1-2 4 0,-1 1-1 0,3-2 1 0,0-2 2 16,3 0 3-16,8 0 0 0,-10-5 3 0,10 5-3 16,-6-8 4-16,6 8-9 0,1-10-2 0,-1 10-1 15,9-10-1-15,-3 5-1 0,1 0 0 0,0 3-7 16,1 0 4-16,-8 2-3 0,17-3 3 15,-9 3-4-15,2 3 5 0,1-2-3 0,-1 2 2 16,2 2 1-16,-1 0-1 0,2-1 1 0,-3 2-1 0,4-1-1 16,-2-2 0-16,2 6 1 0,0-4-7 15,3-1-25-15,0 1-38 0,3 0-44 0,1-3-54 0,8-1-62 16,-8 1-162-16,11-5-420 0,-2 1 186 16</inkml:trace>
  <inkml:trace contextRef="#ctx0" brushRef="#br0" timeOffset="147150.26">7432 7939 212 0,'-1'-10'236'0,"1"10"-22"16,-1-7-23-16,1 7-20 0,4-7-17 0,-4 7-15 15,7-6-15-15,0 3-11 0,3 0-14 0,3 0-9 16,3 2-14-16,-2-1-28 0,0 2-26 0,4-1-19 15,-1 1-22-15,-4 1-30 0,-2 1-13 0,0-2-10 16,-3 0-22-16,0 1-1 0,-8-1 1 0,10 5 0 16,-10-5 2-16,5 3 11 0,-5-3 7 0,0 0 7 15,0 0 10-15,0 0 18 0,0 0 21 0,-18 9 22 16,11-8 9-16,7-1 11 0,-10 1 29 0,10-1-16 0,-9 2 25 16,9-2-3-16,-8 1 6 0,8-1-12 15,-8 3-8-15,8-3 6 0,0 0-4 0,-3 10 16 16,0 1 19-16,4-1 5 0,-2 2-3 0,1 6-11 15,0 0 6-15,0 0 3 0,0-2-2 0,3 3-8 0,-2-3-5 16,0 0-4-16,2 1-3 0,-2 0-11 16,0-5-2-16,-1 5-6 0,3-8-2 0,-2 4-5 15,-1-4-3-15,-1 1-3 0,-2 0-1 0,1 1-1 16,-1-3-3-16,1-2-6 0,-1 1 1 0,3-7-5 0,-10 9-8 16,3-5-6-16,0-2-3 0,-2 2-5 0,1-2 4 15,8-2 0-15,-14 0 3 0,14 0-5 16,-12-3 4-16,12 3-4 0,-9-5 3 0,6 1 2 15,3 4 1-15,-9-5-2 0,9 5 0 0,-4-6 2 0,4 6 4 16,0 0-3-16,-3-5-2 0,3 5-2 0,0 0 3 16,0 0-4-16,0 0 3 0,26 0-1 15,-20 0-15-15,7-2-14 0,-1 2-13 0,0 2-22 0,2-1-11 16,2-1-5-16,-1 2-18 0,-5-1-5 0,6-1 2 16,-1-1-1-16,-1 1 3 0,-1 0 4 0,0-2 15 15,-2 2 8-15,-1 0 10 0,-2-1 8 0,1-2-7 16,-3 0 26-16,1-1 13 0,1 1 18 0,-1 0 18 15,-2-2 11-15,2 1 7 0,-1 0 5 0,-1-2 3 16,-5 6 8-16,10-8 10 0,-7 6 0 0,-3 2-1 16,8-4-5-16,-8 4-1 0,7-1-3 0,-7 1 10 15,0 0 1-15,0 0 0 0,12 9 5 0,-10-6 1 16,-2-3-5-16,3 7 4 0,-1-1-7 0,-2-6-1 16,3 6 0-16,-3-6 4 0,1 6 2 0,-1-6 9 15,1 9 8-15,-1-9 7 0,0 0 5 0,0 0 2 16,0 0-5-16,0 0-5 0,0 0-7 0,0 0 0 15,0 0-8-15,0 0-7 0,0 0 7 0,0 0-13 16,-6-23 5-16,6 23-12 0,5-14-5 0,-1 5-2 16,3-1-2-16,4-4-3 0,0-2 0 0,5 4-4 15,0 1-7-15,9-5-2 0,-7 6-2 0,1 2-8 16,1 1 5-16,-2 1-4 0,0 3 4 0,-5 3-10 16,1 2-2-16,-1 1 2 0,1 1-4 0,-3 1-1 15,-1 3 2-15,4 1 0 0,-3 0-3 0,-4 0 1 16,2 1-1-16,-4 1 2 0,-1-7 0 0,0 3-2 0,-1 1 4 15,-2-2-6-15,-1-6 10 0,1 11-4 0,-1-11 3 16,-4 10 0-16,4-10-3 0,-5 6 4 16,5-6-2-16,-6 3-1 0,6-3 1 0,-10 0 6 15,10 0-4-15,0 0 1 0,0 0-4 0,-11-8-1 0,11 8-1 16,-1-9-1-16,1 9-2 0,3-14 8 0,-1 6-10 16,3-1-4-16,2-1 4 0,-2-2-3 0,5 5 1 15,-1-2-2-15,1 0 3 0,0 3-3 0,2 2-1 16,-1 1 1-16,1 2-2 0,-2 2 0 0,2 3 1 15,-3 1-3-15,-2 3 6 0,3 2-2 0,-1 3 1 16,-2 0 4-16,2 3-3 0,-3 1 0 0,-1-3 3 16,0 4 1-16,-3-3-2 0,-1 2-26 0,-2 1-29 15,-1-5-31-15,1 6-28 0,-3-2-41 0,-1-1-51 16,1-3-42-16,-1 0-228 0,-4 2-520 0,-1 0 231 16</inkml:trace>
  <inkml:trace contextRef="#ctx0" brushRef="#br0" timeOffset="147400.49">7236 8469 154 0,'-20'2'220'0,"8"-4"-20"0,4 2-16 0,0 2-9 15,8-2-5-15,0 0 1 0,0 0-1 0,0 0-11 16,27 10-1-16,1-9-11 0,4 0-8 0,5-2-7 15,16 0-18-15,-1 3-8 0,-2-1-9 0,1-1-6 16,-11-1-10-16,11 0-7 0,-14 0-11 0,-1 1-8 16,-1 1-3-16,0-1-11 0,-3-1-13 0,-2 1-15 15,-3 1-23-15,-6-1-35 0,-2 1-34 0,-6-1-28 0,-1 3-31 16,0-3-38-16,-4 1-33 0,-1 2-163 16,-3 0-403-16,-4-3 178 0</inkml:trace>
  <inkml:trace contextRef="#ctx0" brushRef="#br0" timeOffset="147701.18">7550 8751 113 0,'-13'0'293'0,"13"0"-27"0,-10-1-26 0,10 1-17 15,0 0-15-15,-8 1-12 0,8-1-9 0,0 0-4 16,0 0-9-16,18 17-9 0,-9-9-16 15,0 2-10-15,2 1-16 0,1 2-11 0,0-1-12 0,-2 2-6 16,-3-1-10-16,-1-1-11 0,1 2-5 0,-3-2-5 16,-1 0-7-16,-2-1-4 0,-2 1-7 0,-2 1-3 15,-2-2 0-15,-7 3-4 0,2-3 10 0,-4 0-16 16,-1 1-4-16,-2-3 2 0,2-2 2 0,-3-2-7 16,4 2-1-16,3-5-11 0,0 0-6 0,1-2-18 15,2 2-24-15,8-2-26 0,-12-2-55 0,12 2-49 16,-10-4-54-16,10 4-42 0,-1-12-223 0,2 3-523 15,5-2 232-15</inkml:trace>
  <inkml:trace contextRef="#ctx0" brushRef="#br0" timeOffset="147917.04">7791 8754 273 0,'6'-5'288'16,"-1"-1"-28"-16,-1 2-12 0,-4 4-8 0,8-4-17 15,-8 4-8-15,4-4-15 0,-4 4-22 0,0 0 2 16,0 0 10-16,4 15 22 0,-4-6-14 0,0 4-15 15,0 0-20-15,1 3 1 0,1 9 2 0,-1-8-17 16,0-1-11-16,-1 3-14 0,2-1-16 0,0-1-10 16,-2 0-11-16,4-2-5 0,0-2-7 0,-2-2-10 15,1 1-25-15,2-1-32 0,-2-3-35 0,0 1-50 16,1 0-49-16,-2-2-40 0,0-2-44 0,-2-5-41 0,5 9-50 16,-5-9-266-16,0 0-613 0,0 0 272 15</inkml:trace>
  <inkml:trace contextRef="#ctx0" brushRef="#br0" timeOffset="148083.76">7590 8752 270 0,'0'0'279'0,"-3"-6"-31"0,3 6-22 0,11-7-14 0,2 4-17 16,8-2-7-16,9-3-19 0,5 1-16 0,18 0-13 15,-1 1-10-15,3 0-18 0,-2-1-13 16,-13 4-44-16,-2 1-44 0,-1 0-49 0,-5 0-66 15,-1 2-62-15,-13 1-198 0,0 2-393 0,-7-5 174 0</inkml:trace>
  <inkml:trace contextRef="#ctx0" brushRef="#br0" timeOffset="150216.31">4743 9633 48 0,'-2'-7'242'0,"1"-1"-9"0,1 8-11 0,-3-14-6 16,3 7-14-16,0 7-11 0,-1-10-19 0,1 10-17 15,0 0-13-15,-2-9-21 0,2 9-12 0,0 0-12 16,0 0-12-16,0 0-3 0,18 19-11 0,-7-2-5 16,-2 1-5-16,3 7-1 0,1 2-2 0,0-1-5 15,1 3-3-15,-3-3-3 0,6 1-6 0,-7-4-4 16,1-5-4-16,0 0-1 0,-1-4-2 0,-3-1-2 15,2 0-4-15,-2-4 0 0,0 1-4 0,-2-3 2 16,-1 0 6-16,0-2 15 0,-1-1 10 0,-3-4-1 16,9 0-5-16,-9 0-3 0,0 0-3 0,12-14-6 15,-7 6-5-15,-1-2-1 0,1-1 0 0,-3-1-4 16,1-5-7-16,1 0-3 0,-2-1 6 0,3-1-4 16,-2-1-6-16,0-6-2 0,0 2-9 0,1 5-9 15,0 0 0-15,1 2-10 0,-1 2-12 0,0 3-28 16,0 4-24-16,-3 1-40 0,0 2-38 0,-1 5-14 15,7-4 2-15,-7 4-16 0,0 0-11 0,16 15-14 16,-8-2-149-16,-2 2-393 0,6 1 174 0</inkml:trace>
  <inkml:trace contextRef="#ctx0" brushRef="#br0" timeOffset="150634.68">5320 9882 161 0,'0'0'231'16,"1"-8"-5"-16,-1 8-8 0,0 0-8 0,-9-13-9 15,9 13-2-15,-9-7-10 0,4 4-13 0,0-1-16 16,5 4-17-16,-10-2-12 0,2-1-17 0,8 3-9 16,-11 4-14-16,-1 2 3 0,2 3-16 0,-3 3-12 15,0 1-7-15,2 2-4 0,2 3 2 0,-3-1-10 0,6 2-7 16,-3-3 0-16,6 0-7 0,1-4 0 16,3 1-5-16,0-3-2 0,2 0-2 0,1 0 0 15,2-3-3-15,3-1-4 0,1 0-6 0,1-3-4 16,1-2-2-16,1-1-9 0,0 0-7 0,6-5 3 0,-1 0-14 15,-1-2-1-15,0-4-1 0,-1 0 1 16,-2-2 2-16,1-6 1 0,-1 2 4 0,-5 0 3 16,0-1 0-16,-2 2 4 0,3-10 3 0,-6 6 15 15,1-4-8-15,-3 0 9 0,1 0-1 0,-3 6 8 0,1-1 25 16,-2 1-10-16,1 6 8 0,0-1 10 0,0 3 14 16,0 2-4-16,0 8 1 0,1-10-10 0,-1 10-9 15,0-9-10-15,0 9-5 0,0 0-5 0,0 0 1 16,0 0-8-16,0 0 7 0,3 27 5 0,-2-12-9 15,0 2-3-15,1 1-3 0,1 6-5 0,-3-5-2 16,3 7 6-16,-2-5 1 0,0 3-11 0,-1-3-21 16,3-3-32-16,0 7-27 0,-2-6-27 0,0-1-31 15,2-1-53-15,1-2-38 0,0 2-56 0,-2-3-174 16,3-5-497-16,-1 0 220 0</inkml:trace>
  <inkml:trace contextRef="#ctx0" brushRef="#br0" timeOffset="150850.32">5742 9784 166 0,'-5'-7'250'0,"5"7"-23"0,0 0-5 0,-16 4-6 16,5 2-2-16,-1 4-6 0,-2 1-15 0,1 3-9 16,-1 1-6-16,-1 0-18 0,5 0-11 0,-3 1-21 15,5 1-6-15,2 1-14 0,1-1-8 0,2-1 0 16,2-5-19-16,1 6-10 0,4-5-3 0,1 1-31 15,1-3-26-15,3 0-45 0,5-1-38 0,-2-3-57 16,9 1-50-16,1-5-39 0,6 4-210 0,-2-6-461 16,2-3 204-16</inkml:trace>
  <inkml:trace contextRef="#ctx0" brushRef="#br0" timeOffset="150993.14">6101 9921 118 0,'0'0'188'0,"7"-6"-5"15,0 4 0-15,-1-2-17 0,1 2-15 0,-7 2-20 16,11-6-9-16,-2 5-21 0,-1-2-22 0,2 2-43 16,1 1-48-16,0-2-44 0,-4 2-43 0,-7 0-117 15,14 3-233-15,-9 1 104 0</inkml:trace>
  <inkml:trace contextRef="#ctx0" brushRef="#br0" timeOffset="151113.54">6185 10007 29 0,'0'0'209'16,"-6"8"-19"-16,6-8-5 0,-5 9-5 0,5-9-1 15,-2 7-11-15,2-7-9 0,-3 5-16 0,3-5-11 16,0 0-12-16,7 9-12 0,-7-9-15 0,17 1-54 16,-1-2-71-16,12-5-77 0,-1 2-191 0,5-3-323 15,4-3 144-15</inkml:trace>
  <inkml:trace contextRef="#ctx0" brushRef="#br0" timeOffset="151616.32">6897 9773 2979 0,'0'0'122'0,"-1"-9"-35"0,1 9-24 16,0 0-7-16,0 0 14 0,-2-11-1 0,2 11-9 15,5-8-13-15,4 4-10 0,4-1 2 0,4-2-8 0,11 0-3 16,1 0 2-16,3 2-8 0,2-1-7 0,-1 1-23 16,-3-1-28-16,1 3-32 0,-9 3-31 0,-3-2-33 15,-2 0-35-15,-3 0-24 0,-3 2-25 0,-4 0-12 16,-7 0 0-16,11 2 5 0,-11-2 13 0,0 0 32 15,0 0 16-15,0 0 28 0,0 0 29 0,-20 8 29 16,9-7 23-16,-1 0 22 0,1 2 19 0,1-2 21 16,-3 0 23-16,3 1 21 0,2-1 10 0,1 2 12 15,0-1 9-15,7-2 7 0,-12 5 2 0,5 0 3 16,1 4 18-16,2 0 2 0,-2 5 5 0,2 2 1 16,0 1 8-16,1 2-13 0,2 0-2 0,-3 1-11 15,3 5-8-15,0 0-8 0,1-6-12 0,1 6-4 16,0-4 2-16,1-4-15 0,3 2-8 0,-4-2-5 15,0 1-2-15,0-1-5 0,1-2-3 0,-2 0-9 16,-2-4 0-16,1 0-13 0,-1-4-10 0,-1 3-13 16,-4-2-5-16,-1-2-7 0,1-1-5 0,0-2-6 15,-3 0-2-15,1 0 0 0,1-3 7 0,-4-2-2 16,12 2 4-16,-14-4 1 0,8 0 6 0,1 1 1 16,-2-1 5-16,7 4 5 0,-6-7 3 0,6 7 2 15,-4-7 1-15,4 7-2 0,0 0 1 0,0 0 1 16,0 0-1-16,14-5-1 0,-4 5 6 0,8 1-2 15,2-1-20-15,2 1-33 0,5 0-24 0,3 0-34 16,2 0-34-16,1-1-27 0,-1 0-21 0,0 0-27 16,-2-1-141-16,2 0-390 0,0-2 172 0</inkml:trace>
  <inkml:trace contextRef="#ctx0" brushRef="#br0" timeOffset="152000.74">7527 10060 87 0,'10'-6'163'0,"-5"-2"15"0,0 1-2 0,-3-1-2 15,-1 3 2-15,-1-8 4 0,0 13-1 0,-4-16-7 0,0 10 3 16,-1 1 0-16,1-2-1 0,-2 2-10 0,-2 2-3 15,1 1-18-15,7 2-3 0,-18 2 0 0,2 3-1 16,1 5-11-16,1 1-7 0,-3 2-5 0,3 1-5 16,0-1-16-16,4 3-12 0,4-5-3 0,-2 3-11 15,2-2-1-15,4 1-12 0,1-3-6 0,2 0-8 16,2 0 4-16,3-1-5 0,-1-2-6 0,2-1-17 16,-1-2-2-16,6 0-9 0,-3-4-9 0,2 0-20 15,2-2-3-15,-2-1 5 0,-2-4-2 0,1 0 13 16,-2 0-13-16,0-3-1 0,-3 0 4 0,1-1-2 15,1-4 8-15,-5-3 2 0,2 1 2 0,-1 0 0 16,1 0 6-16,-4-2-1 0,2-1-3 0,-2-5 7 16,4 0-8-16,0 7-1 0,-2-6 4 0,2 7 0 15,-1 1 2-15,-2 0 10 0,0 6 22 0,1 1-3 16,-2 3 1-16,0 6-5 0,1-10-3 0,-1 10-7 16,0 0 2-16,0 0 8 0,0 0 3 0,0 0 5 15,6 19 12-15,-4-3-7 0,-1-2-5 0,-1 3 4 16,1 7 0-16,2-3-11 0,-1-2 0 0,2 1 1 15,-3-1-1-15,3-1-16 0,0 1-20 0,1-1-37 16,0-3-36-16,0 0-42 0,3-1-45 0,1 0-46 16,-1-3-45-16,2-4-46 0,-3 1-202 0,4-3-555 15,3-3 245-15</inkml:trace>
  <inkml:trace contextRef="#ctx0" brushRef="#br0" timeOffset="152200.29">7882 9942 152 0,'0'0'277'0,"-5"-9"-10"0,5 9 1 16,-10-2-13-16,2 0-10 0,8 2-1 0,-18 6-10 16,7 0 6-16,-1 2-9 0,-2 2-3 0,1 3-31 15,2 2-5-15,1-7-20 0,1 6-13 0,1 0-18 0,3-2-3 16,1-1-29-16,3 4-4 0,2-4-8 0,2 0-16 16,0-2-31-16,5 0-34 0,1-2-40 15,4 0-48-15,4 0-52 0,0-4-66 0,1 1-63 0,3-4-52 16,0 3-217-16,8-3-565 0,1-4 250 0</inkml:trace>
  <inkml:trace contextRef="#ctx0" brushRef="#br0" timeOffset="152400.78">8154 9846 30 0,'-3'-10'321'0,"-1"-1"0"0,0 1 4 0,3 4-2 15,1 6-14-15,-3-12-29 0,3 12-24 0,-2-6-8 16,2 6-9-16,0 0-7 0,0 0-10 0,19 13-12 15,-9-6-18-15,6 4-15 0,-1-1-16 0,0 2-15 16,0-1-19-16,3 1-13 0,-2-1-2 0,7 3-20 16,-6-2-18-16,-1-1-34 0,2-2-51 0,-4 2-44 15,-3-5-52-15,1 2-42 0,-3-2-45 0,-2 0-49 16,1-2-39-16,-4 0-33 0,-4-4-218 0,0 0-577 16,7 7 256-16</inkml:trace>
  <inkml:trace contextRef="#ctx0" brushRef="#br0" timeOffset="152582.72">8424 9839 86 0,'-2'-13'201'0,"0"2"31"0,1 0 20 0,-1 3 7 16,2 8 0-16,-2-10-22 0,2 10-8 0,-4-5-12 15,4 5-7-15,0 0 4 0,-11 2 16 0,1 5-15 16,1 3-5-16,-3 3-22 0,-3 1-13 0,-3 6-18 16,-3-2-18-16,2 5-8 0,0-1-15 0,1 0-10 15,0-2-39-15,6-4-46 0,0-1-59 0,4-1-52 16,-2 1-59-16,4 1-67 0,3-5-86 0,2-1-258 15,1-3-605-15,0-7 267 0</inkml:trace>
  <inkml:trace contextRef="#ctx0" brushRef="#br0" timeOffset="152816.97">8725 9710 222 0,'3'-10'387'16,"2"0"-4"-16,-3 3-9 0,0 0-16 0,-2 7-31 0,4-7-30 15,-4 7-21-15,0 0-17 0,0 0-2 0,0 0-20 16,9 19-16-16,-5-2-14 0,-3 1-17 0,2 1-18 16,2 7-11-16,-4 2-18 0,-1-2-16 15,0-1-14-15,0-5-7 0,1 5-12 0,-1-1-8 0,0-5-11 16,0 0-3-16,0-1-19 0,0 1-34 0,-1-3-49 16,2-5-47-16,2 0-50 0,-2-1-45 0,0-1-38 15,-1 1-37-15,0-1-41 0,2-3-38 0,-2-6-298 16,0 11-675-16,0-11 300 0</inkml:trace>
  <inkml:trace contextRef="#ctx0" brushRef="#br0" timeOffset="153333.76">8770 9703 57 0,'12'-25'221'0,"-4"9"8"0,-1 1 7 0,-3 5 5 15,1 2-8-15,0 3-12 0,1-3-17 0,-3 5-22 16,-3 3-13-16,10-3-11 0,-10 3-11 0,12 6-13 15,-4 0-6-15,-1 1-11 0,0 4-7 0,-2 0-17 16,-1 0-5-16,0 5-10 0,-2 0-10 0,-2 0-4 16,-1 0-7-16,0 3-4 0,-1-6-8 0,0-2-1 15,0 2-6-15,0-1-5 0,1-3-1 0,-2 1-1 16,0-3-6-16,2-1 6 0,-1 1-10 0,2-7-8 16,-2 12-2-16,2-12 4 0,0 10 1 0,0-10-3 15,2 9-3-15,-1-2 2 0,3-3-1 0,0 1-3 16,1-2 2-16,-5-3-6 0,16 7-11 0,-7-6-19 15,2 0-25-15,0-1-26 0,0 2-40 0,1-4-35 16,1 1-30-16,0-2-30 0,0 1-25 0,6-2 21 16,-3 0-8-16,-3 1 24 0,-2-1 23 0,2 0 31 15,-1-2 29-15,-1 0 40 0,-1 0 52 0,1-1 35 0,-3 0 35 16,0 0 25-16,-1 1 29 0,-1-1 27 0,0 1 21 16,-2 3 11-16,-4 3 8 0,7-6 1 15,-7 6-8-15,5-4-10 0,-5 4-8 0,0 0 18 16,0 0 15-16,10 8 8 0,-6-3 10 0,0 5-6 0,-3 2 6 15,3 2-4-15,-4 4-2 0,0 0-1 0,1 1-14 16,-2 2-15-16,-1-2-13 0,1-1-11 0,1 1-12 16,0-2-7-16,1-1-15 0,1-4-6 15,0-1-6-15,1 1-11 0,3-3-1 0,2 1-9 0,3-2-8 16,4 1-1-16,1-3-6 0,1 1-5 0,3-1-3 16,2-5-11-16,10-1-26 0,1-2-24 15,2-1-29-15,2 1-44 0,0-6-37 0,2 3-39 0,-3-2-49 16,-1-3-30-16,-3 0-43 0,-3 2-65 0,-1-2-36 15,-10 2-310-15,1-1-760 0,-2-3 337 0</inkml:trace>
  <inkml:trace contextRef="#ctx0" brushRef="#br0" timeOffset="156034.1">5466 11025 92 0,'0'0'107'0,"0"0"-8"0,0 0 1 16,0 0-5-16,0 0-8 0,0 0 7 0,0 0-9 15,0 0-5-15,0 0 8 0,0 0-8 0,0 0-6 16,0 0 0-16,0 0-1 0,0 0-5 16,0 0-8-16,-8-10 3 0,8 10 3 0,0 0-3 0,0 0 0 15,0 0 3-15,0 0-1 0,-7-4-3 0,7 4-4 16,0 0-6-16,0 0-3 0,0 0-7 0,0 0-3 15,0 0-4-15,0 0-6 0,0 0 3 0,0 0-4 16,0 0-5-16,17-2 1 0,-7 3-4 0,3 0 3 16,6-1-6-16,0-1 0 0,2 2-3 0,1-2-1 15,4 1-1-15,-6 0-8 0,8 0-22 0,-7-1-18 16,0 1-27-16,-2-1-33 0,3-3-32 0,-3 3-26 16,-2-1-153-16,-5 2-332 0,-1 0 146 0</inkml:trace>
  <inkml:trace contextRef="#ctx0" brushRef="#br0" timeOffset="156432.79">5680 11001 62 0,'0'0'161'0,"0"0"-7"0,0 0 18 0,-6 9 5 15,5-2-4-15,1 3-8 0,1 2 9 0,-2 7-13 16,-2-2-8-16,3 2-8 0,0 1-11 15,0-1-14-15,0 1-13 0,0-1-11 0,0 0-1 0,1 0-13 16,1-2-11-16,-2 1 2 0,1-1-14 0,0-2-6 16,-1-3-3-16,0 0-7 0,1-2 0 0,-1 0-6 15,2-1-3-15,-4 0-4 0,2-9-5 0,-1 14 0 16,0-9-8-16,-2 1-10 0,3-6-5 0,-4 9-11 16,1-6-7-16,3-3-12 0,-12 6-9 0,5-5-13 15,7-1-6-15,-13-1-2 0,1 1-1 0,12 0 8 16,-16-6 3-16,5 5 3 0,0-2 7 0,4-1 6 15,1 0 7-15,6 4 12 0,-13-5 19 0,8 4 8 16,5 1 6-16,-8-5-1 0,8 5 2 0,0 0-1 0,-7-2-2 16,7 2 0-16,0 0 5 0,0 0 9 0,0 0 7 15,0 0 9-15,0 0-7 0,0 0 0 0,22 8-5 16,-8-6-1-16,2 0-5 0,2-1 1 16,4 2-23-16,-2-3-29 0,3 2-44 0,4-3-52 0,3 0-43 15,0-1-55-15,-2 2-162 0,-6 0-407 0,-3 0 181 16</inkml:trace>
  <inkml:trace contextRef="#ctx0" brushRef="#br0" timeOffset="156800.81">5914 11485 167 0,'0'0'250'0,"0"0"1"16,0 0-2-16,0 0-6 0,0 0-9 0,0 0-30 15,12-21-20-15,-9 15-14 0,2-2-16 0,1-2-11 16,-1 2-13-16,1-1-16 0,1-1-9 0,-1 1-10 15,0-1-7-15,1-2 2 0,-1 3-9 0,-1-2-11 16,2 0-2-16,-4-1-5 0,0 1-4 0,1 1-3 16,-3-1-8-16,0 0-4 0,-1 0-3 0,2 1-4 15,-4 0-6-15,0 1 3 0,-1 2-4 0,3 7-4 16,-4-12-5-16,1 7 1 0,3 5-2 0,-4-6-7 16,4 6-2-16,0 0 0 0,-5-8-8 0,5 8 0 15,0 0 2-15,0 0-7 0,0 0 3 0,0 0-1 16,0 0 1-16,0 0 1 0,0 0-2 0,0 0 1 15,20 14 5-15,-12-10-8 0,1 3 2 0,-4-4 0 16,3 4 0-16,-1 2 1 0,1-3-3 0,2 3 4 16,-4 1 0-16,1 0-6 0,-1 0 4 0,1 1 0 15,-4 3 3-15,3-2-2 0,-4 0 3 0,2 5-4 16,0-7-10-16,-4 2-24 0,2 0-37 0,0-1-35 16,0 1-36-16,1-1-33 0,-1-2-41 0,1 0-28 15,-2 1-204-15,2-1-484 0,-1-4 214 0</inkml:trace>
  <inkml:trace contextRef="#ctx0" brushRef="#br0" timeOffset="157600.23">6268 11390 219 0,'1'-5'257'0,"-1"5"-1"0,4-7-7 16,-4 7-17-16,0 0-19 0,5-7-22 0,-5 7-15 16,0 0-20-16,0 0-8 0,0 0 0 15,0 0-10-15,0 0-7 0,0 0-11 0,3 23-9 0,-3-18-13 16,0-5-2-16,-1 14 0 0,1-8-19 0,0-6 3 15,0 11-9-15,0-11-8 0,0 6-2 16,0-6 7-16,0 0-3 0,1 10 24 0,-1-10 1 16,0 0 6-16,0 0 7 0,0 0-7 0,0 0 2 0,0 0-8 15,0 0-12-15,0 0-4 0,0 0-11 0,0 0-6 16,0 0-6-16,0 0-7 0,-1-30 5 16,3 21-24-16,1-1-3 0,1-1-2 0,1 0-4 0,1 0 10 15,4-2-22-15,-3 4-1 0,2-1 6 0,-1 1-8 16,-1 4 3-16,-2 0-12 0,0 1 8 0,-5 4-7 15,8-4 1-15,-8 4 4 0,11 2 10 0,-11-2-16 16,13 6 5-16,-8 0-7 0,0 0 5 0,2 1 2 16,-2 1 1-16,-1-2 10 0,0 1-10 0,1-2-1 15,-3-1 1-15,3 2 5 0,-2 1 2 0,-3-7 9 16,5 7-16-16,-2-2 1 0,-3-5 2 0,3 7 2 0,-3-7 2 16,0 0 4-16,0 0-2 0,3 6 7 15,-3-6-4-15,0 0 7 0,0 0 4 0,0 0-11 16,0 0 6-16,0 0 2 0,0 0-3 0,0 0-6 15,0 0 2-15,0 0 1 0,4-22-14 0,-3 16 0 16,5-4-2-16,-2 1-4 0,3-1-8 0,-1 0 5 16,1-1 3-16,3 3-7 0,-3-1 14 0,4 4-6 15,-4-3 4-15,2 3-13 0,-1 0 5 0,-2 2 4 16,-1 1-4-16,-5 2-7 0,13 0 8 0,-13 0 4 16,12 5-5-16,-6-3 8 0,0 3-5 0,-2 0 2 0,1 2 9 15,0 2-15-15,1 1 7 0,-4-4 0 16,2 3-4-16,0-2 1 0,1 0-3 0,0-1 15 15,-1 2-6-15,0-2 4 0,-2 0 2 0,-2-6-3 0,12 7 1 16,-7-2 3-16,0-4-2 0,1 5 4 0,2-5 0 16,1-1-1-16,1-1 5 0,0 1-8 15,3-3 3-15,-3 0 1 0,-1 0 4 0,3-4-6 0,1-3 2 16,-4 3-4-16,-1-1-2 0,0-1 4 0,-1 0 3 16,-1-3-8-16,0 0 2 0,-1-3-4 0,-1 3-1 15,-2-1 2-15,-1 2 5 0,0 0-4 0,-1 2-3 16,0 1 3-16,0 8 3 0,0-9-5 0,0 9 0 15,0 0-5-15,-1-10 1 0,1 10-3 0,0 0-2 16,0 0 10-16,0 0-6 0,0 0-1 0,-9 23 11 16,9-13-10-16,-1 2 7 0,-1-1-2 0,1 1-5 15,2 3 0-15,1-3 5 0,-1 0-7 0,0 0 11 16,-1 1-2-16,1-2 4 0,1 0-16 0,-2 0 25 16,1-1-14-16,-1 2 3 0,-1-1-9 0,-2-1 14 15,1-1 2-15,0 1-11 0,-3-3 1 0,4 3-2 16,-3-3-17-16,-1 1-18 0,2-2-42 0,0-1-29 15,-3 2-29-15,3-2-43 0,-2 0-47 0,5-5-41 16,-8 7-42-16,8-7-241 0,0 0-597 0,0 0 264 16</inkml:trace>
  <inkml:trace contextRef="#ctx0" brushRef="#br0" timeOffset="157752.19">7064 11323 152 0,'10'-3'230'0,"-3"1"-21"0,1-2-16 0,-1 1-11 15,1 1-14-15,-2 0-21 0,2-1-12 0,-8 3-14 16,17-3-20-16,-10 3-30 0,0-1-42 16,-7 1-52-16,14-2-39 0,-14 2-44 0,11 2-42 15,-11-2-86-15,7 4-252 0,-7-4 111 0</inkml:trace>
  <inkml:trace contextRef="#ctx0" brushRef="#br0" timeOffset="157871.46">7170 11382 150 0,'0'0'237'0,"-4"9"-3"16,4-9-5-16,-5 6-8 0,5-6-7 0,0 0-10 15,-5 4-18-15,5-4-17 0,0 0-19 0,0 0-11 16,0 0-17-16,0 0-14 0,0 0-26 0,0 0-34 16,0 0-64-16,19 2-82 0,-7-8-82 15,1 3-187-15,1-5-397 0,4 0 176 0</inkml:trace>
  <inkml:trace contextRef="#ctx0" brushRef="#br0" timeOffset="158168.82">8134 10999 7 0,'-1'-9'294'0,"1"9"-28"0,6-8-28 0,3 1-18 16,3 0-18-16,-1 3-14 0,10-4-17 0,-1 1-17 16,-2 4-16-16,10-4-14 0,1 1-13 15,-2 2-15-15,-5 1-14 0,-2-1-19 0,1-1-38 0,-2 2-31 16,-2 1-30-16,-6 0-26 0,1 0-23 0,-3 1-33 16,-3-1-26-16,-6 2-22 0,9-4-128 0,-9 4-318 15,0 0 141-15</inkml:trace>
  <inkml:trace contextRef="#ctx0" brushRef="#br0" timeOffset="158956.85">8460 10901 594 0,'0'0'-10'0,"-30"6"38"0,22-5 11 15,8-1 18-15,-15 2 6 0,9-2 8 0,6 0-1 16,-13 4 6-16,10 0 9 0,-1 4 33 0,0 1 11 16,3 1-4-16,-3 5 26 0,2 4 9 0,1 1-13 15,1 4-6-15,1 0 5 0,1 2-11 0,-1-2 2 16,0 0 1-16,1-4 2 0,-2-1-21 0,1 0-8 16,0 0-7-16,2 0-6 0,-2-3-13 0,0-3-8 15,2 3-13-15,-2-5-1 0,-1 2-5 0,3-3-7 16,-3-1-8-16,0-1 3 0,1-2-4 0,-1-6-5 15,0 0-6-15,-1 11-2 0,1-11-4 0,0 0-5 16,-4 7-10-16,4-7-8 0,0 0-10 0,0 0 2 16,-16-5-2-16,16 5-4 0,-11-7 2 0,3 1-1 0,2 1 6 15,3-1-3-15,3 6 0 0,-9-7 4 0,6 3-4 16,3 4 2-16,-7-3 2 0,7 3-3 0,0 0-2 16,0 0 3-16,0 0 8 0,0 0 0 0,0 0-2 15,0 0-3-15,0 0 7 0,24 7 0 0,-13-5-1 16,1-1-20-16,5 0-20 0,2 2-24 15,0-3-18-15,2-3-27 0,1 3-25 0,-1-2-18 16,0 0-14-16,-1-1-3 0,-1-1-6 0,-1 1 7 0,1-2 13 16,-3 0 10-16,-4-1 23 0,-1 3 8 0,-2-4 11 15,0 4 24-15,-4-1 14 0,0 0 20 0,0-1 19 16,-1-1 22-16,1 3 31 0,-5 3 6 0,6-8 15 16,-6 8 14-16,5-5-5 0,-5 5-1 0,0 0 8 15,0 0 8-15,0 0 14 0,0 0 4 0,0 0 16 16,11 12 4-16,-11-12-3 0,0 7 12 0,0-7-3 15,0 13-1-15,1-7-10 0,-1-6-6 0,-4 10-1 16,4-10-4-16,0 9 0 0,0-9 10 0,1 7 7 16,-1-7 9-16,0 0 3 0,0 0 5 0,0 0 3 15,0 0-8-15,0 0-10 0,0 0-4 0,0 0-17 16,0 0-10-16,0 0-3 0,0 0-11 0,0 0-4 16,7-20-8-16,-3 13-1 0,1-3-6 0,1 2-11 15,3-7-3-15,3 2-10 0,2-1-3 0,6-3-5 16,-5 2-3-16,7 1-9 0,-4 2-2 0,1 2 0 15,-1 2-1-15,0 2-6 0,0 3-1 0,-5 3 0 16,-1 2 6-16,0 1-10 0,0 2-1 0,-1 3 3 16,-1 1 0-16,-3 0-3 0,-1 3 3 0,0-1 3 15,-2 0-2-15,0 3 1 0,-1-5 1 0,-2 1-2 16,-1 0 3-16,1-1-1 0,-1-2 10 0,0-7-9 0,0 10 6 16,0-10 7-16,0 7-7 0,0-7-2 0,0 0 4 15,-5 7 0-15,5-7-6 0,0 0-6 16,0 0 12-16,0 0-7 0,0 0 4 0,0 0-4 15,0 0-11-15,0 0 0 0,-1-29-9 0,5 21 7 0,-1-1 0 16,3-2-4-16,2 3-7 0,1-4 7 0,2 0 4 16,-2 4-7-16,1 0 7 0,-1 0 3 15,0 3 0-15,-2 2-4 0,0 2 0 0,-7 1 3 0,13 0 3 16,-13 0 4-16,13 4-6 0,-7 1 7 0,0 3-9 16,-1-2 3-16,-1 3-2 0,-3 0 0 0,3 0 1 15,0 1 3-15,-3 2-14 0,0-3-37 0,2 1-29 16,-3 0-43-16,1 1-37 0,-3 0-46 0,0 0-58 15,1-4-75-15,-3 5-288 0,-2-2-685 0,1-1 303 16</inkml:trace>
  <inkml:trace contextRef="#ctx0" brushRef="#br0" timeOffset="159218.31">8500 11507 2825 0,'-55'0'194'0,"17"-6"-54"0,8 6-54 0,8 0-34 0,4-3-22 16,4 3 1-16,5 0-2 0,1-1 8 0,8 1 16 16,-5 4 18-16,5-4 16 0,0 0 6 0,45 4-2 15,-8-4-2-15,25-1-17 0,28-6-1 0,-23 5-4 16,29 0-11-16,-30-2-1 0,-5 0-7 0,3 1-13 16,-4-1-14-16,-6 1-21 0,0-3-29 0,-16 4-22 15,0 0-21-15,-1 1-10 0,-2-1 0 0,-2 2-10 16,-2 0-13-16,-8 3-18 0,-5-1-15 0,-2-2-14 0,-4 1-15 15,-4 0-18-15,-1 1-24 0,-7-2-24 0,8 2-203 16,-8-2-472-16,0 0 209 0</inkml:trace>
  <inkml:trace contextRef="#ctx0" brushRef="#br0" timeOffset="159499.57">8733 11597 152 0,'-20'3'274'0,"6"-2"-16"16,2-1-6-16,3 2-6 0,2-1-4 0,7-1-3 15,-10 0-5-15,10 0-4 0,0 0-1 0,0 0-13 16,30 4-18-16,-2-7-21 0,4 2-14 0,5 0-13 16,0-1-23-16,2-1-6 0,0-1-14 0,-1-1-17 15,1 0-13-15,-5 2-10 0,2-3-13 0,-1 0-21 16,-1-1-25-16,-4 3-26 0,-2-1-14 0,-9 0-27 15,-7 3-14-15,-1 1-26 0,-2-1-26 0,-3 2-23 16,-6 0-35-16,0 0-34 0,0 0-16 0,0 0-10 16,0 0-1-16,0 0-135 0,-28 3-410 0,9 1 182 15</inkml:trace>
  <inkml:trace contextRef="#ctx0" brushRef="#br0" timeOffset="159817.93">8714 11594 142 0,'-19'0'190'0,"2"2"4"0,3-1-2 15,4 2-1-15,-1-2-8 0,3 1-6 0,3 3-8 16,-2 2 3-16,2 3 5 0,3 4-5 0,-2 3-3 16,1 8-11-16,3 5-5 0,0-1-7 15,2 3-8-15,0 1-11 0,-1-1-4 0,2-1-11 0,0 1-9 16,0-2-6-16,-3-4-7 0,3-7-10 0,1 7-8 16,-3-6-3-16,3-1-11 0,-1-2-3 0,-1-2 0 15,-1-2-8-15,1-2-4 0,-1 0-6 0,-1-4 12 16,1 1-25-16,-1-8 5 0,1 11-2 0,-1-11 4 15,0 10 10-15,0-10 12 0,0 0-1 0,0 0-2 16,-5 5-9-16,5-5 1 0,-10 0-9 0,10 0 2 16,-17-8-2-16,6 3-7 0,2 0 2 0,-3-2-9 15,-4-3 4-15,-8 0 0 0,7 1-16 0,-2 0 7 16,-7-4-2-16,1 3-6 0,-5-2-3 0,5 3-13 0,4 1-17 16,1 2-22-16,1 0-23 0,2-1-23 15,4 4-29-15,-1 1-40 0,5-2-47 0,3 2-65 16,-1-1-52-16,7 3-212 0,-10-3-584 0,10 3 259 15</inkml:trace>
  <inkml:trace contextRef="#ctx0" brushRef="#br0" timeOffset="160087.31">8896 11865 226 0,'9'3'273'15,"1"0"8"-15,-1 1 6 0,-3-1-14 0,-1 1 5 16,3 4-9-16,-2 0-15 0,-3-2-2 0,-1 4-27 15,0-1-5-15,-5 1-18 0,2 1-16 0,-2 0-11 16,-2 0-13-16,0-1-14 0,1 1-8 0,-1-1-21 16,1-3-13-16,2 0-4 0,-1 0-12 0,2 1-13 15,1-8-3-15,1 10 0 0,3-5-14 0,-4-5 2 16,14 6-9-16,0-3 2 0,7-1-6 0,8-4-6 16,2-3-5-16,3 0-5 0,2-2-15 0,2-2-11 15,-3-1-18-15,-1 0-16 0,2 0-43 0,-4-1-27 16,0-1-29-16,-2 2-31 0,-10 3-28 15,0-1-44-15,-6 1-34 0,2 0-41 0,-9 2-270 0,-2 1-621 16,-1 0 274-16</inkml:trace>
  <inkml:trace contextRef="#ctx0" brushRef="#br0" timeOffset="174967.49">5522 13027 1517 0,'-1'-19'-14'0,"-1"-7"-11"15,1 6 49-15,1 3 3 0,-3 0 16 0,2 1 10 0,1 5 3 16,-1 2 7-16,1 0-1 0,0 9 8 15,-1-12 19-15,-1 5-8 0,2 7-2 0,0 0-8 16,0-11-13-16,0 11-1 0,0 0-11 0,0 0-4 16,0 0-5-16,0 0-4 0,0 0-1 0,0 0 8 0,0 0-4 15,2 39 5-15,-1-22-1 0,1 10-1 16,0 3-4-16,-2 2 1 0,0-1-5 0,1 0-1 16,-1 0-5-16,-1-1 0 0,5-1-4 0,-6-1-2 15,5-1-2-15,-4-2-1 0,1-6-4 0,0 0-18 16,0-2-23-16,1 2-11 0,0-2-25 0,-2-1-28 0,2-4-22 15,0-1-36-15,1-2-34 0,-1 1-26 0,1-4-135 16,-2-6-373-16,0 0 166 0</inkml:trace>
  <inkml:trace contextRef="#ctx0" brushRef="#br0" timeOffset="175218.23">5534 12881 40 0,'2'-17'132'0,"3"2"-8"15,0-2-14-15,3 3-4 0,1 4-2 16,3 0-9-16,1-2-7 0,4 7-2 0,-4 0-11 16,4 1-2-16,-4 3-11 0,4 2-3 0,-6 2-2 0,3 1-2 15,-2 3-11-15,-4 1 4 0,0-1-9 16,-1 5 2-16,-2-2-7 0,-4 4 3 0,1 2-4 16,-4-5 4-16,-1 7 3 0,-5-2-1 0,-2 0-8 15,-3 5 3-15,0-6-4 0,-1-1-1 0,2-1-2 16,-1-1-3-16,1 0-8 0,3-4-20 0,0 1-32 0,3-2-35 15,-1-2-35-15,7-5-48 0,-7 11-93 16,0-8-267-16,7-3 119 0</inkml:trace>
  <inkml:trace contextRef="#ctx0" brushRef="#br0" timeOffset="175686.14">5839 12905 1665 0,'10'-7'12'0,"-2"3"-2"0,-8 4-14 0,12-7-1 0,-4 5 1 16,1-1 1-16,-9 3-3 0,20-3 7 15,-7 0-1-15,4 2 3 0,2-3 0 0,1-1 0 16,1 3-4-16,8-1 3 0,-8 3-7 0,2-3 6 16,5 1-4-16,-7 0 0 0,0 2-5 0,-3-1-20 0,-5-1-6 15,2 2-11-15,-3 0-1 0,-1-2-1 16,-11 2-4-16,14-2 15 0,-14 2 1 0,9-1 5 0,-9 1 1 16,3-3 16-16,-3 3 4 0,0 0 11 15,0 0 22-15,0 0 6 0,0 0-10 0,0 0 5 0,0 0-6 16,0 0 8-16,0 0-8 0,-21-4 7 0,21 4 0 15,-5 15 15-15,1-5 3 0,-1 6-2 0,3 1 4 16,-2 2 2-16,1 0-1 0,2 0-3 16,-2 6 4-16,5-6 2 0,-2 0-1 0,0-2-3 15,0 0-6-15,1-5-1 0,1 7-2 0,0-5-3 0,0 3-4 16,-2-8-2-16,2 3-3 0,-1-1-1 0,0-1 6 16,-1-3-1-16,0-7-14 0,-1 13 4 0,1-13-2 15,-4 10-1-15,1-5 1 0,-2-1-7 16,-2 0 1-16,-3-1-4 0,0 0 1 0,0-2-1 15,-1 1-2-15,2-2-1 0,9 0 2 0,-13 1-5 0,13-1 1 16,-14-3 2-16,14 3-1 0,-8-1-2 0,8 1 1 16,0 0-4-16,-10-1 1 0,10 1 0 0,0 0 0 15,0 0 2-15,0 0 0 0,0 0 1 0,0 0-1 16,31 1 0-16,-20-1 1 0,8 0-4 0,-2-1-10 16,5 1-24-16,6 0-24 0,-8-3-17 0,10 0-42 15,-9 1-31-15,2-2-28 0,-3 0-125 0,-2 0-329 16,-6 0 145-16</inkml:trace>
  <inkml:trace contextRef="#ctx0" brushRef="#br0" timeOffset="175983.85">6424 12976 104 0,'4'-8'107'0,"-4"8"8"0,0 0 6 0,0 0 14 0,0 0-4 15,23 15-2-15,-16-5 0 0,2 2-3 0,1 6 4 16,0-1 0-16,-5 0-11 0,2 1-6 15,0-1-11-15,-1 2-6 0,1-3-8 0,0 0-6 0,0-2 1 16,-3-3 14-16,1 0-2 0,0-1-4 0,-4-4-1 16,1 0 0-16,2-2 13 0,-4-4 15 0,5 7 10 15,-5-7 13-15,0 0 14 0,0 0-2 16,0 0-19-16,0 0-7 0,0 0-16 0,0 0-6 16,0 0-3-16,23-20-20 0,-17 9-6 0,-3 1-4 0,5-6-35 15,1 0 28-15,0-1-16 0,-1 0-26 0,3-6-11 16,3 3-40-16,-3 2-25 0,0 3-18 0,2 1-23 15,-2 2-31-15,-1 2-25 0,-1 2-26 0,0 0-34 16,1 2-27-16,1 1-28 0,-3 3-24 0,-8 2-144 16,13 0-470-16,-13 0 208 0</inkml:trace>
  <inkml:trace contextRef="#ctx0" brushRef="#br0" timeOffset="176233.83">6965 13007 31 0,'12'-3'98'15,"1"0"-9"-15,6-3-6 0,-7 4-12 0,1-1-13 16,1 1-13-16,-3 0-17 0,1-1-15 0,-2 2-17 16,-10 1-11-16,17 0-5 0,-17 0 4 0,11 4-2 15,-11-4 7-15,5 5 4 0,-5-5 18 16,0 0 19-16,3 12 17 0,-3-12 18 0,0 0 21 0,0 0 14 16,0 0 2-16,-11 12-1 0,11-12-1 0,-5 9-12 15,5-9 4-15,-6 7-13 0,4-4-4 0,2-3-9 16,0 0-8-16,-2 12 0 0,2-12-4 0,0 0-6 15,7 11-5-15,1-8-8 0,3-1-21 0,0 1-45 16,7-3-60-16,4 0-45 0,-2 1-118 0,12 0-274 16,5-3 122-16</inkml:trace>
  <inkml:trace contextRef="#ctx0" brushRef="#br0" timeOffset="176816.91">8379 12828 60 0,'3'-6'282'0,"0"-1"-9"16,0 3-8-16,-3 4-4 0,7-11-2 0,-7 11-5 15,3-8-20-15,-3 8-16 0,4-6-24 0,-4 6-20 16,0 0-20-16,4-4-19 0,-4 4-16 0,0 0-10 15,0 0-9-15,11 13-7 0,-4-5-5 0,-2 3-8 16,2 5-6-16,0-2-6 0,0 3-12 0,-1 0-6 16,-1 0 2-16,2-1-12 0,-2 0 9 0,2 2-17 15,1-1-3-15,-2 0-2 0,2-2 1 0,-1 0-4 16,-2-2 0-16,1-5-4 0,-1 2 2 0,-1-2-2 16,1 1-3-16,0-4-5 0,-1 1 8 0,0-2-11 15,0 1 9-15,-4-5 9 0,6 5-11 0,-6-5-2 16,6 4-1-16,-6-4 10 0,0 0 11 0,16-11-15 15,-5-2-2-15,-2-3-10 0,4 1 9 0,-2-2-2 0,7-7 1 16,0 2-11-16,0-3 19 0,1-1-15 16,0 0-2-16,2 1-5 0,-1-4 5 0,1 1-16 15,-2 1 11-15,-1 0 4 0,0 1-2 0,-2 5-4 16,-7 7-21-16,-2 5-15 0,-2 0-27 0,-1 2-37 0,-2 2-34 16,1 1-43-16,-3 4-27 0,0 0-18 0,0 0-6 15,0 0-34-15,-9 36-18 0,-1-11-147 0,-3-2-464 16,3 4 206-16</inkml:trace>
  <inkml:trace contextRef="#ctx0" brushRef="#br0" timeOffset="177250.45">8810 13181 28 0,'1'9'180'0,"-1"-9"13"16,0 8 17-16,0-8 7 0,0 0 11 0,3 7 7 15,-3-7 2-15,0 0 8 0,1 9 9 0,-1-9 4 0,0 0 2 16,0 0-12-16,0 0-18 0,0 0-14 0,0 0-20 15,0 0-12-15,0 0-14 0,-7-23-15 0,7 23-17 16,-4-16-9-16,4 7-19 0,0-2-2 0,0-3-18 16,4 3-11-16,-1-6-6 0,1-1-9 0,5-1-13 15,0 1-4-15,1 3-10 0,4 1-6 0,0 2 0 16,3 0-10-16,-2 5-5 0,3 2-4 0,-4 2 3 16,4 1-5-16,0 1 2 0,0 4-1 0,-1 2-4 15,-5 0-5-15,4 4-12 0,-2 1 18 16,-4-3-2-16,-1 0-3 0,0 3 4 0,-1-4-5 0,-2 3 0 15,-2-4-1-15,1 1 3 0,0 0 0 0,-1 0 3 16,-4-6-5-16,6 5 12 0,-6-5-3 0,5 5-4 16,-5-5 1-16,0 0-1 0,4 4-4 0,-4-4 0 15,0 0-10-15,0 0 3 0,0 0-4 0,0 0-14 16,12-20-19-16,-7 12 2 0,0-8 11 0,0 6-20 16,4-6 2-16,2 2 2 0,-3 3 4 0,1 1 7 15,5-1 3-15,-5 5-2 0,0 1 9 0,-1 0-10 16,-3 2 6-16,1 1-1 0,-6 2-1 0,12 1 5 15,-12-1 2-15,11 10-3 0,-7-3 4 0,-1 3 8 16,-1 5-2-16,2 2-33 0,-3-4-44 0,2 4-37 16,-2 0-42-16,-1 0-56 0,1-1-57 0,1 1-299 15,-4-5-631-15,1 0 280 0</inkml:trace>
  <inkml:trace contextRef="#ctx0" brushRef="#br0" timeOffset="177550.07">8801 13312 234 0,'0'0'236'0,"0"0"-24"15,0 0-19-15,26-1-18 0,-5-3-20 16,8 1-16-16,1-1-24 0,6-1-50 0,15-2-55 16,3-2-63-16,1-1-69 0,-4 0-105 0,1-2-245 15,-2 1 109-15</inkml:trace>
  <inkml:trace contextRef="#ctx0" brushRef="#br0" timeOffset="177673.08">9659 13155 94 0,'3'-6'298'0,"-3"6"-30"15,0 0-21-15,3-6-6 0,-3 6-12 0,0 0-16 16,0 0-20-16,4-7-20 0,-4 7-19 0,0 0-37 0,0 0-41 16,2-6-47-16,-2 6-49 0,0 0-55 15,8-5-71-15,-3 2-203 0,-5 3-378 0,0 0 168 16</inkml:trace>
  <inkml:trace contextRef="#ctx0" brushRef="#br0" timeOffset="179900.48">10415 12533 56 0,'4'-7'74'16,"-4"7"-3"-16,4-6-5 0,-4 6 1 0,6-7-8 16,-6 7-9-16,4-4 1 0,-4 4-6 0,0 0 3 15,4-5-8-15,-4 5 3 0,0 0-5 0,5-3-10 16,-5 3-1-16,0 0 3 0,0 0-8 0,9-3 7 16,-9 3-10-16,0 0 0 0,0 0-12 0,0 0 7 15,0 0-3-15,14 3 3 0,-14-3 8 0,0 0 5 16,4 4-4-16,-4-4 3 0,4 6 9 0,-4-6-10 15,0 0 1-15,5 6-1 0,-5-6-6 0,0 0 1 16,5 4 6-16,-5-4-9 0,0 0 2 0,6 4 8 16,-6-4 6-16,0 0-3 0,9-2 4 0,-9 2-8 15,17-3-1-15,0-3-3 0,2-3-10 0,6-1-16 16,7-3-32-16,4-2-23 0,11-8-35 0,8 1-115 16,-4-2-227-16,31-12 100 0</inkml:trace>
  <inkml:trace contextRef="#ctx0" brushRef="#br0" timeOffset="207944.3">2257 13879 46 0,'0'0'46'0,"-8"0"-2"0,8 0-7 0,0 0-2 15,-11 0-4-15,11 0-6 0,0 0-12 0,-13 0-1 16,13 0 5-16,0 0-5 0,-8 3-4 16,8-3-5-16,-9 1-9 0,9-1 3 0,-9 2-2 0,9-2-1 15,-10 0 5-15,10 0-5 0,-11 3-3 0,6-1-9 16,5-2-1-16,0 0-3 0,-14 3-17 0,14-3-43 15,-7 1 19-15</inkml:trace>
  <inkml:trace contextRef="#ctx0" brushRef="#br0" timeOffset="209067.3">540 14080 8 0,'0'0'82'16,"-61"0"-9"-16,61 0 4 0,0 0-6 0,0 0 3 15,-41 2-2-15,41-2-7 0,0 0-2 0,0 0 2 16,0 0-9-16,0 0-7 0,0 0-9 0,0 0-10 16,0 0 9-16,0 0-11 0,0 0 0 0,0 0-2 15,0 0-10-15,0 0 4 0,0 0-1 0,0 0-3 16,0 0 2-16,120 29 5 0,-66-24 1 0,6-4-3 15,1-1 8-15,6 1 4 0,30-3-7 0,4 0 7 16,-4-4 7-16,4 3-4 0,6-4 0 0,7-2 2 16,-3-3 4-16,7 6-3 0,11-4 0 0,-2 3-5 15,10-1-1-15,2-1-1 0,5 0 4 0,10 1-7 16,7-3-3-16,2 6-7 0,2-1 9 0,11-1 1 16,5 0-2-16,6 0-1 0,1 1-1 0,2 1 1 15,9-2 7-15,4 7-3 0,1-4 0 0,7 2 0 16,9-1 1-16,3 1-2 0,6 1 0 0,4-2 2 15,12 3-3-15,3 0-8 0,6-1 3 0,6-3 3 16,4 4 0-16,9 0 2 0,6-2 2 0,11 4-1 16,3-2-5-16,4-2 6 0,12 8-2 15,-2-8 5-15,11 4-5 0,10-1 0 0,6 3 4 16,4 1-6-16,1-4 6 0,14 0-8 0,9 7-2 16,7-6 3-16,8 4-6 0,5-4 5 0,2 4-2 15,9-3 6-15,7 2-3 0,4-2 4 0,9-1-6 16,3 2 6-16,15 1-6 0,1-5 10 0,10 3-10 0,5-3 6 15,3-2-4-15,13-2 7 0,12 1-5 0,5-5 10 16,13 2-6-16,11 4 9 0,10-5 21 16,12 6-19-16,8-1 9 0,1-1 0 0,14 6-8 15,4 0 4-15,7 0-2 0,11 7-9 0,-2 3 0 16,6-4-4-16,2 15-11 0,0-5-1 0,0 6 1 16,5 1-24-16,-4 6 0 0,-10-2-4 0,3 3-6 15,-10 0-9-15,-13 0 1 0,-7 4-15 0,-9 3-6 16,-18 3-22-16,-18 1-25 0,-33-4-33 0,-49 11-46 15,-89-3-88-15</inkml:trace>
  <inkml:trace contextRef="#ctx0" brushRef="#br0" timeOffset="211233.85">13297 9049 6 0,'-6'-4'97'0,"6"4"5"0,-12-5-4 16,8 1-10-16,4 4 3 0,-11-4-3 0,6 1 3 16,5 3-12-16,-9-5-7 0,9 5-6 0,-11-2 4 15,6-1-10-15,5 3-4 0,-11-3-1 0,11 3 0 16,-5-2-13-16,5 2 0 0,0 0-5 0,-8-3 1 0,8 3-8 16,0 0-3-16,0 0 1 0,0 0-4 15,0 0-2-15,0 0 0 0,31 11-6 0,-10-9-1 0,8 5-1 16,5-3 0-16,19 0 3 0,5 0 0 0,9 0 0 15,29-1-2-15,2-3-1 0,1-1 0 0,2-1 5 16,5 1 3-16,5-3-3 0,9 1 7 0,11-1-5 16,12 2-1-16,8-3-3 0,9 0 0 0,11-1-4 15,12 0 7-15,10 1-2 0,5-1 2 0,7-1-2 16,8 2 5-16,8-1-1 0,1 2 1 0,10-3 1 16,2 4 10-16,6 0-4 0,8 1 6 0,6-1 8 15,7-1 2-15,7 2 6 0,7-2 8 0,6-2-4 16,7 6 4-16,11 1 15 0,7-4-7 0,2 3-3 15,9-1 4-15,9 2-9 0,3-2 11 0,7 2-8 16,5 1 1-16,8-1-5 0,1 3 0 0,3-1 0 16,3 1-6-16,7 1-8 0,0-1 0 0,2 4-8 15,1-4 2-15,4 4-6 0,3-1 5 0,-4-3-8 0,-2 1-4 16,0 3-6-16,1-1-4 0,1 0 4 16,-5 2-2-16,-5-2-4 0,-5-1-16 0,0-2-9 15,-4-1 9-15,-4-1-3 0,-9-2 9 0,-4 9-22 16,-7-7-14-16,-9-4 2 0,-7 2-9 0,-9 4-9 0,-9-3-4 15,-6 2 5-15,-19-3-14 0,-6 3-13 0,-8 2-39 16,-11 6-19-16,-19-2-16 0,-8-1-28 16,-21 2-33-16,-20 4-183 0,-27-2-425 0,-31 5 189 15</inkml:trace>
  <inkml:trace contextRef="#ctx0" brushRef="#br0" timeOffset="212953.52">13551 8993 26 0,'0'0'145'0,"0"0"-12"0,0 0-4 16,0 0-14-16,0 0-3 0,0 0-7 0,0 0-9 16,0 0 1-16,0 0 5 0,0 0-4 0,0 0 4 15,0 0 0-15,0 0 0 0,0 0-2 0,0 0 0 16,0 0-7-16,0 0-2 0,0 0-3 0,0 0-6 16,0 0-9-16,0 0 0 0,0 0-3 0,0 0-5 15,0 0-8-15,0 0 0 0,-11-12-5 0,11 12-9 16,-7-3-5-16,7 3-3 0,-9-7-3 0,4 3-3 15,-1 0-5-15,-1 2-4 0,-4-1 0 0,-2-1-4 16,-6 0 1-16,2 0-2 0,-4 3 2 0,-12 0-6 16,-1-1-9-16,-2 2 0 0,-16-1 0 0,-2 2 0 15,-7-1 0-15,1 3 5 0,1-2-5 0,-3 0-3 16,3 1 2-16,3-2-3 0,-2-3 6 0,-1 1-4 16,3 0 2-16,0 1-3 0,2-1 1 0,1 2-2 0,3-2-2 15,-2 0 4-15,14 2 0 0,-2-2-1 16,-12 0 2-16,11 2-3 0,3 1 4 0,2 0-4 15,0-2 4-15,2 0-2 0,3 1 0 0,2 0 0 16,6-2 3-16,2 2-4 0,2-2 3 0,6 1-1 0,1 1-2 16,2 0 3-16,1-1 0 0,-3-1-1 15,12 2 3-15,-11-1-1 0,11 1 0 0,-11 0-2 16,11 0 4-16,-10 0-3 0,10 0 1 0,0 0 2 0,0 0-3 16,-9 0-5-16,9 0 7 0,0 0-2 0,0 0 7 15,0 0-9-15,0 0 2 0,0 0 1 0,-8-2-3 16,8 2 0-16,0 0-2 0,0 0 0 0,0 0 1 15,0 0-1-15,0 0 3 0,0 0-1 0,0 0-3 16,0 0-2-16,-10 2 4 0,10-2-4 0,0 0 3 16,0 0 0-16,0 0 0 0,0 0-6 0,0 0 3 15,0 0 2-15,0 0 0 0,0 0-1 0,0 0 2 16,0 0-3-16,-2 9 2 0,2-9-3 0,0 0 5 16,-4 13 2-16,4-7-2 0,-3 5 0 0,2-1-1 15,-1-1 1-15,-1 3 0 0,0 0 0 0,1 2-2 16,-1 3 2-16,2 2 0 0,-4-1 5 0,1 0 0 15,-1 6-5-15,1 4 2 0,-1-1-4 0,1 1 4 16,0 3 2-16,-2-1 0 0,2 2-3 0,-2 1 3 16,1 2-4-16,-1-2 2 0,3 13-1 0,-2-10 0 0,1 9 0 15,-4-11 3-15,5 13-4 0,1-11 7 0,-2 0-7 16,0 11 5-16,1 0-4 0,0 2 0 16,-2-2-2-16,7 5 4 0,1-4 1 0,-3 3-2 15,0 2 5-15,6 2-2 0,-1 0 1 0,3-4 5 0,0 2 2 16,-1 0 1-16,2 2-2 0,0-3 10 0,-1 1-11 15,3 0 3-15,-3 1 2 0,0 1 0 16,2 0 4-16,-4 0 1 0,2-1-1 0,2 3 7 0,-7 0-13 16,6 2 5-16,-5-4-4 0,-2 2 3 0,1-3-2 15,-1 1 3-15,0-2 2 0,-4 2 0 0,-3 25 2 16,6-25 9-16,-2 0-3 0,1 2-1 0,-2-1-2 16,-2 3 0-16,2-2-3 0,-1-2 7 0,1 1-11 15,2-3-4-15,0-1-1 0,-5-3-1 0,5 0-1 16,0-1 2-16,2 1-2 0,-1 4 3 0,1-6 1 15,1 1 1-15,-1-1 2 0,-2-11 2 0,0 12-3 16,4-2-3-16,-4-10-2 0,3-3 2 0,-2 2 2 16,2-3-1-16,-3-4-3 0,2 2-6 0,0-1 1 15,0-4 6-15,-2-5-4 0,0-3-1 0,0 0-3 16,0-3 1-16,2-4 0 0,-2 0 0 0,0-1-1 16,2 1-9-16,-2-3 10 0,0-7-3 0,1 10 2 15,-1-3-18-15,0-7-18 0,-1 12-33 0,1-12-41 16,-1 13-47-16,-2-9-54 0,3-4-50 0,-4 12-228 0,-2-7-522 15,1-1 231-15</inkml:trace>
  <inkml:trace contextRef="#ctx0" brushRef="#br0" timeOffset="213119.58">11931 12858 4457 0,'6'4'28'0,"-2"-2"-16"0,-4-2-19 0,8 4-4 0,-8-4-39 16,7 4-9-16,-7-4 10 0,6 3 7 0,-6-3 13 15,0 0 5-15,0 0 1 0,8 1-8 0,-8-1-18 16,0 0-13-16,0 0-28 0,0 0-31 0,0 0-47 16,0 0-48-16,0 0-37 0,0 0-46 0,0 0-187 15,-20-14-526-15,10 9 233 0</inkml:trace>
  <inkml:trace contextRef="#ctx0" brushRef="#br0" timeOffset="213854.31">11873 12585 11 0,'0'0'148'0,"0"0"-20"0,-2-10-10 0,2 10-3 15,0 0-9-15,-1-11-7 0,1 11-8 0,-4-6 1 16,4 6-9-16,-4-11 4 0,0 8-3 0,1-4-1 16,3 7 3-16,-6-14 2 0,1 10 7 0,0-2 3 15,0 0-3-15,1 0-9 0,0 1 0 0,-1-1 8 16,5 6 5-16,-4-8-3 0,4 8-6 0,-7-7-4 15,7 7-11-15,-4-6-9 0,4 6-7 0,0 0-7 16,0 0-5-16,0 0-5 0,0 0-5 0,0 0-2 16,1 29 5-16,2-13-3 0,0 10 0 0,-6 3 12 0,0 6-1 15,-1 11-2-15,0 4 3 0,-3-2-3 0,-1 2 4 16,0-3-4-16,-1 5-2 0,5 1-2 0,2 2 1 16,-1-3-7-16,6-4 2 0,-3 3-8 15,4 0 1-15,-2-4-3 0,5-12-1 0,-2 1-3 0,1 8-7 16,1-12 5-16,-5-3-8 0,3-1 0 0,1 0 0 15,-3-3 9-15,4-1-11 0,-2-7 3 0,-3 0 2 16,2-1 11-16,0-6 1 0,-1 0-2 0,-1-1-4 16,2 1 3-16,1-2 5 0,-4 0 8 0,0-1 5 15,2-1-6-15,-3-6-4 0,4 9 5 0,-1-5-5 16,-3-4 0-16,2 7-2 0,-2-7 1 0,3 6-2 16,-3-6 5-16,3 5-8 0,-3-5 3 0,0 0-6 15,4 3 4-15,-4-3-10 0,0 0 4 0,0 0-3 16,0 0 1-16,0 0-11 0,0 0 1 0,0 0 2 15,0 0-2-15,0 10 2 0,0-10-3 0,0 0-9 16,0 0 6-16,0 0-7 0,0 0 7 0,0 0-1 16,0 0-8-16,0 0 3 0,0 0-5 0,0 0-2 15,0 0-7-15,0 0-17 0,0 0-3 0,0 0-7 16,0 0-12-16,0 0-9 0,0 0-11 0,0 7-19 16,0-7-19-16,0 0-14 0,0 0-14 0,0 0-9 15,0 0-8-15,0 0-9 0,0 0-9 0,0 0-10 16,0 0-6-16,0 0-6 0,0 0 9 0,12-1 1 15,-12 1 6-15,0 0-1 0,19-5 8 0,-6 2 20 16,0 0 15-16,-1-2 38 0,4 0 27 0,-1 5 29 16,-5-3 26-16,2 0 23 0,-2-1 23 0,-2 4 37 15,-8 0 33-15,11 1 19 0,-11-1 7 0,0 0 4 16,4 6-6-16,-4-6 1 0,0 0-12 0,0 0-6 16,0 0-7-16,-13 20-9 0,4-15-6 0,0 5-3 15,2-4-7-15,-2 4-8 0,1-4-4 0,-4 1-10 0,3 0-2 16,-1 0-8-16,2-3-18 0,0 1-21 0,3 1-32 15,-1-5-26-15,3 5-37 0,3-6-31 16,0 0-28-16,-12 7-12 0,8-4-19 0,4-3-20 16,0 0-116-16,0 0-343 0,0 0 152 0</inkml:trace>
  <inkml:trace contextRef="#ctx0" brushRef="#br0" timeOffset="214084.84">11925 13219 53 0,'10'-14'220'0,"-2"-1"-3"0,-2 6-5 0,1 3-14 16,-3 2-6-16,0 1 11 0,-4 3 4 15,0 0-11-15,17 7 15 0,-11 9 0 0,4 10-10 16,-7 7-22-16,2 13-14 0,-5 7-3 0,-3 2-24 0,-2 2-20 16,-6-1-11-16,1 3-16 0,2-8-25 0,-2-1-15 15,2-2-19-15,-1-14-22 0,4 2-18 0,0-1-27 16,-1-3-27-16,2-1-28 0,1-2-33 15,1-2-51-15,2-7-40 0,0 0-37 0,-2-2-164 0,0-5-447 16,3-3 198-16</inkml:trace>
  <inkml:trace contextRef="#ctx0" brushRef="#br0" timeOffset="214350.37">11970 12798 303 0,'0'-16'305'0,"-2"3"-32"0,-2 6-23 0,4 7-33 15,0 0-19-15,0 0-14 0,-19 39-5 0,5 6-10 16,-3 9-9-16,-4 37-8 0,1 3-5 0,-4 6-15 16,6 1-10-16,2-3-13 0,6-5-6 0,2 1-18 15,-1-6-7-15,11-8-12 0,3-21-20 0,-3-5-23 16,7 2-24-16,0-5-23 0,2 1-27 0,-2-4-30 15,1 1-36-15,2-5-31 0,-3-14-48 0,0-4-35 16,-4 5-178-16,-1-12-443 0,-1-2 196 0</inkml:trace>
  <inkml:trace contextRef="#ctx0" brushRef="#br0" timeOffset="-213978.56">12531 9506 152 0,'-6'-9'180'0,"-4"2"-7"15,2 2-19-15,-1 1-10 0,0 1-8 0,-3 2-10 16,1 1-14-16,-7 2-13 0,1 8-2 0,0 2-3 16,-6 9-4-16,2 1 3 0,1 7-6 0,-4 9 1 15,-3 6-8-15,4 2-5 0,0-1-5 0,3 8-1 16,2-1-7-16,2 0-2 0,1-1-6 0,2-2-9 16,7-15 1-16,6 0-6 0,-2-4-3 0,6 0-5 15,3-3-2-15,4-2-2 0,5-4-4 0,-2-6 4 16,7 2-4-16,6-4-1 0,1-5-3 0,3-3-2 15,0-5 3-15,1-3-4 0,1-6 0 0,1-4-3 16,-2-3-2-16,13-11 1 0,-7-2-2 0,-9 4 0 16,3-16 0-16,-10 11-1 0,4-10-1 0,-3-1-2 15,-4-4 1-15,-1 3-2 0,-7-1-2 0,-3-6-1 16,-1 2 2-16,-2-2-2 0,-5-2-2 0,0-1 0 16,-3 0-1-16,-3 1-1 0,-1-1 1 0,-4 6-1 15,0 1 1-15,4 16 2 0,-4 0-4 0,-3 8 6 16,3 5-6-16,-5 5 1 0,3 2 2 0,-6 4-3 15,0 7 2-15,-10 6 0 0,-3 6-1 0,-1 5-1 16,-13 12 1-16,2 5 6 0,1 1-3 0,5 7-3 16,2-5-1-16,2 1 2 0,7 0-2 0,11-11 1 15,5 1-1-15,6-3-2 0,4 0 1 0,7-1 4 0,3-1-6 16,5-2 0-16,5-2-8 0,2 0-1 16,6-1-6-16,0-1-6 0,2-2-1 0,-1-1 0 15,0 0-4-15,0 3 2 0,-4-2 0 0,3 0 3 16,-6 4 3-16,-1-2 3 0,-5 2 4 0,-6-5 1 0,0 3 2 15,2 4-1-15,-4 1 3 0,-5-5 1 16,-4 9 3-16,0-7-1 0,-3 3-1 0,-1 2 3 16,-4-8 1-16,4 0-3 0,-3 0-6 0,0-4-17 15,-1 2-29-15,6-7-37 0,-3 3-47 0,4-5-51 0,0 0-123 16,1-2-343-16,2-5 152 0</inkml:trace>
  <inkml:trace contextRef="#ctx0" brushRef="#br0" timeOffset="-213836.97">12856 10045 206 0,'8'-10'261'0,"-6"4"-24"0,2 0-25 15,-1 1-19-15,-1-1-25 0,-2 6-28 0,4-7-30 16,-4 7-41-16,0 0-58 0,0 0-49 0,0 0-46 16,0 0-47-16,-25 15-95 0,12-2-244 0,-12 7 107 15</inkml:trace>
  <inkml:trace contextRef="#ctx0" brushRef="#br0" timeOffset="-213696.99">12360 10478 2655 0,'-9'7'101'0,"3"0"-18"0,0-2-49 0,0-2-14 15,1 0-17-15,5-3-5 0,-3 4 2 0,3-4-1 16,0 0-2-16,22-10-11 0,3-1-20 0,7-4-32 16,16-10-41-16,31-17-52 0,0 0-51 0,4 0-174 15,5-1-415-15,1-1 184 0</inkml:trace>
  <inkml:trace contextRef="#ctx0" brushRef="#br0" timeOffset="-213568.89">13582 9839 329 0,'7'-7'361'0,"2"-2"-34"15,-6 4-35-15,1 1-22 0,0-1-22 0,-4 5-8 0,5-6-16 16,-5 6-15-16,6-7-26 0,-6 7-24 16,7-5-28-16,-7 5-36 0,0 0-61 0,5-5-69 15,-5 5-98-15,9-2-93 0,-5 0-226 0,-4 2-488 16,16-9 216-16</inkml:trace>
  <inkml:trace contextRef="#ctx0" brushRef="#br0" timeOffset="-194920.4">13719 9585 109 0,'0'0'116'0,"-4"-7"7"0,4 7 3 0,0 0-6 16,0-13-9-16,0 13 2 0,-3-10-1 16,1 5-1-16,2 5-1 0,-2-9-6 0,2 9-3 0,0 0 1 15,-2-10-3-15,2 10-6 0,0 0-18 0,0 0-4 16,0-9-9-16,0 9-4 0,0 0-9 0,0 0 2 15,0 0 2-15,-13 28 5 0,8-13-3 0,-4 3 1 16,0 6-2-16,-5 4-7 0,3-4-2 0,-2 1-4 16,3 1-5-16,-3-4 0 0,2 1-7 0,2 1-1 15,4-9-3-15,-1 0-2 0,0 1-2 0,3-4-3 16,-2-3-1-16,1-1-1 0,3 2-3 0,-1-3 2 16,2-7-1-16,-2 9-5 0,2-9 0 0,0 6 1 15,0-6 0-15,-4 6 12 0,4-6 3 0,0 0 9 16,0 0 3-16,0 0-1 0,0 0-6 0,0 0 1 15,0 0-7-15,8-24-4 0,-5 14 0 0,2-6-2 16,0-1-3-16,3-1 0 0,-1-6-6 0,1-1 1 16,2-1-1-16,-3 1 1 0,5-1-2 0,-4-1-3 15,3 2 0-15,0-3 1 0,-1 2-4 0,2-3 2 16,-1 3-2-16,1 2-1 0,-1 0 0 0,-4 8-3 0,2 6 0 16,-4 0 1-16,-1 0-5 0,1 6 8 15,-3-3-7-15,2 2 1 0,-4 5-3 0,8-3 4 16,-8 3 0-16,0 0-3 0,13 19 1 0,-7-4 3 15,1 2 4-15,2 8-6 0,-2 2 2 0,-1 2 2 0,-1-1 0 16,-1 1 1-16,1-3 4 0,-2-7 3 16,3 7-4-16,-4-7-1 0,2-2 2 0,-1 0-1 15,1-1 1-15,-2-4 1 0,3-2 0 0,-2 1-1 0,-1-1 0 16,2-2-2-16,-4-1-1 0,4 0-2 0,-3-1 3 16,-1-6 11-16,4 10-14 0,-2-5-11 0,-2-5-17 15,2 7-18-15,-2-7-18 0,0 0-17 16,0 7-24-16,0-7-24 0,0 0-16 0,0 0-34 0,0 0-28 15,0 0-159-15,0 0-395 0,0 0 176 0</inkml:trace>
  <inkml:trace contextRef="#ctx0" brushRef="#br0" timeOffset="-194764.17">13722 9682 100 0,'0'0'148'15,"-7"-6"-14"-15,7 6 3 0,-5-4-13 0,5 4-10 16,0 0-16-16,0 0-5 0,0 0-13 0,0 0-2 15,0 0-11-15,0 0-7 0,0 0-10 0,25-3-10 16,-12 3-31-16,10 0-33 0,-1-1-45 0,8 2-42 16,-1-1-77-16,0 0-204 0,1 0 90 0</inkml:trace>
  <inkml:trace contextRef="#ctx0" brushRef="#br0" timeOffset="-194479.54">14524 9542 4 0,'-5'0'217'0,"0"-3"-12"0,5 3-18 16,-7-6-18-16,7 6-15 0,0 0-16 0,10-15-13 0,2 10-13 15,7-1-11-15,8 0-15 0,4-1-5 0,1 0-3 16,-1 2-15-16,1-2-8 0,1 5-10 16,-3-2-26-16,-8 2-27 0,-3 0-38 0,0 1-26 15,-7 0-35-15,-1 1-27 0,-3 1-112 0,-2 0-266 0,-6-1 118 16</inkml:trace>
  <inkml:trace contextRef="#ctx0" brushRef="#br0" timeOffset="-194280.4">14575 9523 79 0,'-7'6'162'0,"1"0"3"16,1 1 1-16,-2 2-9 0,0 7 13 0,1-1-4 15,2 3-9-15,-3 6 1 0,3-5-12 0,-2 6-13 16,4 1-10-16,0 0-8 0,2-7-12 0,0 0-10 16,2 0-10-16,-2-2-8 0,2 2-7 0,-1 1-5 15,2-3-7-15,-1 0-5 0,0 1-21 16,0-4-29-16,1-2-33 0,-2 0-37 0,0 1-47 0,1-3-34 15,0-1-38-15,-2 0-140 0,0-9-355 0,0 10 157 16</inkml:trace>
  <inkml:trace contextRef="#ctx0" brushRef="#br0" timeOffset="-194146.52">14476 9779 61 0,'11'-5'147'0,"9"2"-9"0,2-3-25 0,8 1-12 15,2-1-14-15,2 0-19 0,1 1-49 16,4-1-36-16,-1 1-50 0,-6-1-42 0,5-1-117 16,-5 0 52-16</inkml:trace>
  <inkml:trace contextRef="#ctx0" brushRef="#br0" timeOffset="-193712.92">15085 9586 167 0,'2'-8'212'16,"-2"8"-23"-16,0 0-12 0,0 0-5 0,0 0 7 0,0 0-8 15,0 0 1-15,0 0-6 0,-10 27-4 0,5-15-18 16,0 2-11-16,1 1-17 0,-1 1-9 16,3-1-11-16,0 2-6 0,2-2-9 0,2-4-10 15,0 1-5-15,0-1 2 0,4 0-11 0,-3-1-6 0,5-1-4 16,0 1-5-16,1-3-3 0,1-1-4 0,1-2-2 16,1-1-3-16,3 0-3 0,-3-3-5 0,-1 1 1 15,2-4-2-15,0 2-3 0,-2-2-4 16,-2-3-3-16,2 1-5 0,0-1-2 0,-2-2 0 0,-2 0 1 15,1-1 4-15,0-1-11 0,-2 1 2 0,-1 1 0 16,-1 3-2-16,-1-1-2 0,-3 6 1 0,5-8-4 16,-5 8 3-16,5-5-4 0,-5 5 5 0,0 0-5 15,0 0 2-15,0 0-2 0,0 0 5 0,0 0-2 16,-1 24 4-16,1-16-3 0,1-1 3 0,2 0-3 16,-1-2 4-16,1 2 1 0,3 0 2 0,1-2-2 15,3-1 1-15,0-2 1 0,4-2-2 0,0-1 1 16,3-2 1-16,2 1 2 0,-6-2-3 0,1-1 1 15,-1 2 4-15,2-6 2 0,-5 3 0 0,-2-1 8 16,3-3 3-16,-3 1-6 0,-3-1 3 0,0 0-5 16,0-4 8-16,-2 3-12 0,-3-4-5 0,0 0-9 15,-4 2-4-15,3 3-3 0,-3 0-21 0,1 3-22 16,-2-1-29-16,-1 4-38 0,1-1-30 0,5 5-33 16,-12-2-34-16,12 2-187 0,-13 2-441 0,7 0 196 0</inkml:trace>
  <inkml:trace contextRef="#ctx0" brushRef="#br0" timeOffset="-193496.21">15540 9590 103 0,'0'0'252'0,"2"-10"2"15,-1 5-4-15,-1 5 5 0,2-8-16 16,-2 8-12-16,0 0-13 0,0-9-26 0,0 9-22 0,0 0-17 16,0 0-8-16,0 0-4 0,0 0-4 0,2 35-14 15,-2-17-12-15,-2 3-7 0,0 4-10 0,1-1-17 16,0 2 0-16,-4-1-9 0,5 1-3 0,0-5-7 15,-3 3-4-15,2-5-2 0,1 1-14 0,0-4-23 16,-2 0-24-16,0-4-28 0,2 3-37 0,-2-2-39 16,-1-1-39-16,3-5-52 0,-2 2-40 0,-4 1-208 15,0-3-493-15,-2-4 219 0</inkml:trace>
  <inkml:trace contextRef="#ctx0" brushRef="#br0" timeOffset="-193212.61">15622 9472 188 0,'16'-11'193'0,"1"1"-7"16,1 4-5-16,-3 2-5 0,-2 2-8 0,-2 2-7 15,1 4-20-15,-2 1-7 0,-2 3-15 0,-1 1-9 16,1 3-13-16,-2 2-8 0,-2 2-10 0,-5-1-7 16,0 2-9-16,-2 0-2 0,-2-2-8 0,-1-4 0 15,-2 0-6-15,-5 1 7 0,4-2 1 0,0-3 2 16,2 0 1-16,-1-1 0 0,0-1 3 0,3 0-8 15,1-1 3-15,4-4-12 0,-7 4-9 0,7-4-1 0,-6 6-2 16,6-6-2-16,2 9-2 0,-2-9-2 16,7 13-7-16,1-6 1 0,0 0-3 0,2 2 3 15,7 0-6-15,-1 2-25 0,5-2-34 0,-3 0-43 16,7 3-50-16,5-1-43 0,-2-3-57 0,-8 1-170 0,7-2-440 16,1 1 196-16</inkml:trace>
  <inkml:trace contextRef="#ctx0" brushRef="#br0" timeOffset="-193091.55">16126 9811 89 0,'12'-3'367'0,"-12"3"-27"0,5-2-30 0,-5 2-20 16,0 0-8-16,6-3-3 0,-6 3-1 0,0 0-13 16,0 0-20-16,5-7-23 0,-5 7-25 0,0 0-21 15,0 0-23-15,0 0-28 0,0 0-34 0,11 1-75 16,-11-1-57-16,9 6-70 0,-4-2-75 0,2-2-87 16,1-1-246-16,2 2-563 0,2-1 249 0</inkml:trace>
  <inkml:trace contextRef="#ctx0" brushRef="#br0" timeOffset="-191828.73">16970 9472 16 0,'0'0'204'0,"-3"-11"2"16,1 6-4-16,2 5-6 0,-3-10-8 0,3 10-7 15,-4-7-9-15,4 7-17 0,0 0-16 0,-2-8-17 16,2 8-15-16,0 0-9 0,0 0-8 0,0 0-2 16,-3 24 3-16,2-7-17 0,-2 8-4 0,0 4-4 15,-1 0 2-15,0 2 3 0,1 0-6 0,-1-2-6 16,3 1-2-16,-3-1-7 0,2 1 6 0,-1-1-13 0,0-4-7 15,1 0 4-15,-2-7-11 0,4 0-3 16,-1-1 1-16,1-1-1 0,-3-2-5 0,1 0-1 16,1-2 0-16,-1 0-3 0,1-2-3 0,0-3 0 15,-1 2-4-15,2-1 4 0,0-8-7 0,-2 14-21 16,2-7-24-16,0-7-23 0,-4 9-29 0,0-4-34 16,4-5-25-16,-5 6-37 0,5-6-33 0,-6 3-177 15,6-3-429-15,0 0 190 0</inkml:trace>
  <inkml:trace contextRef="#ctx0" brushRef="#br0" timeOffset="-191563.01">16897 9382 78 0,'6'-15'130'0,"2"2"-10"0,-3 0-8 15,4 4-12-15,0-1-1 0,0 3-2 0,4 1-15 16,-3 1-7-16,3 1-9 0,-2 4-1 0,1 0-3 15,-1 5 1-15,1 1-13 0,-3 1 1 0,0 3-6 16,0 1-2-16,-4 1-2 0,0 2 1 0,-1 0 6 16,-3 3-11-16,-1-3 6 0,0 0-3 0,-3 3 6 15,-3 0-3-15,-2-2 2 0,-3 1-1 0,3-1-4 16,-5-1-8-16,-1 0 1 0,0-1-1 0,0-2-8 16,-1 1-2-16,-2-2-4 0,1-1-22 0,-1 0-27 15,3 0-36-15,1-3-29 0,3-1-30 0,1 1-148 16,-1 0-298-16,3-2 132 0</inkml:trace>
  <inkml:trace contextRef="#ctx0" brushRef="#br0" timeOffset="-191077.35">17057 9578 52 0,'13'2'166'0,"0"0"-4"0,0 4-11 16,0 0-7-16,-1 0-10 0,-3 3-8 0,3 4-13 15,-3 0-5-15,-1 2-14 0,0-1 1 0,-3 0-19 16,-2-2-4-16,-1 1-8 0,-1-2-7 0,-4 1-2 16,2-2 4-16,-3 0-7 0,1-1-1 0,-2-2-4 15,2-1-2-15,-2 0 0 0,2-1 0 0,3-5 5 16,-7 6 3-16,7-6-4 0,-8 5-4 0,8-5-5 16,0 0-3-16,0 0-4 0,0 0 0 0,0 0-9 15,-8-12 2-15,8 12-6 0,6-14-3 0,0 4-5 16,3-3 3-16,1-2-7 0,3-1 3 0,2-4-6 0,4 2 3 15,-5 3-7-15,2 0 4 0,2-3-1 0,-3 7-2 16,-1-1 1-16,-1 5-3 0,-3 3 1 16,-2-1-1-16,-1 1-1 0,0 3-2 0,-7 1-2 15,11 2 4-15,-4 2-1 0,-2 2 7 0,0 2-4 0,0 1 3 16,-1 0-2-16,0 1 2 0,-1 2-2 0,1-1-2 16,0-2 6-16,0 2 1 0,0-6-4 0,-1 1 2 15,1-1-1-15,0-1 1 0,0 1 0 16,-4-5 1-16,9 5-1 0,-9-5 3 0,9 2-1 0,-9-2-2 15,10-6 0-15,-5 2-1 0,1-2 3 0,0 1-3 16,-2-3 2-16,1-2-4 0,-1 1 2 0,-2-3 1 16,-2 4-6-16,1-5 2 0,-1 4-5 0,-1-3 0 15,-1 3-8-15,0 0-11 0,1 3-11 0,1 6-21 16,-3-12-14-16,3 12-30 0,-1-7-30 0,1 7-24 16,0 0 9-16,0 0-3 0,0 0-20 0,0 0-97 15,0 0-286-15,0 0 126 0</inkml:trace>
  <inkml:trace contextRef="#ctx0" brushRef="#br0" timeOffset="-190412.9">17763 9539 208 0,'0'0'186'0,"0"0"8"0,0 0-1 0,-12-14-6 16,1 11-10-16,0 3 0 0,-3 4-13 0,-2-1-7 16,-3 5-10-16,-6 4-4 0,3 2-14 0,-2 4-9 15,2 0-10-15,2 1-11 0,2-1-9 0,4-2-8 16,3 1-8-16,2-3-6 0,3 0-7 0,1-2-4 0,4-1-9 15,1 0-2-15,1 0-3 0,4-2-6 16,1 0-3-16,5-2-2 0,0-3-1 0,5-1-4 16,0-2 4-16,6-1-10 0,0-1-2 0,-2-2-2 15,-1-4 0-15,7-3-3 0,1-1 3 0,-11 0-2 0,2-2-5 16,0-6-6-16,-4-2 4 0,-2 0-2 0,-2-2-2 16,-4-2 0-16,-1-4-1 0,-1-2 2 15,-1 3-2-15,-3-5-1 0,-1-1 1 0,-1 3-2 16,2-3 4-16,-1 4-3 0,-3 1 5 0,3 3 1 0,0 11 5 15,-1 3 5-15,1 2-3 0,1 2 15 0,-4 0-19 16,4 8-5-16,0 0-8 0,0 0 7 0,0 0 3 16,0 0-7-16,-5 30-2 0,2-2 7 0,1 2-6 15,1 4 1-15,-3-1 2 0,4-1 3 0,-1 1-5 16,2-2-1-16,4-3-2 0,1-1 2 0,1-4 2 16,0-5 0-16,1-1 1 0,3-2 1 0,-4-5 2 15,2 0 0-15,0-1 1 0,2-2-1 0,-2-2 0 16,3-3-3-16,-3 1-2 0,2-2-1 0,2-2-3 15,-3-2 15-15,1 0-10 0,-3-3-2 0,1-1-1 16,-1 0-2-16,1-3 0 0,-1-5-7 0,-1 2 0 16,-3-3-1-16,0 1 2 0,-1 4 1 0,0-1 1 15,-1 3 3-15,1 0-1 0,-1 3-8 0,-2 6 3 16,0 0 0-16,0-9 1 0,0 9 0 0,0 0 0 16,0 0 2-16,0 0-2 0,-9 29 3 0,8-19 0 15,-2 2 3-15,3-1 0 0,-3 0-2 0,5-1 1 16,-2-1 2-16,2-1 2 0,1 1-1 0,-2-2 0 15,5 0 4-15,-1-3-4 0,2 1 4 0,-1-3-2 16,2-1 0-16,2 0-6 0,-10-1-2 0,18-3 3 16,-5-2-1-16,-5 2-1 0,1-5 6 0,1 2-4 15,-3 0 3-15,0-3 0 0,-1 2-2 0,1-1 3 16,-1-2 0-16,-4 6 6 0,2-1 0 0,-4 5-3 16,4-7 3-16,-4 7-4 0,0 0-2 0,0 0-2 15,0 0 4-15,0 0-4 0,0 0 1 0,0 0-6 0,-4 23-23 16,4-23-20-16,-2 20-35 0,-1-9-53 15,4-1-72-15,1 0-63 0,-1 0-152 0,2-3-458 16,0-1 203-16</inkml:trace>
  <inkml:trace contextRef="#ctx0" brushRef="#br0" timeOffset="-189862.95">18350 9519 2140 0,'-3'-10'74'0,"1"4"-8"0,-1 0-40 0,3 6-26 0,-8-6 19 15,8 6 3-15,0 0 11 0,-19 12 14 0,12-1 3 16,-1-2 2-16,1 7-8 0,-1 0 0 0,0-2-3 16,4 2 0-16,3-4-7 0,0 4-1 15,2-5-3-15,0 1-3 0,6 1-4 0,-2-4 2 0,1 2-5 16,2-3-1-16,5-2-1 0,-3 1 2 0,2-3-1 16,1-2-5-16,0-1 0 0,4-2-2 0,0 0-1 15,0-3 1-15,0 0-1 0,-4-2-3 16,-2 1-5-16,2-3 4 0,-3-1-5 0,1 1 8 0,-5-2-4 15,4 1 0-15,-2-6 1 0,-2-1-6 0,-2 1 4 16,-1 0-1-16,0-1-1 0,-1 3 2 0,-1 3-3 16,-1 0 4-16,1 2-3 0,-1 8 5 0,-1-11-4 15,1 11-1-15,0 0-2 0,-9-3-2 0,9 3 6 16,-19 17 7-16,6-3 2 0,-1 0 8 0,4 2-7 16,-2 1-4-16,3-2-1 0,4 1 0 0,0-1 0 15,1-3-1-15,6 1 1 0,1-2-3 0,4 0 0 16,2-3 2-16,5 1 0 0,2-2-1 0,5-1-1 15,7-2-2-15,3-2-2 0,-2-5-4 0,0 0-3 16,-2-2 0-16,0-1-5 0,0 0 0 0,-7-1-4 16,-2-2 3-16,0-1 2 0,-1-1 1 0,-4-1 3 15,-1-1-3-15,-1 0 1 0,-1-2 1 0,-1 1 1 16,-4-3-2-16,2 1 4 0,-1 1 0 0,-3 0 4 16,1 5-4-16,-4 3-1 0,3 0 3 0,-3 7-4 15,3-8 4-15,-3 8-5 0,0 0 8 0,0 0 0 16,0 0 11-16,0 0 4 0,-13 28 6 0,5-13 1 15,-2 9-2-15,1-5-4 0,-1 3 13 0,-3 1-16 16,5 0 4-16,2-5-6 0,2-1-5 0,-1 2-5 16,0 0-21-16,2-2-30 0,1 0-41 0,-1-2-51 0,4-3-38 15,3 0-41-15,5-3-239 0,-3 1-496 0,5-3 220 16</inkml:trace>
  <inkml:trace contextRef="#ctx0" brushRef="#br0" timeOffset="-189529.54">19500 9550 82 0,'0'0'278'15,"-6"-9"-15"-15,1 7-13 0,5 2-9 0,-14 0-10 0,2 3-6 16,-6 2-8-16,3 6-17 0,0-2-17 0,1 2-14 16,1-1-19-16,0 2-20 0,5-2-4 0,2-1-13 15,0 1-12-15,2-2-10 0,4 0-11 0,-1-1-8 16,1-7-8-16,1 12-5 0,3-5-9 0,1-4-16 15,0 1-3-15,1-1-11 0,5-3-8 0,-3 1 4 16,1-2-8-16,2-3 0 0,-1 1-5 0,-3-2 1 16,4-2 1-16,-5 0 3 0,3 1-4 0,-3-4 2 15,-1 2-6-15,2-4 5 0,-3 3-2 0,1 0 6 16,0 4 6-16,-3-1-7 0,-2 6 8 0,6-9-6 16,-6 9 5-16,2-4-9 0,-2 4-6 0,0 0 2 15,0 0 9-15,0 0-10 0,9 19 4 0,-8-10-2 16,1 3-3-16,0 0 4 0,2 4-11 0,-1-1-28 15,0 1-46-15,0-1-49 0,2 1-53 0,0-5-68 16,-2 0-243-16,2 1-534 0,-1-3 236 0</inkml:trace>
  <inkml:trace contextRef="#ctx0" brushRef="#br0" timeOffset="-189180.41">19733 9568 101 0,'1'-4'200'0,"-1"4"4"0,0 0 20 0,0 0 6 16,0 0-6-16,8 14-2 0,-8-2-13 0,1-1-1 16,-3 4-17-16,0-2-7 0,0-1-13 0,2 1-5 15,-2-2-25-15,2 0-10 0,0-1-6 0,-1-5-15 0,1-5-1 16,-1 12-8-16,1-12 5 0,-1 9 6 0,1-9-1 16,0 0 18-16,0 0-9 0,0 0-10 15,0 0-9-15,0 0-19 0,0 0-1 0,0 0-9 16,0 0-6-16,6-26-8 0,-3 14-15 0,2 2-6 0,2-4-10 15,3-1-9-15,1-4-6 0,0 3-8 0,5 2 0 16,-4 1-3-16,5-1 2 0,-3 5-7 0,-3 1-7 16,0 5 7-16,-1 1 7 0,-1 2-8 15,1 2-3-15,-2 1 5 0,1 2-2 0,0 4-1 0,-3-1 3 16,-1 3 0-16,3 2 2 0,-2-1-4 0,-1 3-30 16,-1-4-31-16,0 5-32 0,-3 0-43 0,-1 0-49 15,2 0-74-15,-2-3-76 0,1-4-221 16,-1 1-606-16,0-10 269 0</inkml:trace>
  <inkml:trace contextRef="#ctx0" brushRef="#br0" timeOffset="-188612.78">20863 9779 122 0,'12'-12'280'0,"-4"3"-15"0,2-4-29 16,-2 0-5-16,1 0-10 0,0-3-16 0,0 0 2 16,0 0-20-16,-3-3-11 0,4 2-22 0,-2-2-12 15,0-4-16-15,-1-1-12 0,1-1-13 0,-5 6-12 16,3-7-9-16,-4 6-3 0,1 2-13 0,-2 0-1 16,-1 3 3-16,-1-3-1 0,-2 8-9 0,0 0-5 15,-4-1-8-15,0 3-1 0,-1 2-8 0,-1 1-5 16,-4 3-5-16,0 2-2 0,-6 2-4 0,1 3 1 0,-2 1-2 15,2 0-5-15,5 3-1 0,3-2-5 0,1 0 2 16,1 0-1-16,3 3-3 0,5-1 12 16,0 1-12-16,4 0 6 0,6 2 7 0,3-1-16 15,1 2 5-15,5-4-2 0,7 3-6 0,1-4-2 0,-2 0 7 16,-3-5-14-16,6 3 2 0,-9-1-2 0,1-3 1 16,-3 2 0-16,0-1-2 0,-4 1 4 0,0 1-3 15,-2 2 7-15,-2 0-7 0,3 6 6 16,-7-3-1-16,1 5-3 0,-2 0-1 0,1 2 6 0,-2 0 1 15,-5 7-4-15,2-6 0 0,0-2 6 0,-1 5-2 16,2-4 0-16,-1-1 2 0,2-1-30 0,-2-2-35 16,1-1-38-16,-1-2-57 0,2-1-65 0,4 0-69 15,-3-1-154-15,-3-8-485 0,9 10 214 0</inkml:trace>
  <inkml:trace contextRef="#ctx0" brushRef="#br0" timeOffset="-187911.97">21366 9651 15 0,'3'-9'225'0,"-3"9"-22"16,0 0-27-16,0 0-1 0,0 0 8 0,0 0 3 15,0 0-13-15,6 25-4 0,-5-15 0 0,-1 0-8 16,0-1-11-16,0 5-11 0,0-4-8 0,3-1-2 16,-3 1-10-16,0-3-11 0,1 0-2 0,-1-7-11 15,0 9-2-15,0-9 10 0,3 9 19 0,-3-9 13 16,0 0 10-16,0 7 9 0,0-7-28 0,0 0-7 15,0 0-14-15,0 0-11 0,0 0-8 0,0 0-4 16,7-22-17-16,-3 12-9 0,0 1 1 0,3-2-8 16,-1-3-8-16,4-2-12 0,-1 2-15 0,3-4 10 0,-1 3-9 15,6-8-2-15,2 6-5 0,-4 5-1 16,0 0 2-16,1 5-9 0,-2 2 4 0,-3 0 0 16,0 4-4-16,1 1 10 0,-3 4-18 0,0-1 3 0,0 4 2 15,-2 2-1-15,0 0-5 0,-1 1 2 0,-4 0 4 16,2 3 3-16,-3-2 9 0,0 1-17 15,-1-2 2-15,0 1 24 0,0-1-15 0,0-10-9 16,0 11 6-16,0-11-4 0,-1 10-3 0,1-10 13 0,-1 7 2 16,1-7 1-16,0 0-13 0,0 0 9 0,0 0-24 15,-6 4-10-15,6-4-3 0,0 0-12 16,0 0-4-16,0 0-4 0,0 0-7 0,-8-19 0 16,8 19 3-16,1-16-1 0,2 7-4 0,1-3 0 0,4-1-1 15,-1-4 2-15,2 0 6 0,0-1 4 0,1 3 1 16,0 2 8-16,-2 5 4 0,-1-1-3 0,-2 3 3 15,1 2 4-15,-6 4 5 0,10 2 7 0,-10-2-1 16,13 10 8-16,-8-3 4 0,1 5 9 0,-1-2 4 16,3 4 4-16,-2-2 8 0,1 0-1 0,0-2 5 15,1 0 7-15,2 0-3 0,-2-2-3 0,2 0 8 16,3-4-11-16,-2-1-3 0,9 1 4 0,-2-5 0 16,-1-2-6-16,0 0 0 0,1-1 1 0,-3-4-2 15,-2 3 0-15,-1 0 2 0,0-4-8 0,-4 1 2 16,-2-3 1-16,2 1-1 0,-2-1 2 0,-2-1 5 15,0 2-11-15,-1-3 5 0,-1 2 0 0,2-1-3 16,-3 6-1-16,1-2-3 0,-2 8 1 0,-2-9-4 0,2 9-3 16,0 0-7-16,0 0 21 0,0 0-16 15,0 0 3-15,0 0 1 0,-10 22 2 0,6-11-2 16,-3 4 1-16,2 1-3 0,-2 1 5 0,2 0-1 16,-1 1-3-16,-1-3-1 0,2 0 5 0,4 1 0 0,-2 0 0 15,2-4-4-15,0-1-22 0,1 1-19 16,-2-2-32-16,1 1-39 0,0 0-44 0,0-4-35 15,3-1-41-15,2 0-49 0,-4-6-152 0,8 9-471 16,-8-9 209-16</inkml:trace>
  <inkml:trace contextRef="#ctx0" brushRef="#br0" timeOffset="-187563.06">22557 9520 157 0,'8'-7'283'0,"-4"1"-29"0,1 0-25 15,-1 1-23-15,-4 5-18 0,7-4-20 0,-7 4-9 16,0 0-5-16,11 15 10 0,-9-4 7 0,2 4-10 16,-1 3-10-16,-1 2-11 0,2-1-10 0,-1 1-13 15,-1-4-14-15,1 1 4 0,2 0 1 0,-3-3-11 16,2-5-6-16,0 2 0 0,1-2-22 0,-1 0 10 16,-1-4-16-16,0 1 10 0,-3-6 18 0,8 6 10 15,-8-6 12-15,6 4 7 0,-6-4-1 0,0 0-12 16,0 0-9-16,18-9-8 0,-10 2-8 0,1 0-6 15,-1-3-5-15,-2 0-12 0,1-1-10 0,0-4 0 16,-1-2-7-16,5-6 3 0,0 0-11 0,-5 4-10 16,5-5 1-16,-2 1-10 0,0-2-20 0,-4 7-19 0,4 3-28 15,-2-1-18-15,-3 4-31 0,-1 4-30 16,1 2-31-16,-3 0-34 0,-1 6-31 0,2-7-30 16,-2 7-7-16,0 0 14 0,0 0 6 0,0 0-2 15,13 11-7-15,-8-2-188 0,3 0-476 0,-2 0 210 0</inkml:trace>
  <inkml:trace contextRef="#ctx0" brushRef="#br0" timeOffset="-187327.44">22907 9506 965 0,'11'7'-28'0,"-2"0"19"0,1 1 20 0,-4 0 21 16,1-2 2-16,-2 3 21 0,0 1 16 0,-4 0 23 0,3 1 5 16,-3 0 15-16,-1-1 2 0,1 2-5 0,-1-1 5 15,0-1-8-15,-1 1-1 0,1-1-3 0,1-2-3 16,1 1-3-16,-1-4 7 0,4 6 2 0,0-5 2 16,0-1-9-16,3-1-4 0,2 1-1 0,1-3-1 15,1 0-8-15,2-3-7 0,3-2-6 0,0 0-2 16,-3-1 7-16,-2-2 5 0,0 0-3 0,2-3 0 15,-2-2-9-15,-1-1-3 0,-1-2-7 0,-2 1-2 16,-4-3-11-16,1 1 2 0,-3 0-10 0,-2 3-8 16,-2 1 3-16,-1 0-4 0,1 1-8 0,-3 1-24 15,-2 2-26-15,-2 1-24 0,-1 4-25 0,-3 2-23 16,-7 1-31-16,-1 2-42 0,1 1-55 0,0 2-57 16,1 1-231-16,3-2-557 0,4 0 246 0</inkml:trace>
  <inkml:trace contextRef="#ctx0" brushRef="#br0" timeOffset="-187106.78">23334 9418 106 0,'1'-9'285'0,"1"1"5"0,-1 2-3 0,-1 6-2 16,3-11-12-16,-3 11-32 0,1-6-27 0,-1 6-27 0,0 0-1 15,0 0-11-15,0 0 10 0,6 25 0 0,-3-6-17 16,-2 5-6-16,3 2-22 0,-3 1-7 15,3-1-14-15,0 3-15 0,-2-5-11 0,2-1-9 16,-1-3-2-16,1-2-11 0,-2 0-2 0,2-1-50 0,0-3-52 16,0-2-43-16,-3-2-47 0,2 0-56 0,-2-1-58 15,0-2-65-15,-1-7-231 0,3 9-576 16,-3-9 255-16</inkml:trace>
  <inkml:trace contextRef="#ctx0" brushRef="#br0" timeOffset="-186896.22">23600 9342 101 0,'3'-6'251'0,"-2"1"-23"0,-1 5-24 0,1-9-20 15,-1 9 3-15,0 0 9 0,0 0-2 0,-2 25-3 16,0-8-2-16,-4 9-14 0,0 3-15 0,2-1-7 16,-1 3-15-16,1-1-3 0,0 1-19 0,-4-1-7 15,6-2-8-15,-2-2-13 0,3-2-7 16,-1-3 3-16,1-3-24 0,2-1-6 0,1-2-26 0,-2-4-32 15,0 1-26-15,0-2-39 0,0 1-34 0,-2-2-49 16,4-3-56-16,-2-6-49 0,0 9-174 0,0-9-467 16,0 0 207-16</inkml:trace>
  <inkml:trace contextRef="#ctx0" brushRef="#br0" timeOffset="-186046.38">23457 9596 131 0,'-1'-10'232'0,"1"10"-24"15,-2-8-16-15,2 8-20 0,0 0-10 0,11-5-11 0,-2 3-7 16,5 0-13-16,0 2-17 0,6 0-13 0,1 0-7 16,6 2-8-16,2 0-10 0,3 0-8 15,0 0-3-15,-4-1-9 0,-8-1-7 0,2 0-3 0,-4 0-2 16,-4-1-10-16,-3 1 5 0,0 1 4 16,-5-1 13-16,-6 0 11 0,10 0 11 0,-10 0 0 15,8 0 0-15,-8 0-7 0,0 0-7 0,0 0 4 0,0 0-3 16,0 0 0-16,-17 12 8 0,6-5-8 0,2 0 1 15,-1 0-3-15,0 0 5 0,-1 1-5 0,1 1-9 16,2-4-3-16,2 2-7 0,3 0-3 0,1-1-5 16,-1 1-8-16,3-7 3 0,3 11 1 0,-1-5-2 15,4 0-4-15,-1-2-4 0,2 1 5 0,4-1-5 16,-2 0-8-16,2-4-7 0,2 3-5 0,-2-3-3 16,2 0-3-16,-3-3 0 0,2 1 15 0,-3 0-16 15,-2-1-1-15,0-1 3 0,0-1-3 0,0 0-2 16,-1-4 2-16,-2 1 1 0,0 1-3 0,-1 2 2 15,-1-1 6-15,-2 6-10 0,5-10 5 0,-5 10 0 16,4-6 9-16,-4 6-13 0,0 0 0 0,0 0 0 16,0 0 0-16,0 0 5 0,0 0 2 0,0 0-3 15,10 12 2-15,-6-4-3 0,-1-3 9 0,0 3-5 16,1-4 6-16,3 1 8 0,2 2-6 0,1-1-4 16,4-2 5-16,0-2-1 0,4 2 9 0,1-3-14 15,0 1-2-15,-1-4 1 0,-4 1 2 0,0-2-2 16,-1 0 2-16,-3-1 2 0,2 1 0 0,-2-3-3 15,-2-1 5-15,-2 2-4 0,0 0 5 0,-2-1 0 16,0 1 4-16,-4 5 0 0,5-10 3 0,-2 7 0 16,-3 3 0-16,0 0-7 0,4-5 0 0,-4 5-4 0,0 0 1 15,0 0 16-15,0 0-3 0,-9 36 1 0,0-12 13 16,-4 4 10-16,-1 2 2 0,-1 1-6 16,-2 18 5-16,-1-4 3 0,5 0 7 0,0 3 1 0,6-1-11 15,-1-1-5-15,2-1 7 0,-1-10-11 0,3-1-1 16,1-2-5-16,-1-1 1 0,0-3-1 0,-1-3-1 15,0-5-6-15,-2-3 0 0,4-6 0 0,-3 0-1 16,0-3 4-16,-1-1-4 0,0-4 8 0,-1-3-14 16,8 0-13-16,-15-9-4 0,5 0-6 0,3-5 4 15,2-2-8-15,5-3-3 0,4-9-8 0,5 1-7 16,6-4-5-16,8-10-12 0,-3 13-12 0,14-15-10 16,2 2-10-16,5 2 1 0,-4 4-8 0,4 2-2 15,-1 3 0-15,1 1 0 0,-10 8 11 0,-2-2 9 16,1 3 8-16,-3-2 4 0,-4 3 20 0,-2 2-7 15,-4-2 6-15,-5 3 2 0,0 0 9 0,-3 3 8 16,-2-3 8-16,1 2 7 0,-5 3-1 0,-2 0 1 16,-1 2 5-16,-3-3 3 0,-2 4 3 0,-2 0 3 15,1 5 3-15,-7 0 12 0,0 2 4 0,-1 3 0 16,-4 3 5-16,2 0-1 0,2 3-1 0,-1 2-7 16,5-2-6-16,0 1 2 0,2 1-6 0,2 2 5 15,3-1-10-15,5 5-13 0,0-3-32 0,6-3-38 16,1 3-47-16,4 0-55 0,5-1-52 0,7-2-53 0,1 0-209 15,-1-1-532-15,4-3 236 0</inkml:trace>
  <inkml:trace contextRef="#ctx0" brushRef="#br0" timeOffset="-185491.35">24899 9707 263 0,'2'-4'271'0,"-2"4"2"15,6-8-5-15,-6 8 5 0,3-5-13 0,-3 5-13 16,0 0-13-16,0 0-11 0,0 0 0 0,0 0-2 15,0 0-26-15,0 0-18 0,0 0-8 0,0 0-21 16,-8 25-32-16,8-18 3 0,0-7-7 0,3 14-11 16,1-5-11-16,2-1-11 0,2 1-3 0,3-2-11 15,5-1-1-15,1 1-12 0,1-2-21 0,2 0-18 16,1-3-12-16,-4-2-11 0,2 0-12 0,-2-3-5 16,-5 1 1-16,-1-2-11 0,-2-2-2 0,-3-1-5 15,0 0 10-15,-2-3-11 0,-2-2-4 0,-4 0 4 16,-4-4 5-16,-2 1 6 0,1-1-3 0,-4 0 5 15,3 1 8-15,-2 2 5 0,3 4 6 0,1-3 9 16,0 4 9-16,1 4 6 0,2 0 2 0,3 4 1 16,-6-10-2-16,6 10-5 0,-2-6 3 0,2 6-1 15,0 0-2-15,0 0 4 0,0 0-11 0,15-2 10 16,-2 2-1-16,6 0-4 0,0 0-1 0,9-2-1 16,3 0-2-16,-3-1-3 0,1-4 4 0,-7 3-1 0,-4-2-4 15,2-1 6-15,-2-2 0 0,0 0-2 16,1-2-1-16,-4-4 2 0,0 2 1 0,-4-1-2 15,2-2-3-15,-3 0 9 0,-3 1 0 0,-2-2-7 16,1 5 6-16,1 0-2 0,-4 3 10 0,0 2-1 16,0 2 3-16,1 0-6 0,-4 5-6 0,1-8-6 15,-1 8 3-15,0 0 3 0,0 0 8 0,-11 29 18 0,6-10-9 16,-7 9 10-16,1 4 13 0,-1 2 2 16,-2 9 10-16,2 4 5 0,2-14 3 0,2 0 3 0,3 1 0 15,1-1 4-15,0-1-2 0,4 1-2 0,-6-4-5 16,5 0-11-16,3-3 4 0,3 2-9 15,-3-8-5-15,0-2-2 0,2 0-12 0,-1-1 2 0,1 0-21 16,-2-3-26-16,3-4-54 0,-1-1-45 0,-4 0-42 16,4 1-37-16,-4-4-43 0,0-6-44 0,1 11-51 15,-1-11-276-15,-7 5-659 0,7-5 292 0</inkml:trace>
  <inkml:trace contextRef="#ctx0" brushRef="#br0" timeOffset="-185308.16">25304 9784 210 0,'7'-5'225'16,"2"0"-19"-16,3-1-9 0,-1 3-3 0,2-1-13 15,8 1-9-15,-4-4-19 0,5 5-10 0,5-1-20 16,-4 2-9-16,4-2-13 0,-4 2-9 0,-3-1-10 16,2 2-17-16,1 0-23 0,-6 0-36 0,2-2-41 15,-6 2-53-15,1-2-52 0,-3-1-63 0,-4 0-104 16,-1 2-332-16,1-3 146 0</inkml:trace>
  <inkml:trace contextRef="#ctx0" brushRef="#br0" timeOffset="-184246.79">26544 9401 143 0,'2'-6'194'15,"3"1"-13"-15,-1-2 2 0,0 1-3 0,-1 1-10 16,-3 5-8-16,9-7-11 0,-9 7-16 0,5-5-12 16,-5 5-15-16,4-3-13 0,-4 3-5 0,0 0 12 15,2 17 6-15,-2-1 0 0,-2 4 6 0,0 5-6 16,-2 5-6-16,-1-2 11 0,-4 2-4 0,4-2-7 16,-1 1-10-16,1-2-8 0,1-1-5 0,2-6-7 15,-3-2-8-15,5 1-4 0,-3 0-5 0,3-5-3 16,0 2-9-16,0-5-2 0,3 1-5 0,-3-1 0 15,1 0-5-15,-1-1-5 0,4-3 1 0,-2 0-16 16,-2 2-26-16,0-9-25 0,6 9-31 0,-6-9-44 16,1 7-43-16,-1-7-42 0,6 4-53 0,-6-4-220 15,0 0-513-15,14-2 226 0</inkml:trace>
  <inkml:trace contextRef="#ctx0" brushRef="#br0" timeOffset="-183930.52">26787 9642 1908 0,'4'-3'82'16,"1"-1"-38"-16,-5 4-31 0,0 0-7 0,8 0 3 16,-8 0-12-16,0 0 14 0,0 0 15 0,6 11 5 0,-6-11 7 15,4 9 10-15,-2-3 6 0,5 1 7 16,-3-4-7-16,7 5 0 0,1-1-4 0,1 2 5 0,3-3-4 16,4-2 4-16,0 0-4 0,7-1-4 15,-4 0-2-15,-4-1-3 0,0-2-2 0,2 0 1 0,-2-3-5 16,-7 2 6-16,1-2 4 0,-2 0 3 0,-1-3-3 15,-2-1-2-15,-1 1-4 0,1-3-3 0,-5 4-7 16,-2-5 0-16,-1 0-4 0,-4 1-5 0,-2-1 3 16,-1-4-7-16,-3 2-3 0,-4 0 0 0,3 3 5 15,-5-1-9-15,2 3-4 0,-4 3 3 0,5 0-2 16,-5 2-4-16,4 2-12 0,0 0-16 0,-5 2-17 16,1 2-20-16,5 0-28 0,-1 2-34 0,3-1-51 15,2 3-39-15,1-2-53 0,6-1-146 0,0 4-447 16,2-9 198-16</inkml:trace>
  <inkml:trace contextRef="#ctx0" brushRef="#br0" timeOffset="-182629.62">27301 9564 3 0,'0'0'196'15,"0"0"-15"-15,0 0-18 0,-3-6-14 0,3 6-16 16,0 0-16-16,0 0-1 0,0 0-5 0,0 0-8 16,-10 16 3-16,8-9 0 0,-3 2 0 0,1 0-10 15,0 1-9-15,-2-2-7 0,6 3-11 0,-4-2-4 16,2 1-8-16,2 0 0 0,2 0-3 0,2-1 0 15,-2-3-4-15,6 2-6 0,-2-1-3 0,1 1-1 16,4-3-6-16,2-1 1 0,0 0 0 0,0 0-6 16,0-2-1-16,0-2-3 0,0-1-2 0,-1 0-3 15,1-3 2-15,-1 3-3 0,1-4-2 0,-4 0 0 16,2-2 4-16,-1 1 0 0,-1-4-3 0,-3 2 0 16,1-1 3-16,2-1 4 0,-5-1 9 0,-1 0 6 15,-1 0-10-15,-2 1-5 0,0-1-7 0,-4-2 2 0,2 1-4 16,-6 2-4-16,-1 1-2 0,0 2-1 15,-1 1-1-15,-9 2-5 0,5 3-12 0,1-1-13 16,-2 2-14-16,-2 3-24 0,-1-3-27 0,5 3-31 16,4 2-33-16,-2 0-25 0,2-1-43 0,5 1-142 0,-1 0-389 15,5-5 173-15</inkml:trace>
  <inkml:trace contextRef="#ctx0" brushRef="#br0" timeOffset="-182242.8">27696 9455 173 0,'0'0'207'0,"4"-7"-18"0,-4 7-18 15,4-3-12-15,-4 3 0 0,0 0-7 0,12 13 17 16,-5 3-12-16,7 7-8 0,-3 3-5 0,0-2-5 16,3 4-17-16,-3 0-4 0,1-2-6 0,0 0-6 15,-1-3-14-15,1 2 0 0,0-4-10 0,-2-4-7 16,0-2 6-16,1 0-4 0,0-2-8 0,-2-3-1 15,0-1-4-15,-4-3 11 0,3-1 3 16,-2 0 7-16,0-2 8 0,-6-3 5 0,9 4 10 0,-9-4-4 16,9-3-8-16,-9 3-7 0,12-10-4 0,-6 1 1 15,1-1-12-15,-2 0-8 0,1-5-1 0,2 0-8 16,1-2-7-16,-4 2 7 0,7-10-17 0,-1 4 0 0,-1-2-3 16,3-1-9-16,-3 2-3 0,-1-2-6 15,1 6 1-15,2-5-3 0,-2 0-1 0,4-2 1 16,-6 9 9-16,1 1-11 0,1 0-6 0,-4 4-5 15,-1 2-11-15,1 0-8 0,-4 3-12 0,4 2-27 16,-2-2-30-16,-4 6-29 0,4-8-28 0,-4 8-18 0,0 0-8 16,5-2-4-16,-5 2-29 0,0 0-37 15,0 0-37-15,5 16-252 0,-5-10-571 0,0-6 253 0</inkml:trace>
  <inkml:trace contextRef="#ctx0" brushRef="#br0" timeOffset="-181550.3">28852 9328 160 0,'4'-4'245'0,"-4"4"-3"0,4-7-10 15,-4 7-16-15,0 0-22 0,4-4-18 0,-4 4-22 16,0 0-18-16,0 0-7 0,0 0 8 0,-10 28 2 15,-1-4 15-15,-1 8-13 0,-5 13-6 0,4 0-14 16,-2 0-3-16,-1 0-10 0,3-1-5 0,4-12-8 16,0 1-6-16,4 1 2 0,-2-4-3 0,5 2-8 15,-2-3-9-15,-1-1-10 0,5-3-10 0,0-1 5 16,3 2-5-16,0-7-5 0,1-2-2 0,0-2-5 16,-2-1 11-16,1-2-30 0,-1 1-25 0,1-4-27 15,1 0-29-15,-3-3-29 0,-1 1-31 0,0-7-33 16,0 11-30-16,0-11-32 0,5 7-29 0,-5-7-233 15,0 0-517-15,0 0 229 0</inkml:trace>
  <inkml:trace contextRef="#ctx0" brushRef="#br0" timeOffset="-180596.32">28751 9736 104 0,'0'0'135'16,"8"-7"-4"-16,0 4-5 0,3-1-9 0,7 0 5 15,3 1 4-15,-3 1 3 0,5 2-8 0,-3 1-10 16,2 0-4-16,-1 4-1 0,1 1-12 0,-4-1-5 0,1 3-10 16,-1-1-2-16,-1 2-3 0,-7-2-5 0,3 4-7 15,-3 1 5-15,-4-3-2 0,1 3-3 0,-5-1-3 16,2-1-2-16,-4 2-4 0,-1-6 4 0,-2 5-7 16,1-3 4-16,-4-1-2 0,0 0 4 0,0 1-4 15,-1-4-3-15,1 0-5 0,-2-2 1 0,8-2-2 16,-11 4 7-16,11-4 3 0,-8-1-1 0,8 1-6 15,0 0-3-15,-5-9-7 0,5 9-7 0,4-12 2 16,1 3-5-16,3 1-3 0,-1-2-7 0,7-2 0 16,-1 0 1-16,1-1-10 0,-1 0 0 0,2 1-4 15,-1 0-1-15,-2-1 5 0,3-1-7 0,-3 3-1 16,-2 1 1-16,2-1-1 0,-5 3-1 0,2 1-1 16,-3 1-1-16,-2 2 1 0,1-1-2 0,-1 1 1 15,-4 4 0-15,6-5-6 0,-6 5 3 0,0 0 2 16,0 0 1-16,10 11-3 0,-10-11 5 0,0 17-4 0,1-9 3 15,0 3 0-15,-1-2 5 0,3 2 0 16,1-1-2-16,-2-1 2 0,2-1-2 0,0 1 0 16,1-1 3-16,3-2 0 0,-1 2 10 0,1-3-5 15,2 1-2-15,-4-2-2 0,5-1 1 0,-2 0-2 16,1 0 4-16,-4-3-1 0,-6 0 1 0,13 0-1 0,-13 0-3 16,12-5 3-16,-9 1-1 0,0-2-4 15,-3 6-2-15,4-12 3 0,-3 2 1 0,-2 2-2 16,0-3-1-16,-2 0 0 0,3 1-3 0,-1 0 0 0,-1-2 1 15,2 2 0-15,0 0-7 0,0 0-1 0,2 2-2 16,-2 8-1-16,2-12-2 0,0 7 1 0,-2 5 4 16,7-6-2-16,-7 6 4 0,10-1-3 15,-10 1 2-15,12 5 1 0,-4 1 0 0,-2 3 2 0,3 0-3 16,-3 0 4-16,1 0 1 0,-2 1-2 0,1-1 0 16,1 1-1-16,-2 2 4 0,0-3-1 0,0-1 3 15,-2-1-2-15,-1-2 2 0,1 1 2 16,-3-6 4-16,5 7 8 0,-5-7 13 0,3 6 7 0,-3-6 7 15,0 0 2-15,0 0-1 0,0 0-2 0,0 0-8 16,0 0-4-16,0 0 2 0,0 0 1 0,0 0-11 16,0 0 1-16,3-20 2 0,-3 20-9 0,4-14-5 15,0 6-3-15,0-3-2 0,1 2-5 0,6 0-1 16,-1-3-4-16,3 2 1 0,-1 4 1 0,-3-2-4 16,0 3-3-16,1 2 1 0,-2 2 2 0,-1 1 1 15,3 3-1-15,-3 0 1 0,-2 0-3 0,0 2 5 16,3 1-4-16,-6 0 6 0,3 0-4 0,-1 1 4 15,0 2 2-15,0-3-3 0,-3-1 4 0,-1-5-4 16,4 9 2-16,-1-4 3 0,-3-5 0 0,3 7 2 16,-3-7 1-16,0 0 9 0,3 6 5 0,-3-6 17 15,0 0-9-15,0 0-2 0,0 0-3 0,0 0-4 16,17-9 0-16,-11 3-4 0,0-1 0 0,3 2-2 16,-2-4-1-16,0 0 0 0,5 0-1 0,-1-3-10 15,2 1-7-15,1 1 1 0,-1-2 2 0,-2 6 2 16,-2-1 0-16,2 1-2 0,-1 3 6 0,-3 1-9 15,0-1 1-15,-7 3-3 0,10 4 0 0,-10-4 4 16,12 8 0-16,-7-2 4 0,-1 3-3 0,-2 1 3 16,2 0-2-16,-1 3 0 0,-2-3 4 0,1 1-22 15,0 2-27-15,-2-3-29 0,1 1-37 0,-1 0-26 16,2-1-52-16,1-2-68 0,0 1-184 0,0-3-483 0,4-2 214 16</inkml:trace>
  <inkml:trace contextRef="#ctx0" brushRef="#br0" timeOffset="-180226.41">30326 9552 164 0,'-13'-2'243'0,"-4"6"-16"0,0 0-9 0,1 5-6 0,-2 2-8 15,6 1-13-15,-2 2-17 0,2 0-11 0,3 3-14 16,2-2-2-16,3 0-11 0,0 1-5 0,5 0-11 15,3-3-15-15,2 1-7 0,6-2-10 0,-1-2-9 16,3 2-4-16,2-3-10 0,0-2-7 0,1 0 7 16,1-4-13-16,-1-1-7 0,-4-1-8 15,-1-1 1-15,2-1 0 0,-2-2-10 0,-3 1 0 0,2-2-2 16,-2-2-3-16,0 0 2 0,-3-3-7 0,3 1 0 16,-2-1 0-16,-2-1 1 0,3 0 11 0,-1 1-12 15,-3 0 8-15,-2 3 4 0,2 1-1 0,0 1-1 16,-4 4-2-16,3-8-6 0,-3 8-11 0,0 0 3 15,0 0-8-15,0 0 14 0,0 0-12 0,0 0 1 16,9 21-2-16,-9-11-1 0,-2 0 11 0,1 2-9 16,2-1-4-16,1 0 0 0,1 1-23 0,0 2-32 15,1 1-38-15,0 1-55 0,1-4-59 0,1-3-58 16,1 0-245-16,7 2-549 0,-3-4 243 0</inkml:trace>
  <inkml:trace contextRef="#ctx0" brushRef="#br0" timeOffset="-179512.99">31167 9519 134 0,'0'0'190'0,"0"0"-5"0,0-9-5 16,0 9-6-16,0 0-7 0,0 0 2 0,0 0-3 0,-1-10-8 15,1 10-1-15,0 0-6 0,0 0-6 16,-4-9-4-16,4 9-8 0,0 0-7 0,-4-6-5 16,4 6-8-16,0 0-12 0,0 0-8 0,0 0-9 15,-3-6-10-15,3 6-4 0,0 0-9 0,0 0-6 16,0 0-13-16,0 0-3 0,0 0-2 0,0 0-6 0,0 0-3 15,0 0-5-15,0 0-1 0,0 0 3 0,0 0-5 16,0 0-1-16,-14 13 1 0,14-13-4 16,-1 7-3-16,1-7 0 0,-5 8 0 0,5-8-3 15,-4 8 2-15,1-4-1 0,3-4-6 0,-6 10 1 0,2-4 7 16,2 0-4-16,-2-2-3 0,4-4 0 0,-5 13 1 16,4-8 1-16,-2 5-6 0,2-5 7 0,1 5-2 15,1-1-4-15,2 1 0 0,0-1 4 0,3 1-1 16,1-1 3-16,1-1-1 0,2 6-2 0,4 0-3 15,-1-2 1-15,1-1-2 0,1 0 4 16,-1 1-1-16,3-1-3 0,-8-3-1 0,5 4 3 16,-3-2 1-16,1 1-1 0,-2-3-3 0,0 0 1 0,-4-1 1 15,-1 0-4-15,1-3-3 0,-4 0 4 0,-2-4 1 16,7 7 10-16,-6-2 11 0,-1-5 12 0,3 7-8 16,-3-7 16-16,0 0-3 0,-9 9 6 0,1-5-5 15,1-3-10-15,-5 3 12 0,-2-3-14 0,1 0-9 16,-1 0-1-16,0-1-6 0,1 3-25 15,-2-4-32-15,0 1-32 0,-3-2-34 0,5 2-46 0,-2-2-44 16,3 1-46-16,1-1-46 0,-3-3-201 0,3 1-536 16,-1-2 238-16</inkml:trace>
  <inkml:trace contextRef="#ctx0" brushRef="#br0" timeOffset="-179113.5">31157 9559 191 0,'14'-9'194'0,"2"1"-10"0,2 1-1 0,3-1-6 16,-2 3-14-16,1 0-11 0,-1 1-14 0,-2 1-10 16,6 2-11-16,-3 1-10 0,1-1-11 0,-2 2-12 15,-1 0-6-15,-5 0-9 0,0 2-7 0,-1 1-8 16,0-2-4-16,-1 1-7 0,-3 3-5 0,1-2-3 16,-3 4-1-16,2-3-4 0,-2 3-6 0,-3-3 3 15,0 4 3-15,-2 1 1 0,0-1 1 0,0 0 6 16,-2 2-5-16,1-3 0 0,0 0-4 0,-1 2 4 15,1-2 2-15,0-8 1 0,0 17 0 0,1-7 3 16,0-4-3-16,2-1-1 0,-2 2 1 0,3-3-3 16,1 2-1-16,0-1-1 0,0 1-4 0,2-3 2 15,1 0-7-15,0-1 2 0,0 2 1 0,0-3 0 16,2-1-7-16,-1 2 9 0,-9-2-3 0,13-4 5 16,-7 0 3-16,2 2 2 0,-2-3-7 0,-3-1-2 0,1 0-5 15,-1-2 2-15,0-3-4 0,-3-1 3 16,0 0-9-16,-4-3 2 0,0 4-5 0,2-2 0 15,-2 0-4-15,1 1-10 0,-4 2-9 0,0 0-15 16,1 3-16-16,-2 0-18 0,3 3-29 0,-2 1-34 0,-1 1-32 16,8 2-31-16,-13-1-25 0,13 1-33 0,-14 6-150 15,14-6-431-15,0 0 191 0</inkml:trace>
  <inkml:trace contextRef="#ctx0" brushRef="#br0" timeOffset="-178879.49">31812 9523 74 0,'3'-6'241'0,"-3"6"-1"0,5-9-4 0,-5 9-8 0,5-5-10 15,-5 5-28-15,5-4-13 0,-5 4-15 0,0 0-28 16,0 0-12-16,0 0-10 0,12 16 14 0,-7 0 10 16,0 3 16-16,-1 0-15 0,-2 5-5 0,2 1 13 15,-1-1-12-15,-1-6-16 0,-2 0-8 0,3 1-13 16,-2 1-9-16,0-4-9 0,-1 2-1 0,3-1-12 15,-3-1-16-15,1-4-10 0,-1-1-31 0,0 0-41 16,1-2-32-16,-2 3-45 0,0-5-50 16,1-7-55-16,-5 13-52 0,0-7-228 0,-3 0-537 15,8-6 237-15</inkml:trace>
  <inkml:trace contextRef="#ctx0" brushRef="#br0" timeOffset="-178572.5">31900 9686 126 0,'15'-7'137'16,"2"2"-1"-16,-1-2-4 0,-2 1-23 0,3 0-9 16,-4 2-8-16,3-1-13 0,2-1-2 0,-5 1 0 15,-1 1-3-15,0-3 6 0,-2 0 2 0,-1 3-3 16,-1-2 2-16,-2-2-5 0,-1 1 3 0,1-2-1 16,0 1-7-16,-3-2 0 0,1 3 18 0,-1-4-12 15,-1 3-7-15,1-3-2 0,1 5 6 0,-3-1 2 16,-1 7 1-16,5-11-7 0,-2 7-10 0,-3 4-4 15,0 0-10-15,0 0-6 0,0 0-6 0,0 0 2 16,0 0 1-16,5 23 10 0,-5-5 4 0,-2-1 0 16,1 3 9-16,1-1-3 0,-1 0-6 0,0 1 2 15,-1-1-2-15,1 0-3 0,1-2-8 0,-2-1-3 16,5 0-7-16,-3-4-7 0,0 1-22 0,0-3-39 16,2 0-41-16,-2 1-45 0,0-11-56 0,-2 18-51 15,1-12-218-15,1-6-487 0,0 0 215 0</inkml:trace>
  <inkml:trace contextRef="#ctx0" brushRef="#br0" timeOffset="-178278.91">32366 9504 219 0,'5'-4'203'0,"-5"4"-17"15,6-6-21-15,-6 6-15 0,0 0-3 0,0 0 5 16,0 0-14-16,15 13-9 0,-12-6-8 15,-2 2 0-15,1 3-11 0,-2-1 0 0,0 1 0 16,-2 1-7-16,-2-3-9 0,1 2-5 0,-1-4-5 0,-1 2-7 16,1 1 2-16,0-2-3 0,1-3 3 0,0 0-18 15,3-6-7-15,-6 11-2 0,3-5-3 16,3-6-5-16,-3 8-1 0,3-8-3 0,-2 6-4 16,2-6 0-16,0 12 0 0,0-12-2 0,10 9-1 15,-3-3-2-15,11 2-10 0,0 0 0 0,9-1-12 16,1 1-27-16,3-1-37 0,0 0-44 0,1 0-52 0,-32-7-55 15,67 7-53-15,-36-2-167 0,1-1-461 0,-32-4 204 16</inkml:trace>
  <inkml:trace contextRef="#ctx0" brushRef="#br0" timeOffset="-176829.71">31134 9447 141 0,'1'-5'141'0,"-1"5"7"16,4-11-5-16,-4 11-2 0,2-9-4 16,-2 9-3-16,3-9 1 0,-2 5-10 0,-1 4 1 0,4-6-1 15,-4 6-6-15,1-10-7 0,-1 10-9 16,5-5-13-16,-5 5-9 0,3-6-7 0,-3 6-4 0,4-8-8 15,-4 8-10-15,2-5-5 0,2 0-2 16,-4 5-5-16,4-6-4 0,-4 6-5 0,8-6-1 16,-3 3-4-16,1-1-4 0,-6 4 1 0,9-5-9 15,-2 3 4-15,-7 2-6 0,10-5 1 0,-5 1 0 16,-5 4-1-16,6-5-4 0,1 3 4 0,-7 2-4 0,7-5-3 16,1 3 6-16,-8 2-5 0,9-6 1 0,-9 6-2 15,4-5-1-15,-4 5 0 0,6-7 1 16,-6 7 1-16,5-1-6 0,-5 1 6 0,0 0 1 15,0 0 3-15,9-6 3 0,-9 6 6 0,0 0-7 16,0 0 0-16,0 0-3 0,0 0-1 0,0 0-5 0,0 0-3 16,0 0 4-16,0 0-2 0,0 0-2 0,0 0 9 15,-9 23-3-15,3-13 10 0,-4 6 4 16,-2 0 7-16,-3 6 1 0,-2 2 3 0,2 1 5 16,-3 0 2-16,4 3 1 0,-3 1-2 0,1 0 0 15,0 1 18-15,5-1-2 0,-2 1 0 0,0-2-2 0,4-1-3 16,2-3-3-16,-1-5-4 0,4 0 2 0,-1-1-5 15,4 0-7-15,2-1 1 0,-1 0-3 16,1-4 3-16,5 1-3 0,-3-2-4 0,6-3-3 0,-2 1-2 16,0-1 0-16,3-1-6 0,2-2 0 15,0 1 8-15,0-3-10 0,1 0 4 0,1-2 2 0,-1 0-2 16,0-2-3-16,6-2 2 0,-8 2-3 0,2-4-8 16,-1 0 9-16,-1-2-1 0,-1 0-5 0,-2-2 2 15,1 0 1-15,2-6-7 0,-5 4 6 0,-1-2-4 16,0-2 5-16,-1-2-8 0,1 1 3 15,-7-1 1-15,-1 5-6 0,1-1 7 0,0 2-4 0,-2-2-4 16,-1 3-5-16,-3 0 8 0,-3 4-1 0,-3-2-5 16,2 1-3-16,-4 0 1 0,-4 5 6 0,2-2 0 15,1 3-3-15,2 3-5 0,-2-3-20 16,4 3-25-16,-1-1-24 0,4 2-27 0,-2 1-31 16,-1 1-28-16,4-2-40 0,4 1-54 0,0 0-248 0,5-5-545 15,0 0 242-15</inkml:trace>
  <inkml:trace contextRef="#ctx0" brushRef="#br0" timeOffset="-176396.61">31314 9336 210 0,'-3'-5'226'0,"3"5"-21"0,-4-10-16 0,4 10-23 0,-5-6-11 16,5 6-17-16,0 0 3 0,-16 11-7 0,4 4 12 16,-4 4-12-16,-3 4-8 0,0 6-2 0,-1 0-3 15,-4 11-9-15,7-8-9 0,1-1 1 16,1 2 6-16,2-3-8 0,1 0-13 0,2 0-5 0,2-4-2 16,3-2-4-16,-1 1-2 0,4-7-2 0,1-3-15 15,1-3-2-15,3 2 9 0,-2-2-21 0,1-2-2 16,2 0 2-16,1-1-2 0,4 0-7 0,-1-2 1 15,0 0-6-15,4-1-5 0,1 1 0 0,-1-3 0 16,4 1-5-16,-2-4-3 0,0 2 4 0,-1-3-9 16,5 0 7-16,-6-4-6 0,0 3-1 0,-1-3-1 15,0 0 1-15,1-3-3 0,-5-1 2 0,-2 0-5 16,2-3-3-16,-5 0-4 0,0 0 2 0,-4-2-3 16,-1 3-3-16,-4-2 12 0,-1 3-11 0,-7-1 3 15,0 2-3-15,-4 3 0 0,-1 1-1 0,-6 1-6 16,-1 3-21-16,5 2-22 0,-5 2-22 0,7 0-33 15,-1 2-50-15,1 1-64 0,3-1-66 0,1 2-212 16,5-2-541-16,4 0 240 0</inkml:trace>
  <inkml:trace contextRef="#ctx0" brushRef="#br0" timeOffset="-174662.77">14664 10946 172 0,'0'0'184'0,"0"0"-6"16,0 0 4-16,0 0 1 0,0 0-7 0,0 0-8 16,30-11-12-16,-10-6-10 0,-2 6-8 0,5-6-7 15,4-2-10-15,0-1-10 0,0-3-11 0,0 2-8 16,-3-4-8-16,3 4-4 0,-2-3-7 0,-1 2-6 15,-3-1-3-15,-1 2-5 0,-2-1-1 0,-1 0-6 0,-5-1-3 16,-3 5-4-16,-2 0-3 0,4-9-3 0,-4 4 2 16,-3 4-3-16,-1 0-1 0,1-6-6 15,-2-1-2-15,-2 8 2 0,1-2 1 0,-2 1 3 16,1 3-1-16,-2 1-1 0,2 3-2 0,0 3 0 0,0 9-8 16,-2-11-1-16,2 11-3 0,0-9-8 0,0 9 1 15,0 0-1-15,0 0-2 0,0 0 0 16,-9 37-4-16,1-12 3 0,2 3-2 0,-3 0 5 15,1 1 0-15,4 2 0 0,-5 0 0 0,3-3 2 0,2-1 9 16,2-1-3-16,2-9-1 0,2 2 6 0,6-3 2 16,1 0 10-16,-3 1-3 0,7-5-2 0,0 1-3 15,-1-2 2-15,4-2-5 0,0-1 1 0,3-1-5 16,-1-3-3-16,3-3 1 0,1 1-1 0,6-2-4 16,-9-2-2-16,3-1-3 0,-3-2 3 0,0 0-2 15,0-1 1-15,-5-1-3 0,-1 2-4 0,-2-1-4 16,0-3-3-16,-2 2 2 0,-2 2-2 0,-3-5 0 15,0 0-3-15,-1 4 6 0,-1-4-8 0,-2 3 9 16,0 7-6-16,0-13-5 0,0 5 7 0,0 8-5 16,-2-10 0-16,2 10 2 0,0 0-5 0,0 0 1 15,0 0-1-15,-6-3 0 0,6 3 4 0,0 0 0 16,-10 19 1-16,6-8 1 0,2-1 3 0,-3 1-2 16,4 1 2-16,-1-1-2 0,2 4-2 0,0-2-26 15,2-1-19-15,-1-2-24 0,-1 3-25 0,2-4-33 16,2 3-29-16,0 0-41 0,0-5-38 0,3 3-44 15,-4-5-147-15,0 1-467 0,2-2 207 0</inkml:trace>
  <inkml:trace contextRef="#ctx0" brushRef="#br0" timeOffset="-174513.9">15316 10404 32 0,'0'0'117'0,"0"0"-7"0,0 0-26 16,-2 23-38-16,4-10-30 0,2 5-36 0,0 2-45 16,0 6-69-16,1-2 31 0</inkml:trace>
  <inkml:trace contextRef="#ctx0" brushRef="#br0" timeOffset="-174095.72">15489 10786 98 0,'0'0'195'0,"0"0"4"0,0 0 4 0,0 0-2 15,0 0-9-15,0 0-8 0,0 0-19 0,0 0-14 16,0 0-9-16,0 0-10 0,0 0-10 0,0 0-12 16,-2-28-9-16,5 23-10 0,-1-3-9 0,4-2-6 15,-3 0-8-15,6-5-6 0,0 2-9 0,-1 0-8 16,1 0-2-16,2 4-4 0,-2 0-8 0,0 2-3 16,1 0-1-16,-1 4-4 0,-2-1-2 0,-1 3-1 15,-6 1-5-15,18 4-3 0,-8 0 1 0,2 2 2 16,-2 2-1-16,0-2 0 0,2 2 3 0,2 3-5 15,1 1 0-15,-1-1-1 0,2-1-2 0,-1-2 4 16,3-1-3-16,-1-3 3 0,-1 2 0 0,1-5-2 0,1 1-2 16,-1-2-2-16,-4-2-1 0,-1-2 0 15,0-1 5-15,-3-2-5 0,1 0 3 0,-2 0-1 16,0-3-2-16,-2 3 4 0,-2 1-4 0,1-3 2 16,-3-1-1-16,4 1 1 0,-6-1-4 0,-1 0 2 15,-2 0 1-15,1-2-1 0,0 2-2 0,-1-3 0 16,-3 4-4-16,3-1 3 0,-1 2-6 0,0 2 3 15,0 1-4-15,4 5 2 0,-9-6-3 0,9 6 0 0,-11 2-1 16,11-2 4-16,-17 6-1 0,8 3-1 0,-1 1 10 16,3-1-7-16,-4 4-1 0,5 1 1 0,0 2-5 15,4 0-3-15,3 0-22 0,2-3-23 16,3 1-40-16,2 2-53 0,4-3-48 0,4 0-65 0,7 4-144 16,0-3-437-16,-5-5 194 0</inkml:trace>
  <inkml:trace contextRef="#ctx0" brushRef="#br0" timeOffset="-173924.8">16340 10801 94 0,'4'-4'271'0,"-4"4"-9"16,0 0-17-16,0 0-22 0,5-6-23 0,-5 6-21 15,0 0-20-15,0 0-39 0,0 0-43 0,0 0-47 16,0 0-49-16,10 1-77 0,-10-1-56 0,0 0-114 15,0 0-288-15,4 8 128 0</inkml:trace>
  <inkml:trace contextRef="#ctx0" brushRef="#br0" timeOffset="-170880.27">17277 10480 97 0,'1'-11'224'0,"-1"1"-4"15,0 10-4-15,-1-10-12 0,1 10-19 0,-2-9-17 16,2 9-22-16,0 0-13 0,0 0-8 0,0 0 0 16,0 0-1-16,0 0-4 0,2 38-6 0,-4-19-1 0,1 8 0 15,2-2-12-15,-2 1-9 0,0-7-9 16,1 7-6-16,0 0-7 0,0-7-9 0,1-1 0 16,-1 0-9-16,1 1-7 0,-1-2-3 0,0-3-3 0,3 3-3 15,-2-5-5-15,-1 0-2 0,1-3-5 16,1 3-2-16,-2-6-2 0,1 3-12 0,-1-2-21 15,0-7-18-15,0 16-19 0,0-9-20 0,0-7-26 16,-1 13-36-16,-1-8-17 0,2-5-27 0,-1 9-16 0,1-9-16 16,-4 6-160-16,4-6-398 0,-7 2 177 0</inkml:trace>
  <inkml:trace contextRef="#ctx0" brushRef="#br0" timeOffset="-170578.15">17328 10411 135 0,'3'-11'152'0,"3"0"-23"0,0 1-3 16,-2 4-11-16,2 2-4 0,3 0 0 0,0 4 1 16,1 0-2-16,0 3-12 0,0 2-8 0,-1 1-7 15,1 4-15-15,-4 1 4 0,2 6 0 0,-2-2-7 16,-2 0-1-16,0 2-4 0,-7-1-2 0,1 3-8 16,-2-4-6-16,-4 4 0 0,0-3-2 0,-2-1-6 15,0-3 8-15,0 2-6 0,0-7 5 0,1 1-6 16,0 0 3-16,0-1 0 0,0-1 0 0,2-3 7 15,2 1 1-15,0 0-4 0,5-4 2 0,-9 5-4 16,9-5-4-16,-5 4-3 0,5-4-5 0,0 0-3 16,0 0-2-16,0 9-2 0,0-9 1 0,10 7-6 15,-1-2 0-15,2 0-3 0,5 0 0 0,2 1-1 16,1-2-2-16,2 3-22 0,-2 0-32 0,1 2-28 16,7 1-36-16,-1-2-38 0,-6-1-29 0,7 2-44 15,-10-3-131-15,-5-2-377 0,2 0 166 0</inkml:trace>
  <inkml:trace contextRef="#ctx0" brushRef="#br0" timeOffset="-170345.47">17735 10643 135 0,'4'-4'175'0,"0"-3"1"0,-4 7-8 16,5-6-1-16,-5 6-21 0,0 0-7 0,4-6-4 0,-4 6 11 16,0 0 7-16,0 0 4 0,-2 26-11 0,-2-10-3 15,-4 7-5-15,-2 1-1 0,0 2-11 16,1-2-13-16,-2 0-8 0,2 0-9 0,4-8-4 15,-1 2-8-15,5-6-6 0,-2 2-7 0,3-3-3 0,1 1-12 16,-1-1 1-16,3 0-12 0,2-3 5 0,0-1-7 16,5 1-4-16,1-2-5 0,5 1-16 0,-1-2-22 15,5-3-26-15,-1 2-33 0,1-4-33 0,-1 1-36 16,2-2-29-16,8-2-33 0,-2-2-42 0,-5 3-184 16,3-4-455-16,2-1 201 0</inkml:trace>
  <inkml:trace contextRef="#ctx0" brushRef="#br0" timeOffset="-170209.09">18276 10747 143 0,'9'-5'145'0,"0"-2"3"0,-1 0-3 0,3 1-13 15,-1 1-5-15,1-2-16 0,0 5-9 0,0-1-14 16,5 2-3-16,-5-2-32 0,6 3-17 0,-4 0-36 16,0 0-40-16,-3 3-37 0,0 0-123 0,-4 4-217 15,-2-1 97-15</inkml:trace>
  <inkml:trace contextRef="#ctx0" brushRef="#br0" timeOffset="-170063.51">18396 10849 85 0,'-6'5'182'0,"6"-5"-12"0,-3 5-6 0,3-5-4 15,0 0-8-15,-4 6-6 0,4-6-12 0,0 0-6 0,0 0-11 16,0 0-14-16,19 4-11 0,-8-2-5 16,2-2-16-16,6 0-13 0,1 0-38 0,8 0-39 15,5-3-43-15,1 2-53 0,-1 2-165 0,0-2-301 16,-2-2 134-16</inkml:trace>
  <inkml:trace contextRef="#ctx0" brushRef="#br0" timeOffset="-169812.76">19021 10509 13 0,'1'-12'285'0,"0"3"-7"0,-1 2-1 0,0 7-14 15,0-10-15-15,0 10-23 0,2-7-23 16,-2 7-19-16,0 0-13 0,0 0 16 0,0 0 31 0,0 0-28 15,0 33-18-15,-3-14 6 0,3 5-12 0,-1 1-11 16,0 3-13-16,-1-3-11 0,2 3-14 0,-2-1-1 16,4-1-17-16,1-3-6 0,-3-3-14 0,2 5 10 15,1-1-23-15,-2-6-4 0,2 1-8 0,0-2-12 16,0 0-29-16,3-1-28 0,-3 0-42 0,1-3-42 16,0 3-41-16,0-2-29 0,1-3-44 0,-1 1-33 15,2-4-31-15,-1 1-35 0,2-1-180 0,-1-3-534 16,2-3 237-16</inkml:trace>
  <inkml:trace contextRef="#ctx0" brushRef="#br0" timeOffset="-169229.32">19355 10537 210 0,'2'-8'281'16,"-2"8"-5"-16,0 0-12 0,-2-11-13 0,2 11-16 15,0 0-27-15,2-7-23 0,-2 7-15 0,0 0-6 16,0 0-3-16,0 0-1 0,3 26 5 0,-5-10-10 16,2 0-1-16,-1 9-9 0,-1-7-3 0,-1 7-14 15,2-7-4-15,0 2-1 0,-1-1-9 0,-2 0-1 16,3 5-15-16,-1-5-9 0,-1 0-11 0,2-2-15 15,-1 0 3-15,2-2-6 0,0 1-7 0,-1-4-11 16,2 1-30-16,1-2-39 0,-2 0-49 0,1 1-42 16,-1-3-40-16,1 1-23 0,1-1-29 0,-2 0-43 15,2-2-29-15,1-2-249 0,-3-5-575 0,5 7 254 16</inkml:trace>
  <inkml:trace contextRef="#ctx0" brushRef="#br0" timeOffset="-168996.51">19590 10619 98 0,'0'0'228'0,"-5"-7"-8"0,5 7-6 0,-11-2 1 0,11 2-7 15,-19 4-2-15,8 0-6 0,-3 4-15 0,-2 3-5 16,1 1-7-16,1-1-12 0,1 1-9 0,2-1-5 16,3 3-6-16,-1-3-3 0,5-1-14 15,0-1-9-15,1 1-11 0,-1 0-11 0,2 1-8 0,4-2-9 16,0 1-9-16,3-1-5 0,3-1-3 0,2 1-6 15,0-1 8-15,7-1-31 0,-2-1-31 16,5 0-42-16,-2 1-38 0,-1-2-53 0,-4-1-54 0,5-1-54 16,-4-2-49-16,-2 1-179 0,-2 0-508 0,0-1 225 15</inkml:trace>
  <inkml:trace contextRef="#ctx0" brushRef="#br0" timeOffset="-168646.35">19771 10877 12 0,'0'0'165'0,"7"-2"18"15,-7 2 3-15,0 0 10 0,14-3 2 0,-8 2-9 16,-6 1-12-16,10-4-11 0,-2 1-11 0,0 1-6 16,-1-1-1-16,-7 3-9 0,14-7-3 0,-6 4-3 15,-3-1-4-15,2-1-1 0,-4-3-9 0,3-1-3 16,-1 0-5-16,-2 2-8 0,0-6-2 0,-1 2-8 16,1 0-6-16,-2-6-8 0,1 1-9 0,0 5-8 15,1-6-2-15,2 2 10 0,-1 0-22 0,3-1-9 16,1 2 9-16,0 2-17 0,2-1-8 0,0 4 5 15,0 0-4-15,3 4-7 0,2-3-8 0,-4 6 8 16,1-1-5-16,-3 3-3 0,2 1-3 0,-1 3-2 0,-2 4 7 16,-2 2-10-16,0 1 9 0,1 4 1 15,-5 2 7-15,1 2 7 0,-3-2-2 0,0 0-2 16,-3 0 14-16,-1-1-14 0,3-4 2 0,-1 1 4 16,-1-2 3-16,2-1 6 0,2 2-8 0,-1-1 1 0,5-3 0 15,-1 2 2-15,2-3-12 0,3 0-22 16,10 1-33-16,-1-2-46 0,11-1-50 0,1-2-49 15,2-1-42-15,4-4-38 0,1 1-31 0,0-3-20 16,-1 2-169-16,1-4-519 0,-4 0 230 0</inkml:trace>
  <inkml:trace contextRef="#ctx0" brushRef="#br0" timeOffset="-168528.49">20617 10747 191 0,'4'-5'327'0,"-1"2"-24"16,-3 3-21-16,2-11-16 0,-2 11-10 0,3-6 8 0,-3 6-17 15,0 0-12-15,2-9-19 0,-2 9-27 0,0 0-22 16,0 0-14-16,0 0-37 0,0 0-40 0,0 0-45 15,0 0-62-15,0 0-53 0,0 0-68 0,0 0-79 16,0 0-240-16,0 0-509 0,0 0 226 0</inkml:trace>
  <inkml:trace contextRef="#ctx0" brushRef="#br0" timeOffset="-165079.92">21658 10872 118 0,'-2'-12'225'15,"2"12"-8"-15,-4-10-4 0,1 3-13 0,-1 3-3 16,4 4-14-16,-9-9-10 0,1 5-13 0,2 1-13 16,6 3-12-16,-17-2-6 0,6 2-8 0,-1 2-8 15,-2 1-3-15,-3 4-5 0,-2 0-7 0,1 5 0 16,-6 1-5-16,0 3-3 0,0 2-6 0,2 3 0 0,0 2-4 16,2-2 4-16,2 0-8 0,0 3-4 15,4-3-3-15,4-4-4 0,2 1 1 0,3-2-4 16,1 0-6-16,1 0-1 0,2-5 3 0,2 1-7 15,2 1-2-15,1-3 4 0,2 2-5 0,3-2 4 0,6-1 0 16,2-1-2-16,2 1-13 0,7-2-5 0,2-2-4 16,0-1-3-16,1-1-1 0,5-3-4 15,-2-2-48-15,-2 0-38 0,1 0-34 0,-2 0-32 0,-2 1-42 16,-5-1-33-16,7-3-32 0,-7 2-22 0,5-4-40 16,-12 2-175-16,4-1-513 0,-3-1 227 0</inkml:trace>
  <inkml:trace contextRef="#ctx0" brushRef="#br0" timeOffset="-164929.64">21940 11022 68 0,'4'-5'198'0,"0"-1"-20"0,1 2-5 15,0 0-2-15,1 1-2 0,1 0-14 0,2-2-7 16,2 0-12-16,2 2-18 0,0 0-14 0,0 1-8 16,4 1-6-16,1 0-22 0,1-1-30 0,0 2-42 15,-2 0-42-15,2 2-36 0,-2 0-42 0,-3 2-152 16,-2-1-299-16,-2 1 132 0</inkml:trace>
  <inkml:trace contextRef="#ctx0" brushRef="#br0" timeOffset="-164778.48">22103 11149 91 0,'-10'4'206'0,"4"1"-11"16,0-1-3-16,2-1-7 0,4-3-4 0,-8 6-15 16,8-6-9-16,-5 2-12 0,5-2-15 15,0 0-7-15,0 0-8 0,0 0-5 0,14 9-15 16,-2-9-8-16,8 0-9 0,8-1-27 0,0-1-38 0,4 0-48 15,3-2-53-15,3-1-57 0,0-1-197 16,1-1-371-16,-1 1 164 0</inkml:trace>
  <inkml:trace contextRef="#ctx0" brushRef="#br0" timeOffset="-163760.87">22934 10887 11 0,'0'0'223'0,"0"0"1"16,0 0-6-16,-2-11-12 0,2 11-15 0,0 0-13 15,-5-5-11-15,5 5-10 0,0 0-8 0,0 0-10 16,-5-6-13-16,5 6-13 0,0 0-7 0,0 0-11 15,0 0-5-15,0 0-7 0,0 0-10 0,0 0-7 16,0 0-7-16,-6-6-1 0,6 6-9 0,0 0-8 0,0 0-4 16,0 0-1-16,0 0-3 0,0 0-2 15,0 0-1-15,0 0-8 0,0 0 0 0,0 0-1 16,0 0-3-16,0 0 4 0,0 0 0 0,0 0 4 16,0 0 2-16,0 0 0 0,0 0 0 0,0 0 2 0,0 0 3 15,0 0-10-15,0 0 2 0,0 0-5 0,0 0 0 16,0 0 1-16,0 0-2 0,0 0-2 15,0 0 2-15,0 0-2 0,0 0 1 0,0 0-1 0,0 0-5 16,0 0 5-16,0 0-6 0,0 0-4 0,0 0 5 16,0 0-2-16,0 0-1 0,0 0 1 15,0 0-3-15,0 0 2 0,0 0-1 0,0 0 3 0,0 0-2 16,0 0-3-16,0 0 5 0,0 0 1 0,0 0-2 16,0 0 4-16,0 0-7 0,0 0 1 0,0 0-2 15,0 0-2-15,0 0 9 0,0 0-5 16,0 0-5-16,0 0 1 0,0 0 1 0,0 0-2 0,0 0 2 15,0 0 3-15,0 0 2 0,0 0 9 0,0 0 1 16,0 0 15-16,0 0-1 0,0 0-5 0,0 0-1 16,0 0-6-16,0 0 1 0,0 0-6 0,6-13 3 15,-6 13 2-15,0 0-9 0,0-7 5 0,0 7-1 16,0 0 0-16,1-7-4 0,-1 7 7 0,0 0 0 16,0 0 4-16,0-10-7 0,0 10 2 0,0 0 6 15,0 0-9-15,0 0 5 0,1-8-2 0,-1 8-1 16,0 0-1-16,0 0 0 0,0 0-1 0,4-5 19 15,-4 5-27-15,0 0 5 0,0 0-7 0,0 0 2 16,0 0-5-16,0 0-2 0,0 0 1 0,0 0-5 16,0 0 5-16,5 19 10 0,-3-8-9 0,1 1 4 15,1 5 19-15,-2 1-2 0,2 1 6 0,0 3 4 16,-1 4-2-16,-1-6 1 0,2-1 3 0,-1-1-7 16,-1 1 1-16,1 1 3 0,-1-1-5 0,1 0-2 15,-2-2-5-15,2-2 5 0,-2-1 9 0,0-2-15 0,1 1-2 16,0-2-8-16,-1-2 3 0,1 1-3 15,-1-1-2-15,0-1-25 0,2-1-30 0,-2 0-41 16,2 0-35-16,-3-7-46 0,1 14-29 0,0-8-36 0,2-1-46 16,-3-5-42-16,2 11-264 0,-2-11-633 0,3 6 280 15</inkml:trace>
  <inkml:trace contextRef="#ctx0" brushRef="#br0" timeOffset="-163245.59">23258 10981 193 0,'0'0'248'0,"0"0"-17"0,-4-9-8 0,4 9-4 15,0 0-4-15,0 0 1 0,-19 17-10 0,11-10-7 16,2 2-10-16,-1 1-19 0,2 2-11 0,0 0-24 16,1-1-6-16,3 4-15 0,0-2-6 0,2-3-11 15,3 1-5-15,1 0-8 0,0-2-11 0,0 0-9 16,3-1-5-16,1 1 9 0,2-3-15 0,-2 1-10 15,4-3-7-15,-3 2 4 0,0-3-6 0,3-2-6 16,-1 0 1-16,-1 1-2 0,0-4-5 0,-1 2-2 0,-3-2-1 16,-7 2-2-16,14-6 1 0,-7 3 8 0,-1-5-10 15,2 1-5-15,-1 0 3 0,0-1-3 16,-1-1-3-16,-1 0-4 0,0-1 2 0,3 0-10 16,-3-1 13-16,2 3-4 0,-1 0-2 0,-1-1 0 15,0 4-9-15,-1 1-2 0,-4 4 6 0,6-5 0 16,-6 5 2-16,0 0-13 0,0 0 8 0,16 10 1 15,-10-3 0-15,-1 1 1 0,-1 3 2 0,1 1-1 0,0-3 1 16,0 4-3-16,4-3 2 0,-2-1 1 0,0 1-1 16,2-1 4-16,3-2 4 0,-1-2-4 15,3 0 4-15,-1-2-5 0,5 0 3 0,-5-2 2 16,6-2 6-16,-2-1-2 0,0 0-8 0,-4 0 10 0,0-3-3 16,-1 0 0-16,-3-1 11 0,2 2-2 0,-5-2 12 15,1-4-13-15,-1 3-5 0,-2-3 6 0,-3 1-7 16,3-3-1-16,-4 2 2 0,0-3-5 15,-4 2-2-15,-2-4-3 0,2 5-7 0,0-1-18 0,-4 0-13 16,3 2-15-16,-5 1-27 0,1 0-30 0,-5 4-30 16,3 2-42-16,-2 2-53 0,0 1-38 0,-1 5-238 15,1 0-550-15,2 1 244 0</inkml:trace>
  <inkml:trace contextRef="#ctx0" brushRef="#br0" timeOffset="-162662.52">23868 11262 52 0,'0'0'274'0,"3"-13"-1"0,0 7-11 0,1-4 0 16,-1 3-25-16,4-5-22 0,-4 5-14 0,5-5-15 16,-1 2-14-16,3-3-17 0,-1 0-15 0,1 0-4 15,-4 2-14-15,6-2-11 0,-3-2-5 0,-1 2-4 16,0-3-5-16,1 0 4 0,-2 1-9 0,-1 0 7 15,2-2-17-15,-3 3-9 0,-1-2-5 0,-2 4-2 0,0-1 0 16,-1 1-4-16,0 1 5 0,0 1 8 16,-1 10-8-16,2-10-7 0,-1 3-7 0,-1 7-1 15,0-7-13-15,0 7 4 0,0 0-17 0,0 0-1 0,0 0-3 16,0 0-2-16,-15 21 7 0,7-8-12 0,2 3 2 16,2-1-2-16,-1 1-4 0,1-1 4 0,1 1 3 15,3-5-7-15,-1 2 4 0,3-2-7 16,1 0 9-16,2-1 0 0,0-3-6 0,2 3 4 0,2-3-5 15,0-1 0-15,3 0-11 0,5 1 9 0,-2-3 3 16,6-3-6-16,-3 1 5 0,1-4 0 0,-5 1-1 16,0 0 0-16,-1-2 2 0,-1 0-2 15,-1-1-4-15,0-3-2 0,-1 1 4 0,-1-5-4 0,-1 3 6 16,-2-2-5-16,0 1-4 0,-3-3-1 0,3 1 0 16,-3-1 8-16,0 0-12 0,2-3 3 0,-4 3 5 15,2-1 3-15,-2-2-2 0,0 4 7 0,2 1-11 16,-3 3-3-16,1 0 13 0,-1 7-10 0,2-9 1 15,-2 9-7-15,2-9 4 0,-2 9-6 0,0 0 4 16,0 0-4-16,0 0 2 0,0 0 8 0,0 0 3 16,0 0 6-16,3 28 6 0,-5-14-7 0,2-3 8 15,-1 0-8-15,1 5 2 0,0 0 1 0,0 0-4 16,0 0-4-16,0-3 8 0,0 3-6 0,0-5 14 16,0 1-18-16,1-1-9 0,2 1-13 0,0-2-28 0,-1-1-33 15,3 0-40-15,-2-2-34 0,0 3-25 16,1-2-39-16,0 0-40 0,0-2-45 0,-1 0-277 15,-1-1-626-15,-2-5 277 0</inkml:trace>
  <inkml:trace contextRef="#ctx0" brushRef="#br0" timeOffset="-161642.96">24777 10819 205 0,'0'0'235'0,"0"0"-11"16,0 0-11-16,0 0-15 0,0 0-11 0,0 0-14 16,0 0-12-16,0 0-11 0,0 0-8 0,0 0-10 15,0 0-9-15,0 0-2 0,0 0 0 0,0 0-5 0,0 0-10 16,0 0-7-16,0 0-4 0,-9-5-9 16,9 5 3-16,0 0-10 0,0 0-5 0,0 0-1 15,-5-3-1-15,5 3-5 0,0 0-4 0,0 0-6 16,0 0-1-16,0 0-3 0,-8-4-7 0,8 4 1 0,0 0-7 15,0 0-2-15,0 0-2 0,0 0-2 16,0 0 1-16,0 0-1 0,0 0 0 0,0 0-7 16,0 0-1-16,0 0-2 0,0 0-8 0,24-4 6 15,-13 2-5-15,2 1-3 0,-1 0-5 0,4-1-2 0,-2 2 5 16,-1-1-3-16,6-1-1 0,-8 0-3 0,0 2 1 16,1-1 0-16,-1 1-3 0,-4 0 2 0,2-1-3 15,-9 1-12-15,14 0-18 0,-14 0-17 0,13-3-21 16,-13 3-18-16,9 0-24 0,-9 0-21 0,9 1-16 15,-9-1-13-15,6 3-11 0,-6-3-6 0,0 0-13 16,8 1 5-16,-8-1-8 0,0 0 0 0,0 0 6 16,0 0 2-16,0 0 12 0,0 0 8 0,0 0 22 15,-17 9 11-15,17-9 21 0,-10 0 7 0,10 0 18 16,-14 2 10-16,6-2 14 0,8 0 19 0,-20-2 12 0,12 4 18 16,-2-5 16-16,10 3 15 0,-19-1 15 15,10-1 11-15,1 1 9 0,8 1 15 0,-14-2 4 16,14 2 6-16,-10 0-4 0,10 0-2 0,0 0-6 15,-13 3 6-15,13-3 15 0,-6 4 8 0,3 2 5 0,-2 1 6 16,4 3 19-16,-2 2-3 0,1 3 5 16,-2 5 3-16,3-1 14 0,-2 6 2 0,-2 3-8 15,4-3-3-15,1 1 8 0,-2-7-8 0,0 1-4 16,6 5-5-16,-6-6-3 0,2-2-15 0,-2 0-13 0,2-2-5 16,4 2-8-16,-4-5-12 0,1 1-3 0,0-2-5 15,2-1-8-15,-2-2-4 0,-1 3-2 0,1-5-4 16,-1-6-34-16,3 10-27 0,-3-10-30 0,2 7-28 15,-2-7-29-15,3 8-23 0,-3-8-25 0,0 0-26 16,0 0-42-16,-6 7-41 0,6-7-35 0,0 0-198 16,-16 0-533-16,16 0 236 0</inkml:trace>
  <inkml:trace contextRef="#ctx0" brushRef="#br0" timeOffset="-161496.93">24803 11075 93 0,'5'-3'146'0,"2"-1"-5"15,0 0-1-15,2 2-13 0,4-2-15 0,-2 2-18 16,2 0-4-16,4-1-9 0,3 2-13 0,-2-2-17 16,2 1-26-16,1 0-36 0,0 1-48 0,-3-2-124 15,0 3-199-15,-2-2 88 0</inkml:trace>
  <inkml:trace contextRef="#ctx0" brushRef="#br0" timeOffset="-161339.15">25343 10967 78 0,'0'0'186'0,"0"0"-18"0,0 0-23 0,0 0-11 16,0 0-28-16,0 0-34 0,0 0-33 0,9-3-48 16,-9 3-60-16,0 0-73 0,8-2-153 0,-8 2 67 15</inkml:trace>
  <inkml:trace contextRef="#ctx0" brushRef="#br0" timeOffset="-160463.78">25525 11514 2597 0,'0'0'135'0,"-12"-4"-55"0,12 4-47 15,-6-3-12-15,6 3-27 0,0 0-11 0,-7-6-14 16,7 6-3-16,0 0 0 0,0 0-9 0,0 0-13 16,0 0-30-16,0 0-7 0,0 0-36 0,0 0-38 15,0 0-195-15,4 17-392 0,-4-17 173 0</inkml:trace>
  <inkml:trace contextRef="#ctx0" brushRef="#br0" timeOffset="-160041.08">26067 10878 199 0,'-6'-3'231'0,"-1"0"3"16,7 3-12-16,-12-4-7 0,12 4-10 0,-8-4-20 15,8 4-18-15,-7-4-9 0,7 4-16 0,0 0-11 16,0 0-13-16,0 0-11 0,0-7-8 0,0 7-10 16,0 0-5-16,19-7-15 0,-6 2-4 0,5 1-8 15,2 0-9-15,7-3 0 0,2 0-9 0,0 4-5 16,1-2-4-16,1 1-12 0,-4-4-17 0,0 6-22 16,-6-1-19-16,-4 0-24 0,2 0-22 0,-9 1-16 15,-1 3-18-15,-1-1-15 0,-8 0-18 0,10-1-13 16,-10 1-8-16,0 0-6 0,7 2-113 0,-7-2-316 15,0 0 140-15</inkml:trace>
  <inkml:trace contextRef="#ctx0" brushRef="#br0" timeOffset="-159779.97">26155 10829 49 0,'-4'1'128'0,"4"-1"6"0,-11 0-4 0,11 0-1 0,-8 2 5 16,8-2-8-16,0 0-4 0,0 0-9 15,-13-2-7-15,13 2-19 0,0 0 0 0,0 0-5 16,-4 5 8-16,4-5 17 0,-2 10 10 0,0-2-5 16,2 3-9-16,-2 4 8 0,-1 3 2 0,3 2-1 0,-2 6-3 15,0 2-7-15,2-2-3 0,-3-1-4 16,3 3-2-16,3-1-11 0,-1-9-7 0,0 1-6 16,-1 0-5-16,3 1-7 0,-4-1-3 0,0-1-9 0,2-1-2 15,0-1-6-15,0-2 4 0,1-3-18 0,-1 1-30 16,0-4-23-16,0 3-30 0,0-1-36 15,-2-3-34-15,0-2-34 0,0-5-35 0,2 10-23 16,-2-10-14-16,0 8-137 0,0-8-404 0,0 0 179 0</inkml:trace>
  <inkml:trace contextRef="#ctx0" brushRef="#br0" timeOffset="-159512.39">26097 11151 61 0,'0'0'137'0,"8"-6"0"0,-2 4-15 0,5-2 5 15,1 1-12-15,3 0-7 0,-4 2-9 0,5-1-3 16,2 1-8-16,0 0-1 0,2-1-3 0,-2-1 0 16,0 1 4-16,-5 2-4 0,1-3 1 0,-1 2 5 15,-1-2 0-15,-1 3 1 0,-3-1-2 0,2-1-3 16,-10 2 0-16,13-1-7 0,-13 1-9 0,9 0-5 0,-9 0-7 16,0 0-8-16,10 1 0 0,-10-1-8 15,4 6-3-15,-4-6-2 0,2 9-4 0,0-3-4 16,-2-6-3-16,0 17-3 0,2-8-5 0,-6 1-1 15,4 0-28-15,0 1-23 0,0 0-50 0,-2 1-24 0,-2-5-44 16,4 3-31-16,-4 1-34 0,0-2-114 16,4 0-357-16,0-9 158 0</inkml:trace>
  <inkml:trace contextRef="#ctx0" brushRef="#br0" timeOffset="-159163.56">26407 10896 22 0,'5'-8'126'0,"-1"3"-15"16,1 1-11-16,-5 4-9 0,0 0-10 0,15 9-7 15,-5 4-8-15,0 4-16 0,-1 6-12 0,1 1-22 16,-1 3-25-16,-1 2-12 0,2 3-17 0,-1-4-2 16,1 0 1-16,-1-2 2 0,-1-8 9 0,1 0-1 15,-1-3 17-15,2-4 15 0,-6-1 25 0,1-3 32 16,-1-2 25-16,-2-2-1 0,-2-3-8 0,0 0-7 15,0 0 3-15,0 0 1 0,0 0 8 0,9-17-12 16,-4 10-4-16,-3-3 0 0,0 0-4 0,3 1 0 16,-1-2-10-16,0-1-1 0,5-1-5 0,-3-4-1 15,2 2 0-15,-3 6 7 0,3-2 0 0,-1 5-1 16,0-2-6-16,-2 4-3 0,-1 0-4 0,-4 4 1 16,11-1-3-16,-11 1 1 0,10 7-5 0,-6 0-2 15,2 1-7-15,-3 3 0 0,3 1 2 0,-2-1-2 16,2 4-9-16,-2-4-8 0,0 4-36 0,3 1-31 15,0-9-49-15,4 3-43 0,-4-2-164 0,4 0-343 16,5-2 153-16</inkml:trace>
  <inkml:trace contextRef="#ctx0" brushRef="#br0" timeOffset="-158746.5">27070 11011 133 0,'-11'-2'235'0,"-1"2"-12"0,-1 1-9 0,-5 4-13 16,3 2-9-16,-2 1-12 0,4 2-14 0,1-1-11 16,1 4-16-16,1 2-11 0,2-2-14 15,2 1-5-15,3-2-14 0,1 0-4 0,4-1-9 0,1 0-11 16,8 3-3-16,-4-6-7 0,0 1-10 0,5-2-1 16,-2-1-6-16,3-3-5 0,1 1 0 15,-3-1-7-15,0-3 1 0,1 0 0 0,-1-4-11 0,-1-1 2 16,0-1-4-16,-1-2 2 0,-2-1-1 0,-1-1-4 15,-1-3-1-15,0-3-5 0,-1-1-1 0,2-2-1 16,-3 2 0-16,1-8-1 0,-4 6 2 0,0-7-3 16,0 1 2-16,0-1-4 0,2-1 0 0,2 2-2 15,-2-3 1-15,0 9 3 0,0 1 11 0,0 2 6 16,-2 4 11-16,2 3 2 0,-2 1 7 0,2 3-17 16,-2 5-5-16,1-9-3 0,-1 9-5 0,0 0 4 15,0 0-8-15,0 0 2 0,-5 30-1 0,5-14 3 16,-4 4-1-16,8-1 6 0,-8 6 0 0,4 0-17 15,-2 2 4-15,2-3 2 0,2 3-9 0,2-8-32 16,1 5-28-16,-3-5-21 0,2 1-44 0,2-1-38 16,2-2-44-16,-1-2-58 0,-1 2-176 0,5-4-478 15,1 0 212-15</inkml:trace>
  <inkml:trace contextRef="#ctx0" brushRef="#br0" timeOffset="-158329.58">27829 11017 1976 0,'5'-17'154'0,"-3"4"12"0,0 1-44 0,-2 1-37 0,-2 0-7 16,-2 4-4-16,1 0 2 0,-6 0 1 0,5 4-5 15,4 3 3-15,-18-2 14 0,6 6-2 0,1 1-3 16,-5 4 3-16,3 0 2 0,2 2-3 0,-1 2-13 16,6-2 0-16,-1 1-5 0,-2 5-6 0,4-3-6 15,1-3-10-15,4 1-7 0,0-2 3 0,4 2-5 16,1-3-8-16,0-1 5 0,3 1-4 0,1-2-5 15,3-3-1-15,4 1-3 0,-6-2-3 16,4-3-1-16,-1 0 4 0,2-3-1 0,-3-2 0 0,-3 1-9 16,1-3-4-16,0-4 0 0,-3 1 4 0,3-5-14 15,-4 1 15-15,-2-4-7 0,-2-2 1 0,1 1 0 16,-1-8-1-16,-2 3-4 0,2-2-2 0,-1-3 1 16,-2 3 6-16,1 1-4 0,1-1-7 0,2-1 11 15,-2 0-4-15,-1 8 0 0,3 1 2 0,-1 5 0 16,-2 1 0-16,0 2 0 0,0 4 1 0,0 6-3 15,4-12-9-15,-4 12 1 0,0 0 2 0,0 0-5 16,0 0 3-16,0 25 8 0,1-5-3 0,-2 8 7 16,-3-1 0-16,2 1 0 0,2-1-4 0,-3 1-3 15,3 2 5-15,0-2 1 0,0-3 3 0,0 2-28 0,0-2-35 16,3-1-41-16,-1-5-32 0,-2 0-36 16,2-1-28-16,1-3-53 0,1-3-41 0,0-1-240 15,1-2-569-15,1-1 251 0</inkml:trace>
  <inkml:trace contextRef="#ctx0" brushRef="#br0" timeOffset="-158112.37">28265 10881 199 0,'0'0'236'16,"-7"-7"-7"-16,7 7-9 0,-13-2 8 0,13 2-9 15,-16 7-6-15,0 2 2 0,1 2-7 16,0 0-8-16,1 2-17 0,1 0-16 0,1 0-5 0,0 2-12 15,3-2-21-15,2 1-10 0,1-4-9 0,2 3-13 16,3 0-9-16,-2-1-30 0,6-1-34 0,0 0-35 16,1 1-33-16,3-3-36 0,3 4-44 15,-2-3-34-15,1-2-35 0,6 0-34 0,2-1-210 0,-7-2-472 16,4-2 209-16</inkml:trace>
  <inkml:trace contextRef="#ctx0" brushRef="#br0" timeOffset="-157983.08">28387 11075 11 0,'8'-7'178'0,"-2"1"12"0,-1 0 10 15,2 3 11-15,-5-3-5 0,-2 6-3 0,4-7-14 16,-4 7-14-16,3-3-19 0,-3 3-14 0,0 0-16 16,0 0-14-16,0 0-11 0,0 0-11 0,0 0-24 15,0 0-35-15,0 0-53 0,0 0-65 0,0 0-71 16,-16 19-196-16,16-19-383 0,-2 9 170 0</inkml:trace>
  <inkml:trace contextRef="#ctx0" brushRef="#br0" timeOffset="-157646.21">28734 10876 89 0,'0'0'229'0,"5"-5"-18"0,-5 5 8 16,0 0-2-16,15 5 4 0,-12 1-11 15,3 2-2-15,3 5-6 0,1 2-9 0,-2 0-13 0,3 8-15 16,-2-4-6-16,0-2-16 0,-1 0-13 0,0 1-7 15,4-2-7-15,-4-1-10 0,1-1-8 16,-3-4-7-16,2 2-7 0,1-3 21 0,-3-2-11 16,0-3 4-16,-3 1 12 0,2-1 10 0,-5-4 5 0,7 3-4 15,-7-3-4-15,11 0-6 0,-11 0-4 0,8-8-11 16,-2 3-18-16,1-3 2 0,-2-2-11 0,0 1-8 16,3-4-5-16,-2 1-6 0,-1 0-3 15,0-5-1-15,3 0-11 0,1 1 1 0,0-2-14 0,1-5-21 16,-2 4-21-16,3-7-32 0,-1 8-42 0,4-3-22 15,-7 2-26-15,2 5-29 0,-4 6-32 0,-1-2-36 16,-2 5-40-16,2 0-40 0,-4 5-272 0,4-6-640 16,-4 6 283-16</inkml:trace>
  <inkml:trace contextRef="#ctx0" brushRef="#br0" timeOffset="-157396.37">29130 10985 116 0,'2'9'193'0,"1"0"10"0,-1-2 10 15,4-2-7-15,-3 1-6 0,4-1-9 0,-3 1-10 16,1-2-12-16,1-1-5 0,1 1-10 0,4-2-14 0,0-1-10 16,1-1-11-16,2 0-4 0,-4-2-2 15,2-2-7-15,-3 1 2 0,1-2-11 0,-2-1 5 16,0-1-14-16,0-3-4 0,-3 1-8 0,1-2-7 16,-4 0-5-16,2-2-4 0,-4 3-11 0,0-2 1 0,-3 4-6 15,1-3-8-15,-3 4-4 0,0-2-12 0,-3 4-15 16,-5-1-20-16,0 4-19 0,0 1-27 15,-1 2-26-15,-5 0-38 0,4 3-48 0,3 0-59 16,1 0-58-16,2 2-157 0,3-1-484 0,3 0 214 0</inkml:trace>
  <inkml:trace contextRef="#ctx0" brushRef="#br0" timeOffset="-157146.04">29531 10742 199 0,'3'-9'333'0,"-2"1"-7"0,0 3-12 0,2-1-36 16,-3 6-27-16,2-7-24 0,-2 7-20 0,0 0 0 15,0 0-10-15,13 20-2 0,-4-5-13 0,-5 4-15 16,-2-2-23-16,2 2-4 0,0 1-13 0,1-1-14 16,-2 5-9-16,-1-5-9 0,1 1-7 0,-1-2 1 15,1 1-15-15,-2-1-15 0,6-1-17 0,-6-2-44 16,0-1-42-16,-1-3-41 0,0 3-35 0,-1-2-34 15,0-2-28-15,-3-1-51 0,4-3-44 0,-1 3-234 16,1-9-552-16,-2 10 244 0</inkml:trace>
  <inkml:trace contextRef="#ctx0" brushRef="#br0" timeOffset="-156928.54">29785 10764 137 0,'4'-8'237'15,"-1"3"-21"-15,-3 5-16 0,5-5 13 0,-5 5 3 0,0 0-1 16,0 0 25-16,1 29-20 0,-5-10-11 0,4-2-13 16,-3 8-5-16,1-6-17 0,0 7-5 15,0-6-21-15,0-2-10 0,2 0-20 0,0 1-8 16,-1 0-11-16,1-4-5 0,0 0-17 0,-2-1 0 0,4-1-6 16,-4-3-10-16,4-1-33 0,-2-2-27 0,0-7-36 15,-2 13-36-15,2-13-30 0,0 10-39 0,-4-5-40 16,4-5-46-16,-5 6-33 0,-2-3-216 0,-2-1-512 15,9-2 227-15</inkml:trace>
  <inkml:trace contextRef="#ctx0" brushRef="#br0" timeOffset="-156029.48">29747 10910 14 0,'8'-5'174'0,"-3"0"1"15,5 0 2-15,-1 1-11 0,3 1-3 0,0 0-10 16,0 0-13-16,6-4-7 0,-6 6-18 0,8 1-8 15,-8-3-8-15,7 3-3 0,1-3-8 0,0 0-2 16,2 2-7-16,-2-1-6 0,2 0-3 0,1 0-5 16,-4-2-3-16,3 3 6 0,-8-1 1 0,-1 1 11 15,-3-2 3-15,1 1 2 0,-5-1-2 0,0 1 3 16,-6 2-4-16,10-5-2 0,-10 5-8 0,8-2-5 16,-8 2-6-16,5-7 0 0,-5 7-12 0,0 0-9 15,0 0 1-15,0 0-7 0,0 0-6 0,-19 17 3 16,9-11-3-16,1 2 0 0,-1-3-6 0,1 4-1 15,-1-3 1-15,5-1-5 0,-1 1 0 0,1-3-1 16,1 3-3-16,0 0 0 0,4-6-1 0,-2 7-2 16,2-7 0-16,0 8 4 0,0-8 0 0,6 9-5 15,1-5 3-15,4-2-1 0,-1 2-5 0,2-2 2 0,2 0-2 16,-3 0 0-16,5-2 3 0,-6 0-7 0,1 0 15 16,1 0-12-16,-2-4-5 0,-2 2-2 15,1 1 2-15,-2-6-6 0,-1 4-2 0,0 0 5 16,-1-3-5-16,1 2 2 0,-2-1 0 0,1 1 2 15,-5 4 3-15,5-8-2 0,-5 8-4 0,8-6 0 0,-8 6 1 16,4-4-2-16,-4 4-4 0,0 0 4 0,0 0 3 16,0 0 5-16,0 0-6 0,0 0 3 15,5 15-1-15,-5-15 2 0,0 9 2 0,0-9 0 0,5 10 0 16,-2-4 6-16,1-3-6 0,1 3-1 0,2 0 3 16,3-2-1-16,0-1-5 0,1-2-5 15,-1 1-4-15,0-3 3 0,-2 1-2 0,-8 0-4 16,18-4 5-16,-13 3 0 0,2-3 0 0,0 0 6 0,-2-2-2 15,-1 1 2-15,1-1 0 0,-2 0-2 0,-3 6 2 16,6-9-1-16,-3 4 1 0,-3 5 3 0,2-7-2 16,-2 7 7-16,4-6-11 0,-4 6-4 0,0 0 13 15,0 0-9-15,0 0 6 0,0 0 1 0,0 23 21 16,-1-7-5-16,-4 4 8 0,-2 3 0 0,1 4 5 16,-1 0 6-16,-1 1-5 0,0 2 9 0,0-4-5 15,-1 2 0-15,-2-4 2 0,3 0-2 0,2-6-4 16,-2 0-9-16,2-2 13 0,-1 0-4 0,0-2-1 15,0-1 12-15,0-2-14 0,-1 0-5 0,-1-4 3 16,0 1-8-16,0-2 2 0,0-1-2 0,1 1 4 16,1-3-5-16,1-2 7 0,6-1-15 0,-12 1 10 15,12-1-8-15,0 0 0 0,-12-7-2 0,12 7-6 16,-1-9-13-16,1 9-8 0,8-18 3 0,1 4-8 16,6-7-11-16,3 3-10 0,4-2-7 0,2-2-3 15,3 2-7-15,1-1 5 0,1-3 1 0,10-8 0 16,-11 11 8-16,-1-4 2 0,0 0 4 0,-2 5 2 0,-1-4 4 15,-2 1 1-15,-5 1 7 0,-1-2 0 16,0 4 7-16,-5 3 1 0,-2-1 5 0,0 3 7 16,-4 3 12-16,-2 0 0 0,2 3 4 0,-3-2 0 15,-2 5-3-15,0-2-1 0,0 8-4 0,-10-8 6 16,4 5 5-16,-5 3 5 0,0 2 7 0,1 4-2 16,-4 1 3-16,-3 1 1 0,4 3 3 0,-1 0-6 15,1 5-1-15,3-3-4 0,4 2 6 0,1 1-20 16,1 1-32-16,7-1-44 0,-1 4-46 0,2-2-51 0,2-3-46 15,4 0-69-15,-1 2-169 0,2 0-493 0,4-2 219 16</inkml:trace>
  <inkml:trace contextRef="#ctx0" brushRef="#br0" timeOffset="-155880.1">30897 11105 173 0,'5'6'250'0,"-1"-3"2"0,-4-3-12 0,0 10-15 0,0-10-21 15,0 12-19-15,0-5-17 0,-2 3-17 0,0-1-17 16,-1 0-35-16,-3 1-44 0,3-1-60 0,-4-2-65 16,3 3-72-16,-3-3-179 0,-1-1-346 0,0 0 154 15</inkml:trace>
  <inkml:trace contextRef="#ctx0" brushRef="#br0" timeOffset="-154412.37">13203 11867 202 0,'-2'-8'206'0,"2"8"-19"0,0 0-19 16,0 0-18-16,0 0-14 0,0 0-9 0,0 0 6 16,0 0-6-16,0 0-12 0,22 25 11 0,-11-11-9 15,2 9-5-15,1-1-10 0,-2 1-2 0,1 5-9 16,1-4-5-16,-4 1-8 0,2-2-1 0,-1 1-11 16,-4-4-4-16,5 2-5 0,-6-8-2 0,1 3-7 15,-3-5 5-15,2-1-2 0,-1-1-1 0,0-5-4 16,-3 5 5-16,0-4-4 0,1-3 4 0,-3-3 19 15,4 8 3-15,-4-8 12 0,4 5 9 0,-4-5-16 16,0 0-2-16,0 0-10 0,0 0-9 0,11-20-1 0,-6 8-10 16,0-5 0-16,1 1-5 0,1-2-4 15,5-6-1-15,-1 1-11 0,0-3 1 0,3-1 3 16,-2 0-8-16,2 1 2 0,-2 0-8 0,0-2 0 16,3-1 0-16,-2 2-6 0,1 3-3 0,-6 1-5 0,1 7-12 15,-5 5-26-15,2 2-29 0,-2 2-34 16,-2 3-31-16,-2 4-31 0,0 0-22 0,0 0-14 15,0 0-26-15,0 0-21 0,-14 33-21 0,5-16-151 0,1 5-451 16,-4 2 199-16</inkml:trace>
  <inkml:trace contextRef="#ctx0" brushRef="#br0" timeOffset="-154113.55">13601 12059 53 0,'6'0'222'15,"-6"0"-19"-15,0 0-23 0,0 0-13 0,0 0-3 16,0 0-5-16,7 5-1 0,-7-5-2 0,2 5-11 15,-2-5-9-15,4 7-10 0,-4-7-6 0,5 6-3 16,0-1-10-16,-1-3-9 0,-4-2-3 0,13 5 1 16,-4-4-7-16,1-1-3 0,1-1-7 0,0 0-3 15,2-2-2-15,0 0-7 0,-3-3-6 0,1 1-6 16,2-2-3-16,-3 0 2 0,-1-1-6 0,-1-1-8 16,-3 0 2-16,2-1 5 0,-1-2-17 0,-5 1-6 15,1 0-1-15,-4 0 3 0,1 1-7 0,-3-2 9 16,-2 2-13-16,-2 0-2 0,2 3-4 0,-1 2-1 15,1 1-3-15,-6 2-2 0,1 0-10 0,2 3-11 16,-5 1-14-16,1 3-17 0,-5 3-14 0,9-2-21 16,-3 3-30-16,4-2-19 0,-1 1-22 0,2 3-20 15,5-5-14-15,0 2-42 0,2-8-157 0,7 11-420 16,-1-5 186-16</inkml:trace>
  <inkml:trace contextRef="#ctx0" brushRef="#br0" timeOffset="-153896.59">13962 11826 46 0,'0'-11'214'0,"2"0"10"0,-2 0 2 16,0 1-2-16,0 3-1 0,0 7-11 15,0-9-21-15,0 9-19 0,0 0-19 0,2-8-17 16,-2 8 11-16,0 0 0 0,0 0-2 0,5 30-14 0,-5-12-3 16,2 1-6-16,-2 6-18 0,1-1-3 0,-1 2-11 15,1-1-11-15,0 0-6 0,1 0-4 16,-2-6-11-16,4 7-9 0,-4-8-27 0,0-2-33 15,2 2-36-15,0-2-39 0,-1 0-44 0,-1-4-52 0,2-2-58 16,-2 2-225-16,0-5-504 0,2 1 223 0</inkml:trace>
  <inkml:trace contextRef="#ctx0" brushRef="#br0" timeOffset="-153663.83">14126 11796 167 0,'0'-7'203'0,"0"7"-21"0,0-7-13 0,0 7 13 16,0 0 14-16,0 0 12 0,5 28-7 0,-3-11-14 16,2 9-10-16,-6 3-6 0,0 0-10 0,2 0-9 15,-3 0-18-15,2 0-12 0,-2-1-8 0,1-4-14 16,-3 3-11-16,5-8-6 0,0-1-7 0,0 0-7 16,3-1-4-16,-1-4-24 0,0-3-28 0,1 0-26 15,-2 0-32-15,0-2-31 0,1-1-27 0,-2-1-38 16,0-6-32-16,4 8-13 0,-4-8-29 0,2 5-170 15,-2-5-418-15,0 0 185 0</inkml:trace>
  <inkml:trace contextRef="#ctx0" brushRef="#br0" timeOffset="-152827.92">14064 12007 110 0,'0'0'101'0,"0"0"17"15,0 0-7-15,0 0-17 0,10-8 6 0,-10 8-4 16,19 1-9-16,-4 0-5 0,1 1-13 0,3-2-2 0,0 0-3 15,3-2-9-15,-4 2-7 0,2-1-3 0,-2 0 2 16,3 0-1-16,-3-2-1 0,-5 2 3 0,-2 1 2 16,1-2 4-16,-3 1 6 0,-3 0 11 15,-6 1 1-15,12-3 4 0,-12 3-3 0,7-5 2 0,-7 5 2 16,0 0 1-16,6-4-4 0,-6 4-6 0,0 0-4 16,0 0-7-16,0 0-2 0,0 0-3 15,0 0 5-15,-17 19 4 0,9-9 6 0,-1 1-5 16,-2 3 10-16,1-3-16 0,2 4-6 0,3-1-2 0,1-1-6 15,2-2-5-15,2 1-2 0,0-5-6 0,0 4 2 16,5-2 9-16,-1 2-16 0,2-4-3 0,4-1-1 16,1-2-3-16,2-2 1 0,-1 0-3 0,1-1-2 15,1-2-3-15,4-1-8 0,0-1-4 0,-7 0-2 16,0-1 0-16,1-2-1 0,-4 0 1 0,1-2 2 16,0 0-2-16,-4 0 2 0,-1-1-2 0,1-3 1 15,-1 2-3-15,-2-2 4 0,0 0-1 0,-2 0-2 16,-2 1 0-16,2 0 4 0,2 4 0 0,-2 7 0 15,-4-12 0-15,4 12-2 0,0-7-3 0,0 7 5 16,0 0 6-16,0 0 0 0,0 0 1 0,0 0-5 16,-9 26 1-16,9-17 0 0,0 2 5 0,2-2-2 15,2 0 0-15,1-1 0 0,2-1 2 0,2-2-3 16,2-2 0-16,6 0-3 0,2-2 4 0,3-1 1 16,-1-1-4-16,2-2 0 0,-3-2-1 0,0 0-4 15,-5-1 3-15,5 0-3 0,-9 3-2 0,3-3 4 16,-4 0-1-16,-2-2 2 0,2 3-2 0,-3-3 1 15,-1 2 1-15,-2-3 2 0,0 2-1 0,-2 1 0 16,2 0-2-16,-4 6 7 0,4-8-4 0,-4 8 9 16,2-6-13-16,-2 6 2 0,0 0 2 0,0 0 1 0,0 0 6 15,11 22 8-15,-9-5 6 0,0 8 5 0,1-1 1 16,1 6 8-16,-1-2 1 0,-2 6 1 16,2 1 1-16,-2 1-10 0,-1-3-2 0,-1 2-5 15,-1 1 5-15,1-3-2 0,-3-1-7 0,7-4-1 0,-8 1 4 16,1-4-8-16,-1-5 2 0,1-1-2 0,-1-2 1 15,-3-2-7-15,1 0 4 0,0-6-6 16,-2 1-7-16,4-2-7 0,-4-1-2 0,5-3 0 16,-1-1-8-16,5-3-16 0,-8 0-15 0,8 0-12 0,0 0-13 15,2-17-5-15,2 5 0 0,5-5 4 0,5-5-3 16,1 1 1-16,4-3-6 0,-2 0 5 0,3 0-1 16,-1-2 4-16,-1 0 6 0,0 0 8 0,-1 1 6 15,1-4 6-15,-1 2 6 0,-4-3 9 0,-1 3 3 16,-2 4 5-16,-1-2 4 0,-1 1 9 0,-3 5 11 15,-3 0 16-15,3 2 4 0,-3 0 13 0,-2 6 15 16,1 1 11-16,-1 4-2 0,0 6-4 0,-1-12-5 16,1 12-3-16,0 0-6 0,0 0-5 0,0 0-1 15,0 0-3-15,-22 19-1 0,17-7-1 0,1 4-8 16,0 1-1-16,0 0-10 0,5-1-24 0,2 4-29 16,2-2-40-16,0 1-60 0,4-2-51 0,0-1-60 15,5 0-132-15,4 2-421 0,-2-6 187 0</inkml:trace>
  <inkml:trace contextRef="#ctx0" brushRef="#br0" timeOffset="-152096.71">15388 12317 143 0,'10'-14'223'0,"0"0"-5"16,2-2 0-16,-3 6-7 0,1-4 6 0,0 0-12 16,-4 2-18-16,3 0-7 0,-2-1-17 0,2-1-5 15,-4-1-4-15,1 0-24 0,-1 4-9 0,0-6-13 16,2-1-9-16,-2-1-6 0,-1-1-10 0,0 3 4 15,-4 0 3-15,1-1-12 0,-2 2-4 0,-2 3 5 16,2 3 0-16,-2-2 1 0,2 5-10 0,-2 1-8 16,3 6-5-16,-9-10-11 0,4 7 2 0,5 3-11 0,-14-1 2 15,14 1-5-15,-15 2-9 0,9 2 4 0,0 0-12 16,1 1-1-16,3 0 1 0,2-5-4 16,0 13-3-16,3-7-5 0,3-1-7 0,1 4 0 15,4-2-5-15,1-1-7 0,4 3 2 0,2-2 1 0,-3-1 0 16,-1-1-3-16,-3-1 1 0,7 3 6 0,-6 0-4 15,-2 1 16-15,-1-1-17 0,0 1-1 0,-3 4 6 16,2-3 3-16,-3 2 1 0,-3 2 4 16,1-4 0-16,0 3-6 0,-1-1-1 0,2 1 6 0,-1-1 3 15,1-2-2-15,2-1 2 0,0 0 2 0,1-2-4 16,4 1 1-16,2-3 1 0,-1-2 0 16,4 0 7-16,2-2-9 0,0-2 1 0,-1-4 1 0,2 3 2 15,-5-1-1-15,2 0-4 0,0-5 1 0,-6 3 3 16,0 0-3-16,0-1 3 0,-2 0 4 0,1-2-3 15,-4-1 0-15,3 3-3 0,-2-6-1 0,-3 1 11 16,1 2-12-16,-2-3-1 0,2-3 1 0,-3 3 6 16,1 1-6-16,-4-1-5 0,0 3 7 0,-1-1-2 15,2 2 1-15,-3 2 3 0,4 7-8 0,-6-8 6 16,-1 6-2-16,7 2-5 0,-14 4 8 0,5 0-1 16,-2 5 2-16,-1 1 0 0,2 3-3 0,0 2 7 15,2-1-2-15,2 0-5 0,3-1 2 0,1-3-2 16,3 2 3-16,1-1 1 0,4 0-1 0,0-2 1 15,5-2-4-15,0 0 0 0,3-1-2 0,2-2 6 16,2-2-17-16,0-2-5 0,4 0 2 0,-5-3-3 16,3 0-1-16,-1-2 2 0,-1 0 3 0,-5 0 4 15,1-3-1-15,-4 2-4 0,0 0 14 0,-3-1-9 16,2-2 3-16,-4 1 0 0,1-2 2 0,-1 2 1 16,-2-2 4-16,-1 0-5 0,0 3 0 0,-2 7 3 0,1-14-2 15,1 6 5-15,-2 8 4 0,0-7-7 16,0 7 2-16,0 0 1 0,0 0 12 0,0 0 11 15,0 0-4-15,0 0 10 0,0 24 3 0,-3-8-1 16,-1 1 3-16,-3 1-7 0,1 2-1 0,-4 3-1 0,3 4-2 16,1-3 2-16,-2 1-6 0,3 0-6 0,0-1-7 15,1-4-50-15,2-1-40 0,-1-1-33 0,1-1-37 16,0 0-50-16,1-1-52 0,2-5-49 0,-3 0-199 16,4-1-542-16,1-4 239 0</inkml:trace>
  <inkml:trace contextRef="#ctx0" brushRef="#br0" timeOffset="-151711.96">16231 12073 205 0,'0'-5'270'0,"0"5"-23"0,0 0-12 16,0 0 8-16,0 0-2 0,0 0-1 0,0 0-16 15,0 0-4-15,3 25-30 0,-1-11-19 0,1-3-14 16,1 1-20-16,2 1-17 0,0 2-6 0,3-1-8 15,4-2-17-15,-4-4-6 0,0 1-4 0,6-1-9 16,-3-3-6-16,1 1-5 0,-2-4-15 0,2-2 1 16,1 1-13-16,-2-2 0 0,0-3-5 0,0 0 2 15,-5 1-6-15,2-3 1 0,-1-1-8 0,-2-1 1 16,1 0-2-16,-3-1-1 0,0-1-5 0,-2-2 0 16,1 2 6-16,2 0-10 0,-4-3 2 0,1 2 5 15,0-2-6-15,0 1 4 0,0 2 1 0,-2 4 12 16,0 6-5-16,1-11 5 0,-1 11-2 0,1-6-8 15,-1 6 5-15,0 0-5 0,0 0 3 0,0 0 8 16,0 0-3-16,4 23 7 0,-3-8 1 0,-1-2-9 16,2-1 1-16,0 5 12 0,1-2-20 0,-1 3 4 15,6-2-24-15,0 0-24 0,-1-2-42 0,2-1-51 16,0-4-67-16,-1-2-69 0,3 0-61 0,-1-2-231 16,1-1-598-16,0-3 265 0</inkml:trace>
  <inkml:trace contextRef="#ctx0" brushRef="#br0" timeOffset="-151513.11">16742 11840 2 0,'0'-10'296'0,"-1"4"-26"0,1 6-22 0,0 0-17 0,0 0 5 16,0 0 1-16,0 0-11 0,-9 25-7 15,7 1-22-15,-5 0-16 0,5 3-16 0,-4 0-17 16,1 0-14-16,3 2-17 0,-3 0-13 0,1 0-17 0,3-2-37 15,3-3-37-15,-2 0-38 0,3-1-50 16,-1-5-51-16,1-2-46 0,2-2-47 0,-1-3-205 0,1-4-460 16,3 0 204-16</inkml:trace>
  <inkml:trace contextRef="#ctx0" brushRef="#br0" timeOffset="-151180.52">17041 12052 87 0,'-5'-5'283'0,"-1"1"-4"0,-3 2-7 0,-4 2-6 16,3 4-6-16,-7 1-4 0,2 3-11 0,-4 3-15 16,5-1-19-16,0 2-18 0,2 2-11 0,4-4-32 15,3 1-4-15,-1 0-14 0,6 0-16 0,-1-1-6 16,3 0-12-16,3 0-4 0,0-3-14 0,2 0-6 16,2 1-18-16,1-4-10 0,0 0-13 0,2-1-10 15,-1-3-9-15,2-2-3 0,-1 0-4 16,-1-1-4-16,-1-1-2 0,-2-1-2 0,0 0 1 0,-2-3 4 15,-1 1-4-15,0-1-5 0,-1 0 5 0,-1 2 1 16,-1-6-1-16,3 2 0 0,-2 0 4 0,-2 2 4 16,2 2 12-16,-3 6-6 0,4-9 27 0,-3 4-31 15,-1 5 2-15,0 0 1 0,0 0 5 0,0 0-2 16,0 0 7-16,5 18-6 0,-5-6-6 0,0 4 0 16,1-1 3-16,1 0-19 0,0 3-28 0,-1 2-41 15,1-4-51-15,-1 1-66 0,3-1-73 0,-3 3-320 16,1-9-630-16,0 0 278 0</inkml:trace>
  <inkml:trace contextRef="#ctx0" brushRef="#br0" timeOffset="-150928.52">17298 11851 141 0,'1'-11'355'0,"1"-2"-11"0,-2 3-14 0,1 4-19 0,-1 6-26 15,0-10-33-15,0 10 6 0,0 0-6 0,0 0 3 16,10 25-20-16,-3-1-12 0,-2 3-24 0,0 1-15 16,-1 2-19-16,0-2-15 0,-1 3-4 15,0-4-22-15,0 2-12 0,-2-1-13 0,3 1-7 0,-3-4-9 16,3 2-12-16,-3-2-18 0,-1-8-32 0,1 0-49 16,1-2-55-16,-1-4-44 0,-2 1-33 0,-2-2-38 15,2 2-39-15,-3-4-49 0,-1 0-54 0,1-3-208 16,-1-1-591-16,-3 0 261 0</inkml:trace>
  <inkml:trace contextRef="#ctx0" brushRef="#br0" timeOffset="-150662.75">17160 12071 187 0,'0'0'201'0,"5"-6"-12"0,-5 6-3 15,14 0-9-15,-2 0-14 0,6 1-10 0,0-1-14 16,11 2-13-16,-1-1-9 0,0-1-13 0,0 0-7 15,6 0-10-15,-5 0-10 0,-2 0-8 0,-7-1-3 16,1-1 4-16,-2 2-1 0,-2-1 5 0,-5 0 4 16,1 1-4-16,-1 0 1 0,-6 0-4 0,-6 0-6 15,13 1 0-15,-8 0 12 0,3 2 17 0,-3 1 13 16,-1 2 4-16,1 2-5 0,-1 1 0 0,-2 2-9 16,-1 0-7-16,1 7-15 0,-2-6-5 0,0 8-7 15,-2-2-9-15,2 0-4 0,-3 0-31 0,1-1-40 16,0 0-41-16,-1-4-51 0,1 1-57 0,-2-2-65 15,2 0-71-15,2-5-193 0,-2 1-540 0,2-8 239 16</inkml:trace>
  <inkml:trace contextRef="#ctx0" brushRef="#br0" timeOffset="-150503.05">17545 11909 36 0,'-1'-8'242'0,"1"8"-25"0,-2-5-25 16,2 5-22-16,0 0-27 0,0 0-35 0,0 0-45 16,11 24-43-16,-4-14-60 0,2 4-50 0,4 0-88 15,0 3-191-15,2-4 85 0</inkml:trace>
  <inkml:trace contextRef="#ctx0" brushRef="#br0" timeOffset="-149996.27">17780 12050 201 0,'0'0'218'0,"0"0"-4"0,0 0-6 0,0 0-11 0,0 0-5 15,0 0-14-15,0 0 7 0,0 0-7 16,0 0-7-16,-5 19-5 0,4-10-11 0,-2 2-1 0,1-2 2 16,2 4-12-16,-2-2-2 0,4-2-5 0,-1 3-15 15,-1-4-11-15,4 3-15 0,0-2-6 16,-1-2 6-16,2-1-24 0,2 1-6 0,1 0-7 16,-2-4-1-16,0 0-2 0,4 1-7 0,-2-3-9 0,-8-1 5 15,13 2-10-15,-5-2 12 0,-8 0-1 0,11-4-21 16,-6 1-1-16,0-1-4 0,-5 4-9 0,11-10 8 15,-8 4-6-15,0 0 0 0,0-3-2 0,0 2-4 16,-1 0 4-16,0-2-2 0,2 0-7 0,-1-1 6 16,2 2-3-16,-3-1-2 0,2 0 4 0,-1 1 1 15,-1 2-2-15,2 1-7 0,-4 5 0 0,5-9 0 16,-5 9 5-16,10-1-6 0,-10 1 1 0,11 1-1 16,-11-1-1-16,11 8 4 0,-7-3 13 0,4 2-1 15,-2 1-1-15,-2 1 2 0,-2-2 0 0,2-1-6 16,-1 0 4-16,-1 0-2 0,-2-6 0 0,5 8-5 15,-3-3 9-15,-2-5-3 0,3 7 2 0,-3-7 11 16,0 0 7-16,0 0-6 0,4 4 12 0,-4-4-9 16,0 0 0-16,0 0-2 0,16-11-5 0,-9 6-6 15,2-2 6-15,-1 1-6 0,1-2-3 0,2 0-3 16,1 1 0-16,2-2-5 0,-1 0-4 0,3-1 1 0,-5 6 2 16,0-2-7-16,1 2-4 0,-2 1-1 15,-4 1 5-15,2 0-4 0,-8 2 4 0,14 0-5 16,-9 4 4-16,0 0 3 0,-1 1-2 0,0 3-1 15,2 1 4-15,-3 1-7 0,-2 2 1 0,2-1 8 16,-1-2-5-16,-2 2-54 0,1-1-35 0,-2 1-46 16,0 2-55-16,-2-6-67 0,2 5-76 0,-3-2-259 15,2 1-646-15,-3-1 285 0</inkml:trace>
  <inkml:trace contextRef="#ctx0" brushRef="#br0" timeOffset="-149679.59">18533 12330 245 0,'2'9'275'0,"0"-3"-4"0,-2-6-7 15,-3 12-9-15,0-5-22 0,-2 1-20 0,-1 1-18 16,0-1-23-16,1 1-14 0,-3 3-18 0,-2-5-24 16,2 2-31-16,-2-2-38 0,2 3-50 0,-3-4-69 15,3-1-79-15,-2 3-93 0,-2-5-123 0,2 0-397 16,0 0 176-16</inkml:trace>
  <inkml:trace contextRef="#ctx0" brushRef="#br0" timeOffset="-148796.39">19507 11961 66 0,'0'0'260'0,"-2"-14"-8"0,0 7-14 0,-1 0-13 16,3 7-14-16,-7-11-5 0,3 8-18 0,-3-1-11 15,7 4-13-15,-12-4-12 0,3 4-13 0,-3 4-20 16,2 2-4-16,-3 3 7 0,-3 6-11 0,-2 4-7 16,0 2-15-16,4-1-7 0,4-3-10 0,2 0-4 15,0-1-4-15,4 2-8 0,2 0-9 0,2-2 1 16,0-2-8-16,2-3 0 0,2 1-13 0,1-1 19 16,2-1-15-16,2 0-6 0,2-3-3 0,-2-3 1 15,1 1-10-15,3-2 1 0,-3-2-7 0,2-1-3 16,-2-1 0-16,-4-2 2 0,2 1-5 0,1-3 3 15,-1-1 1-15,-1-3-5 0,0 2 3 0,-1-4 0 16,-2 1-2-16,1-1 0 0,-2-1 0 0,0 1-2 0,-1-1-3 16,0 3 3-16,1-1 2 0,-1 3 1 15,-2 7-10-15,3-10 8 0,-3 10-5 0,4-9 7 16,-4 9-8-16,0 0 0 0,0 0 0 0,0 0 5 0,0 0-1 16,0 0-2-16,10 23-1 0,-9-13 3 0,3 1-2 15,-1 0-33-15,-1 1-35 0,2 0-38 0,0 0-43 16,1 0-58-16,-1-3-62 0,-2 2-192 15,1 1-504-15,1-2 223 0</inkml:trace>
  <inkml:trace contextRef="#ctx0" brushRef="#br0" timeOffset="-148443.3">19742 12045 116 0,'0'0'208'0,"0"0"7"0,0 0 3 15,0 0-13-15,6 17-5 0,-6-8-13 0,2 1-11 16,-2 0-13-16,1 2-5 0,-1-2-22 0,1 0-12 16,-2 0-10-16,1 0-7 0,0 2-1 0,1-5 1 15,-1-7-5-15,0 11-10 0,0-11-2 0,-1 9-5 16,1-9-4-16,1 7 0 0,-1-7-4 0,0 0-3 16,0 0-13-16,0 0-3 0,0 0-12 0,0 0-4 15,17-22 0-15,-11 13-5 0,1-1 2 0,1 1-8 16,4-4 0-16,-2-3-8 0,4 1-5 0,-1-1-2 15,1 3 1-15,0-1 1 0,-2 1-3 0,2 2-2 0,-4 2-4 16,0 4-3-16,-2-1 1 0,-2 3 1 16,1 2-3-16,-7 1 3 0,12 5-2 0,-8-1-5 15,3 4 4-15,-4 1-2 0,0 0-1 0,1 2-2 16,-3 7-22-16,0-1-35 0,-1-4-32 0,2 2-31 16,-2 2-40-16,2-4-56 0,2 2-29 0,-2-4-235 0,4-2-520 15,1 2 230-15</inkml:trace>
  <inkml:trace contextRef="#ctx0" brushRef="#br0" timeOffset="-148062.22">20376 12047 213 0,'-3'-12'268'0,"-3"4"4"0,1-1-7 0,-2 4-8 16,0-1-13-16,-5 2-14 0,-1 2-13 0,2 2-14 15,-3 4-7-15,-3 5 2 0,-1 0-23 0,2 1-19 16,0 4-8-16,0-2-9 0,3 1-12 0,1 2-17 15,2-2-6-15,4-1-14 0,2 2-3 0,1-1-18 16,5-3 0-16,0 3-13 0,6-4 15 0,0-1-22 16,3 0-3-16,3 0-12 0,0-3-5 0,3-4-24 15,2 1-5-15,-2-4-14 0,2 1 0 0,-5-1-13 16,0-7 4-16,1 1 4 0,-6 0 1 0,0 0-1 16,-1-2 1-16,2-4 18 0,-2-1-12 0,-3-1-2 15,-3-3 3-15,1-1 2 0,-2-5-1 0,1 0 2 16,-1-2 0-16,-1-1 1 0,0-2 16 0,1-3-21 15,0-1 8-15,-1 1 2 0,3 4 1 0,-1-1 4 16,0 5 7-16,-1 6 18 0,0 7 13 0,-1 2-3 16,1-1-4-16,-2 5-4 0,1 6-6 0,0 0-7 15,0 0 5-15,0 0 1 0,0 0 6 0,-2 29-7 16,-1-2 5-16,-2 2-1 0,1 2-8 0,3 2 5 16,0-1 2-16,1 4-11 0,1-2-27 0,2 1-51 15,-1 1-44-15,4-2-60 0,1 1-60 0,2-1-77 16,-2-3-271-16,6 3-624 0,1-3 276 0</inkml:trace>
  <inkml:trace contextRef="#ctx0" brushRef="#br0" timeOffset="-147480.08">21106 12307 84 0,'11'-18'324'16,"-5"4"-14"-16,3-3-16 0,-1 0-24 0,1 2-12 15,-1-2-13-15,-2 0-17 0,0 0-24 0,2 2-10 0,-2-2-14 16,1 0-21-16,-3-1-17 0,0 0-13 0,-3 1-11 16,1 1-6-16,2-1-8 0,-1 5-5 15,-3 1-3-15,0 2-5 0,0-1 1 0,0 10-12 0,-2-12-8 16,-4 7-6-16,6 5-11 0,-8-3-9 0,8 3 1 16,-16 7-6-16,4 0 4 0,2 1-7 0,1 3-4 15,0-3-3-15,0 6 2 0,3-4-1 0,2 0-6 16,1 1-7-16,2 0 3 0,2 1 2 0,4-1-10 15,1-1 1-15,6 3-1 0,6-4-10 0,-1-2-2 16,2-1-9-16,3-3-4 0,-2 1 5 0,1 0-6 16,-1-4-3-16,-3 1 8 0,-3 0 2 0,-1-1-2 15,-1-1 2-15,-1 1 5 0,-5-1-9 0,-6 1 5 16,14 1 15-16,-14-1-20 0,8 0-7 0,-8 0 6 16,6 1-3-16,-6-1 1 0,4 6 3 0,-4-6 6 15,1 9 0-15,-1-9 1 0,4 11 3 0,-4-4 0 16,4-1-5-16,1-1 3 0,-3 2 3 0,4 0-4 15,0-1 17-15,4 0-13 0,3-2 1 0,-1 1 2 16,7-4 4-16,-1-2-9 0,1-2 1 0,1-1-3 16,-2 1 4-16,1-1 1 0,-2-3-2 0,-3 2-1 0,-1-3 3 15,-2 2 3-15,-1-3-4 0,0 0-2 0,-2 0 4 16,-1-1 2-16,-2 0-9 0,0-1 8 0,-1 0 0 16,-2-1 2-16,-2 2 6 0,0-1 9 0,2 1 12 15,-2 10 13-15,0-12 2 0,0 12-7 16,-2-7-5-16,2 7-3 0,0 0-4 0,-3-6-6 0,3 6 6 15,0 0-2-15,-9 15-2 0,5-6 0 0,-1 3-5 16,1 1 1-16,-1 2-4 0,2 2-4 0,1-2-29 16,3 0-33-16,0 3-55 0,2-2-52 0,-1-2-50 15,3-1-69-15,0-2-80 0,-1-1-276 0,0 2-681 16,-1-3 303-16</inkml:trace>
  <inkml:trace contextRef="#ctx0" brushRef="#br0" timeOffset="-147329.98">21665 11877 10 0,'-10'-10'281'16,"2"5"-35"-16,-2-1-40 0,1 1-47 0,1 4-54 0,8 1-35 16,0 0-72-16,-9 6-63 0,7 1-104 15,2-7-182-15,5 16 81 0</inkml:trace>
  <inkml:trace contextRef="#ctx0" brushRef="#br0" timeOffset="-147112.7">21886 11940 98 0,'5'-1'256'16,"-5"1"-4"-16,0 0 6 0,0 0 14 0,9 7 10 0,-3 0 14 16,-3 2-3-16,2 2-15 0,2 6-10 0,0 7-20 15,-1 3-26-15,0 1-13 0,-2 6-22 0,-7-2-12 16,2 1-16-16,0 2-18 0,-4-1-15 0,1-3-19 15,-1-1 1-15,1 0-19 0,-1-4-26 0,-3-2-27 16,4-6-47-16,3 0-13 0,-3-1-53 0,0-5-34 16,0-2-38-16,2 2-51 0,-3-2-61 15,3-3-50-15,-3 0-236 0,0-4-592 0,5-3 262 0</inkml:trace>
  <inkml:trace contextRef="#ctx0" brushRef="#br0" timeOffset="-146912.95">21994 12078 5 0,'10'-12'220'0,"4"0"2"16,-5 5 3-16,2 3-7 0,1 1-7 0,-3 2-7 15,0 1-6-15,-9 0-12 0,15 8-15 0,-10-2-12 16,3 1-13-16,-1 2-14 0,-1 3-10 0,-4 0-13 16,2 0-8-16,-3 0-14 0,-2 1-4 0,0 0-2 15,0-2-13-15,-3 3-23 0,1-3-21 0,-2 1-25 16,0-2-28-16,0 0-42 0,2 0-43 0,1-4-44 15,-1-1-42-15,3-5-39 0,-4 7-129 0,4-7-398 16,0 0 176-16</inkml:trace>
  <inkml:trace contextRef="#ctx0" brushRef="#br0" timeOffset="-146696.31">22274 12013 106 0,'3'-13'251'15,"1"1"11"-15,4-1 14 0,-4 2-6 0,-2 2-5 16,1 3-10-16,-1 1-18 0,-2 5-28 0,0 0-3 0,0 0-1 15,0 0 11-15,0 0-14 0,9 21-3 0,-7-5-12 16,1 4-14-16,-3 9-20 0,-2-4-12 0,2 3-18 16,0 1-8-16,-1 2-10 0,-1-2-9 15,1 0-11-15,1 0-11 0,-2-1-26 0,2-3-36 0,-2 1-52 16,1-7-33-16,0-2-42 0,-2 0-38 0,1 0-42 16,-1-5-44-16,0 1-50 0,1-4-273 0,-6 2-607 15,3-4 269-15</inkml:trace>
  <inkml:trace contextRef="#ctx0" brushRef="#br0" timeOffset="-146496.4">22360 12112 28 0,'7'-9'234'0,"-2"4"-1"0,3 0-8 16,-3 1-5-16,0 1-6 0,-5 3 3 0,0 0-9 15,18 4-18-15,-15 1-4 0,1 1-13 0,0 4-4 16,-2 1-17-16,-1 0-13 0,-2 0-11 0,-1 3-12 15,1 1-12-15,-2-6-8 0,-2 7-9 0,1-3-12 16,-2-3-22-16,2 1-32 0,-1-2-42 0,0 1-39 16,2-4-58-16,0-1-60 0,3-5-77 0,-9 6-185 15,9-6-475-15,0 0 210 0</inkml:trace>
  <inkml:trace contextRef="#ctx0" brushRef="#br0" timeOffset="-146146.73">22543 12009 2078 0,'9'-23'32'0,"0"5"45"0,-4 3 18 0,-1 3 3 16,0 3 13-16,-2-1-15 0,1 6-8 0,-3 4-13 16,3-7 5-16,-3 7 38 0,0 0 22 0,0 0-6 15,6 22 3-15,-7-6-2 0,-1 3 5 0,1 0-2 0,0 8-15 16,-2 0-3-16,2-2-13 0,0 2-3 0,-1-2-14 16,2 0 1-16,2-6-9 0,2 1-8 15,1-4-13-15,2 3 4 0,0-3-2 0,2-4-12 16,-2-1 6-16,3-3-10 0,1 1-7 0,0-4-2 0,3-1-10 15,-2 0 1-15,2-3-16 0,-1-1-6 16,1-2-9-16,-1-1-3 0,-3-1-8 0,2-2-8 16,-3-1 6-16,2 0 2 0,-2-4-9 0,-4 1 8 0,-1-2-9 15,1-4-2-15,-3 5 11 0,0-1-5 0,-2-1-10 16,1 5 11-16,0-3 2 0,-1 5-3 0,0 6 13 16,-5-13-1-16,1 9 9 0,4 4-11 0,-10-2 0 15,10 2 22-15,-18 8 4 0,6-2 8 0,-3 5-6 16,2 0-2-16,-1 1 0 0,4 2-1 0,-1 0-2 15,2 0-26-15,2-3-44 0,3-1-63 0,2 0-58 16,1 2-82-16,3-3-105 0,6-2-289 0,-2 0-708 16,-6-7 314-16</inkml:trace>
  <inkml:trace contextRef="#ctx0" brushRef="#br0" timeOffset="-145627.62">24113 12016 121 0,'-17'-12'306'0,"4"2"-19"0,3 4-20 0,-3 3-17 16,3-1-17-16,-2 4-15 0,-2 4-2 0,3 1-17 16,-4 5-11-16,-5 6-4 0,4 4-20 0,5-4-13 15,0-2-10-15,7 2-17 0,2 2-9 0,4-1-10 16,5 1-12-16,3-3-6 0,4 0-15 0,9 5-2 15,2-5 1-15,5-4-14 0,3-1-1 0,-1-3-13 16,0-3 5-16,1-1-13 0,-3-6-2 0,-9-1 5 16,0-1-15-16,-2 1 2 0,0-2-8 15,-9 0-4-15,-1-3 0 0,-1-2 1 0,-2 1 1 16,-1-2-13-16,-5-3 9 0,-2-2-6 0,-3 2 4 0,-4-3-6 16,-4-6 0-16,-5 5-3 0,-1 1 1 0,-7 0-2 15,1 4-5-15,-2 1 1 0,2 4 2 0,-2 2 6 16,5 5-19-16,0 1-20 0,-6 4-20 0,0-3-23 15,6 7-28-15,2-2-36 0,1 3-51 0,3 1-47 16,2 1-50-16,5 0-202 0,4 0-532 0,4-1 236 16</inkml:trace>
  <inkml:trace contextRef="#ctx0" brushRef="#br0" timeOffset="-145396.59">24424 11889 132 0,'7'-17'294'0,"-1"3"2"0,2-1 4 0,-4 4 2 0,0 3-10 16,-2 1-12-16,1 2-18 0,-3 5-27 0,2-5-27 16,-2 5-11-16,0 0 17 0,9 19-2 15,-4-2-7-15,-2 9-11 0,-2 5-20 0,-1-1-7 16,0 4-15-16,-1 13-11 0,-1-15-6 0,1 1-20 0,0-1-7 16,1 1-13-16,-3-1-7 0,3-1-11 0,-1 1-8 15,2-4-1-15,-1-1-17 0,3-2-35 16,-3-5-41-16,4-3-47 0,-1 1-48 0,-1-2-46 15,-1-3-43-15,2-1-54 0,-1 0-47 0,2-1-51 0,-1-3-232 16,4-1-641-16,-3-2 284 0</inkml:trace>
  <inkml:trace contextRef="#ctx0" brushRef="#br0" timeOffset="-145196.29">24771 12079 229 0,'6'-8'277'0,"-6"1"-32"0,3 2-19 0,-3 5-5 15,0 0 14-15,0 0 24 0,0 0-11 0,7 20 16 16,-4-1-30-16,-6 7-4 0,3 0-37 0,-1 5-21 16,-2 1-12-16,-1 0-10 0,2-1-23 0,-4 0-16 15,5-2-12-15,-1-3-7 0,4 1-26 0,-2-8-22 16,2 0-30-16,3-2-30 0,-5-1-35 0,2-1-25 16,0-3-34-16,-1-1-44 0,0-2-33 0,2-3-38 15,-3-6-33-15,4 8-213 0,-4-8-508 0,0 0 225 0</inkml:trace>
  <inkml:trace contextRef="#ctx0" brushRef="#br0" timeOffset="-144976.78">24786 12030 25 0,'6'-16'205'16,"3"6"-4"-16,-1 0-2 0,1 3-9 0,3 0-7 15,0 2-5-15,1 2-12 0,0 3-7 0,-1 3-8 16,4 0-9-16,-3 2-6 0,1 4-7 0,-3-1-14 0,2 5-8 15,-2 0-14-15,-3 1-6 0,-2 1-7 16,-3 1-12-16,-1 1-5 0,-2 0-7 0,-3-1-3 16,-1-5-10-16,-2 5-23 0,-4-2-26 0,1 1-30 15,-2 0-47-15,0 0-46 0,3-1-55 0,2-5-45 0,-2-2-135 16,2 3-394-16,4-3 175 0</inkml:trace>
  <inkml:trace contextRef="#ctx0" brushRef="#br0" timeOffset="-144646.45">25316 12094 22 0,'6'-6'304'0,"-2"1"-34"0,2 3-17 0,-6 2 0 0,10 1 12 16,-10-1 9-16,10 13 8 0,-2-1-5 0,-2-4-16 16,4 9-18-16,-1 6-13 0,-3-3-14 0,0-3-19 15,0 10-8-15,1-3-24 0,-3-5-15 0,2-1-16 16,0-3-17-16,-2 1-3 0,3-6-10 0,-2 2-12 15,-1-2-7-15,2-3-10 0,-1-2-1 0,0 0 4 16,2 0 0-16,-1-1 5 0,0-2 0 0,6-2-6 16,-12 0-4-16,20-5-4 0,-8 1-4 0,3-5-1 15,1 1-9-15,-3-4-2 0,1 3-4 0,1-4-1 16,-1 0-6-16,0-2-4 0,0 0-5 0,1-6-5 16,-2 6-4-16,5-6 3 0,-5 0-8 0,-1 6 1 15,-1-2-6-15,1 0-7 0,-1 0-13 0,-3 4-13 16,-1 2-19-16,-2 1-33 0,2 2-19 0,-5 2-30 15,2 1-41-15,-2 0-32 0,-2 5-31 0,7-9-36 16,-7 9-66-16,0 0-24 0,0 0-29 0,0 0-211 16,0 0-638-16,0 0 282 0</inkml:trace>
  <inkml:trace contextRef="#ctx0" brushRef="#br0" timeOffset="-144388.52">25812 12130 84 0,'4'10'193'15,"-4"-4"-9"-15,2-1 16 0,-2-5 0 0,1 12 5 0,0-4 4 16,3-4-3-16,-4-4-10 0,6 10-16 0,-6-5-10 15,4 0-9-15,-4-5-10 0,9 6-3 0,-5-4-11 16,4 3-5-16,-3-2-6 0,1-1-15 0,3-1-6 16,-9-1-11-16,16-1-5 0,-8-4-9 0,1 1-5 15,-2 1 14-15,0 0-5 0,0-4-5 0,-1 1-5 16,-3-2-8-16,1-2 9 0,-2 2-10 0,0-5-10 16,-4 4 1-16,2-1-6 0,-4 2-8 0,-1-1-12 15,-1 2-1-15,-3 0-8 0,-3 2-12 0,-1 2-22 16,-5 1-27-16,-1 1-28 0,0 2-36 0,-2 2-30 15,0 4-48-15,4 0-59 0,0 0-67 0,1 1-221 16,5 0-572-16,1-2 254 0</inkml:trace>
  <inkml:trace contextRef="#ctx0" brushRef="#br0" timeOffset="-144162.8">26153 11975 150 0,'3'-10'324'0,"1"0"-2"16,-1 2 3-16,-1 2-4 0,0 1-26 0,-2 5-24 16,4-9-31-16,-4 9-26 0,0 0-13 0,0 0 16 15,0 0-7-15,9 18 4 0,-9-6-21 0,2 6-7 16,-2 2-18-16,1 6-14 0,0-2-18 0,2-4-9 16,-3 5-17-16,0-1-10 0,0-5-8 0,0 2-8 15,2-3-10-15,-2 1-19 0,2 1-32 0,1-4-38 16,-3-3-74-16,2 3-63 0,-2 0-61 0,0-5-71 15,0 0-67-15,-2-4-266 0,4 1-669 0,-2-8 295 16</inkml:trace>
  <inkml:trace contextRef="#ctx0" brushRef="#br0" timeOffset="-143928.04">26389 11954 278 0,'2'-10'314'0,"1"3"-19"0,-1 0-20 0,-2 7-11 15,4-4 10-15,-4 4 2 0,0 0 23 0,3 17-18 16,-2-5-10-16,0 5-17 0,-1 8-11 0,-1-1-17 16,4 1-26-16,-3 1-8 0,0-2-24 0,0 1-12 15,0-6-16-15,0 6-13 0,0-8-14 0,3 2-9 16,-1 2-11-16,-2-3-9 0,2-1-14 0,0-1-33 16,-1-4-37-16,-1-2-42 0,2-1-37 0,0 1-45 15,0-5-42-15,-2-5-34 0,0 13-25 0,0-13-53 16,0 7-32-16,0-7-43 0,0 0-191 0,-16 1-587 15,16-1 260-15</inkml:trace>
  <inkml:trace contextRef="#ctx0" brushRef="#br0" timeOffset="-143062.95">26275 12186 36 0,'-3'-9'197'0,"5"-3"-14"16,1 2-8-16,1-1-11 0,3 3-4 0,0-1-1 16,4 3-4-16,5-2-2 0,1 2-11 0,4-1-13 15,0 3-12-15,1 1-12 0,5-1-14 0,-1 1-5 16,-3 0-7-16,4 3-11 0,-5-1-4 0,-3 1-7 15,1 0-4-15,0-3-4 0,-8 3-1 0,0-2 10 16,-3 2 9-16,1-1 8 0,-10 1 13 0,11-1 9 16,-11 1 8-16,9 0-3 0,-9 0 0 0,0 0-3 15,0 0-11-15,0 0 18 0,0 0-12 0,0 0 1 16,-14 14-2-16,6-7-5 0,-2 1 4 0,1 0-10 16,1 1-9-16,1 0 0 0,0 0-5 0,0 1-9 0,1-3-9 15,3 2 7-15,1-2-16 0,0-1 1 0,2-6 11 16,0 14-15-16,4-8-2 0,-1 1-12 15,1-1-2-15,0-2-15 0,3 0-3 0,2-3-4 16,0-1-10-16,2 1-2 0,1-3 4 0,-3 0-4 16,2-1 5-16,0 0-4 0,0-1 14 0,-2-2-16 15,3 1 5-15,-4-2 2 0,1 0 3 0,-1 0 0 16,2-1 0-16,-3 0 3 0,-1-1-5 0,2 2 3 0,-4 0 2 16,-2 2 10-16,-2 5 10 0,5-8-3 0,-5 8-1 15,4-6-1-15,-4 6-13 0,4-5 10 0,-4 5-1 16,0 0-13-16,0 0 5 0,0 0 2 0,0 0-2 15,0 0 1-15,0 0-3 0,0 0 8 0,0 0-5 16,1 21-6-16,-1-21 7 0,6 8 7 0,0-6 2 16,2-1-8-16,3 1-3 0,3 0-1 0,3-4-5 15,2 2-7-15,0-3-4 0,-5 3-10 0,5-4 11 16,-8 2 10-16,0-2-3 0,2 0 13 0,-6 1-11 16,0-2-8-16,-3-1 1 0,0 1 6 0,-1 0 0 15,0-2-3-15,1 0 7 0,-4 7-3 0,0-10 4 16,2 4-2-16,-2 6 7 0,0-9 0 15,0 9-6-15,0 0 1 0,0 0 10 0,0 0 5 0,0 0 3 16,-16 21 5-16,7-4 10 0,-2 6 3 0,0 5 7 16,2 2 9-16,-4 4 4 0,3 1 4 0,-1 9-2 15,3-9-2-15,-2 10-1 0,3-10-5 0,1 0-4 0,-3 11-3 16,4-15-8-16,2 1 0 0,-3-3 1 16,0-4-8-16,-1-6-2 0,3-2-1 0,-8-2-3 15,1 0 1-15,1-5-3 0,-1 1 2 0,-2-5-5 16,-3-1 1-16,3-2 0 0,-3-1-1 0,5-3-4 0,-1-1 4 15,1-2-4-15,3-3-1 0,1-2-10 0,2-1-7 16,3-6-15-16,7 0-11 0,4-3-6 16,6-8-22-16,5 3-6 0,14-11-22 0,-7 9-15 15,11-13-7-15,7 8-9 0,-2 1 9 0,-3 1 2 0,5-1 8 16,-3-2 5-16,-4 2 10 0,-10 8 5 0,-1-3 11 16,9-8 7-16,-16 10 5 0,-1-2 5 15,-2 4 8-15,1-3 6 0,-9 0 5 0,0 7 5 16,-7-1 14-16,3 3 12 0,-7 2 13 0,-1 2 5 0,-2-1 3 15,-1 3 4-15,-3 2 4 0,-1 3 11 0,-3 4 16 16,-7 3 12-16,3 1 16 0,-2 8 4 0,-4 1 1 16,6 0-4-16,-1 7-1 0,7-4-4 0,2-1-6 15,0 3-8-15,4 1-7 0,7-2-3 0,3 8-1 16,8 1-4-16,1-7-22 0,6 4-44 0,5-6-48 16,0-2-62-16,1-1-76 0,1 0-66 0,0 0-72 15,3-4-55-15,-12-3-240 0,4-2-687 0,-2 2 304 16</inkml:trace>
  <inkml:trace contextRef="#ctx0" brushRef="#br0" timeOffset="-142933.03">27553 12294 22 0,'9'-8'349'0,"-3"3"-35"15,1-1-23-15,0 3-11 0,-2-1 15 0,-5 4-5 16,9-6 11-16,-5 2-5 0,-4 4-36 0,6-2-30 16,-6 2-20-16,7-6-34 0,-7 6-44 0,0 0-54 15,5-5-60-15,-5 5-69 0,0 0-82 0,0 0-85 16,0 0-75-16,0 0-182 0,0 0-514 0,0 0 227 15</inkml:trace>
  <inkml:trace contextRef="#ctx0" brushRef="#br0" timeOffset="-127530.23">12749 14350 139 0,'0'0'162'15,"0"0"-12"-15,-2-9-12 0,2 9-12 0,0 0-13 16,0 0-4-16,0-9 7 0,0 9-13 0,0 0-5 16,0 0 0-16,0 0-9 0,0 0-10 0,-2-9-4 15,2 9-9-15,0 0-6 0,0 0-5 0,0 0-1 16,0 0-6-16,0 0-3 0,0 0-9 0,0 0-2 15,0 0-6-15,0 0 1 0,0 0-2 0,0 0-7 16,0 0 1-16,0 0-2 0,0 0-5 0,0 0 3 16,0 0-6-16,0 0-1 0,4-6 0 0,-4 6 1 15,0 0-4-15,0 0 0 0,0 0 2 0,0 0-1 16,0 0-1-16,0 0 2 0,0 0 6 0,0 0 3 16,11 17 5-16,-3-8 3 0,-2-1 1 0,0 2 13 15,3 5-2-15,-1 1 1 0,0 4 0 0,3 2 0 16,-4 3 0-16,2 1 3 0,0 1-1 0,0 0-9 15,-3-1 0-15,4 0-5 0,-6 1 0 0,1-8-23 16,-1 6 2-16,1-7-2 0,-1 0 2 0,1-1-5 16,-1-2 5-16,1 0 0 0,-1-3-2 0,0-2 1 15,1 0-3-15,0-1 2 0,-3 0 2 0,1-3-1 16,-1-2 1-16,-2-4 2 0,6 6 18 0,-4-2 14 16,-2-4 18-16,0 0 0 0,0 0-3 0,0 0-2 15,0 0-1-15,17-13-10 0,-11 5-3 0,-2-3-6 16,3 0 1-16,-2 0-6 0,6-7-4 0,-4 1-5 15,2 0 3-15,5-5-3 0,-3 0-7 0,1-3 6 16,0 3-3-16,1-2-3 0,-1 1 0 0,1 0-4 16,-2 1-2-16,3 0-1 0,-5 4 1 0,2 1 0 15,-2 2-1-15,0 5-2 0,-5 0-3 0,1 1 0 16,2 0 0-16,-2 4 2 0,-3-2-7 0,2 2-1 16,-4 5 0-16,4-9-11 0,-4 9-10 0,5-6-10 15,-5 6-13-15,0 0-17 0,2-7-17 0,-2 7-12 16,0 0-4-16,0 0-15 0,0 0-35 0,0 0-33 15,0 0-33-15,12 20-189 0,-12-9-438 0,-2-1 193 16</inkml:trace>
  <inkml:trace contextRef="#ctx0" brushRef="#br0" timeOffset="-126828.3">13151 14979 153 0,'0'9'151'0,"0"-9"-5"0,0 9 0 0,0-9-12 15,2 7-3-15,-2-7-15 0,0 0 2 0,2 9-9 16,-2-9-1-16,0 0-4 0,3 5 1 0,-3-5 7 16,0 0 0-16,0 0-1 0,0 0 1 0,0 0 3 15,0 0 4-15,0 0 1 0,0 0 0 0,0 0 0 16,0 0-1-16,0 0-13 0,0 0-10 0,0 0-10 15,0 0-9-15,0 0-9 0,0 0-1 0,0 0-11 16,-9-25-5-16,7 20-4 0,0-6-4 0,2 0 4 16,-3 0-12-16,3-1-7 0,0 0-2 0,0-6-4 15,3-1-4-15,1 1-1 0,-2-8-1 0,5 3 0 16,-1 4-4-16,6-3-3 0,-5 5-2 0,3 0-3 16,2 2 2-16,-7 6-3 0,3-1 2 0,2 1-3 15,-4 2-4-15,3 0 3 0,-2 4 3 16,-1 0-4-16,-6 3 1 0,17 0-7 0,-7 3 5 0,0 3-4 15,-1-2 2-15,-1 5-1 0,1 5 5 0,1 0-2 16,-1 1 0-16,-1 0 1 0,-2 1-1 0,0 0-1 16,-2-1 1-16,1-1-2 0,-3-1 0 0,0-3 2 15,0 1 0-15,0-2 3 0,1 1-1 0,-3-3-1 16,0 1-2-16,0-8 4 0,0 10 0 0,0-10 1 16,0 9 3-16,0-9 0 0,0 0 9 0,0 6 9 15,0-6-3-15,0 0 8 0,0 0-6 0,0 0 1 16,0 0 1-16,0 0-6 0,0 0-2 0,-18-12-2 15,16 4-2-15,0-2 9 0,2-1-13 0,0-3 0 16,0-1-2-16,0-2-4 0,6-1 0 0,-3 1-6 16,3-1-10-16,1 1 2 0,4-2 3 0,-2 2-3 15,0 4 4-15,3-4 1 0,-1 4-2 0,3 2 0 16,-4 4-1-16,-1 3 1 0,0 0-1 0,3 1 0 16,-1 2 10-16,-3 3-8 0,4 2-1 0,-3 3 2 15,-1 0 2-15,2 3-2 0,-1 3-1 0,-1 2 2 16,-3 0-3-16,3-1 6 0,-4 0-1 0,2 3 3 15,-3-6 0-15,1 2-4 0,0 3 8 0,-2-6-7 16,2 2 5-16,-2-1-1 0,0 0-1 0,0-2-6 16,2 2 6-16,-4-4 1 0,2 3-5 0,1-4 0 15,-1 1 3-15,-2 1 9 0,0-8-9 0,2 12-30 16,0-6-19-16,0-1-28 0,-2-5-21 0,2 11-32 16,-2-4-25-16,0-7-22 0,3 8-29 0,0-4-37 15,-3-4-186-15,4 5-464 0,-4-5 205 0</inkml:trace>
  <inkml:trace contextRef="#ctx0" brushRef="#br0" timeOffset="-126576.35">14036 14702 222 0,'0'0'260'16,"0"0"-3"-16,5-4-14 0,-5 4-18 0,0 0-20 15,0 0-20-15,0 0-17 0,6-6-17 0,1 4-14 16,-7 2-14-16,16-5-13 0,-7 2-11 0,5 2-9 16,3-3-6-16,2 2-9 0,-2 0-9 0,3-2-7 15,-1 0-8-15,3 1-14 0,-2-2-25 0,-1 4-27 16,-2-1-32-16,-3 2-36 0,-3 0-39 0,1 2-54 16,-12-2-15-16,17 1-181 0,-17-1-401 0,7 9 179 15</inkml:trace>
  <inkml:trace contextRef="#ctx0" brushRef="#br0" timeOffset="-126396.37">14056 14820 115 0,'-11'2'224'15,"4"0"6"-15,1 1 3 0,6-3-4 0,-14 4-11 16,10-2-12-16,4-2-14 0,0 0-18 0,0 0-16 16,-7 3-5-16,7-3-8 0,0 0-15 0,0 0-9 15,36-1-13-15,-18-1-11 0,4-2-11 0,5-2-9 16,2 1-25-16,3 1-33 0,-1 1-41 0,1-3-41 15,-3 5-41-15,-2-2-47 0,2-3-40 0,-8 6-215 16,-2-1-441-16,2-1 195 0</inkml:trace>
  <inkml:trace contextRef="#ctx0" brushRef="#br0" timeOffset="-122712.9">15013 14958 163 0,'0'0'190'15,"0"0"-11"-15,0 0-6 0,0 0-8 0,12-7-7 16,-12 7-6-16,6 7-11 0,1-4-3 0,-3 0-5 16,-4-3-11-16,12 8-11 0,-8-3-2 0,4 2-1 15,-2 0-8-15,0-1-1 0,1-1-12 0,-3 1-4 16,1 1-1-16,1-3 4 0,2 4-6 0,-2-1-6 15,-2-3-3-15,2 5-7 0,1-2-4 0,-2-2-7 16,1-1-2-16,-2 0-4 0,1 1-4 0,0-2-1 16,0 1-9-16,-5-4 5 0,9 6-9 0,-6-5 4 15,-3-1-3-15,11 4-3 0,-11-4-2 0,11 3 2 16,-11-3-4-16,12 0 3 0,-6 0 2 0,-6 0 2 16,11-3 0-16,-3 1 0 0,-2 0-5 0,-6 2 3 15,13-9-5-15,-3 4 2 0,0-1-2 0,1-3-4 16,3-1-7-16,-4 1 2 0,3 1-3 0,-1-4 0 15,1 1-2-15,-2-1 2 0,2 1-1 0,-5 2-2 16,5-5-1-16,-3 2-4 0,0-3 4 0,1-1 0 16,0 0-4-16,-2 0 3 0,1-1-5 0,-2-1 4 15,2 2-3-15,-1-2-3 0,-3 0 2 0,2-6 1 16,-3 4-7-16,0-5 0 0,-2 2 2 0,1 3-4 16,-2-4 0-16,0 5 4 0,-2 0 1 0,-2-6-6 15,1 7 3-15,0 1-2 0,-2-4 4 0,2 3-4 16,-3-6 2-16,3 6 2 0,0-1 1 0,-2 1-4 15,3 1 0-15,-1 1 0 0,2 0 4 0,-2 0 0 16,1 4-2-16,1 1 0 0,0 1 1 0,-1 1-2 16,4-1 6-16,-3 2-1 0,-1 8-2 0,0-10-3 15,0 10 3-15,4-10-4 0,-4 10 2 0,0-8-4 16,0 8 6-16,0 0-3 0,4-8 2 0,-4 8-2 16,0 0 0-16,3-6 1 0,-3 6-1 0,0 0 1 15,0 0 1-15,0 0-1 0,0 0-2 0,0 0 12 16,0 0-11-16,0 0 3 0,0 0 0 0,0 0-1 15,0 0-4-15,0 0 13 0,0 0-11 0,0 0-3 16,0 0 5-16,0 0 1 0,0 0-4 0,0 0 3 16,0 0 0-16,0 0 0 0,0 0 2 0,7 16-3 15,-7-16 4-15,0 0-6 0,0 0 3 0,0 0 1 16,0 0 2-16,8 2 3 0,-8-2 7 0,9 1-10 0,-9-1-3 16,22-1 7-16,-5-1-4 0,0 0 2 15,4 0-2-15,5-1 12 0,-3 0-14 0,7-1 4 16,2 4-1-16,-4-3 2 0,5 1-2 0,-2-2-1 15,1 1 6-15,-2 0-11 0,4 2-6 0,-5-4 1 16,0 3-9-16,-3 1-3 0,2-2-2 0,-7 1-8 0,-1-1-17 16,1 4-9-16,0-2-16 0,-3-1-17 15,-1 2-23-15,-3 0-17 0,-4 0-26 0,0 1-37 16,2 1-15-16,-6 1-18 0,0 1-144 0,-2-1-399 16,-4-3 176-16</inkml:trace>
  <inkml:trace contextRef="#ctx0" brushRef="#br0" timeOffset="-122362.95">15710 14548 109 0,'0'0'181'0,"0"0"-5"0,0 0-9 0,0 0-7 16,0 0-9-16,32-1-9 0,-20 1 6 0,1 0-8 15,0 3-10-15,0 1-5 0,-2 2-8 0,3 5-8 16,-2-2-7-16,-4 0-7 0,2 4-10 0,-3 0-6 16,-2 3-5-16,-2 0-2 0,-3-4-6 0,-1 4-5 15,-3 0-6-15,-1 0-3 0,-2-2-1 0,-3 2-5 16,1-6 0-16,0 2-3 0,-1-3-1 0,4 0 2 16,-2-1-2-16,2-1 4 0,1-4 2 0,1 4 3 15,4-7-1-15,-8 5 1 0,8-5 5 0,-5 5-9 16,5-5-1-16,-3 5-3 0,3-5-3 0,0 0-5 0,0 0-6 15,0 0-6-15,0 0 4 0,0 0-2 16,26-1-6-16,-16 0-4 0,9 0-8 0,1 1-22 16,6-3-29-16,2 3-33 0,4 0-40 0,2-3-51 15,2 2-46-15,2-1-53 0,-3 4-178 0,1-4-481 16,0 4 213-16</inkml:trace>
  <inkml:trace contextRef="#ctx0" brushRef="#br0" timeOffset="-117896.81">16810 14539 115 0,'1'-9'246'0,"-1"9"-13"16,0 0-17-16,-1-9-21 0,1 9-15 16,0 0-9-16,0 0-4 0,0 0-2 0,-18 16-9 15,11-6-5-15,-6 5-17 0,0 2-9 0,-1 4-15 16,-4-3-8-16,4 3-12 0,0-4-8 0,0 4-8 16,-1 0-5-16,4-5-28 0,1 0-5 0,-1 2-2 0,-1-3-7 15,3-1-24-15,0 2-21 0,0-2-21 0,0 1-37 16,2-2-41-16,-1 1-31 0,3-5-57 15,0 1-182-15,1-1-418 0,1-3 184 0</inkml:trace>
  <inkml:trace contextRef="#ctx0" brushRef="#br0" timeOffset="-117328.65">17256 14418 62 0,'3'-6'180'0,"-1"-1"-2"16,2 1-4-16,-1 0 0 0,-3 6-11 0,2-11-6 15,-1 6-5-15,-1 5-2 0,0 0-5 0,0-11-4 16,0 11-4-16,0 0-4 0,2-6-10 0,-2 6-11 0,0 0-5 15,0 0-5-15,4-7 0 0,-4 7-6 16,0 0-1-16,0 0 0 0,0 0-4 0,0 0-1 16,0 0 0-16,0 0-2 0,0 0-2 0,0 0-8 15,0 0-3-15,0 0-2 0,0 0-6 0,0 0-5 16,0 0-3-16,0 0-4 0,0 0-6 0,0-9-8 0,0 9 0 16,0 0-3-16,0 0-6 0,0 0-4 15,0 0 1-15,0 0-6 0,0 0 0 0,0 0-7 16,0 0 0-16,0 0-3 0,0 0 10 0,0 0-12 15,0 0-4-15,0 0 5 0,0 0-6 0,0 0 1 16,0 0-9-16,0 0 7 0,0 0 12 0,0 0-14 16,0 0-1-16,0 0-2 0,0 0-1 0,0 0 3 15,0 0 3-15,0 0-4 0,0 0-2 0,0 0-2 16,0 0 4-16,0 0 2 0,0 0-8 0,0 0 6 16,0 0 2-16,0 0-3 0,0 0 2 0,0 0 0 15,0 0-5-15,0 0 2 0,0 0-2 0,0 0 5 16,0 0-2-16,0 0 4 0,0 0-1 0,0 0-3 15,0 0 3-15,0 0-3 0,0 0 0 0,0 0 0 16,0 0-1-16,0 0 0 0,0 0 3 0,0 0-5 16,0 0 3-16,0 0-1 0,0 0-6 0,0 0-17 15,0 0-2-15,0 0-14 0,0 0-13 0,0 0-19 16,0 0-15-16,0 0-18 0,0 0-15 0,0 0-9 16,0 0-29-16,0 0-33 0,0 0-40 0,-13 16-38 15,5-10-170-15,0 1-475 0,-2-1 210 0</inkml:trace>
  <inkml:trace contextRef="#ctx0" brushRef="#br0" timeOffset="-116829.81">16375 14581 81 0,'0'0'220'16,"-1"-9"-1"-16,1 9-12 0,0 0-11 0,0-13-19 16,0 13-15-16,4-6-12 0,-4 6-8 0,9-1-1 15,-9 1-1-15,22 5 4 0,-9-2-1 0,3 3-11 16,1 4-4-16,1 0-7 0,3 6-6 0,-1 0 1 15,-3 3-9-15,-4-2-7 0,5 2-7 0,0 0-3 16,0 0-5-16,-6-2-12 0,7 2-5 16,0 0-3-16,-5-6-9 0,-1 2-7 0,5-2-3 0,1 4-3 15,-7-5-6-15,4 0-11 0,-2 1-8 0,-3-4-31 16,6 3-25-16,-8-4-36 0,-1 0-31 0,-1 1-40 16,1 0-35-16,-2-3-51 0,0 2-253 0,-3-2-525 15,1-2 232-15</inkml:trace>
  <inkml:trace contextRef="#ctx0" brushRef="#br0" timeOffset="-116246.27">17254 14505 117 0,'1'-6'263'0,"-1"6"1"16,2-13-4-16,-2 13-19 0,2-7-13 0,-2 7-28 16,0-7-23-16,0 7-20 0,0 0-16 0,0 0-13 15,0 0 4-15,0 0 9 0,2 23 3 0,1-6-15 16,-3 2 6-16,-3 6-14 0,2 1-8 0,1-6-3 16,-1 5 3-16,1-5-9 0,0 3-11 0,0-3-2 15,-2-1-11-15,2-2-12 0,0 0 1 0,0-2-6 16,0-1-3-16,0-3-13 0,0 5 2 0,0-3-5 15,2-1-4-15,-2 0-12 0,1-3-16 0,0 3-49 16,3-3-20-16,-3 1-27 0,-1 0-43 0,0-1-31 16,-1 1-39-16,2-3-45 0,1-1-46 0,-1 5-208 15,-1-11-536-15,0 11 237 0</inkml:trace>
  <inkml:trace contextRef="#ctx0" brushRef="#br0" timeOffset="-115596.5">17500 14654 237 0,'0'-7'251'0,"0"7"-16"16,0 0-18-16,0 0-17 0,0 0-3 0,0 0-6 16,0 0-7-16,0 0-20 0,0 0-10 0,-10 29-12 15,7-19-8-15,-1 2-5 0,2 1-11 16,-1-3-10-16,1 2-11 0,-1-1-9 0,3-1-10 15,-1 3-8-15,2-3-2 0,-1-1-12 0,5 3 2 0,-2-5-12 16,1 3 1-16,-2-4-8 0,2-1-1 0,0 0-3 16,1 0-7-16,2-1 3 0,-1 0-3 0,-1-3 1 15,0 3-7-15,-5-4-5 0,9 2 7 0,-9-2 5 16,0 0 3-16,13-3-6 0,-8-1-2 0,-5 4-6 16,6-9 6-16,-3 3-6 0,0-3-2 0,0 0-1 15,-1 0 0-15,0-2 0 0,2-1-6 0,0 1 0 16,-2-5-1-16,2 5 2 0,0-4-1 0,0 4-8 15,0-2 0-15,1-2 1 0,1 1-2 0,-1 3 4 16,1 2-5-16,1-3-5 0,2 5 5 0,-3-3-1 16,2 4 1-16,-1-1-1 0,3 1-4 0,-5 3 0 15,-5 3 4-15,15-4-4 0,-15 4 3 0,18 2 1 16,-9 2-1-16,1 0-3 0,-1 3 3 0,0 0 1 16,-1-1-2-16,-2 3 1 0,4 1 0 0,-2-1 0 15,-3 1 4-15,2 1-1 0,-2-2-3 0,-2 1 2 16,3-1 2-16,-1 1-6 0,-1 0 4 15,1-2 3-15,1-1-4 0,0 2 2 0,0-4-3 0,0 2 5 16,3-1 0-16,1-3-2 0,0 0 3 0,-1 1-3 16,4 0 5-16,-4-2-2 0,3-2-1 0,0 0 3 15,-3 0-5-15,3 0 4 0,-5-2-1 0,-7 2 2 16,13-6-4-16,-8 3 4 0,3-1 5 0,-3-2-15 16,-1-1 6-16,0-1-3 0,-2-2-3 0,0 0 1 15,-2 1-5-15,0-4 3 0,-2 0-4 0,0 1 6 16,-3-3-6-16,0 0 3 0,-4 1-2 0,1 0 6 15,0-1-5-15,2 6 3 0,-4-2-3 0,5 4 0 16,-4-1 3-16,1 1-4 0,0 3 5 0,-1 0-3 16,0 0-9-16,9 4-14 0,-20-3-16 0,20 3-20 15,-22 3-19-15,11-2-29 0,0 3-31 0,11-4-41 16,-20 9-39-16,10-3-19 0,0 3-179 0,3 0-457 16,7-9 202-16</inkml:trace>
  <inkml:trace contextRef="#ctx0" brushRef="#br0" timeOffset="-115339.23">18535 14728 38 0,'9'-2'275'0,"-9"2"2"0,7-1-6 15,-7 1-9-15,0 0-17 0,10-3-25 0,-10 3-15 16,10-1-16-16,-3 0-15 0,0-1-16 0,6 2-16 16,1-1-13-16,5-1-10 0,2 1-15 0,-3-1-11 15,2 1-13-15,2-2-23 0,-3 2-26 0,-1-4-42 16,-5 5-52-16,-2 0-58 0,-1 0-76 0,-3-2-43 16,-7 2-167-16,7 2-440 0,-7-2 195 15</inkml:trace>
  <inkml:trace contextRef="#ctx0" brushRef="#br0" timeOffset="-115179.3">18563 14869 219 0,'0'0'256'15,"-7"4"-1"-15,7-4-3 0,-5 4-4 0,5-4-8 16,0 0-25-16,0 0-14 0,0 0-18 0,14 6-18 16,-14-6-12-16,15 2-17 0,-1-2-12 0,4 1-33 15,5-1-41-15,-1-1-49 0,5-1-54 0,1-1-61 16,-3 0-79-16,-3 3-213 0,0-2-438 0,-3-1 194 15</inkml:trace>
  <inkml:trace contextRef="#ctx0" brushRef="#br0" timeOffset="-96112.37">19493 14631 80 0,'1'-10'179'0,"0"0"5"0,-1-2-17 16,1 2 8-16,-1 1-9 0,0 1-15 0,0 8 5 16,2-13-1-16,-2 13-10 0,0-11-14 0,0 11-16 15,1-7-14-15,-1 7-10 0,0 0-13 0,0 0-13 16,0 0 0-16,0 0-8 0,0 0-1 16,1 35-9-16,-2-18-1 0,0-1-7 0,-1 3 2 0,2 0 10 15,-1 1-5-15,1-1-5 0,-2 0 3 0,0-1-10 16,1 3-1-16,-2-2-5 0,3 1-2 0,2 2-5 15,-4-3 0-15,2 0-1 0,0-1-3 0,0-2 2 16,0 0-3-16,0-2-5 0,2-3-26 0,-1 1-22 16,0-1-29-16,1 1-39 0,-1-3-42 0,-1 1-35 15,1-3-39-15,2-1-137 0,-3-6-388 0,0 9 173 16</inkml:trace>
  <inkml:trace contextRef="#ctx0" brushRef="#br0" timeOffset="-95678.28">19691 14677 166 0,'1'-9'200'16,"-1"9"-17"-16,4-6-22 0,-4 6-18 0,0 0-10 16,0 0-18-16,0 0-6 0,0 0-7 0,0 0-7 15,1 29-10-15,-1-18-7 0,1 1-8 0,-1 1-8 16,0 3 9-16,0-1-18 0,3 2-8 0,-2-6-18 15,4 5-2-15,0-4-2 0,-1-3 0 0,3 1-4 16,2-2-4-16,-2-1 3 0,5-1-1 0,0-2-3 16,5 0-1-16,0-2 0 0,1-3-8 0,-4 1 9 15,2-6-1-15,2-1-2 0,-6 2 0 0,3-4 5 16,-2-2 2-16,1 0 3 0,-4-4 8 0,0 1 1 16,3 1-1-16,-5-5 8 0,1 1 4 0,0 1-4 15,-2-1-3-15,-2 3 5 0,1-1-2 0,-2 2 2 16,-1 3 9-16,1-2 12 0,0 6-7 0,-2 0-5 15,-2 6-9-15,4-7-7 0,-4 7-3 0,0 0-4 16,0 0-4-16,0 0 0 0,0 0-5 0,0 26 1 16,0-8-1-16,-2-2-1 0,0 3-1 0,1-1 3 15,-1 3-10-15,-2 3 0 0,0-1 12 0,2-2-12 16,-1-2 0-16,0 0-4 0,2 6 4 0,0-6 0 16,1-1-12-16,-2-2-26 0,2 1-18 0,-1 1-31 15,0-3-37-15,1 1-48 0,0-6-43 0,-1 3-196 0,-2-3-437 16,3-2 194-16</inkml:trace>
  <inkml:trace contextRef="#ctx0" brushRef="#br0" timeOffset="-95429.77">20226 14609 41 0,'-1'-9'251'0,"2"3"-13"0,-1 6-18 0,-1-10-25 15,1 10-19-15,2-7-18 0,-2 7-11 0,0 0-11 16,0 0 5-16,7 27-7 0,-7-9-8 0,0 0-9 16,1 8-12-16,-2 0-5 0,2 0-8 0,-2 0-11 15,-2-1-2-15,3 0-8 0,-4-1 4 0,3 2-16 16,0-7-3-16,1 0-7 0,-1 0-3 0,-1 0-4 16,1-1-5-16,1-1-15 0,1-2-26 0,-6 3-31 15,5-7-40-15,0 2-26 0,-2-3-61 0,0 0-45 16,1-1-195-16,1-3-435 0,0-6 192 0</inkml:trace>
  <inkml:trace contextRef="#ctx0" brushRef="#br0" timeOffset="-95269.67">20460 14880 32 0,'1'-10'242'0,"-1"10"-1"15,2-7-9-15,-2 7-11 0,0-8-13 0,0 8-21 16,0 0-25-16,0 0-19 0,0 0-17 0,1-8-13 15,-1 8-26-15,0 0-29 0,0 0-33 0,0 0-33 0,0 0-57 16,0 0-58-16,0 0-54 0,0 0-107 16,0 0-308-16,-1 25 136 0</inkml:trace>
  <inkml:trace contextRef="#ctx0" brushRef="#br0" timeOffset="-94846.46">20608 14643 50 0,'0'-6'246'0,"0"-1"1"0,0 7-19 0,0-12-22 16,0 12-14-16,0-9-28 0,0 9-13 0,0 0-11 15,0 0-5-15,0 0-11 0,0 0-11 0,-6 34-8 0,6-23-1 16,-1 5-7-16,-1 0-12 0,4 0-6 0,-2 0-9 16,1 0-3-16,3-3-5 0,2 1-7 15,3-2-5-15,0 1-4 0,1-5-2 0,4 2-5 16,2-2-3-16,0-2-1 0,0 0-4 0,-1-5-4 15,-2 0 8-15,7-1-14 0,-7-2-2 0,7-2-2 16,-4-2-1-16,-4-1 2 0,3-1-3 0,0-1-5 0,-1-2 4 16,-1-2-3-16,-2-1 6 0,0-1 0 15,1 1-12-15,-3 0-1 0,-1 0 4 0,-3 4 1 16,1 1-4-16,-2 0 1 0,-1 1 10 0,-1 2-3 16,2 0 8-16,-4 6-10 0,4-6-7 0,-4 6 2 0,0 0 9 15,0 0-7-15,0 0 12 0,6 18 0 0,-6-7 0 16,0 1 4-16,0 4-6 0,-2 3 2 15,-2-3-2-15,3 3 1 0,-3-1-5 0,1 1 0 16,2-1-2-16,-2-1-1 0,3 0-2 0,0-1 0 0,-1 0 2 16,1 1 0-16,3-5-10 0,-3-1-24 0,0 1-29 15,1-1-30-15,-1 0-28 0,-1-1-30 0,2-1-39 16,-1-2-48-16,0 0-33 0,0-7-165 16,-3 14-460-16,3-14 204 0</inkml:trace>
  <inkml:trace contextRef="#ctx0" brushRef="#br0" timeOffset="-94572.67">21187 14656 185 0,'4'-4'189'0,"1"-1"-4"0,0 3-7 0,-5 2-9 0,0 0 0 16,16 8-23-16,-11 0 1 0,-1 1-11 0,0 2-7 15,-3 6-11-15,-2-6-12 0,-2 7-10 0,-1-1-9 16,-2 1-9-16,-2-1-6 0,0 0-7 15,1-1-5-15,-2-2-7 0,3-3-4 0,-1 1-8 16,1 0-4-16,2-5-4 0,1 2 1 0,2-1-3 0,0-3 0 16,1-5 2-16,3 11-1 0,4-7-1 15,5-1-6-15,7-2-2 0,9 1-1 0,2-4-2 0,2 2-1 16,4-4-5-16,4-2-8 0,-5 3-20 16,1 0-31-16,1-4-34 0,-2 1-45 0,2-2-45 15,-4 4-57-15,-4 2-140 0,2-3-396 0,-3-2 176 16</inkml:trace>
  <inkml:trace contextRef="#ctx0" brushRef="#br0" timeOffset="-92955.17">21757 14728 89 0,'0'0'206'0,"-5"-8"-3"0,5 8-9 0,-2-5-8 15,2 5-20-15,0 0-14 0,-4-7-17 16,4 7-11-16,0 0-10 0,0 0-11 0,0 0 7 15,0 0 4-15,0 0 3 0,18 19-2 0,-12-9-5 16,0 3-11-16,1-1-4 0,-2 3-10 0,1 1-18 0,-1-2 4 16,2 3-2-16,-2-2-9 0,-1 0 4 0,2-1-3 15,-1-2-6-15,0 1-5 0,3-1 2 0,-3 0-5 16,0-2-6-16,3 0 0 0,-2-2 2 0,1 1 3 16,-2-2 6-16,0-2-3 0,1-1 0 0,-1-1 2 15,2 1-5-15,1-2-1 0,3-2 5 0,-11 0-2 16,18-6 3-16,-5 2 1 0,-3-2-5 0,0-2-4 15,5-4-2-15,1-2-2 0,4-7-9 0,-2-1 5 16,0 3-6-16,0-3-7 0,-1 0-1 16,-1 1 0-16,2-2 1 0,-1 1-6 0,-4-2-7 0,-1 2-20 15,-2-2-2-15,-1 7-20 0,0 1-14 0,-4 5-20 16,-1-1-18-16,0-1-33 0,-1 3-22 0,-3 10-32 16,2-10-44-16,-2 10-38 0,0 0-33 0,0 0-165 15,0 0-489-15,0 0 217 0</inkml:trace>
  <inkml:trace contextRef="#ctx0" brushRef="#br0" timeOffset="-87212.56">13522 15623 70 0,'-2'-10'194'0,"2"10"-15"0,-3-6-8 0,3 6-11 16,0 0-13-16,0-8-14 0,0 8-17 0,0 0-13 15,0 0-5-15,0 0-7 0,0 0 3 0,13 14-12 16,-7-6 0-16,0 3-5 0,1-2-2 0,1 6-5 16,-1 2-2-16,3-1-4 0,0 1-4 0,-1-1-4 15,5 9-5-15,-7-11-3 0,2 4-6 0,2-3-2 16,-4 2-3-16,-1-7-2 0,3 5-5 0,3 1-5 15,-4-2 0-15,-1-4-5 0,3 0 0 0,-4 0 2 16,1-1-6-16,2-2-1 0,-2-1-2 0,-3-2-2 16,3 1 1-16,-5 0 2 0,-2-5-3 0,9 5 6 15,-9-5 9-15,6 1 2 0,-6-1-4 0,0 0 30 16,14-6 0-16,-11 1-6 0,3-4-3 0,0-1-2 16,0 0-2-16,-2-2-5 0,3-4-4 0,-1-1-4 15,-1-2 0-15,2 1-5 0,2-8-6 16,-3 2 2-16,3-1 0 0,1-1-5 0,-4 2-2 15,1-1-2-15,1 0-2 0,0 2 0 0,-1 7 2 16,-3-1-1-16,-2 5 0 0,3 1-1 0,-1 1-4 0,0 3-3 16,-4 2-3-16,3-1-16 0,-3 6-17 0,4-7-7 15,-4 7-4-15,0 0-18 0,0 0-12 0,0 0-11 16,0 0-21-16,11 21-32 0,-10-9-20 0,1 5-32 16,0 0-27-16,-2 2-142 0,4 0-391 0,-2 0 174 15</inkml:trace>
  <inkml:trace contextRef="#ctx0" brushRef="#br0" timeOffset="-86679.39">14154 15862 3 0,'0'0'212'16,"0"0"3"-16,0 0-8 0,0 0-12 0,0 0-10 0,0 0-1 16,0 0-8-16,-15-19-9 0,11 16-9 15,4 3-11-15,-11-6-12 0,6 3-5 0,5 3-12 16,-13-5-10-16,4 3-11 0,9 2-11 0,-14 0-4 15,14 0-12-15,-17 3-7 0,9 2-11 0,1 3 1 16,-3-1-7-16,1 0-3 0,1 1-3 0,-2 3-4 16,1 1-4-16,4-1-6 0,0 1 8 0,-2 2-10 15,3 3 1-15,2-6-6 0,2 1 2 0,0-3-8 16,0 4 3-16,2-4 1 0,2 2-4 0,-1-3 3 16,6 0-5-16,-2-1 2 0,2-3-1 0,2 0-1 15,0-1-3-15,-2-3 2 0,2 2 3 0,3-5-4 16,-3-1 0-16,3 2-4 0,-5-3 3 0,1-1-1 15,4-5 0-15,-5 2-2 0,-2-4-2 0,1 2 4 16,0 1 1-16,-3-6 1 0,-2 4-1 0,-2-6-4 16,-1 0 1-16,2-1-1 0,-4-5 1 0,2 6-2 15,-3-1 2-15,2 1-2 0,-2-6 1 0,1 5 0 16,0 1-11-16,0 0 7 0,0-2 2 0,2 1 2 16,0 8 1-16,-2 0 6 0,2 1 5 0,-1 4 0 15,1 6-2-15,-3-13-5 0,3 13-3 0,0 0-1 16,0-8 0-16,0 8-5 0,0 0 4 0,0 0-1 15,0 0 3-15,6 29 2 0,-5-17-4 0,0 4-1 16,-1 2 2-16,4-2-2 0,-2 3 7 0,0 5-5 16,-2-4 0-16,1-2 1 0,0 1-2 0,-1 1 2 15,0-2-2-15,2 2-1 0,-4-3 2 0,2 1 1 16,0-2 6-16,0 1-14 0,0-2 6 0,0-2-9 16,0 4 2-16,0-4-17 0,-2-3-27 0,3 2-29 15,-1 4-30-15,0-4-34 0,3 0-41 0,-2-3-70 16,-1 1-221-16,0-10-509 0,2 13 226 0</inkml:trace>
  <inkml:trace contextRef="#ctx0" brushRef="#br0" timeOffset="-86390.43">14510 15876 96 0,'-4'-6'262'0,"4"6"-10"0,-7-5-18 0,7 5-20 16,0 0-17-16,-10 0-14 0,10 0-10 0,-15 6-8 16,8 0-10-16,-4 2-9 0,2 2-9 0,-4 1-7 15,1 1-14-15,1 2-3 0,2 1-3 0,0-1-8 16,0-2-7-16,0 4-8 0,3-5-6 0,3 4-8 16,0-3-4-16,3 0-10 0,1 0-3 0,-1 1-4 15,1-2-5-15,5-2 1 0,-2 1-23 16,3-2 24-16,1 1-12 0,-1-3-6 0,5-1-3 15,-1-1-20-15,1 0-31 0,3 2-42 0,-1-4-38 16,5-4-35-16,-5 2-44 0,-1-1-50 0,6-3-55 0,3 0-147 16,-4-1-469-16,2-1 207 0</inkml:trace>
  <inkml:trace contextRef="#ctx0" brushRef="#br0" timeOffset="-86212.65">14884 15938 165 0,'0'0'229'0,"8"-4"-5"0,-8 4-6 16,7-5-7-16,-1 2-16 0,-6 3-13 0,14-4-18 16,-5 3-15-16,2-2-15 0,8 1-15 0,-6 1-9 15,6-2-12-15,-1 4-19 0,0-1-31 0,-5 0-43 16,1 2-46-16,-3-2-58 0,2 3-47 0,-3-1-57 16,-10-2-105-16,7 6-331 0,-7-6 146 0</inkml:trace>
  <inkml:trace contextRef="#ctx0" brushRef="#br0" timeOffset="-86040.37">14899 16051 154 0,'-6'1'260'0,"6"-1"-2"0,-10 4-6 0,10-4-16 16,-7 2-18-16,7-2-6 0,0 0 6 0,0 0-10 16,0 0-15-16,0 0-14 0,20 9-19 0,-9-7-10 15,8-1-23-15,-1 0-5 0,2-1-27 0,1 1-32 16,-2-1-51-16,3 0-48 0,6 1-54 0,-10 1-57 15,4-4-62-15,-2 2-231 0,-3-3-476 0,0 0 211 16</inkml:trace>
  <inkml:trace contextRef="#ctx0" brushRef="#br0" timeOffset="-83479.39">15926 15645 16 0,'0'0'153'0,"-4"-9"9"0,4 9-9 0,-3-6-5 16,3 6-6-16,0 0-8 0,0 0-9 0,-2-8-14 15,2 8-9-15,0 0-12 0,0 0-7 0,0 0-13 16,-3-6-4-16,3 6-3 0,0 0-9 0,0 0 1 16,0 0 8-16,0 0 5 0,0 0-9 0,16 16 0 15,-11-11-6-15,0 3-2 0,5 1 0 0,-1 5-4 16,-4-3 1-16,6 2 1 0,-4-1 1 0,2 1-5 16,5 0-6-16,-5 4 1 0,-1-4-4 0,2 2 3 15,-1 0-6-15,0 0-4 0,0 1-2 0,-1-3-1 16,3 1 0-16,-6-4-4 0,6 3-1 0,0 0 0 15,-4-4-2-15,-2 1 0 0,4 0-2 0,-2-2-5 16,-1 0 2-16,1 1-1 0,-1 0-1 0,0-3-4 16,1 0 5-16,-3 1 1 0,-1-2-4 0,1-1-2 15,-4-4-2-15,7 8 2 0,-4-4-4 0,-3-4 2 16,5 5-1-16,-5-5-1 0,7 5 0 0,-7-5 2 16,2 3 0-16,-2-3-1 0,0 0 2 0,0 0 6 15,0 0 9-15,6 4 0 0,-6-4 0 0,0 0 1 16,0 0-4-16,7-11 9 0,-2 5-7 0,-5 6-7 15,7-14-2-15,-3 6 0 0,-1-3 1 0,3 0 1 16,-1-6-6-16,0 0 1 0,2 1 4 0,-1-2-4 16,1-6-7-16,2-1 3 0,1-1-2 15,1-1-1-15,-1 2 34 0,1 0-2 0,-3 1-6 16,1-2-1-16,-4 7-4 0,1 1-5 0,1 0 5 0,-2 2-6 16,1 0-4-16,-3 5 1 0,1 0-7 15,-2 2 7-15,1 3-5 0,-2 0-3 0,-1 6-5 0,4-9 2 16,-4 9-3-16,3-8 4 0,-3 8-4 0,0 0-3 15,2-6-1-15,-2 6-7 0,0 0 0 0,0 0-11 16,0 0-18-16,0 0-17 0,0 0-13 0,0 0-13 16,0 0-14-16,0 0-27 0,3 25-24 15,-3-25-8-15,1 13-43 0,3-5-19 0,-3 2-161 16,-1-10-409-16,5 15 181 0</inkml:trace>
  <inkml:trace contextRef="#ctx0" brushRef="#br0" timeOffset="-79660.76">16493 16015 66 0,'0'0'119'15,"0"0"-3"-15,0 0 1 0,0 0-3 0,0 0-5 16,0 0-3-16,0 0-6 0,0 0 0 0,0 0-11 15,0 0 1-15,0 0-11 0,0 0-8 0,0 0-5 16,0 0-8-16,3-7-6 0,-3 7-6 0,0 0-4 16,0 0 3-16,0 0-9 0,0-10-4 0,0 10-1 15,0 0-4-15,0 0-3 0,0 0-4 0,0 0 3 16,0 0-5-16,-2-9 0 0,2 9-2 0,0 0-6 16,0 0 9-16,0 0-9 0,0 0 4 0,0 0-9 15,0 0 3-15,0 0-4 0,0 0 5 0,0 0-6 16,2-8 2-16,-2 8-2 0,0 0 5 0,0 0-5 15,0 0 0-15,0 0 0 0,0 0-2 0,0 0 2 16,0 0-1-16,0 0 1 0,0 0-2 0,0 0 3 16,0 0-2-16,0 0-7 0,0 0 9 0,0 0-5 15,0 0 5-15,0 0-6 0,0 0 5 0,-5-9-1 16,5 9 2-16,0 0 0 0,0 0-4 0,0 0 3 16,0 0 4-16,0 0 5 0,0 0-4 0,0 0 9 15,-4-6 0-15,4 6 4 0,0 0 1 0,0 0 2 16,0 0 4-16,0 0-2 0,0 0-3 0,0 0-1 15,0 0-1-15,0 0-4 0,0 0-2 0,0 0-6 16,0 0 1-16,0 0-7 0,0 0 6 0,0 0-2 16,0 0-2-16,0 0 1 0,0 0-2 0,0 0 1 15,-3 20 0-15,3-20-3 0,-1 12 4 0,-2-6-1 16,3-6 0-16,-1 11-1 0,1-11-1 0,0 11 4 16,0-11 0-16,0 11-2 0,0-11 1 0,-1 8 1 15,1-8 0-15,1 8-1 0,-1-8 2 0,-1 9-4 16,1-9 1-16,0 0-2 0,-1 7 3 15,1-7-4-15,0 0 3 0,0 0-1 0,0 0 2 16,0 0 0-16,0 0 4 0,0 0 5 0,0 0-1 0,0 0 7 16,0 0 4-16,0 0 5 0,0 0 5 0,0 0 2 15,0 0 6-15,0 0-4 0,0 0-3 0,0 0-2 16,0 0-7-16,0 0-1 0,0 0-3 0,0 0 0 16,0 0-6-16,0 0 0 0,0 0-2 15,0 0 2-15,-3-25-5 0,3 25 0 0,-1-9-2 0,1 9-3 16,0 0 1-16,1-9-1 0,-1 9-1 0,0 0-2 15,0 0 0-15,0-13 0 0,0 13 0 0,0 0 1 16,1-8-4-16,-1 8 1 0,0 0 1 0,0 0-1 16,0 0-4-16,0 0 2 0,2-8 4 15,-2 8-3-15,0 0 0 0,0 0-1 0,0 0-1 16,0 0 3-16,0 0-1 0,0 0 2 0,0 0-2 16,0 0 1-16,0 0-4 0,0 0 3 0,0 0-2 0,0 0 0 15,0 0-2-15,2-7 1 0,-2 7 4 0,0 0-4 16,0 0 2-16,0 0-1 0,0 0 1 0,0 0 0 15,0 0 0-15,0 0-4 0,0 0 5 16,0 0 2-16,0 0-2 0,0 0-1 0,0 0-1 16,0 0 1-16,0 0 0 0,0 0 0 0,0 0 0 15,0 0 0-15,0 0 0 0,0 0 0 0,0 0 2 16,0 0-2-16,0 0-1 0,0 0 0 0,0 0-4 0,0 0 5 16,0 0 2-16,0 0-2 0,0 0-2 0,0 0 4 15,0 0-6-15,0 0 6 0,0 0-3 0,0 0 3 16,0 0-3-16,0 0 3 0,0 0 1 15,0 0-4-15,0 0 2 0,0 0 3 0,0 0-3 16,0 0-2-16,0 0 6 0,0 0-1 0,0 0-2 16,0 0-1-16,0 0 0 0,0 0 0 0,0 0 3 15,0 0-3-15,0 0-1 0,0 0 2 0,0 0-1 16,0 0 2-16,0 0-1 0,-5-7 1 0,5 7-1 16,0 0 0-16,0 0-1 0,0 0-2 0,0 0 1 15,0 0-2-15,0 0 3 0,0 0 1 0,0 0-4 16,0 0 1-16,0 0 2 0,0 0 0 0,0 0-2 15,0 0-1-15,0 0 3 0,0 0-6 0,4-10 3 0,-4 10-1 16,0 0 3-16,0 0-5 0,0 0 2 16,0 0 0-16,0 0-2 0,0 0 4 0,0 0 1 15,0 0-4-15,0 0-1 0,0 0 0 0,0 0 0 16,0 0-4-16,0 0-1 0,0 0-2 0,0 0-2 16,0 0-1-16,0 0-2 0,0 0-2 0,0 0-5 15,0 0-2-15,0 0-7 0,0 0-11 0,0 0-4 0,0 0-10 16,0 0-12-16,0 0-14 0,0 0-14 15,0 0-32-15,0 0-22 0,-9 19-33 0,9-19-144 16,0 0-356-16,-10 2 158 0</inkml:trace>
  <inkml:trace contextRef="#ctx0" brushRef="#br0" timeOffset="-77591.61">16498 15990 5 0,'0'0'31'0,"0"0"2"0,0 0-4 0,-4-6 0 16,4 6 3-16,0 0-3 0,0 0 8 0,0 0-20 15,0 0 4-15,0 0 3 0,0 0-7 0,0 0 2 16,0 0-4-16,0 0-5 0,0 0 3 0,0 0 1 15,-3-8-4-15,3 8-7 0,0 0 6 0,0 0-4 16,0 0 1-16,0 0-6 0,0 0 5 0,0 0-2 16,0 0 4-16,0 0-3 0,0 0-3 0,0 0 2 15,0 0-7-15,0 0 8 0,0 0 1 0,0 0-11 16,0 0-6-16,0 0-13 0,0 0-2 0,0 0-7 16,0 0-22-16,0 0-59 0,0 0 26 0</inkml:trace>
  <inkml:trace contextRef="#ctx0" brushRef="#br0" timeOffset="-63411.91">16450 16027 45 0,'0'-9'128'0,"0"9"3"15,0 0-4-15,1-10 4 0,-1 10-4 0,0 0-2 0,0-10-15 16,0 10 9-16,1-8-1 0,-1 8-4 0,0 0 7 16,2-6-5-16,-2 6-6 0,0 0-6 0,0 0-11 15,0 0-11-15,0 0-8 0,0 0-5 0,0 0-8 16,0 0-9-16,1-9-4 0,-1 9-3 15,0 0-5-15,0 0-2 0,0 0-7 0,-4 25 3 16,3-17-7-16,-1 2-1 0,1 0 0 0,0 1-4 16,0-2-3-16,-2 1 3 0,3 1 0 0,-4-3-6 15,4-1 1-15,0-7-3 0,-1 16-4 0,1-9 0 16,0-7 1-16,-1 9 2 0,1-9-3 0,-2 9-2 16,2-9 4-16,0 0 9 0,0 10 13 0,0-10 4 0,0 0 8 15,0 0 11-15,-5 5 6 0,5-5-3 0,0 0-8 16,0 0-7-16,0 0-3 0,0 0-6 0,-9-16-4 15,9 16 2-15,-1-13-6 0,-2 5-3 16,2-2-8-16,1 0 6 0,0-2-4 0,0 2-5 16,1-3-2-16,1 2-4 0,2-5 4 0,-2 0-1 0,2 1-5 15,2-2 2-15,-1 1 28 0,1 6-2 16,0-3-2-16,2 4-5 0,-2-1-14 0,-1 1 8 0,-1 3-4 16,0 2-3-16,1 1-1 0,1 0-2 0,-6 3-2 15,16 0-3-15,-16 0 0 0,15 7 3 0,-5-2-4 16,-1 2 0-16,-1 2 3 0,1 0-4 15,-2-1 2-15,0 2-4 0,2 3 1 0,-3-1 14 16,0-2-17-16,0 0 3 0,0-1-1 0,-1 0 3 16,0-2-1-16,-1 0-4 0,-1 0-1 0,-1-1 0 15,1-1 3-15,-3-5-1 0,4 10 1 0,-4-10-2 0,3 6 3 16,-3-6 1-16,0 0 1 0,4 3 3 16,-4-3 6-16,0 0-8 0,0 0 1 0,0 0-1 15,0 0 1-15,0 0 2 0,0 0-1 0,0 0-17 16,2-20 18-16,-2 20-2 0,2-17-6 0,2 10 4 15,1-5-5-15,3-1 5 0,-2-5-9 0,3 5 9 16,2-1-5-16,-1 3 0 0,0 2 0 0,0 0-2 16,0 2 3-16,-1 3-5 0,-1-1 3 0,-3 4-5 15,4 1 0-15,-9 0-1 0,13 4 1 0,-2 2 1 16,-4 3 4-16,-1 1-2 0,-1 0 0 0,0 3-2 16,0 2 5-16,-1 2 1 0,-3-3-8 0,3 4 8 15,-4 2 0-15,3 1 0 0,-3-5-16 0,0 4-20 16,-3-3-33-16,1 0-20 0,0-2-35 0,0-2-32 15,-3 4-53-15,0-5-54 0,2-1-210 0,-1 0-510 16,0-1 226-16</inkml:trace>
  <inkml:trace contextRef="#ctx0" brushRef="#br0" timeOffset="-61674.45">17472 16006 50 0,'0'0'169'0,"0"0"-10"0,0 0-11 15,0 0 2-15,0 0-5 0,0 0-4 0,0 0-7 16,0 0-1-16,0 0-11 0,0 0-6 0,0 0-7 16,0 0-10-16,-18 14-3 0,18-14-7 0,0 0-1 15,-11 1-9-15,11-1-1 0,-7 1-4 0,7-1-4 16,0 0-3-16,-11 4-3 0,11-4-1 0,-7 3-3 15,7-3-4-15,-8 1-3 0,8-1-2 0,-9 1 3 16,9-1-1-16,0 0-2 0,-13 0-1 0,13 0 1 16,0 0-10-16,-10-1-2 0,10 1-3 15,0 0-4-15,0 0-3 0,0 0-2 0,0 0-3 0,0 0-1 16,-11 1-3-16,11-1-1 0,0 0-2 0,0 0 1 16,0 0 0-16,0 0 2 0,0 0-11 0,28 3 13 15,-16-3-5-15,2 0-3 0,-1 1-2 0,1-2 2 16,-1 2-2-16,-1-2-1 0,2 2 2 0,-1-2-2 15,0 1-5-15,-2 0 3 0,-1 0-1 0,2 0 2 16,-3 1 0-16,-9-1 1 0,14 0 0 0,-7 2 0 16,-7-2-8-16,9 0 12 0,-9 0 0 0,0 0-1 15,9 0-2-15,-9 0 3 0,0 0 1 0,0 0 9 16,0 0-2-16,0 0-5 0,8 1 0 0,-8-1-3 16,0 0-1-16,0 0 1 0,0 0-13 0,0 0 3 15,0 0 1-15,0 0-17 0,0 0-26 0,8 2-33 16,-8-2-42-16,0 0-59 0,0 0-68 0,0 0-276 15,0 0-557-15,0 0 247 0</inkml:trace>
  <inkml:trace contextRef="#ctx0" brushRef="#br0" timeOffset="-60896.3">18372 15689 132 0,'-12'-3'213'15,"1"3"-9"-15,1-3-13 0,2 3-13 0,0-3-10 16,8 3-13-16,-13-1-9 0,13 1-5 0,-11-4-5 16,11 4-13-16,-8-2-9 0,8 2-11 0,0 0-11 15,-6-1-6-15,6 1-8 0,0 0-8 0,0 0-8 16,0 0-6-16,33 1-5 0,-15-1-5 0,10 2-2 16,3-4-6-16,0 2-4 0,4 0-2 0,-4 0-1 15,1-1-10-15,-3-1-16 0,-6 2-22 0,-1 2-21 16,-4-2-25-16,0 1-24 0,-3-1-43 0,-5 0-50 15,1 2-20-15,-5-1-140 0,-6-1-367 0,9 1 163 16</inkml:trace>
  <inkml:trace contextRef="#ctx0" brushRef="#br0" timeOffset="-60430.16">18507 15676 171 0,'0'0'169'0,"0"0"-6"0,0 0-19 0,0 0-12 15,-9 1 3-15,9-1 6 0,-2 8 14 0,2-8-5 16,-4 12-15-16,3-3-7 0,1 3 4 0,-2 0-7 16,1 1-8-16,1 0-6 0,0-2-4 0,0 3-7 15,-1 3-8-15,1-2-10 0,0-3-1 0,1 4-10 16,-1-4-7-16,0 0-6 0,0 0-8 0,0-1-2 16,3-2-2-16,-3 2-7 0,1-1-4 0,0-3-4 15,2 0-5-15,-3-7 1 0,0 13-6 0,1-5 1 16,-1-8-3-16,3 12-6 0,-3-7-2 0,0-5 3 15,0 0-2-15,-2 11 1 0,2-11 0 0,-1 9-3 16,1-9-6-16,-5 5 6 0,5-5-2 0,-3 7-5 16,3-7-6-16,-9 7-1 0,9-7-3 0,-6 4-1 15,6-4 1-15,-8 2-4 0,8-2 3 16,-11 3-3-16,11-3-1 0,-12 0-2 0,12 0-5 0,-14-3 2 16,14 3 3-16,-12-3-1 0,6 2 4 0,6 1 0 15,-12-3 0-15,12 3 1 0,-8-4 4 0,8 4-1 16,-8-2-1-16,8 2 0 0,0 0 4 0,-6-5-1 15,6 5-1-15,0 0 0 0,0 0 5 16,0 0-6-16,0 0 3 0,0 0 2 0,0 0-2 0,0 0 0 16,0 0 2-16,0 0 1 0,0 0 0 15,0 0-2-15,0 0 3 0,28-3-2 0,-14 3-1 0,-2-1 0 16,7 0 2-16,-1-1 1 0,0 2-7 0,-1 2-10 16,1-2-22-16,3 0-21 0,-3 0-19 0,1 0-24 15,1 0-34-15,2-2-27 0,-1 4-20 0,0-2-21 16,0 0-122-16,-3-2-355 0,1 2 157 15</inkml:trace>
  <inkml:trace contextRef="#ctx0" brushRef="#br0" timeOffset="-59979.13">18934 15935 97 0,'0'-8'193'0,"0"8"-11"15,-5-9 5-15,5 9-5 0,-6-6-4 0,6 6-9 16,-7-7-9-16,7 7-14 0,-10-5-10 0,10 5-9 15,-13 0-15-15,13 0 1 0,-15 5-7 0,5 1-10 16,-2 1-7-16,1-1-2 0,0 2-9 0,1 0-4 16,1 2-6-16,0-2-7 0,3 1-8 0,-2 7-5 15,2-7-4-15,3-1-5 0,1 1-1 0,0-3 2 16,2-6-7-16,-1 15-2 0,4-10-5 0,-3-5 1 16,7 9-5-16,0-6-1 0,3 0 0 0,-4 0 0 15,5-3-1-15,-1-1 1 0,1-1-5 0,-2-3-5 16,0 1 3-16,1 0 0 0,-4-2-3 0,1-3-1 15,1 2-1-15,0-4 0 0,-2-3-3 0,-1 3 2 16,-2-5-5-16,1 3 2 0,-1-3-3 0,0 0 5 16,1-2-2-16,-3 1-1 0,0 1-2 0,-1-1 1 15,-1-1-3-15,1 3 3 0,0 2 3 0,0 3 1 16,-3 0 0-16,5 3 0 0,-2 7 3 0,-2-13-2 16,2 13-3-16,-3-8-4 0,3 8 2 0,0 0 2 15,0 0-3-15,0 0 2 0,0 0 8 0,0 0 3 16,-2 38 2-16,0-27 0 0,1 8-2 0,-2-2 2 15,0 2-6-15,1-2-1 0,-1 2 4 0,1-2-5 16,-1 2 3-16,1-1 1 0,2-2-7 0,0 3-16 16,-2-2-25-16,2-1-43 0,0-4-35 0,0 5-37 15,0-3-49-15,2-3-46 0,-2 0-204 0,1-1-486 16,-1-10 215-16</inkml:trace>
  <inkml:trace contextRef="#ctx0" brushRef="#br0" timeOffset="-59729.91">19214 15927 165 0,'0'0'268'0,"-6"-6"-14"0,6 6-9 16,-13 1-6-16,13-1-11 0,-18 5-3 0,5 0-16 16,-4 3 0-16,1 0-16 0,2 2-13 15,-4 2-8-15,4 1-11 0,1 1-15 0,3-2-6 16,2-1-19-16,1-2-7 0,3 6-30 0,0 0 8 15,3-3-7-15,1 0-10 0,5-2-5 0,1 0-6 16,3-1-16-16,4 1-17 0,3 1-49 0,0-5-20 16,4 2-33-16,-1-4-39 0,2 0-31 0,-2 0-44 15,3-2-52-15,-2-2-47 0,-6-1-172 0,0 0-494 16,-1 0 219-16</inkml:trace>
  <inkml:trace contextRef="#ctx0" brushRef="#br0" timeOffset="2085.4">18696 16338 7 0,'-2'-7'68'0,"2"7"-11"16,0 0-5-16,0 0-3 0,-4-5-8 0,4 5-3 15,0 0-10-15,0 0 1 0,0 0-5 0,0 0-3 16,0 0 1-16,0 0-2 0,0 0-3 0,0 0-1 16,0 0-1-16,0 0-5 0,0 0-4 0,0 0 2 15,0 0 1-15,0 0-4 0,0 0 2 0,0 0-3 16,0 0 2-16,0 0-19 0,0 0-15 0,0 0-9 15,0 0-10-15,0 0-26 0,0 0-78 0,0 0 35 16</inkml:trace>
  <inkml:trace contextRef="#ctx0" brushRef="#br0" timeOffset="2887.25">18390 16366 10 0,'0'0'64'0,"-11"-1"-6"0,11 1 1 0,-10-2 0 16,10 2-3-16,-9-1 9 0,9 1 0 0,-9-1-3 0,9 1 5 15,0 0-2-15,-10-3 0 0,10 3-3 16,0 0-1-16,0 0-4 0,-11-1-6 0,11 1-1 16,0 0-1-16,0 0-10 0,0 0 3 0,-8-1-5 15,8 1 2-15,0 0-9 0,0 0 0 0,0 0-5 16,0 0 3-16,0 0-4 0,0 0 2 0,0 0 1 16,0 0 7-16,0 0-3 0,0 0 1 0,0 0-4 15,0 0 0-15,0 0 4 0,0 0-5 0,0 0 0 16,0 0-3-16,0 0-2 0,0 0-5 0,0 0 0 15,0 0-3-15,0 0 0 0,-10-2-5 0,10 2 0 16,0 0 2-16,0 0-7 0,0 0 6 0,0 0-3 16,0 0 4-16,0 0-4 0,0 0-3 0,0 0-3 15,-13 3 2-15,13-3 4 0,0 0-5 0,-6 1-1 16,6-1 6-16,0 0-3 0,0 0 6 0,0 0-9 16,0 0 1-16,-12 0 3 0,12 0-4 0,0 0-4 15,0 0 5-15,-8 3-6 0,8-3 6 0,0 0-4 16,0 0-12-16,0 0 16 0,-10 0 1 0,10 0 1 15,0 0-2-15,0 0-3 0,0 0 3 0,-9 1 0 16,9-1 1-16,0 0-1 0,-9 1 0 0,9-1-1 16,0 0-1-16,-9 1 9 0,9-1-9 15,-7 2 1-15,7-2 0 0,0 0 0 0,-11 0 1 0,11 0-1 16,0 0 1-16,-10 1 1 0,10-1 0 0,0 0 0 16,0 0-2-16,-7 2 5 0,7-2 1 0,0 0-2 15,0 0 2-15,0 0-5 0,0 0 2 0,0 0 4 16,0 0 2-16,0 0 4 0,35 4-2 15,-7-4 1-15,4 0 6 0,6 0 5 0,1 0-1 16,16 0 2-16,3 0-3 0,2 0 5 0,0 0-11 0,1 0 3 16,28-2-7-16,-27 1 2 0,3 4-1 0,-4-3 0 15,6 0-1-15,-2 0-2 0,-2-2 1 0,-1 2 3 16,2-2-3-16,-5-1 6 0,-7 3-8 0,-1-4 2 16,-15 1 0-16,0 1 8 0,-4-1-13 15,-4 0 1-15,-8 3 3 0,-3 0 4 0,-5 0 7 16,-2-3 5-16,-1 0 6 0,0 5 10 0,-9-2 2 15,10-3 7-15,-10 3-6 0,0 0-5 0,5-3-6 16,-5 3-1-16,0 0-8 0,0 0-3 0,0 0-19 0,-25-4-18 16,25 4-27-16,-25 2-40 0,12 0-19 0,-6 1-49 15,4 1-34-15,-5 4-28 0,-10 2-117 0,0 0-357 16,-1 0 157-16</inkml:trace>
  <inkml:trace contextRef="#ctx0" brushRef="#br0" timeOffset="3420.74">18473 16603 149 0,'0'0'202'0,"0"-9"-13"0,0 9-20 16,2-5-14-16,-2 5-14 0,0 0-12 0,0 0-15 16,0 0-17-16,0 0-4 0,0 0 9 0,0 0-6 15,8 20-2-15,-5-7-11 0,-3 3-7 0,0-5-6 16,0 3-9-16,1 3-7 0,0-4-3 0,2 2-6 16,-2-2-4-16,5 2-3 0,-1 1-2 0,1-2-4 15,0-6 1-15,-1 1 1 0,1-1-12 0,-1-2 0 16,1 0-3-16,-6-6 3 0,10 9 0 0,-4-6-10 15,-6-3 2-15,10 3 2 0,-10-3-3 0,15-3 0 16,-9 0 1-16,3-1-3 0,-1-3 1 16,-2-1-5-16,0 1 4 0,1-3 1 0,-1 0-6 15,-1 1-6-15,-1-4 5 0,0 4-2 0,1-2 3 0,-2 0-3 16,2 1 1-16,-2 1-4 0,1 1 2 0,-2 2 1 16,-2 6 2-16,6-10-5 0,-5 5-4 0,-1 5 2 15,4-4 0-15,-4 4-1 0,0 0 3 16,0 0 5-16,0 0 12 0,5 18 0 0,-2-9 2 15,-3 2 5-15,-3-2-2 0,3 4-6 0,-1-1-1 16,0-1 7-16,1 3-4 0,-1 0-5 0,2 0 4 16,-1 1-4-16,0-4 0 0,0 4-2 0,-1-3-2 15,1 0 0-15,0 0 1 0,2 1-3 0,-2-2-26 16,0 0-22-16,0 0-16 0,1 0-22 0,2-1-39 16,-3-10-28-16,0 18-40 0,1-10-20 0,-1-2-141 15,1 1-375-15,-1-7 167 0</inkml:trace>
  <inkml:trace contextRef="#ctx0" brushRef="#br0" timeOffset="3721.82">19068 16583 226 0,'2'-8'221'0,"-2"8"-14"0,0 0-24 0,1-7-18 15,-1 7-19-15,0 0-8 0,0 0-2 0,-14 15-9 16,2-4-7-16,2 4-8 0,1 3-1 0,-1 0-8 16,-2 4-4-16,2 1-5 0,-1 2-5 0,6-6-4 15,-1 0-3-15,0 5-8 0,1 1-6 16,1-5-8-16,4 6-3 0,-4-1-6 0,4-8-4 16,0-1-4-16,0 0-3 0,-1 2-4 0,2-4-6 0,3 2 1 15,-3-3-4-15,-1-1-3 0,2 0-24 0,-2 2-24 16,0-4-21-16,0 0-28 0,-3 0-30 0,3-10-22 15,-5 19-41-15,3-13-27 0,0-2-21 16,-2 2-135-16,4-6-376 0,0 0 166 0</inkml:trace>
  <inkml:trace contextRef="#ctx0" brushRef="#br0" timeOffset="3871.5">18823 16851 28 0,'0'0'123'0,"14"-8"-15"15,-3 4-5-15,7 0-1 0,3-1-21 0,10-3 6 16,1 5-24-16,1-1 4 0,2-2-25 0,1 3-25 16,0 2-44-16,1-5-36 0,-4 5-60 0,-5 1-131 15,3-1 58-15</inkml:trace>
  <inkml:trace contextRef="#ctx0" brushRef="#br0" timeOffset="4103.58">19444 16690 147 0,'0'0'199'0,"-14"-6"-15"0,8 5-5 16,6 1-4-16,-21 1-5 0,10 4 0 0,-1 0-10 15,-2 4-4-15,-1 4-10 0,-6 1-8 0,6 0-8 16,1 0-11-16,2 2-11 0,2 0-12 0,4 1-8 16,-1-2-1-16,2 1-15 0,4-3-2 0,1-1-12 15,6 4-1-15,1-2-7 0,4-1-15 0,5 0-17 16,-1-3-18-16,5-1-25 0,10 1-26 15,2-4-33-15,0-1-29 0,0-2-25 0,2-3-21 16,-1-1-47-16,2-1-134 0,-4 1-367 0,-2-6 162 16</inkml:trace>
  <inkml:trace contextRef="#ctx0" brushRef="#br0" timeOffset="4571.58">20677 16237 186 0,'-16'-5'199'16,"8"4"-15"-16,8 1-14 0,-15-4-14 0,15 4-14 16,-14-2-9-16,14 2-5 0,-12-1-19 0,12 1-10 15,0 0-6-15,0 0-17 0,0 0 1 0,0 0 1 16,0 0-16-16,0 0-1 0,0 0-8 0,53-5-7 16,-24 2-1-16,2 3-7 0,-1 2 0 0,-2-2-18 15,-6 0-31-15,-3 0-23 0,2 1-56 0,-8 0-31 16,0 0-45-16,-3 0-130 0,-10-1-320 0,0 0 142 15</inkml:trace>
  <inkml:trace contextRef="#ctx0" brushRef="#br0" timeOffset="4737.41">20610 16402 14 0,'0'0'211'0,"0"0"-20"0,-9 0-15 0,9 0-18 0,0 0-18 16,0 0-14-16,0 0-13 0,38 0-6 0,-19 0-12 15,9-2-12-15,2-1-25 0,2 0-34 0,-3 1-38 16,3-1-55-16,0 0-52 0,0 3-95 16,0 0-233-16,-3-3 103 0</inkml:trace>
  <inkml:trace contextRef="#ctx0" brushRef="#br0" timeOffset="213970.86">21802 15795 35 0,'1'-9'110'0,"-1"9"0"0,0 0-16 0,0 0-11 15,-1-11-6-15,1 11 0 0,0 0 7 0,-4-9-3 16,4 9 2-16,0 0-8 0,-1-7-9 0,1 7-2 16,0 0-7-16,-5-5 6 0,5 5-20 0,-8-3-2 15,8 3-4-15,-9-3-5 0,9 3-6 0,-11-1 2 16,11 1-4-16,-13 0-1 0,13 0 0 0,-10-2-2 16,10 2 0-16,-11 0 7 0,4-2-11 0,7 2-2 15,-10-2-1-15,10 2-1 0,-8-3 4 0,8 3-4 16,0 0 8-16,-12-1 3 0,12 1-1 15,0 0 0-15,-7-3-3 0,7 3 3 0,0 0-2 0,0 0-2 16,0 0-3-16,0 0 0 0,0 0 0 0,-8-2-5 16,8 2 1-16,0 0 0 0,0 0 0 0,0 0 2 15,0 0-7-15,0 0 7 0,0 0 20 0,0 0-6 16,0 0-6-16,25-5 2 0,-15 4-6 0,2-2 2 16,2 1-5-16,2-1 0 0,2 1-1 0,1 1 1 15,-3-1-3-15,-2 1-1 0,3 0-19 0,1 1-8 16,-7-2-22-16,1 1-13 0,2 1-26 0,0 0-12 15,-1 0-14-15,-2 1-19 0,2-1-15 0,-1 2-12 16,-3-2-75-16,-2 0-240 0,-7 0 106 0</inkml:trace>
  <inkml:trace contextRef="#ctx0" brushRef="#br0" timeOffset="-165475.62">24225 14650 110 0,'-4'-13'128'0,"2"3"-4"15,0-2 22-15,0 2-18 0,1 0 7 0,-2-1-9 16,0 0-16-16,1 1-6 0,-1 1-5 0,2 3 4 15,1 6-4-15,-1-12-8 0,1 12-9 0,-2-6-11 16,2 6-6-16,0 0-9 0,0-11-6 0,0 11-5 16,0 0-3-16,0 0-3 0,0 0-2 0,17 13-3 15,-8-4 3-15,0 3-6 0,1 1 2 0,2 3 0 16,-2 1-4-16,3 6 2 0,-2-6 0 0,-1 5-3 16,1 2-1-16,-1-7 0 0,-4 1-1 0,5-1-9 15,-5 0 3-15,1 1-4 0,0-4 0 0,-2-2-1 16,2-2 1-16,-2 0-7 0,1-2 1 0,-4 1 0 15,5-1 1-15,-5-3-1 0,2 0-3 0,-4-5 1 16,5 9-3-16,-3-5 11 0,-2-4 15 0,0 0 14 16,0 0-4-16,0 0-4 0,0 0-3 0,14-9-2 15,-10 1-4-15,-1-2-4 0,1-6-1 0,1-2-6 16,2 3 2-16,-1-9-6 0,-2 5 3 0,2-8-2 16,2 1-5-16,1-2 1 0,-4 1 0 0,0 1-5 15,3 0 1-15,1 1-2 0,-3-3 1 0,-1 9-1 16,0 3 2-16,-1 1-4 0,0 2 2 0,-1 2 1 15,-1 1-2-15,3 0-3 0,-2 2 3 0,-3 1-7 16,0 7-11-16,1-9-17 0,-1 9-22 0,3-5-6 16,-3 5 4-16,0 0-15 0,0 0-20 0,0 0-38 15,0 0-33-15,-16 41-31 0,5-16-162 0,-3 5-384 16,0-3 171-16</inkml:trace>
  <inkml:trace contextRef="#ctx0" brushRef="#br0" timeOffset="-164992.25">24680 14754 64 0,'5'-6'198'16,"-3"-2"-8"-16,-1 1-5 0,-1 7 5 0,0-10-1 16,0 10-14-16,-5-11-14 0,5 11-16 0,-3-7-17 15,-3 4-10-15,6 3-12 0,-16 2-4 0,6 2-6 16,-7 3 0-16,2 3-7 0,0-1-5 15,0 5-4-15,-1-1-6 0,-3 5-6 0,6-3-10 0,-1 2-6 16,3-4-6-16,3 3-4 0,-1-2-3 0,4-2-4 16,2-1-4-16,2 0 2 0,1-1-10 0,1-1 2 15,2 0 1-15,0-3-6 0,3-1 1 0,3 2-2 16,-2-3 0-16,9-2-1 0,-5-2-4 0,0-2 1 16,2 0-1-16,8-3-2 0,-3-5-1 0,0 4-2 15,-3-6 0-15,3 0-1 0,-5 0 1 0,0-5 5 16,-1 0-6-16,-4-2-3 0,0 1 0 0,-2-7 0 15,-2 8 2-15,-3-9-2 0,0 1-5 0,-2 0 5 16,-1-2-4-16,-1 1 2 0,-1 1 7 0,2-2-8 16,-2 8 2-16,0 1-1 0,1 0-3 0,3 3 1 15,-2 2 1-15,-2 4-6 0,4 2 2 0,0 7-5 16,-3-10 3-16,3 10-3 0,0 0 2 0,0 0-3 16,0 0 3-16,0 0-2 0,11 37 13 0,-7-13-6 15,-2 5-4-15,1 1 1 0,-1-2 3 0,3 0-6 16,-3 1 4-16,-1-1 1 0,0 0 1 0,2-1 0 15,-1-1 1-15,0-2-17 0,0-5-19 0,-1-1-19 16,1 1-26-16,0-4-23 0,1-2-40 0,1 0-24 16,1-3-29-16,0 1-28 0,0-2-135 0,2-1-388 15,-1-3 172-15</inkml:trace>
  <inkml:trace contextRef="#ctx0" brushRef="#br0" timeOffset="-164792.49">25012 14662 184 0,'-2'-12'193'0,"-2"2"-9"0,3 4-19 16,1 6-4-16,-8-3 0 0,8 3-8 0,-17 5-3 16,9 0-1-16,-4 8-2 0,-3 0-15 0,2 1-8 15,-1 1-13-15,3 3-9 0,3-2-8 0,0 2-13 16,2 0-3-16,3-1-8 0,3-1-8 0,0 2-4 16,3-1-10-16,0-2-1 0,4 2-5 0,0-6-27 15,2 2-29-15,2 0-34 0,3-1-33 0,0-5-46 16,6 0-42-16,-2-1-44 0,1-1-131 0,2-5-372 15,-1 0 165-15</inkml:trace>
  <inkml:trace contextRef="#ctx0" brushRef="#br0" timeOffset="-164653.9">25430 14702 42 0,'9'-4'152'0,"-2"-4"-11"15,2-1-12-15,2 3-10 0,2 0-13 16,-1 3-7-16,4-1-14 0,-2 3-4 0,-1 1-26 0,-2 0-27 15,3 1-32-15,-2 3-41 0,-2-1-43 0,-6 4-62 16,3 0-163-16,-5 1 72 0</inkml:trace>
  <inkml:trace contextRef="#ctx0" brushRef="#br0" timeOffset="-164509.99">25552 14821 87 0,'0'0'174'0,"0"0"-12"15,-4 4-12-15,4-4-15 0,0 0-8 0,0 0-14 16,0 0-15-16,0 0 2 0,15 5-16 0,-7-6-9 15,6-1-12-15,3 4-29 0,0-5-43 16,5 0-53-16,8-3-59 0,-4 3-81 0,3-3-218 0,2 0 96 16</inkml:trace>
  <inkml:trace contextRef="#ctx0" brushRef="#br0" timeOffset="-163641.84">26119 14530 1478 0,'-1'-12'16'0,"0"2"31"15,-1 0 5-15,0 0 0 0,2 3 10 0,0 7-2 0,-2-10 0 16,2 10-10-16,0 0-4 0,0-12-9 0,0 12-3 16,13-3-1-16,-3 1-5 0,7 0 0 0,3 0-5 15,0 2-1-15,3 0-4 0,-3 0-7 0,3 2-9 16,-6 0-19-16,-3-2-22 0,-3 2-23 16,2 0-10-16,-13-2-15 0,14 1 1 0,-14-1 1 0,11 1 6 15,-11-1 10-15,0 0 4 0,0 0 8 16,0 0 2-16,0 0 12 0,0 0 0 0,0 0 18 0,-29-15 20 15,16 11 14-15,4 2 14 0,-5 0 9 0,4 0 7 16,0 1 6-16,10 1-9 0,-13 0 7 0,6 1-7 16,7-1 7-16,-11 8 6 0,8-1 13 0,1 2 11 15,-2 7-2-15,2 3 11 0,-1 9-1 0,1 0-7 16,0-1-7-16,2 0 2 0,-2-1-1 16,2 1-6-16,-2 1-2 0,0-2-7 0,1-2-7 0,-1-5 0 15,-1 0-8-15,3-1 0 0,-2-2-7 16,4 0 0-16,-4-3-5 0,0-2 0 0,2-1-5 0,-3-1-1 15,1 0-3-15,0-2-1 0,-2-1-6 0,-1 0-6 16,1-2-3-16,4-4-3 0,-11 1-9 0,11-1 2 16,-11-1-4-16,11 1 1 0,-11-9 1 15,7 5 2-15,0-2 0 0,0-1 2 0,4 7-1 16,-4-11 1-16,1 5-1 0,3 6 4 0,-2-10-1 0,2 10 0 16,0 0-1-16,2-9 3 0,-2 9-7 0,7-6 8 15,1 6-2-15,-8 0 3 0,17 0-2 0,-9 0 2 16,6 1-4-16,1 1-3 0,4 0-15 15,-1 2-19-15,2 0-17 0,1-3-24 0,0 2-14 16,0-2-15-16,6 1 0 0,-4-2 6 0,-4 0 5 16,4-1 5-16,4-3 12 0,0 0 9 0,0-2 6 15,-10 0 8-15,0-1 7 0,0-1 10 0,1-1 14 0,-5-1 22 16,-3 1 14-16,-1-1 8 0,-3 0 17 0,-1 1 28 16,2 0 17-16,-5-2 5 0,-2 4 4 0,-2-3 1 15,2 10-1-15,-7-11 0 0,2 6-5 16,-1 0 3-16,-1 4-6 0,-4 1 2 0,0 2 1 0,-5 3-6 15,0 5 3-15,-2 1-4 0,3 2-3 0,-6 3-3 16,1 5 1-16,7-5-4 0,2-1-10 16,-1 3-2-16,3 0-7 0,2-2-3 0,1 0-2 0,6-5-2 15,0 2 0-15,2-1-5 0,2-3-5 16,1 2-3-16,2-4-3 0,4 2 2 0,0-6-4 0,0 0 0 16,5-1-1-16,-3-2-3 0,6-2-1 0,-4-4 3 15,1-1-7-15,-3-3 0 0,1-2-2 0,-1-1-3 16,-1-3 1-16,-3-1-2 0,-1-7-2 0,-1 0-1 15,0-2-1-15,-4 0 1 0,-3-1 0 16,0 0 1-16,0-4-4 0,-2 1 2 0,1 3 0 0,1 1 1 16,-2 6-3-16,2 2 0 0,0 8 1 0,-2-1-2 15,2 5-2-15,0 6 1 0,0-11-5 0,0 11 3 16,0 0-3-16,0 0 0 0,0 0 6 0,5 24-1 16,-1-4 3-16,-4 7-1 0,0 1 2 0,0 2-2 15,2 2-1-15,0-3 1 0,-2 1-2 0,0 1 5 16,0-5-8-16,0 3-10 0,4-1-24 0,-1-4-28 15,-1-5-32-15,2-2-35 0,-2-1-41 0,4-1-32 16,0-4-42-16,-1 2-161 0,-1-5-445 0,7 1 197 16</inkml:trace>
  <inkml:trace contextRef="#ctx0" brushRef="#br0" timeOffset="-163442.62">26935 14796 167 0,'-2'-7'232'0,"2"7"-15"0,-3-13-10 15,3 13-20-15,-4-4-9 0,4 4-12 0,0 0 4 16,0 0-10-16,-24 11-6 0,10 2-9 16,3-1-5-16,-3 4-14 0,1 1-10 0,4-1-14 0,-1 0-11 15,4 0-6-15,1-2-7 0,3 0-9 0,2 0-7 16,3 2-6-16,-1-4-16 0,6-1-26 0,2-1-26 16,3 0-44-16,2-2-45 0,4-1-51 15,4 0-45-15,4-4-211 0,2 0-441 0,0 0 195 16</inkml:trace>
  <inkml:trace contextRef="#ctx0" brushRef="#br0" timeOffset="-163225.75">27288 14690 237 0,'-5'-10'281'16,"1"5"-3"-16,2-2-27 0,-2 1-26 0,4 6-23 15,-6-8-19-15,6 8-13 0,0 0-5 0,0 0-9 0,0 0-1 16,19 23-12-16,-11-13-12 0,4 3-8 0,7 5-16 15,-2 1-14-15,2-2-11 0,2 1-4 0,1 1-7 16,-6-6-20-16,8 4-21 0,-1-2-29 16,-7-3-36-16,8 1-38 0,-7-5-37 0,-4 3-43 15,-1-3-46-15,-2-2-34 0,-3-1-169 0,0-1-435 16,0-2 192-16</inkml:trace>
  <inkml:trace contextRef="#ctx0" brushRef="#br0" timeOffset="-163059.15">27600 14705 233 0,'-1'-6'232'0,"-5"1"-12"16,2 0-9-16,4 5-15 0,-14-6-3 0,14 6-12 15,-17 6-9-15,3 3-17 0,0 0-7 0,-4 4-11 16,5 0-14-16,-3 2-16 0,3 0-6 0,-4 5-6 16,4-4-14-16,-5 3-23 0,3 2-31 0,4-6-42 15,1 1-46-15,3 0-66 0,-1-1-55 0,4-3-200 16,3-2-412-16,1 1 183 0</inkml:trace>
  <inkml:trace contextRef="#ctx0" brushRef="#br0" timeOffset="-162809.01">27926 14508 240 0,'-1'-4'252'0,"1"4"-14"0,0 0 3 15,-6-5 1-15,6 5-11 0,0 0 0 0,-8 27-14 16,4-12-17-16,0 9-16 0,4 2-16 0,-2 1-14 16,4 2-15-16,-2 0-11 0,0-3-18 0,5 0-9 15,-2 0-10-15,-2-1-3 0,3 0-18 0,1 1 4 16,-3-7-10-16,0-1-18 0,-1 0-17 0,3-7-23 16,-4 5-20-16,2-3-27 0,0-2-25 0,0-2-26 15,-2 0-31-15,0-2-35 0,1-2-45 0,-1-5-28 16,2 11-205-16,-2-11-473 0,0 0 209 0</inkml:trace>
  <inkml:trace contextRef="#ctx0" brushRef="#br0" timeOffset="-162524.09">27985 14486 142 0,'2'-9'153'0,"-2"9"-9"0,8-10-2 0,-8 10-8 16,9-5-16-16,3 6 2 0,-1 2-1 0,0 3-8 15,1 1-11-15,-2 4-6 0,4 4-2 0,-5-1-4 16,-1 4-4-16,-5-1-6 0,-1 0 4 0,-4 2-3 16,1 0-4-16,-3-2-3 0,-2 1 5 0,-2-1-5 15,-3-1 4-15,2-1-3 0,-1-3 10 0,1-4-6 16,2 0-7-16,1-1-15 0,1-1-3 0,3 0-5 16,0 0-4-16,-1 1-3 0,3-7-7 0,-3 12 8 15,3-12 0-15,5 11-14 0,0-5-1 0,-1-1-1 16,5 1-4-16,5 0-20 0,4-2-23 0,2 1-35 15,7 0-34-15,0-1-39 0,2-2-37 0,-2 0-26 16,1-1-24-16,0 1-138 0,-1-2-386 0,-4-2 171 16</inkml:trace>
  <inkml:trace contextRef="#ctx0" brushRef="#br0" timeOffset="-162308.53">28438 14754 85 0,'9'-13'100'0,"-1"3"21"0,-3 1 15 0,2 1 11 16,-4 1 6-16,1 2-4 0,0 1-2 0,-4 4-17 15,6-9-16-15,-6 9-6 0,0 0 16 0,0 0 30 16,0 0-6-16,0 0-1 0,7 20 5 0,-7-8-1 15,-2 4-1-15,0 1-3 0,0 1-5 0,1 2-2 16,-3-1-9-16,2 0-16 0,-2 0-5 0,0-1-12 16,4 0-5-16,4-1-9 0,-4-1-7 0,5 0 7 15,0-6-26-15,2 1 0 0,7 0-6 0,0 0 0 16,4-2-10-16,6 0-4 0,7-2-3 0,-1-2-24 16,1-4-29-16,6 0-42 0,0-1-44 0,-5-1-54 15,3-3-48-15,-1 2-66 0,0-5-256 0,0 2-571 16,-2-2 252-16</inkml:trace>
  <inkml:trace contextRef="#ctx0" brushRef="#br0" timeOffset="-160212.85">26611 15032 35 0,'0'0'58'0,"0"0"2"0,0 0-14 0,0 0-3 0,0 0-3 15,0 0-4-15,0 0-1 0,0 0-7 0,0 0-8 16,0 0-13-16,0 0-14 0,0 0-23 0,0 0-33 16,0 0-66-16,0 0 29 0</inkml:trace>
  <inkml:trace contextRef="#ctx0" brushRef="#br0" timeOffset="-157299.75">25391 15350 25 0,'0'0'110'0,"0"0"-19"0,0 0-13 16,0 0-5-16,0 0 3 0,0 0-23 0,0 0 6 15,0 0-16-15,0 0-1 0,0 0-18 0,0 0-17 16,0 0-21-16,0 0-30 0,0 0-61 0,0 0-112 15,0 0 51-15</inkml:trace>
  <inkml:trace contextRef="#ctx0" brushRef="#br0" timeOffset="-151845.77">26538 15073 36 0,'0'0'107'0,"0"0"-10"0,0 0-14 16,0 0-15-16,0 0-1 0,0 0-6 0,0 0-10 16,0 0 2-16,0 0-6 0,0 0-8 0,0 0-2 15,0 0 2-15,0 0-25 0,-10 12-18 0,10-12-24 16,0 0-9-16,-4 6-15 0,4-6-61 0,-2 7-123 16,2-7 54-16</inkml:trace>
  <inkml:trace contextRef="#ctx0" brushRef="#br0" timeOffset="-150761.8">24745 15005 78 0,'0'0'76'0,"-7"-2"-11"0,7 2-5 0,0 0-3 15,0 0-6-15,0 0-6 0,0 0-6 0,0 0 5 16,0 0-5-16,0 0-4 0,0 0-9 0,-2 15 0 15,2-15-20-15,0 0-3 0,7 13-18 16,-2-9-8-16,2 4-18 0,3-1-12 0,2-1-34 0,5 2-94 16,4 0 43-16</inkml:trace>
  <inkml:trace contextRef="#ctx0" brushRef="#br0" timeOffset="-150356.14">27895 15101 64 0,'0'0'87'0,"0"0"-11"0,0 0-2 15,0 0 10-15,0 0-27 0,0 0-10 0,0 0 0 16,0 0 0-16,0 0-8 0,0 0-8 0,0 0-11 16,0 0 16-16,0 0-18 0,0 0-11 0,0 0-12 15,0 0-15-15,0 0-20 0,0 0-72 0,0 0-121 16,0 0 54-16</inkml:trace>
  <inkml:trace contextRef="#ctx0" brushRef="#br0" timeOffset="-149814.79">28523 15047 19 0,'0'0'106'0,"0"0"-23"0,0 0-3 16,0 0-17-16,0 0 2 0,0 0-9 0,0 0-1 16,0 0-11-16,0 0-5 0,0 0-2 0,0 0 1 15,0 0-6-15,0 0-6 0,0 0-2 0,0 0 5 16,0 0 5-16,0 0-20 0,0 0 1 0,-23 3-1 16,23-3-4-16,0 0 4 0,0 0-5 0,-8 1 5 15,8-1-17-15,0 0 9 0,0 0-12 0,0 0 9 16,-9 2-3-16,9-2 6 0,0 0 2 0,0 0-4 15,0 0 2-15,0 0-6 0,-9 0 7 0,9 0 3 16,0 0-4-16,0 0-9 0,0 0 10 0,0 0-5 16,0 0 5-16,0 0-5 0,0 0-2 0,0 0 5 15,0 0-7-15,0 0 3 0,0 0 0 0,0 0 3 16,-10 1-6-16,10-1 8 0,0 0-19 0,0 0-4 16,0 0-5-16,0 0-6 0,0 0-12 0,0 0-2 15,0 0-12-15,0 0-18 0,0 0-47 0,0 0-126 16,0 0 55-16</inkml:trace>
  <inkml:trace contextRef="#ctx0" brushRef="#br0" timeOffset="-147688.08">24332 15836 50 0,'0'0'113'0,"0"0"-6"0,0 0-9 16,0 0-2-16,0 0-17 0,-6-2-17 16,6 2 10-16,0 0-9 0,0 0-1 0,0 0-7 0,0 0 2 15,0 0-11-15,0 0-14 0,0 0 0 0,0 0-5 16,0 0-2-16,0 0-10 0,0 0 2 0,0 0-5 16,0 0-12-16,0 0-26 0,0 0-2 0,0 0-17 15,0 0-22-15,0 0-3 0,0 0-78 16,0 0-159-16,0 0 70 0</inkml:trace>
  <inkml:trace contextRef="#ctx0" brushRef="#br0" timeOffset="-49229.38">12556 15811 8 0,'0'-9'45'0,"0"9"-3"0,0 0-8 0,0 0 11 16,0 0-14-16,0 0-14 0,-2-8-3 0,2 8 8 15,0 0-22-15,0 0-12 0,0 0-5 0,0 0-22 0,0 0-41 16,0 0 19-16</inkml:trace>
  <inkml:trace contextRef="#ctx0" brushRef="#br0" timeOffset="-38042.61">12096 16822 7 0,'-7'-1'65'15,"7"1"-8"-15,-14-2-3 0,14 2 6 0,-15-4 0 16,15 4-12-16,-14-2 16 0,14 2-2 0,-15-2 12 15,5-1-7-15,10 3 16 0,-9-1 1 0,9 1-5 16,-8-2-3-16,8 2-5 0,0 0-10 0,0 0-4 16,0 0-10-16,0 0 6 0,0 0 2 0,0 0-9 15,21-10-3-15,-4 4-9 0,3 3-3 0,7-3 0 16,0 3-3-16,1-3-7 0,4 4 6 0,-3-2-6 16,0 1-1-16,-6 1-7 0,-3 0-14 0,-2 1-16 15,1-1-29-15,-6 4-27 0,0-2-11 0,-3 0-24 16,-2 1-104-16,1-1-230 0,-9 0 103 0</inkml:trace>
  <inkml:trace contextRef="#ctx0" brushRef="#br0" timeOffset="-37659.09">12219 16762 132 0,'0'0'124'15,"0"0"-13"-15,0 0-2 0,-11 4 13 16,11-4 3-16,-1 15 5 0,-1-2-4 0,0 2-1 15,2 10-12-15,0 4 4 0,-2-2-7 0,2 2-11 16,2 0-2-16,-2 2-11 0,0-2-1 0,0-1 16 16,0-1-3-16,0 1-11 0,-2-3-10 0,-1-6-10 15,2 0-6-15,1 0-7 0,-2-2-4 0,1-3-6 16,2-2-9-16,-2-1-2 0,1 0 0 0,0-2-7 16,0 0-1-16,0-9 1 0,0 9-8 0,0-9 1 15,-6 10-8-15,3-6-14 0,3-4 1 0,-11 4-3 16,11-4-6-16,-14 0-2 0,14 0 1 0,-17-6-5 15,7 3-3-15,2-2 9 0,-4-1-2 0,1 0-3 16,1 1 6-16,0-2 1 0,3 3-2 0,-2-2 2 16,5 2 4-16,-3 1 0 0,7 3 2 15,-9-6-3-15,9 6-2 0,-5-3-2 0,5 3 4 0,0 0 1 16,0 0 0-16,0 0 2 0,0 0 1 0,0 0-2 16,0 0 3-16,0 0 2 0,30 1 1 0,-17 0 0 15,5-1-3-15,5 0 4 0,4 0-6 0,2 1-14 16,-3 0-30-16,2 2-32 0,-4-3-43 0,-3 1-50 15,1 0-165-15,-2 4-364 0,1-4 162 0</inkml:trace>
  <inkml:trace contextRef="#ctx0" brushRef="#br0" timeOffset="-37192.32">12662 17051 159 0,'-7'-7'219'0,"-4"2"-2"16,1 4-16-16,-3 1-8 0,-1 0-14 15,-3 3-11-15,0 0-12 0,0 5-11 0,-1 0-12 16,5 4-3-16,-6-1-14 0,6 3-8 0,-1 1-10 16,3-1-12-16,3 1-6 0,-2-2-7 0,2 3-7 15,5-5-17-15,1 2 6 0,6-1-5 0,-4-2-4 16,2 0-7-16,3-2 1 0,-1-1-4 0,4 0-3 15,-2-1 0-15,1-3-8 0,4-1 0 0,1 0-14 16,-12-2 9-16,19-2-4 0,-7-1 2 0,-4-4 2 16,4-1-6-16,-3 1 0 0,0-4-5 0,2-3 3 15,3-8-11-15,-6 5 8 0,1-1 3 0,-3 0-5 16,6-4 2-16,-7-3 0 0,3 0 0 0,-5 4-2 16,0-4-10-16,1-2 9 0,-4 2-3 0,0 0-1 15,1-2 3-15,-1 8-2 0,1 3 3 16,1 1-5-16,-2 15 1 0,0-21-4 0,0 21 2 15,1-10-5-15,-1 10 3 0,0 0-3 0,0 0 2 16,0 0 0-16,0 0 2 0,0 0-8 0,4 44 12 0,-2-20 0 16,-4 5 1-16,2-3-2 0,2 3 1 0,-2 0 2 15,2-2 1-15,-2 3-1 0,0-4-2 0,-2 1 3 16,4 0-3-16,-2-8-10 0,5 6-25 0,-3-6-28 16,0 0-35-16,0-2-36 0,3 2-40 0,0-3-65 15,1-2-175-15,-3-3-444 0,5 0 197 16</inkml:trace>
  <inkml:trace contextRef="#ctx0" brushRef="#br0" timeOffset="-36958.29">12935 17047 62 0,'-4'-9'225'0,"-2"-3"-17"0,1 8-9 0,-2-5-16 15,7 9-2-15,-11-4-8 0,11 4-5 0,0 0-10 16,-27 12-15-16,18-6 3 0,-3 8-9 0,4-4-10 15,-1 4-10-15,2 2-13 0,0-3-11 0,3 4-5 16,1-1-13-16,1 2-4 0,2-2-10 16,4 0-3-16,1 0-6 0,2-1-11 0,0 0-27 0,1-4-26 15,-1-1-33-15,5 2-34 0,1-2-27 0,3 0-45 16,-3-3-39-16,3 0-29 0,0 0-128 0,2-4-377 16,0-1 167-16</inkml:trace>
  <inkml:trace contextRef="#ctx0" brushRef="#br0" timeOffset="-36757.82">13189 17011 72 0,'4'-8'200'16,"-4"8"-6"-16,0 0-10 0,0 0 2 0,0 0 2 16,0 0-21-16,0 0 1 0,25 19-15 0,-15-10-9 15,-1-1-15-15,-1 2-21 0,1-1-2 0,7 6-11 16,-9-5-10-16,4 3-5 0,3-1-14 0,1 0-25 15,-3-1-34-15,1 1-24 0,1-1-31 0,-3-3-28 16,-1 0-37-16,2-5-42 0,-3 3-173 0,-2 0-354 16,-7-6 156-16</inkml:trace>
  <inkml:trace contextRef="#ctx0" brushRef="#br0" timeOffset="-36574.1">13425 16981 188 0,'0'0'236'0,"-4"-8"-26"0,4 8-17 0,0 0-10 16,-16 0-5-16,16 0-2 0,-15 11-6 0,2 0-14 16,1 2-11-16,-1 3-17 0,-1-1-13 0,0 9-8 15,-2-3-16-15,1 2-8 0,1 0-4 0,5-5-11 16,1-1-15-16,-2-1-30 0,6 1-29 0,-1 0-43 16,1-1-65-16,2 0-53 0,-1-4-208 0,1 0-406 15,2 0 181-15</inkml:trace>
  <inkml:trace contextRef="#ctx0" brushRef="#br0" timeOffset="-36325.56">13661 16879 188 0,'3'-12'227'0,"-3"12"-25"0,0 0 3 0,0 0 0 0,0 0-5 16,0 0-10-16,10 32-11 0,-10-15-13 15,1 8-6-15,-2-5-15 0,-1 7-6 0,0 0-15 16,0-4-13-16,-2 2-8 0,4-7-16 0,-3 2-6 16,3-1-16-16,-3-1 3 0,1-2-2 0,0 1-13 15,2 2-13-15,-2-3-26 0,0-3-16 0,-1-1-24 16,1-1-31-16,0 1-28 0,0-2-34 0,2 2-36 16,0-12-46-16,-4 14-195 0,1-4-428 0,3-10 189 15</inkml:trace>
  <inkml:trace contextRef="#ctx0" brushRef="#br0" timeOffset="-36036.8">13704 16820 70 0,'6'-14'134'0,"-6"14"5"16,9-8-12-16,-9 8-9 0,0 0-9 0,0 0-12 15,0 0 7-15,23 17-16 0,-23-17-6 16,6 19-8-16,-6-6-8 0,0 2-5 0,0 3-2 15,-2 0-12-15,0 0-1 0,-3-3-6 0,-1 2-1 16,2-2-5-16,-1 1-1 0,-2-7 6 0,5 1 3 16,-3-2-4-16,5-8-4 0,-6 13-3 0,6-13 5 15,-2 10-5-15,2-10 4 0,-1 9-1 0,1-9 0 16,0 0-6-16,3 14-4 0,-3-14 6 0,10 6-11 16,-2-1-1-16,1-2-2 0,2 0 0 0,1-2-2 15,0 0-14-15,5 1-26 0,-17-2-55 0,26 1-37 16,-14 1-60-16,1-1-103 0,-13-1-304 0,24 0 135 15</inkml:trace>
  <inkml:trace contextRef="#ctx0" brushRef="#br0" timeOffset="-35821.44">14022 16989 37 0,'3'-6'207'0,"-3"6"-14"16,0 0-9-16,0 0 8 0,0 0 13 0,0 0-5 15,0 0-8-15,5 34 5 0,-5-17-5 0,-3 2-6 16,1 5-9-16,-1 2-13 0,-1 0-7 0,0-1-4 15,3-6-24-15,-3 0-1 0,2 0-9 0,2-3-8 16,0 1-13-16,2-5-8 0,-2-2-9 16,4 3-5-16,-1-4-8 0,3 2-2 0,-1-3-6 15,2 0-13-15,2-1-3 0,2-3-19 0,1-1-31 16,7-2-27-16,2-1-40 0,6 0-46 0,2-4-41 16,4 0-56-16,-1-3-69 0,-1-1-196 0,5-2-522 0,0-1 231 15</inkml:trace>
  <inkml:trace contextRef="#ctx0" brushRef="#br0" timeOffset="-35476.51">15105 17126 2001 0,'-24'-11'101'0,"-1"2"7"15,4 1-11-15,2 3-10 0,1-2-2 0,-1 1 12 16,10 3-5-16,0-1 3 0,9 4-16 0,-15-4-7 15,15 4-7-15,-9-6-6 0,9 6-6 0,0 0-5 16,0 0-3-16,0 0-2 0,0 0-10 16,40-2-21-16,-20 4-27 0,-1 0-41 0,1 0-42 15,2 2-40-15,-3 2-52 0,-2 1-58 0,-1 2-174 16,-5-3-456-16,-1 2 202 0</inkml:trace>
  <inkml:trace contextRef="#ctx0" brushRef="#br0" timeOffset="-35323.82">14959 17251 59 0,'-15'1'252'0,"4"1"6"0,0-2-1 0,0 0-14 16,11 0-16-16,-13 2-23 0,13-2-21 0,-6-2-14 15,6 2-21-15,0 0-10 0,0 0-15 0,0 0-21 16,41-6-24-16,-21 3-51 0,13 2-37 0,3-2-55 16,0 0-49-16,18-4-83 0,-20 4-150 0,20 0-377 15,-17-1 167-15</inkml:trace>
  <inkml:trace contextRef="#ctx0" brushRef="#br0" timeOffset="-33392.34">15812 16866 123 0,'0'0'171'0,"-1"-12"-12"16,1 12-6-16,0 0-19 0,0 0-19 0,0 0-2 15,0 0-16-15,0 0 0 0,0 0 11 0,0 0-13 16,0 0 0-16,0 0-12 0,0 0-2 0,30 16-2 16,-21-7-5-16,-4 1-1 0,3 0-9 0,-1 0 2 15,0 2-5-15,-1-2-8 0,2 6 2 0,-5-4-11 16,5 2 0-16,-2-3-3 0,0 4-3 0,1 1-3 16,-4-6-4-16,4 1 1 0,-3 0-11 0,2 0 6 15,-3-6-4-15,2 5-4 0,-5-10 2 16,5 13-3-16,-4-6-2 0,-1-7-8 0,3 9 8 0,-3-9-4 15,0 0 0-15,5 10 2 0,-5-10 1 0,0 0 16 16,0 0 3-16,0 0 2 0,9 3 6 0,-9-3-3 16,0 0 0-16,7-20-6 0,1 11-1 0,-1-7-5 15,1 0 10-15,3 0-4 0,3-9-4 0,2 2-3 16,0-3 0-16,0 0-4 0,2-1-2 0,-4-1-4 16,4-1 4-16,-3 2-4 0,2 1-4 0,-3 2-2 15,-5 5-5-15,1 5-3 0,-3 4-8 16,-2 0-22-16,0 2-25 0,-5 8-30 0,0 0-27 15,0 0-20-15,0 0-8 0,0 0-23 0,0 0-21 16,-18 29-20-16,5-5-153 0,-1 5-386 0,4-2 171 16</inkml:trace>
  <inkml:trace contextRef="#ctx0" brushRef="#br0" timeOffset="-32709.16">16222 17194 49 0,'0'0'108'0,"0"0"-6"0,0 0 0 15,0 0 2-15,0 0 0 0,0 0-1 0,0 0-1 0,0 0-5 16,0 0-3-16,-2 26 10 0,2-26 3 0,1 10-14 16,-1-10 0-16,0 0 0 0,-1 15 2 0,2-11-4 15,-1-4-7-15,0 10 1 0,0-10-9 16,0 0 1-16,0 8 7 0,0-8-1 0,0 0 10 16,0 0 4-16,0 0 3 0,0 0 5 0,0 0-3 15,0 0-7-15,0 0-12 0,0 0-5 0,0 0-14 16,0 0-7-16,0 0-7 0,0 0 1 0,-5-34-9 15,5 34-2-15,1-22-6 0,0 10-3 0,3 0-1 0,1-5-6 16,0 1 3-16,4 0-10 0,-1-1 2 16,2 1-6-16,-1 2 0 0,1 0 3 0,2 0-7 15,-3 6 0-15,1 0-3 0,-1 2-4 0,1 3 4 16,-10 3-3-16,16-2 3 0,-6 4-4 0,-10-2-2 16,18 9 2-16,-9-1 0 0,-3 2 0 0,1-1 4 15,-2 4-5-15,1-3 0 0,-1 2-2 0,-1 0 4 16,-2-2-5-16,0 0 5 0,-1 0-5 0,-1-3-7 15,1 1 11-15,-1-8 2 0,-2 10-1 0,2-10 8 16,-3 11 4-16,3-11-4 0,-2 3 6 0,2-3-7 16,0 0 2-16,0 0-6 0,0 0 7 0,0 0-2 15,0 0-2-15,0 0-6 0,-7-23 0 0,7 23 2 16,4-18-8-16,1 8 0 0,-4 0-1 0,8-4-13 16,0-2 12-16,0 4-4 0,2-3 1 0,-1 5 4 15,0-3-8-15,0 5 8 0,-1 2-6 0,-3 2 2 16,-6 4 3-16,13-5-2 0,-13 5 4 15,14 3-7-15,-14-3 4 0,12 12 3 0,-6-5-14 16,-1 2 13-16,2 3-6 0,-4-2 11 0,1 1 1 0,0 5-2 16,-1-4-2-16,1 5 3 0,-2 0-1 0,-2-1-9 15,2-4 7-15,-4-2-33 0,4 3-20 0,0-4-40 16,-1 2-52-16,4-1-40 0,2-2-51 0,-1-1-209 16,-6-7-483-16,19 10 215 0</inkml:trace>
  <inkml:trace contextRef="#ctx0" brushRef="#br0" timeOffset="-32508.84">16928 17138 67 0,'0'0'290'0,"0"0"-3"0,0 0-14 16,2-9-11-16,-2 9-25 0,0 0-12 0,0 0-18 16,7-7-18-16,-7 7-13 0,11-6-14 0,-2 5-12 15,3-2-16-15,-1 2-10 0,2-2-7 0,-2 1-25 16,2-2-4-16,0 3-12 0,-2-3-6 0,2 3-13 15,-1-1-30-15,-3-1-37 0,-9 3-44 0,20 0-46 16,-20 0-48-16,20-2-67 0,-20 2-250 0,15 1-502 16,-15-1 223-16</inkml:trace>
  <inkml:trace contextRef="#ctx0" brushRef="#br0" timeOffset="-31508.08">17870 16824 34 0,'-9'-6'264'0,"9"6"-23"0,0 0-12 16,0 0-19-16,-13-6-25 0,13 6-17 0,0 0-18 15,0 0-16-15,0 0-18 0,0 0-6 0,0 0-9 16,34-7-14-16,-20 5-8 0,4 2-19 16,2 2-21-16,-1-2-31 0,0-3-20 0,-3 3-18 0,-16 0-28 15,26 1-21-15,-16-1-28 0,-10 0-9 0,0 0-4 16,21 0 3-16,-21 0 13 0,0 0 4 0,0 0 15 15,0 0 8-15,0 0 7 0,0 0 16 0,0 0 20 16,0 0 19-16,0 0 15 0,0 0 7 0,0 0 18 16,0 0 6-16,0 0 15 0,-46 6 6 0,46-6-1 15,-11 6 15-15,11-6 5 0,-10 11 11 16,4 0 4-16,1-1 4 0,-2 5 0 0,5 2 1 16,-1-1 5-16,-1 4-9 0,3-4 4 0,-2 4-7 15,2-4-3-15,0 3-8 0,1-2-9 0,-1 1-2 16,-1 0-6-16,1 0-5 0,-3-2-5 0,4 0-3 0,3-4-6 15,-6 0-5-15,2 0 2 0,0-2-7 16,0 2 1-16,-3-3-3 0,-2 1-5 0,3-5 1 16,-1 1-2-16,4-6-4 0,-10 8-7 0,10-8-5 15,-14 4-7-15,14-4-1 0,-12 1 0 0,12-1-4 16,-18-3 1-16,18 3 0 0,-14-7-2 0,7 3 6 16,7 4-6-16,-11-6 5 0,11 6 2 0,0 0-2 15,-8-7-1-15,8 7 1 0,0 0-3 0,0 0 4 16,0 0 1-16,0 0 1 0,0 0 0 0,0 0-2 15,0 0 5-15,0 0-5 0,34 10 4 0,-23-6-3 16,6 0-4-16,0 0-17 0,3 1-16 0,-1-5-13 16,0 4-16-16,9-3-12 0,-6 3-8 0,-3-2-13 15,4-1-14-15,-2 1 10 0,-3-3 2 0,1-3 11 16,-1 2 6-16,-6-2 11 0,0 1 6 0,1 0 16 16,-4-4 6-16,-2 0 16 0,0 2 18 0,-7 5 18 15,6-14 12-15,-3 8 24 0,-3 6 8 0,0-14 0 16,0 14 6-16,-5-14 12 0,5 14 5 0,-9-11 1 15,9 11 1-15,-13-6-1 0,13 6-2 0,-12 0-12 16,12 0 3-16,-15 6 7 0,5-2 0 0,2 4-1 16,-1-2-6-16,3 1-3 0,-2 3-6 0,3-2-8 15,-3 0-5-15,3 0-3 0,4 1 1 0,-2 1-5 16,5-4-2-16,-2-6-3 0,0 11-1 0,0-11-3 16,4 11-11-16,-1-9 12 0,-3-2-3 0,10 4-5 15,-3-4 1-15,-7 0-4 0,14-5 4 16,-3-2-3-16,-3 2-4 0,1-1 1 0,-1-5-1 15,-2 3 2-15,2-8-9 0,-3 5 5 0,1-4-2 16,2-3 2-16,-4-2-2 0,5-3-3 0,-5 4-1 0,0 0 3 16,-1-6 0-16,4 0-4 0,-6 6 4 15,0 2-6-15,2 5 2 0,-2 0-3 0,-1 12 2 16,4-16 1-16,-4 16-7 0,1-10 2 0,-1 10 6 16,0 0 0-16,0 0 3 0,0 0-2 0,0 0 1 15,-1 39-2-15,1-19 2 0,-3-4-17 0,1 4 20 16,0 5-4-16,2-2 1 0,-1-3-10 0,1-1-22 15,1-1-30-15,1 0-25 0,-1-3-30 0,0 2-47 16,2-4-18-16,-1-5-27 0,1 4-32 0,4-5-121 16,0 0-386-16,1-2 171 0</inkml:trace>
  <inkml:trace contextRef="#ctx0" brushRef="#br0" timeOffset="-31320.53">18460 17060 95 0,'4'-7'209'0,"-4"7"-2"0,2-12-15 0,-2 12-16 15,0 0-11-15,0 0-10 0,0 0 12 0,0 0-6 16,0 0-8-16,-27 17-6 0,15-4-11 0,2 2-8 16,-1-3-15-16,1 3-6 0,1-1-15 15,1 2-4-15,3-5-16 0,0 5-3 0,4-5-6 16,0 0-6-16,2 0-14 0,3-1-31 0,0 2-20 0,2-3-26 16,3 1-29-16,4-2-46 0,1-1-21 0,-3-3-78 15,3 0-169-15,-5 2-406 0,-1-3 180 16</inkml:trace>
  <inkml:trace contextRef="#ctx0" brushRef="#br0" timeOffset="-31124.36">18054 17396 1580 0,'-39'3'60'0,"5"3"71"0,4-4-44 16,7 2-17-16,7-2-13 0,2 0-4 0,1-1-10 15,8 2 9-15,5-3 13 0,0 0 9 0,0 0-2 0,0 0-2 16,30 10-8-16,-9-9-7 0,11 0 1 15,4-3-12-15,19-1 1 0,-4-1-8 0,-13 2-12 16,2 1 4-16,0-2-25 0,-2 3-23 0,-5-1-40 16,-4 3-28-16,-7-2-47 0,-4 0-59 0,-5 3-188 15,-3-1-411-15,-4 1 183 0</inkml:trace>
  <inkml:trace contextRef="#ctx0" brushRef="#br0" timeOffset="-30759.02">18017 17580 179 0,'0'0'232'0,"-8"12"-11"0,6-6-14 15,1 3-17-15,2 0-2 0,-1-9-6 0,3 18-15 16,2-11-17-16,-1 3-11 0,3-3-18 0,0 1-4 16,1-2-18-16,-1 1 4 0,1-3-14 0,0 1-6 15,2-2-8-15,-10-3-7 0,14 3-9 16,-14-3 0-16,17-1-11 0,-17 1 3 0,14-4-4 15,-4 1-2-15,-2-6 0 0,-2 6 3 0,1-5-3 16,1 0-1-16,-3-1 1 0,-1-1 6 0,-4 10-5 16,8-15-4-16,-5 8 4 0,-3 7 4 0,5-14 7 0,-5 14 7 15,6-9-1-15,-6 9-8 0,0 0-4 16,4-8-4-16,-4 8-3 0,0 0-5 0,0 0 9 16,0 0 12-16,0 0-2 0,6 22-6 0,-4-10-16 15,-2 4 10-15,0 3-20 0,-2-2 16 0,1 1-7 16,0 0-2-16,-2 0-6 0,1 1-1 0,0 1-6 15,1-4-6-15,1 1-28 0,-4 0-36 0,3-2-77 16,2-3-44-16,-2 0-44 0,6-3-60 0,-2-2-57 16,-3-7-192-16,7 13-566 0,-2-9 250 0</inkml:trace>
  <inkml:trace contextRef="#ctx0" brushRef="#br0" timeOffset="-30492.1">18518 17597 59 0,'0'0'249'0,"1"-8"-8"0,-1 8-16 0,0 0-14 16,0 0-22-16,0 0-13 0,0 0 0 0,0 0-6 15,0 0-11-15,-33 10-2 0,21 0-4 16,2 3-7-16,-3 3-2 0,5 1-10 0,-2-2-6 16,0 1-10-16,4 1-12 0,-1 0-4 0,3-2-5 15,0 4-6-15,1-7-4 0,1 6-12 0,2-3-5 16,-1 2-11-16,2-5-2 0,-1 0-7 0,2 2-9 15,-1-3-11-15,-2 1 15 0,2-2-21 0,1 0-18 16,-2-2-30-16,0 2-31 0,0-10-31 0,2 14-19 16,-2-14-25-16,0 12-34 0,0-12-40 0,0 0-30 15,-4 12-37-15,4-12-146 0,0 0-452 0,0 0 200 16</inkml:trace>
  <inkml:trace contextRef="#ctx0" brushRef="#br0" timeOffset="-30343.08">18376 17829 92 0,'0'0'129'0,"0"0"-2"0,5-9-9 0,-5 9-18 16,11-8-8-16,-11 8-9 0,18-6-5 0,-5 1-5 16,3-2-8-16,3 3-17 0,2-1-20 0,1 0-26 15,-2 2-31-15,9-3-26 0,-1 1-24 16,-2-1-67-16,-4 0-157 0,-1 1 69 0</inkml:trace>
  <inkml:trace contextRef="#ctx0" brushRef="#br0" timeOffset="-30192.21">18790 17722 51 0,'0'0'130'16,"7"-6"12"-16,-7 6 17 0,0 0 5 0,0 0 1 15,0 0 6-15,0 0 2 0,0 0 4 0,0 0 1 16,0 0-3-16,-44 16 5 0,28-5-4 0,4-2-7 16,0 5-10-16,1-6-22 0,2 2-8 0,2-1-14 15,1 2-12-15,0-2-9 0,6-9-12 0,-6 21-7 16,6-21-9-16,6 17-17 0,-4-11-29 0,8 1-35 16,3-2-46-16,3-1-38 0,5-2-38 0,1-2-37 15,8 0-42-15,0-2-208 0,-9-2-457 0,0-1 203 16</inkml:trace>
  <inkml:trace contextRef="#ctx0" brushRef="#br0" timeOffset="-28613.65">19801 17417 125 0,'0'0'251'0,"0"0"-22"0,0 0-26 0,0 0-13 15,3-15-26-15,3 11-11 0,-6 4-13 0,14-4-14 16,-3 3-10-16,1-2-23 0,0 2 1 0,1-1-24 16,1 1-40-16,-1 1-43 0,-13 0-48 15,20-2-45-15,-9 4-65 0,-6-1-102 0,-5-1-294 0,9 6 130 16</inkml:trace>
  <inkml:trace contextRef="#ctx0" brushRef="#br0" timeOffset="-28459.43">19815 17511 60 0,'0'0'204'0,"0"0"-15"0,-7 2-6 16,7-2-19-16,0 0-19 0,0 0-15 0,0 0-12 15,30-2-11-15,-10 0-6 0,8 1-14 0,2-1-11 16,1 2-24-16,3-4-47 0,-1 3-46 0,-1 3-49 16,0-2-56-16,-3 3-78 0,1-1-243 0,-11-2 107 15</inkml:trace>
  <inkml:trace contextRef="#ctx0" brushRef="#br0" timeOffset="-24125.63">21375 17124 153 0,'0'0'176'0,"0"0"-13"15,0 0-19-15,0 0-12 0,-11-13-8 0,11 13-8 16,0 0-12-16,-14-4-9 0,14 4 4 0,-15-2-12 16,4 2 3-16,11 0-5 0,-13-2-6 0,7 2 3 15,-2-2-1-15,8 2-4 0,0 0-5 0,-13-2-10 16,13 2-2-16,0 0-6 0,-9-1-6 16,9 1-5-16,0 0-2 0,0 0-7 0,0 0 1 0,41-4-4 15,-20 1-4-15,8 1 1 0,6-3-6 0,-2 1-3 16,5 1 1-16,-1-2-9 0,0 3 6 15,-2-3-10-15,-2 3-12 0,-2 1-19 0,-4-3-22 16,-11 4-26-16,-2 0-31 0,2-1-34 0,-5 1-20 16,-11 0-26-16,9 1-116 0,-9-1-323 0,0 0 143 15</inkml:trace>
  <inkml:trace contextRef="#ctx0" brushRef="#br0" timeOffset="-23775.64">21545 17096 90 0,'0'0'161'0,"0"0"-14"0,0 0-14 0,-7 2 7 16,7-2 22-16,0 11-2 0,-2-4-4 0,2 4 0 16,-1 3-13-16,0 1-14 0,-1 2-1 0,2 2-9 15,-1-2-9-15,0 2-3 0,2-2-11 0,-1 1-18 16,-3 2 5-16,5-4-13 0,-1 0-2 0,2-5-10 16,-2 4-5-16,0-3-5 0,2 1-5 0,-2-3-4 15,-1 0-2-15,0-1-3 0,-1-2-4 16,0 0-4-16,1-7-3 0,-3 13-5 0,0-6-7 0,-1-2-12 15,-1 0-6-15,0-1-9 0,5-4-4 0,-11 5 0 16,4-4-2-16,7-1 4 0,-11 2-3 0,11-2 0 16,-14-2 4-16,14 2-1 0,-12-2 0 15,12 2 7-15,-9-2 0 0,9 2 3 0,0 0-2 16,-11-2 0-16,11 2 1 0,0 0-1 0,0 0 0 16,0 0 5-16,0 0 2 0,0 0-3 0,0 0 4 15,0 0-3-15,29 1-1 0,-15 0 5 0,0-1-4 16,7 2-9-16,-3-2-12 0,10 0-14 0,-6-2-29 15,6 2-24-15,-7-1-32 0,9 0-25 0,-10-1-31 16,2 0-128-16,-2 1-333 0,1 0 149 0</inkml:trace>
  <inkml:trace contextRef="#ctx0" brushRef="#br0" timeOffset="-23375.57">21923 17343 54 0,'0'0'176'0,"0"0"-6"0,-10-7-1 16,3 9-1-16,7-2-10 0,-15 5 0 0,6 0-9 15,-3 2 1-15,1 1-6 0,-1 5-6 0,1-2-13 16,0 1-2-16,0 1-15 0,4-3-9 0,-1 5-9 16,-1-1-8-16,4-4-8 0,3 2-5 0,-2 0-10 15,4-2-16-15,0 1 8 0,1-5-5 16,2 3-3-16,-1-4-5 0,5 4 0 0,-2-5-4 16,3-2-3-16,1 1-5 0,-1-2-4 0,-8-1 3 15,17-4-9-15,-8 1 2 0,-9 3-4 0,11-10 0 16,-5 1-2-16,-1-1-4 0,1-1 0 0,2-3-3 15,-6-4-6-15,2 1 6 0,-4-1-3 0,3-1-1 0,-2 0 2 16,-1-9 1-16,1 2-11 0,-1 0 11 16,2 0 0-16,-2 2-6 0,2 6 5 0,-2 8 10 15,0 0 3-15,1 0-3 0,-1 10 2 0,0-12-5 16,0 12-13-16,0 0 11 0,0 0-1 0,0 0 3 16,0 0-2-16,0 0 11 0,0 0 2 0,7 31-1 15,-6-13 3-15,-2 1-1 0,1 0-2 0,-1 6 0 16,-1-7-4-16,2 7 0 0,0-7-2 0,-1-1 1 15,4 3-1-15,-5-3-17 0,6 0-13 0,-1-4-44 16,0 2-27-16,4 0-19 0,0 1-36 0,0-6-54 16,2-1-50-16,-3 0-160 0,6-4-439 15,6 0 195-15</inkml:trace>
  <inkml:trace contextRef="#ctx0" brushRef="#br0" timeOffset="-23158.99">22205 17344 47 0,'0'0'240'0,"-7"-5"-17"0,7 5 5 0,-11 2-6 16,11-2-9-16,-14 8-5 0,5 1-10 0,-1-1-12 15,3 2-5-15,-3 3-18 0,0 0-17 0,2 1-6 16,2 2-15-16,2-4-17 0,0 0-2 0,2 3-16 16,4-1-7-16,2-4-9 0,0 3-6 0,-1-1-23 15,6-3-21-15,1-1-41 0,3 2-35 0,3-1-46 16,-2 0-42-16,0-7-61 0,2 4-58 0,2-3-134 15,-5 1-424-15,6-3 189 0</inkml:trace>
  <inkml:trace contextRef="#ctx0" brushRef="#br0" timeOffset="-22991.76">22470 17398 65 0,'4'-3'209'0,"1"-2"-10"0,0 1-16 16,2 1-10-16,2-3-17 0,2 5-16 0,1-3-14 15,2 1-16-15,4 0-5 0,1 2-15 16,0-1-14-16,0 4-28 0,2-2-37 0,-7 1-47 16,-2 0-58-16,0 1-60 0,-3 1-81 0,-9-3-254 15,10 5 112-15</inkml:trace>
  <inkml:trace contextRef="#ctx0" brushRef="#br0" timeOffset="-22841.97">22498 17535 103 0,'-7'4'226'0,"2"-2"-11"0,5-2-16 16,-11 4-10-16,9 0-9 0,2-4-11 0,-5 5-12 16,5-5-13-16,0 0-17 0,0 0-9 0,14 11-10 15,-5-10-12-15,2 0-10 0,1 2-27 0,6-3-35 16,1 0-50-16,3-1-45 0,-2-1-57 0,-1 0-202 16,2 2-356-16,-2-3 157 0</inkml:trace>
  <inkml:trace contextRef="#ctx0" brushRef="#br0" timeOffset="-6824.37">22998 17358 36 0,'0'0'144'16,"0"0"-4"-16,-5 16-7 0,4-10-9 0,1-6 3 15,-3 13-10-15,3-7-6 0,0-6-8 0,-2 13-14 16,0-9-6-16,2-4-4 0,0 9-9 0,0-9-7 15,0 0-10-15,3 7 4 0,-3-7-7 0,0 0 6 16,0 0-9-16,0 0 2 0,17 5-8 0,-17-5-8 16,17-5 3-16,1-3-5 0,8-1 28 0,3-4-26 15,2 1-19-15,2-4-45 0,16-5-39 0,-1 1-67 16,1 2-153-16,-3-8-315 0,-1 1 140 0</inkml:trace>
  <inkml:trace contextRef="#ctx0" brushRef="#br0" timeOffset="-6208.81">21817 17864 113 0,'0'0'116'0,"0"0"17"0,0 0-3 0,0 0-9 16,29 12 4-16,-1-7-13 0,6-5-16 16,21 2-10-16,4-5-10 0,3-4-10 0,5 1-18 15,22-3-27-15,-22 5-27 0,26-8-34 0,-28 4-42 16,2 0-105-16,-5 2-200 0,29-5 89 0</inkml:trace>
  <inkml:trace contextRef="#ctx0" brushRef="#br0" timeOffset="-4748.1">22617 17475 72 0,'0'0'108'0,"0"0"-7"0,0 0-14 16,0 0-6-16,0 0-12 0,19-24-7 16,-19 24-20-16,0 0-34 0,0 0-34 0,10 0-33 15,-10 0-33-15,0 0-97 0,0 0 43 0</inkml:trace>
  <inkml:trace contextRef="#ctx0" brushRef="#br0" timeOffset="-3758.52">24454 15376 118 0,'0'0'114'0,"0"0"-9"0,0 0 0 0,0 0 7 15,0 0 2-15,0 0-3 0,24 7 1 0,-5-7 2 16,12 2 9-16,5-1-10 0,16 0 2 0,3-1-1 16,37-2-16-16,0 2-7 0,11 0 1 0,1-4-9 0,2-1-8 15,14 2-12-15,0 2-1 0,7-1-5 0,6 0-5 16,-2 4-5-16,-1-2-7 0,-5 6-1 15,-8-2 1-15,0 3-6 0,-5-1-3 0,-8 3-4 16,-5 0-4-16,-3 0-1 0,-31-7 1 0,27 6-1 16,-33-1-7-16,4-5 4 0,-3 3 3 0,-3 2-5 15,-1-3 4-15,-7 2-2 0,-8-3-8 0,-5 0 3 16,-1-2 4-16,-3 1 7 0,-3 1 4 0,0 1 0 16,-11-1-2-16,2 0-3 0,-7-5-3 0,-1 2-2 15,-3 0 3-15,0 2-6 0,-2-2 3 0,-7 0-3 16,9 0-1-16,-9 0-2 0,9 0-1 0,-9 0 1 15,0 0-16-15,0 0-27 0,11 0-28 0,-11 0-46 16,0 0-44-16,0 0-40 0,9 0-25 0,-9 0-155 16,7 2-398-16,-7-2 177 0</inkml:trace>
  <inkml:trace contextRef="#ctx0" brushRef="#br0" timeOffset="-3357.52">29086 14921 51 0,'0'0'152'15,"4"-6"-17"-15,-4 6-11 0,0 0-11 0,0 0-4 16,0 0-4-16,0 0 25 0,0 0-5 0,6 14-9 16,-6-5-7-16,-1 2-3 0,0 0-7 0,0-1-6 15,-2 2-10-15,3-2-8 0,0-3-3 0,0 2-2 16,0-9 1-16,-1 13-2 0,1-7 15 0,0-6 12 15,0 0-3-15,9 4-8 0,-9-4-9 0,19-8-9 16,7-3-10-16,2-3-2 0,2-1-6 0,4-2-15 16,11-6-24-16,-1-2-30 0,-2-2-35 0,2 2-36 15,-2-4-44-15,4 3-45 0,1-6-192 0,2 2-403 16,24-17 178-16</inkml:trace>
  <inkml:trace contextRef="#ctx0" brushRef="#br0" timeOffset="-2475.47">24513 16371 42 0,'-4'-10'191'0,"0"0"3"0,1 4-20 15,1 0-1-15,2 6-10 0,-6-10-5 0,6 10-16 16,-3-6-14-16,3 6-16 0,0 0-11 0,0 0-15 16,0 0-4-16,0 0-6 0,0 0-4 0,14 17-10 15,-6-3-1-15,2 1-3 0,0-1-3 16,0 3-8-16,3 5-2 0,-2-4-3 0,1 3 0 15,4-1-4-15,-6-5 2 0,1 2-5 0,1-4 1 16,-2 1-4-16,-2-3-4 0,2-2 2 0,-3-2-28 0,-1 1 0 16,-1 1 5-16,0-4-4 0,-1-2 8 0,-4-3 5 15,7 7 12-15,-7-7 9 0,1 5 16 16,-1-5 16-16,0 0-4 0,0 0-4 0,0 0-10 16,0 0-3-16,9-19-7 0,-6 7-3 0,1-5 1 15,0-1-13-15,5-5 2 0,-2-1-8 0,2-2 5 16,-1 2-8-16,2-2-4 0,1-1-1 0,1 0-4 15,-4-1-10-15,3 1-4 0,1 0-5 0,-3 9-7 0,0 0-15 16,0 5-9-16,-2 3-25 0,-3 2-28 16,-1 1-35-16,-3 7-3 0,8-4-12 0,-8 4-21 15,0 0-19-15,15 14-25 0,-10-3-127 0,-2 6-366 16,2 1 162-16</inkml:trace>
  <inkml:trace contextRef="#ctx0" brushRef="#br0" timeOffset="-2042.32">24962 16790 143 0,'0'0'203'15,"0"0"12"-15,0 0 11 0,0 0-18 0,0 0-24 16,0 0-13-16,0 0-19 0,0 0-12 0,10-21-14 16,-5 10-9-16,1-6-12 0,4 2-9 0,-4-2-5 15,3 2-7-15,4-8-8 0,-1 1-5 0,-5 4-7 16,1 0-4-16,1-5-7 0,-2 4-5 15,-2 2 2-15,1-8-11 0,-1 7-3 0,-4 1 7 0,1 4-4 16,0 2 1-16,-4-1-9 0,0 3 1 16,0 1-4-16,0 3-7 0,-4-1-1 0,6 6-6 0,-14-3 1 15,14 3-4-15,-22 8 3 0,6-2-6 0,2 5 1 16,-2-2 1-16,6 1-4 0,1-1 1 0,4 0-2 16,0 3-1-16,3-2 1 0,4 0 0 15,2 1 1-15,2-2-3 0,1 3 2 0,2-5-4 16,7 1 7-16,0 0-7 0,1 0-1 0,-4-3 4 15,4-1 5-15,-1 1-8 0,-2-2 1 0,4 2-1 16,-4-3 0-16,-1 1-1 0,1 1-3 0,-3-1 1 16,0 0 2-16,-2 1-3 0,0 0 2 0,-5 0-1 15,1 0 3-15,-1 0-1 0,2 3-3 0,-2 2 1 16,1-1 4-16,-3 2 0 0,1-1-2 0,-3 2 3 16,1 0-3-16,-2 2 1 0,4-5-3 0,-5 3-6 15,2-1-17-15,0 0-26 0,0 4-19 0,0-14-32 16,2 26-38-16,1-16-47 0,-1 1-29 0,0-1-178 15,3-1-425-15,-5-9 188 0</inkml:trace>
  <inkml:trace contextRef="#ctx0" brushRef="#br0" timeOffset="-1774.04">25540 16689 109 0,'0'0'118'0,"12"-6"-12"0,-12 6-10 0,10-3-16 15,-10 3-6-15,11-1-4 0,-11 1-27 0,16 2-20 16,-16-2-27-16,14 5-14 0,-5 1-2 0,-4 0-21 16,1 1-9-16,-5 0 5 0,-1-7 2 0,8 12 12 15,-8-12 7-15,0 11 22 0,0-11 29 16,0 12 17-16,0-12 32 0,0 0 11 0,-6 11 13 16,6-11-1-16,-7 5 4 0,7-5-9 0,-6 7 3 15,6-7-14-15,0 0-3 0,0 0-5 0,-6 6-14 16,6-6-7-16,0 0-1 0,0 0-6 0,0 0 0 0,14 12-20 15,-3-11-25-15,3 1-38 0,8 2-62 0,5-1-58 16,0 0-79-16,4-2-254 0,-1 0 112 16</inkml:trace>
  <inkml:trace contextRef="#ctx0" brushRef="#br0" timeOffset="-843.05">26599 16330 16 0,'0'0'144'0,"0"0"-6"0,-8-3-8 16,8 3-3-16,0 0 0 0,0 0-7 0,-7-4-5 15,7 4-8-15,0 0-7 0,0 0 0 0,0 0-10 16,-8-1-6-16,8 1-2 0,0 0-5 0,0 0-4 16,0 0-7-16,0 0-4 0,0 0-9 0,0 0 1 15,0 0-5-15,0 0-1 0,0 0-8 16,0 0-4-16,0 0 1 0,0 0-9 0,0 0 0 0,0 0-3 15,22-7-8-15,-9 5 2 0,6 0-4 0,10 0 1 16,-9-1-1-16,7 2-15 0,2-2-16 0,-8 0-18 16,0 1-16-16,0 0-21 0,-1 1-23 15,3 1-21-15,-8 0-28 0,-2 0-6 0,-1 1-4 16,-3-1-83-16,-2 2-255 0,-7-2 113 0</inkml:trace>
  <inkml:trace contextRef="#ctx0" brushRef="#br0" timeOffset="-459.94">26816 16290 91 0,'-4'0'112'16,"4"0"6"-16,-8-3-8 0,8 3-2 0,0 0-20 0,0 0-3 16,0 0 3-16,-10 5 17 0,7 1-1 15,3-6-7-15,-2 15 1 0,0-2-7 0,2-1-2 16,0 3-4-16,0-1-8 0,-2 3 5 0,2 1-1 16,-2-7-13-16,0 5-1 0,2-4-7 0,0 5-2 15,0-5-8-15,-4-1-7 0,4 2 2 0,-2-2-8 16,0-1-3-16,0 0-1 0,0 0-5 0,-1-2-4 15,1 2-2-15,0-5-2 0,-2 5-1 0,2-3-3 16,-1-1-1-16,-1 0-3 0,-1 2 1 0,2 0 1 16,-3-3-4-16,2 0 0 0,-1 0-1 0,1-1-4 15,-3 0-8-15,7-4-5 0,-7 5-6 0,3-2 0 16,4-3-8-16,-9 3-6 0,9-3 5 0,-12 0-6 16,12 0 1-16,-13-2 1 0,13 2-2 0,-11-5 11 15,4 3-1-15,7 2 2 0,-9-5 2 0,9 5 5 16,-9-3-3-16,9 3 11 0,-8-5-10 0,8 5 12 15,-6-3-4-15,6 3-3 0,0 0 1 0,0 0 1 16,0 0-2-16,0 0 5 0,0 0-2 0,0 0-2 16,0 0 3-16,30-3 3 0,-17 3-6 0,5 2-5 15,4-2-19-15,-3-2-14 0,1 2-11 0,2 0-27 16,5 0-21-16,2-3-41 0,-1 3-119 0,-7 2-282 16,-2-4 124-16</inkml:trace>
  <inkml:trace contextRef="#ctx0" brushRef="#br0" timeOffset="11.77">27169 16483 48 0,'0'0'142'16,"0"0"-2"-16,-9-11 0 0,9 11-8 0,-14-7-9 15,7 4-1-15,7 3-9 0,-17-5 0 0,7 2-7 16,-1 2-9-16,11 1-5 0,-16 0-1 0,7 0-14 15,3 1-9-15,-3 0-5 0,1 3-2 0,-2-1-4 16,3 4-5-16,1-3-4 0,-2 2 1 0,2 1-10 16,-1 2 1-16,1-2-4 0,1 2-1 0,0-2-7 15,0 0 0-15,1 2 0 0,2-2-3 0,0 3-6 16,2-10 2-16,2 15-7 0,0-8 3 0,0 1-1 16,5 0 2-16,-2-3-4 0,-1 2 4 0,1-4-6 15,4 2 5-15,3-1-8 0,-2-1 1 0,3 0 0 16,-3-3 1-16,-10 0-3 0,20-4-1 0,-8 2 0 15,-1-2 1-15,-1-1 0 0,0 0 2 0,1-2-8 16,-3 0 5-16,2-3-3 0,-3 0-2 0,4-4 2 16,-7 2 2-16,6-5-1 0,-4 2 0 0,-1-2-8 15,-1-1 7-15,0 1-1 0,2 0-3 16,-2 0 3-16,-2 4 0 0,5-3-2 0,-7 4 6 0,2 2 2 16,-2 10 2-16,2-14 11 0,-2 14 3 0,4-11 1 15,-4 11-5-15,2-8 0 0,-2 8-12 0,0 0 1 16,0 0 0-16,0 0-1 0,0 0 9 0,0 0-8 15,3 25 6-15,-3-14-5 0,0 6-3 0,2 0-2 16,-4 1 4-16,4 0-3 0,1 1-15 16,1-1-41-16,1-1-32 0,-1 1-39 0,3-2-36 15,6-2-52-15,-4 2-149 0,6-6-385 0,2-1 170 16</inkml:trace>
  <inkml:trace contextRef="#ctx0" brushRef="#br0" timeOffset="224.28">27629 16358 2 0,'-9'-1'205'15,"0"3"-4"-15,-2 3-5 0,0 0-13 0,-1 2-11 16,6 0-16-16,-5 3-10 0,4 0-10 0,3 2-14 16,-1-2-8-16,0 6-12 0,5 0-13 15,2-4-5-15,3 2-7 0,0-2-10 0,6 2-8 0,-1-2-28 16,3 1-28-16,-1-4-31 0,4 2-34 0,-2-3-45 15,-3-2-38-15,1-1-21 0,-2 3-108 0,-3-3-295 16,-7-5 131-16</inkml:trace>
  <inkml:trace contextRef="#ctx0" brushRef="#br0" timeOffset="407.92">27067 16803 15 0,'0'0'176'16,"0"0"-3"-16,0 0-13 0,28 6-14 0,1-6-14 16,0-1-9-16,5 1-19 0,-1-3-7 0,1 1-10 15,4 0-14-15,-2 0-22 0,-3 0-34 0,-3 0-45 16,-1 1-36-16,-11 0-44 0,-5 2-85 0,-13-1-208 16,16 1 93-16</inkml:trace>
  <inkml:trace contextRef="#ctx0" brushRef="#br0" timeOffset="691.06">27202 16944 115 0,'0'0'192'0,"2"13"-15"0,-2-13-14 16,0 16-12-16,-4-6-12 0,0 1-14 0,-3 2-7 15,-5 1-9-15,1 0-5 0,-2-1-18 0,-1-1-8 16,3-2-3-16,2-3-14 0,-2 3 2 0,2-4-11 15,0-2-5-15,0 1-3 0,9-5-4 0,-9 6 0 16,4-2-5-16,-1-1 6 0,6-3-7 0,-8 3 0 16,8-3-1-16,0 0-11 0,-6 4 1 0,6-4-4 15,0 0-3-15,0 0 0 0,0 0-2 16,0 0-3-16,23 9 1 0,-14-7-9 0,0 0-23 16,9 2-10-16,-5-2-42 0,7 4-10 0,3-5-41 15,-3 2-28-15,8-3-26 0,-2 3-97 0,-6-3-295 16,3-2 131-16</inkml:trace>
  <inkml:trace contextRef="#ctx0" brushRef="#br0" timeOffset="907.07">27398 16966 72 0,'-2'-9'195'16,"-1"0"11"-16,3 9 1 0,-3-14-6 0,3 14-10 16,-4-9-19-16,4 9-17 0,0 0-11 0,0 0 4 15,0 0 16-15,0 0 3 0,-10 27-2 0,5-8-5 16,-1 10-7-16,-2 0-10 0,3 0-23 0,1 1-3 15,-2 1-12-15,2-1-9 0,-2 0-8 0,-1-1 13 16,6-4-24-16,-2 1 11 0,-1 1-22 0,4-10-6 16,-2 2-37-16,2-3-25 0,0-3-41 15,0-3-38-15,-1 1-41 0,1-11-47 0,-4 15-50 16,0-8-53-16,-4 0-174 0,8-7-484 0,-12 6 215 0</inkml:trace>
  <inkml:trace contextRef="#ctx0" brushRef="#br0" timeOffset="1041.19">27231 17203 67 0,'12'-5'159'0,"1"-1"-14"0,6 3-11 15,7-6-12-15,-4 5-12 0,7-2-17 0,3 1-24 16,4-2-40-16,3 1-23 0,-2-2-39 0,2 2-36 16,1-1-70-16,-4 1-150 0,-2-3 66 0</inkml:trace>
  <inkml:trace contextRef="#ctx0" brushRef="#br0" timeOffset="1190.9">27782 17067 123 0,'16'-12'23'0,"-3"0"25"0,-5 3 28 0,-3-1 43 15,-2 1-1-15,-3 9 14 0,-3-17 4 0,3 17 13 16,-11-12 8-16,6 9 4 0,-5-1 7 0,10 4-4 16,-25 0-1-16,13 4-2 0,1 2-6 0,-4 5 7 15,-1 0-17-15,5 0-5 0,-1 3-16 0,5-3-11 16,5 0-12-16,0 1-8 0,2-1-12 0,6 4-7 16,-1-3-29-16,3-2-43 0,3 3-31 0,3-6-54 15,5 4-48-15,0-6-62 0,8 2-75 0,-8-2-138 16,8-1-438-16,-6-4 194 0</inkml:trace>
  <inkml:trace contextRef="#ctx0" brushRef="#br0" timeOffset="1357.86">27582 16857 2282 0,'-27'-9'27'0,"9"2"-8"0,5 4-14 16,3-1-5-16,10 4-8 0,0 0 6 0,0 0-1 15,0 0-5-15,0 0-13 0,73-4-26 0,-20 3-29 16,3-4-40-16,4 3-59 0,0 0-139 0,0-3-338 16,5 2 150-16</inkml:trace>
  <inkml:trace contextRef="#ctx0" brushRef="#br0" timeOffset="1641.02">28704 16663 185 0,'0'0'209'0,"40"-15"-15"16,-12 4-23-16,4-4-15 0,5 4-15 0,14-10-21 16,1 2-37-16,3 4-56 0,-1-6-69 0,4 4-72 15,-2 0-75-15,0-1-204 0,1-2 91 0</inkml:trace>
  <inkml:trace contextRef="#ctx0" brushRef="#br0" timeOffset="1806.89">29599 16351 1637 0,'-8'-1'22'16,"8"1"29"-16,-15 1-10 0,15-1 3 0,-10-1 2 15,10 1 22-15,0 0 1 0,-9-2-24 0,9 2-6 16,0 0-5-16,0 0-6 0,0 0-13 16,34-7-31-16,-22 5-36 0,7 1-55 0,0-3-39 15,0 5-157-15,-1-3-329 0,-5 0 145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2T10:02:30.9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23008 17451 33 0,'0'0'39'0,"0"0"2"16,0 0-8-16,0 0-6 0,0 0 4 0,0 0-8 16,-3-6 1-16,3 6-9 0,0 0 6 0,0 0-4 15,0 0-9-15,0 0 3 0,0 0-4 0,0 0 3 16,0 0 10-16,0 0-14 0,0 0 0 0,0 0 1 15,0 0-9-15,0 0 0 0,0 0-1 0,0 0-11 16,0 0-2-16,0 0-8 0,0 0-1 16,0 0-25-16,0 0-52 0,0 0 24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8T05:33:12.3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4902 3688 121 0,'-3'-15'141'0,"0"5"-4"0,-1-2-6 0,0 3 0 16,2 1-5-16,0 1-15 0,2 7-10 0,-5-10-11 15,5 10-11-15,-4-6-11 0,4 6-5 0,0 0-13 0,0 0 3 16,-11 19-6-16,-1 4-11 0,-2 8-4 0,-6 13-1 15,-1 6 4-15,1 2-2 0,-1 5 1 0,-1-1-8 16,-4 22-3-16,9-26-2 0,7-1-4 16,-3-2 2-16,4 1-2 0,7-16 0 0,-2-2-12 15,4 2 8-15,-2-4-1 0,5 2 1 0,0-6-3 16,3 0 1-16,-1-8-1 0,0-1-1 0,3-3 1 0,1 1 1 16,1-6-1-16,4-1-1 0,0-5-2 0,5-3 8 15,9-2-15-15,4-7 6 0,0-3 1 0,0-7-1 16,15-7 3-16,-4-4-5 0,-2-2 0 15,-1-6 2-15,-2-1 2 0,-3-9-6 0,-3 2 3 16,0-3-4-16,-5-5 2 0,-3 1 0 0,2-1-3 16,-7-3-1-16,-1 0 1 0,-5 3-3 0,-2 1 1 0,-6 1 1 15,-3 0 2-15,-5 3 2 0,-3 1 19 16,-3 12 3-16,-5-11-7 0,-5 5-3 0,2 11-6 16,-2 1 1-16,-2 2-5 0,-1 5 3 0,0 4-2 15,-4 4-1-15,-1 5 0 0,-2 4-13 0,-2 6 16 16,-1 5-9-16,-1 2-5 0,-2 7-1 0,-8 8 5 15,0 8 2-15,2 1-5 0,3 1 2 0,5 2 2 16,12-5-4-16,0 0 1 0,8 0 0 0,6 0 10 16,2 3-12-16,11 1 4 0,4-1-2 0,9 11 4 15,6-2-14-15,7-3-2 0,3-3-10 0,2-3-2 16,3-2-4-16,1 1 0 0,4-4-3 0,-4 3 3 16,-12-8 3-16,2 1 4 0,-3 0 1 0,1 0 0 15,-3 1 4-15,-1-1 6 0,-2-2-4 0,-2 1 4 16,0-1 3-16,-4 0-1 0,-3-6 5 0,-4 2 0 15,-1-2 12-15,1 1-9 0,-3-1-3 0,-3-5-4 16,0 1-12-16,-3 2-4 0,0-3-12 0,-1 0-17 16,0-10-9-16,0 13-2 0,0-13 4 0,0 11 5 15,0-11-17-15,0 0-18 0,0 0-13 0,0 0-57 16,0 0-174-16,0 0 77 0</inkml:trace>
  <inkml:trace contextRef="#ctx0" brushRef="#br0" timeOffset="150.54">5738 3951 136 0,'0'0'223'16,"4"-9"-14"-16,-4 9-20 0,5-8-20 0,-5 8-18 15,0 0-20-15,0 0-15 0,0 0-29 0,0 0-17 16,0 0-23-16,0 0-28 0,0 0-49 0,0 0-45 16,0 0-34-16,-13 31-114 0,7-16-240 0,0 2 106 15</inkml:trace>
  <inkml:trace contextRef="#ctx0" brushRef="#br0" timeOffset="293.77">5490 4501 2387 0,'-12'13'4'0,"3"-7"57"0,2-2-8 0,3 0-22 16,4-4-14-16,-9 9-4 0,9-9-6 16,0 0 1-16,0 0-14 0,0 0-32 0,31 6-17 15,-2-13-67-15,9-4-53 0,16-3-37 0,0-8-118 16,31-11-356-16,-26 8 159 0</inkml:trace>
  <inkml:trace contextRef="#ctx0" brushRef="#br0" timeOffset="430.86">6686 4170 2609 0,'32'-17'139'0,"-5"2"4"0,-7 0-4 0,-6 4-24 16,-3 4 14-16,-3-2-19 0,-4 1-17 0,1-1-27 16,1 0-6-16,-6 9-8 0,5-11-5 0,0 7-7 15,-5 4-4-15,5-10-50 0,-5 10-45 0,0 0-54 16,2-10-76-16,-2 10-98 0,0 0-233 0,0 0-562 15,0 0 248-15</inkml:trace>
  <inkml:trace contextRef="#ctx0" brushRef="#br0" timeOffset="19695.68">8519 3368 13 0,'-10'-5'141'0,"10"5"0"16,-9-6-7-16,3 5 4 0,6 1-4 0,0 0-2 15,-10-5-8-15,10 5-6 0,0 0-12 0,0 0-11 16,-4-4-12-16,4 4-11 0,0 0-3 0,0 0-5 16,26-1-10-16,-6-1 2 0,14 0-10 0,0 1-4 15,6-3-6-15,12-3-13 0,-1 4-13 16,-15 3-20-16,1-2-27 0,-4 2-16 0,-2-1-38 0,-3 4-17 15,-9-3-25-15,-6 1-101 0,-3 1-252 0,-10-2 111 16</inkml:trace>
  <inkml:trace contextRef="#ctx0" brushRef="#br0" timeOffset="20383.57">8737 3339 14 0,'-2'7'104'0,"2"-7"12"0,-5 17-10 0,5-1 12 16,-2 2 7-16,0 8-6 0,1 3-2 0,-3 0-4 0,2 0 2 16,-2 3-16-16,2-1-8 0,-1 2-1 15,2-2-10-15,1-2-7 0,-3 1-8 0,5-1-9 16,-4 1 0-16,4-4-12 0,-1 0-1 0,0-6-3 16,1-2-3-16,-2 0-4 0,0-3-4 0,1-2-5 15,0-1 0-15,-1 0 1 0,1-2-20 0,-1-10-10 16,2 13-9-16,-2-13-3 0,1 12 0 0,-1-12 0 15,0 0-1-15,-5 11-2 0,5-11 1 0,0 0-11 16,-18-4-3-16,18 4 9 0,-18-6-4 0,5 1 4 16,2 1-1-16,-1-1 9 0,0 1 1 0,1 1 11 15,0-2 2-15,11 5 7 0,-14-4 4 0,14 4 5 16,-12-4-3-16,12 4-3 0,-9-3-5 0,9 3-3 16,0 0 3-16,0 0 0 0,0 0 0 0,0 0-3 15,0 0 6-15,0 0-15 0,0 0-10 0,44 10-22 16,-22-10-20-16,7 3-25 0,3-3-2 0,2 0-8 15,-2-3-5-15,-1 0 1 0,0-3 4 0,-2 1 3 16,-3 1 11-16,-5 0 13 0,0-2 27 0,-6-1 2 16,-1 3 10-16,0-3 7 0,-2 2 12 0,-2-2 13 15,-4 0 11-15,-6 7 7 0,16-16 9 0,-13 10 7 16,1 0 12-16,-4 6-2 0,7-10 9 0,-7 10-11 16,0 0-3-16,5-7-5 0,-5 7-6 0,0 0 9 15,0 0 3-15,0 0 10 0,13 16 3 0,-10-6 2 16,-1 0-6-16,2-1 7 0,-2 4-7 0,1-2 7 15,-2-1-9-15,0 3-4 0,2-2-4 0,-3-11-1 16,1 13-6-16,-1-13-2 0,0 11 9 0,0-11 13 16,0 0 14-16,3 12 8 0,-3-12 6 0,0 0-7 15,0 0-4-15,0 0-8 0,0 0-9 0,0 0-6 16,0 0-5-16,0 0-1 0,-3-36-5 0,6 26-4 16,-2-4 4-16,5-4-11 0,2-1 0 15,-2 1-6-15,7-6-1 0,1 2 0 0,-3 4-8 0,1 3-5 16,1 5-1-16,2-4-1 0,-3 4-5 0,-1 3 2 15,2 2-5-15,3 1 0 0,1 4-3 0,-2 1 3 16,1 3 2-16,-1 3-4 0,1 4 4 0,-1 2 0 16,3 8 1-16,-4-2 4 0,-3 0-4 0,-3-3-5 15,1 9-23-15,-5-8-30 0,1 8-32 0,-2-7-42 16,-3 0-36-16,1 0-191 0,-2-2-390 16,2-4 173-16</inkml:trace>
  <inkml:trace contextRef="#ctx0" brushRef="#br0" timeOffset="20786.66">10192 3621 96 0,'0'-7'194'0,"0"7"-8"0,-4-12-18 15,-1 8-19-15,5 4-13 0,-18-2 0 0,18 2-10 16,-32 12-6-16,5 1-2 0,-1 4-2 0,2 2-11 0,4 3-10 15,2-2-7-15,2 2-9 0,4-2-11 16,1 2-3-16,5-6-11 0,4 3-1 0,0-3-6 16,2-1-4-16,1-2-5 0,2-2-4 0,2 0 1 15,2-3-8-15,2-1 0 0,3-1-9 0,-1-3-1 16,6 0-7-16,0-3-6 0,1-2 1 0,2 0-11 16,2-4 1-16,-3-2-5 0,1 1 5 0,-7-2-5 15,2-2 7-15,-4-4-4 0,0 5 6 0,0-4-5 16,-4 2 3-16,0-5-4 0,-1 1 6 0,-2 5 7 15,0 0 5-15,-1 3 6 0,-1 8-3 0,1-12 4 16,-1 7-8-16,0 5-4 0,0 0-5 0,3-9-1 16,-3 9 1-16,0 0 2 0,0 0 6 0,0 0 6 15,0 0 3-15,-3 36-3 0,5-16 1 0,-1 5-1 16,0-7-1-16,2 0 0 0,5 6-3 0,-1-6-19 16,2 0-33-16,0 0-32 0,6 4-51 0,-2-7-50 15,7 2-40-15,-6-6-116 0,3-2-356 0,2-2 159 16</inkml:trace>
  <inkml:trace contextRef="#ctx0" brushRef="#br0" timeOffset="22338.9">11183 3333 106 0,'0'-12'190'16,"2"4"3"-16,-5 0-5 0,3 8-22 15,0-11-21-15,0 11-16 0,-1-7-15 0,1 7-13 0,0 0-9 16,0 0-10-16,0 0-9 0,6 40-3 0,-4-15-12 15,-1 7-7-15,-1 1 6 0,-1 2-10 16,1 1-3-16,-3 10-2 0,0-13-6 0,1 0 1 0,0-1-3 16,-1-3-6-16,3-3-1 0,0 0-3 0,1-2 0 15,-1-5-3-15,2-2 0 0,-2-2-1 16,3 1-2-16,-2-3-2 0,-1-3-3 0,2 1-1 0,-1-2-5 16,-1-9 4-16,1 12-1 0,1-6 4 0,-2-6-7 15,1 9 7-15,-1-9 0 0,0 0 0 0,2 8 6 16,-2-8 17-16,0 0 11 0,0 0 5 15,0 0 4-15,0 0-7 0,0 0-2 0,0 0-6 16,0 0-2-16,0 0-7 0,0 0-4 0,0 0 1 16,0 0 3-16,-7-29-9 0,7 29-8 0,-3-15 4 15,3 15-3-15,-3-13-2 0,3 13-5 0,0-11 2 0,0 11-3 16,0 0 2-16,-2-14-2 0,2 14 1 0,0 0-4 16,0 0-3-16,0 0 8 0,0-11-5 15,0 11-5-15,0 0 0 0,0 0 2 0,0 0 0 16,0 0-3-16,0 0 3 0,0 0-7 0,0 0 1 15,0 0 2-15,0 0-2 0,0 0 0 0,0 0 0 16,0 0 0-16,0 0 5 0,0 0-4 0,0 0 2 16,0 0-5-16,0 0 3 0,0 0-2 0,0 0 4 15,0 0 1-15,0 0-4 0,0 0-2 0,0 0 4 16,0 0-3-16,2-8 4 0,-2 8 4 0,0 0-7 16,0 0-1-16,0 0 3 0,0 0-2 0,0 0 4 15,0 0-3-15,0 0-1 0,0 0 3 0,0 0-4 16,0 0-3-16,0 0 4 0,0 0 5 0,0 0-4 15,0 0-2-15,0 0-2 0,0 0 2 0,0 0 2 16,0 0-2-16,0 0-3 0,0 0 4 0,0 0-3 16,0 0 9-16,0 0-8 0,0 0 0 0,0 0-1 15,0 0 2-15,0 0-2 0,0 0 2 0,0 0 2 16,0 0-1-16,0 0 9 0,0 0-10 0,0 0 0 16,0 0 4-16,0 36-3 0,0-36 2 0,3 8 4 0,-3-8-2 15,0 11-4-15,1-5 3 0,-1-6-4 0,0 0 0 16,2 17 4-16,-2-12-1 0,0-5 1 15,-2 11-1-15,2-11 1 0,2 10 1 0,-2-10-3 16,1 8 4-16,-1-8 0 0,0 8-3 0,0-8 3 16,0 0 0-16,0 0 4 0,-1 9-6 0,1-9 1 15,0 0 2-15,0 0 3 0,0 0-4 0,1 9 3 16,-1-9-4-16,0 0 4 0,0 0-2 0,0 0 0 16,0 0 0-16,0 0 0 0,0 0 1 0,0 0-1 15,0 0-1-15,0 0-7 0,0 0-8 0,0 0-17 16,0 0-5-16,0 0-29 0,0 0-21 0,0 0-25 15,0 0-13-15,0 0-20 0,0 0-7 0,0 0-19 16,0 0-5-16,0 0-14 0,8-30-95 0,-3 23-306 16,-2-5 135-16</inkml:trace>
  <inkml:trace contextRef="#ctx0" brushRef="#br0" timeOffset="22689.28">11351 3239 73 0,'-8'-6'115'0,"8"6"-13"0,-7-3-7 16,7 3-8-16,-11 3-6 0,5 3 5 0,-4 4-13 15,-1 6 20-15,-3 6-12 0,-1 1-2 0,5 5-3 16,-4 3 0-16,3 2 0 0,1 0 1 0,5 2-3 15,-4 10-3-15,5-10-3 0,-1 13 3 16,1 0-8-16,3-15-2 0,1 2-2 0,0 11-4 0,0-14-4 16,-2 0-4-16,0-3 0 0,2 1-4 0,0-5-2 15,-2-1-1-15,-1-6-4 0,3-2-3 0,-2 3-1 16,2-3-2-16,0 0-4 0,-2-3-3 0,1-2 2 16,1 1-1-16,-3-2-6 0,3 1-3 0,-2-3-18 15,-1-1-19-15,3-7-15 0,-4 12-25 16,4-12-30-16,-4 10-22 0,4-10-25 0,-6 4-26 15,6-4-117-15,0 0-305 0,0 0 136 0</inkml:trace>
  <inkml:trace contextRef="#ctx0" brushRef="#br0" timeOffset="23005.1">11219 3763 99 0,'22'-3'125'0,"-3"0"-9"15,3 2-3-15,3-2-14 0,4 1-6 0,1-3-6 16,-1 2-14-16,0 1-6 0,0-1-7 0,-1 2-4 16,-9-2-17-16,3-1-8 0,-3 2-2 0,-1-2-5 15,0 1-7-15,-5 0-6 0,-1 0 6 0,-1-1-4 16,-1-1 6-16,-4 1 3 0,2-2-15 0,-8 6 6 16,9-11-3-16,-9 11 9 0,8-8 19 0,-8 8 8 15,6-8 1-15,-6 8 5 0,4-6-10 0,-4 6-6 16,0 0-9-16,0 0-3 0,0 0 1 0,0 0-4 15,0 0 0-15,0 0-3 0,7 19 4 0,-7-19-7 0,-2 23 4 16,2-11-5-16,0 5 4 0,0 2-6 16,-1-1 5-16,2 2-4 0,-2 0 5 0,1-1-5 15,1-2-16-15,-2 0-35 0,4 1-34 0,0-2-33 16,-2-4-44-16,-2 1-93 0,0-4-262 0,1-9 116 16</inkml:trace>
  <inkml:trace contextRef="#ctx0" brushRef="#br0" timeOffset="23366.34">11950 3463 55 0,'3'-11'189'16,"-2"-1"3"-16,1 5-8 0,0-3-5 0,0 4-8 16,-2 6-17-16,2-10-14 0,-2 10-19 0,1-6-17 0,-1 6-8 15,0 0-12-15,0 0-6 0,7 27-4 0,-7-9-1 16,2 11-2-16,-4 2-4 0,4 0 3 0,-1 5-14 15,-1-2-1-15,-1 12-12 0,-1-12 7 16,0-3-7-16,2 2-5 0,0-2-6 0,-4-1-7 16,4-2-22-16,4-3-29 0,-4-1-27 0,2-5-56 15,2 0-51-15,-2-4-49 0,-1-4-106 0,-1 1-342 0,0-12 151 16</inkml:trace>
  <inkml:trace contextRef="#ctx0" brushRef="#br0" timeOffset="23582.57">12268 3459 107 0,'0'-6'202'15,"2"0"-22"-15,-2 6-20 0,2-7-23 0,-2 7-9 0,0 0-4 16,0 0 0-16,-4 30-5 0,-2-5-4 16,-1 0-4-16,1 3-5 0,-2 3-10 0,2-1 0 15,1 3-15-15,1-2-8 0,2 1-4 0,-1 0-6 16,2-1-6-16,0-3-7 0,1 1-26 0,-2-8-33 15,2 3-27-15,0-6-44 0,2-1-38 0,-2-1-31 16,0-3-33-16,0-3-93 0,-2 1-298 0,2-11 133 0</inkml:trace>
  <inkml:trace contextRef="#ctx0" brushRef="#br0" timeOffset="23721.69">12266 3607 14 0,'0'0'40'0,"16"4"-19"16,-7 2-34-16,-1 2-14 0,0 0 7 0</inkml:trace>
  <inkml:trace contextRef="#ctx0" brushRef="#br0" timeOffset="24270.52">12374 3917 98 0,'13'3'152'0,"-13"-3"-17"16,0 0 7-16,19-5 5 0,-19 5-13 0,12-6-4 16,-2-1-15-16,1 0-9 0,0-5-5 0,-1-1-4 15,0-2-16-15,-1 2-2 0,1-1-4 0,-3-3-5 16,-1 1-13-16,1-4-3 0,4-5-7 0,-8 7-3 16,-1-3-7-16,2 3 2 0,0-1 0 0,-3 4 4 15,-1-1 3-15,-1 3 3 0,0 3-6 16,1 0-1-16,-3 5-8 0,3 5-6 0,0-12-6 15,0 12-9-15,0 0-4 0,0 0 2 0,0 0-2 0,0 0-1 16,0 0-3-16,-6 28 3 0,3-12 2 0,3 0-5 16,-3 1 0-16,3 1 5 0,3-2-9 0,-2-3 3 15,3 4-1-15,-2-4 1 0,2 4-2 16,-1 0 4-16,1 0-3 0,0-6 1 0,1 0-2 16,2-1-1-16,-3-3-3 0,1 1 2 0,1-1-2 15,-1 0 0-15,4-2-1 0,-2 0 1 0,-7-5-2 0,13 4 3 16,-4-2 1-16,-9-2-3 0,16 2 3 0,-16-2-4 15,16-3 2-15,-7 0 0 0,0-3-4 16,1 0-2-16,0 0 1 0,-1-1-4 0,1-2-5 16,-2 0 1-16,1 0-6 0,-1 0 6 0,2 3 2 15,-5-2-2-15,-5 8-1 0,8-8 1 0,-8 8 3 16,4-7-2-16,-4 7 1 0,0 0-1 0,5-6-1 0,-5 6-1 16,0 0-1-16,0 0-4 0,9-6 7 0,-9 6-8 15,0 0 3-15,0 0 2 0,0 0 3 0,0 0-3 16,0 0 3-16,0 0 1 0,0 0 3 15,0 0 4-15,0 0 0 0,0 0 0 0,0 0-9 16,0 0 5-16,0 0 3 0,0 0 1 0,0 0-14 16,0 0 0-16,0 0-5 0,0 0 0 0,0 0-5 0,0 0-3 15,0 0 3-15,0 0-22 0,0 0 2 16,0 0-4-16,0 0-12 0,0 0-16 0,0 0-22 16,0 0-21-16,0 0-74 0,0 0-215 0,-36 16 96 15</inkml:trace>
  <inkml:trace contextRef="#ctx0" brushRef="#br0" timeOffset="25355.31">12529 3840 49 0,'6'-12'150'0,"-1"3"-9"15,-3 1-1-15,2-1 0 0,-4 9-6 0,8-17-10 16,-4 7-12-16,1-1-10 0,-3 0 2 0,2 1 4 16,0-5-11-16,-1 4-15 0,1-1 0 0,-4 2-11 15,0-3-4-15,0 1-5 0,3 1-7 0,-6-2-2 16,3 4-3-16,0 0-5 0,0 9-2 0,0-14 0 16,-2 8-3-16,2 6-5 0,0-10-2 0,0 10-7 15,0 0 4-15,-2-9-10 0,2 9-6 0,0 0-3 16,0 0-2-16,-11 2-1 0,11-2-2 0,-18 15 4 15,9-1-3-15,-2 0-2 0,1 3 0 0,2 1-1 16,-3 5 1-16,6-5-2 0,-2 2-1 0,2 2-1 16,3 4-1-16,0-9 6 0,4 2-1 0,0 0 0 15,1-4-3-15,4 2 9 0,0-3-3 0,1 0 1 16,6-1 1-16,-3-5 3 0,4 2-3 0,6-4 1 16,8 0-2-16,3-3-7 0,-5-1 8 0,6-4 0 15,-3 0 1-15,1-1-1 0,-2-1-5 0,-4-1 3 16,-5-1-1-16,0 1-2 0,-1-4 1 0,-2-1-1 15,-1 3-1-15,-3-4-1 0,-1 4 1 0,-5-3-2 16,1 0 2-16,-5-3-1 0,1-1-2 0,0-3 2 16,-4 0 0-16,-2 3-5 0,0 1 2 0,-2-3 3 15,-1 4-6-15,1 1 2 0,0 1 2 0,-1-1-4 16,0 2 2-16,1 3-1 0,4 6 2 0,-2-10-2 16,2 10 1-16,-3-9 0 0,3 9-4 0,2-8 2 15,-2 8 1-15,12-7-1 0,-1 3-1 0,6-1-3 16,2 3 6-16,-1 2 1 0,0-1-4 0,0 3 1 15,-1-1 1-15,2 4-1 0,-8-1-5 0,3 3 2 16,-5 1 5-16,-1-1-5 0,2 3 3 0,-2 1-1 16,-3 3 0-16,-1-3 4 0,-4 2 1 0,0 4-3 15,0 0 3-15,-2-2-1 0,0 0 5 0,4-3-4 16,-4-3-1-16,2-9-6 0,-2 19 6 0,2-9 7 16,0-10-3-16,2 12 2 0,4-7 14 0,4 2-1 15,1-4 5-15,4 0-3 0,6-3 3 0,1-3-3 16,8 1-2-16,-3-4-1 0,2-5-2 0,3 5-1 15,1-3-1-15,-6-4 0 0,-3 0-5 0,1-2 0 16,-9 2 0-16,-1 0 1 0,1-2-2 0,-5 1 0 16,0-1-5-16,-3-4 0 0,-2 3 7 0,-1-1-8 15,-5-1-6-15,2 2 2 0,-4 5-1 0,0 2 0 16,-5-1-2-16,3 2 1 0,-2 3-1 0,-2 2-2 16,-3 5 2-16,-6 0 0 0,-2 6 3 0,-6 7 2 15,0 4-3-15,-2 2 2 0,4 1-3 0,4-2 3 16,5-6 0-16,1 4 2 0,4 5-2 0,1-4 5 15,6-2-3-15,2 0-1 0,3 2 4 0,4-5-4 16,4 0-24-16,12 1-30 0,-8-7-37 0,3 0-44 16,11 0-31-16,3-4-22 0,1-1-156 0,-1-3-372 15,-3-3 165-15</inkml:trace>
  <inkml:trace contextRef="#ctx0" brushRef="#br0" timeOffset="25745.34">13831 3773 7 0,'3'-11'154'0,"-3"-2"-13"0,0 2-1 0,-2 1 1 15,-3 0-6-15,3 2 4 0,-4 0-14 0,-2 1-2 16,-1 1-12-16,-4 2-8 0,-3 4-1 0,-1 3 0 16,-6 2-11-16,4 1-5 0,-8 6-6 15,1-2-2-15,2 6-1 0,5-6-6 16,6 2-10-16,-1 2-3 0,5 0-1 0,5 1-8 0,-2-3-7 16,6-1-2-16,0 1 0 0,2-2-3 0,6-1 0 15,1 0-7-15,7-2-2 0,2-2-5 0,4 0-4 0,1-3-13 16,4-3-8-16,2-1-8 0,-2-4-8 15,-9 2-4-15,2-3 5 0,-2-2-3 0,-2-1-3 16,-3-2 7-16,-1-2 3 0,-3-1 0 0,-3-2-1 16,-2 0 3-16,-1 0 6 0,-3-2-4 0,3-1 1 15,-6-5 0-15,0-1 6 0,1 2 0 0,2-4 1 16,-4 2 0-16,0 1 15 0,3 1 29 0,-3 3 7 16,4 4 8-16,0 2 6 0,-4 3 9 0,4 3-1 0,-2 2-2 15,2 7-8-15,0-12-12 0,0 12-6 0,0 0-2 16,0 0-5-16,0 0 2 0,0 0-2 15,-8 35-2-15,6-9-4 0,2-1-2 0,0 1 1 16,0 1-2-16,0 2 3 0,0-1-9 0,2 2 1 16,2-2-27-16,0 0-34 0,0 0-44 0,1 0-44 15,1-4-71-15,3 0-63 0,-6-7-173 0,-1-1-469 16,0-5 209-16</inkml:trace>
  <inkml:trace contextRef="#ctx0" brushRef="#br0" timeOffset="26186.88">14204 3570 1745 0,'5'-25'12'0,"0"-3"41"0,-3 11 35 0,3 0-20 16,-4 5 4-16,2 4-16 0,-1 1-16 0,0 0-12 15,-2 7-8-15,0 0-1 0,0 0-2 0,0 0 11 16,9 25 3-16,-7-4 5 0,-2 5-4 0,0 2 2 15,0 5-2-15,-2-4-3 0,2 3 0 0,0-2 1 16,-2-1-2-16,2 3-3 0,0-3-1 0,0-1-2 16,0-10-2-16,2 0 2 0,-4-2-4 0,1-2-2 15,1-4 0-15,1 0 1 0,-2-3 8 0,1-7 18 16,0 9 11-16,0-9 15 0,0 0-2 0,-3 8-6 16,3-8-6-16,0 0-2 0,0 0-9 0,0 0-4 15,0 0-9-15,-7-19 0 0,7 9-7 0,4 0-6 16,3-5-11-16,6-2-1 0,-3-1-5 0,10-1-4 15,1 0-5-15,2 4-4 0,-4 7-1 0,-2-1-6 16,1 4-2-16,-4 0 1 0,2 5 3 0,-5 2-2 16,3 1 2-16,-4 0 1 0,-1 4 1 15,-2 1 1-15,1 3-2 0,-4 1 8 0,-4 5-2 16,0-2 2-16,-4 2 3 0,-1-7 1 0,-1 3 0 0,-2 0-2 16,2-4 5-16,-7 2-2 0,3-3 3 0,1 1-2 15,-9-3-6-15,7-1-21 0,-5-1-28 0,3 0-29 16,2-2-39-16,-1 0-51 0,5-2-58 0,7 0-160 15,-18-3-426-15,18 3 189 0</inkml:trace>
  <inkml:trace contextRef="#ctx0" brushRef="#br0" timeOffset="26544.31">14587 3706 2074 0,'13'-10'20'0,"3"1"6"0,-7 4-19 15,1 1-13-15,-3 1 10 0,5 2-4 0,-2 1 5 16,2 3 4-16,-2-1 0 0,2 4-1 0,2 4 4 15,-5-3 5-15,2 5 5 0,-1-3 3 0,-2 1 6 16,1 3-3-16,1 1 1 0,-2 2-3 0,-3-1-3 16,1-4 5-16,-4 1-7 0,0-2 0 0,-2 0-3 15,-1-1 2-15,-2-2-4 0,3-7 3 0,-6 10-2 16,1-5 0-16,-1-3-1 0,6-2 2 0,-12 5 5 16,12-5-2-16,-10 0-2 0,10 0 4 0,0 0-4 15,-11-9-2-15,11 9-2 0,-6-16-1 0,6 5-3 16,5-1-3-16,0 0 3 0,4-2-3 0,2-2-1 15,2 3-3-15,2-1 0 0,1 2 2 0,-2-1 0 16,2 4-3-16,0 2-1 0,1-2-2 0,-6 3-2 16,1 3-1-16,-3-1 0 0,-2 1 3 15,-1 3-10-15,-6 0 5 0,16 2 3 0,-9 0 3 0,-1 3-8 16,-1-1 4-16,3 4 1 0,-5 0 2 16,1 2 0-16,-1 1-1 0,-1 5-13 0,-4-5-37 15,2 1-38-15,0 5-55 0,-2-5-49 0,-1 0-187 0,-5-2-409 16,3 1 181-16</inkml:trace>
  <inkml:trace contextRef="#ctx0" brushRef="#br0" timeOffset="26717.43">14995 3416 39 0,'-4'-9'167'0,"2"4"-24"15,2 5-11-15,-5-4-25 0,5 4-11 0,0 0-28 16,-9 23-38-16,10-4-46 0,2 7-28 0,3-3-77 16,-3 2-130-16,6-2 58 0</inkml:trace>
  <inkml:trace contextRef="#ctx0" brushRef="#br0" timeOffset="27097.66">15363 3653 30 0,'0'0'217'0,"3"-9"-20"16,-1 3-9-16,-2 6-20 0,-2-11-9 0,2 11-6 15,-8-10-6-15,3 6-5 0,-4 1-12 0,0 2-7 16,-2 1-14-16,-3 2-3 0,-2 4-13 0,0 4-10 16,-1 0 0-16,-6 8-12 0,4 0-9 0,6-6-7 15,-5 7-1-15,8-5-6 0,5 3-3 0,-4 0-7 16,4-1-3-16,2 1-2 0,6-6-2 0,-1 3-4 16,1-7-3-16,3 5 0 0,-1-5 2 0,4-1-3 15,2-2-10-15,3-4-2 0,-14 0-12 0,29-8-3 16,-13 1-9-16,0-3-1 0,-3-2 0 0,2-2-2 15,-5-3 5-15,-2 1 2 0,0-1-2 16,-6-3 4-16,3 1-1 0,-1-7 3 0,0 2-3 16,-6 0 11-16,3 3 7 0,-2 2 4 0,3-6 11 0,-3-1 7 15,0 0 1-15,-1 9-2 0,2-2 43 0,-1 3 2 16,1 4 1-16,0 3 10 0,-1 0-3 0,2 1-12 16,-1 8-7-16,-1-9-12 0,1 9-7 0,0 0-6 15,0 0-7-15,0 0-5 0,0 0-1 0,-3 41 2 16,1-16-4-16,0 2-11 0,4 0 10 0,0 2-17 15,1 2-28-15,-1-2-24 0,1 2-44 0,2-2-38 16,0-3-38-16,4 3-35 0,0-5-36 0,4-1-25 16,-2-8-155-16,-3 0-449 0,0-5 198 0</inkml:trace>
  <inkml:trace contextRef="#ctx0" brushRef="#br0" timeOffset="27683.21">15647 3728 157 0,'3'-12'184'15,"-1"1"3"-15,-2 3-11 0,0-2-2 0,0 10-13 0,-4-13-7 16,4 13-12-16,-6-8-17 0,6 8-7 0,-9-1-12 16,9 1-8-16,-14 3-6 0,5 1-9 0,1-1-8 15,2 2-7-15,0 0-8 0,-1 3-5 16,2 1-4-16,2-4-7 0,2 2-5 0,1-7-8 16,0 11-2-16,0-11-9 0,7 10-5 0,-7-10-7 15,13 7 3-15,-7-3-2 0,0-4-2 0,1 1-2 16,-7-1-1-16,11 3-2 0,-11-3 0 0,12 0 0 0,-12 0 1 15,6 3-2-15,-6-3-7 0,0 0 1 16,6 7-3-16,-6-7 3 0,0 18 3 0,-1 2 7 16,-1 7 3-16,-3 3 5 0,2 3 3 0,2 13 1 15,-1 5 2-15,0-2 6 0,2-1 0 0,1-1 1 16,2-12-2-16,-1-3 0 0,2 2-4 0,0-1 4 16,-5-4-3-16,3 0-4 0,2-4 1 0,-4-5 3 15,-1-3-6-15,2-2 3 0,-4-2-2 0,2-3 1 16,1-10 2-16,-8 13 1 0,1-7 2 0,-5-3-2 15,1-3-1-15,11 0-4 0,-32-5-1 0,13-2-3 16,1-3 0-16,0-1 1 0,-5-6-1 0,2 0-5 16,7 2 3-16,3 1 4 0,-1-3-7 0,4-7-1 15,5-2-5-15,2 2 0 0,7-5-1 0,8 2-1 16,3-1-5-16,7-1-2 0,9-4-3 0,3-1-6 16,2 4-2-16,3 1-2 0,1-1-5 0,-2 2-2 15,-9 6-4-15,11-8-7 0,-10 8 4 0,5-10 4 16,-9 9 2-16,-3-1 1 0,1 1 2 0,-5-1 6 15,-2-1 5-15,-5 4 12 0,-2-3 11 0,-3 10 10 16,-2 0 8-16,-3 2 1 0,2 2-5 0,-7 1-4 16,2 2 4-16,-1 7-6 0,-9-13 1 0,5 10-5 15,4 3 0-15,-16-1 0 0,4 4 0 0,-2 5 4 16,-1 0 8-16,-2 4-2 0,3 2 4 0,0 1-7 16,4 1 2-16,0-1-3 0,3 1 1 0,2 1-3 15,6 8 5-15,2-6-20 0,2 0-32 0,10 2-41 16,-3-6-55-16,11 2-68 0,5-3-243 0,-1-4-475 15,1-1 210-15</inkml:trace>
  <inkml:trace contextRef="#ctx0" brushRef="#br0" timeOffset="28437.32">16741 3927 255 0,'6'-12'236'0,"5"-3"-24"0,-2-1-23 0,1-1-20 0,1-7-14 16,3 2-9-16,-3 7-6 0,3-6-8 0,-3 4-11 15,2-6-9-15,-5 5-9 0,3-7-12 0,-1 3-3 16,-3 5-6-16,-1 0-4 0,-2 1 0 0,-3 3-4 15,2 2 1-15,-5-2-8 0,1 3-7 0,1 10-5 16,-4-16-10-16,1 12-2 0,-2-2-6 0,5 6-3 16,-11-7-8-16,5 6-4 0,6 1 6 0,-12-2-12 15,12 2-1-15,0 0-4 0,-14 2-2 0,14-2-4 16,-5 4-3-16,5-4 0 0,-1 9-6 0,1-9 1 16,0 0-3-16,9 11 4 0,1-5-4 0,3-2 3 15,4 2 0-15,2-3-7 0,-3 1 0 0,5 1-1 16,-2-1-3-16,-4-1-4 0,2 2-2 0,-6 1 0 15,3-1-2-15,-2-1 2 0,-2 5-2 0,2 4 8 16,-5-2-2-16,1 5 3 0,-2 2 2 0,1 0 1 16,0 6 4-16,0-5 0 0,-6 0-1 0,2 1 4 15,1-1-1-15,1-3-6 0,0 0-8 0,0-6 5 16,0 0-2-16,1-1 2 0,1 0 2 0,3-4 3 16,3-5 2-16,4 2-2 0,4-4 2 0,6-2 0 15,2-3 0-15,-2 1 1 0,0-4 2 16,-3-2 0-16,-1-4 1 0,-6 6 3 0,2-7-2 0,-5 5 1 15,0-2-1-15,-2 1-1 0,-2-2 1 0,0 0 2 16,-4-2-2-16,0 2-4 0,-3 1 7 0,-1 2 0 16,-1 0 3-16,-2 3 4 0,1 1 2 0,0 8 1 15,-2-12-7-15,2 12-3 0,-1-7-3 0,1 7 2 16,0 0-4-16,0 0 0 0,-25 15 4 0,14-6-1 16,2 5 0-16,-1 0 2 0,3 1-2 0,3 1-8 15,5 1-20-15,-2-2-25 0,3 2-38 0,5-2-9 16,5 1-33-16,1-6-22 0,8 0-19 0,3 2-141 15,-4-5-342-15,8-3 151 0</inkml:trace>
  <inkml:trace contextRef="#ctx0" brushRef="#br0" timeOffset="28624.89">17882 3659 67 0,'-9'-6'156'15,"2"4"-9"-15,-4 2-6 0,-2 2-5 0,0 1 2 16,-4 4-8-16,3 0-10 0,0 3-7 0,8-2-6 15,-7 5-2-15,4-4-1 0,0 5-9 16,2 2-13-16,2 1-8 0,3 0-1 0,4-4-12 16,1 2-1-16,5 2-8 0,-1-2-23 0,6-1-28 0,1-3-44 15,5 0-36-15,7 1-41 0,1-7-30 0,-8 0-117 16,1-2-288-16,1-2 127 0</inkml:trace>
  <inkml:trace contextRef="#ctx0" brushRef="#br0" timeOffset="28848.86">18134 3536 213 0,'1'-12'254'0,"3"2"-8"15,0 2-11-15,-4 2-16 0,0 6-23 16,3-9-23-16,-3 9-23 0,0 0-16 0,0 0-2 16,0 0-1-16,6 21 14 0,-6-2 2 0,1 6-8 15,-1 7-12-15,0-3-3 0,0 0-12 0,0 4-13 16,-2 2-4-16,2 0-10 0,1-3 0 0,-2 1-12 15,1-2-13-15,2-2-18 0,1-2-24 0,-2-1-44 16,0-9-39-16,1 2-37 0,-1-8-46 0,-2 0-38 16,2 0-52-16,-1-2-208 0,0-9-481 0,-9 9 214 15</inkml:trace>
  <inkml:trace contextRef="#ctx0" brushRef="#br0" timeOffset="29098.5">18050 3749 51 0,'27'-8'181'16,"2"1"-7"-16,0 3-4 0,-1-1-9 0,1-2 0 15,-9 5-6-15,8-3-12 0,-6 1 1 0,0 2-12 16,-4-1-11-16,1 3-9 0,-5-1-6 0,0 1-14 16,-5 0-5-16,1 1-2 0,-2-1-9 0,-2 3-7 15,0-1-3-15,1 1-1 0,-7-3-1 0,10 11-9 16,-5-2 2-16,0 0-8 0,0 2 0 0,1 5-6 15,-3-4-6-15,4 3-8 0,-4-1-27 0,0 2-28 16,1-5-43-16,-2 2-43 0,1-3-46 0,2 2-68 16,-3-3-132-16,0 0-388 0,-2-9 173 0</inkml:trace>
  <inkml:trace contextRef="#ctx0" brushRef="#br0" timeOffset="29512.9">18828 3435 206 0,'0'0'234'15,"-1"-11"-12"-15,1 11-19 0,-3-8-15 0,3 8-22 16,0 0-20-16,0 0-19 0,0 0-11 0,0 0-4 16,-6 21 8-16,1 2 6 0,1 6-3 0,-1 5-5 15,-4 10-2-15,2 2-14 0,2-13-1 0,-5 13-2 16,4 3-7-16,1-3-8 0,-1-12-2 0,1 1 6 15,1 0-10-15,1-1-6 0,-4-3-1 0,2-2-12 16,1 2-2-16,-1-6-6 0,1 0-6 0,2-6-4 16,0 0-6-16,0-3-26 0,1-2-33 0,-4-3-37 15,6 0-30-15,-1 0-35 0,0-11-26 0,-1 17-40 16,1-17-28-16,-2 9-30 0,2-9-146 0,0 0-428 16,0 0 189-16</inkml:trace>
  <inkml:trace contextRef="#ctx0" brushRef="#br0" timeOffset="29769.12">18544 3838 5 0,'6'-15'156'15,"-6"15"-14"-15,15-11-21 0,0 4-3 0,4 0-13 16,2 2 3-16,6-1-5 0,1-2-8 0,1 4-10 16,1-1-8-16,0 1-7 0,-2-2-9 15,-7 3-4-15,7-1-3 0,0 0-13 0,-10 1 14 0,-4 0-16 16,-1 2 6-16,-1 0 8 0,-1 0 7 0,-5 0-3 15,1 0 6-15,-7 1-5 0,11-1-3 0,-11 1-10 16,9 0-2-16,-9 0-7 0,8 2 0 0,-8-2-4 16,7 7-4-16,-7-7-3 0,10 14 1 0,-4-3-4 15,-3 0-2-15,3 5 0 0,-4-3-2 16,2 3-28-16,1-3-20 0,-4 0-41 0,2 4-44 16,1-2-49-16,-3-2-144 0,-2-4-332 0,1-9 147 15</inkml:trace>
  <inkml:trace contextRef="#ctx0" brushRef="#br0" timeOffset="29916.48">18837 3636 54 0,'-3'-11'125'16,"1"3"-37"-16,-1 1-37 0,3 7-22 0,5-7-15 15,-5 7-19-15,9-2-21 0,-9 2-29 0,17 10-61 16,-6-1 27-16</inkml:trace>
  <inkml:trace contextRef="#ctx0" brushRef="#br0" timeOffset="30363.53">19134 3838 1700 0,'11'4'195'0,"-2"-3"-56"0,-9-1-44 0,13 2-13 16,-13-2-27-16,11 0-9 0,-11 0-14 0,13-4-6 16,-13 4 7-16,14-7-15 0,-8 4 2 0,-6 3 2 15,12-7 1-15,-6 0-1 0,3 0-1 0,-1-2 1 16,0 1-6-16,-3 0-1 0,2 1-1 0,-2-5-5 15,-1 2 2-15,0-3-1 0,-1 2-1 0,-3-5 3 16,0 5-2-16,-2 1 1 0,-1-1-2 0,0 1 8 16,-1 2-6-16,0 1-2 0,-2 1 4 0,2 2-5 15,4 4-7-15,-9-7 3 0,3 7-2 0,6 0 1 16,-19 4-3-16,6 3 0 0,-4 3 1 0,4 1 1 16,-2 0-1-16,2 2-2 0,1 0 2 0,4-3 0 15,2 2-3-15,3-2 2 0,-1 6 2 0,3-4 1 16,1 0 1-16,2 0 2 0,4-5-1 0,3 2 0 15,6 0 0-15,0 0 1 0,2-5-2 0,2-1 2 16,1-1-2-16,1 0-2 0,-3-4 4 0,0 1-3 16,-2-2 1-16,3-2-2 0,-1-4 4 0,-2 1-5 15,0 1 4-15,-6 0-2 0,0-2-2 16,0 2 3-16,0 0-2 0,0-2-1 0,-2 2 1 0,1-2 2 16,-3 1-5-16,2 1 1 0,1 2-2 0,-9 5 2 15,9-9-7-15,-9 9-1 0,7-5-3 0,-7 5 3 16,0 0 1-16,0 0 1 0,0 0 3 0,21 12 0 15,-17-3 2-15,-2 3 2 0,1 2 4 16,-1 4-2-16,1-3 2 0,-3-2 1 0,1 2-3 16,0 3 3-16,2-7-24 0,-3 3-40 0,1-2-58 15,3 1-70-15,-3 0-221 0,-1-13-440 0,5 18 195 0</inkml:trace>
  <inkml:trace contextRef="#ctx0" brushRef="#br0" timeOffset="30521.67">19767 3915 140 0,'0'0'240'0,"8"2"-26"0,-8-2-19 0,0 0-22 15,0 0-18-15,4 6-15 0,-4-6-12 0,0 0-13 16,-4 14-18-16,4-14-36 0,-3 13-56 0,3-13-75 0,-3 16-85 16,0-8-85-16,3-8-260 0,-9 14 115 15</inkml:trace>
  <inkml:trace contextRef="#ctx0" brushRef="#br0" timeOffset="33232.78">20415 3583 137 0,'0'0'203'15,"0"0"-28"-15,0 0-30 0,0 0-9 0,0 0-14 16,0 0-12-16,0 0 2 0,0 0-10 0,0 25 12 16,2-13-7-16,-2 4-8 0,-2 1-2 0,2 3-3 15,0 4-2-15,0-4-8 0,-1 5-6 0,1-5-8 16,-1 6-3-16,1 0-7 0,0-6-6 0,0-4-3 15,1 4-4-15,-2-2-7 0,1 0-4 0,0 0-10 16,-3-1-33-16,3-5-25 0,-1 1-28 0,1 0-29 16,-3-1-25-16,3-1-29 0,-1 1-25 0,-3-3-140 15,4-2-333-15,0-7 148 0</inkml:trace>
  <inkml:trace contextRef="#ctx0" brushRef="#br0" timeOffset="33769.01">20394 3756 91 0,'15'-13'128'0,"-1"0"-21"0,4 0-3 0,-1 2 0 15,-1-2-21-15,1 2-4 0,1 2-4 0,-6-1 1 16,0 2 5-16,1-1 3 0,-4 1-5 0,-1 0 4 16,-1 1-4-16,-3 1-7 0,1 3-4 0,-1-3 0 15,-4 6-7-15,6-8-4 0,-6 8-1 0,5-7-9 16,-5 7-2-16,5-2-7 0,-5 2-11 0,0 0-6 15,5-4-4-15,-5 4-4 0,0 0-2 0,0 0-1 16,0 0 1-16,6 20 3 0,-5-10 1 0,0 3-10 16,-3 4 4-16,0 2 0 0,0 6 1 0,0-7-8 15,-1 8 8-15,0-6-3 0,2-1-2 0,-3-4 0 16,4 2 0-16,-1 0-4 0,-1-4 3 0,2-2-12 16,-1-1-9-16,1 0-3 0,0-3-3 0,0-7 1 15,0 13 5-15,0-13 4 0,-2 9 0 0,2-9 5 16,2 6-3-16,-2-6 2 0,0 0 1 0,4 6-2 15,-4-6 9-15,9 0-2 0,-9 0-3 0,13 2 3 16,-2-2 10-16,-2 1-5 0,3-1-4 0,-2 2 5 16,1-1 3-16,3 2-1 0,-1-1 3 0,0-1 4 15,6 3-3-15,-1-3 1 0,-1-1 4 0,3-1 3 16,-6 0-2-16,3-2 6 0,-1-3-2 0,-2 2 0 16,-2 1 5-16,-1-1-1 0,0-1 5 0,-2-2-1 15,-2-1 0-15,1 4 5 0,0-4-5 0,-3-1-5 16,0-1 4-16,-1 4 9 0,-2-2 0 0,1 3-4 15,-2-4-3-15,-1 9-3 0,1-12-4 0,-1 12-2 16,-1-10-4-16,1 10-4 0,-4-7-3 0,4 7 0 16,0 0-1-16,0 0-5 0,0 0 0 0,0 0 3 15,-20 20-1-15,13-8-18 0,0-2-16 0,0 6-33 16,2-4-33-16,1 4-27 0,2-1-29 0,3 2-32 16,-1-2-113-16,3-2-321 0,1-4 142 0</inkml:trace>
  <inkml:trace contextRef="#ctx0" brushRef="#br0" timeOffset="34040.01">21476 3587 250 0,'0'-12'272'0,"0"6"-19"0,1 0-24 16,-1 6-23-16,2-10-24 0,-2 10-20 0,0 0-22 15,0 0-13-15,0 0-14 0,0 0-3 0,1 38 6 16,-2-9-7-16,-2 7 1 0,-1 13-10 0,0 6-3 0,1 0-10 16,-1-4-6-16,0 0-8 0,1-3-8 0,2 0-3 15,-3-14-5-15,4-2-15 0,0 1 3 16,0-4-11-16,4-1-27 0,-3-2-22 0,2-7-33 16,-2 1-33-16,2-4-25 0,1-1-27 0,-2-5-40 15,2 0-35-15,-1-3-14 0,-3-2-136 0,0-5-386 16,0 0 171-16</inkml:trace>
  <inkml:trace contextRef="#ctx0" brushRef="#br0" timeOffset="34257.07">21526 3757 9 0,'19'-7'166'0,"0"0"-1"15,0 4-12-15,-2 3-7 0,-2 1-9 0,1 4-6 16,-2 1-7-16,0 1-7 0,0 5-9 0,-4 2-8 15,0-1-8-15,-1 3-7 0,-1 0-8 0,-5-4-12 16,-2 2 10-16,-4 3-13 0,-5-1-6 0,-2 0-4 16,-2-1-5-16,-1 1-4 0,-4-5-1 0,-1 2-19 15,3-4-26-15,-3 0-27 0,3-4-38 0,4 0-21 16,0-2-60-16,-1 1-141 0,1-4-313 0,11 0 138 16</inkml:trace>
  <inkml:trace contextRef="#ctx0" brushRef="#br0" timeOffset="34513.78">21764 3908 18 0,'0'0'202'0,"7"9"-11"0,0-3-4 16,0-1-17-16,1-1-5 0,-2 0-12 0,5 1-9 16,-11-5-8-16,20 3 1 0,-8-3-5 0,2 0-12 15,-2-2-7-15,5-2-8 0,4-2-4 0,-9 1-8 16,5-2-2-16,-7 1 8 0,0 0-2 15,-3-1-7-15,-1-2-5 0,-2 1-3 0,1-2-12 0,-5 10-9 16,-4-21-7-16,0 10-2 0,-2 0-8 0,-6-1-7 16,0 0-20-16,-1 3-17 0,1 6-15 0,-2-3-23 15,3 4-18-15,-7 2-23 0,1 5-28 0,-2-1-34 16,6 1-50-16,1 3-33 0,-1 0-143 16,1-1-395-16,7-1 175 0</inkml:trace>
  <inkml:trace contextRef="#ctx0" brushRef="#br0" timeOffset="34960.94">22069 3815 28 0,'0'0'239'0,"6"-9"-14"0,-6 9-8 16,6-8-16-16,-6 8-19 0,0 0-20 0,6-6-15 16,-6 6-21-16,0 0-14 0,0 0-14 0,0 0-7 15,0 0-12-15,0 0-7 0,0 0-7 0,0 0-6 16,5 25-6-16,-4-18-5 0,-1-7-7 0,0 17-1 15,3-8-5-15,-3-9-3 0,6 15-2 0,-3-8 6 16,1-1-9-16,-4-6-2 0,5 11-2 0,-1-5-4 16,-4-6 0-16,9 6-2 0,-9-6-1 0,12 5-1 15,-12-5-1-15,12 1-8 0,-12-1-1 0,0 0-2 16,19-2-4-16,-19 2 5 0,14-7-4 0,-6 2 5 16,-8 5-2-16,10-8-2 0,-5 1 0 0,-5 7 3 15,5-11-3-15,-1 7-3 0,-4 4 4 0,8-10 0 16,-8 10-5-16,5-5-3 0,-5 5-2 0,0 0-1 15,0 0 0-15,0 0 1 0,0 0 2 0,0 0 1 16,15 14 4-16,-11-9-2 0,1 3 1 0,-5-8 2 16,6 14 7-16,0-8-5 0,-3 0 0 0,3-1 2 15,-1-1 3-15,2 0 13 0,0-1 23 0,-7-3 16 16,16 2 3-16,-16-2 12 0,23-8 3 0,-10 3 1 16,0-5-8-16,0-2-1 0,2 0-12 0,-5 0 12 15,-2 2-6-15,2-6-3 0,-2 2-8 0,-2 1-5 16,1-1-6-16,-2 2-21 0,-2 0-28 0,0-1-37 15,-2 0-41-15,-1 2-37 0,0 11-47 0,2-16-60 16,-2 11-54-16,0 5-150 0,0 0-471 0,0 0 209 16</inkml:trace>
  <inkml:trace contextRef="#ctx0" brushRef="#br0" timeOffset="35552.82">22624 3841 202 0,'9'-7'237'0,"-2"1"-11"15,0-5-10-15,-1 4-13 0,0-5-17 0,0 6-13 16,-3-5-12-16,1 1-9 0,-1 2-7 16,-1-3-11-16,2 0-13 0,0 2-8 0,-3-2-12 15,1 3-6-15,-2-3-21 0,0 11 2 0,0-14-11 16,-3 8-9-16,3 6-8 0,-5-9-9 0,5 9-7 0,-4-7-3 16,4 7-3-16,-9 0-2 0,9 0-5 0,-20 8-2 15,4 0-6-15,0 7 4 0,-2 2-7 0,0 3 0 16,4 2 0-16,1-5-2 0,5-3-1 15,1 1-1-15,2 2 0 0,0-5 2 0,3 4-4 16,2-4 0-16,2 0 4 0,3-1-2 0,-2-2 0 16,4 1 2-16,1-3 2 0,3 0 1 0,1-3 0 15,4 0 1-15,5 0-4 0,-1-3 2 0,8 1-1 16,-1-2 2-16,-6-2-1 0,0 1-4 0,2-2 5 16,-3-1 1-16,1-3-3 0,-4 0 4 0,-1 2-5 15,-5-3 2-15,1 2 1 0,-1-3-2 0,3-3 1 16,-8-2-1-16,0-4 0 0,-2 5-3 0,0-3 0 15,-1-1-2-15,-1 3 4 0,-2 0-3 0,-2-3 0 16,-1 1-4-16,2-1-6 0,-3 2 0 0,3 2 2 16,-2-3-4-16,1 7 2 0,-1-2-1 0,2 4-2 15,1 7 4-15,-4-11-1 0,4 11 4 0,-4-7-5 16,4 7-4-16,0 0-3 0,-5-7 1 0,5 7 0 16,0 0 2-16,0 0 5 0,0 0-2 0,0 0-3 15,0 0 5-15,0 0-3 0,0 0 3 0,-10 14-2 16,10-14 1-16,0 0 1 0,0 0 5 0,0 0 2 15,11 19 2-15,-1-15 2 0,-1 1 4 0,3-2 6 16,3-1-3-16,4 0 6 0,-2 3 1 0,1-3-5 16,-7 0 1-16,2-1-1 0,1-1-2 0,-2 5-1 15,0-1-1-15,-4-1-2 0,0 1 5 0,-2 3 1 16,3 1 5-16,-2 1 5 0,-2 2 2 0,-1 5 2 16,0 1 4-16,-2 1-9 0,2 0 2 0,-3 1 2 15,0-1-12-15,1 0-40 0,-4-1-47 0,1 1-57 16,0-3-78-16,-2-2-290 0,7-1-539 0,-4-12 239 15</inkml:trace>
  <inkml:trace contextRef="#ctx0" brushRef="#br0" timeOffset="36037.15">23630 3991 198 0,'-6'-9'213'0,"3"-1"-13"0,1-2-17 15,4-6-22-15,0-1-10 0,8-6-10 0,3 1-10 16,1-2-14-16,4 1-8 0,0-2-10 0,4 1-14 0,1-2-4 15,-2 2-6-15,1 1-1 0,2-1-10 16,-1-1-7-16,-3 2-5 0,0 0-8 0,-3 4 27 0,-7 4-5 16,-2 4 1-16,-2 3-6 0,-1 0-5 15,-5 3-11-15,1 1-4 0,-1 6-8 0,2-11-5 16,-2 11-6-16,-12-5-1 0,12 5-6 0,-17 1 0 16,5 3-9-16,0 1 2 0,-2 3-6 0,-1 1-5 0,2 1-6 15,2-2-4-15,4 0-3 0,3 1-2 16,2 4 2-16,2-2-3 0,5 2 5 0,0-2 2 15,8 5 2-15,1-2-1 0,6 7 3 0,2-4-2 16,0 1 1-16,-1-4 3 0,-4-1-2 0,-2 0 2 16,-2 3 1-16,0 1 4 0,-4-1 1 0,-4 2-5 15,0-3 1-15,-4 2 0 0,-1-6 1 0,-6 5-17 16,1 0-20-16,-3-1-13 0,-2-3-28 0,4-3-27 16,1-1-10-16,-3-1-10 0,8-7-9 0,-5 7-15 15,5-7-17-15,0 0-94 0,0 0-285 0,0 0 127 16</inkml:trace>
  <inkml:trace contextRef="#ctx0" brushRef="#br0" timeOffset="36583.86">24208 3685 100 0,'6'-8'181'0,"-1"1"-2"0,-3 3-14 16,-2 4-13-16,5-7-23 0,-5 7 4 0,0 0-29 16,0 0-7-16,0 0-3 0,7 14-4 0,-9-3-4 15,2 1 4-15,-1 2 4 0,1 3-14 0,3-1 1 16,-2 1-8-16,3 1-2 0,0-1-9 0,1-2-3 15,0-5-4-15,4 0 1 0,-3-2-7 0,6 0-2 16,-1-4-3-16,2-1-4 0,5 0-4 0,0-3-2 16,4-3-3-16,5 0-1 0,-7-2-7 0,-4-4 2 15,0 1-3-15,-1-1 9 0,-4 2-2 0,-2-1 2 16,0-1-4-16,-2-3-1 0,-1 3 3 0,2-1 1 16,-4-1 6-16,0 0-2 0,-3-1 0 0,-1 12-4 15,1-16-3-15,0 8-5 0,-2 1-2 0,1 7-2 16,0 0-7-16,4-14-5 0,-3 11-7 0,-1 3 4 15,0 0-3-15,0 0 0 0,0 0-5 16,0 0 4-16,0 0 0 0,0 0-1 0,4 35 1 0,-3-25 1 16,3-2 4-16,4 2-1 0,-6-4 3 0,6 2-1 15,-1 2 2-15,3-3 6 0,0-1 1 0,2-3 11 16,5 0-6-16,1-4 4 0,3-4 0 0,-1-2-3 16,-2 0 1-16,0-2 6 0,-3-1 7 0,-1 0 2 15,-2-2-8-15,-1-2 6 0,-4-1-3 16,-1-1 3-16,-3-3-4 0,1 2-7 0,-3-2 14 0,0 0-5 15,0-6-5-15,-1-2 3 0,-1 0-8 0,-1 8 1 16,-1 0-7-16,2-1 2 0,-2 5-1 0,3 2 3 16,-2 4-2-16,2 2-4 0,-2 0-12 0,2 7 3 15,0 0-4-15,0 0-2 0,0 0 2 16,0 0-1-16,0 0-1 0,0 51-1 0,2-24 7 0,-2 6 3 16,0-2-4-16,0 2-2 0,-3-1-1 15,4 1 1-15,-2-1 7 0,4 3-4 0,-1 0 4 0,-2-2-15 16,0-4 17-16,0 2-9 0,3-2-40 0,-2-3-38 15,-1 0-36-15,-2-7-51 0,0-1-66 16,0 0-61-16,-2-3-198 0,-1-4-529 0,-2-1 233 16</inkml:trace>
  <inkml:trace contextRef="#ctx0" brushRef="#br0" timeOffset="36786.87">24836 3718 1929 0,'17'-30'30'0,"2"5"8"15,-4 0-11-15,2 4 1 0,-7 9 9 0,-2 2 2 16,-1 0-4-16,1 3-1 0,-2 3-10 0,-2 1 7 16,-4 3 3-16,13-1 4 0,-13 1 11 0,15 7 0 15,-7 0-6-15,-4 2 2 0,2 4-9 0,-2-2 2 16,-2 6-4-16,-4 0-1 0,-2 0-4 0,-2 0-16 16,-4 4-15-16,-2-4-37 0,-3 3-40 0,1-4-51 15,0-1-54-15,-6 2-193 0,3-7-408 0,5-2 181 16</inkml:trace>
  <inkml:trace contextRef="#ctx0" brushRef="#br0" timeOffset="37015.18">25132 3398 163 0,'3'-7'290'0,"-2"0"-25"0,3 3-27 0,-4 4-31 0,3-8-19 16,-3 8-22-16,0 0-17 0,0 0 3 0,11 32-3 15,-6-6 18-15,-2 3-16 0,2 3-9 0,-4 0-13 16,2 1-11-16,-1 2-11 0,-2 1-8 0,3-4-17 16,0 2 3-16,-3 12-7 0,-3-15-8 0,3-1-8 15,0-2-29-15,0-4-42 0,0-5-38 0,-3-1-35 16,1 0-58-16,1-6-52 0,-1 1-53 0,-1-1-185 16,-4-3-464-16,3 1 205 0</inkml:trace>
  <inkml:trace contextRef="#ctx0" brushRef="#br0" timeOffset="37224.75">25259 3598 139 0,'14'-6'231'0,"-3"2"-17"16,2 1-4-16,-1 3-11 0,-1 2-8 0,1 2-7 0,-1 1-12 15,0 1-12-15,0 3-7 0,-2 0-13 16,-4 1-15-16,1 2-8 0,-2 1-7 0,-2-2-11 15,0 3-7-15,-6 3-7 0,-2 0-14 0,-1-1-25 16,-4 1-31-16,-7 2-43 0,-1 0-43 0,-2-3-52 16,5-5-69-16,0 1-199 0,1-3-421 0,4-4 187 15</inkml:trace>
  <inkml:trace contextRef="#ctx0" brushRef="#br0" timeOffset="37429.58">25415 3447 41 0,'3'-5'255'16,"-3"5"-25"-16,0 0-21 0,12 1 4 0,-12-1-10 15,12 20-3-15,-6-9-7 0,2 7-7 0,-2 1-14 16,1 6-13-16,3-2-8 0,-6 1-21 0,2-5-9 16,-2 6-9-16,1-1-13 0,1-3-23 0,-3 3-42 15,1-4-45-15,-2-1-44 0,-2 1-46 0,-2-2-61 16,4 0-71-16,-4-5-138 0,-2-3-401 0,4-10 177 15</inkml:trace>
  <inkml:trace contextRef="#ctx0" brushRef="#br0" timeOffset="37888.83">25610 3685 77 0,'3'-5'202'0,"-3"5"-23"15,0 0-15-15,4-5-18 0,-4 5-8 0,0 0-12 16,0 0-7-16,0 0-10 0,0 0-7 0,17 9-13 15,-11-8-4-15,0 2-10 0,1 0-6 16,-7-3-5-16,10 2-5 0,-10-2 0 0,14 2 8 16,-9-2 11-16,-5 0 9 0,0 0 8 0,13-3-5 15,-13 3 1-15,7-5 4 0,-7 5-6 0,3-7-1 16,-3 7 2-16,4-5 2 0,-4 5-4 0,0 0-4 0,6-5-14 16,-6 5-17-16,0 0-2 0,0 0-11 15,0 0-1-15,0 0-15 0,0 0-3 0,3 32 9 16,-5-13-4-16,1 16 7 0,-3-2-8 0,0 3-4 15,2 12-1-15,-1-1-3 0,0-1 1 0,1 4 0 16,-3-2-2-16,8-14-1 0,-3 1-4 0,0 10 3 16,-4-12 1-16,4 0-4 0,-1-4 0 0,1 0 3 0,0-1-2 15,0-3-1-15,-2-6-8 0,0-1 14 16,-2-3-4-16,-3-1-13 0,0-2-6 0,-4 0-1 0,0-4-2 16,-5 2-10-16,0-4 11 0,-2-3-2 15,5-3 5-15,-3-3-3 0,-2-1-2 0,0-4-1 16,7-1-1-16,-2-5-14 0,0 1 6 0,3-4-1 15,1-8 2-15,2-1-6 0,-1-3 2 0,8 0-2 16,2-3-1-16,5-1 0 0,3-2 8 0,4 4 1 16,1 0 0-16,4 0 1 0,2 4-1 0,2 1-5 15,2-2-16-15,2 9-16 0,0-3-16 0,5 5-31 16,-1 1-33-16,3 1-50 0,-1-2-56 0,-3 5-164 16,-1-2-437-16,-2 3 194 0</inkml:trace>
  <inkml:trace contextRef="#ctx0" brushRef="#br0" timeOffset="38293.44">26423 3491 1817 0,'9'-23'55'0,"-5"4"1"15,1 3 37-15,-2 4-12 0,1 1-12 0,-2 2 32 16,0 3-20-16,-2-2-11 0,0 8-21 0,4-9-11 15,-4 9-5-15,0 0-6 0,0 0-4 0,0 0 1 16,5 26 13-16,-3 0 15 0,-2 7 3 0,0 2 5 16,0 15 0-16,0-14-10 0,0 14 2 0,-2-2-6 15,-3 0-1-15,5-2 3 0,-2-11-6 0,2-3-8 16,0-1 3-16,-2 0-16 0,0-2 8 0,2-4-27 16,2-6-23-16,-2-1-28 0,0-1-30 0,0-6-36 15,0 2-50-15,-2-4-53 0,2-9-222 0,-4 16-477 16,4-16 210-16</inkml:trace>
  <inkml:trace contextRef="#ctx0" brushRef="#br0" timeOffset="38869.11">26576 3709 142 0,'11'-2'179'0,"1"4"4"16,1-1-20-16,5 4-5 0,-5 0-10 15,1 3-5-15,-1 2-8 0,0 3-6 0,-1 2-12 0,-1 1-7 16,-2 0-13-16,0 0-7 0,-2 1-6 0,1-1-2 16,-5-1-13-16,-1-3-6 0,3 1-4 15,-5-2-6-15,0-2-6 0,-5 1-4 0,0-4-1 16,-1 1-3-16,-1 0-2 0,-1-3-5 0,-2-2-1 16,3 1-3-16,7-3 0 0,-16-3-2 0,16 3-2 15,-13-4 0-15,7-1-1 0,1-2-2 0,3-3-6 16,2 10-1-16,0-22 4 0,2 10-7 0,3 0 0 15,-1 1-4-15,5-7 0 0,2 3 4 0,-2-2-4 16,6 2-6-16,4-2-1 0,1-2 1 0,0 3-3 16,-2 5 0-16,-3-1 0 0,0-1-3 0,0 3 3 15,-1 1-1-15,-3 3 5 0,-3-2-3 0,2 2 2 16,-3 3-3-16,-1 1 2 0,-1-1-2 0,-5 3 2 16,7-5-8-16,-7 5-1 0,0 0-3 0,0 0 2 0,0 0 5 15,7 10 6-15,-7 0 5 0,-3 2 3 16,1 3 2-16,-5 1 1 0,4-4-2 0,-1 5 3 15,2-1 0-15,0-1 6 0,2-2-7 0,-2-2-1 16,2 1 4-16,0-3-5 0,2-3-1 0,-2-6 2 16,4 12 2-16,-4-12-1 0,16 9-1 0,-9-7 6 15,4-2-4-15,3 0 0 0,5-5-6 0,-2 0 2 16,-4 0 1-16,3-2 0 0,-1-4-3 0,-3 4 5 16,1-1-2-16,-1-1-3 0,-3-1 2 0,-3 0-3 15,2 1 3-15,-5 0-4 0,4-2 0 0,-4 2 4 16,3 2 2-16,-6 7 2 0,4-10-2 0,-4 10-5 15,2-9-3-15,-2 9-7 0,0 0 2 0,0 0 0 16,0 0-3-16,0 0 2 0,0 0 3 0,17 26-1 16,-15-14-15-16,0 7-24 0,3-2-27 0,-3 2-41 15,0-3-57-15,2 2-46 0,0-1-200 0,-3 0-446 16,4-4 197-16</inkml:trace>
  <inkml:trace contextRef="#ctx0" brushRef="#br0" timeOffset="39239.18">27288 3774 81 0,'6'-11'189'0,"6"-3"-5"15,-6 4-2-15,-1 1-10 0,-1 4-2 0,0 1-19 16,-1 0-19-16,-3 4-13 0,7-4-13 0,-7 4-7 16,0 0-7-16,13 7-4 0,-8-3-1 0,1 5 3 15,1-2-11-15,-2 2-6 0,2-1-7 0,-3 1-2 16,3 0-11-16,-3-1 4 0,5 2-8 0,-4-2-3 15,1-3-4-15,1 1-2 0,-7-6 0 0,12 8 9 16,-6-7 1-16,-6-1-3 0,16 3 1 16,-16-3-3-16,16-3 0 0,-16 3-6 0,15-4 3 0,-5-1 4 15,-2-2-2-15,1 0-1 0,1 0-4 0,-4-2-2 16,1 1-5-16,-3 0 4 0,2-1-5 0,-2 1-4 16,0-2-1-16,-2 1-5 0,3 4-12 0,-5 5 9 15,4-9-1-15,0 6-4 0,-4 3-7 16,5-8-5-16,-5 8-2 0,0 0-1 0,0 0 2 15,0 0 2-15,9 16-3 0,-9-5 7 0,0-11 2 16,0 25 1-16,-2-6-2 0,-1 1 2 0,1-2-24 0,-1 6-30 16,-1-6-32-16,0 0-50 0,2-3-66 0,0-1-63 15,-3 0-192-15,3-3-485 0,-2-1 215 0</inkml:trace>
  <inkml:trace contextRef="#ctx0" brushRef="#br0" timeOffset="39506.68">27784 3434 107 0,'0'-11'284'0,"0"4"-28"0,0 0-26 0,0 7-29 16,0 0-24-16,0 0-18 0,0 0-5 0,2 25-5 15,-2 3 1-15,0 7-7 0,2 13 4 0,-2 3-1 16,0-1-10-16,0 1-12 0,-4 2-7 0,4-2-4 15,-4-2-1-15,3-14-12 0,0 0-5 0,1 0-9 16,-3 1-10-16,1-3-8 0,2 2-3 0,-2-6-5 16,2 0-12-16,-2-3-25 0,-1-6-31 0,2-2-38 15,-3-1-32-15,4-4-40 0,-2-1-53 0,2-4-46 16,0-8-37-16,0 15-185 0,0-15-477 0,-7 5 211 16</inkml:trace>
  <inkml:trace contextRef="#ctx0" brushRef="#br0" timeOffset="39846.03">27665 3863 157 0,'16'-10'186'0,"-1"4"-13"0,8-1-16 16,2-3-7-16,4-1-12 0,1 3-13 0,-2 2-14 16,0 1-5-16,-2-2-15 0,-3 2-5 0,-5 2-4 15,1 0-16-15,-5 0-7 0,-2 2-5 0,-3-1-6 16,-9 2-6-16,15-1-9 0,-15 1-3 0,0 0-2 15,13 3-3-15,-13-3 3 0,6 9-2 0,-6-9 3 16,2 17-1-16,-3-7 0 0,1-10 0 0,0 19 0 16,-1-10 0-16,1 2-2 0,0-11-3 0,2 20 0 15,0-11 1-15,2 0 1 0,1-2-2 16,1 0 4-16,1-3-4 0,3 0 3 0,-2 0 8 16,3-2 8-16,-1-1 11 0,-10-1 4 0,22-3 2 0,-13 0 2 15,4-1-4-15,-4 0 11 0,1-1 3 0,-4-5-2 16,-1 4-8-16,-1-2-8 0,-4 8-9 0,4-17-24 15,-6 7-24-15,2-6-34 0,-3 2-43 16,-3 4-36-16,0 0-47 0,1 1-41 0,-4 3-47 16,0 0-128-16,9 6-412 0,-16-3 183 0</inkml:trace>
  <inkml:trace contextRef="#ctx0" brushRef="#br0" timeOffset="40146.9">28202 3891 234 0,'11'-9'261'16,"-7"4"-13"-16,-4 5-17 0,10-12-10 0,-6 6-8 15,-1-3-17-15,-2-4-16 0,0 4-20 0,-2-4-22 16,0 4-5-16,-2-1-14 0,2-1-14 0,-5 2-10 16,4-1-11-16,-1 4-8 0,-1-4-8 0,4 2-4 15,-4 1-9-15,4 7-4 0,-4-11-8 0,3 5-1 16,1 6-10-16,0 0-7 0,2-12-5 0,-2 12-5 15,7-4-3-15,-1 3-3 0,-6 1-7 0,0 0 6 16,19 6-9-16,-10 2 6 0,0 0 0 0,-4 2 5 16,3 0-3-16,-3 7 7 0,3-1 0 0,-2 1 4 15,-1 1-1-15,-1-1-6 0,-1-2-8 0,-2 1-26 16,1-1-32-16,-2-2-35 0,2-2-40 0,-2-1-47 16,0 1-49-16,0-2-198 0,0-9-459 0,0 0 203 15</inkml:trace>
  <inkml:trace contextRef="#ctx0" brushRef="#br0" timeOffset="41108.68">28367 3789 139 0,'5'-8'212'0,"-2"1"-7"0,-1 2-12 16,-2 5-23-16,5-6-20 0,-5 6-13 0,9 0 3 16,-9 0-1-16,8 10-6 0,-3-1-7 0,-1 4 9 15,3 2-1-15,-2 0-5 0,-1 2-5 0,0-2-11 16,0 2-6-16,-1-4-4 0,0-2-17 15,-1 0-9-15,1 0-5 0,-1-4-6 0,-2-1-6 0,0-6 0 16,0 9 3-16,0-9 8 0,2 7 7 0,-2-7 12 16,0 0-9-16,0 0-3 0,0 0-7 0,0 0-6 15,0 0-7-15,0 0-4 0,0 0-6 0,0 0-9 16,-12-24-2-16,9 14-2 0,3 10-6 0,-1-20 2 16,5 4-2-16,-1 1-7 0,2-2-8 0,2 0-5 15,-1 1-2-15,2-2 4 0,2 1-14 0,1 4-7 16,1 0 0-16,-2 5 5 0,-1 1-7 15,-2 2 0-15,0 2-4 0,5 1-1 0,-12 2 2 0,0 0 0 16,19 9 5-16,-10-4 2 0,-4 4-1 0,1 2 1 16,1 3 2-16,-2-2 6 0,0 0-4 15,-1-1-14-15,0 5 20 0,-2-6-5 0,1 0 3 16,-3-10 2-16,2 13 0 0,0-7 0 0,-2-6 2 16,2 11 8-16,-2-11-3 0,0 0-1 0,3 10-10 15,-3-10 22-15,0 0-2 0,0 0 8 0,0 0-4 16,0 0-3-16,0 0-4 0,0 0-3 0,0 0-4 0,0 0-2 15,0 0-1-15,14-28-10 0,-12 19-6 16,4-1 0-16,0-2-7 0,4-2 2 0,-1 2-5 16,1 1 5-16,-3-1-4 0,1 4 2 0,-1 1 1 15,1 0-4-15,-1 2 6 0,-7 5-6 0,12-5 1 16,-12 5 7-16,13-4-5 0,-13 4 2 0,17 7 1 16,-11-2-4-16,0 2 6 0,2-1 2 0,-2 2 1 15,0 3 4-15,2-3-1 0,0 2 0 0,-2-1 0 0,2 0 0 16,1 1 1-16,-1-2 6 0,3-1 6 15,-1-2 8-15,7-1 4 0,-7-1 2 0,3 0 2 16,5-2-3-16,-4 0-2 0,5-2-1 0,0-1 1 16,-2-5-3-16,-1 2 1 0,-3 1 1 0,-1 0-5 15,-1-4 6-15,1-1-2 0,0-5-18 0,-5 4 14 16,-1 0 2-16,3-6 0 0,0 1-6 0,-5 0 7 16,-2 0-6-16,0-1 2 0,-1 0-4 0,0 3-1 0,1 3-1 15,-4 1-1-15,1-1-1 0,1 10-1 16,-1-12-1-16,1 12-2 0,-4-8-6 0,4 8 0 15,-9-2-1-15,9 2-2 0,-17 9 4 0,2 3 1 16,1 2 2-16,-8 2 0 0,6 5-2 0,-1-6 2 16,5-1-2-16,1 10 4 0,2-8-21 0,4 1 18 15,1-2 2-15,-2 1 1 0,4-5 0 0,5 2-14 16,2 2 22-16,2-5-3 0,3 2 2 0,4-1-2 16,1 0 5-16,4-3-2 0,3-2 5 0,-3-1-8 15,8 0 8-15,-7-3-17 0,2-1 15 0,0-1 1 16,-3-1-1-16,-2-1-2 0,-2-1 1 0,-2 1 2 15,0-3 0-15,-3-4-2 0,-2 1 5 0,2 0-2 16,-3-3-1-16,0-3-3 0,-2-3-5 0,-2-2 1 16,-2 2 2-16,0 0 8 0,0-2-14 15,-1 1 2-15,2 2-3 0,0-1 5 0,-1 5-8 0,1 1 9 16,-1 2-24-16,0 2 19 0,2 1-4 0,-1 0-2 16,-2 6 0-16,8-9-5 0,-4 5 3 0,-4 4-2 15,13 0-1-15,-13 0 2 0,12 6 5 0,-3 0-2 16,2 1-2-16,-5 1 1 0,2 1-8 0,-2 3 11 15,0-1 4-15,-2 1 2 0,0 0 0 16,-1 7-5-16,-2-2-12 0,-1-2-21 0,-1 0-40 0,-1-1-42 16,1-3-48-16,-3 2-60 0,2-3-71 0,-6-3-195 15,8-7-533-15,0 0 236 0</inkml:trace>
  <inkml:trace contextRef="#ctx0" brushRef="#br0" timeOffset="42009.4">29903 3399 299 0,'1'-7'291'0,"-1"7"-34"16,2-10-20-16,-2 10-34 0,0 0-18 16,0 0-23-16,0 0 8 0,2 32-3 0,-1-4-4 15,-2 5-3-15,2 3-8 0,-1 9-5 0,0-10-13 16,2-3-10-16,-1 0-9 0,2 2-7 0,-2 0-14 15,1-4-22-15,2-2 16 0,-3-2-13 0,2 0-4 16,-1-9-12-16,1-1-2 0,-2-4-4 0,-1-2-2 16,2-3-6-16,-2-7-6 0,-2 13 3 0,2-13-8 15,0 0-2-15,2 15 9 0,-2-15 0 0,0 0 4 16,0 0-4-16,0 0-15 0,0 0-14 0,0 0-5 16,0 0 19-16,0 0-4 0,0 0-10 0,-17-25-6 15,17 25-1-15,4-17-2 0,-4 1-3 0,7-1-10 16,4 0-2-16,3-4 14 0,-1 6-19 0,-2-1-9 15,3 5 15-15,-1 2-4 0,-3 0 2 0,0 4-1 16,1 1-3-16,0 2 0 0,-1 1 0 0,-3 1 0 16,5 2 3-16,-1 0 0 0,4 6 6 0,-4-2 4 15,5 1-4-15,-1 4 5 0,-1-3 1 0,2 1 2 16,-5-5-1-16,3 1 6 0,3 0 2 0,2-3-1 16,0 0-3-16,0 1 4 0,0-1 0 0,1-5-2 15,0-1-11-15,-3-1 17 0,1 1-7 0,-7-2 3 16,2 1 3-16,-2-1-4 0,-2-2 6 0,0 1-4 15,-2-2 0-15,-2 1-6 0,-1-2 7 0,-2 1 12 16,0-1-6-16,-1-1 5 0,-2 1-13 0,-1 0-2 16,0 1-17-16,-5 1 18 0,3 2 0 0,-1 3-1 15,5 3-2-15,-18-3 0 0,5 6-3 0,-4 0-2 16,-4 4 4-16,6 2-1 0,-4 0-2 0,2-1-5 16,1 2 3-16,4-3 0 0,3 0-18 0,-1 7 19 15,3-4 2-15,4-1-2 0,0 1 1 0,3-10-7 16,0 13 9-16,0-13 1 0,6 16-9 0,2-11 8 15,2 0-11-15,3-3-5 0,1 0-4 0,-1-2-4 16,-3 1-22-16,3-1 26 0,-13 0 0 0,22 0 4 16,-22 0 2-16,18-4 1 0,-12 2 3 15,-6 2 3-15,13-8-13 0,-13 8 13 0,7-7-1 16,-1 3-2-16,-6 4 7 0,0 0 1 0,7-6 9 16,-7 6-9-16,0 0 2 0,0 0-7 0,0 0 3 0,13-1 0 15,-13 1-5-15,0 0 12 0,0 0-3 0,14 11 5 16,-9-7-3-16,-5-4 5 0,13 5 5 0,-5-1 2 15,2-1 1-15,1 1 5 0,-11-4 7 16,25-3-1-16,-11-1 10 0,-3-2-13 0,2 1 5 16,-3-3-5-16,2 1 4 0,2-3-7 0,-5 0-5 15,0 0 0-15,-2-1 5 0,-2 0-7 0,2 1-1 16,-3-2-1-16,1 2-6 0,-3 0 3 0,3-3 14 0,0 4-18 16,-2 0 1-16,0 2-5 0,-2 1 5 0,-1 6-8 15,4-8-5-15,-4 8-12 0,0-7-8 0,0 7-1 16,0 0 3-16,0 0 0 0,0 0 3 15,0 0 6-15,2 32 4 0,-4-21 4 0,-1 8 1 16,1-2 2-16,-2 8 6 0,0-6-1 0,1 6 5 16,-2-5-19-16,3-4 19 0,-1 4-1 0,-1-4-1 15,2-3-12-15,2 0-39 0,-3-3-34 0,1 0-42 16,-1-1-55-16,3-9-79 0,3 12-304 0,-3-12-609 16,7 5 271-16</inkml:trace>
  <inkml:trace contextRef="#ctx0" brushRef="#br0" timeOffset="42382.95">31288 3531 233 0,'0'0'268'0,"-7"-11"-20"16,-2 8-4-16,-4 3-8 0,-6 4-2 0,-12 8-12 15,2 3-10-15,-6 3-20 0,5 1-2 0,-1 2-12 16,4-2-15-16,5-2-5 0,2 4-14 0,8-7-9 15,1 0-17-15,4 1-5 0,2-4-9 0,3 6-6 16,3-6-15-16,3 1-7 0,2-5-6 0,4 3 3 16,5-1-16-16,-5-4-14 0,9-1-2 0,-1-3 1 15,-2-1-11-15,4-1-1 0,-2-3-3 0,-5 1-10 16,0 0 1-16,0-1-7 0,0-3 5 0,-3 0-2 16,0 2-9-16,1-4 4 0,-1 1 5 0,-3 0 4 15,0 1-5-15,-1 0-1 0,-6 7 9 0,11-9-4 16,-8 4 3-16,-3 5 7 0,0 0-8 0,9-5-3 15,-9 5 7-15,0 0-9 0,0 0 8 16,0 0-11-16,0 0 9 0,14 15 11 0,-8-7-5 16,0 3-6-16,-2-1-2 0,2 0 6 0,-1-2-36 0,3 2-41 15,2-1-41-15,4 0-52 0,1-2-60 0,-3 1-74 16,3 0-82-16,3-5-203 0,-6-1-611 0,-12-2 271 16</inkml:trace>
  <inkml:trace contextRef="#ctx0" brushRef="#br0" timeOffset="43255.2">8106 4398 253 0,'-1'-16'265'16,"-1"3"-22"-16,2 3-17 0,-1 2-25 0,1 8-16 15,-1-12-30-15,1 12-18 0,0 0-17 0,0 0-13 16,0 0-3-16,-5 29 0 0,1 1-2 0,-3 18-1 15,-1 2-8-15,0 7-4 0,-1 1-7 0,1-3-9 16,2 0-9-16,1-1-3 0,1-2-5 0,3-5-7 16,-2-1-2-16,0-12-6 0,6-1-4 0,-3-3-28 15,3-2-25-15,-2-3-25 0,0-6-55 0,2-2-46 16,-1-4-52-16,1-4-226 0,-3 2-454 0,0-11 202 16</inkml:trace>
  <inkml:trace contextRef="#ctx0" brushRef="#br0" timeOffset="43986.66">7818 4756 144 0,'0'0'191'0,"0"0"-18"0,0 0-25 0,0 0-7 16,0 0-20-16,21-5-5 0,-5 7-15 0,5-2-13 15,8 0-2-15,4-2-8 0,5 1-9 0,-4-2-4 16,4 1-7-16,1-1-10 0,-5-1-1 0,-2 2-7 15,-1 0 3-15,-4-1-10 0,-9 1 1 0,-1 1-4 16,-2 0-5-16,-8 1 2 0,1-2-3 0,-8 2 8 16,10 0 2-16,-10 0 8 0,8-1 0 0,-8 1 6 15,0 0-3-15,0 0-4 0,11 1-9 0,-11-1-2 16,3 6-8-16,-3-6-2 0,-3 15 8 0,1-1 7 16,-2 4 0-16,-1 10 4 0,0-3-6 0,1 1 4 15,-3 0-8-15,5-5 3 0,2-2-5 0,1 0-2 16,-1-1-1-16,3-1-2 0,1 1 2 0,1-8 0 15,0 0-6-15,2 0 0 0,0-2 2 0,-1-3-4 16,3 0 1-16,0 0-1 0,0-2 1 0,-3-1 3 16,-6-2-5-16,13-3 1 0,-3 0-4 0,-1-4-6 15,-1 0 0-15,1-3-1 0,-1-1-3 0,-3 1 1 16,0-1 0-16,-1-6-3 0,-2 0 0 0,3 1 3 16,-3-2 7-16,-2-1-12 0,1 2-3 0,-1 2 5 15,0-1-3-15,0 6 2 0,0 2-4 0,0 1 1 16,0 7-5-16,0-11 0 0,0 11-3 0,0 0-2 15,0 0-3-15,0 0 7 0,0 0-2 0,0 0 3 16,5 33 4-16,-2-16 4 0,0 2-4 0,3 6 0 16,-1-8-1-16,1 1 4 0,0-1-1 0,2-2 1 15,0-1-1-15,1 1 14 0,-2-6-9 0,2 1 3 16,5 1 2-16,-3-4 10 0,0-1-4 0,2 0 6 16,0-2 4-16,1-3 4 0,-4 1-5 0,-1-2 1 15,2-2 1-15,-2-1-4 0,-2 1 0 0,-1-2 2 16,3-1-3-16,-3-3-2 0,1 0 0 0,-3 1-5 15,-2-5 3-15,2 2-2 0,-3-2-5 0,-1 1-12 16,0-2-4-16,0 1 2 0,-1-5-6 0,-1 1 12 16,-1 5-12-16,0 0 5 0,1-2-6 0,2 1-8 15,-1-1-6-15,-2 2 2 0,3-1-1 0,0 2 1 16,0 3 0-16,0 7 0 0,4-13 0 0,-2 10 2 16,-2 3-4-16,12-5 8 0,-3 5-2 0,-9 0 3 15,15 4 0-15,-3 2 8 0,-3 4-7 0,1 1 1 16,0 2 3-16,-1 3 2 0,0-2-5 0,0 1 10 15,0 2-1-15,-4 1 3 0,1-2 1 0,-2 1 0 16,0 1 1-16,0-1 3 0,0-1-1 0,-2 0-30 16,-2-3-39-16,0 0-34 0,-1-1-48 0,1-2-42 15,-1 3-162-15,-3-3-384 0,1-5 170 0</inkml:trace>
  <inkml:trace contextRef="#ctx0" brushRef="#br0" timeOffset="44301">8914 4959 33 0,'0'0'180'0,"8"-2"4"0,-8 2-8 0,0 0-12 16,15 11-1-16,-11-5-12 0,-2 3 4 0,3 1-4 15,-1 1-8-15,-2-1-15 0,1 1-14 0,-2 1-4 16,2-1-9-16,-2-2-6 0,-1-2-8 16,0-7-1-16,1 10-10 0,-1-10 1 0,2 10 3 0,-2-10-3 15,0 0 5-15,0 0 8 0,1 5-1 0,-1-5-15 16,0 0-3-16,0 0-1 0,0 0-4 0,5-19-2 15,-1 8-10-15,3 0-3 0,0-3-3 0,2-2-11 16,0 0-1-16,1-1-4 0,0 0-8 0,3 0 0 16,-1 1-9-16,-2 2-3 0,1 1-1 0,-3 4 1 15,1 1-5-15,-3 2-2 0,2 1-2 0,-2 4-4 16,2 0-5-16,-8 1 2 0,17 7 2 0,-10 1 0 16,0 1-23-16,-2 3-19 0,4 2-21 15,-3 3-22-15,1 1-41 0,-4 0-42 0,4-1-51 16,3 6-46-16,-6-4-148 0,0-2-449 0,0 0 199 0</inkml:trace>
  <inkml:trace contextRef="#ctx0" brushRef="#br0" timeOffset="44749.17">9422 5186 165 0,'3'-16'304'0,"2"-1"-27"0,1 0-24 16,4-2-39-16,6-6-25 0,0-1-23 0,1 1-14 16,2 1-14-16,-2-5-13 0,2 0-13 0,-1 3-3 15,-3-2-10-15,2 2-3 0,-6 0-12 0,-2 3 0 16,0 3-4-16,-4 5-9 0,-2-1-5 0,-2 7-3 15,0-1-10-15,-2 3-8 0,1 7-6 0,-4-12-4 16,4 12-8-16,-9-4-3 0,-2 4-6 0,-1 3 2 16,1 0-7-16,-3 4 4 0,-1 2-8 0,4-1 1 15,1 0-3-15,2 0-1 0,2 0-6 0,2 2-3 16,2-3-1-16,3 2 3 0,3-2-2 0,1 3 0 16,4-2 4-16,5 0-2 0,1 3-2 0,2-3 3 15,1 1-2-15,0-2 1 0,6 7-4 0,-6-3 2 16,-2 0-2-16,1 2-1 0,-4 3 2 0,2 4 1 15,-5-2-1-15,1 4 2 0,-4-3 2 0,-2 0-1 16,-2 0 3-16,-2 0 0 0,0 2 2 0,-2-3 4 16,0 0-6-16,-2 0-23 0,3-2-36 0,-1-4-36 15,1-2-36-15,1 0-48 0,-1-4-35 0,3 3-196 16,-3-9-442-16,0 0 196 0</inkml:trace>
  <inkml:trace contextRef="#ctx0" brushRef="#br0" timeOffset="45084.95">10061 4953 1 0,'-12'1'196'0,"1"2"-20"0,0 4 4 0,-6 2-11 16,3 3 1-16,-3 2-9 0,5-1-10 0,-1 2-1 16,4-2-18-16,1-3-10 0,4 1-8 15,1 1-9-15,0 0-8 0,2-2-6 0,-2 0-11 16,5-4-5-16,0 1-6 0,2-1-7 0,2-3-5 0,1 2-5 15,-7-5-11-15,13 0-6 0,-5-1-4 0,-8 1-2 16,17-6-1-16,-9 0 0 0,2 1-9 0,-1-1 1 16,-1-1-8-16,-2-2 3 0,1 1-2 0,-3-1 3 15,3 1 0-15,-6 1 3 0,0 0 4 16,-1 7 6-16,6-10 2 0,-6 10-4 0,2-7-3 0,-2 7-10 16,5-5-1-16,-5 5-4 0,0 0-5 0,0 0 1 15,0 0 0-15,0 0 1 0,12 16-4 0,-9-8 4 16,1 3 1-16,1-2-1 0,2 4-1 0,-3-2-6 15,2-1-24-15,0 2-30 0,-2-2-44 16,4 1-63-16,2-2-43 0,-1 0-196 0,-2-1-433 0,1-2 192 16</inkml:trace>
  <inkml:trace contextRef="#ctx0" brushRef="#br0" timeOffset="45333.01">10404 4709 211 0,'1'-16'257'0,"-2"5"0"0,1 2-8 0,0 2-21 16,0 7-22-16,0-10-24 0,0 10-23 15,0 0-16-15,0 0-3 0,0 0-1 0,5 31 14 16,-3-4-1-16,2 4-3 0,-2 2-7 0,-1 13-3 16,-2-11-9-16,1-1-11 0,-4 1-15 0,4-3-8 15,-2 1-4-15,2-2-11 0,-1 1-5 0,1-5-6 0,-1 0-29 16,1-1-34-16,1-9-35 0,-1-1-41 0,0 1-40 15,0-4-43-15,0-3-45 0,1-1-26 0,-1-9-30 16,0 13-196-16,0-13-486 0,0 0 215 16</inkml:trace>
  <inkml:trace contextRef="#ctx0" brushRef="#br0" timeOffset="45559.18">10266 5021 108 0,'0'0'170'0,"11"-14"-20"0,-1 9-17 15,7-2-13-15,1 1-2 0,4 2-3 0,6 0-13 16,2 0 4-16,-2 2-10 0,2 3 0 0,-1-2-17 16,-8 1 1-16,2 1 2 0,-2 0-7 0,-2 1 2 0,0 2-5 15,-4 0 7-15,-2 1-4 0,-2-1-4 16,2 2-3-16,-5-1-7 0,-1 2-1 0,-3 0-7 16,1 3 2-16,-1-1-4 0,0 1-4 0,-3 0-8 15,0 0 2-15,1 3-5 0,-2-3-29 0,-3 3-26 16,2-1-41-16,0 1-52 0,-2-3-51 0,-1 0-199 15,1 0-391-15,-1-1 173 0</inkml:trace>
  <inkml:trace contextRef="#ctx0" brushRef="#br0" timeOffset="45737.91">10608 4799 1979 0,'-4'-20'26'0,"1"1"1"0,-1 4 10 15,0 4-11-15,1 1-7 0,2 4-10 16,1 6-29-16,-3-8 0 0,3 8-1 0,0 0-12 16,0 0-23-16,0 0-41 0,8 23-29 0,-3-9-35 15,2 2-105-15,3-1-286 0,-2 2 127 0</inkml:trace>
  <inkml:trace contextRef="#ctx0" brushRef="#br0" timeOffset="46004.97">10842 5023 210 0,'0'11'203'0,"1"-2"-6"0,1 3-12 16,0-1-3-16,-2-2-5 0,3 2-5 0,2-1-6 15,-5-3-9-15,4-1-13 0,-2 0-4 0,5 2-12 16,-1-4 0-16,3 3-5 0,0-3-13 0,1 0-2 16,0-2-6-16,2-3 1 0,-2 2-9 0,1-2 0 15,0 0-10-15,-2-2-4 0,-2 0 1 0,1-4-7 16,1 2-5-16,-3-4-7 0,1 1-8 0,-2 0 0 15,1-3-1-15,-3 0-4 0,-2 0-14 0,-1-2-4 16,0 3 0-16,-2-2 6 0,-2 0-10 0,-1 2-4 16,-2 0-30-16,0-1-14 0,-1 4-24 0,-2-1-24 15,-2 3-34-15,1 3-32 0,-3 0-34 0,0 4-41 16,1 1-33-16,0 2-219 0,2 2-499 0,0-1 222 16</inkml:trace>
  <inkml:trace contextRef="#ctx0" brushRef="#br0" timeOffset="46596.58">11505 4924 125 0,'5'-3'257'0,"-1"0"-18"0,-4 3-17 16,7-7-15-16,-7 7-12 0,0 0-10 0,0 0 8 16,0 0 4-16,-14 30-4 0,1-15-12 0,5 2-13 15,0-3-18-15,1 3-6 0,2-2-12 0,1 0-12 16,1 1-11-16,2-3-12 0,2-2-3 0,-1-1-17 15,3-1-2-15,1 1-3 0,-2-2-10 0,3-1-3 16,0-1 3-16,3-2-9 0,0 0-5 0,3-2-6 16,-2 0-5-16,0-2 5 0,5-2-8 0,-2-1-3 15,-1-1-4-15,1-2 0 0,-5-1-1 0,3 0-20 16,-2-1 6-16,-3-3-12 0,-1-3-2 0,-1-1-4 16,-2-2 1-16,-3-1-3 0,0-1 4 0,-3-1 2 15,1 4 2-15,-3-2-6 0,0 1 2 0,2 3-4 16,1 3 0-16,2 3 3 0,-2 2 2 0,1-1 0 15,3 7-3-15,-5-9-2 0,5 9-1 0,-2-7 6 16,2 7-7-16,0 0 5 0,0 0-3 0,0 0 1 16,5-9-2-16,-5 9 4 0,18-4 2 0,0 0-5 15,0-1-1-15,9-4-2 0,2-1-2 0,-1 0-11 16,-1-1 1-16,-2 0 3 0,-2-5 1 0,-6 3 2 16,3-2 5-16,-7 0-3 0,5-6 3 0,-9 4 2 15,2-9 1-15,-7 7 3 0,4-6-3 0,-6-2-1 16,2 9 3-16,-4-3 0 0,0 4 1 0,-4 2 7 15,4 4-3-15,0 3 8 0,0-1-3 0,0 9-2 16,-2-14 0-16,2 14-1 0,0-7-2 0,0 7-6 16,0 0 1-16,0 0-1 0,0 0 8 0,-10 34 10 15,5-7 7-15,-3 7 1 0,1 13 6 0,0-13 0 16,2 14 2-16,1 3 2 0,0-3 7 0,2 0-7 16,-1-12 1-16,3 10-2 0,1-11 0 0,1-2-5 15,-2-1 4-15,2 14-3 0,0-15-1 0,0 0 4 16,-1 0-4-16,4-4-8 0,3 1 3 0,-8 0-1 15,4-2-21-15,1-1-25 0,0-5-44 0,1-5-39 16,-2 0-37-16,-4-3-41 0,3-1-53 0,-3-2-25 16,0-9-232-16,-3 17-543 0,3-17 240 0</inkml:trace>
  <inkml:trace contextRef="#ctx0" brushRef="#br0" timeOffset="46761.4">11615 5088 233 0,'-1'-6'272'0,"1"6"-14"0,0-12-29 0,0 12-26 0,0 0-22 16,1-9-17-16,5 5-11 0,-6 4-15 0,19-4-16 15,1 1-10-15,4-2-13 0,8 0-35 0,2-1-51 16,-1 3-53-16,2-4-84 0,0 4-223 0,-3-3-375 16,1 1 167-16</inkml:trace>
  <inkml:trace contextRef="#ctx0" brushRef="#br0" timeOffset="47179.92">13003 4796 107 0,'0'-17'315'0,"-2"5"-21"0,1 1-11 15,1 5-26-15,0 6-30 0,-2-12-15 0,2 12-37 16,0-7-17-16,0 7-18 0,0 0-11 0,-8 22 8 16,5 3-5-16,-6 5 0 0,2 4-15 0,-3 11-1 15,1 0-8-15,-1-11-15 0,3 2-6 0,-1-2-2 16,1 0-19-16,2-1 2 0,0-2-4 0,1-1-5 16,0-2-24-16,2 0-27 0,-1-2-27 0,2-8-41 15,0 1-40-15,-1-2-40 0,2 1-41 0,0-7-47 16,0 0-40-16,0-1-167 0,0-10-471 0,0 15 208 15</inkml:trace>
  <inkml:trace contextRef="#ctx0" brushRef="#br0" timeOffset="47505.64">13115 5102 168 0,'0'0'210'0,"0"0"-15"0,0 0-2 0,0 0-5 16,0 0-8-16,-8 25-12 0,4-15-14 0,2-1-4 15,2 1-6-15,-2 0-11 0,6 1-4 16,-2-1-8-16,4-2-6 0,0 1-7 0,1-2-10 16,2 0-6-16,3-4-9 0,3 1-8 0,3 0-6 0,0-4-4 15,0-1-1-15,2-2-13 0,0-1-5 0,-1 1 0 16,-6-2-7-16,0 1-4 0,-2-3-1 0,-2 0-1 16,1-3-1-16,-4 0-5 0,1-2 9 0,-3 2-13 15,2-6-2-15,-2 0-1 0,-4-2-1 0,-2 0-5 16,0 0 3-16,-6 1-5 0,1 1-4 0,-1-1 6 15,-2 4-8-15,1-2-1 0,1 5 2 0,-3 2-5 16,-1 3-3-16,-1 0 3 0,-1 5-5 0,-6 2-8 16,2 3-12-16,-3 3-16 0,-3 4-20 0,6 0-23 15,-5 2-25-15,8 1-46 0,1-1-38 16,1 0-43-16,4 2-191 0,0-1-461 0,6-4 205 16</inkml:trace>
  <inkml:trace contextRef="#ctx0" brushRef="#br0" timeOffset="47673.97">13564 5031 189 0,'8'-3'281'0,"-4"-1"-20"0,2 1-24 0,-6 3-21 0,7-3-24 16,-7 3-20-16,6-4-16 0,-6 4-19 0,0 0-11 16,0 0-15-16,0 0-19 0,12 5-33 0,-12-5-49 15,4 10-57-15,-4-10-52 0,3 17-55 0,-3-8-170 16,0 5-350-16,-2 1 156 0</inkml:trace>
  <inkml:trace contextRef="#ctx0" brushRef="#br0" timeOffset="47822.77">13574 5321 73 0,'0'0'235'0,"-2"13"-9"0,2-13-14 0,0 0-13 16,0 0-18-16,0 11-11 0,0-11-15 0,0 0 1 15,0 0-23-15,0 0-10 0,0 0-15 0,2 8-12 16,-2-8-13-16,0 0-28 0,10 3-43 0,-10-3-50 0,0 0-61 15,23-3-50-15,-12 3-174 0,-11 0-347 16,23-8 153-16</inkml:trace>
  <inkml:trace contextRef="#ctx0" brushRef="#br0" timeOffset="48013.02">14016 5005 2105 0,'11'-18'82'0,"-4"2"24"0,0 5 5 15,-1 2-3-15,-3 3-9 0,1 0-18 0,-2 2-19 16,-2 4-12-16,0 0 6 0,0 0 22 0,0 0 19 15,9 15 10-15,-10-4 13 0,-2 5-6 0,-2 2 6 16,1 2-1-16,-1 5-17 0,1-1-10 0,2-4-3 16,0 5-8-16,1 0-6 0,1 2-14 0,1-3-26 15,1-4-49-15,-4-1-46 0,4 7-36 0,-2-7-44 16,2 1-46-16,2 5-59 0,1-8-37 0,-1 2-240 0,1-3-564 16,0 1 249-16</inkml:trace>
  <inkml:trace contextRef="#ctx0" brushRef="#br0" timeOffset="48155.75">14223 5366 126 0,'4'-6'240'0,"-4"6"-41"0,0 0-44 0,0 0-54 16,0 0-58-16,0 0-60 0,0 0-66 0,0 0-45 15,0 0-137-15,0 0 60 0</inkml:trace>
  <inkml:trace contextRef="#ctx0" brushRef="#br0" timeOffset="51055.75">14548 5499 273 0,'2'-10'254'0,"-2"10"-27"0,0 0-21 0,0-9-23 16,0 9-23-16,0 0-26 0,0 0-23 0,0-8-31 15,0 8-27-15,0 0-33 0,0 0-43 0,0 0-37 0,0 0-24 16,0 0-35-16,0 0-118 0,0 0-255 15,0 0 114-15</inkml:trace>
  <inkml:trace contextRef="#ctx0" brushRef="#br0" timeOffset="51355.01">15188 4974 20 0,'-4'-4'241'16,"4"4"-24"-16,-5-9-17 0,5 9-19 0,-4-4-15 15,4 4-16-15,0 0-11 0,0 0-15 0,7-11-10 16,4 7-13-16,9-3-13 0,8-3-5 0,4 3-9 15,3-2-28-15,3 2-1 0,0 1-16 16,-2 1-14-16,-1-1-25 0,-3 3-29 0,-4 0-34 0,-7 2-36 16,-3 0-27-16,-7 1-27 0,1-2-88 0,-6 4-271 15,-6-2 120-15</inkml:trace>
  <inkml:trace contextRef="#ctx0" brushRef="#br0" timeOffset="51554.82">15397 4882 14 0,'0'0'189'0,"-11"0"-16"0,11 0-20 16,0 0-12-16,0 0-20 0,0 0-13 0,-8 3-10 16,6 5-11-16,0 3 7 0,0 8 19 15,0 9 3-15,-2 2-4 0,0 1-9 0,0 3-6 0,0-1-6 16,-1 1-7-16,0 2-5 0,1 0-5 16,-5 8-10-16,4-10-4 0,0-2-4 0,3 0-6 0,-3-3-26 15,5 3-20-15,-4-3-29 0,2-4-41 0,4-8-50 16,-2-1-38-16,-2 1-170 0,1-5-351 15,0-1 155-15</inkml:trace>
  <inkml:trace contextRef="#ctx0" brushRef="#br0" timeOffset="52049.73">15501 5021 92 0,'2'-7'217'0,"-2"0"-25"0,0 7-22 0,1-8-21 16,-1 8-14-16,0 0-11 0,0 0-12 0,0 0 1 16,0 0-10-16,5 29 1 0,-2-15-7 0,-3 4-2 15,0 1-9-15,1 5-6 0,-4-4-8 16,3 7-5-16,-2-2-6 0,-2-5-5 0,3 3-8 0,-2-3-1 16,1 8-6-16,-2-11-3 0,1 0-8 0,1-6 0 15,-2-1-1-15,2 0-5 0,1-1 1 0,0-3-4 16,1-6-4-16,-3 7 5 0,3-7-2 0,0 0 1 15,0 0-5-15,0 0 6 0,0 0-11 16,0 0-4-16,16-12-1 0,-9 3 1 0,5 1-1 0,1-2-1 16,3 2 0-16,1 1 1 0,2 3 4 0,-3-3-8 15,3 2-1-15,0 1 1 0,0 2 2 0,1 3-3 16,1-1 1-16,1 1 0 0,1 1 0 0,3-1 0 16,-4 2 1-16,-1-2-1 0,-1 0 2 0,-2 1-2 15,0 0 0-15,-3-2 7 0,3-3-4 0,-5 1 5 16,0-2 2-16,-2 0 8 0,-1-1-1 0,-1-4-2 15,0 2 0-15,-4 0 4 0,0-2 0 16,-2 0-1-16,-2-3-5 0,-1 2 0 0,0-1-3 0,-1-1 6 16,-3 2 0-16,-2-1-3 0,-1 1 7 0,0 3-9 15,0 2-4-15,-3 0 0 0,0 2 0 0,-2 1-1 16,1 4-4-16,-1 1 1 0,0 4 2 0,-1 4-5 16,0 1 1-16,3 1 0 0,2 4-7 0,7 0-22 15,0 2-27-15,6 5-46 0,2 0-61 0,10-1-57 16,-2 2-195-16,8-8-446 0,5-1 197 0</inkml:trace>
  <inkml:trace contextRef="#ctx0" brushRef="#br0" timeOffset="52483.37">16768 4895 1995 0,'11'-25'14'0,"-3"-1"58"0,0 9 43 16,-2 0-5-16,-3 7 6 0,-1-1-9 0,-1 3-4 16,2 1-26-16,1 2-19 0,-4 5-6 0,4-8-13 15,-4 8-11-15,0 0-1 0,0 0-1 0,0 0-2 16,6 35 12-16,-7-4 14 0,2 5-3 0,-2 12 3 16,1 1-2-16,-4 1-4 0,0-5-2 0,0 1 0 15,2-1-4-15,-2-9-5 0,1 0 0 0,-3-3-3 16,4 1 1-16,-1-1-6 0,0-1 3 0,1-1-3 15,-1-2-3-15,2-1-8 0,1-3-15 0,-3-6-22 16,1 0-31-16,0-4-35 0,-1 1-36 0,1-3-33 16,-3 1-29-16,3-4-36 0,-1-2-38 0,-2 2-153 15,-1-6-448-15,6-4 199 0</inkml:trace>
  <inkml:trace contextRef="#ctx0" brushRef="#br0" timeOffset="52701.53">16699 5210 1971 0,'9'-31'-15'0,"0"-1"46"16,1 5 3-16,4 2-8 0,-2 9-7 0,0 4 2 16,10-4-2-16,4 7 0 0,2 3-3 0,-10 4 10 15,3 1 5-15,1 2-1 0,-5 2 8 0,2 3 4 16,-5 4 4-16,1 0-4 0,-3 2-4 0,-2 2-1 16,-2 2 0-16,-6-1-2 0,-2 2 1 0,-1 1 0 15,-11 6-3-15,-2-1-4 0,-2-4 1 0,-5 1-3 16,1-4-8-16,-4 2-27 0,2 0-24 0,-2-4-31 15,-2 0-36-15,8-3-44 0,-1-6-39 0,2 1-189 16,3-4-403-16,0-4 179 0</inkml:trace>
  <inkml:trace contextRef="#ctx0" brushRef="#br0" timeOffset="53076.96">17040 5053 2236 0,'26'-10'40'16,"-6"1"-2"-16,-3 6-66 0,-3-1 18 0,0 2-4 15,0 4 18-15,4 2 10 0,0 6 17 0,-2-1 10 16,1 2 0-16,5 6 2 0,-10-2 22 0,8 5-9 16,-5 1-4-16,-4-5-6 0,-3 0-3 0,-1 0-4 15,-2 1-4-15,-1-2-2 0,-2-5 0 0,-2 4-2 16,0-5-4-16,-1 1-4 0,-3-1 4 0,0-1 0 16,-2-1-4-16,-1-2-2 0,1-3 5 0,6-2-8 15,-13 1 4-15,13-1-3 0,-11-7-2 0,4 2 0 16,3 1-5-16,4 4 1 0,-2-16-6 0,3 5 1 15,0-1-4-15,10-2 3 0,-2-4-6 0,3-2 1 16,1 4-2-16,0 0-3 0,3 2 0 0,0 1-1 16,-1-1 2-16,-1 5 2 0,3-2-5 0,-2 4 0 15,0-5-1-15,-2 7 0 0,0 0-3 0,-1 1-2 16,-1 3 0-16,0-1 4 0,0 5-1 0,-1-2-1 16,0 5-1-16,0 0 12 0,0 2-2 0,0 0 1 15,-1 2 0-15,-3 1 5 0,0 0-2 0,3 3 3 16,-5-3-5-16,0 0-8 0,-1 2-15 0,-2-1-21 15,-2 3-50-15,1-2-48 0,-2-5-57 0,1 3-239 16,-4 1-473-16,0-4 209 0</inkml:trace>
  <inkml:trace contextRef="#ctx0" brushRef="#br0" timeOffset="53221.5">17491 4853 22 0,'12'4'33'16,"-5"5"-43"-16,2 4-9 0,0 4 4 0</inkml:trace>
  <inkml:trace contextRef="#ctx0" brushRef="#br0" timeOffset="53622.34">17699 5221 145 0,'0'0'261'0,"0"0"-17"0,0 0-25 0,0-22-16 16,0 22-22-16,-5-16-13 0,3 10-10 0,1-3-6 16,1 0-7-16,1-4-11 0,3-1-16 0,-2-3-8 15,6 1-7-15,-2 0-9 0,2 0 11 0,5 2-21 16,-2 1-7-16,2 2-10 0,2 1-6 0,2 3-9 16,1 1-6-16,-5 5-10 0,1 1-1 0,4 4-7 15,-6 1 3-15,5 4-7 0,-3 1-3 0,-1 3-4 16,0 0 0-16,-4 0-4 0,2 1 5 0,-5 1-4 15,0-5-3-15,-3 2-2 0,1-3-1 0,-1 1 1 16,-3-3-1-16,1-1 1 0,0 0-2 0,-1-6 3 16,2 8 0-16,-2-8 3 0,0 0-5 0,0 0 0 15,0 0 1-15,-8 6-2 0,8-6 1 0,0 0 2 16,0 0-3-16,0 0 0 0,0 0-4 0,-9-16 1 16,9 16-5-16,5-15-4 0,0 5 2 0,4-1-2 15,4-3-3-15,0 1-1 0,2 1-2 0,1 1 3 16,3 2-1-16,-3-2-3 0,2 8 1 0,-1-4-1 15,-4 5-3-15,-2 1 2 0,2 2-3 0,-3 3 4 16,-1 2 4-16,1 3-2 0,-1 1 1 0,-1-1-1 16,-2 1-15-16,1 7-18 0,-6-2-22 0,1 1-33 15,-4 2-37-15,2-3-40 0,-1 1-45 0,-2-3-180 16,2-2-433-16,1-11 192 0</inkml:trace>
  <inkml:trace contextRef="#ctx0" brushRef="#br0" timeOffset="54526.84">18459 5029 70 0,'-7'-8'213'0,"1"-1"-15"0,-3 3-17 0,-1 4-16 16,-2 2-12-16,1 2-13 0,-2 2-10 0,-2 7-4 16,-1-1 9-16,3 6-5 0,2-2-12 0,1 3-12 15,2 0-6-15,3-3-7 0,0 4-9 16,4-2-5-16,-1 0-9 0,4-5-2 0,-1 1-9 0,3-2-5 15,1 0-2-15,0-1-5 0,-1 0-4 0,0-4-4 16,1 1-3-16,-1-3-5 0,-4-3 0 0,10 4-3 16,-10-4 6-16,7-1-1 0,-7 1-1 0,0 0-1 15,12-9-2-15,-7 4-1 0,-2-2-4 0,0 1-2 16,0-2-2-16,0 1 4 0,0-2-3 0,0 0-7 16,0-2 7-16,0 1-11 0,2-1-2 0,-1 2-2 15,0 0 0-15,1 0-3 0,-2 2-2 0,1 3-2 16,0-1-4-16,-4 5 1 0,5-4-2 0,-5 4 3 15,0 0-7-15,0 0 1 0,14 7 1 0,-12-2 3 16,3 4 4-16,-1 0 4 0,0 1 1 0,2 1 3 16,-1 0 1-16,1 1 4 0,-3-2 4 0,3 3 7 15,-1-4-3-15,1 1 0 0,0-1 1 0,0 0-1 16,0-3 3-16,-1-1 0 0,-5-5-1 0,14 8 0 16,-4-6 7-16,-1 1 1 0,-9-3 8 0,16-2-7 15,-16 2 0-15,14-4 0 0,-14 4-1 0,14-7 0 16,-8 1-14-16,2 0 1 0,-1-4-1 0,0 2 3 15,-1-3 0-15,-3 4-6 0,2-5 0 0,-1 3-2 16,-2-2-3-16,5-2-2 0,-2-1-3 0,-1 3-8 16,1 1 0-16,-3 1 2 0,1 1 0 0,0 1 1 15,0 2-2-15,-3 5 0 0,5-7-9 0,-5 7 1 16,7-4 1-16,-7 4 0 0,0 0-3 0,0 0 2 16,16 10 0-16,-9-4 4 0,-1 2-1 0,-1 0 1 15,0 0 2-15,-1 2 0 0,1 1 1 0,3-4 5 16,-2 3-1-16,-1-2-3 0,2-1 0 0,-1 0 3 15,-1 0 5-15,2-2-1 0,-3 0 1 0,2-1 0 16,-1-1 1-16,4 0-4 0,-3-1 9 0,2-1-8 16,-8-1-3-16,17-1 6 0,-10 1-4 0,0-3 2 15,-1 1 3-15,4-4-1 0,-2 2-2 0,0-3 2 16,-3 3-3-16,1-4 0 0,1 4 1 0,-2-3-4 16,1-1 6-16,-2 2-6 0,1 0-1 0,-1 1-3 15,2 2 3-15,-6 3-2 0,7-6-6 0,-7 6-1 16,4-4-4-16,-4 4 7 0,0 0-2 0,0 0 2 15,0 0 1-15,14 7 1 0,-9-4-3 0,-2 2 6 16,-3-5-3-16,11 8 4 0,-6-3-1 0,0-1 0 16,4-1 6-16,0 1 1 0,0-3 0 0,1 2 2 15,0-3 5-15,-2 2 1 0,2-2 1 0,-10 0 1 16,17-3 1-16,-11 3 2 0,3-3-2 0,-9 3 3 16,13-4 3-16,-8 3 3 0,0-3 7 15,-5 4-2-15,10-5 8 0,-7 2-3 0,-3 3-1 0,0 0-8 16,8-5 1-16,-8 5-4 0,0 0-6 0,0 0-9 15,6-1-4-15,-6 1-4 0,0 0 1 0,4 16 5 16,-5-6 3-16,1 7 7 0,-3 0 7 0,-1 7-7 16,-1 4 5-16,0-1-1 0,0 2-4 0,0 2-4 15,0 2 8-15,3 0-5 0,0-1-22 16,2 0-29-16,0-1-30 0,1 0-29 0,0-2-43 0,-1 1-50 16,3-5-66-16,1-6-60 0,-3 0-188 0,4-4-546 15,-1-3 242-15</inkml:trace>
  <inkml:trace contextRef="#ctx0" brushRef="#br0" timeOffset="54984.88">19558 5353 57 0,'18'-21'241'0,"1"3"-14"0,1-1-16 0,-3 6-9 15,-2 1-3-15,1-1-2 0,-1-1-5 16,-1 3-5-16,0-3-14 0,-1 1-6 0,-2 0-8 15,1-1-14-15,-2-1-12 0,1 3 0 0,-4 3-4 0,-1-1-4 16,0 1-7-16,-3 3-18 0,1-1-8 0,0 3 9 16,-4 4-16-16,4-7-13 0,-4 7-10 0,0 0-15 15,2-7 4-15,-2 7-11 0,0 0-1 16,0 0-10-16,-7 22 0 0,0-11-5 0,5 0-3 16,-2 0-2-16,0 5 0 0,3 0 0 0,1-2 2 0,2-1 8 15,1 1-18-15,1-3 7 0,3-4-2 0,2 2 4 16,0-3-5-16,4 0 2 0,0-4-3 0,0 3 0 15,5-3-1-15,1-4 1 0,-4-1-4 16,4 0 2-16,-6 0-1 0,0-1-1 0,-2 0 4 16,0-4-6-16,-1 2 0 0,-3 0-3 0,1-2 7 15,-3 1-9-15,3-2 6 0,-3 0-7 0,0 0 4 0,-2 0-5 16,2-3 4-16,-1 5-4 0,-2 1 1 0,-1-1-5 16,-1 7 8-16,7-7-11 0,-7 7-1 0,4-5-8 15,-4 5 1-15,0 0 2 0,0 0-2 16,0 0 10-16,0 0-3 0,-4 30 1 0,-3-15 6 15,2 3-6-15,0 0 5 0,-1 0-2 0,1 0 0 0,-2 1-3 16,2-1-23-16,3 0-20 0,-2-3-45 0,1-2-34 16,2 1-44-16,0-2-66 0,-1-2-44 15,0 2-231-15,2-12-554 0,-7 10 246 0</inkml:trace>
  <inkml:trace contextRef="#ctx0" brushRef="#br0" timeOffset="55157.97">19752 4899 97 0,'-2'-6'277'0,"-1"0"-26"0,3 6-29 16,-4-9-24-16,4 9-38 0,-2-8-51 0,2 8-52 0,0 0-29 16,0 0-59-16,0 0-38 0,0 0-54 0,0 0-73 15,0 0-213-15,0 0 94 0</inkml:trace>
  <inkml:trace contextRef="#ctx0" brushRef="#br0" timeOffset="56112.83">21036 4961 158 0,'6'-7'273'0,"-1"3"-16"0,-4-3-20 16,-1 7-25-16,4-5-23 0,-4 5-15 0,0 0-18 15,0 0-4-15,-25 22-22 0,6-1-2 16,3 2-6-16,-5 2-2 0,2 1-5 0,4 1-7 16,0-1-13-16,4 0-10 0,5-3-7 0,2-2-7 0,3 3 0 15,1-5-9-15,6 6-6 0,2-10-8 0,2 2-3 16,3-2-11-16,0-1-20 0,3-3-13 0,0-1-25 15,4-4-18-15,0-3-27 0,-2 1-17 16,3-3-13-16,-2-2-10 0,3-3-12 0,6-2-3 16,-3-4 14-16,-6 1 7 0,-2-1 6 0,0 0 10 0,-3-3 10 15,0 0 14-15,-4-2 13 0,-1-3 0 0,0 3 22 16,-2-2 12-16,0-2 13 0,-1 1 20 0,-2 0 8 16,0 3 20-16,-1 3 11 0,-1 1 1 15,-1 3 4-15,2 1-8 0,-3 7-4 0,1-10-7 16,-1 10-11-16,0 0-4 0,0 0-3 0,0 0 0 0,0 0 0 15,0 0 5-15,-4 26 3 0,3-10-1 0,-3 0-2 16,3 0 2-16,1 1 6 0,0 1 2 0,3-2 0 16,2 0-4-16,-2-2 0 0,1-1-2 0,1-3 2 15,2 5-7-15,3-2-1 0,-2-6-2 16,1 2 2-16,2-3-2 0,2-2-2 0,-1 2-1 0,-1-4-2 16,1-1-2-16,-2-1-2 0,1-1-3 0,-2-1-4 15,1-4 0-15,-1 1-3 0,-1-1 2 0,1-3-3 16,-3 1-2-16,1-2 1 0,-4 2 9 0,1-4-17 15,-1 0 0-15,-2-1-3 0,2-3-2 16,1 2-4-16,-3-3 2 0,3 1 0 0,-2 0 7 0,2 1-6 16,0 4-3-16,-2-1 1 0,2 4-3 0,-1 1-2 15,1 2-2-15,0-1 1 0,-4 6-1 0,12 0 0 16,-3 4-1-16,0 3 5 0,1 2-4 0,1 5 3 16,-1-3 7-16,-2 4-3 0,2 0 12 0,-3 0 6 15,0 2 7-15,-2-5 0 0,3 4-5 0,-3 1 6 16,0-1-2-16,-1-5 1 0,-2-2-1 0,1 1 5 15,-2-4-3-15,0 0 1 0,-1-6 9 0,3 7 13 16,-3-7 11-16,0 0 7 0,0 0-3 0,0 0-9 16,0 0 12-16,0 0-18 0,0 0-5 0,0 0 4 15,0 0 1-15,9-23-7 0,-4 14-4 0,1-2-1 16,3-5-4-16,5 2-3 0,-1 1-1 0,6-8-6 16,-2 8-2-16,3-3-5 0,-2 5 0 0,-1-1 5 15,-1 4-6-15,-4 3-6 0,1 0 2 0,-3 1-5 16,0 3 2-16,-2 1-3 0,1 3-1 0,-1-2 4 15,-1 5-2-15,-3 1-1 0,4 1 2 16,-3 3 1-16,-1 1 2 0,-1-1-4 0,1 2-34 0,-2 2-32 16,-1 2-47-16,-1 1-35 0,0-4-63 0,1 3-52 15,-2 1-167-15,0-4-472 0,1-14 209 16</inkml:trace>
  <inkml:trace contextRef="#ctx0" brushRef="#br0" timeOffset="56651.68">22095 5178 181 0,'0'0'205'0,"0"0"-23"0,5-9-24 15,-5 9-4-15,0 0 5 0,0 0 6 0,9 14-1 16,-7-4-4-16,1 1 0 0,-1 0-7 0,0 2 1 16,0-1-7-16,1 5-3 0,-1 0-24 0,2-6-10 0,-1 2-10 15,-3-2-8-15,1-1-9 0,-1-10-8 0,0 15-5 16,0-15-4-16,1 13-3 0,-1-13 2 0,0 0 6 15,0 0 13-15,1 10-4 0,-1-10-2 16,0 0-10-16,0 0-5 0,0 0-8 0,0 0-4 16,0 0-3-16,0 0-7 0,0 0 2 0,0 0-8 0,6-38-2 15,-1 29-4-15,1-2-5 0,3 0-9 0,3-3 1 16,-1-1-4-16,4 1-3 0,0 1-11 0,1 2 2 16,0 1-2-16,0 1 11 0,-1 4-10 0,-1 3 1 15,-3 0-16-15,1 1 4 0,0 2-1 16,-2 2 4-16,3 2 0 0,-3-1-1 0,0 4 4 15,2-1 2-15,-1 0 2 0,-2 1 0 0,3 0-1 0,-1-1 5 16,2 0 2-16,0 2-2 0,-1-4-3 0,1-1 6 16,0 0 1-16,1-2-2 0,6-1-1 0,-3-1 5 15,1-3-1-15,-4 2 1 0,-1-1 1 0,0-3-3 16,0-2 2-16,-3 0-3 0,1-1 3 16,-2-1-3-16,4-3 2 0,-5 2-5 0,-3-3-4 0,0 3 3 15,0-6 5-15,-2 3-3 0,-2-3 1 0,0 4-1 16,-1-1 3-16,0 1-7 0,0 1-1 0,-2 1 1 15,0 1-5-15,0 1 1 0,2 8-3 16,-8-6-4-16,2 4 3 0,6 2 2 0,-23 8 0 16,7 1-3-16,1 2 3 0,1 1 6 0,0 0-5 15,4 1 2-15,1 1 5 0,0 1-9 0,5-2 1 0,1-1-7 16,3 1-19-16,3-1-27 0,2-2-39 0,4 1-50 16,5-2-51-16,3-3-65 0,2 1-252 15,8-1-561-15,5 0 248 0</inkml:trace>
  <inkml:trace contextRef="#ctx0" brushRef="#br0" timeOffset="56860.86">23057 5088 217 0,'0'0'239'0,"-6"-11"-20"0,1 6-16 16,5 5-15-16,-11-2-4 0,11 2-7 0,-19 8 1 15,8-1-10-15,0 3 7 0,-1 2-5 0,-1 0-12 16,0 3-5-16,4 1-12 0,3-2-15 0,-2 1-10 0,5-3-13 15,-2 2-10-15,5 2-8 0,3-3-11 16,4 2-20-16,1-5-30 0,5 4-36 0,2-5-36 16,3 2-39-16,3-5-41 0,7 0-62 0,1-4-42 15,-1 1-193-15,-7-3-461 0,-1-3 205 0</inkml:trace>
  <inkml:trace contextRef="#ctx0" brushRef="#br0" timeOffset="57086.9">23347 4954 82 0,'4'-13'266'0,"-3"4"-1"16,2-2 3-16,-2 6-25 0,-1 5-24 0,5-10-28 0,-5 10-19 15,0 0-14-15,0 0 1 0,0 0 19 0,4 24-8 16,-7-9-12-16,2 10 4 0,-4 0 3 16,1 1-9-16,0 1-10 0,-1-2-13 0,3 2-15 15,-2 0-8-15,0-3-8 0,1-3-14 0,0 6-3 16,1-8-8-16,0 8-21 0,2-8-33 0,-1-1-38 15,-1 0-36-15,2-1-46 0,-1-5-44 0,2 2-44 16,-1-4-56-16,0-10-57 0,-2 21-189 0,2-13-529 16,0-8 234-16</inkml:trace>
  <inkml:trace contextRef="#ctx0" brushRef="#br0" timeOffset="57246.9">23143 5073 2061 0,'-4'-10'22'16,"4"10"-6"-16,-3-10-12 0,3 10-15 0,0 0 9 16,7-6 6-16,4 4-3 0,2 0-11 0,7 2-17 15,7 2-38-15,2-1-37 0,2 1-49 0,-1 3-139 16,-1 2-315-16,-1 0 140 0</inkml:trace>
  <inkml:trace contextRef="#ctx0" brushRef="#br0" timeOffset="57529.92">23456 5328 79 0,'12'3'227'0,"-12"-3"-13"0,23-2-12 0,-11 0-19 15,2 0-10-15,-1 0-10 0,5-2-2 0,-2-1-4 16,3 0-7-16,-2-2-10 0,0 0-3 0,-4 3-6 16,3-5-6-16,-2 1-5 0,-2 0-15 0,-2-1-7 15,-2 2-10-15,3-5-12 0,-2-2-1 0,-4 4-3 16,2-2-3-16,-6 2 2 0,0 0-4 0,-1 1-2 15,-1-1-7-15,1 10 1 0,-8-14-6 0,3 9-1 16,1 0-9-16,-5 3-1 0,9 2-6 0,-22 4 1 16,10 0-4-16,0 2-6 0,-4 3 0 0,4 1-5 15,3 2-2-15,0-5-3 0,3 3 0 0,1 2-20 16,0 0-25-16,5-1-19 0,0-11-25 0,6 23-23 16,2-12-48-16,2-2-50 0,7 0-51 0,8 0-234 15,-3-4-517-15,6 0 228 0</inkml:trace>
  <inkml:trace contextRef="#ctx0" brushRef="#br0" timeOffset="57929.82">24091 5220 160 0,'4'-11'214'15,"-3"1"2"-15,3 0-4 0,-8 1-6 0,4 9-9 16,-4-14-7-16,0 9-10 0,-1 0-9 0,-3 4-8 16,-4-1 2-16,-1 4-7 0,-4 0-3 0,-1 4-6 15,-2 1-3-15,2 3-11 0,-1-1-12 0,1 3-4 16,4-3-19-16,-1 4-7 0,2-1-5 0,4 3-11 15,1-5-8-15,5 1-3 0,0-1-10 0,2 1-6 16,1-11-3-16,4 18-7 0,-1-11-11 0,7-1 2 16,1 2-5-16,0-5-11 0,6 0-6 0,2-3-6 15,-1-1-5-15,0-1 1 0,-5-1-2 0,3-4 7 16,-4 4-2-16,2-4 0 0,-1-3-6 0,-2-2 4 16,0-3-5-16,-2-2 3 0,-1 0-1 0,4-5 0 15,-6 3 1-15,0-8 4 0,1 2-5 0,2-1 3 16,-4-3-3-16,3-1 5 0,-3-1 2 0,1 1 0 15,2 4 20-15,-4 7 10 0,-3 1 0 0,1 1 16 16,1 7 13-16,-1 0-2 0,0 5-4 0,-1-2-9 16,-1 7-3-16,2-7-14 0,-2 7-7 0,0 0-6 15,0 0 0-15,-7 26-5 0,2-7 8 0,0 4-3 16,-3 3-7-16,2 0 8 0,1 0-3 0,1-1-2 16,1 2-1-16,1-1-11 0,2 1-34 0,1 0-25 15,0-8-42-15,3 4-47 0,0-4-49 0,2-1-52 16,4-3-51-16,-1 1-271 0,4-4-614 0,4-2 272 15</inkml:trace>
  <inkml:trace contextRef="#ctx0" brushRef="#br0" timeOffset="58170.9">24928 4976 78 0,'6'-19'343'0,"-3"4"-2"0,-1 4-6 16,1 0-14-16,0 1-12 0,-1 4-23 0,-2 1-28 15,0 5-23-15,3-10-34 0,-3 10-22 0,0 0-17 16,0 0-15-16,1 22-11 0,0-2-10 0,-2 6-13 16,-2 2-5-16,3 2-2 0,0 1-11 0,-1-2-1 15,-3 2-10-15,2-3-6 0,-2-1-12 0,-1 3-7 16,1-3 0-16,0-3 1 0,2 2-13 0,0-7-12 16,-3-1-34-16,3-2-46 0,-1 0-38 0,0-5-52 15,3 2-47-15,-3-4-55 0,3-9-59 0,-8 16-285 16,3-9-630-16,5-7 280 0</inkml:trace>
  <inkml:trace contextRef="#ctx0" brushRef="#br0" timeOffset="58559.39">24815 5182 59 0,'0'-8'264'0,"0"8"-17"0,0 0-15 0,0 0-24 16,2-11-21-16,-2 11-15 0,9-4-12 0,2 0-3 15,3 2-10-15,7 0-9 0,2 1-13 0,4 0-11 16,-6-1-12-16,8 2-7 0,-8 0-9 0,-2 2-11 16,-2 0-10-16,-6 0-7 0,1 2-5 0,-2 0-7 15,-1 1 1-15,-1 2 4 0,0 0 3 0,-6-1-3 16,0 1 11-16,1 2 0 0,0 2 3 0,0-3-4 16,1 4-7-16,-2-4-4 0,-2-8-5 0,5 15 3 15,-3-8-3-15,-2-7 1 0,10 13 2 0,-3-7-5 16,-1 0 1-16,6 1-2 0,-2-4 9 0,0-1-4 15,3 0-7-15,-13-2 5 0,28-4 5 0,-11 1-9 16,-3-3-3-16,-3 2 3 0,0-3 6 0,0 0 13 16,0-1 8-16,-5-1-13 0,5-5-5 0,-5 2 2 15,-4 0-8-15,0-5 2 0,-2 1-5 16,0-1-9-16,-4 1 1 0,-2 0-5 0,-4 1-6 0,-2 2-4 16,-3 0-5-16,-3 4-23 0,-6-1-6 0,-4 5-16 15,-3 1-35-15,-2 3-34 0,0 4-47 0,0 0-53 16,-2 6-75-16,5-2-81 0,1 2-220 0,1-1-626 15,6-4 277-15</inkml:trace>
  <inkml:trace contextRef="#ctx0" brushRef="#br0" timeOffset="61212.77">26234 5005 156 0,'0'0'265'0,"5"-9"-19"0,-5 9-17 16,2-7-23-16,-2 7-19 0,0 0-20 0,0 0-21 16,0 0-14-16,-25 4-9 0,14 3-11 0,-7 3-6 15,1 3-3-15,-2 1-12 0,-2 4-9 0,9-3-8 16,-1-1-7-16,3 0-7 0,1-1-7 0,4-1-3 16,1-1-2-16,2 0-4 0,0 0-2 0,2-1-4 15,2-2-7-15,0 0-3 0,2-3-2 0,-4-5 1 16,7 9-2-16,0-8-2 0,2 1 2 0,2-2-2 15,-2-2-2-15,1 1 4 0,1-3-4 0,-1-2-7 16,5-2 2-16,-1-2-3 0,1-1 3 0,-4 0-7 16,0-1 1-16,2 1 0 0,-4-4 0 0,0 2 1 15,-2 2-1-15,0 0-3 0,-3 1 2 0,0 0-2 16,1 2 5-16,-3 1 1 0,0 3-5 0,-2 4-3 16,5-10-6-16,-5 10 2 0,7-3-5 0,-7 3-2 15,0 0 1-15,0 0 5 0,4 13-5 0,-4 0 2 16,-4 3 2-16,4 2 3 0,0 1 1 0,-2 5-17 15,2-5-28-15,6 6-15 0,-6 0-27 0,3 0-43 16,5 0-73-16,0 0-48 0,0-1-168 0,1-7-450 16,2-2 200-16</inkml:trace>
  <inkml:trace contextRef="#ctx0" brushRef="#br0" timeOffset="61467.6">27193 5065 2525 0,'7'-27'24'0,"1"3"0"0,-4 5 58 0,-2 1 15 16,2 7-27-16,-4-2 21 0,2 2-10 0,1 4-5 15,-3 7-11-15,0-11-13 0,0 11-7 0,2-6-8 16,-2 6-9-16,0 0-4 0,0 0 2 0,0 0 3 16,6 24-1-16,-4-6-2 0,-4 7 4 0,4 0-6 15,0-1 1-15,-1 2-4 0,1 0 4 0,1 2-2 16,-3-1 0-16,4-2-6 0,-4 0-1 0,3 0-6 15,-3-4-17-15,2-4-34 0,-2 3-33 0,2-1-40 16,0-2-39-16,0 0-58 0,0-6-37 0,0 4-218 16,-1-3-506-16,1-5 224 0</inkml:trace>
  <inkml:trace contextRef="#ctx0" brushRef="#br0" timeOffset="61692.89">27522 4996 17 0,'4'-17'287'0,"1"6"-6"0,-2 0-11 16,0 1-10-16,1 4-27 0,-1-1-21 0,-3 7-30 16,2-9-18-16,-2 9-17 0,0 0-12 0,0 0-3 15,0 0 0-15,7 22 19 0,-7-6-14 0,2 0-10 16,-2 3-12-16,3-3-11 0,-3 4-8 0,0 3-7 16,-3 3-5-16,3-7-6 0,0 2-10 0,0-2-8 15,3 0-12-15,-2-2-29 0,-2 1-12 0,-2 0-43 16,3-4-42-16,0 3-38 0,-2-1-44 0,2-2-50 15,0-3-46-15,0-1-208 0,0-10-502 0,2 13 223 16</inkml:trace>
  <inkml:trace contextRef="#ctx0" brushRef="#br0" timeOffset="61959.37">27928 4998 215 0,'0'0'223'0,"2"-10"-23"0,-2 10-23 0,0 0-13 15,0 0 1-15,0 0-3 0,0 0-13 0,0 0-7 16,-5 27-13-16,2-17-10 0,2 6-9 0,1-4-6 16,2 1-1-16,1 3-7 0,3 1-6 0,1-1-5 15,0 0 5-15,2 2 2 0,0-1-16 0,2-1-6 16,0 1-7-16,-2-3-1 0,-1 0-8 0,2-1-4 16,-5-3-3-16,1 0-9 0,-3-4-1 0,1 4 2 15,-2-4-11-15,0 4-6 0,-4-2-3 0,2-8-16 16,-5 14-14-16,-5-7-19 0,-4-4-21 0,3 0-23 15,-5-2-19-15,3 2-28 0,2-3-39 0,-5-3-29 16,1-4-37-16,-4 1-152 0,6-3-410 0,-4-2 181 16</inkml:trace>
  <inkml:trace contextRef="#ctx0" brushRef="#br0" timeOffset="62090.47">27977 4976 119 0,'18'-5'176'0,"0"2"-15"15,0-2-20-15,5 3-9 0,0 0-13 0,2 0-19 16,5 2-43-16,-3 0-49 0,2 0-59 0,0 0-110 16,-8 2-173-16,3-1 76 0</inkml:trace>
  <inkml:trace contextRef="#ctx0" brushRef="#br0" timeOffset="62434.75">28537 4971 208 0,'0'0'229'0,"0"0"-19"0,7 2-21 0,-7-2-19 16,0 0-14-16,6 8-4 0,-3-4 7 0,3 6-2 16,1 1-2-16,1 6-7 0,-2-2-10 0,2 11-8 15,2-2-8-15,-4-5-7 0,-2 5-8 0,-1 0-9 16,1-5-8-16,0 0-4 0,-3-2-10 0,3 0-1 16,-1-1-7-16,-3-3-4 0,2-3-4 0,0-1-6 15,1-2-4-15,-1 3-4 0,1-2-3 0,-2-2-6 16,-1-6 3-16,2 8-1 0,-2-8 3 0,2 7 9 15,-2-7 22-15,0 0 3 0,0 0-7 0,0 0-2 16,19-14-17-16,-11 6 3 0,1-4-13 0,5-2 2 16,-4-3-2-16,7-7-8 0,1 1 1 0,-2-1-5 15,-1-1-5-15,1-1 0 0,-3-2-4 0,1 0 0 16,-1 0-3-16,-2-1-1 0,1 1-3 0,-2 4-7 16,-4 7 9-16,2 2-10 0,-4 2-25 0,-2 4-21 15,-1 0-25-15,2 4-40 0,-2-1-45 0,-1 6-60 0,0 0-44 16,0 0-21-16,0 0-30 0,0 0-173 15,-24 20-519-15,11-7 230 0</inkml:trace>
  <inkml:trace contextRef="#ctx0" brushRef="#br0" timeOffset="62873.95">29320 5367 162 0,'0'0'313'0,"10"-1"-14"0,-10 1-9 0,8-6-18 16,-3-1-18-16,2 0-23 0,-1-2-17 0,-1 3-16 16,3-4-10-16,-5 3-18 0,4-3-19 0,-3-1 9 15,4 0-21-15,-1-3-20 0,-1 0-12 0,0 2-7 16,-1-3-12-16,0-2-12 0,-1 0-6 0,1 1-7 16,-1-4-9-16,-2 4 1 0,-1-4-13 0,-2 5-2 15,1 1-6-15,-1 4 2 0,-2 0-4 0,1 1-1 0,-2-1-7 16,3 4-6-16,1 6-5 0,-7-13-2 15,3 10-2-15,-1 0-5 0,5 3-1 0,-7-7-4 16,7 7-4-16,-7-6-8 0,7 6-2 0,0 0-11 16,-5-5-3-16,5 5-3 0,0 0 1 0,0 0 1 0,0 0 5 15,0 0 3-15,26 4 4 0,-7-1 1 16,3 1 1-16,7-4 1 0,2 3-1 0,-3 0 3 16,-6-2 11-16,-3-1-5 0,1 1-3 0,-6-1 0 15,-2 2 1-15,-5-2-5 0,0 0 3 0,-7 0 0 16,13 9-4-16,-4-2 2 0,-1 1 1 0,1 1 1 0,-2 1 4 15,1 5 2-15,-2-1 1 0,-1 2-1 16,-1-4 5-16,0 3-2 0,-3 2 5 0,0-2-2 16,2-4 5-16,-3 8-14 0,-2-7-29 0,5 3-43 15,-3-4-29-15,-3 0-38 0,3 1-51 0,2-2-55 16,-4 3-210-16,2-13-501 0,0 0 221 0</inkml:trace>
  <inkml:trace contextRef="#ctx0" brushRef="#br0" timeOffset="63715.41">29893 5166 25 0,'1'-3'262'0,"-1"3"-20"0,5-7-23 0,-5 7-23 15,4-5-23-15,-4 5-18 0,0 0-16 16,0 0-10-16,0 0-6 0,0 0 4 0,6 18 0 16,-6-8 0-16,0 0-10 0,3 0-11 0,-4 1-11 15,1 0-8-15,-2-1-7 0,2 0-8 0,2-1-5 0,-2-9-8 16,-2 11-5-16,2-11-1 0,0 10 2 0,0-10 10 15,0 7 13-15,0-7 12 0,0 0 23 16,-2 8 8-16,2-8 7 0,0 0-3 0,0 0-11 16,0 0-8-16,0 0-10 0,0 0-1 0,0 0-11 15,-5-22-13-15,5 12 3 0,2 1-23 0,1 1 8 0,2-4-5 16,0-3-11-16,3 0-4 0,-1-1-6 0,2 0-10 16,1-2-8-16,5-4-5 0,-1 1-6 0,0 8-2 15,5-6 0-15,-8 5-2 0,5 4-7 16,-5 2 6-16,-1 3-5 0,-1 0 2 0,3 1-10 15,-4 4 0-15,1 1-4 0,2 5 3 0,-1 1-5 0,3 5 6 16,-2 3 1-16,-2 2 0 0,0-1 2 0,-1 1-1 16,-3 0 1-16,-1 0 3 0,0 0 1 0,-2-4 7 15,2-1 1-15,-1-1-2 0,-2-2 5 16,2 0 2-16,-3-4-7 0,0-5 6 0,3 10 0 16,-3-10 8-16,3 7 1 0,-3-7-5 0,0 0 8 0,0 8 6 15,0-8-3-15,0 0-5 0,0 0 4 0,0 0-3 16,0 0 3-16,0 0-7 0,0 0 1 0,4-29-2 15,-2 19-6-15,0 1 3 0,2-1-8 16,1 0 0-16,1-2-8 0,2-2-7 0,2 0 0 16,1-1-4-16,3-2 0 0,-1 5-4 0,1-2 6 0,-2 2 0 15,-3 5-1-15,1-1 1 0,-2 4 8 0,-2 1-12 16,-1 1-5-16,-5 2-1 0,15-1 0 0,-8 4-3 16,1 3 5-16,0 2 3 0,-1 0 2 0,-3 2 2 15,1-1-3-15,1 2 5 0,-2-2 7 0,0 0 2 16,1 0 3-16,-3-1 2 0,1-1-8 0,3-1 7 15,-2-1 0-15,-1 1 0 0,3-3-1 0,1 2 8 16,0 0 2-16,2-5-3 0,5 1 4 0,-2-4-4 16,3 1 3-16,1-5-5 0,0 1 13 0,-1-1-9 15,-3 1 0-15,3-4 2 0,-4 1-2 16,1-2 1-16,-3 2 2 0,-1-7-2 0,1 4 4 0,1-4-5 16,-4 3 0-16,0 1 10 0,-1 0-17 0,-3 2-2 15,2 3 4-15,-1 2-6 0,-3 5-4 0,1-10-2 16,-1 10 1-16,0 0-9 0,0 0-1 0,0 0 2 15,0 0-1-15,0 0 2 0,-26 20 10 16,16-7-5-16,0 2-7 0,1 0 8 0,0 2 1 0,1 0 4 16,6-1-6-16,-3 0 7 0,2 1-6 0,1 0 4 15,2-2 1-15,1 1 2 0,3 0 2 0,-2-4-2 16,2-2-1-16,-1 3 7 0,0-1-5 0,1-4 1 16,-3 3 0-16,3-3 6 0,-2 2 0 15,-1-5 6-15,-1-5-10 0,-1 11 1 0,1-11 1 0,-6 10 0 16,3-5-3-16,-6 1-28 0,-3-2-23 0,1-2-23 15,-2-2-38-15,-1-1-26 0,0 1-53 0,1-3-46 16,0 2-67-16,1-2-169 0,0 0-516 0,-1-1 229 16</inkml:trace>
  <inkml:trace contextRef="#ctx0" brushRef="#br0" timeOffset="66319.58">31065 5317 219 0,'0'0'214'16,"0"0"-19"-16,0 0-21 0,-17 12-16 0,11-10-12 15,-2 3-16-15,-3 0-10 0,0 1-15 0,-3 2-12 16,0 2-22-16,3-3-32 0,1 2-35 0,-5-1-39 15,5-1-58-15,-4 5-164 0,-1 0-279 0,-2-3 124 16</inkml:trace>
  <inkml:trace contextRef="#ctx0" brushRef="#br0" timeOffset="66740.17">31527 4961 72 0,'11'-22'251'0,"-8"6"-14"0,3 4 2 0,-3 3-11 15,2 0-8-15,-3 3-26 0,0-1-18 0,-2 7-23 16,3-7-17-16,-3 7-15 0,0 0-15 0,0 0-4 16,-19 29-7-16,1-7-9 0,-5 5-4 0,1 3-3 15,-10 8-8-15,8-10-6 0,5-1-6 0,-1 2-9 16,4-3 0-16,2 1-5 0,6-11-6 0,-2 8-3 15,6-5-4-15,3-2-4 0,0-2 3 0,1 1-7 16,2-2 5-16,6 2-9 0,-1-3 4 0,0-4-3 16,2 1-3-16,1-3 3 0,1-2-1 0,1 0 3 15,6-2-3-15,-3-3-4 0,-2-2 1 0,6-3 1 16,-5-1 9-16,-2 2-1 0,2-3 5 0,-4 0-3 16,0 2-2-16,-1-4 1 0,0-2 0 0,-2 1-4 15,0 1-3-15,-2-1 4 0,0 2 0 0,-2 1-4 16,-2 0-10-16,0 1 1 0,-1 6-1 0,0-11-3 15,0 11-3-15,-6-6-2 0,6 6-2 0,-18 0-10 16,8 0-10-16,-3 1-16 0,-5 3-22 0,-2-3-28 16,3 6-26-16,3-3-34 0,-3 1-30 0,1 0-31 15,3 0-40-15,0 0-188 0,4 0-469 0,-1 1 208 16</inkml:trace>
  <inkml:trace contextRef="#ctx0" brushRef="#br0" timeOffset="67047.7">31710 5169 106 0,'0'0'234'0,"6"-5"-7"0,-6 5-21 0,0 0-22 15,0 0-5-15,0 0-15 0,6 10 1 0,-6-10 3 16,-3 15-8-16,0-5-15 0,5-3-15 0,-2 2-10 16,0-9-3-16,4 14-20 0,-2-5-8 0,3 0-8 15,-2-2-10-15,3 2 0 0,0-1-3 0,-2-3-5 16,1-2 8-16,3 1-8 0,-8-4 16 0,18 4-3 15,-10-2 2-15,-8-2 1 0,15 0 3 0,-15 0-5 16,13-2-1-16,-4-4-6 0,0 1-10 0,-3 0-3 16,1-3-2-16,-1-3 3 0,-2 0-18 0,-2-1-1 15,3 1-5-15,-5-3 0 0,2 3-19 0,-2 0-6 16,-3-1-11-16,-2 2-18 0,1-1-16 0,-1 1-12 16,0 0-28-16,-4 4-28 0,-1 0-26 0,-2-1-30 15,1 3-32-15,-2 0-38 0,0 2-23 0,-1 1-205 16,14 1-496-16,-23 0 219 0</inkml:trace>
  <inkml:trace contextRef="#ctx0" brushRef="#br0" timeOffset="67276.28">32041 5027 50 0,'10'-10'301'0,"-2"3"1"0,-2-1-4 0,1 1-3 0,-1 1-1 15,-2 0-16-15,0 1-13 0,-4 5-31 16,6-5-26-16,-6 5-20 0,4-4-35 0,-4 4-8 15,0 0-26-15,0 0-2 0,8 22-6 0,-7-6-3 0,1 2-7 16,1 7-5-16,-4-5 3 0,-1 3-19 0,0 3-5 16,2 0-5-16,2-1 0 0,-2 0-11 0,0-6-4 15,-3 0 3-15,3-1-22 0,-3-1-31 16,4 2-38-16,-2-2-45 0,-1 0-33 0,-2-2-39 16,2-3-45-16,0-4-46 0,2-8-51 0,-5 14-237 15,0-10-572-15,5-4 254 0</inkml:trace>
  <inkml:trace contextRef="#ctx0" brushRef="#br0" timeOffset="67564.2">32061 5228 271 0,'7'-7'253'0,"3"-1"-31"0,3 1-20 16,1-2-21-16,4 1-11 0,1-1-20 0,5-1-9 16,-6 3-15-16,4-1-11 0,-3-1-10 0,0 2-3 15,0 0-7-15,-3-1 2 0,2-2 1 0,-8 3 1 16,4-2-5-16,-3 0 4 0,0 1 9 0,-2-3 3 15,-2 4-4-15,0-3-10 0,-2 3 0 0,3 1 0 16,-6 0-4-16,3 3-11 0,-5 3-1 0,5-8-14 16,-5 8-7-16,5-4-10 0,-5 4-11 0,0 0-7 15,0 0-2-15,0 0-3 0,0 22-2 0,0-22-14 16,-6 31 27-16,-3-14-5 0,1 8-8 0,3-1 4 16,0-6-4-16,-1 1 0 0,-3 5-3 0,4-5-6 15,0 0-8-15,-1 0-39 0,4-7-40 0,-2 6-35 16,3-6-32-16,-3 4-57 0,4-5-53 0,0-11-62 15,-5 20-177-15,5-20-526 0,-1 8 232 0</inkml:trace>
  <inkml:trace contextRef="#ctx0" brushRef="#br0" timeOffset="67918.75">32500 5074 87 0,'9'-5'269'0,"-4"0"-12"0,1 1-13 15,-2 0-51-15,-4 4-18 0,5-5-21 0,-5 5-13 16,0 0-13-16,0 0-3 0,14 12 2 0,-9-3 0 16,-1 2-5-16,-1 1-7 0,-1 0-6 0,-4 4 3 15,1 0-4-15,-3 0-6 0,-2 1 2 0,-2 0-3 16,1-4-8-16,1 0-6 0,-3 0-3 16,-1-1 7-16,2 2-1 0,2-4-10 0,-1-1-12 0,3-4-3 15,4-5-14-15,-6 10 3 0,6-10-9 0,-4 7-4 16,4-7-1-16,0 0-2 0,-1 12-5 15,1-12-4-15,0 0-1 0,16 14 3 0,-4-10-4 16,8 2 2-16,12-3-4 0,-32-3-1 0,69 11-6 16,-33-8-2-16,1-1-1 0,2-2-5 0,-39 0 5 15,66 0-6-15,-38 0-9 0,-28 0-9 0,0 0-2 16,44 0-11-16,-44 0-7 0,0 0-11 0,0 0-17 16,0 0-8-16,0 0-16 0,38 0-30 0,-38 0-34 0,0 0-39 15,0 0-47-15,0 0-41 0,0 0-209 0,0 0-519 16,0 0 230-16</inkml:trace>
  <inkml:trace contextRef="#ctx0" brushRef="#br0" timeOffset="68857.05">7165 6939 2691 0,'5'-24'-2'0,"2"5"3"0,3-7 5 0,3 3-3 15,1-1-6-15,4 0-6 0,5-1 2 0,0 1 2 16,14-11 2-16,1 2-9 0,3-2 8 0,-3-1 1 16,3-1 2-16,-5-1 0 0,-1-2 8 0,-1 3-3 15,-8 10 10-15,3-12 1 0,-10 12-1 0,-1-1 12 16,-1 0-1-16,-5 1 0 0,0 1 6 0,-2 3 3 16,-7 3 1-16,1 3-5 0,-2 6-4 0,1-1-1 15,-3-1-1-15,-2 2-5 0,1 1-6 0,-1 3-6 16,-1 2 3-16,3 5-4 0,-15-7 0 0,2 5-6 15,-1 7-1-15,-1 3 2 0,-5 2 2 0,-3 5-4 16,4-2 0-16,-2 4-7 0,6-2-3 0,-5 1-13 16,10 0 1-16,5-2-6 0,1 2-3 0,1 1 2 15,7-2 3-15,2 2 3 0,2-1 2 0,1 2-1 0,4-2 8 16,4 4-4-16,-2-6 5 0,4 4 12 16,-2-4-1-16,-2 1-1 0,0-2 3 0,-2 0-1 15,0-1 0-15,-4-2-2 0,-3 0 0 0,1-1 1 16,-1 1-3-16,-2-2 4 0,-3-1 3 0,-1 3-4 0,-4-1 2 15,-1-1 2-15,-4-1-12 0,-1 2-15 16,-2-4-21-16,0 0-18 0,0 1-18 0,-2-4-26 16,3 1-28-16,0-1-21 0,0-2-24 0,11 0-134 15,-13-3-342-15,5-1 152 0</inkml:trace>
  <inkml:trace contextRef="#ctx0" brushRef="#br0" timeOffset="69146.35">7789 6378 55 0,'8'-10'208'0,"-1"3"3"0,0 0 3 15,-4 0-4-15,1 3-15 0,-4 4-20 0,5-5-20 0,-5 5-18 16,0 0-17-16,0 0-10 0,0 0-11 0,0 0-12 16,12 18 4-16,-8-4-2 0,-2 0-8 0,2 4-4 15,3-2-5-15,-1 1 0 0,3-1-3 0,4 1-2 16,-2-2-7-16,4-1-3 0,0 0-4 16,1-4-4-16,2 1-3 0,0-1-3 0,2-2-6 0,-4-3-4 15,2-1 2-15,-4-3-4 0,0-1-2 0,-3-1 1 16,1-1 0-16,-1-2-2 0,-2-3-4 15,-1-1 1-15,-2-2-5 0,-1-1 1 0,-2-2 3 16,-2-3-5-16,-3-1 0 0,-7 0-6 0,1 0 1 0,-4-1-3 16,-4-2-3-16,-2-1 1 0,-2 3-4 0,-2 3-5 15,5 5-13-15,-1 0-14 0,2 3-21 0,-1 2-19 16,-1 2-33-16,0 4-26 0,1 2-30 0,1 2-28 16,3 1-34-16,1 5-187 0,-1-2-439 0,4 0 194 15</inkml:trace>
  <inkml:trace contextRef="#ctx0" brushRef="#br0" timeOffset="69835.34">8211 6310 165 0,'7'-9'289'0,"0"1"-14"0,-2 4-19 16,-3 1-19-16,-2 3-19 0,7-7-20 0,-7 7-23 16,4-6-21-16,-4 6-21 0,0 0-10 0,0 0-15 15,0 0-11-15,0 29-9 0,-3-11-6 0,-2 9-1 16,2 4-8-16,2 0 0 0,0-2-8 0,0 0-7 15,3-3-5-15,-1-1-2 0,3-7-2 0,3-1-2 16,-2-1-11-16,0-1-2 0,3-4 3 0,-3-1-7 16,5-2-1-16,-1-1 1 0,1-2-6 0,0-2 3 15,2-2 1-15,-1 2-5 0,3-7 0 0,-1 1-4 16,2 1 6-16,-4-6-7 0,4-1 2 0,-6 2-5 16,-1-3 2-16,3-3-2 0,-2 0 0 0,-1-3 0 15,-2 1-3-15,-1 0 0 0,-1 0 3 0,-1-1-5 16,-2-2-2-16,1-1 4 0,1 2-1 0,-2 1-5 0,-1 6 2 15,-1 0 5-15,1 10-3 0,0-13-5 16,-1 8 1-16,1 5-9 0,1-8-3 0,-1 8 1 16,0 0-3-16,0 0 5 0,0 0 1 0,-4 27-7 15,3-10 0-15,0 1 4 0,1 0 1 0,0 1 6 0,1 0-7 16,1-1 0-16,1-1 4 0,0-5 6 16,3 4-6-16,0-2 9 0,2-5 8 0,0 3 2 15,-1-6 7-15,4 2 3 0,1-2 3 0,0-3 3 16,2-1-4-16,3 1-6 0,0-3 6 0,-4-3-1 15,2 1-4-15,-2-1 0 0,0-1-4 0,4-2 0 0,-7-1-5 16,1 1 1-16,-2-1 0 0,0-2-2 16,0-1 2-16,-1 0-8 0,-2-5-11 0,-2 0-7 15,-1 0 6-15,-1-1-12 0,-2-1-10 0,0-1-3 16,-1 2-2-16,-3-1 7 0,-1 1 3 0,0 0-5 0,-2 2 6 16,4 2 0-16,-2 2-3 0,-3 1 6 0,3 0-1 15,1 2 6-15,0 3 0 0,4 4-7 16,-6-8 7-16,6 8-3 0,-5-7-1 0,5 7 1 15,-3-5-8-15,3 5 0 0,0 0-4 0,0 0 5 0,0 0-2 16,0 0 9-16,18-1 3 0,-5 3-3 0,-1 1 1 16,8-2 8-16,-1 4 0 0,1-2 2 15,1 1 5-15,-3-3 3 0,-5 1-5 0,4 1-5 16,-5 0 2-16,1-1-1 0,-7 3 0 0,3-1 1 16,-4 1 0-16,4 1 6 0,-3 2 12 0,0 2 3 0,-1 0-3 15,-1 4-1-15,-3-3 3 0,1 5 2 0,0-3-4 16,-2 3-1-16,0 1 2 0,0-2-13 0,-2-2-20 15,2-3-35-15,0 1-44 0,-2 1-49 16,2-2-48-16,1 0-56 0,-1-1-250 0,1-3-539 0,-1-6 239 16</inkml:trace>
  <inkml:trace contextRef="#ctx0" brushRef="#br0" timeOffset="70250.69">9241 6341 2267 0,'2'-12'52'0,"0"2"-3"15,-5 1-18-15,4 0 0 0,-1 9-2 0,-2-12 6 16,2 12-13-16,-7-5-9 0,7 5 4 0,0 0 15 16,-20 12 11-16,8-2 5 0,-2 5 14 0,-1 6 4 15,0 0 5-15,3-5 6 0,3 2-4 0,-1 0-2 16,1 5 3-16,4-5-4 0,1-3-6 0,1 2-2 16,5 0-5-16,3-3-4 0,-3-2-8 0,5 3-5 15,-2-4 0-15,8-1 2 0,-4-1-7 0,2-4 1 16,5 3-4-16,-1-5-1 0,-1 0 8 0,4-3-8 15,1-2-8-15,-1 0 4 0,-3-2 1 0,-1 1-4 16,-2-2 4-16,4-1-2 0,-3-4-3 0,1 1-5 16,0-2 3-16,-6 3-1 0,0-3 2 0,2-1-3 15,-2-4-8-15,-2 1 3 0,-1 0 1 0,-2-1-2 16,-1 0 2-16,-2 1-4 0,0 1-10 0,-1 1 8 16,0 3 5-16,1-2 1 0,-2 5 6 0,0 0-8 15,2 7 1-15,-5-7-11 0,5 7-6 0,-11 0 7 16,11 0-1-16,-19 14-13 0,6-3 12 0,1 1-5 15,1 4 2-15,1 0 8 0,0 0 2 0,4-3-11 16,1 4 2-16,2-2-3 0,2 1-11 0,3-3-24 16,3-2-19-16,4 2-37 0,3 0-30 0,1-1-23 15,4-2-34-15,3-3-34 0,7 1-30 0,1-3-34 16,-2 0-205-16,4 0-522 0,-11-2 231 0</inkml:trace>
  <inkml:trace contextRef="#ctx0" brushRef="#br0" timeOffset="70388.5">9620 6595 159 0,'0'0'240'15,"8"-4"10"-15,-8 4 2 0,0 0 1 0,0 0-5 16,0 0-4-16,0 0-17 0,0 0-11 0,0 0-15 16,0 0-14-16,0 0-23 0,0 0-22 0,0 0-18 15,0 0-24-15,8 0-38 0,-8 0-51 0,0 0-54 16,0 0-60-16,0 0-79 0,0 0-79 0,0 0-155 0,0 0-450 16,0 0 200-16</inkml:trace>
  <inkml:trace contextRef="#ctx0" brushRef="#br0" timeOffset="73016.36">10915 6108 13 0,'-6'-6'233'0,"0"1"-5"0,1 1-10 0,5 4-14 15,-7-4-16-15,7 4-10 0,-5-4-16 0,5 4-12 16,0 0-15-16,0 0-11 0,0 0-17 0,21-12-6 16,7 5-11-16,10 0-10 0,16-1-13 0,3 0-23 15,0 2-17-15,2 3-28 0,-4-3-33 0,-14 5-35 16,-5 2-44-16,1-1-18 0,-7 3-25 0,-9-2-23 16,-6 3-99-16,-2-3-301 0,-4 1 133 0</inkml:trace>
  <inkml:trace contextRef="#ctx0" brushRef="#br0" timeOffset="73222.27">11214 6042 146 0,'0'0'152'0,"-10"0"-11"16,10 0-25-16,-8 2-15 0,8-2 3 0,-10 12 8 16,7 0-3-16,1 6 12 0,0 9-4 0,0 2-5 0,1 3-7 15,-1 1-4-15,0 1-5 0,0 2-9 0,0 9-8 16,0-11-3-16,-1 2-10 0,2-1-6 15,-1-1-3-15,0 1-8 0,-1-4-7 0,2-1-26 16,1-1-33-16,-3-1-33 0,2-7-26 0,1 3-41 0,0-6-40 16,0-2-135-16,0-5-315 0,0-1 139 15</inkml:trace>
  <inkml:trace contextRef="#ctx0" brushRef="#br0" timeOffset="73690.36">11328 6202 41 0,'4'-15'240'0,"0"3"-23"0,-2 4-23 15,-1 2-21-15,-1 6-18 0,3-5-19 0,-3 5-14 0,0 0-12 16,0 0-6-16,9 21-6 0,-7-9-6 0,1 12-3 16,-2-3-8-16,-2 8-5 0,1-1-9 15,0 2 10-15,0 2-10 0,-3-1-2 0,3-2-6 16,-2-2-6-16,1 2-5 0,-5-5-4 0,5-5-3 15,1-2-6-15,-1 0-10 0,0-4-17 0,-1-3-5 0,1-3-9 16,1-7 1-16,0 11 2 0,0-11 0 0,0 9 0 16,0-9 2-16,0 0-4 0,13-1-2 0,-13 1 3 15,15-9-12-15,-3 4 4 0,4-3 1 16,3 0 1-16,-3 2-3 0,3-1 4 0,-1 0-1 0,-2 2 1 16,0 1 6-16,2 2 0 0,-2-3 4 0,3 3 1 15,2-1 4-15,-4 2-5 0,2-3 3 0,1 2-1 16,-4 0 0-16,1-1 3 0,0 0 0 0,-4 0 4 15,-2 1 13-15,0-3 7 0,-1-1 7 16,-5 2-3-16,3-2-2 0,-5 1 0 0,1-4-3 0,0-1-2 16,-1 3 2-16,-3-1-6 0,0-1 2 0,-3-2-5 15,-1 5-1-15,0-3-1 0,3 2 1 0,-4 2-5 16,5 5 0-16,-8-6-4 0,8 6 0 0,-12-4-4 16,12 4 0-16,-17 6-4 0,5 3 3 0,1 2-3 15,-1 1 0-15,0 5-7 0,1-2-21 0,4 3-25 16,-1 0-30-16,2 0-36 0,4 2-31 0,6-3-33 15,4 2-201-15,0-5-413 0,6-2 183 0</inkml:trace>
  <inkml:trace contextRef="#ctx0" brushRef="#br0" timeOffset="73963.28">12552 6152 209 0,'-8'-19'259'0,"2"4"-16"16,3 5-1-16,1 1-19 0,-2 2-22 0,0 2-24 16,4 5-21-16,-10-4-17 0,10 4-10 0,-9 16-4 15,5 1 7-15,-4 13 7 0,0 2-9 0,-3 13 3 16,2 2-4-16,-2 1-9 0,4-3-3 0,2 0-15 16,3-11 2-16,0 2-8 0,0-3-15 0,-2-1-5 15,3-1-5-15,-2 0-3 0,2-4-8 0,4 0-9 16,-3-7-7-16,-2-2-25 0,4 1-25 0,-2 0-33 15,0-4-32-15,0-2-28 0,-2-3-37 0,1 2-45 16,-4-4-47-16,0 3-43 0,-3-5-187 0,-1-2-495 16,-3-1 219-16</inkml:trace>
  <inkml:trace contextRef="#ctx0" brushRef="#br0" timeOffset="74232.67">12118 6554 2655 0,'3'-12'-12'0,"1"1"10"0,1 1-7 0,3 0 4 15,0 1 0-15,9-1-2 0,1 0 7 0,9 1-5 16,4 0 0-16,2 2 3 0,0 0-1 0,5 1 0 16,-4 0 2-16,-3 3 1 0,3-1 2 0,-1-2-4 15,3 2 4-15,-3 1-3 0,-1-1-2 0,-3 3 5 16,0 0-1-16,-10 1 3 0,0-3-4 0,-5 2-3 16,-5 1 2-16,1 0 2 0,-2-2 2 0,-8 2 13 15,13 0 3-15,-13 0 0 0,10 0 0 0,-10 0-4 16,0 0-4-16,9 2-3 0,-9-2 2 0,6 8 5 15,-3 0 1-15,-2 2 0 0,2 0-2 0,-1 2 2 16,0 1 1-16,-2 4-13 0,0-4-17 0,-2 5-28 16,2-1-40-16,0 0-43 0,0-3-63 0,0 0-208 15,-2-4-429-15,-2 3 190 0</inkml:trace>
  <inkml:trace contextRef="#ctx0" brushRef="#br0" timeOffset="74398.92">12668 6212 59 0,'0'0'121'0,"0"0"-39"0,0 0-41 16,0 0-48-16,10-5-43 0,-10 5-53 0,19 6 23 15</inkml:trace>
  <inkml:trace contextRef="#ctx0" brushRef="#br0" timeOffset="74611.1">13048 6164 2 0,'0'0'286'0,"2"-10"-20"0,-2 10-29 0,2-7-24 0,-2 7-24 16,0 0-25-16,0 0-15 0,0 0-3 15,0 0 6-15,7 31-2 0,-7-13-12 0,0 8-6 16,2 2-5-16,-2 1-12 0,0 5-11 0,-2-1-5 15,2 1-9-15,-2-1-11 0,-2-1-6 0,1-1-7 0,1-2-4 16,0-2-6-16,0 0-25 0,-3-2-29 16,2-6-45-16,1 1-64 0,-2-2-56 0,1-3-70 15,1 3-198-15,-2-9-466 0,0 0 206 0</inkml:trace>
  <inkml:trace contextRef="#ctx0" brushRef="#br0" timeOffset="74849.6">13232 6255 197 0,'2'-5'262'0,"-2"5"-28"0,3-10-27 16,-3 10-24-16,2-6-23 0,-2 6-12 0,0 0 1 16,0 0 2-16,9 31 5 0,-7-13 2 0,2 10-1 15,1-3-19-15,-3 2-8 0,1 1-15 0,-1-1-8 0,-2 0-9 16,2-1-14-16,0-1-4 0,-2-6-8 15,2 1-9-15,-1-2-10 0,-2-1-27 0,2 0-31 16,-1-2-40-16,-1 2-46 0,-1-4-44 0,2-3-58 16,-2 0-48-16,-2-1-162 0,-1-5-438 0,5-4 194 15</inkml:trace>
  <inkml:trace contextRef="#ctx0" brushRef="#br0" timeOffset="74989.98">13164 6444 2072 0,'3'-12'-6'0,"-1"-1"16"0,1 3-17 0,-3 0-1 0,0 4-1 16,0 6-18-16,2-9-39 0,-2 9-7 0,4-5-4 16,-4 5-4-16,13 1-23 0,-13-1-16 0,14 12-24 15,-7-2-83-15,1 3-246 0,2 1 110 0</inkml:trace>
  <inkml:trace contextRef="#ctx0" brushRef="#br0" timeOffset="75560.97">13377 6686 98 0,'0'0'229'0,"12"-3"-4"0,-12 3-23 0,14-5-14 16,-3-1-13-16,5-2-9 0,0 1-6 0,-3-3-2 0,3-1-13 15,-3 0-5-15,2-3-10 0,-1 2-4 0,-1-3-7 16,-1-2-11-16,-1 2-8 0,-2-2-7 0,1 0-10 16,-4 1-11-16,1-3-2 0,-1 3-2 0,2 0-9 15,-6 3-6-15,0 4 6 0,0-1 3 16,-2 3-2-16,0 7-7 0,0-10-6 0,0 10-8 0,2-9-5 15,-2 9 1-15,0 0-14 0,0 0 0 0,0 0-3 16,-25 26 1-16,15-8-5 0,-7 2 0 0,9-1-5 16,-3-2-1-16,5-1 3 0,2 0-6 0,0 1 2 15,4-5-2-15,-3 1 1 0,4-1-4 0,5-2 1 16,-4 1 2-16,3-2-1 0,4 0 3 0,0-2 2 16,9 0 2-16,-5-2-2 0,6 0-2 0,-2-2 4 15,4-2-5-15,-2 0 4 0,0-2-3 0,1 0-3 16,-5-2 2-16,-1-1 0 0,-3 1 2 15,0-4-5-15,-1 3-10 0,1-3-2 0,-3-2-7 0,2 0-7 16,-3-1-4-16,1-3 5 0,-3-2-8 0,2 1 2 16,-3-2 0-16,-1 0-2 0,1 1-3 0,-4-2 1 15,2 3 1-15,-2-4 2 0,0 2-4 0,-2 2 3 16,2 5 1-16,0-1 8 0,-4-1-2 0,4 4 5 16,0 7 2-16,-2-11 0 0,2 11-2 0,-1-10 6 15,1 10-4-15,0-7 2 0,0 7-1 0,0 0-1 16,0 0 2-16,0 0 0 0,0 0 2 0,9-1 3 15,-9 1-1-15,0 0 7 0,21 8-2 0,-10-4 1 16,-1 2 4-16,0 0 0 0,-1-1-2 0,2 2 1 16,0 1 1-16,-2-1-1 0,0 1 2 0,3 5 3 15,-1-2 0-15,-5 5 17 0,1-1 4 0,-2-1 11 16,-1 5 0-16,-2-6-2 0,1 4 1 0,-3-1 1 16,2 1 3-16,-4-2-5 0,2-3-1 0,0 1-5 15,0 0 2-15,0 1-5 0,2-3-36 0,-4 1-35 16,2-2-46-16,0 3-66 0,4-5-70 0,0 2-243 15,1-4-509-15,-5-6 226 0</inkml:trace>
  <inkml:trace contextRef="#ctx0" brushRef="#br0" timeOffset="77179.81">15012 6219 73 0,'0'0'231'0,"0"0"-16"16,-6-8-17-16,6 8-14 0,0 0-10 0,-22 10-2 16,4 1-6-16,-2 10 2 0,-1 4-11 0,-1 0-7 15,2 1 6-15,3 4-10 0,2-4-15 16,2 2-11-16,5-1-7 0,0 0-7 0,6-4-24 0,4-3 0 15,0-1-10-15,7-2-10 0,1 1-4 0,3-2-1 16,5 1-22-16,1-5-28 0,-2-1-22 16,4-3-11-16,6 1-27 0,0-5-19 0,-6-2-14 15,7-2-24-15,-6-4 0 0,0 1 0 0,3-6 8 0,3 0 3 16,-9 0-10-16,0 0 14 0,4-5 10 0,-6 2 10 16,-6-3 9-16,1 1 9 0,-3-2 22 0,-3 0 15 15,-4-2 12-15,3 2 13 0,-3-2 15 0,-2 2 7 16,-1 0 8-16,1 5 6 0,0 1 11 15,0 10 2-15,-1-12-3 0,-2 7-4 0,3 5-10 0,0 0-6 16,0 0-1-16,0 0 2 0,0 0 0 0,0 0 6 16,-13 27 9-16,9-10 2 0,-2-1 0 0,2 1-6 15,2 1-3-15,-1-2-3 0,3 0 0 0,3-2-2 16,-2 2-6-16,3-3 1 0,1-1-3 0,-2-1 3 16,3 0-4-16,-1-1 1 0,3-2-1 0,-1-1 0 15,1-2-5-15,2 2 1 0,0-3-2 0,-1-1 1 16,1-3-3-16,2 2 0 0,-1-5 0 0,-3 2-4 15,2-4-1-15,0 0-1 0,-3 1-9 0,2-4-4 16,0-1-5-16,-3-1-2 0,3-3-1 0,-2 0-3 16,-2 0 0-16,1-4-2 0,-3 0-2 0,-1-1 4 15,2 1-5-15,-3-1 3 0,-1 2 3 0,0-1 1 16,0 4 0-16,0 1-2 0,-1 0 4 0,0 3-1 16,1 0-2-16,-2 1 4 0,2 8 0 0,0-11-3 15,0 11-6-15,0 0-6 0,2-9 0 0,-2 9 5 16,10 1 4-16,-10-1 2 0,19 8 7 0,-5 1 2 15,1 2 5-15,-2-1 2 0,3 5-6 0,-5-2 2 16,2 4 7-16,1-1 9 0,-5 0 6 0,1 0 2 16,-1-2 3-16,0-1-3 0,-4-2-2 0,-1 0 0 15,1-1 3-15,-2-1 3 0,-1-2 0 0,-1-1 5 16,1 1 9-16,-2-7 13 0,1 8 9 0,-1-8 12 16,0 0-5-16,0 0-2 0,-4 7-7 0,4-7 0 15,0 0-10-15,0 0 1 0,0 0 2 0,0 0-1 16,-14-13-4-16,14 13-13 0,0-16-4 0,3 6 9 15,-1-2-2-15,2 1-22 0,1-4-1 0,2-4-6 16,0 4-5-16,1-4-3 0,3 4-3 0,1-8-3 16,1 8 8-16,-4 0-14 0,0 6 6 0,-2 0-7 15,2 2 0-15,0 4-5 0,-2-1 0 0,0 1-4 16,-7 3 2-16,19 7-2 0,-10-2 5 0,1 4 3 16,1 3 3-16,-2 1-7 0,1 3 0 0,-2 0 3 15,-1-3 6-15,1 4-4 0,2-5 3 0,-2 2 0 16,2 0 11-16,-1-4 2 0,-1-1 7 0,1-1-2 15,-2-1 4-15,2 0-1 0,0-1 1 0,0-3 0 16,0 0 7-16,-3-1 4 0,5-1-5 0,-4-1 2 16,5-1-1-16,-2-1 0 0,-1-3 9 0,4 0-8 15,-4-2-10-15,0 1 0 0,0-3-6 0,-2 1 6 0,2-5-1 16,0-1-6-16,-1-2-4 0,-2 1 12 0,1 0-9 16,-3-1-7-16,-1-2 1 0,-1 1-4 0,1 1-1 15,0 5-1-15,-1-1 3 0,0 1 0 16,-1 4 2-16,-1-1-8 0,0 8-3 0,0 0 2 15,-1-10-14-15,1 10-2 0,0 0 0 0,0 0 4 0,0 0 4 16,0 0 3-16,4 32-2 0,-6-16 9 0,1 2-11 16,0 0 7-16,-1 1 0 0,1 1 3 0,0-1 2 15,0 2 3-15,-1-3-3 0,-1 0 3 16,1 0 0-16,0-1 3 0,1-2 1 0,-1-2 0 16,-2-2 0-16,3 0 2 0,-1-3-3 0,0 0 9 0,1-2-5 15,1-6 1-15,-3 8 0 0,3-8 5 0,0 0 7 16,-1 7-4-16,1-7 9 0,0 0-19 15,0 0-3-15,0 0-3 0,0 0 3 0,16-28-9 16,-4 16-3-16,1-3-2 0,2 0 3 0,3-4-5 0,5 1-2 16,0-1 10-16,-1-1-8 0,1 2 4 0,0 0-1 15,-1-1 3-15,-7 6-1 0,5-6 5 0,-5 5-1 16,-1 1 4-16,-3 1 1 0,-1 4 14 0,1 0-9 16,-9 2 8-16,3 1 6 0,-1 0-4 0,-4 5 5 15,8-6-4-15,-8 6 2 0,0 0-8 0,0 0-2 16,0 0 18-16,0 0-11 0,0 0 8 0,-9 26 4 15,4-15 1-15,1 0-5 0,-1-1 7 0,1 2 2 16,1-1-15-16,3 0 0 0,0 3 6 0,2-5-1 16,0 1 5-16,2 0-8 0,2-1-1 0,1-3 9 15,2 1-4-15,3-3 0 0,3-1-3 0,5-1 3 16,2-2 2-16,6-2-5 0,-8-1 0 0,1-1-1 16,-3-1-4-16,0-2-1 0,-3-3 3 0,0 0-5 15,-3 5 2-15,-1-4-15 0,2-2-2 16,-3 0 10-16,0-2 2 0,-3 3 0 0,-2-1 2 0,0 0 0 15,-1-1 3-15,0 2-8 0,-2 1 14 0,1 2-16 16,-2 1-6-16,-1 6 3 0,4-8-10 0,-4 8-3 16,0 0 0-16,0 0 3 0,0 0-4 15,0 0 2-15,0 0 0 0,-9 26 8 0,0-10 3 0,4 0 3 16,-3 1-5-16,1 1 8 0,-2 2 9 0,1-4-16 16,-1 2 1-16,3 0-28 0,-3-4-29 0,2 1-29 15,1 1-35-15,1 0-43 0,0 0-76 0,1-6-59 16,0-1-262-16,0 0-611 0,0-3 270 0</inkml:trace>
  <inkml:trace contextRef="#ctx0" brushRef="#br0" timeOffset="77795.78">16926 6209 1 0,'4'-7'314'16,"0"-2"-23"-16,1 1-13 0,-2 0-8 0,1 4-5 15,-4 4-18-15,2-7-14 0,-2 7-24 0,0 0-16 16,4-9-34-16,-4 9-18 0,0 0-14 0,0 0-4 16,4 21 2-16,-7-2-4 0,-2 8-2 0,1 6-1 15,-1-1-9-15,1 1-6 0,-1 0-7 0,-1 1-5 16,-2-4-12-16,3 2-14 0,0-4-6 0,0-3-5 16,3 0-3-16,1-6-4 0,0-2-5 0,0 0-7 15,2-6-3-15,0 1 0 0,-1-2 3 0,0 0-8 16,3 0 3-16,-3-4-7 0,2 0 8 0,2 1-3 0,-1-4-8 15,2 1 7-15,-5-4-2 0,11 4-3 16,-3-2-6-16,-8-2 2 0,13-3-3 0,0 0 6 16,-1-2-2-16,6-4 4 0,-1 3-15 0,1-7-2 15,-2 3 0-15,9-5 10 0,-5-2-7 0,1 1 5 0,-1-1-11 16,-2-4 1-16,-5 7-2 0,-1-2 3 0,0 2 2 16,-3-1-3-16,1 1 8 0,-2 6-9 0,-4-2 8 15,-1 4 1-15,1 0 4 0,-1 1-2 0,-3 5-3 16,4-6-2-16,-4 6-7 0,0 0-16 0,0 0 11 15,0 0 4-15,0 0-2 0,0 0-16 0,0 0 14 16,-13 33 2-16,6-16 6 0,-1 1 0 0,1-4-7 16,1 4-1-16,2-1 4 0,1-1-4 0,-1 0-1 15,3-1 10-15,1-2-3 0,-1-2-7 0,2 3 8 16,-2-2-7-16,2 3-15 0,0-3-18 0,1-2-21 16,-1-3-28-16,2 0-26 0,-2-1-25 0,-1-6-32 15,0 13-36-15,0-13-47 0,-3 12-51 0,-1-7-262 16,4-5-611-16,-8 2 270 0</inkml:trace>
  <inkml:trace contextRef="#ctx0" brushRef="#br0" timeOffset="77955.11">16899 6440 200 0,'-2'-6'233'0,"2"6"-30"0,0 0-30 16,0 0-33-16,9-11-26 0,-3 9-31 0,6 0-32 15,4 1-31-15,7-1-52 0,7 0-27 0,4 2-41 16,3 1-71-16,2 0-186 0,18 1 82 0</inkml:trace>
  <inkml:trace contextRef="#ctx0" brushRef="#br0" timeOffset="78502.92">17857 6437 149 0,'7'0'266'0,"1"0"-17"0,-8 0-23 16,12 0-21-16,-12 0-23 0,6 3-13 0,-6-3 4 15,3 12 1-15,-5-4-1 0,0 2 1 0,0 2-8 16,0 1-4-16,-1 0-6 0,2-2-10 0,-3 1-13 16,3 0-4-16,0 2-18 0,1-4-12 0,2 4-5 15,2-4 2-15,0 1-24 0,2-2-4 0,-1 2-5 16,3-8-4-16,2 4-2 0,2-2-4 0,-2-1-11 16,3-2-3-16,-3 0-11 0,3-4-1 0,-3 2-9 0,0-4-2 15,0 0-4-15,1-2-5 0,-5 0-5 0,2-2-2 16,-2-1-2-16,-2-1-16 0,-3-2 2 15,0 1-4-15,-2-5 6 0,0-1 0 0,-3-2-2 16,-2 2 3-16,1 0-1 0,0 1 5 0,1 5 16 0,0 1 15 16,2 4 8-16,0 0-6 0,2 6 4 15,-3-11-8-15,3 11-8 0,-2-9 5 0,2 9-1 16,0 0 0-16,0 0-7 0,0 0-4 0,5-6-2 16,-5 6 3-16,15 1-1 0,1-1-2 0,3 1 2 15,9-1 0-15,4-1-2 0,3-3-5 0,-2 0-5 0,-1-2-2 16,1-2 0-16,-8-3-2 0,0 1 2 0,-6 0-1 15,5-6 4-15,-11 3 6 0,1 0-6 16,-3-2 6-16,-2-2-1 0,-2-2 4 0,0-5 5 16,-3 5 2-16,1-4 4 0,-2 3 2 0,-3 3-1 0,1 0 4 15,-1 5 4-15,0 1 5 0,0 5 2 0,2-2-9 16,-2 8-1-16,-2-11-13 0,2 11-2 0,0 0-3 16,0 0 8-16,-8 20 5 0,5-1-5 15,-4 12 1-15,0 2 2 0,-4 11 1 0,5 2 4 0,-1 0 0 16,0 2 10-16,-1-2-1 0,2-2-1 0,0-9 0 15,-2 9-4-15,4-10-18 0,-1 1 22 0,-3 0 5 16,2-3-4-16,-2 4 6 0,2-7 1 0,-3 3-16 16,1-5-9-16,3 2-20 0,0-6-49 0,1-4-42 15,-1-3-30-15,0 2-51 0,1-1-62 0,3-8-61 16,-4 2-299-16,2-5-655 0,3-6 290 0</inkml:trace>
  <inkml:trace contextRef="#ctx0" brushRef="#br0" timeOffset="78679.11">18243 6620 95 0,'2'-3'324'15,"-2"3"-20"-15,5-8-17 0,-5 8-25 0,4-6-24 16,-4 6-25-16,7-1-19 0,-7 1-16 0,12-3-23 16,1 1-6-16,4 4-18 0,11-4-20 0,3 4-46 15,-2-2-45-15,0 0-71 0,2 0-84 0,4-2-89 16,-3 0-162-16,-3-2-419 0,-2-1 186 0</inkml:trace>
  <inkml:trace contextRef="#ctx0" brushRef="#br0" timeOffset="79674.22">19899 6218 160 0,'0'0'225'0,"5"-8"-7"16,-5 8-9-16,4-5-9 0,-4 5-10 0,5-4-1 16,-5 4-18-16,0 0-10 0,0 0-15 0,1-8-11 0,-1 8-18 15,0 0-12-15,0 0-10 0,0 0-12 0,0 0-3 16,-27 29-1-16,10-8-2 0,-5 6 7 15,-6 11-1-15,-2-1-2 0,6-8-9 0,-5 10-3 16,7-10-5-16,3 0 0 0,1 0-8 0,1-1-7 0,5-1 8 16,2-2-16-16,3-2 3 0,3-6-4 15,2 0-6-15,2 1-1 0,5-3-2 0,1 1-6 16,2-2 3-16,1-4 0 0,6 0-3 0,2-2-5 16,3 2-1-16,7-3-2 0,-7-2 0 0,2-1 2 0,5-4-3 15,-5 2-4-15,-2-2 4 0,-1-2 1 0,2-2-6 16,-5 1-3-16,1-2 7 0,-6 0-4 0,1-1 0 15,1-3-5-15,-6 1 1 0,1-2 3 16,1-1-5-16,-3-2 1 0,-1 2 8 0,-3-3-9 16,-1 4 0-16,-1-6-7 0,-3 5 5 0,2-1-4 15,-4 3 0-15,-1 1-3 0,-3 2-1 0,-1 0 2 0,-2 3-4 16,-6 2 4-16,0 2 2 0,-1 1-4 16,-8 2-12-16,6 0-12 0,3 1-24 0,-4 2-21 15,3-1-29-15,2 0-30 0,1 3-36 0,4-4-37 0,6-2-47 16,-2 6-223-16,3-6-513 0,2 1 227 0</inkml:trace>
  <inkml:trace contextRef="#ctx0" brushRef="#br0" timeOffset="80001.53">20175 6515 167 0,'0'0'196'0,"0"0"-19"0,0 0-11 16,8 9-2-16,-8-9-1 0,-1 14 5 0,-1-2-7 15,1-3-8-15,4 2-11 0,-3 0-3 0,3 0-5 16,4 0 3-16,2 4-14 0,0-1-5 0,7-3-8 16,0 0-4-16,1-1-12 0,1 0-8 0,3-4-2 15,6 1 4-15,-7-3-16 0,-2 0-3 0,2-3 8 16,-2 0-8-16,0-3-8 0,-5 0-1 0,1 0 1 16,3-3 12-16,-7 0 1 0,-1-2-13 0,0 3 0 15,1-5-8-15,-5-2-4 0,1 2 1 0,0-4-2 16,-5-2-3-16,1 4-5 0,1-5-6 0,-3-1-2 15,-3 0-9-15,1 1 5 0,-5 1-6 0,4 3-4 16,-4 0 0-16,0 2-8 0,-2 2-14 0,-2 0-13 16,0 4-15-16,-6 1-21 0,-4 0-22 0,1 6-33 15,-1 0-38-15,-7 0-41 0,8 3-52 0,5 0-55 16,1 0-195-16,4-1-528 0,2 2 233 0</inkml:trace>
  <inkml:trace contextRef="#ctx0" brushRef="#br0" timeOffset="80276.97">20843 6380 105 0,'3'-19'305'0,"1"2"-10"0,-2 2-12 16,0 4 3-16,0-1 0 0,0 3-3 0,0 0-12 0,-2 9-8 16,0-10-11-16,0 10-42 0,0-8-25 0,0 8-25 15,0 0-18-15,0 0-8 0,0 0-18 16,10 27-5-16,-10 0-4 0,3 4-5 0,-1 0-6 15,2 1-6-15,-1 1-2 0,-2 2-9 0,2-3-10 0,-3 2-10 16,0-2-7-16,-2 2-5 0,0-3-1 0,1 0-1 16,-2-1 0-16,2-1-9 0,-2-1 1 15,0-2-14-15,1-4-29 0,1-2-39 0,-4-2-28 0,2-1-21 16,2 1-31-16,0-3-30 0,-2-2-40 0,2-4-46 16,-2 0-44-16,3-4-46 0,-4 1-196 0,4-6-570 15,-7 9 252-15</inkml:trace>
  <inkml:trace contextRef="#ctx0" brushRef="#br0" timeOffset="80520.17">20789 6569 2406 0,'10'-29'54'0,"2"2"-26"16,-3 10-3-16,-1 0-7 0,4 4 13 0,-1-1 4 16,4 3 3-16,0 1 2 0,2 2 7 0,4 1 1 15,-2 5-6-15,1 1 5 0,-2 3 0 0,1 4 1 16,7 5 9-16,-9-2-9 0,-2 4 7 0,-2 2 8 15,8 5-1-15,-13-3-1 0,0 0 2 0,1 6-8 16,-7-6 0-16,-2 0 3 0,0-1-6 0,-1-3 2 16,-6 1-2-16,-1 0-2 0,-3-1-9 0,-2 0-3 15,-2-2-1-15,-2-2-31 0,0-1-12 0,0-2-27 16,4-1-36-16,0-2-41 0,-4 1-52 0,5-3-48 16,1-1-59-16,1-2-232 0,10 2-542 0,-13-4 240 15</inkml:trace>
  <inkml:trace contextRef="#ctx0" brushRef="#br0" timeOffset="80867.42">21572 6342 118 0,'0'-13'265'0,"0"13"-12"0,-3-10-20 0,1 4-17 16,2 6-4-16,-7-11-17 0,4 6-7 0,-1 0-13 15,4 5-12-15,-8-6-9 0,8 6-22 0,-7-4-4 16,7 4-12-16,0 0-9 0,-15 4-3 0,9 1-6 0,-4 1 1 16,-2 7 2-16,2-1-6 0,0 3 1 0,0 2-7 15,-2 4 0-15,3-1-1 0,-2 3 2 0,-1 4 7 16,2-1 1-16,1-1-7 0,2 0-9 0,-1 1 3 16,4-6-11-16,-3 2-5 0,5 4 0 0,-2-6-7 15,3-1-1-15,-2 5-11 0,2-5-1 0,0 0-2 16,1-2-7-16,-2 0-1 0,4-2-7 0,-4-2-6 15,2 0 7-15,-1-2-5 0,1 1-6 16,-1 1-8-16,1-2-15 0,-3-3-31 0,3 2-30 0,0-3-35 16,-1 0-28-16,1-7-28 0,-4 11-45 0,4-11-54 15,-5 7-62-15,5-7-276 0,0 0-639 0,-17 0 282 16</inkml:trace>
  <inkml:trace contextRef="#ctx0" brushRef="#br0" timeOffset="81016.03">21350 6628 72 0,'0'0'271'0,"6"-6"-29"0,0 1-23 0,2-1-24 0,4 1-19 15,4-1-23-15,1 1-27 0,4 1-28 0,1-1-33 16,6 0-49-16,0-2-61 0,7 2-51 16,-5 1-153-16,2-2-270 0,-2 0 120 0</inkml:trace>
  <inkml:trace contextRef="#ctx0" brushRef="#br0" timeOffset="83751.02">22896 6319 2 0,'4'-6'241'0,"-3"-1"-8"0,-1 7-5 16,3-9-20-16,-3 9-12 0,1-8-15 0,-1 8-14 16,0 0-20-16,0 0-16 0,-10-8-7 0,10 8-10 0,-20 8-6 15,7 3-5-15,-8 4-5 0,1 4-6 16,-2 3-7-16,4 0-7 0,0 2-9 0,5-1-2 15,1 1-11-15,0 0 1 0,7-5-11 0,2 0-4 16,3 1-3-16,3 0-3 0,-1-4-17 0,7 3-13 0,8 1-20 16,1-2-33-16,-2-6-24 0,10 2-30 15,-2-4-29-15,5-3-30 0,0-2-18 0,2-1-22 16,1-2-146-16,1-3-374 0,-1-2 166 0</inkml:trace>
  <inkml:trace contextRef="#ctx0" brushRef="#br0" timeOffset="84337.47">23380 6493 76 0,'8'-17'189'15,"-3"-2"-2"-15,-2 0-12 0,-2 0 7 16,-4 2-3-16,1 2-4 0,-4 3-9 0,0 3-9 0,-1 2-11 16,-2 1-12-16,-3 0-13 0,-1 6-6 0,-4 2-10 15,-1 4-8-15,-7 6 0 0,0 4-2 0,1 3-8 16,3 3-8-16,1 0-7 0,1-1-7 0,4 1-8 16,3-5-3-16,5 1-7 0,3-2-4 0,2-1-4 15,3 3-2-15,-1-7-2 0,4 0-5 0,1-3-2 16,3 2-3-16,1-3-6 0,2-2 0 0,3 2-6 15,-1-7-2-15,4 2 9 0,-1-2-12 0,2-5 1 16,-6 3 3-16,4-3-2 0,0-3 2 0,-5 0-2 16,3-1 0-16,1-1-1 0,-4-1 9 0,-2 2 1 15,-3-3 2-15,-1 0-3 0,1 0 2 0,0 2 2 16,-3-1 11-16,-1 5 1 0,2-1 1 0,-4 7-8 16,2-9-1-16,0 4-4 0,-2 5-4 0,0 0-6 15,3-7-7-15,-3 7 4 0,0 0-6 0,0 0 1 16,0 0-2-16,-6 26 3 0,6-16-2 0,1-1 3 15,-1 1-1-15,4 0-1 0,0 2-2 0,1-1 1 16,4 2 1-16,0-4 4 0,5 2-4 0,0-2 2 16,2 0 3-16,3-2 0 0,1-4-2 0,0 1-5 15,1-1 5-15,-2-3 2 0,1-4 2 0,-4 1 1 16,2-2 0-16,0-1-5 0,-2-5 2 0,-2 1 4 16,3-1 0-16,-4-2 8 0,-3-2-2 0,0-1 2 0,-1-3 1 15,0-4-5-15,0 0-3 0,-1-3 9 16,-3 0-4-16,-3 2 12 0,1-3-3 0,-3 2-9 15,1 5 0-15,-1 1 13 0,1 4 1 0,-1 2 8 16,2 2 4-16,0 4 12 0,-2 7-16 0,0-12-10 16,0 12-6-16,0-8-7 0,0 8-10 0,0 0 0 0,0 0 0 15,0 0-6-15,1 27 1 0,-2-8 1 16,-3 8 0-16,2 3 10 0,1 0-11 0,-1 3-1 16,-2-1-1-16,3 1-2 0,0 1 3 0,0-3 4 15,-1 0 3-15,0 1-3 0,0-2-3 0,2 1 6 0,2-4-2 16,-4-1-26-16,2 2-28 0,2-10-25 0,-4 8-23 15,2-9-35-15,2 1-41 0,-4 0-39 16,4-2-40-16,-1-3-30 0,0-2-249 0,-1-1-574 16,0-10 254-16</inkml:trace>
  <inkml:trace contextRef="#ctx0" brushRef="#br0" timeOffset="84557.21">23799 6452 223 0,'12'-14'206'0,"3"3"-17"0,1 2-19 16,0 3 0-16,2 0-6 0,0 6-11 0,-1 2-14 16,-1 3-5-16,0 1 1 0,-1 3-5 0,-2 1-18 15,-3-1-7-15,0 4-5 0,-2-2-12 0,-3 5-5 16,0 1-7-16,-5-3-4 0,-1-3-9 0,-4 2-4 16,-3 2-15-16,-2-2-16 0,-4 0-23 0,1-1-24 15,-1-2-26-15,1-1-33 0,4-3-30 0,-1-1-32 16,2-2-24-16,3 1-32 0,-1-4-121 0,6 0-342 15,0 0 151-15</inkml:trace>
  <inkml:trace contextRef="#ctx0" brushRef="#br0" timeOffset="84891.27">24302 6392 78 0,'4'-6'249'0,"-2"3"-17"0,-2 3-17 15,0 0-18-15,0 0-17 0,0 0-13 0,-28 8-7 16,13 1-11-16,-1 5 12 0,-4 4-15 0,3-4-11 15,7-1-16-15,-3 2-10 0,5-1-7 0,3-2 4 16,2 0 0-16,3 0-6 0,1 0-14 0,4-2-11 16,-2 1-4-16,3-1-2 0,2-3-4 0,1 0-6 15,2-2-4-15,2 0-11 0,0-3 1 0,1 0-6 16,-1-2 4-16,-2-2-13 0,3 0 1 0,3 0-3 16,-5-4 0-16,3-1-4 0,-3-2-1 0,-3 2-4 15,3-3 1-15,-5-2-1 0,1 3-3 0,-3-2 2 16,0 1-7-16,1-2 3 0,-3 3 2 0,1 3 5 15,-1 0 2-15,-3 6-3 0,3-9 1 0,-3 9-6 0,4-6-10 16,-4 6 1-16,0 0-5 0,0 0 3 16,0 0-1-16,0 0 1 0,0 0-3 0,-6 32 0 15,5-22 4-15,-1 1-21 0,1 1-27 0,0-1-38 16,1 1-45-16,0-1-58 0,2-1-50 0,1 0-53 0,-3-5-183 16,4 0-509-16,-4-5 225 0</inkml:trace>
  <inkml:trace contextRef="#ctx0" brushRef="#br0" timeOffset="85284.97">24687 6343 158 0,'-6'-3'233'0,"6"3"-24"16,-10-3-14-16,10 3-6 0,-17 12 1 0,3 0-3 15,-1 2-9-15,-2 6-9 0,0 1-8 0,3 1-6 16,7-3-17-16,-1-1-16 0,2 0-3 0,2 2-4 15,3-2-8-15,4-2-5 0,-1 2-8 0,6-2-9 16,1-2-4-16,1 0-2 0,4-1-6 0,-1-3 2 16,5-3-4-16,2 1-8 0,1-1-2 0,-1-6-6 0,2 0-7 15,-2-3-1-15,1 0-1 0,-2-3-10 0,2-1-2 16,-4-1-2-16,-2-3-3 0,3-3-4 0,-5 4 5 16,0-6-8-16,-4 2 0 0,0-1-7 0,1 0 7 15,-1-1-10-15,-1-3 3 0,-3 2 2 0,1 1 3 16,-2 3 6-16,0-1 6 0,-2 5 3 0,1-1 6 15,-2 4 8-15,-1 5-16 0,3-11-7 0,-3 11-6 16,0 0-7-16,0 0-8 0,0 0 2 0,0 0 1 16,0 0-3-16,0 0 5 0,-7 32-4 15,5-21 2-15,-1 1-2 0,3 2 2 0,0 3 6 0,3 0-6 16,1-6-10-16,2 5-37 0,2-1-25 0,2 0-45 16,2-3-40-16,1 0-54 0,4-2-64 0,2-4-73 15,-1-2-181-15,-1 0-564 0,-6-2 250 0</inkml:trace>
  <inkml:trace contextRef="#ctx0" brushRef="#br0" timeOffset="85452.71">25002 6229 2547 0,'-22'-16'96'0,"0"4"-35"15,7 4-41-15,0-2-8 0,7 6-9 0,1 0-11 16,1 2-32-16,6 2-29 0,-10-1-5 0,10 1-18 15,0 0-27-15,0 0-28 0,0 0-31 0,18 17-158 16,-1-13-363-16,2 0 161 0</inkml:trace>
  <inkml:trace contextRef="#ctx0" brushRef="#br0" timeOffset="85683.22">25297 6193 116 0,'5'-4'286'0,"-5"4"-12"0,5-4-16 16,-5 4-16-16,4-4-21 0,-4 4-22 0,0 0-19 15,0 0-22-15,0 0-16 0,0 0-8 0,0 0 0 16,9 18 22-16,-9 0 5 0,-2 7-4 0,0 3 1 16,1 3-5-16,-1-1-9 0,-2 2-13 0,0-2-11 15,1 1-13-15,-2-1-12 0,3-2-6 0,-3 1-10 16,1-4-8-16,2-4-12 0,0-2-1 0,2-2-13 16,-3 1-36-16,3-2-37 0,-1-2-37 0,1-1-22 15,-3-4-31-15,2 0-38 0,0 0-41 0,1-3-37 16,0-6-21-16,-5 10-33 0,1-7-164 0,4-3-488 15,-9 2 216-15</inkml:trace>
  <inkml:trace contextRef="#ctx0" brushRef="#br0" timeOffset="86026.97">25235 6493 7 0,'7'-11'201'0,"6"-1"-14"0,-6 3-7 0,2 2-7 15,-1-1-11-15,-1 3-6 0,2-1-11 0,-5 5-2 16,4-2-12-16,0 0-4 0,-8 3-7 0,19-1-10 15,-12 2 1-15,4 3-6 0,2 1-8 0,-1 0-5 16,2 3 3-16,2-1-4 0,-5 0-3 0,1-1-3 16,-3 2-4-16,0 0-5 0,1-2-11 0,-2 1-4 15,1 0-2-15,-3 0-6 0,2 1 4 0,1-1 0 0,-1 0-3 16,4-2 0-16,-3 2-7 0,-2-2-2 0,3 0-4 16,0-2-1-16,-1 1-4 0,0-1 1 0,2-3-7 15,0 2 1-15,-2-2-1 0,-9 0 8 0,20-2-1 16,-13-2 4-16,-1 1 1 0,4 0 5 0,-6-2-1 15,3-4-7-15,-2 1 5 0,1 1-11 0,-3-3 1 16,-1 0 0-16,-2-5-6 0,2 5-5 16,-4-3-4-16,0-1-4 0,-5-1-5 0,2 5-12 0,0-3-12 15,-3 5-18-15,-2 0-16 0,-2 3-16 0,0 0-19 16,-1 2-25-16,-3 1-13 0,-4 6-33 0,1-2-36 16,0 4-38-16,-2 3-38 0,-2 4-198 0,8 0-501 15,1-2 221-15</inkml:trace>
  <inkml:trace contextRef="#ctx0" brushRef="#br0" timeOffset="86411.38">25686 6639 188 0,'9'-1'272'0,"-2"0"-6"0,4-2-12 16,0 1-8-16,-1-1-11 0,-1-1-10 0,-1 2-4 16,1-2-13-16,1-1 0 0,-2 0-14 0,1-2-18 15,-2 1-28-15,2-3-3 0,-2 1-16 0,-1-2-6 16,-2 0-16-16,2-2-11 0,0-4-9 0,-4 0-5 15,-1-2-11-15,1 0-8 0,-4 3-12 0,0-4 5 16,-1 2-6-16,-1 2-5 0,-2-1-7 0,2 5 4 16,-3 0 1-16,1-3-9 0,-3 4 7 0,2 3-15 15,0-1-3-15,-1 1-7 0,3 3 3 0,5 4-1 16,-10-6-15-16,10 6 5 0,-3-5-4 0,3 5 0 16,0 0-1-16,-5-3-7 0,5 3-1 0,0 0 5 15,0 0 4-15,0 0-3 0,33 9-6 0,-14-5 5 16,10 1 0-16,1 0 1 0,-1 1-5 0,-3-1 3 15,3 0-8-15,-13 0 8 0,0 1-4 0,-2-3-3 16,-2 3-1-16,-2 1 5 0,1 0 11 0,-4 2 15 16,-1 3-4-16,-1-2 27 0,-2 6-12 0,-1-3 4 15,-4 2-1-15,0 1-1 0,0-4-5 0,-6 3 5 16,3 1-7-16,-1-2-7 0,0-1-15 0,1-3-45 16,0 2-41-16,2-2-59 0,-3 2-62 0,4-1-71 0,0-3-65 15,-3-1-247-15,5 0-633 0,0-7 279 16</inkml:trace>
  <inkml:trace contextRef="#ctx0" brushRef="#br0" timeOffset="86584">26387 6646 20 0,'0'0'459'0,"9"-3"-30"0,-9 3-12 16,7-1 6-16,-7 1-15 0,0 0-22 0,9-3-34 15,-9 3-37-15,0 0-31 0,0 0-31 0,0 0-26 0,0 0-26 16,0 0-40-16,0 0-59 0,11 0-77 0,-11 0-86 15,0 0-87-15,0 0-83 0,0 0-66 16,0 0-69-16,4 6-195 0,-4-6-606 0,0 0 269 16</inkml:trace>
  <inkml:trace contextRef="#ctx0" brushRef="#br0" timeOffset="89296.96">27273 6410 197 0,'-6'-5'200'16,"2"-1"-15"-16,-3 3-16 0,7 3-8 0,-11-5-15 15,7 3-11-15,4 2-11 0,-12 2-11 0,12-2-12 16,-17 5-10-16,7 1-6 0,1 2-8 0,-2 3-8 15,0 3-5-15,-2 1-5 0,6-1-3 0,0 1-7 16,2-4-3-16,-1 5-7 0,5-4-1 0,1 1-6 16,0-2-2-16,1-1-4 0,3-2-2 0,-2 1 6 15,2-4-6-15,-1 2-1 0,4-4 0 0,-4 0 2 0,3 1 0 16,1-3 1-16,-7-1 5 0,14-3 11 16,-4 0-3-16,-3-2-7 0,3-2 3 0,-2-2 0 0,5-2 0 15,-3-1 0-15,1-1 0 0,-7 1 20 16,5-1 8-16,-1-2 1 0,-4 5-11 0,0 0-7 0,1 0 1 15,-3 1-6-15,2 3 0 0,-4 0-2 0,0 6-8 16,4-10-6-16,-4 10-4 0,4-5-7 0,-4 5-1 16,0 0-1-16,0 0-6 0,0 0 7 0,4 21-4 15,-4-9-3-15,-3 1 0 0,3 4 0 0,0 1 0 16,0-1-1-16,5 2 2 0,-1 0-26 0,-4 1-18 16,5-2-14-16,1-1-23 0,0-2-32 0,-1 3-30 15,2-6-33-15,-2-1-27 0,-1 0-25 0,1-1-185 16,-3-2-438-16,0-2 194 0</inkml:trace>
  <inkml:trace contextRef="#ctx0" brushRef="#br0" timeOffset="89631.1">27422 6582 67 0,'0'0'207'16,"0"0"-20"-16,2-9-22 0,-2 9-13 0,0 0-15 15,0 0-13-15,0 0-1 0,0 0-13 0,0 0-6 16,0 0-8-16,10 20 0 0,-8-10 1 0,0 2-7 15,2 0-10-15,-2-1-4 0,1 0-8 0,-1 3-4 16,0-5-10-16,0-1-3 0,-1 1-5 0,2-2-2 16,-1-3-2-16,-2-4-3 0,2 10-3 0,-2-10 2 15,2 6 4-15,-2-6 14 0,0 0 7 0,4 5 8 16,-4-5-4-16,0 0-5 0,0 0-7 0,13-13-4 16,-5 4-10-16,1-1-2 0,3-2-3 0,1-2-9 15,0 0 5-15,5 0-10 0,-7 1 1 0,7-3-1 16,-4 6-3-16,-6 3-3 0,4 0-1 0,-4 2-3 15,-3 1-7-15,2 1-2 0,-7 3-2 0,12-1 0 16,-12 1 0-16,12 4 0 0,-7-1 1 0,2 4-1 16,0 1-10-16,1 1-8 0,-3 2-11 0,-1 1-23 15,4 3-33-15,-2 1-30 0,-2-6-33 0,-1 3-34 16,7 1-28-16,-5-3-182 0,3 1-421 0,2-5 187 16</inkml:trace>
  <inkml:trace contextRef="#ctx0" brushRef="#br0" timeOffset="90034.73">28100 6613 52 0,'5'-11'221'0,"-3"-2"4"16,-1 4-3-16,-2-2 0 0,1 1-7 0,-1-1-6 15,0 4-11-15,1 7-21 0,-9-12-18 0,5 8-15 0,4 4-18 16,-12-4-10-16,1 7-12 0,0 1-11 16,0 2-8-16,-5 5 0 0,3-1-10 0,-2 2-5 15,0 2-14-15,4-6-3 0,2 5-4 0,3-2-5 16,3 1-7-16,-3 0 1 0,4-2-4 0,1 2-4 0,2-4-2 15,3 2-3-15,1-2 0 0,-1-2 1 16,0-2-4-16,3 0-2 0,-7-4 2 0,15 1-7 16,-10-2 4-16,6-3-6 0,-1-2 5 0,1-2-9 15,2-3 4-15,-3-3-2 0,-2 1 1 0,1-3 1 16,-2-1 5-16,-2-2 0 0,3-5-1 0,1-1 1 16,-4-2 5-16,0 1 5 0,-1 1-1 0,-2-4 2 0,4 0 0 15,-5-2-1-15,3 2 1 0,-4 1 1 16,0 3 9-16,2 9 25 0,0 3 16 0,-1 2-7 15,-1 0-7-15,0 1-8 0,1 5-9 0,-1 5-10 0,1-9-12 16,-1 9 4-16,0 0-2 0,0 0-25 0,0 0-3 16,2 37 9-16,-2-10 2 0,0 2-5 15,-3 4 4-15,2-2 2 0,-2 4 12 0,1 0-18 0,2-1 5 16,4 1-7-16,-4-1-28 0,5 0-36 16,5-2-34-16,-4 1-39 0,2-6-45 0,2 1-66 0,2-5-60 15,-4-6-257-15,4-2-605 0,1-2 267 0</inkml:trace>
  <inkml:trace contextRef="#ctx0" brushRef="#br0" timeOffset="90268.83">28726 6342 172 0,'1'-11'316'0,"0"1"-30"0,1 4-25 15,-2 6-34-15,1-9-25 0,-1 9-15 16,0 0-8-16,0 0 13 0,1 26-6 0,-1-7-7 0,-4 8-4 15,3 3-17-15,-1 0-6 0,-2 0-15 0,0 1-7 16,1 1-5-16,1 0-14 0,-1-2-16 0,1 0-2 16,0-1-11-16,1-3-5 0,-1 0-8 15,2-7-20-15,0 0-36 0,0 0-36 0,-2-2-40 0,1 0-43 16,0-1-47-16,-1-5-50 0,4-2-42 0,-4-2-42 16,2-7-176-16,0 0-500 0,-7 9 221 0</inkml:trace>
  <inkml:trace contextRef="#ctx0" brushRef="#br0" timeOffset="90548.9">28762 6305 97 0,'8'-16'231'0,"-3"5"-13"16,1 3-8-16,1 1-28 0,-1 1-18 0,-1 2-16 16,0 1-14-16,-5 3-13 0,13 1-6 0,-13-1-8 15,12 10-7-15,-6-1-3 0,2 3-6 0,-2 2 0 16,-1 1-7-16,-3 2-11 0,1 0-3 0,-1 1-4 15,-2-1-4-15,-3 2-2 0,-3-3-3 0,0 0 3 16,-5-2 1-16,5-2-7 0,-1-2 0 0,3-1-1 16,-1 1-4-16,0-6-2 0,4 1-3 0,-3 0-6 15,4-5-10-15,-2 10 0 0,2-10-4 0,0 0-3 16,-4 7-1-16,4-7-8 0,0 0-7 0,7 7-16 16,-7-7-7-16,15 4-24 0,-5-3-26 0,4-1-30 15,3-1-37-15,5 1-38 0,-4-3-29 0,3 1-31 16,-3 0-133-16,-1-2-397 0,-1 0 175 0</inkml:trace>
  <inkml:trace contextRef="#ctx0" brushRef="#br0" timeOffset="90806.23">29143 6389 143 0,'3'-5'277'0,"2"0"-9"0,-5 5-13 0,4-7-14 16,-4 7-20-16,5-5-23 0,-5 5-20 0,0 0-24 15,0 0-18-15,0 0-11 0,0 0-1 0,4 25-3 16,-5-8 7-16,1 8-4 0,-4 0 3 0,2 3-9 15,-2 0-1-15,-3 3-8 0,2-3-6 0,0 0-4 16,-1-5-5-16,4-1-13 0,1-4-4 0,0-1 1 16,-2 1-7-16,1 2-7 0,2-8-8 0,0-2 0 15,2-1-10-15,0 3-3 0,1-5 3 0,0 0-11 16,2 1 15-16,0-4-14 0,3 3 2 0,3-1-5 16,1-3-7-16,6-1-8 0,1-2-15 0,3 2-22 15,-1-6-32-15,1 3-35 0,0-1-47 0,5-5-56 16,0 1-47-16,-1-4-55 0,1 2-261 0,-9 0-598 15,3-1 264-15</inkml:trace>
  <inkml:trace contextRef="#ctx0" brushRef="#br0" timeOffset="90989.65">29770 6560 101 0,'4'-5'312'16,"-4"5"-12"-16,8-4-13 0,-8 4-14 0,5-5-17 15,-5 5-18-15,10-5-23 0,-5 2-28 0,-5 3-16 16,15-3-17-16,-8 0-21 0,4 2-40 0,1-1-39 16,-2 1-49-16,4 1-54 0,-1 0-67 0,5-1-58 15,-2 2-68-15,-3-1-125 0,0 0-397 0,-3 0 176 16</inkml:trace>
  <inkml:trace contextRef="#ctx0" brushRef="#br0" timeOffset="91161.43">29906 6637 115 0,'0'0'234'0,"-3"6"-8"16,3-6-5-16,0 0-8 0,0 0-17 0,-3 7-19 15,3-7-16-15,0 0-18 0,0 0-13 0,0 0-12 16,0 0-6-16,4 11-14 0,-4-11-12 0,11 2-27 16,-3-2-41-16,3 2-36 0,1 2-55 0,8-6-61 0,2-1-61 15,5 0-120-15,5-3-340 0,-1 0 150 16</inkml:trace>
  <inkml:trace contextRef="#ctx0" brushRef="#br0" timeOffset="91550.2">30676 6308 2747 0,'-1'-11'93'15,"-2"0"-64"-15,-1 1 24 0,2 3 17 0,-1-1 1 16,1 2 3-16,2 6 1 0,-3-8-10 0,3 8-12 0,0 0-6 15,0 0-7-15,0 0-5 0,16-2-6 16,-16 2-4-16,24 15 2 0,-7-5-1 0,2 8 2 16,1 0-6-16,-3 1-3 0,-2 1-4 0,-2 2-1 15,-5-5-2-15,-1 1 1 0,-3-2-22 0,-3 1 0 0,-1 0 5 16,-4 0 5-16,-3 0-1 0,-2-4 5 0,-1 1-5 16,-7 1 2-16,2-3 7 0,-2-2-1 0,0-1 1 15,-2-3 7-15,1-1-11 0,6-1 1 16,-4-1 5-16,6 0-3 0,0-1-4 0,2-1-2 15,8-1 4-15,-14 3 1 0,14-3 0 0,-10 0 1 0,3 0-1 16,7 0 0-16,0 0-5 0,0 0 10 0,-10 1-10 16,10-1 0-16,0 0 0 0,0 0 4 0,0 0-2 15,0 0-4-15,0 0 1 0,0 0 0 0,23 8-1 16,-15-6 10-16,3 3-10 0,0-1 6 16,-1 1-4-16,8 2-2 0,-5-2-8 0,3 0-27 0,0 4-26 15,4 0-41-15,-1-1-58 0,-1-2-45 0,4-2-54 16,-6 2-243-16,2 0-543 0,-5-2 241 0</inkml:trace>
  <inkml:trace contextRef="#ctx0" brushRef="#br0" timeOffset="92202.98">31058 6529 2845 0,'0'0'205'0,"0"0"-78"15,0 0-54-15,0 0-7 0,0 0 6 0,0 0 0 16,0 0 5-16,0 0 9 0,0 0 6 0,-3-14 3 0,3 14-9 16,0 0 2-16,0 0-22 0,0 0 3 0,0 0-13 15,0 0-5-15,0 0-12 0,0 0-25 16,0 0-27-16,0 0-27 0,0 0-25 0,0 0-36 15,0 0-37-15,0 0-52 0,0 0-62 0,0 0-52 0,-3 27-226 16,3-27-573-16,-4 9 253 0</inkml:trace>
  <inkml:trace contextRef="#ctx0" brushRef="#br0" timeOffset="92531.01">31220 6318 111 0,'3'-5'292'0,"-3"5"-31"0,9-7-22 0,-2 6-19 16,1-1-13-16,3 4-17 0,5-1-13 15,-4 4-13-15,1 2-12 0,-2 0-17 0,2 5-12 16,2 1-10-16,-5 0-11 0,1 3-10 0,-1 2-5 0,-5 0-5 16,0 1-5-16,-5-4-7 0,1 3-8 15,-3-3-3-15,-1 2-3 0,-2-3 1 0,-2-3-7 16,-5 3-2-16,-1-2 1 0,3-3-8 0,-2-3-1 15,2-1-1-15,-1 1-4 0,2-1 1 0,1-2-8 0,2 0 0 16,1-1-4-16,5-2-2 0,-8 4-1 0,8-4-2 16,-7 4-7-16,7-4-2 0,0 0-3 0,0 0-9 15,-3 5-3-15,3-5-2 0,0 0-7 16,0 0-12-16,28 4-15 0,-13-2-21 0,7 0-30 0,-3-1-31 16,9-1-42-16,3-1-38 0,-3 1-50 0,-8-1-188 15,-2-2-478-15,-4 2 212 0</inkml:trace>
  <inkml:trace contextRef="#ctx0" brushRef="#br0" timeOffset="92757.22">31681 6377 82 0,'2'-18'284'0,"1"5"2"0,-2 2-6 0,2 1 9 0,-3 3 3 16,0 7-14-16,2-12-16 0,-2 6-26 0,0 6-31 15,0 0-25-15,0 0-23 0,0 0-18 0,0 0-11 16,0 0-1-16,8 29 8 0,-6-11-1 0,3 10-24 15,-3-1-12-15,-1 3 0 0,2-5-1 0,-3 5-10 16,-2-5-13-16,0 1-6 0,-2-1-5 0,1-2-1 16,1-3-10-16,-1-3-28 0,2 1-39 0,0-3-51 15,-2-2-48-15,-1-3-48 0,3 2-54 0,-2-3-62 16,2-1-63-16,-3-2-182 0,2-1-566 0,2-5 250 16</inkml:trace>
  <inkml:trace contextRef="#ctx0" brushRef="#br0" timeOffset="92970.58">31962 6414 214 0,'0'-6'247'0,"0"6"-24"0,-2-11-15 16,2 11-19-16,0 0-13 0,-16 2-5 0,6 4-6 16,-6 2-6-16,4 2-7 0,-4 2-7 0,5 3-7 15,-1-5-14-15,6 1-6 0,-3 1-10 0,3 1-2 16,0 2-7-16,4-2-12 0,2-1-2 0,0 4-10 15,5-1-8-15,-1-3-21 0,4-4-25 0,3 5-33 16,0-3-44-16,5 0-52 0,0-2-60 0,2-1-49 16,3-3-210-16,-2 0-464 0,1 0 206 0</inkml:trace>
  <inkml:trace contextRef="#ctx0" brushRef="#br0" timeOffset="93305.07">32171 6664 47 0,'9'1'221'15,"-9"-1"8"-15,11-1 10 0,-11 1-2 0,14 0 0 16,-7-1-23-16,2 1-12 0,-9 0-13 0,17-3 0 16,-8-1-13-16,0 0-14 0,3-1-3 0,-3 1-14 15,2-3-3-15,0 0-4 0,-3-2-7 0,1-1-4 16,0-4 2-16,-2 0-2 0,0-1-22 0,-2-2-3 16,-2-2-2-16,2-10-18 0,0 3-2 0,-3-1-18 15,2 2 4-15,2-2-3 0,0 2-2 0,-1-1-3 16,2 7-9-16,1 3-4 0,-2 1-1 0,0 5-14 15,-1 1 3-15,2 2-8 0,1 1-1 0,-2 3-6 16,1 3-8-16,-7 0-5 0,22 8-4 0,-12 1-4 16,1 5 14-16,-2 4-13 0,-1-1 12 0,-2 10-8 0,1-1 7 15,-4 0 11-15,-1 0-3 0,0-2-6 16,-2 1 3-16,0-7-10 0,3-2 3 0,-1 1-1 16,1 1 4-16,1-3-5 0,3 0-21 0,1-2-23 15,5 0-28-15,3-1-41 0,10 2-42 0,-26-14-59 0,60 20-66 16,-24-13-48-16,0-3-251 0,-3-3-620 15,4 2 275-15</inkml:trace>
  <inkml:trace contextRef="#ctx0" brushRef="#br0" timeOffset="93408.32">33115 6521 111 0,'0'0'63'0,"0"0"-68"0,0 0-24 15,0 0-30-15,0 0 14 0</inkml:trace>
  <inkml:trace contextRef="#ctx0" brushRef="#br0" timeOffset="95782.92">9068 7664 182 0,'-5'-13'262'0,"0"4"-11"0,1 0-14 0,3 1-7 0,0 1-1 15,-3-1-11-15,4 8-11 0,-4-11-12 16,3 5-16-16,1 6-20 0,0 0-19 0,0 0-19 15,-3-6-12-15,3 6-15 0,0 0-9 0,0 0-10 16,5 24-7-16,-5-4-4 0,3 6-4 0,-5 7 5 0,4 2-17 16,-2-1-5-16,0 3-3 0,-2-6-6 0,5 5 3 15,1-2-8-15,-3-2-7 0,2 2-19 16,-1-5-11-16,1-1-23 0,-1-2-35 0,1-1-32 0,-2-7-33 16,4 0-34-16,-3-5-42 0,0 0-33 0,-1-3-184 15,-1 1-458-15,0-4 202 0</inkml:trace>
  <inkml:trace contextRef="#ctx0" brushRef="#br0" timeOffset="96498.93">8887 7784 2421 0,'9'-33'-5'0,"2"4"-3"0,6 0-4 0,3 5-2 16,5 5 16-16,4 4-4 0,3 4-5 0,2 7 5 15,5 2 1-15,-4 6 3 0,4 5 6 0,-6 2 11 16,-1 3 2-16,-3 7 5 0,0 1 0 0,-7 1-1 15,-1-1-4-15,-2 2-2 0,-7 5 1 0,-3 1 1 16,-6-1-3-16,-1 5-1 0,-5-3 0 0,-3-1-3 16,-7 0 0-16,-2 0-12 0,-7-3-8 0,-2-2-8 15,-4-2-10-15,0-3-5 0,-6-1 2 0,0-3-7 16,-3-3 0-16,2-3 3 0,1 0-2 0,3-5 8 16,4-1 7-16,7-2 1 0,2-2 9 0,4-2 3 15,3 2 5-15,0 0 3 0,11 0 5 0,-13 0 0 16,13 0-8-16,-6-4-2 0,6 4 3 0,0 0-2 15,0 0 3-15,0 0-2 0,36-5 6 0,-15 5 3 16,7-1 3-16,4-2 3 0,3 1-3 0,3 1 6 16,13-3 6-16,-12 2-5 0,11-1 5 0,-11-1-1 15,12-2-5-15,-11 0 2 0,-3 2 0 0,-1-2-1 16,0-1-2-16,-4 0-2 0,0 0-5 0,-3-1 1 0,-9 0 1 16,-1 0 0-16,-3 1 3 0,-7 0 0 0,2-2 8 15,-1-4-1-15,-2 3 8 0,-4 0-6 16,2-7 16-16,-4 2-10 0,-4-3-1 0,-3 4-4 15,1 1 6-15,-1 1 1 0,0 1 2 0,-3-1 5 0,3 6-1 16,-1-1 0-16,0 1 1 0,-1 5-14 0,7 1-3 16,-16 0-8-16,5 4 0 0,-2 6-2 15,0 4 2-15,-4 5 3 0,4-2-7 0,2 4-1 0,2-3 0 16,1 0-3-16,3 0 1 0,4-2 5 16,1 3-9-16,1-5 2 0,4 4-13 0,5-4-18 0,2 2-21 15,1-4-30-15,1-1-33 0,1-2-21 0,5-2-35 16,2-3-6-16,-3-1-17 0,3-2-2 15,0-1-3-15,6-3 5 0,-9 0 11 0,0-5 21 16,0 1 18-16,-2-2 35 0,-7 0 29 0,4-3 29 0,-2-3 32 16,-2-2 4-16,-4-1 13 0,1-9 18 0,-1 1 16 15,1-2 14-15,-2-5 19 0,1 1 7 0,-2-1 12 16,-2 0 15-16,1-1 16 0,1 2-10 0,-3 3 16 16,2 2 9-16,-1 11 10 0,2 3-5 0,-3 2-1 15,0 7-14-15,1-4-14 0,-2 8-18 0,0-9-13 16,0 9-8-16,0 0-5 0,0 0-8 0,6 27-5 15,-3-2 16-15,-3 2-17 0,-1 7 0 0,-1-1-5 16,-3 13-4-16,4-11 6 0,-2-1-14 0,1 0-1 16,-3 0-15-16,2-2-33 0,1 0-35 0,0-2-42 15,-2-3-49-15,1 0-70 0,-1-8-40 0,-4 5-225 16,1-8-513-16,-1 3 228 0</inkml:trace>
  <inkml:trace contextRef="#ctx0" brushRef="#br0" timeOffset="96649.42">9803 7913 15 0,'8'-1'131'0,"2"0"-41"16,2 3-44-16,3 4-45 0,0 6-49 0,2 2-51 15,-4 2 24-15</inkml:trace>
  <inkml:trace contextRef="#ctx0" brushRef="#br0" timeOffset="97160.9">10066 8257 46 0,'9'-3'221'0,"4"-3"-15"0,2-1-13 0,4-3-14 16,-2 1-14-16,6-4-6 0,-5 0-6 0,4-1-7 15,-6 0 2-15,2-3-13 0,-2 2-6 0,-2-1-5 16,0 1-6-16,-3-3-5 0,6-2-13 0,-7 5 2 0,-2-2-12 15,-3 2-9-15,0 3 2 0,-1 0 0 16,-2 3-3-16,0 2-9 0,-2 7-6 0,-3-12-3 16,-1 8-10-16,4 4-8 0,-14-3-2 0,1 6-5 0,-3 4-6 15,-1 6-4-15,-8 5 1 0,-2 2-4 0,6 3-4 16,2-3 10-16,3 2-12 0,4 0-1 0,6-6-4 16,1 1-3-16,3-2-2 0,4-4 3 0,6 4-8 15,-1-5 0-15,5 2-1 0,3-3-1 0,4-1 1 16,9-2-3-16,0-2 4 0,2-1 0 0,3-3-9 15,0 0 0-15,0-3-6 0,-1-1-1 0,1-2-3 16,-3 1-2-16,-2-2 3 0,-2 0-9 0,-6 0-3 16,-1-1 0-16,-4-2-8 0,2 0 1 0,-3-3 2 15,-2 1-8-15,-5 1-7 0,0-4 2 0,-5-1 5 16,-1 1 1-16,-3-4 2 0,-2 3 8 0,0-2-1 16,-3 3 12-16,0-3 2 0,0 4 6 0,1-2 4 15,3 4 17-15,-1 3 7 0,-1 1 4 0,2 3 3 16,1-3 2-16,2 8-2 0,-3-9-4 0,3 9-9 15,0 0 7-15,14-6-11 0,-5 5 1 0,3 3-7 16,4 2 9-16,2 3-8 0,0 0 6 0,1 4 2 16,2 4 2-16,-4-2 9 0,-2 2 2 0,-2-1-6 15,-2 1 4-15,-1 2 1 0,1-2 4 0,-3 1-4 16,0 0-1-16,-3-2 1 0,2 2-3 0,-4-5-17 16,0 2-26-16,-1-1-47 0,-2 0-42 0,-1-1-47 15,2-3-60-15,-2 3-239 0,1-3-497 0,0-8 220 16</inkml:trace>
  <inkml:trace contextRef="#ctx0" brushRef="#br0" timeOffset="97865.22">11082 8063 193 0,'0'0'256'0,"4"-6"-18"0,-4 6-23 15,0 0-11-15,0 0-8 0,0 0-3 0,0 0-2 0,0 0-4 16,-2 29-17-16,2-22-17 0,-2 3-12 0,1 1 4 15,-2-2-13-15,3 1-12 0,-1-1-11 16,0-2-7-16,1-7-9 0,0 12-9 0,0-12-7 0,-3 10-2 16,3-10-6-16,0 0 9 0,0 8 9 0,0-8 16 15,0 0 14-15,0 0-14 0,0 0-2 0,0 0-7 16,0 0-1-16,0 0-29 0,0 0-1 0,-6-22-4 16,6 22 0-16,4-19-14 0,-2 5-7 0,2-1-21 15,0-3 2-15,5 1-8 0,1-6-9 0,-1 5-8 16,4-5 9-16,3 3-22 0,-4 3 0 0,4 4-4 15,-3 2 3-15,4 1-6 0,-3 3 5 0,-1 3-1 16,2 4 0-16,-2 1 0 0,0 6-1 0,-2-1 4 16,5 2 5-16,-5 5-3 0,-1 1 2 0,-1 0 2 15,-1-1 4-15,-1 3-3 0,-2-1 5 0,-2 0 0 16,0-4 0-16,0 2 3 0,-1-2-1 0,0-1-2 16,0-5 6-16,-1 2 0 0,-1-7 3 0,1 10 1 15,-1-10 3-15,3 7-2 0,-3-7 7 0,0 7 2 16,0-7-1-16,0 0 5 0,0 0-3 0,0 0-3 15,0 0-4-15,0 0-3 0,0 0 8 0,0 0-9 16,0 0 1-16,11-18 14 0,-8 8-27 0,3 2 2 16,1-4-14-16,2-4-9 0,1 3 4 0,3 1-4 15,-2-2-2-15,1 1 2 0,-2 8 0 0,-4-2 3 16,3 3-1-16,1 0 0 0,-4 2 3 0,-6 2-1 16,14 2 1-16,-4 5 8 0,-2-1-5 0,-1 1 5 0,2 1 2 15,0 1 0-15,-1 1 2 0,1-2 4 16,3 0 5-16,-4 1 3 0,6 1 3 0,-2-2 0 15,-1-3 0-15,7 0 14 0,-5-1-9 0,6-2-1 16,0 0 2-16,-1-5-6 0,3 0 7 0,-3 1-4 0,2-6 4 16,-5 2 1-16,-1-1 0 0,-3 0-5 15,-2 0 7-15,1-3 4 0,-2-1 4 0,-2 0 3 16,1-2 5-16,-3 1-6 0,0 0 7 0,0 0-4 16,-1 1 3-16,-3 0 1 0,0 4 6 0,1 0-3 0,-1 7-3 15,0-10-6-15,0 10-6 0,0-9-14 0,0 9 2 16,0 0 5-16,0 0-1 0,0 0-3 0,0 0 3 15,-4 24-6-15,0-14 4 0,3 6 1 16,-3-4-1-16,-1 4 4 0,-1 0-7 0,1-1-45 0,1 2-37 16,1-4-47-16,2-2-67 0,-2 2-72 0,1 0-68 15,2-3-219-15,-2-1-596 0,2-9 264 16</inkml:trace>
  <inkml:trace contextRef="#ctx0" brushRef="#br0" timeOffset="98023.88">11794 7692 32 0,'0'0'54'16,"7"17"-25"-16,-1-1-23 0,0 3-27 0,-2 11-21 15,5-1 9-15</inkml:trace>
  <inkml:trace contextRef="#ctx0" brushRef="#br0" timeOffset="98412.93">11997 8122 65 0,'4'2'275'0,"-4"-2"-18"0,0 0-16 0,7 2-6 15,-7-2-16-15,0 0-24 0,0 0-2 0,7-12-16 16,-3 7-16-16,0-5-14 0,-2 4-10 0,2-5-6 16,2 2-10-16,0-3-4 0,3-2-12 0,1 0-8 0,3 0-11 15,-4 1-6-15,2 6-5 0,1-1-5 16,-2 1-8-16,2 2 0 0,-1 0-15 0,-2 5-10 15,2 0-3-15,-2 5-3 0,2 0-3 0,1 2 0 16,-4 1-5-16,6 4 2 0,-2 1-5 0,0-2 1 0,2 1-1 16,-1 1 4-16,1-3-7 0,2 1 0 0,0-3 10 15,2 0-1-15,2-1 2 0,7-2-8 16,-7-3 3-16,0-2-1 0,3-1-3 0,0-3-7 16,3-1 0-16,-5-1 2 0,5-3-6 0,-5 2 6 0,-8-2-9 15,0 0-1-15,-1-1 2 0,-5 1 3 0,1-2-8 16,-3 0 16-16,-7-1-14 0,5 0 0 0,-3 2 4 15,-1-5-3-15,-2 5 7 0,1-2-3 16,-2 4 1-16,-1-1 2 0,1 4 1 0,0-1 0 0,4 6-5 16,-12-2-7-16,12 2 6 0,-15 5-2 0,4 0 5 15,-3 8-3-15,1-1 3 0,-1 1-5 0,3 1 5 16,0 0-5-16,1 0 2 0,4 1-14 0,-1 2-35 16,5-6-37-16,2 1-47 0,0 0-54 0,2 1-68 15,5-3-66-15,1-2-200 0,0-1-558 0,3-3 248 16</inkml:trace>
  <inkml:trace contextRef="#ctx0" brushRef="#br0" timeOffset="98789.36">13023 7697 284 0,'3'-11'321'0,"1"3"-35"16,0 2-34-16,-4-1-29 0,0 7-25 0,0 0-11 15,14 13-15-15,-9 12 3 0,1 1 1 0,-2 5 2 16,-2 4-16-16,-2-2-10 0,0 16 3 0,-4-13-21 16,2 11-14-16,0-14-3 0,-3 1-20 0,3-3-9 15,0-2-13-15,-2-1 0 0,-1-1-6 0,4-8-2 16,-3 5-7-16,0-6-29 0,0-1-40 0,1-6-41 16,1 0-34-16,-2 1-49 0,1-3-40 0,-2 0-28 15,3-3-45-15,-2-2-32 0,4-4-169 0,-11 4-484 0,11-4 214 16</inkml:trace>
  <inkml:trace contextRef="#ctx0" brushRef="#br0" timeOffset="99308.9">13101 7978 114 0,'8'-8'204'0,"-2"1"-17"0,1-2-17 0,2 1-16 16,2 0-10-16,-2 1-19 0,2 1-7 15,1 0-5-15,1 0-3 0,-4-1-5 0,2 0-4 16,0 0 2-16,-1 1-5 0,-4-2 1 0,5 1-1 0,-4-1-2 15,5 0 0-15,-8 0 0 0,3 1-11 0,-1-2 1 16,-1-1-14-16,2 1-3 0,-1 0-9 0,-1 1-4 16,-3 0-3-16,2 2 4 0,-2-1-15 15,1 2 0-15,-3 5-9 0,4-6-7 0,-4 6-3 0,5-7-8 16,-5 7-5-16,0 0-2 0,0 0-2 0,5 15 3 16,-3-4-6-16,-4 6 5 0,2 2-2 0,-5 5-2 15,3 1 1-15,-5 1 1 0,2 0-1 0,-1 3-1 16,4-9-2-16,-1 4-9 0,1-6-7 0,-2-1-3 15,-1-2-5-15,3-3-2 0,2-2-2 0,-1-3 2 16,1 1 0-16,0-8 4 0,-2 10-2 0,2-10 2 16,2 8 2-16,-1-1 4 0,-1-7 0 0,7 10-6 15,-1-5 3-15,1 2 8 0,0 2 2 0,4-3 7 16,-4 1 5-16,8 3 7 0,-5-5 0 0,1 2 0 16,5 0 3-16,1-1 3 0,0-1 4 0,2-2 3 15,2-1-1-15,-1 0-2 0,0-5 0 0,2 1 0 16,-1 0-1-16,-2-4 1 0,0 1-1 0,-2-1 12 15,-1-4 0-15,-4 4-3 0,-1-1 9 0,-4-2-2 16,2 1-3-16,-5-3-2 0,0 0 1 0,-1-2 0 16,0 0 4-16,-1 3-1 0,-2-2 1 0,0 1 6 15,-2 2-6-15,-1-1 2 0,0 1 0 0,1 2-8 16,2 7-1-16,-6-7-12 0,6 7-2 0,-9-4-6 16,9 4 4-16,-14 7-4 0,7 1 3 0,1 0-8 15,1 2-8-15,1 0-28 0,2 1-20 0,4 5-30 0,-2-1-47 16,4-3-58-16,5 3-58 0,5 0-270 0,1-5-555 15,10 3 246-15</inkml:trace>
  <inkml:trace contextRef="#ctx0" brushRef="#br0" timeOffset="100146">14428 8335 183 0,'4'-19'304'0,"0"9"-31"0,3-3-27 15,2-2-12-15,2 0-23 0,6-6-20 16,-1 1 1-16,2-1-18 0,-2-1-11 0,0 0-9 0,0-3-9 16,-1 0-15-16,2-1-8 0,-4-1-8 15,-2 0-12-15,0 0-9 0,-2 0-5 0,-2 1-12 0,-2 1-7 16,-4 8 0-16,2-2-4 0,-3 4-9 0,-2 1-4 16,1 3-4-16,-1 1-4 0,-2 1-5 0,-3 4-5 15,0 1-8-15,1 2-1 0,-3 0-7 0,-5 6-8 16,1 0 7-16,-5 5-7 0,3 0 5 0,-2 3-6 15,4 1 9-15,1 2-11 0,3-2-4 0,1 2-4 16,5-4-7-16,5 6 0 0,-1-4 0 0,5-2-9 16,5 3 1-16,5-1-8 0,1-1 2 0,9-2-10 15,1 1 4-15,2-4 0 0,-4 1-8 0,-2-4 5 16,-4 1-4-16,0-2 10 0,-7 1-5 0,2 2-1 16,-4-2 0-16,1 3 7 0,-4-1 0 0,1 3 1 15,-3-1 4-15,-1 2 0 0,-2 2 4 0,1-1 1 16,-3 4 1-16,1-2 3 0,0-2 1 0,1 2 0 15,0-2 3-15,3-2-2 0,-2 1 4 0,3-2 1 16,1 0 4-16,-1-1-3 0,4-1 3 0,2 0-4 16,-1-5 5-16,6-1-1 0,-2 0 2 0,-1-1 0 15,3-2-1-15,0-2-3 0,-4 1 0 0,3-3 5 16,-6 2-2-16,3-2-2 0,-3-2 2 0,-1-1 1 16,3-4 4-16,-6 5-10 0,2-7 2 0,-1 0 2 15,0-1-1-15,-2 2-1 0,0 0 5 0,-5 3 5 16,2 2 8-16,0 0 0 0,-2 3 6 0,0 7 4 15,-2-12-8-15,2 12-1 0,0-9-6 0,0 9-4 0,0 0-2 16,0 0-2-16,0 0 1 0,0 0 11 16,-10 29-13-16,8-19 3 0,-1 4-4 0,3 1 0 15,0-1-1-15,3 1 2 0,0 0 2 0,0-2-7 16,6 1-20-16,-1 0-38 0,2-1-51 0,0-3-63 0,4-3-69 16,-1 0-230-16,1-2-511 0,2-3 227 0</inkml:trace>
  <inkml:trace contextRef="#ctx0" brushRef="#br0" timeOffset="100319.79">15073 7781 49 0,'-6'-7'236'0,"2"2"-25"0,-1 1-39 0,5 4-44 0,0 0-22 16,0 0-31-16,0 0-46 0,0 0-30 0,0 0-48 15,0 0-45-15,9 25-50 0,2-16-156 0,1-5 69 16</inkml:trace>
  <inkml:trace contextRef="#ctx0" brushRef="#br0" timeOffset="100524.45">15368 7768 252 0,'0'0'270'15,"0"-9"-16"-15,0 9-20 0,0 0-29 0,0 0-24 16,4-8-18-16,-4 8-22 0,0 0-4 0,0 0 2 15,0 39-2-15,-1-11 2 0,-2 4-1 0,-2 13-4 16,3 3-7-16,-4-2-11 0,0-12-11 0,3 11-7 16,-2-8-8-16,1-3-10 0,0 1-8 0,-1-2-4 15,2-4-8-15,-1 5-4 0,2-4-14 0,-1 3-16 16,1-5-30-16,0-1-38 0,-3-1-40 0,-1 1-51 16,3-8-56-16,-1-2-51 0,-3-1-223 0,4-5-501 15,-1-1 222-15</inkml:trace>
  <inkml:trace contextRef="#ctx0" brushRef="#br0" timeOffset="100746.97">15353 8004 98 0,'15'-12'213'0,"2"1"-13"0,-2 4-13 0,-2 6-8 15,3-1-10-15,-4 4 3 0,5 4-4 0,-4 1-12 0,1 0-15 16,0 6-13-16,0 0-3 0,-4 1-11 15,-1 1-1-15,-1 2-3 0,-5-1-9 0,0-1-6 16,-3 3-13-16,-4-1-9 0,-2-2-8 0,0 0-18 0,-5 0-24 16,2-1-34-16,-3-3-33 0,-1 1-39 15,5-3-32-15,-1-3-32 0,2-3-54 0,-1 1-159 16,-1-1-390-16,9-3 173 0</inkml:trace>
  <inkml:trace contextRef="#ctx0" brushRef="#br0" timeOffset="100974.89">15707 7860 2692 0,'12'-28'10'0,"-3"2"62"0,-3 10 17 0,-2 0 10 16,0 5-12-16,0 1-8 0,-2 6-19 0,-1-1-10 15,-1 5-16-15,3-7-6 0,-3 7-2 0,0 0 10 16,0 0 28-16,5 27-2 0,-6-3 17 0,1 6 24 16,-4-1-10-16,0 4 0 0,2 1 4 0,-4 1-15 15,4 0-7-15,-2 0-10 0,0-3 0 0,0 2-5 16,2-4-10-16,-2-2-8 0,1 3 6 0,2-5-14 15,2-1-31-15,1-6-46 0,-1 0-18 0,-2 0-33 16,2-2-40-16,-1-5-49 0,0 2-48 0,1-4-43 16,2 0-43-16,-6-4-207 0,3-6-566 0,0 0 250 15</inkml:trace>
  <inkml:trace contextRef="#ctx0" brushRef="#br0" timeOffset="101168.87">15802 7996 36 0,'15'-14'223'0,"0"3"-11"16,3 0-11-16,-4 3-9 0,4 4-12 0,-1 1-8 16,-2 3-12-16,-2 1-10 0,1 2-6 0,-2 2-2 15,-3 2-12-15,1 0-3 0,-4 3-18 0,0 1-4 16,0 4-12-16,-4 1 1 0,0-4-15 0,-5 4-5 16,-1-3-27-16,-2 0-21 0,-1 2-42 0,-4-1-32 0,2-4-45 15,1-3-52-15,-2 2-57 0,0 0-164 16,1-6-396-16,-3 2 176 0</inkml:trace>
  <inkml:trace contextRef="#ctx0" brushRef="#br0" timeOffset="101370.79">16089 7861 2695 0,'12'-25'20'0,"-5"1"52"16,0 8-6-16,-3 3 5 0,-2 4-2 0,2-1-13 15,-3 3-18-15,-1 7-10 0,5-6-4 0,-5 6-1 16,0 0 10-16,8 14 29 0,-5-1 13 15,-1 6-4-15,-2 7 9 0,0 1-2 0,-1 2-4 16,0 3-13-16,-1-2 2 0,-3 0-7 0,1 1-6 0,2-2-27 16,-6-2-50-16,2 1-38 0,-3-3-55 0,0-1-63 15,-1-1-44-15,3-7-45 0,0 1-227 0,3-5-542 16,0-1 240-16</inkml:trace>
  <inkml:trace contextRef="#ctx0" brushRef="#br0" timeOffset="101602.02">16232 8195 9 0,'17'-12'267'0,"0"2"-11"0,4-5-5 0,1-4-15 16,1 3-17-16,1-2-17 0,2 0-14 0,-3 2-10 16,1-1-13-16,-1 4 1 0,-2-4-6 0,-5 6 2 15,-2-3 0-15,-1 1-9 0,-1 0 1 0,-2 0-10 16,-4 2-4-16,-2 0-5 0,0 2-2 0,-2-1-11 16,-2 4-5-16,0 6-17 0,-7-10-10 0,7 10-17 15,-17-3-7-15,1 9-7 0,-10 3 1 0,-2 4-12 16,2 4 2-16,1-1-5 0,1 1-3 0,3 1-17 15,8-3-17-15,3-1-23 0,1 0-28 0,4 1-31 16,5-2-29-16,3-1-30 0,4 2-47 0,5-2-54 16,4-4-54-16,10 3-265 0,6-2-599 0,4-4 266 15</inkml:trace>
  <inkml:trace contextRef="#ctx0" brushRef="#br0" timeOffset="101855.6">17177 7700 98 0,'-3'-27'331'16,"1"1"-4"-16,0 10-11 0,-1 3-8 0,0 5-19 0,3 1-38 15,0 7-15-15,0-12-34 0,0 12-20 0,0 0-18 16,0 0-1-16,0 0 4 0,-4 34 0 16,2-4-9-16,-1 2-6 0,1 3 2 0,-2 1-7 15,0 12-12-15,0-3-8 0,0-10-9 0,1-2-11 0,-1 4 0 16,-3-2-19-16,5-1-12 0,-2 2-2 0,0-6-9 15,0 1-5-15,-2-2-23 0,2-1-35 16,0-4-43-16,3-3-38 0,-3-3-41 0,0-1-38 16,-1-1-53-16,0-4-61 0,1 0-56 0,-1-4-273 0,-1 0-649 15,-2-1 288-15</inkml:trace>
  <inkml:trace contextRef="#ctx0" brushRef="#br0" timeOffset="102292.88">16980 8003 273 0,'10'-10'261'0,"3"3"-29"16,2-5-21-16,11 5-21 0,3-2-20 0,2 2-18 15,1 2-19-15,4-2-4 0,-3 4-16 0,0-1-13 16,0 0-8-16,1 0-11 0,-4-1-8 0,-3 1-8 16,-6 1-6-16,-2 0-7 0,-1 0-2 0,-6 0-5 15,-1 0-1-15,-1 0-3 0,-4 1-6 0,1 0 0 16,-7 2 1-16,7-7-9 0,-4 3-1 0,-3 4 5 15,0 0-4-15,0 0-4 0,0 0-3 0,0 0 0 16,0 0 7-16,-27 8 3 0,14 4 5 0,-1 1 3 16,0 4-2-16,3-1 0 0,0 1 2 0,0 0-1 15,3 0-1-15,2-1 0 0,2 1-3 0,0-2-3 16,3-1-3-16,1-1-4 0,1-2 1 0,4-1-4 16,2 0 1-16,-1-4-5 0,3 1-4 0,1-3-4 15,1 0-4-15,-1-2-2 0,2-2 3 0,0-2-3 16,2 0-1-16,-2-2-2 0,-1-1 0 0,-2-1 2 15,1-2 0-15,-2 0 2 0,0 0 1 0,2-3 3 16,-4 2-4-16,3-5-2 0,-4 5-2 0,-1-1-1 16,-1 3 4-16,-1 2 3 0,-2 5 1 0,4-11 0 15,-3 5-6-15,-1 6-4 0,5-4 0 0,-5 4-1 0,0 0 4 16,0 0-3-16,0 0 3 0,8 15-8 16,-7-6-28-16,2 1-27 0,-2-1-40 0,3 3-39 15,0 1-50-15,0-1-35 0,1-2-33 0,-1 0-140 0,3-2-432 16,3 1 192-16</inkml:trace>
  <inkml:trace contextRef="#ctx0" brushRef="#br0" timeOffset="102515.24">17924 8006 129 0,'-6'-15'231'0,"-2"2"-9"0,-3-1-8 0,3 4-3 0,1 1-7 15,-4 2 0-15,1 2-6 0,1 1-10 0,-2 3-10 16,-1 2-3-16,3 5-5 0,-3 0-5 0,0 5-11 15,3 4-4-15,-2 0-4 0,2 3-11 0,0-3-16 16,1 3-9-16,4 0-11 0,2-2-7 0,3 3-8 16,2-4-2-16,3 2-14 0,-1-4-12 0,6 3-28 15,5-4-30-15,0-1-41 0,10 1-44 0,-1-4-51 16,4-1-57-16,-1-1-55 0,-3-6-59 0,-6 0-156 16,3-2-504-16,-5-2 223 0</inkml:trace>
  <inkml:trace contextRef="#ctx0" brushRef="#br0" timeOffset="102722.02">18220 7816 220 0,'5'-17'275'0,"-1"-3"-3"15,1 1-7-15,-3 9-8 0,1-2 0 0,-2 6-35 16,-1 6-15-16,3-8-27 0,-3 8-21 0,0 0-15 16,0 0-7-16,0 0 9 0,-3 26 19 0,-3-1 0 15,-1 3-10-15,1 4-19 0,-2 2-4 0,2-3-14 16,0 4-19-16,-3-3-4 0,1 1-2 0,3 0-13 15,-2-2-2-15,2-2-36 0,1-2-42 0,1-1-40 16,0-9-41-16,-2 1-40 0,4-2-56 0,-2 0-51 16,3-7-46-16,-2 1-256 0,-1 0-574 0,-1-4 254 15</inkml:trace>
  <inkml:trace contextRef="#ctx0" brushRef="#br0" timeOffset="103056.98">18192 7971 74 0,'10'-4'181'0,"-1"4"-9"16,3 3 0-16,0 0 6 0,-2 4-8 15,0 3-9-15,-2 0-7 0,1 5 0 0,0 1-5 0,-3-2-13 16,-2 2-1-16,1-1 7 0,-1-4-16 0,0 2-8 16,2 0 8-16,1-4-8 0,-3 4-5 0,3-5-2 15,0 1-5-15,3-2 1 0,-1 1-9 0,1-4 1 16,0 1 10-16,-2-3-12 0,0-1-2 0,1-1-8 15,-9 0-4-15,19-2 6 0,-11-1 0 0,2-1-10 16,-1-3 1-16,-3 1 1 0,1-3-11 0,0-1-9 16,-1 0-3-16,-2-1-6 0,0-1-12 0,-3-4 4 15,2 1-3-15,-2-2 1 0,1 2-21 0,-4-3-21 16,1 3-6-16,0-1-11 0,-3 4-19 0,1 2-14 16,-1 0-16-16,2 4-32 0,-6 0-29 0,2 4-29 15,6 2-27-15,-21 5-13 0,2 3-7 0,0 3-28 16,-3 7-7-16,-1 1-13 0,2 2-176 0,5 1-462 15,1-2 204-15</inkml:trace>
  <inkml:trace contextRef="#ctx0" brushRef="#br0" timeOffset="103363.13">18304 8182 87 0,'13'8'121'0,"-2"-3"6"0,7-1 8 15,-1 0 0-15,-4-2 20 0,1-2 2 0,3-2 6 16,0 2-2-16,2-2 3 0,-2-2-7 0,2-1 1 16,-2 1 19-16,1-3-18 0,-4 3-10 0,-3 0 8 15,1-5-2-15,3 2-6 0,-5-1-12 0,-1-2 1 16,0 3-1-16,-2-5-18 0,-2 2 2 0,0-5-5 15,0 3-15-15,-1-3 1 0,-3-2-24 0,-2 1 20 16,-1 1-25-16,0 3-1 0,-1-5-12 0,1 6-1 16,1 2-8-16,-2 2-1 0,2-1-2 0,1 8-7 15,-3-10-12-15,3 10-2 0,0 0-7 0,1-11 1 16,-1 11-7-16,0 0-3 0,0 0-1 0,0 0-3 16,0 0 3-16,23 16-9 0,-15-6 2 0,0 0 6 15,4 1-7-15,0 0 10 0,1 4-7 0,-3-1 3 16,0-1-4-16,0 0-5 0,-2-3 4 0,-3 0 5 0,2 2-7 15,-3-2 5-15,-1 1 0 0,1-1-5 16,-3-1 3-16,2 3-14 0,-1-5-18 0,-2 1-37 16,2-1-45-16,-2-7-50 0,-2 13-58 0,4-7-53 15,-2-6-55-15,0 0-224 0,2 9-597 0,-2-9 264 0</inkml:trace>
  <inkml:trace contextRef="#ctx0" brushRef="#br0" timeOffset="103531.99">19132 8074 58 0,'12'-4'451'0,"-6"1"-34"0,0 0-18 16,0 0-1-16,-6 3-4 0,10-4-26 0,-10 4-32 16,6-3-31-16,-6 3-32 0,0 0-26 15,7-2-25-15,-7 2-26 0,0 0-18 0,0 0-21 0,0 0-20 16,0 0-48-16,0 0-62 0,9-1-67 0,-9 1-60 16,0 0-60-16,0 0-75 0,0 0-82 0,0 0-317 15,-12 19-686-15,2-16 304 0</inkml:trace>
  <inkml:trace contextRef="#ctx0" brushRef="#br0" timeOffset="104165.58">12621 9582 185 0,'-6'-17'329'0,"1"2"-21"0,4 4-24 15,-1-1-27-15,2 5-26 0,2 0-25 16,-2 7-25-16,4-10-19 0,0 6-19 0,-4 4-14 0,17 2-13 15,-3 5-24-15,1 3-6 0,10 8-8 0,0 1 6 16,-2 3-16-16,-1 1-6 0,1 3-4 0,-3-1-5 16,-2 1-9-16,4 0 10 0,-4-1-14 0,-2-3-5 15,-3 1-1-15,1 1-3 0,-6-7-6 0,2-3 1 16,-3 2-3-16,-1-5 5 0,-1-2-11 0,-3-2 2 16,2-1-2-16,-2-2 0 0,-2-4 8 0,6 7 1 15,-6-7 16-15,4 6 9 0,-4-6-1 0,0 0 2 16,0 0-9-16,0 0 9 0,5-16-13 0,-1 5-6 15,2-6-1-15,3-10-2 0,7-2-5 0,3-3-1 16,7-10 1-16,-1 0-2 0,0 1-4 0,1 1 0 16,-7 11-1-16,0 2-2 0,0 1-7 0,-6 4-2 15,-1 7 9-15,-3 2-13 0,-3 3 2 0,1 3-8 16,-3 1-18-16,3 1-39 0,-7 5-24 0,7-1-13 16,-7 1-18-16,0 0-36 0,8 20-15 0,-8-2-33 0,-4 7-35 15,-2 2-45-15,-8 3-188 0,1 2-505 16,-6-1 224-16</inkml:trace>
  <inkml:trace contextRef="#ctx0" brushRef="#br0" timeOffset="104367.34">12994 9882 10 0,'0'0'296'0,"0"0"-36"16,-4 4-27-16,4-4-24 0,0 0-22 0,0 0-22 15,-2 11-8-15,4 1 12 0,-2 0 6 0,0 7-2 0,0 9-10 16,-2-2-9-16,1 0-4 0,-6 2-16 0,1 1-13 15,-1-2-14-15,5 0-6 0,-5-2-10 16,3-1-10-16,-2-5 7 0,2 1-39 0,2-3-20 0,-2 1-37 16,4 0-37-16,-3-5-45 0,6-2-59 0,-3 0-59 15,4-4-66-15,-2 1-148 0,6-4-456 0,-2-3 202 16</inkml:trace>
  <inkml:trace contextRef="#ctx0" brushRef="#br0" timeOffset="104519.33">13593 9937 2657 0,'21'-16'23'0,"-5"2"-2"16,-3 4-24-16,-4 3 3 0,0-1-1 0,-2 4 0 15,2-1-1-15,2 0-4 0,-2 2-18 0,2 1-22 16,0 0-29-16,1 2-33 0,-1 0-30 0,-3 6-45 16,0-4-170-16,-4 0-381 0,1 4 168 0</inkml:trace>
  <inkml:trace contextRef="#ctx0" brushRef="#br0" timeOffset="104640.1">13719 10029 72 0,'-4'6'254'0,"4"-6"-22"0,0 0-22 0,0 0-15 15,0 0-13-15,0 0-22 0,12 6-17 0,0-6-28 16,7 2-31-16,2 0-53 0,11-4-53 0,5 0-53 16,1 2-189-16,13-5-285 0,0-2 126 0</inkml:trace>
  <inkml:trace contextRef="#ctx0" brushRef="#br0" timeOffset="104992.49">16721 9103 277 0,'3'-19'397'0,"1"4"-32"15,-1 5-40-15,-1 1-45 0,1 4-28 0,-3 5-28 16,0 0-30-16,0 0-14 0,4 22-16 0,-11 1-9 16,0 10 11-16,-7 11 1 0,-5 4-13 15,1 0-7-15,-3 0-11 0,-1 1-5 0,2 0-16 0,2-3-2 16,3 0-13-16,7-12-28 0,-1 0-6 0,4 1-6 15,4-3-5-15,-1 3-6 0,6-5 0 0,1 0-10 16,2-3-41-16,2 0-41 0,1-3-45 0,-1 2-41 16,-3-10-49-16,1 2-45 0,0-2-49 0,-2-4-56 15,-2-2-201-15,-2 1-571 0,-1-3 253 16</inkml:trace>
  <inkml:trace contextRef="#ctx0" brushRef="#br0" timeOffset="105212.4">16025 9827 2497 0,'-55'-5'19'16,"2"-3"31"-16,18 4 13 0,1 2-23 0,12 2-2 16,2 0-11-16,7 0-9 0,6 0 3 0,7 0 3 15,0 0 12-15,34 9 9 0,19-6-3 0,49-4 5 16,20-1 1-16,21-6 0 0,12 0 4 0,13-2 6 16,1-2 6-16,4 2 0 0,2 2 5 0,-10 2-4 0,-6-3-9 15,-9 2-13-15,-10-3 14 0,-11 4-7 16,-10 1-6-16,-14 0-6 0,-14 2-10 0,-32 2-24 15,-3 2-23-15,-6-4-40 0,-17 5-54 0,-5-1-51 0,-10-1-55 16,-5 0-46-16,-6 3-221 0,-5-1-527 0,-2-2 233 16</inkml:trace>
  <inkml:trace contextRef="#ctx0" brushRef="#br0" timeOffset="105896.87">16041 10578 173 0,'5'-3'247'16,"-5"3"-16"-16,0 0-16 0,8-3-17 0,-8 3-15 15,0 0-9-15,0 0-11 0,0 0-10 0,0 0-1 16,0 0-17-16,-36 3 0 0,19-1-5 0,-2 6-4 15,-3-5-7-15,-8 0-6 0,-2 3-7 0,-6 4-11 16,1-4-8-16,-16 3-6 0,-1-2-4 0,0 3-3 16,1 0-6-16,-1-1-13 0,2-3-3 0,0 2-4 15,3-1 1-15,10-2-11 0,2-2 3 0,-1 4-6 16,1-7-2-16,6 5-3 0,11-3 0 0,3 1 0 16,4-3 2-16,4 0-1 0,2 3 3 0,7-3-6 0,-12 1 2 15,12-1-5-15,0 0-1 0,-8-7-2 16,8 7-9-16,12-12 5 0,3 2-4 0,10-7-2 15,4 1-4-15,5-4 7 0,11-2-8 0,-1-1-14 16,-10 7 0-16,14-8-1 0,-14 7-1 0,2 2 2 16,-3-2 6-16,-1 0 3 0,1 0-7 0,-2-1 1 0,-5-1-1 15,-1 2 0-15,-1-1 0 0,-4 1 1 16,-4 3 10-16,-3 1-8 0,1-3 2 0,-2 4-1 16,-2-2-1-16,-3 5 5 0,0 0-4 0,-2 1 3 0,-1 2 6 15,0 0 1-15,-2 2-2 0,-2 4-3 0,8-7 0 16,-8 7-9-16,0 0 0 0,0 0 3 15,6 13 8-15,-5 4 12 0,-2 11 15 0,-1 4 17 16,-2 4 9-16,-4 12 7 0,-2 0 1 0,0 0 4 0,0-4-10 16,-1 1-8-16,1 1-1 0,5-10-4 0,0 0-2 15,-2 9-4-15,5-11-9 0,1-4-56 0,2 1-38 16,-2 0-41-16,-1-1-58 0,1 0-60 0,-3-3-62 16,4 0-72-16,-1-1-222 0,-2-7-623 0,-3-2 276 15</inkml:trace>
  <inkml:trace contextRef="#ctx0" brushRef="#br0" timeOffset="108301.27">16253 10020 184 0,'0'0'268'0,"0"0"-29"0,0 0-24 16,0 0-19-16,0 0-16 0,0 0-9 0,0 0-7 16,0 0 0-16,33 4-8 0,-15-5-4 0,4 1-11 0,8-3-14 15,4 5-11-15,1-2-13 0,4 1-5 16,-2-1-13-16,0-1-11 0,-1 2-10 0,-2 2-24 16,-2-3-27-16,-2 0-23 0,-9 0-20 0,-2 2-25 15,-1-1-28-15,-4-1-26 0,-2 0-26 0,-1 0-39 16,-2 0-26-16,-2 2-159 0,-7-2-390 0,0 0 173 0</inkml:trace>
  <inkml:trace contextRef="#ctx0" brushRef="#br0" timeOffset="108654.02">16460 10029 148 0,'-5'3'190'0,"0"4"12"0,1 0 9 0,-3 8-7 16,4 5-5-16,-4-1-17 0,2 9-13 0,1 3-6 15,-2 4 0-15,-1 10-12 0,1-10-10 0,-4 10-11 16,1 0-12-16,0-13-9 0,-2 2-11 0,0-2-8 16,2 0-13-16,-2-4-2 0,3 0-10 0,3-1-5 15,-1 0-7-15,-2-5-4 0,4 2-5 0,2-9-2 16,-2 2-7-16,1-7 0 0,1 2-5 0,-1-1-2 16,2-4-4-16,-1-1-4 0,2-6 3 0,-3 11-4 15,3-11-1-15,-2 7 1 0,2-7-2 0,0 0 16 16,-3 10-20-16,3-10-1 0,0 0-5 0,0 0 1 15,0 0 1-15,-18-14-1 0,11 11-3 0,-2-4 5 16,0 1-5-16,0-1 0 0,-6-5-2 0,1 4-2 16,-1-1 1-16,-1 2 1 0,-3 2-1 0,1-1 0 15,-3 2-2-15,-6-2 8 0,6 4-5 0,1 1 4 0,-1 0-29 16,2-1-28-16,5 4-35 0,1-2-47 16,1 0-43-16,4 0-50 0,8 0-37 0,-15 0-171 0,15 0-469 15,-7-2 208-15</inkml:trace>
  <inkml:trace contextRef="#ctx0" brushRef="#br0" timeOffset="108997.04">16506 10404 201 0,'22'-8'275'16,"-4"3"-6"-16,1-2-16 0,-3 2-15 0,1 4-7 16,-4 0-18-16,1 1-12 0,0 2-1 0,-1 1-26 15,-3 0 3-15,0 2-29 0,1 2-16 0,-3 0-13 16,0 0-7-16,-2 3-10 0,1 1-11 0,-2-3-5 15,-4 3-13-15,0-1-7 0,-2 1-4 0,-2-2-1 16,0 2-10-16,-4-3-6 0,4 3-5 0,-4-3-3 16,1-1-6-16,0 0-20 0,3-1-14 0,-2 1-18 15,3-1-11-15,2-6-12 0,-2 10 0 0,2-10-7 16,0 10 4-16,4-4 0 0,1-1 6 0,-2 2 3 16,3-3 5-16,0-1 0 0,-6-3 6 0,9 7-3 15,-5-3 4-15,0 1 2 0,-1-1 3 0,-3-4 1 16,4 7 16-16,-4-7 6 0,0 9 5 0,0-9 5 15,-4 13 10-15,-1-6 10 0,-1-2-8 0,-2 2-1 16,-1 3 6-16,-2-2 1 0,2-1-2 0,-3 0-5 0,2-1-3 16,0 0 0-16,0 2-28 0,-3-3-38 15,3 0-45-15,-1 1-59 0,3-2-74 0,-3 1-254 0,1-1-517 16,0 0 228-16</inkml:trace>
  <inkml:trace contextRef="#ctx0" brushRef="#br0" timeOffset="109409.11">17677 10055 84 0,'-9'-13'293'0,"-2"3"-18"0,1 4-23 0,1-1-17 15,-2 1-22-15,2 3-17 0,1 3-13 0,-3 5-10 16,-2 6 13-16,-6 9-15 0,2 5 16 0,1 4-15 0,-1 15-8 15,2-1-15-15,3 3-13 0,7 2 0 16,-2-12-13-16,0 11-19 0,2-11 1 0,1 0-9 16,0-3-13-16,1 1-5 0,0-1-7 0,1 2-4 0,0-5-10 15,-4-2-3-15,4 2-7 0,1-4-1 0,0-7-15 16,-1-1-23-16,1-1-27 0,-2-5-39 0,2-1-39 16,-1-1-47-16,-1-1-53 0,2-2-57 15,-2-1-59-15,3-6-203 0,-10 6-558 0,4-6 246 0</inkml:trace>
  <inkml:trace contextRef="#ctx0" brushRef="#br0" timeOffset="109568.25">17318 10503 123 0,'8'-6'243'0,"3"1"-28"0,0 0-19 0,8 0-17 0,9 1-19 15,-1 1-18-15,6 0-11 0,1 2-22 0,1-1-32 16,5 0-33-16,0 3-48 0,11-2-46 0,1-2-40 15,-15 2-47-15,0 0-86 0,-1 0-243 0,0-1 108 16</inkml:trace>
  <inkml:trace contextRef="#ctx0" brushRef="#br0" timeOffset="109772.74">18280 10246 174 0,'-7'-10'237'0,"0"2"-12"0,-1-1-11 16,-2 5-5-16,-4 0-10 0,-5 3-10 15,1 5-2-15,-3 3-3 0,-7 7-3 0,0 5-8 0,2 2-11 16,1 3-2-16,-1 0-13 0,2 2-12 0,2-2 1 16,4 0-21-16,4 1-13 0,4 0-11 0,5-5-10 15,4 0-5-15,3 0-5 0,3-1-22 16,4-3-27-16,5-1-35 0,3 4-41 0,6-5-51 0,4-3-66 16,5-2-60-16,1 0-261 0,2-2-531 0,-1-4 236 15</inkml:trace>
  <inkml:trace contextRef="#ctx0" brushRef="#br0" timeOffset="110029.79">18755 10191 89 0,'1'-11'355'0,"-1"-1"3"0,2 2-31 15,-1 4-23-15,-1 6-28 0,1-10-29 0,-1 10-31 16,0 0-20-16,0 0-5 0,0 0-8 0,0 0 1 15,2 35-7-15,-5-9-3 0,0 3-16 0,0-1-9 16,0 3-9-16,-1 1-4 0,2 1-8 0,-3-2-14 16,1 1-13-16,-1-2-6 0,1-1-12 0,0 0-4 15,1-3-3-15,1 1-14 0,0-9-18 0,1 8-49 0,0-6-29 16,0-1-40-16,-1 0-46 0,-3-6-43 16,3 3-55-16,-1-6-44 0,1-1-45 0,-3 1-270 15,-1-3-625-15,1-4 278 0</inkml:trace>
  <inkml:trace contextRef="#ctx0" brushRef="#br0" timeOffset="110322.92">18677 10310 1859 0,'22'-41'7'0,"-6"11"31"16,6 1 27-16,-1 5-4 0,0 2-5 0,-1 7 4 16,-4 5-2-16,0-1-7 0,1 5-1 0,-4 6 0 15,0-2 0-15,0 4 6 0,2 5 5 0,-1 6 6 16,0-3-1-16,-2 6-1 0,-1 7-1 0,-2 0 1 15,-2 0 0-15,-7 1-8 0,-3 2 3 0,-2-6 2 16,-6 2 5-16,0-3-2 0,-5 1 2 0,0-1 1 16,2-5 4-16,0-4-2 0,1 1 1 0,1-4 11 15,1 1-18-15,4-3-7 0,-1 2-4 0,3-2 12 16,-1 2-23-16,2-3 3 0,4-4-2 0,-3 10-7 16,3-10-1-16,3 10 8 0,4-4-18 0,4 0 8 15,5-2 0-15,12 2-11 0,0-2-26 0,7-2-40 16,2-2-37-16,3 0-43 0,11-4-40 0,-15 2-45 15,2-4-38-15,0 2-34 0,-5-2-236 0,1 0-558 16,-4-1 247-16</inkml:trace>
  <inkml:trace contextRef="#ctx0" brushRef="#br0" timeOffset="110542.98">19481 10329 61 0,'9'-15'234'0,"-3"6"12"0,0-1 7 16,-3 2-1-16,1 0-9 0,0 4-15 0,-4 4-24 0,6-7-21 15,-6 7-19-15,0 0 0 0,0 0 18 16,0 0 15-16,-1 32 4 0,-9-9-1 0,2 2 6 15,-1 0-4-15,-5 1-12 0,3 0-11 0,-1 1-8 16,0-1-12-16,3-3-18 0,0 2-11 0,5-6-13 0,-1-2-11 16,3-1-9-16,4 0-9 0,0 0-3 0,3-3-11 15,3-4-7-15,5 2 1 0,2-3-6 0,2 1-9 16,2-4-10-16,3 1-22 0,7-2-27 0,2-4-41 16,-2 0-46-16,2-2-56 0,-11-2-35 0,8-1-60 15,-1-1-57-15,-1-3-50 0,-11 1-299 0,-1-1-703 16,-5 1 311-16</inkml:trace>
  <inkml:trace contextRef="#ctx0" brushRef="#br0" timeOffset="111053.67">18212 9684 50 0,'-10'0'248'0,"5"-2"-14"0,5 2-11 16,0 0-13-16,26-5-14 0,26 4-9 0,12-3-20 16,43-1-12-16,8-3-15 0,5 6-10 0,12-4-15 15,-2 0-10-15,2 1-4 0,-2 0-9 0,-6 1-8 16,-1-1-6-16,-7 2 0 0,-9-3-7 0,-8 5-10 15,-10 1-1-15,-31-2-7 0,-3-1-3 0,-17 2 1 16,-1-2-4-16,-2 3 0 0,-5-2 2 0,-9 1 4 16,-3 0 4-16,-4 1 5 0,-4-2-1 0,-4 2 0 15,-6 0 4-15,14-2-4 0,-14 2-10 0,9-2 0 16,-9 2-6-16,7 0-7 0,-7 0 0 0,0 0-10 16,0 0-16-16,0 0-28 0,0 0-21 0,0 0-43 15,0 0-37-15,0 0-37 0,-33 7-42 0,16-2-43 16,-2 1-47-16,-8 1-154 0,-1 0-477 0,-2-1 210 15</inkml:trace>
  <inkml:trace contextRef="#ctx0" brushRef="#br0" timeOffset="112255.01">11314 9122 25 0,'5'-4'180'0,"-1"1"-22"16,-4 3-16-16,0 0-14 0,11 14-6 0,-7 5 4 15,1 8 5-15,2 20 11 0,-5 4-5 0,-1 30 4 16,-1 4-2-16,-6 4-7 0,0 2-2 0,-1 5-10 16,-6 9-10-16,-1 4 0 0,3 1-12 0,-7 0-6 15,6-7-3-15,-5-6-7 0,0-2-6 0,-2 0-1 0,-2-3-5 16,1-2-6-16,2-7-6 0,-4-1-4 15,7-27-9-15,-3 0 3 0,0 0-10 0,3-1-3 16,-1 0-2-16,-1-3-4 0,4-6-1 0,1-10-7 16,2-3-15-16,1-1-24 0,1-6-23 0,-1 2-28 0,2-9-36 15,3-8-28-15,3 0-21 0,1-3-25 16,0-7-52-16,0 0-150 0,0 0-413 0,0 0 183 16</inkml:trace>
  <inkml:trace contextRef="#ctx0" brushRef="#br0" timeOffset="113185.32">10965 9155 49 0,'-8'-16'176'0,"5"5"-21"0,9-5-16 16,14-5-8-16,13 1-12 0,30-5-8 0,35-8-13 15,14 2-11-15,15 1-3 0,9 1-7 0,11 0 3 16,7-2-7-16,11 4-4 0,8 1-2 0,-1-2 1 16,14 0 7-16,13 2-3 0,4-3 0 0,4 4 5 15,9-4-1-15,6 9-8 0,4-5-2 0,7 11-11 16,5-5 11-16,6 5-10 0,1 4-3 0,5 2 3 16,9 2-12-16,-4 4-1 0,8-3 1 0,2 7-5 15,-1-2-5-15,-1 3-9 0,-4 1 7 0,-3 7-8 16,-7-2 1-16,-6-5-2 0,-3 8 1 0,-8-4-4 15,-10 3-1-15,-9-5 3 0,-6 2-4 0,-12 0-2 16,-9-2-2-16,-11 0-2 0,-14 2 1 0,-6-3-6 16,-7 1 5-16,-12 0-3 0,-6-1 0 0,-16-1 0 15,-9 0 0-15,-8-1-1 0,-33-1-1 0,0 3 2 0,-4 0-4 16,-3-1 2-16,-2 1-2 0,-15 0-3 0,-3 0 1 16,-5 0-3-16,-3 2 0 0,-7-2-3 0,-4 1 0 15,-4-2 0-15,-3 1 3 0,1 3-2 16,-2-2-1-16,-2 1 3 0,-1 0-3 0,1 0 3 0,-3 2-2 15,-1-1-3-15,0 2 4 0,0 0 0 0,-2 1-1 16,1 0-1-16,-2 6 3 0,0 1-5 0,1-2 5 16,-2 4-3-16,0 4 7 0,0 2-5 0,2-1 2 15,-1 3 0-15,1 1-3 0,0 2 1 0,1 0 2 16,2 3-3-16,-1 12 4 0,-2-10-2 0,4 11 2 16,0-1-2-16,-2 1-2 0,1 1-4 0,1 4 9 15,-2 0-12-15,-1 1 9 0,0-1 1 0,5 3-2 16,-3 3 2-16,2 0 1 0,5 25 1 0,-2-24 3 15,-1 23 1-15,2-23 3 0,1 28-5 0,-1-2 1 16,-4 0 6-16,0-27-7 0,-1 29 0 0,-2-4 1 16,-4-24-6-16,-3 36 8 0,-2-6-2 0,-4-2-3 15,2-1-1-15,-4-4 0 0,0-23 3 0,-6 26-3 16,1-27 1-16,-5 20 0 0,1-22-2 0,-8 21 6 16,2-23-5-16,-2 0 0 0,-17 20 1 0,-3-5-1 15,13-23 1-15,-6 0-3 0,-19 16 2 0,13-21 2 16,0 0-2-16,-7-8 0 0,-3-1-1 0,-23 11 3 15,20-19 0-15,-24 11-1 0,20-20 0 0,-31 6-2 16,1-8 1-16,-3-4 0 0,-5 0-1 0,1-1-2 0,-11-6-3 16,-8-6 1-16,-8-4-1 0,-5 3-2 15,-8-6-5-15,-5 1 6 0,-11-3 1 0,-7 0-1 16,-7-2 0-16,-11 0-1 0,-6-2-2 0,-8 1 8 16,-9-1-2-16,0-2 2 0,-11 6-4 0,-7-3 10 0,-6-1-3 15,-1 3 0-15,-3-4-2 0,-10 3 8 0,2 5-1 16,-9-3 0-16,-2 2 5 0,-1 6 1 15,-3-2 0-15,-7 0 5 0,-3 2-2 0,-4 7 3 0,0 1 7 16,0 1-3-16,3 1-2 0,4 4 1 0,-7-1 4 16,10 2-5-16,5 0-1 0,2-2 3 0,9 3-3 15,15-3 2-15,6 2-4 0,11-5 5 0,12 1-5 16,23 1-1-16,14-3-2 0,18-2 6 0,9-4-6 16,21 1-6-16,18-5 2 0,35 1 1 0,9 1-3 15,16-3-8-15,5-2-13 0,13 1-16 0,1-2-44 16,8-2-47-16,2-3-58 0,9-3-64 0,8 0-246 15,12-6-525-15,4-1 232 0</inkml:trace>
  <inkml:trace contextRef="#ctx0" brushRef="#br0" timeOffset="113352.23">12297 11479 2553 0,'21'4'-33'0,"-8"-2"25"16,1 0-49-16,-8-2-59 0,3 1-72 0,-1 0-12 16,-2 0-11-16,1 3-79 0,2-4-315 0,3-3 140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2T09:36:03.2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25826 7050 16 0,'0'0'12'0,"0"0"6"15,0 0-3-15,0 0-3 0,0 0-2 0,0 0 0 16,0 0 1-16,0 0 6 0,0 0-4 0,0 0 3 15,0 0 0-15,0 0 8 0,0 0-10 0,0 0-1 16,0 0-3-16,0 0 9 0,0 0-6 0,0 0 3 16,0 0 1-16,0 0-4 0,0 0 2 0,0 0-6 15,0 0-3-15,0 0 0 0,0 0 6 0,0 0-2 16,0 0-2-16,0 0-2 0,0 0-9 0,0 0 3 16,0 0-7-16,0 0-13 0,0 0 0 0,0 0 3 0,0 0-3 15,0 0-29-15,0 0-52 0,0 0 24 16</inkml:trace>
  <inkml:trace contextRef="#ctx0" brushRef="#br0" timeOffset="2951.42">32868 6811 3 0,'0'0'8'0,"0"0"-4"0,0 0 4 0,0 0-1 0,0 0-4 16,0 0-3-16,0 0 2 0,0 0-1 0,0 0 5 15,0 0-3-15,0 0-1 0,0 0 5 0,0 0-8 16,0 0 4-16,0 0 0 0,0 0 3 0,0 0-4 16,0 0-5-16,0 0 1 0,0 0 2 0,0 0 1 15,0 0 0-15,0 0-1 0,0 0 0 0,0 0 1 16,0 0-5-16,0 0 0 0,0 0 5 0,0 0 7 16,0 0-10-16,0 0 5 0,0 0-6 0,0 0 4 15,0 0 2-15,0 0-3 0,0 0 3 0,0 0-5 16,0 0 3-16,0 0 1 0,0 0-1 15,0 0-3-15,0 0 3 0,0 0 2 0,0 0-2 0,0 0-1 16,0 0 0-16,0 0 2 0,0 0 0 0,0 0-6 16,0 0 4-16,0 0-1 0,0 0 6 0,0 0-12 15,0 0-6-15,0 0-12 0,0 0 5 0</inkml:trace>
  <inkml:trace contextRef="#ctx0" brushRef="#br0" timeOffset="10559.74">23078 8697 82 0,'3'-5'197'0,"-3"5"-1"16,9-7-3-16,-6 2-3 0,-3 5 1 0,4-7-10 15,-4 7-12-15,2-9-19 0,-2 9-9 0,3-6-8 16,-1 0-7-16,-2 6-3 0,2-7-2 0,-2 7-2 16,0 0-2-16,0 0-10 0,0 0-7 0,0-12-7 15,0 12-6-15,0 0-6 0,0 0-9 0,-7-8-7 16,7 8-8-16,0 0-6 0,0 0-3 0,-9-2-9 16,9 2-4-16,-12 0-5 0,12 0-4 0,-16 6-4 0,5 0-2 15,-5 1 2-15,1 1-8 0,1 2-3 0,1 1 5 16,-5 1-6-16,4 2 3 0,-8 5-5 15,1 0 4-15,3 0-1 0,-3 1 2 0,1-1-3 16,7-2-5-16,0-3 4 0,2 1-2 0,2 0 3 0,-3 0-2 16,5 1 4-16,0-1-2 0,3 0 4 0,1-3-3 15,0 0-4-15,-1 0 5 0,3 0-5 0,5 0 16 16,-2 0 8-16,2-2 3 0,1 0-2 0,2 1-1 16,-1-1-1-16,8 1 4 0,-1 0-9 0,2-3 0 15,-3-1 1-15,6-1-8 0,-2-3 3 0,3 4 1 16,-1-4-2-16,1 1-8 0,2-2-18 0,-2-1-27 15,0 3-30-15,0-4-34 0,1 1-49 0,-3-1-38 16,2-1-37-16,0-1-37 0,0 0-241 0,-8-1-540 16,7-3 240-16</inkml:trace>
  <inkml:trace contextRef="#ctx0" brushRef="#br0" timeOffset="10742.22">23417 8863 16 0,'7'-5'274'15,"-5"0"-30"-15,-2 5-21 0,5-6-13 0,-5 6-10 16,6-6-7-16,-6 6-15 0,0 0-21 0,9-6-13 16,-6 3-21-16,-3 3-11 0,18-3-12 0,-6 0-8 15,2-1-8-15,4 1-22 0,2 1-30 0,-1 0-44 0,-2 1-36 16,3 1-50-16,-3-2-38 0,-2 2-41 0,-4 1-153 16,0 0-356-16,-7 2 159 0</inkml:trace>
  <inkml:trace contextRef="#ctx0" brushRef="#br0" timeOffset="10926.59">23527 8941 114 0,'-6'1'221'0,"6"-1"0"0,-10 4-4 15,5-1 3-15,5-3-12 0,-7 2-11 0,7-2-14 0,0 0-16 16,0 0-17-16,-5 4-18 0,5-4-13 0,0 0-13 16,0 0-10-16,0 0-6 0,0 0-7 0,0 0-9 15,28-3-6-15,-14 2-6 0,4-1-26 0,1-2-27 16,2 1-31-16,-2 0-34 0,0-1-41 0,9-2-33 15,0 2-42-15,2-3-28 0,-3 2-150 0,-8-2-378 16,6-2 167-16</inkml:trace>
  <inkml:trace contextRef="#ctx0" brushRef="#br0" timeOffset="11242.47">24123 8651 93 0,'5'-9'258'15,"0"6"-7"-15,-2-3-6 0,-3 6-8 0,5-8-1 16,-5 8-19-16,5-5-20 0,-5 5-19 0,0 0-22 15,0 0-16-15,0 0-13 0,0 0-11 0,0 0 14 16,0 0-2-16,-13 25-10 0,5-15-14 0,3 0-10 16,1 2-11-16,-1 1-9 0,3 0-13 0,-1-2-2 15,3 0-2-15,1 0-7 0,1 2-5 0,2-1 0 16,1 0-4-16,2 2-4 0,4-1-1 0,0 1-5 16,3-2-1-16,-1-1-4 0,0-1-1 0,3-2 3 15,-3 2 0-15,2-1-4 0,-4-1 11 0,-1-3-17 0,0 1-1 16,-1 1-4-16,-2-3 1 0,0 1-2 0,-3-1 9 15,-4-4-10-15,5 3-1 0,-5-3 1 16,4 6 4-16,-4-6-2 0,0 0 4 0,-12 14 2 16,4-8-6-16,-3-1 0 0,0 0-3 0,-3 1-2 0,-2-1-3 15,1-3-21-15,2 2-11 0,-4-4-40 16,0 2-35-16,1-2-36 0,5 0-44 0,-3 0-44 0,2-4-44 16,3 0-239-16,-2-4-552 0,3-1 245 0</inkml:trace>
  <inkml:trace contextRef="#ctx0" brushRef="#br0" timeOffset="11627.57">24154 8685 23 0,'11'-12'202'16,"0"0"-18"-16,2 1-18 0,3 3-18 0,-1-1-1 15,3-1-7-15,6-2-7 0,-5 7-7 0,2-1-14 16,4-3-5-16,-4 4-10 0,-1 1-13 0,1 0-8 16,-1 1-9-16,-1 2-2 0,2 0-9 0,-8-1-9 15,0 4-2-15,-2-2-5 0,-3 0-5 0,-8 0-2 16,13 0-4-16,-6-2-3 0,-7 2-1 0,9 2-1 15,-9-2-1-15,0 0 10 0,6 5 8 0,-6-5 0 16,0 8-3-16,0-8 4 0,-1 17 8 0,-2-9-2 16,0 3-6-16,-1 0 18 0,-1 3-5 0,2-1-6 15,0-2-10-15,2 1 1 0,1 0-4 0,1 2 6 16,1-5-8-16,-1 2 0 0,3 1-1 0,1-2 10 16,1-1 2-16,3-1-1 0,2-2 0 0,-2 1 3 15,3-4-2-15,0 1 4 0,3-2 13 0,-3 1-19 16,-1-5-2-16,3 2 4 0,-2-1-5 0,-2-1-1 15,1-2 8-15,-1 1-2 0,-3-4 2 0,2 1-5 16,-4-1 0-16,-1 0-7 0,0-4-3 0,0 3-7 16,-2-5-2-16,-2 0-6 0,0 1 1 0,-1 0-4 0,-2 0-4 15,-1 0-2-15,2 1-13 0,-1 2-16 16,-1 0-18-16,1 2-9 0,-2 2-26 0,0-1-26 16,5 6-37-16,-12-4-41 0,4 5-28 0,8-1-50 15,-21 9-34-15,9-2-153 0,-2 3-479 0,5-2 212 0</inkml:trace>
  <inkml:trace contextRef="#ctx0" brushRef="#br0" timeOffset="12176.08">24792 8955 78 0,'4'3'222'0,"-4"-3"7"0,0 0 5 0,16 0 2 15,-16 0-13-15,16-4-19 0,-8-1-19 16,6 0-13-16,4-4-15 0,0 0-13 0,6-3-13 0,0-1-11 15,-7 1-11-15,6-5-13 0,-10 5-1 0,7-5-8 16,-6 3-6-16,0-2-2 0,1-4-8 0,0-2-7 16,-3-3-7-16,0 1-5 0,-4-1-5 15,1-1-7-15,-5 2 1 0,2 5-4 0,-4 0 6 0,1 1 7 16,-1 1 2-16,0 4 1 0,0 2 5 0,-2 2 0 16,0 1-3-16,0 8 15 0,2-12-25 0,-2 12-8 15,1-8-6-15,-1 8-7 0,0 0-5 0,0 0-3 16,0 0 12-16,0 0-19 0,-12 29 4 0,5-11-9 15,0 6 4-15,0 1 4 0,1 1 5 0,4-7-9 16,-2 0 4-16,0 0 5 0,3-2-5 0,2-2 4 16,1 0-6-16,2-3 3 0,-2-2-3 0,2 0 9 15,1 0-3-15,1-1 9 0,3-3 1 0,1 1 1 16,1-1-7-16,3-5 3 0,-1 2-1 0,-1-2-3 16,2-2 2-16,2-2-8 0,-4 0-3 0,1-1 4 15,1-2-2-15,-1-1-5 0,0-5 4 0,-3 5 4 16,0-7-5-16,-1-1-5 0,-1 1-1 0,-2-1 2 15,-2-3 1-15,1 2-5 0,-1 0 4 0,0 2-3 16,-3-2-6-16,2 5 5 0,-1 0 1 0,-2 4 4 16,0 7-13-16,0-11 9 0,0 11 0 0,0-7-15 15,0 7 6-15,0 0 0 0,0 0-7 0,0 0 8 16,0 0-2-16,0 0 3 0,0 0 5 0,-5 24 1 16,5-12 12-16,0-2-10 0,-1 1-4 0,2 4 1 15,-1 0 1-15,0-1 1 0,3 0 0 0,-3-1 0 0,2-1-3 16,-2 1 0-16,4-2 3 0,0-1-23 15,1 1-32-15,0-1-43 0,-1 0-43 0,4-1-53 16,-2 0-51-16,3-4-48 0,-1 1-277 0,2-1-614 16,0-1 273-16</inkml:trace>
  <inkml:trace contextRef="#ctx0" brushRef="#br0" timeOffset="12492.45">25818 8452 121 0,'2'-17'271'0,"2"6"-5"15,-2 1-9-15,0 0-2 0,-2 2-19 0,0 8-9 16,-2-13-18-16,2 13-20 0,-5-9-24 0,5 9-16 16,0 0-22-16,-3-3-11 0,3 3-13 15,-9 14 30-15,3 4-3 0,-8 10-8 0,3 1-7 0,-7 15 5 16,1 0 7-16,3-13-6 0,5 3 5 0,-5 11-9 16,5-11 20-16,2-2-8 0,3 2-5 0,-3-5-11 15,3 2 2-15,2 0-4 0,-3-2 5 0,5-1-10 16,0-3-10-16,5-6-12 0,-3-1-5 0,-2-1-8 15,3-1-8-15,1 0-6 0,-2-2-2 0,2-4-8 16,-4 3-4-16,4-6-5 0,-1 3 3 0,-3 0-11 16,2-4-17-16,-2-6-25 0,0 10-25 0,0-4-39 15,0-6-29-15,0 0-33 0,2 10-36 0,-2-10-38 16,-7 5-40-16,7-5-50 0,-10 0-39 0,10 0-37 16,-19-9-197-16,9 3-620 0,3-2 274 0</inkml:trace>
  <inkml:trace contextRef="#ctx0" brushRef="#br0" timeOffset="12693.13">25607 8883 133 0,'6'-11'219'0,"0"2"-25"0,7-4-10 16,1 4 1-16,3-3 10 0,8 1 4 0,3-2 4 15,-1 1-5-15,4 1-2 0,-2 0-9 0,1-1-5 16,-2 4-6-16,0-2-10 0,1 2-13 0,-9 1 4 16,2 2-13-16,-3-1-13 0,-2 2 1 0,-3 0-23 15,-5 2-12-15,-1 1-11 0,-3-2-10 0,-5 3-8 0,14-4-6 16,-10 4-8-16,-4 0-5 0,9-2-14 0,-9 2-14 15,0 0-20-15,8-3-27 0,-8 3-45 16,0 0-33-16,0 0-28 0,0 0-39 0,0 0-52 16,0 0-42-16,0 0-235 0,-17 25-542 0,3-18 239 0</inkml:trace>
  <inkml:trace contextRef="#ctx0" brushRef="#br0" timeOffset="14318.48">17903 10785 23 0,'0'0'137'0,"0"0"-9"0,-9 0-4 0,9 0-10 16,0 0-6-16,0 0-5 0,0 0-2 0,0 0-4 16,0 0 4-16,0 0-7 0,0 0-1 0,0 0-4 15,0 0-8-15,0 0-7 0,0 0-6 0,0 0-7 16,0 0-6-16,0 0-6 0,0 0-4 0,0 0-6 16,0 0-2-16,0 0-3 0,0 0-2 0,0 0-8 15,0 0 0-15,0 0-4 0,0 0 0 0,0 0-3 16,0 0-4-16,0 0 3 0,0 0-4 0,0 0-1 15,0 0 2-15,0 0-1 0,0 0-3 0,0 0-2 16,0 0-2-16,0 0 1 0,0 0 0 0,0 0 0 16,0 0 0-16,0 0 1 0,0 0-2 0,0 0-3 15,24-7 2-15,-24 7 1 0,0 0 1 0,0 0-7 16,0 0 6-16,0 0-1 0,0 0-2 0,0 0-1 16,0 0 2-16,0 0 1 0,0 0-1 0,0 0-1 15,0 0 0-15,0 0 0 0,0 0 5 0,0 0-6 16,0 0 0-16,0 0 1 0,0 0-1 0,0 0-1 15,0 0 3-15,0 0-3 0,0 0 0 0,0 0-2 16,0 0 4-16,0 0-6 0,0 0-20 0,0 0-31 0,0 0-35 16,0 0-43-16,0 0-27 0,0 0-127 0,0 0-310 15,0 0 137-15</inkml:trace>
  <inkml:trace contextRef="#ctx0" brushRef="#br0" timeOffset="17659.24">23051 9639 189 0,'-3'-6'209'0,"3"6"-4"16,0 0-17-16,0 0-15 0,0 0-14 0,0 0-18 15,0 0-13-15,-2-7-12 0,2 7-17 0,0 0-9 16,0 0-15-16,0 0-5 0,0 0-2 0,0 0 1 16,2 26-5-16,-2-16 1 0,0 4-5 0,1 1 3 15,1 3 6-15,-2-1-3 0,0 0-3 16,0 1-5-16,0 2-3 0,0-1-1 0,0 1 5 0,0 5 9 15,0-6-6-15,2-1 0 0,-4 0-12 0,2-2-5 16,0 0-2-16,-2-3-3 0,4 2 9 0,-4-3 3 16,2-1-4-16,0 0-9 0,0-2-3 0,0-2-2 15,0-7-6-15,0 16 3 0,0-10-8 0,0-6-1 16,-1 13 0-16,1-13 1 0,1 6-8 0,-1-6 3 16,0 0-4-16,0 7-3 0,0-7-13 0,0 0-15 15,0 0-14-15,0 0-23 0,0 0-23 0,0 0-21 16,0 0-33-16,0 0-41 0,0 0-24 0,0 0-32 15,0 0-186-15,0 0-449 0,8-26 198 0</inkml:trace>
  <inkml:trace contextRef="#ctx0" brushRef="#br0" timeOffset="18077.06">23109 9683 72 0,'5'-14'150'0,"-2"2"-9"0,2-2-3 16,0 4-13-16,3-4-5 0,-2 5 2 0,3-1-6 15,-2 3-8-15,0 0-8 0,0 3-11 0,3-1-13 0,-1 2-6 16,1-2-4-16,2 4-7 0,-2 1 2 0,0 1-13 16,-1 1-9-16,-3 1-3 0,3 1-7 0,-1 1-2 15,1 2-1-15,-5 2 5 0,-2-1-4 16,1 2-3-16,-2 1-3 0,-2-2 4 0,-2 1-3 0,-2 1-5 16,1 0 3-16,-3-3 2 0,-4 5 0 0,2-4 0 15,-2-1-8-15,2-1 7 0,0 1-3 0,0-4 2 16,0 2-2-16,0-1-2 0,3-3 5 15,-2 2-4-15,3-1 2 0,5-3 14 0,-9 4-3 0,4-1 1 16,5-3 1-16,0 0-3 0,-9 3 0 0,9-3-6 16,0 0 1-16,-6 4-3 0,6-4-1 0,0 0-7 15,0 0 1-15,0 0-5 0,0 0-1 0,0 0 0 16,0 0-3-16,0 0 0 0,0 0-2 0,15 9 4 16,-10-6 0-16,3 0-1 0,2 1 8 0,-1 2-7 15,1-2 1-15,3 1 1 0,0 0-1 0,1 4 0 16,-1-4 2-16,-2 0-5 0,6 0 5 0,-4 1-4 15,1 0 4-15,1 1-6 0,-2-2-2 0,-2-1-23 16,1 3-22-16,-1-2-35 0,1 3-39 0,-1-2-40 16,1-1-31-16,-3 3-161 0,-2-2-376 0,2-1 166 15</inkml:trace>
  <inkml:trace contextRef="#ctx0" brushRef="#br0" timeOffset="19226.27">23677 9803 213 0,'0'0'221'0,"1"-9"-6"0,-1 9-20 0,0 0-19 15,0 0-20-15,0 0-13 0,0 0-18 0,0 0-13 16,0 0-16-16,0 0-7 0,0 0 0 0,0 0-5 16,5 19-9-16,-5-10 1 0,0 2 9 0,0 3 6 15,-1 0 0-15,1 3-2 0,1-3-15 0,-1 3-6 16,1-2-4-16,1-3 3 0,-2 1-4 0,0-3-3 16,0-1-5-16,0 0-3 0,0-3-9 0,0-6 3 15,-2 11 1-15,2-11-4 0,2 9 1 0,-2-9 1 0,2 6-2 16,-2-6 0-16,2 5 8 0,-2-5 0 0,0 0 5 15,7 6-9-15,-7-6 1 0,9 3-4 16,-2-2-2-16,0 1-8 0,-7-2 0 0,22-2 0 0,-10 0-12 16,1-1-1-16,0 1-7 0,6-2-16 0,-3 1-30 15,-1 2-43-15,2-3-50 0,-3 2-53 0,-1-1-46 16,6-1-41-16,-6 3-215 0,1-3-519 0,1 1 231 16</inkml:trace>
  <inkml:trace contextRef="#ctx0" brushRef="#br0" timeOffset="19390.52">24214 9804 59 0,'6'-7'245'16,"-2"4"-21"-16,-4 3-26 0,4-7-18 0,-4 7-19 16,7-5-16-16,0 2-17 0,0 1-15 0,5 0-29 15,-2 2-42-15,4-1-46 0,-1 2-57 0,-2 1-31 16,3-1-37-16,-3 2-87 0,-5-2-233 0,2 0 103 15</inkml:trace>
  <inkml:trace contextRef="#ctx0" brushRef="#br0" timeOffset="19553.49">24294 9864 135 0,'-9'3'202'0,"9"-3"-7"16,0 0-7-16,-9 1-9 0,9-1-11 0,0 0-13 15,0 0-20-15,0 0-13 0,0 0-16 16,0 0-9-16,0 0-5 0,0 0-12 0,0 0-8 0,0 0-14 15,0 0-29-15,26 10-28 0,-16-8-48 0,5-1-42 16,2-1-45-16,-2 2-36 0,3-2-93 0,-1 0-284 16,2-2 126-16</inkml:trace>
  <inkml:trace contextRef="#ctx0" brushRef="#br0" timeOffset="19942.65">24729 9664 176 0,'0'0'228'0,"5"-9"-17"16,-1 6-9-16,-4 3-23 0,10-5-11 0,-4 4-11 15,-6 1-9-15,16 1-11 0,-5 1-6 0,-2 0-17 16,0 2-6-16,1-1-9 0,-1 3-11 0,-1 1-2 16,-1-2 1-16,0 3-7 0,-2 1-8 0,-3-2-4 15,0 0-9-15,-2-1-3 0,-3 5-6 0,1-2 0 16,-6 0-3-16,0 0-4 0,-2 4-7 0,-3-5-2 15,2 2-2-15,-3 0-2 0,1-3-6 0,1-3 0 16,0 3-2-16,1-3-4 0,4 1 1 0,-5-2-3 16,7 0-1-16,-1 0 4 0,6-3-4 0,-9 4-4 15,4-1 2-15,5-3-3 0,0 0 5 0,0 0-4 16,-9 4-5-16,9-4 2 0,0 0-1 0,0 0-3 16,0 0-1-16,0 0 1 0,0 0-3 0,0 0 3 15,0 0-3-15,0 0 3 0,0 0-2 0,23 6-1 0,-14-4 1 16,1 3 2-16,-2 1-6 0,2-3 5 15,1 4-2-15,2-2 9 0,-4 0-30 0,2-1-30 16,1 2-44-16,1 0-45 0,-2 0-45 0,1-2-39 16,1 3-205-16,-2-1-461 0,-3-2 204 0</inkml:trace>
  <inkml:trace contextRef="#ctx0" brushRef="#br0" timeOffset="20105.24">25044 9813 201 0,'0'0'280'0,"2"-10"-4"0,-2 10-8 16,2-9-7-16,-2 9-13 0,2-9-18 0,-2 9-9 16,0 0-38-16,1-7-16 0,-1 7-22 0,0 0-14 15,0 0-20-15,5-5-26 0,-5 5-35 0,0 0-38 16,0 0-43-16,0 0-44 0,0 0-56 0,0 0-64 16,17 12-212-16,-17-12-440 0,4 7 195 0</inkml:trace>
  <inkml:trace contextRef="#ctx0" brushRef="#br0" timeOffset="20509.23">25391 9619 182 0,'8'-6'251'15,"-1"0"-13"-15,2-2-17 0,2 2-15 0,-6 3-18 16,3 0-13-16,3 2-14 0,1 1-1 0,-2 1-14 15,1 2-12-15,1 1-13 0,0 1-8 0,-1 3-16 16,-2-2-4-16,-3 0-9 0,1 4-11 0,-2-2-8 16,-2 1-4-16,-2 0-10 0,-1 3-2 0,-4-3-9 15,-3 2 1-15,0-1-1 0,-4 2-6 0,-5-2-5 16,3 0-2-16,-3 0-2 0,-3-3 2 0,0 1-5 16,1-1-1-16,2 0-5 0,0-1 2 0,3 1-3 0,3-5-3 15,1 0 1-15,3 0-2 0,-2 0-5 0,8-2 7 16,-9 2-5-16,9-2-1 0,-10 1 1 15,10-1-4-15,0 0-1 0,0 0 2 0,0 0 0 16,0 0-2-16,0 0 2 0,0 0-2 0,0 0-4 0,0 0 2 16,27 4 7-16,-16-3-5 0,3 2-2 0,-1-2 9 15,3 1-8-15,2 2-3 0,0-2 1 0,3 0-1 16,-1 2 0-16,2-1-16 0,-1-2-20 0,0 2-29 16,-2 0-37-16,1 0-39 0,-3-2-30 0,2 1-38 15,-2 0-27-15,-5 1-158 0,-1-3-427 0,-5 0 189 16</inkml:trace>
  <inkml:trace contextRef="#ctx0" brushRef="#br0" timeOffset="20759.33">25776 9669 85 0,'4'-16'216'0,"-2"-1"-6"0,3 5 10 16,-3 1-4-16,1-1-1 0,1 3 5 0,-1-1-8 15,-3 5-8-15,4-1-19 0,-4 6-20 0,3-10-18 16,-3 10-14-16,1-5-16 0,-1 5-10 0,0 0 3 15,0 0-8-15,0 0 15 0,11 22 1 0,-9-10-4 16,4 1-3-16,-4 2-9 0,2 2-7 0,-1 0-10 16,1 0 0-16,-2-3-6 0,2-1-4 0,-2 0-8 15,1-2-9-15,-1 1-5 0,3-1-4 0,-4 0-6 16,2 0-6-16,-2-2-13 0,1 0-41 0,0-2-47 0,0 3-44 16,0-3-38-16,-2-7-51 0,0 12-45 0,0-6-49 15,0-6-228-15,-2 10-561 0,2-10 248 16</inkml:trace>
  <inkml:trace contextRef="#ctx0" brushRef="#br0" timeOffset="20976.02">26032 9599 98 0,'0'0'232'16,"0"0"-8"-16,-5-11-8 0,5 11-12 0,-8-2-9 15,8 2-9-15,-17 4-12 0,7 3 3 0,-6 1-9 16,3 3-14-16,-1 1-9 0,0-1-14 0,4 1-8 15,0-3 1-15,3 2-6 0,1-1-4 0,2-1-9 16,1 1-9-16,1-3-11 0,0 0-9 0,2 2-7 16,0 0-7-16,4 0-8 0,0-1-4 0,1-2-9 15,4 1-21-15,0-1-28 0,2 0-44 0,0-1-57 16,3 1-60-16,3-4-60 0,2 3-250 0,-3-1-520 16,-3-3 231-16</inkml:trace>
  <inkml:trace contextRef="#ctx0" brushRef="#br0" timeOffset="21392.97">26212 9823 181 0,'0'0'225'0,"0"0"7"0,8-1 8 0,-8 1 2 16,12 0-6-16,-12 0-12 0,16-5-24 0,-3 1-14 16,0 0-14-16,6 1-16 0,-2-2-6 0,2 0-12 15,1 0-9-15,0 1-5 0,0-2-2 0,-2-2-22 16,0 2 2-16,0 0 1 0,-7 1-11 0,2-2 2 15,-1 1-2-15,-3-1 0 0,0-3-3 0,0 2-11 16,-4 0 2-16,1-3-9 0,-4 0 5 0,0-1-22 16,-4-2-1-16,2-1-3 0,-4 3-6 0,2-4-19 15,0 1 8-15,0 3-5 0,-1-2 0 0,3 3-4 0,-2-1 0 16,2 1 0-16,2-1-10 0,0 2 0 16,1 1-1-16,3-1-10 0,1-2 8 0,3 5-5 15,7-2-6-15,-3 2 8 0,-1 3-8 0,3-2 2 16,-3 6-2-16,0 0 3 0,1 0-6 0,-3 2 3 0,1 1-1 15,-1 1-1-15,0 2-6 0,-5 3 9 0,2 0-1 16,-2 3-8-16,-1 3 7 0,-1 0-1 0,-4-3 3 16,2 4-2-16,-4-4 0 0,4 0-1 15,-4 0 6-15,2-2-4 0,0 1-2 0,0 0 5 0,2-1 0 16,-2-2-6-16,4 3 16 0,0-1-12 0,0-2-1 16,5-1-27-16,-1 0-33 0,2-2-38 0,3 0-52 15,-2 0-55-15,3-1-53 0,3-3-47 0,-3 2-258 16,-3-3-610-16,1 0 271 0</inkml:trace>
  <inkml:trace contextRef="#ctx0" brushRef="#br0" timeOffset="24826.57">17278 11017 73 0,'0'0'73'0,"0"0"-11"0,0 0 0 0,0 0-14 15,0 0-3-15,0 0-1 0,0 0-5 0,0 0-6 16,0 0-4-16,0 0 0 0,0 0-3 0,0 0-7 15,-4 4-7-15,4-4 17 0,-5 4-7 0,5-4-2 16,-8 3-4-16,8-3-5 0,-9 5 2 0,4-2 0 16,5-3 1-16,-9 4 11 0,9-4-8 0,-9 4 5 15,9-4 2-15,-9 5 3 0,9-5 6 0,-6 4-2 16,6-4 7-16,-5 2-12 0,5-2 19 0,0 0 6 0,-7 3 7 16,7-3-22-16,0 0 16 0,0 0-2 15,0 0-3-15,-6 5-2 0,6-5-1 0,0 0-3 16,0 0-4-16,0 0-6 0,0 0-3 0,0 0-7 15,0 0 3-15,0 0-5 0,0 0-1 0,0 0-5 0,28-5 6 16,-10 1-2-16,0-1-2 0,4-1-18 0,7-2-28 16,2 1-39-16,2 0-42 0,-2 1-133 15,-3-1-266-15,2 0 117 0</inkml:trace>
  <inkml:trace contextRef="#ctx0" brushRef="#br0" timeOffset="26958.32">31553 5561 1 0,'0'0'57'0,"0"0"4"0,0 0 13 0,0 0-7 16,0 0 11-16,0 0 15 0,0 0-2 0,0 0 6 0,0 0 7 16,0 0-2-16,0 0-4 0,0 0-7 15,0 0-4-15,0 0-6 0,0 0-6 0,0 0-9 16,29 5-10-16,-6-4 4 0,11 0-4 0,6 0 0 15,10 0 3-15,3 0-1 0,-15 1-3 0,13 0-5 16,-13-1-3-16,17 0 4 0,-2 0-9 0,-14 0 0 16,12 1-3-16,-1-2-6 0,-11 4 0 0,0-3-4 15,-3-1 20-15,0 0-2 0,-2-1-6 0,0 3-6 16,-6 0-2-16,0-2-4 0,-10 2-4 0,-2-1-5 16,-2 0 3-16,-2-2-5 0,-4 2-1 0,-1-2-2 15,-7 1 2-15,13 1-4 0,-13-1-1 0,10-1 4 16,-10 1 5-16,0 0 0 0,10-1-3 0,-10 1-4 15,0 0 1-15,8-4-2 0,-8 4-1 0,0 0-2 16,0 0-2-16,4-8-8 0,-4 8-30 0,0 0-39 16,0 0-56-16,0 0-57 0,0 0-28 0,-24-10-127 15,7 9-363-15,-11-3 161 0</inkml:trace>
  <inkml:trace contextRef="#ctx0" brushRef="#br0" timeOffset="35142.43">23434 10530 49 0,'0'-9'218'0,"-3"1"-15"15,1-1-14-15,-2 1-14 0,-2-1-3 0,-1 2-13 16,1 2-12-16,-1 1-9 0,0 0-15 0,-1 1-12 16,8 3-10-16,-14-1-12 0,3 3-9 0,2 1-10 15,-6 6-5-15,-1 1-4 0,2 4-9 0,-4 9-4 16,3 0-8-16,2 6-3 0,1 0-4 0,0 3 1 15,3-2-4-15,5 4-1 0,0 2-3 0,3 0-1 16,1-2-4-16,0-1 1 0,1-1-4 0,0 1 1 16,3-3-3-16,-1 0 3 0,-1-3-6 0,1 0 7 15,1-3 0-15,-3-5-5 0,-1-3-1 0,0 0 3 16,-1 0-6-16,2-4-4 0,-2-1 3 0,1-1-1 16,-2 1 1-16,1-3-2 0,0-1-5 0,1-7-15 15,-1 10-26-15,1-10-25 0,-3 10-27 0,3-10-42 16,0 7-23-16,0-7-44 0,-5 5-150 0,5-5-376 15,0 0 167-15</inkml:trace>
  <inkml:trace contextRef="#ctx0" brushRef="#br0" timeOffset="35309.37">23226 10919 80 0,'16'-6'124'0,"0"-2"-6"0,3 2-9 0,9-3-14 15,-1 4-5-15,0-4-14 0,2 4-15 0,2 1-43 16,1-1-49-16,-3 3-93 0,2-3-133 0,-3 3 58 0</inkml:trace>
  <inkml:trace contextRef="#ctx0" brushRef="#br0" timeOffset="35459.33">23833 10853 164 0,'6'-2'163'0,"-6"2"-3"0,12-5-8 0,-5 1-11 16,3-1-19-16,2 1-15 0,2 1-10 0,3 1-5 0,2 0-32 16,0 2-46-16,-6 0-37 0,2 0-45 0,-2 3-43 15,-3 0-68-15,0-2-193 0,-6 5 85 0</inkml:trace>
  <inkml:trace contextRef="#ctx0" brushRef="#br0" timeOffset="35591.54">23923 10986 15 0,'0'0'176'15,"-3"5"-15"-15,3-5-9 0,0 0-9 0,-4 6-9 16,4-6-19-16,0 0-14 0,0 0-17 0,0 0 2 16,0 0-6-16,0 0-7 0,16 7-10 0,-4-6-17 15,6 1-39-15,11-5-45 0,1 3-47 0,2-3-135 16,-1-1-236-16,5-2 105 0</inkml:trace>
  <inkml:trace contextRef="#ctx0" brushRef="#br0" timeOffset="35958.85">24735 10648 181 0,'-5'-6'234'0,"0"1"-8"0,5 5-15 16,-8-8-20-16,2 6-21 0,6 2-15 0,-16 6-9 16,6 0-14-16,-5 6-5 0,2 2 1 0,-5 8-8 15,3 2-12-15,-1 2-7 0,3-1-16 0,-2-1-4 16,5 0-12-16,-3-1-4 0,7-4-9 0,3-2-2 15,1 0-8-15,2-6-3 0,0 2-2 0,2 3-5 16,2-3-3-16,1-3-1 0,4 0-2 0,-1-2-3 16,1 0-2-16,-1-4-2 0,2 1-1 0,1-2-2 15,-2 0 5-15,3-2-9 0,-5-1 3 0,-7 0-3 16,16-4 4-16,-7 2 2 0,-3-2 9 0,-2-2-6 16,0-1 1-16,-3 1-4 0,2-5-2 0,-3 1 0 15,0 10-3-15,-5-15-3 0,1 6 0 0,0 2-4 0,-3 0-6 16,0 0 1-16,-1 1-1 0,-1 4-4 0,-1 1 2 15,-4 1 0-15,4 1-4 0,-2 1-14 16,-1 1-16-16,4 1-21 0,0 2-29 0,1-2-24 16,0 2-38-16,5 0-24 0,-2 1-36 0,5-7-30 0,-2 11-152 15,2-11-417-15,0 0 185 0</inkml:trace>
  <inkml:trace contextRef="#ctx0" brushRef="#br0" timeOffset="36226.01">24832 10854 27 0,'3'-3'232'0,"-3"3"-10"16,7-8-24-16,-7 8-19 0,4-3-18 0,-4 3-20 16,0 0-12-16,0 0-13 0,0 0-9 15,0 0-15-15,0 0 1 0,16 10-7 0,-12-7-7 0,3 2 2 16,3-1-1-16,2 3 8 0,4-2-2 0,0-1-4 16,5-1-2-16,-2-2-2 0,2 0-5 0,3-1-2 15,-6-2-1-15,2-2 4 0,-1 1-4 0,-7 0-2 16,1-1 4-16,-3-1-2 0,-1-3-4 0,-2 4-5 15,-2-4-3-15,-1 2-7 0,-2-1-8 0,-1-1-3 16,-1-2-7-16,-2-1-3 0,-1 3-6 0,-3-2 0 16,1 3-5-16,-7-4-11 0,3 3-13 0,-3 1-14 15,2 3-21-15,-1-1-12 0,-5 4-24 0,-1 1-32 16,0 3-41-16,4 0-52 0,-1 2-34 0,-4 3-195 16,2-3-466-16,4 1 207 0</inkml:trace>
  <inkml:trace contextRef="#ctx0" brushRef="#br0" timeOffset="36478.43">25170 10656 95 0,'6'-10'256'0,"-1"0"-6"0,-3 1-7 0,1 4-3 16,1 0-22-16,-4 5-11 0,4-7-34 0,-4 7-17 15,0 0-19-15,0 0-15 0,0 0 3 0,0 0-2 16,11 17 3-16,-6-5-2 0,-1 4-10 0,-1 1 1 0,1 2-5 15,1-2-3-15,-4 1-19 0,2-2-8 16,-1 1-7-16,1 1 3 0,-3-3-15 0,2-2-12 16,-2-1-1-16,0-1-7 0,5 0-2 0,-5-1-12 15,4 0-21-15,-4-4-26 0,0 1-46 0,1 0-44 0,-1-7-38 16,0 12-51-16,2-7-51 0,-2-5-23 0,0 0-155 16,-3 11-463-16,3-11 206 0</inkml:trace>
  <inkml:trace contextRef="#ctx0" brushRef="#br0" timeOffset="36775.83">25223 10804 105 0,'5'-8'147'0,"0"4"-12"16,4-3-10-16,-1 0 1 0,1 0 1 0,5 0-11 15,-1-1-11-15,5 1-7 0,-2-2-6 16,2 2-8-16,2-1-4 0,0 1 1 0,-1-1 1 0,-1 1 9 16,0 0 7-16,-8 0-3 0,3-1 6 0,-5-1-5 15,0-1 4-15,-1 2-5 0,0 0 3 0,-2-1-3 16,1 1-1-16,-3 3 7 0,1-1 9 0,-4 0-3 15,0 6-3-15,4-7-7 0,-4 7-4 0,3-8-7 16,-3 8-11-16,0 0-10 0,2-7-12 0,-2 7-8 16,0 0-1-16,0 0-10 0,0 0 2 0,7 20 6 15,-6-10-5-15,-1 2-3 0,-1 6 0 0,2 0 0 16,-1 1-7-16,-1-2 0 0,2 4-3 0,1-4-1 16,2 2-3-16,-2-3-2 0,0 1 3 0,-2-4-15 15,3 1-40-15,-2-2-32 0,4 0-43 0,-3-2-34 16,0 0-37-16,-1-1-40 0,3-2-36 0,-3 0-221 15,1-1-515-15,-2-6 229 0</inkml:trace>
  <inkml:trace contextRef="#ctx0" brushRef="#br0" timeOffset="37042.72">25803 10618 122 0,'11'-3'164'16,"-1"3"2"-16,-2 2-2 0,-1 0 3 0,1 5-6 15,-3-2 12-15,0 1-7 0,-1 3-5 0,-1 4-3 16,-5 3-11-16,0 1 3 0,-1 0-2 0,-6 0 2 16,0 7 6-16,-4-9 5 0,3 1-2 0,-3-3-10 15,1 2-9-15,1-3 0 0,3-4-18 0,3-1-3 16,-2-1-13-16,3-1-16 0,1 1-8 0,3-6-5 16,-6 9-10-16,6-9-3 0,0 9-4 0,0-9-7 15,8 7-6-15,4-3-5 0,6 0-2 0,4-2-3 16,14-2-6-16,2 0-20 0,16-1-39 0,-2-3-44 15,-12 3-55-15,-2 0-66 0,2-2-75 0,-5 3-309 0,-1 0-626 16,-1-1 277-16</inkml:trace>
  <inkml:trace contextRef="#ctx0" brushRef="#br0" timeOffset="37260.25">24960 11418 328 0,'-13'1'327'15,"5"-2"-39"-15,8 1-43 0,0 0-19 0,35-11-21 16,17 4-23-16,35-6-19 0,22-5-19 0,11 2-11 16,15-2-26-16,9 3-37 0,0 0-55 0,-1 6-57 15,-9-5-72-15,2 3-64 0,-25-2-173 0,0 1-378 16,-14-2 167-16</inkml:trace>
  <inkml:trace contextRef="#ctx0" brushRef="#br0" timeOffset="55892.69">11882 13262 14 0,'-4'-10'88'15,"4"10"-13"-15,0-9 18 0,0 9-6 0,0 0-8 16,-2-10-9-16,2 10-7 0,0 0-2 0,0 0-17 16,0 0 0-16,0 0-8 0,0 0 3 0,0 0-7 15,13 0 3-15,-13 0-3 0,13 14-1 0,-5-6 0 16,3 5 4-16,1 0-8 0,0 0 4 0,-3 2-6 0,1 2-2 15,3-2-3-15,0 6 0 0,-2-4 3 16,1-2-6-16,-2 2-4 0,0-3-2 0,0 1-3 16,-1 0 3-16,3-4-3 0,-3-1-1 15,-1 0 1-15,0-1 4 0,-1-2-5 0,-1 0 2 0,-3-2-1 16,3-1 2-16,-2 1 1 0,-4-5 8 0,6 7 22 16,-6-7 17-16,4 3 13 0,-4-3-2 0,0 0-4 15,0 0-6-15,8-12-6 0,-5 2-4 0,3-4-5 16,-4-6 0-16,6-3-6 0,-3-6-6 0,1 2-4 0,0-4 0 15,3 0 1-15,-1-2-7 0,5-12-3 0,1 1-5 16,-3 9 0-16,0 1-1 0,1 0-3 0,0 2 3 16,1-1-3-16,-3 2-3 0,3 3 0 15,-3 4 0-15,-3 6-1 0,3 3 0 0,-5 4-5 16,-1 3-2-16,1 1-14 0,-4 2-7 0,-1 5 1 0,0 0-4 16,0 0-21-16,0 0-12 0,2 24-24 0,-5-4-27 15,-5 6-29-15,2 6-24 0,-2 3-88 16,-4 11-269-16,3-10 119 0</inkml:trace>
  <inkml:trace contextRef="#ctx0" brushRef="#br0" timeOffset="56359.17">12561 13462 121 0,'0'0'145'0,"-9"-5"-6"0,9 5-4 16,-10-3-5-16,10 3-8 0,-11 1-8 0,11-1-10 16,-16 4-7-16,7 1-6 0,1 3-6 0,-1 0-11 15,-3 1-8-15,1 2-3 0,-1 1-6 0,1 2-7 16,3-1-9-16,2-2 0 0,0-2-8 0,2 1 4 16,0-2-10-16,6 1 1 0,-2-9-7 0,2 12 0 15,2-5 0-15,-2-3-1 0,-2-4-3 0,8 8 1 16,-8-8-1-16,9 2-4 0,-9-2-4 0,12-4 7 15,-12 4-5-15,15-10 2 0,-7 3-3 0,1-1 2 16,-1-1 1-16,0-3 2 0,-1-2-4 0,-1-2 0 16,-1-1-1-16,0-1 6 0,-1-1-12 0,0-5 3 15,-3-1-3-15,0 0 2 0,2 5 0 0,-6-6 0 16,2 0-2-16,-1-1 0 0,1 2-3 0,-1-2 2 16,0 8 0-16,0 0 0 0,0 1 2 0,4 3-1 15,-4 5-3-15,2 3 4 0,0 7-7 0,0-13-1 16,0 13-2-16,0 0 2 0,0 0 2 0,0 0-3 15,0 0 2-15,10 30 2 0,-9-11-2 0,0 6 5 16,-2 5-2-16,5 0 3 0,-4 0-4 0,-3-2 0 16,6 3 4-16,-1-4-4 0,0 1 3 0,0-3 0 15,3-5-4-15,-2-2-16 0,3 1-21 0,-3-2-29 16,1-1-24-16,2-4-25 0,1-3-18 0,5 4-12 16,-3-5-113-16,4-4-278 0,0-1 123 0</inkml:trace>
  <inkml:trace contextRef="#ctx0" brushRef="#br0" timeOffset="56575.39">12828 13386 123 0,'-5'-4'141'0,"5"4"-4"0,-13-5 0 0,6 4-7 16,7 1-6-16,-14 5-7 0,6 1 1 0,-3 2-4 16,1 5-8-16,-1 1-2 0,-2 1-3 0,3 1-8 15,-3 2-8-15,3-3-12 0,4 0-3 16,0 1-10-16,1 0-6 0,5-4-4 0,0 0-5 0,2-1-7 15,1 0-1-15,3-1-4 0,2-1-9 0,1-2-21 16,6 3-35-16,3-3-36 0,-3-4-29 0,6-1-29 16,1 1-25-16,1-3-124 0,-3 0-295 0,0-5 130 15</inkml:trace>
  <inkml:trace contextRef="#ctx0" brushRef="#br0" timeOffset="56683.79">13261 13394 77 0,'9'-3'72'16,"0"-2"-5"-16,5 3-12 0,-5 0-17 0,2 1-33 16,-2 1-58-16,-9 0-56 0,13 1 25 0</inkml:trace>
  <inkml:trace contextRef="#ctx0" brushRef="#br0" timeOffset="56833.86">13243 13559 88 0,'-2'5'176'0,"2"-5"-20"16,0 0-17-16,0 0-11 0,0 0-16 0,0 0-6 16,13 4-12-16,-3-3-6 0,1-4-27 0,2 3-38 15,9-3-55-15,1 0-64 0,-4 0-79 0,2-1-187 16,8-4 83-16</inkml:trace>
  <inkml:trace contextRef="#ctx0" brushRef="#br0" timeOffset="62226.17">14009 13132 29 0,'0'0'131'0,"0"0"-11"16,-4-7-4-16,4 7-5 0,0 0-12 0,0 0-7 15,-2-7-10-15,2 7 1 0,0 0-13 0,0 0-9 16,0 0 6-16,0 0-16 0,0 0-6 0,0 0-3 0,0 0-9 15,0 0-1-15,0 0-4 0,0 0-5 16,0 0-5-16,0 0 2 0,0 0 2 0,0 0-6 16,6 25 6-16,-1-13 4 0,3 5 1 0,0 0-3 15,1 6-2-15,2 1 13 0,-3-1-8 0,4 3 0 16,-3-3-1-16,5 1 0 0,-4 1 3 0,1-3 8 0,1 0-4 16,-3-3-4-16,-1-2-8 0,2-1 4 15,-3-3-3-15,1 2 3 0,-1-3-9 0,-1-1 2 16,0-3 0-16,0 2-4 0,-1-2 0 0,-1-2 0 0,0-1-3 15,-1 1 7-15,-3-6 17 0,7 6 13 0,-7-6 15 16,2 4 7-16,-2-4-2 0,0 0-6 0,0 0-4 16,0 0-8-16,13-20-3 0,-9 9-7 15,3-6-4-15,1-1-3 0,0-7-2 0,1-4-4 16,5 3-3-16,-5-1-4 0,0-2-3 0,2 0 1 0,1-1-6 16,-4-2 4-16,4 1-5 0,-1 3 2 0,0-1-5 15,-1 0 0-15,-2 0 2 0,1 2 0 0,-3 3-4 16,-1 6-2-16,0 2 3 0,-1 2-4 15,1 2 0-15,-3 3-1 0,0 1-1 0,0 3-1 0,-2 5 11 16,3-12-15-16,-3 12 1 0,2-5-2 0,-2 5-11 16,0 0 4-16,0 0-12 0,0 0-14 0,0 0-24 15,0 0-26-15,9 21-34 0,-6-9-26 0,-3 5-21 16,0 4-19-16,2-3-144 0,-1 7-360 0,-2 2 160 16</inkml:trace>
  <inkml:trace contextRef="#ctx0" brushRef="#br0" timeOffset="62526.08">14535 13331 22 0,'0'0'113'16,"0"0"-3"-16,0 0 4 0,2 6 3 0,-2-6 6 16,2 11 4-16,1-2-5 0,-2 1-11 0,-1 5 8 15,-1 4 1-15,1-2-9 0,-3 4-3 0,1 4 1 16,-2 0-8-16,-3 0-8 0,1-2-3 0,0 2-7 15,4-6-8-15,-3-2-5 0,3-1-8 0,-2-4-3 16,2 2 0-16,0-6-8 0,2 1-5 0,2-3-3 16,-2-6-4-16,0 12 5 0,2-7 11 0,-2-5 0 15,6 7 0-15,-1-4-3 0,-5-3-7 0,17-1 0 16,-4-4-6-16,1 0-5 0,5-2-3 0,1 0-3 16,7-3-3-16,1-1-2 0,-2 1-5 0,-6 3-16 15,1 2-28-15,0-2-31 0,-4 1-41 0,-1 5-38 16,3-2-33-16,-5 3-38 0,-3 0-170 0,-2 0-406 15,1 2 180-15</inkml:trace>
  <inkml:trace contextRef="#ctx0" brushRef="#br0" timeOffset="63360.09">14959 13579 39 0,'0'0'186'15,"0"0"3"-15,0 0-9 0,0 0-12 0,0 0-15 16,0 26-7-16,-1-19-5 0,1-7-12 0,-5 18-5 16,1-9 2-16,2-2-8 0,-1-3-8 0,0 3-6 15,3-7 4-15,-2 8 5 0,2-8 7 0,-2 6 5 16,2-6 4-16,0 0 4 0,0 0-9 0,-2 8-12 16,2-8-8-16,0 0-10 0,0 0-10 0,0 0-5 15,0 0-13-15,0 0-9 0,-7-24-4 0,7 24-9 16,3-15-6-16,1 4-2 0,-2-3-5 0,2 3 1 15,5-4-9-15,0 1-2 0,-2-1 1 0,3 2-5 16,-1 3-2-16,-1 1-3 0,1 0-1 0,0 2-2 16,2 3-5-16,-4-2-1 0,0 4 0 0,2 2 0 15,-9 0 2-15,13 4-4 0,-4-1-3 0,1 1 0 16,-2 3 10-16,-2 2 1 0,3-1-10 0,-1 2-4 16,-2-2 4-16,-1 1 3 0,-1 0-4 0,-1-1 0 15,-1 1 3-15,0-3-2 0,0 0 0 0,-2-6 3 16,2 8-3-16,2-3 7 0,-4-5-4 0,0 0 3 15,3 8 0-15,-3-8-2 0,0 0 0 0,0 0 3 16,0 0 0-16,0 0-1 0,4 4 1 0,-4-4-4 16,0 0 2-16,0 0 0 0,0 0-3 0,0 0-1 15,5-17 3-15,-1 10-4 0,1-1-2 0,0-2-4 16,4 0 4-16,0 0-6 0,-3 0 4 0,2 2-4 0,2 0 2 16,-3 1 0-16,-2 4-2 0,0 0 0 0,-5 3 2 15,11-2 2-15,-11 2 1 0,13 1-4 16,-6 3 2-16,0-1 7 0,2 2-5 0,-1 0 2 15,1 0 2-15,-3 0-6 0,2 2 6 0,1-1-3 16,1 0-5-16,1-2-8 0,-1 2-2 0,2-3 6 16,1 0-9-16,5-2 2 0,-2-1-2 0,4-3 0 15,-5-1 2-15,3 1 1 0,-1-2 3 0,-4 2 2 16,3-5 1-16,-3 2 0 0,-3-1 3 0,0 0 0 16,-1-2 2-16,-2 0 0 0,1-1 0 0,-3 2 5 0,-1-1-1 15,0 3-2-15,-4-2 19 0,1 2 3 0,-1 6-2 16,-5-12-1-16,5 12 1 0,-4-8-5 15,4 8 3-15,-11-2-2 0,11 2 1 0,-20 5 4 16,9 1-2-16,-5 5-4 0,0-1 0 0,0 3 1 16,3 0 0-16,4 2-4 0,0-1 3 0,4-4-7 0,0 0 8 15,2-1-5-15,1 1 2 0,2-3-3 0,0 1-2 16,0-8 2-16,4 11 0 0,-2-7 2 0,5 0-1 16,-4 0 2-16,-3-4-1 0,14 0 0 15,-14 0-4-15,13-2 4 0,-6 0 1 0,1-2-6 0,-8 4-3 16,12-4 7-16,-8 1-3 0,-4 3 1 0,10-4-3 15,-10 4-3-15,8-3 5 0,-8 3-6 0,0 0-2 16,9 1 0-16,-9-1 4 0,9 4-3 0,-3 0-3 16,-1-1-2-16,0 1-7 0,0 2-18 15,0 0-14-15,3 1-28 0,-2 0-22 0,1 2-29 0,1-1-34 16,-1 0-49-16,3-2-41 0,-2 2-198 0,-3-4-487 16,0 0 216-16</inkml:trace>
  <inkml:trace contextRef="#ctx0" brushRef="#br0" timeOffset="63710.46">15719 13550 132 0,'0'-11'198'15,"0"11"-10"-15,1-9-16 0,-1 9-20 0,4-6-15 16,-4 6-13-16,0 0-8 0,0 0 12 0,0 0-8 16,0 0-14-16,18 11-11 0,-12-3-6 0,0-1-9 15,1 3-9-15,-1-1-3 0,2-1-8 0,0 1-7 16,-1 0-5-16,2 1-5 0,-2-2-19 0,0 0-14 15,1-2-24-15,-3 1-22 0,-1-2-20 0,2-1-11 16,-1-1-3-16,2-1 0 0,-2 1 7 0,-5-3 4 16,10 0 12-16,-10 0 4 0,8-4-2 0,-4 0 5 15,-4 4 10-15,6-12 10 0,-5 6 3 0,0-2 5 16,-1-2 18-16,2 1 0 0,-2-3 14 0,-2 3 7 16,1 1 9-16,0-2 10 0,1 10 19 0,-3-12 14 15,2 5 8-15,1 7-2 0,0 0-12 0,-5-7-5 16,5 7-4-16,0 0 3 0,-17 10 7 0,6-3 1 15,1 6-6-15,-6 1-5 0,-2 4-10 0,1 4-2 16,4-7-3-16,0 1-4 0,3 1-7 0,1 0-2 16,0-1-8-16,1-3-17 0,3-1-30 0,3-1-36 15,-1 2-54-15,4-3-62 0,1 1-72 0,0-6-133 16,1-1-406-16,-3-4 179 0</inkml:trace>
  <inkml:trace contextRef="#ctx0" brushRef="#br0" timeOffset="63875.85">16098 13533 105 0,'7'-3'201'0,"-1"1"-9"15,-1-2-5-15,4 2-21 0,1-2-13 0,2 3-19 16,2-2-9-16,4 3-14 0,2-3-28 0,7 1-42 16,2 1-50-16,5-3-60 0,3 0-168 0,-3 2-257 15,2-2 114-15</inkml:trace>
  <inkml:trace contextRef="#ctx0" brushRef="#br0" timeOffset="64208.34">16888 13199 204 0,'-4'-5'305'0,"4"5"-24"0,-6-7-29 0,6 7-25 15,0 0-27-15,0 0-18 0,0 0 0 0,0 0-5 16,0 0-11-16,10 34-12 0,-2-16-17 0,1 9-6 15,1 0-20-15,0 1 0 0,-4-2-15 0,3-1-15 16,2-1-9-16,-4-7-7 0,1 0-2 0,-3-3-7 16,2-2-8-16,-2-2-1 0,1-1 0 0,-1-2-7 15,-2-2 9-15,1 1 19 0,-4-6 23 0,6 5 12 16,-6-5-6-16,6 0-11 0,-6 0 0 0,13-9-15 16,-4-3-4-16,0-1-11 0,1-2 0 0,0-4-11 15,6-4-4-15,-1-2 3 0,-5 1-9 0,6-4-5 16,-3 2 1-16,2-1-16 0,-1 0-8 0,2 0-15 15,0 3-6-15,0 0-25 0,0 3-27 0,-5 7-20 16,-2 4-29-16,-4 0-39 0,0 3-58 0,-1 3-34 16,1 2-26-16,-5 2-3 0,0 0-5 0,8 15-178 15,-9 0-496-15,1 3 219 0</inkml:trace>
  <inkml:trace contextRef="#ctx0" brushRef="#br0" timeOffset="64560.33">17348 13492 154 0,'12'-6'210'0,"-3"0"-3"0,-3-1 11 16,0-2-1-16,3 1-4 0,-1-3-10 0,0 2-13 16,1-5-9-16,-2 3-15 0,1 1-9 0,1-4-4 15,0 0-9-15,-4 3-4 0,-1-2-12 0,-2 1-1 16,2 1-5-16,-1 2-3 0,-3-1 0 0,0 1-4 16,0 9-19-16,-5-13 5 0,2 7-14 0,-1 0-8 15,4 6-3-15,-10-5-10 0,4 3-4 0,6 2-10 16,-12 0-10-16,12 0 2 0,-11 2-8 0,11-2-3 15,-9 4-2-15,7 1-3 0,2-5-6 0,0 9 1 16,0-9-6-16,8 8 2 0,2-2 1 0,0-3-18 16,2 1 9-16,2-2-14 0,-1 2-1 0,6-2 1 15,-2 0-2-15,0 2-3 0,-4-3 5 0,1 3 5 0,-2-1-7 16,-2 1-2-16,-1 4 8 0,0-1-1 0,-4 2-4 16,3 1-4-16,-5 2 0 0,0 3 4 15,1 0 2-15,-5 2-4 0,-1 0 4 0,1 1-1 16,0 1 1-16,2-2 2 0,-1 0-3 0,1-1 0 15,-1 1-30-15,3-1-10 0,1 0-26 0,1 0-42 0,6 0-41 16,-2-1-39-16,0 0-50 0,5-2-25 0,0 1-35 16,-2 0-157-16,1-5-495 0,-3 1 220 15</inkml:trace>
  <inkml:trace contextRef="#ctx0" brushRef="#br0" timeOffset="64742.64">17202 13734 180 0,'-20'0'283'0,"6"2"-35"0,2-4-22 16,6 2-25-16,6 0-18 0,-10 0-15 16,10 0-10-16,0 0-9 0,27-2-17 0,7 0-16 0,16-3-10 15,6 0-8-15,2 2-21 0,-1-3-26 16,-3 2-35-16,-4-2-49 0,-13 3-45 0,0 2-56 0,-3 1-56 16,-4 0-137-16,-12 1-353 0,-3 0 157 15</inkml:trace>
  <inkml:trace contextRef="#ctx0" brushRef="#br0" timeOffset="64976.12">17435 13922 119 0,'0'0'216'0,"0"0"12"16,8 10-2-16,-3-3-1 0,0-2-5 0,3 4-8 16,-2 0-11-16,-1 1-13 0,5 4 9 0,-5 1-11 15,-1 2-11-15,-1 1-7 0,-2 1-9 0,-5 6-16 16,-2-1 10-16,-1-5 1 0,-5 3 4 15,3-7-4-15,0 1-9 0,-1-3-13 0,3-1-8 16,2-4-12-16,1-1-10 0,3-1-12 0,1 1-1 0,0-7-12 16,8 10-9-16,2-8-8 0,9 0-7 0,10-8-28 15,6 0-41-15,15-7-56 0,-2-3-55 0,2 0-64 16,-1 2-70-16,6-4-78 0,-7-1-254 16,2 1-641-16,0 0 284 0</inkml:trace>
  <inkml:trace contextRef="#ctx0" brushRef="#br0" timeOffset="74909.31">20110 13454 161 0,'1'-17'162'0,"2"0"-5"16,-3 0 11-16,1 0-20 0,-1-1-10 0,0 1 0 15,1 0 6-15,1 5-9 0,-2-1 0 0,1 4-11 16,0 2-8-16,-1 7-13 0,1-11-14 0,-1 11-11 16,2-6-10-16,-2 6-6 0,0 0-9 0,0 0-5 15,12 14-6-15,-4 1 2 0,-1 2-1 0,1 1 3 16,0 7-3-16,2 1 9 0,-4-6-7 0,4 5-3 16,0-2-3-16,0 3-2 0,3-4-7 0,-5-6 0 15,-1 0-5-15,1-1-2 0,-2-5-6 0,-1 1 0 16,2-3 2-16,-2 2-2 0,-1-5 0 0,0 1-2 15,-2-2 1-15,-2-4 18 0,8 7 21 0,-6-3 11 16,-2-4 7-16,0 0-8 0,0 0 2 0,0 0-8 0,12-11-3 16,-8 1-10-16,-2 0-4 0,6-5-7 15,-4-1-4-15,3-1 2 0,0-1-6 0,3-5-1 16,-2-1-6-16,2-4-1 0,0 2-4 0,-2 0-3 16,1-2 1-16,5 0-5 0,-1 2-3 0,-2 1 1 0,-1 6-11 15,-2 4-4-15,0 1-18 0,-4 5-31 0,-2 4-37 16,2-2-45-16,1 2-44 0,-5 5-25 15,0 0-15-15,0 0-17 0,-1 22-178 0,-7 2-451 16,-1 4 199-16</inkml:trace>
  <inkml:trace contextRef="#ctx0" brushRef="#br0" timeOffset="75325.58">20477 13684 149 0,'6'-7'181'0,"2"-2"4"0,2-1-14 16,-1-4-14-16,0 0-13 0,4 2-1 16,-4-2-12-16,-2-1-5 0,5 1-9 0,-5-2-11 15,0 1-10-15,-1-2 1 0,-2 4-4 0,1 1 1 16,-2 2 15-16,-2 0-5 0,0 1 0 0,0 2-4 0,-1 7-8 16,0-10-12-16,0 10-9 0,0 0-7 0,-2-12-10 15,2 12-7-15,0 0-5 0,-8-4-5 0,8 4-2 16,0 0-5-16,0 0-4 0,-15 10-4 0,11-5-4 15,1 1 0-15,0-1-1 0,3-5-3 0,-4 14-3 16,6-7 1-16,2-1-1 0,0 0 1 0,1-1-4 16,2 2 0-16,5-4-5 0,-1 1 4 0,0 0 1 15,2-2-5-15,0 1 4 0,4 0-3 0,0-2 2 16,-3 1-1-16,-2-1-4 0,-2 0 0 0,-1 1-1 16,-3 1 0-16,-6-3-3 0,12 3 3 0,-6-1-2 15,-6-2-1-15,10 5 0 0,-4 2 4 0,-4-1 1 16,1 0-2-16,1 4-1 0,-2-3 1 0,-2 3 1 15,1-1 2-15,2 3 1 0,1-3 2 0,-3 2-5 16,0-1 2-16,0 1-28 0,3-1-32 0,-2 1-41 16,0 0-41-16,0-2-42 0,3 1-46 0,-4-1-184 15,2 1-444-15,-3-10 196 0</inkml:trace>
  <inkml:trace contextRef="#ctx0" brushRef="#br0" timeOffset="75465.19">21034 13598 98 0,'0'0'133'16,"9"-4"-8"-16,-9 4-17 0,11-1-15 0,-11 1-16 15,13 0-37-15,-5 1-35 0,-1 1-27 0,-7-2-27 16,12 6-53-16,-8-1-110 0,-2 1 49 0</inkml:trace>
  <inkml:trace contextRef="#ctx0" brushRef="#br0" timeOffset="75590.53">21086 13686 86 0,'-9'6'195'15,"9"-6"-17"-15,-7 6-9 0,3-3-10 0,4-3-18 16,-7 6-13-16,7-6-13 0,0 0-11 0,-3 6-11 16,3-6-6-16,0 0-1 0,0 0-11 0,10 5-13 15,-2-3-12-15,-8-2-39 0,26 0-62 0,2-3-66 16,-1 0-146-16,0-4-282 0,4-2 124 0</inkml:trace>
  <inkml:trace contextRef="#ctx0" brushRef="#br0" timeOffset="76528.02">22268 13173 58 0,'0'0'85'16,"0"0"0"-16,0 0-11 0,0 0-13 0,0 0 6 16,0 0-13-16,0 0-4 0,0 0 4 0,0 0-2 15,0 0 4-15,0 0-4 0,0 0-1 0,0 0 2 16,0 0-2-16,0 0 9 0,0 0-1 0,0 0 3 0,0 0 0 16,0 0 0-16,0 0-3 0,0 0-6 15,0 0-2-15,0 0 7 0,0 0 9 0,0 0 2 16,0 0-1-16,0 0 2 0,0 0-5 0,0 0 1 15,-25-5-5-15,25 5-8 0,0 0 0 0,0 0-13 16,0 0 3-16,0 0-5 0,0 0-2 0,0 0 4 16,0 0-11-16,-8-2-7 0,8 2-1 0,0 0-1 15,0 0-4-15,0 0 0 0,0 0-2 0,23-4 0 16,-11 4-2-16,7-4-1 0,3 1 4 0,6-2-6 0,1 0 1 16,1 0-4-16,0-2 3 0,0 2-7 15,-4 2-3-15,-4 0-18 0,-3-1-17 0,0 4-17 16,-3 0-38-16,-6-1-26 0,0 1-31 0,-3 1-5 15,-2 2-11-15,-5-3-110 0,0 0-296 0,0 0 130 0</inkml:trace>
  <inkml:trace contextRef="#ctx0" brushRef="#br0" timeOffset="76942.61">22392 13194 40 0,'0'0'124'0,"0"0"-5"0,0 0-13 0,0 0 3 0,-5 4 14 16,5-4 13-16,0 0-4 0,4 19 12 15,-1-8-3-15,2 4-3 0,-3 1 1 0,0 2-11 0,-1 0 10 16,3 2-5-16,-1-2-9 0,0 2-10 0,1-1-10 16,-1-2-9-16,0-1-10 0,-1 0-8 0,0 0-6 15,1-3-11-15,-3-1-2 0,1-1-7 0,4-2-4 16,-4 1-5-16,1-3-4 0,-2-1-4 0,0-6 0 16,0 9-7-16,0-9-1 0,1 8-1 0,-1-8-3 15,0 0 1-15,0 8-2 0,0-8-3 0,0 0 2 16,0 0-1-16,-10 3-6 0,10-3 3 0,0 0-6 15,-13-3 0-15,13 3 4 0,-10-6-6 0,3 3 1 16,7 3-2-16,-10-7 0 0,6 4 1 0,4 3 4 16,-7-4-13-16,7 4 9 0,-7-6-5 0,7 6-1 15,0 0 0-15,-6-4-1 0,6 4-2 0,0 0 0 16,0 0 0-16,0 0 1 0,0 0 0 0,-5-6 1 16,5 6-1-16,0 0-2 0,0 0-1 0,0 0 3 15,19-4 2-15,-9 4-4 0,2-1 2 0,2 0 0 16,0-1-1-16,5 1-1 0,1-1-3 0,0 1-16 15,1-2-26-15,0 3-35 0,1-1-29 0,-1 1-33 16,9 0-32-16,-9 0-28 0,0 0-17 0,0 0-145 16,0 0-396-16,-2 0 176 0</inkml:trace>
  <inkml:trace contextRef="#ctx0" brushRef="#br0" timeOffset="77375.09">23011 13382 61 0,'0'0'193'15,"-3"-13"10"-15,3 13-7 0,-3-14-13 0,-1 6-9 16,0 4-12-16,-1-2 3 0,-3 0-5 0,3 2-7 16,-1 1-16-16,6 3-5 0,-21-2-16 0,11 3-12 15,-2 2-6-15,0 3-1 0,-4 5-4 0,0-1-11 16,3 2-9-16,-1 0-4 0,1 1-9 0,0 1-7 16,6-1-1-16,0 0-9 0,3-2-5 0,0 1 1 15,3-2-7-15,4 2-2 0,-1-4-2 0,5 1 0 16,-1-1-2-16,3-1-2 0,3-2 2 0,3 0-6 15,0-4-3-15,3 0 0 0,1-3-3 0,2 1 8 16,-3-4-10-16,1-1-2 0,-4 0 2 0,-1 0-2 16,-3-1 0-16,1-4-1 0,0-1-2 0,-4-1 2 15,-3-3-3-15,1 0 0 0,-1-4-1 0,-2-3-2 16,-2-2 2-16,0 5 2 0,-5-5-4 0,7 6 3 16,-3-7-4-16,-1-1 1 0,2 2-1 0,0 6 1 15,0-8-3-15,2 11 3 0,0 3-3 0,1-2 17 16,-2 6 9-16,2 3-1 0,-3-1 7 0,-1 7-19 15,3-7-2-15,-3 7 3 0,0 0 17 0,0 0 7 16,6 20 0-16,-5-7 1 0,-2 4-2 0,-2 8 2 16,5 2-6-16,-5 0 0 0,3 2-6 0,-2-1 2 15,-1-2-4-15,3 2-2 0,-1-3-16 0,3 2-40 16,0-4-40-16,-2-5-38 0,2 0-45 0,2-1-50 16,0-2-49-16,2-5-50 0,1-1-154 0,3-2-496 15,1-3 219-15</inkml:trace>
  <inkml:trace contextRef="#ctx0" brushRef="#br0" timeOffset="77577.14">23429 13252 212 0,'0'0'219'0,"-4"-7"-7"0,4 7-6 0,0 0-11 0,-19 5-4 16,9 0-9-16,-7 6-9 0,-3 5-9 15,4-2-16-15,0-1-14 0,-2 5-12 0,4-2-11 16,3-2-13-16,4 0-5 0,2 0-15 0,-2 0-1 15,6-2-12-15,5 2-8 0,1-5-7 0,1 2-22 16,7-1-34-16,4-2-37 0,2 1-43 0,8-2-47 0,0-1-37 16,2-1-25-16,-6-2-169 0,-3-2-394 15,0 0 175-15</inkml:trace>
  <inkml:trace contextRef="#ctx0" brushRef="#br0" timeOffset="77792.63">22731 13711 199 0,'-29'6'254'0,"8"-2"-26"0,5-2-20 0,3 1-20 16,5 1-16-16,6-2 2 0,2-2 1 0,0 0-6 0,28 11-12 16,4-11-20-16,20 0-8 0,8-4-10 0,4-1-13 15,27-1-13-15,-33 3-12 0,5-1-13 16,-2 1-11-16,0-1-18 0,0 3-39 0,-2-3-42 15,-7 4-56-15,1 5-55 0,-19-1-42 0,-3 6-183 0,-10-4-409 16,-4 5 182-16</inkml:trace>
  <inkml:trace contextRef="#ctx0" brushRef="#br0" timeOffset="78076.78">22831 14034 223 0,'-18'0'263'0,"3"2"-9"0,2-1-12 0,-1 2-11 16,3 1 3-16,2 1-3 0,1 3-13 0,1 1-11 15,3 6 0-15,-1 4-16 0,0 7-6 0,2 2-21 16,1 0-7-16,-1 4-19 0,1-1 0 0,-1 0-18 0,1-2-8 16,2 2-12-16,-3-4-5 0,2-2-7 0,0 1-14 15,-1-6-7-15,0-2 0 0,2 1-12 16,-1-1-3-16,-2 1-7 0,2-3-1 0,-1-3-7 0,2 0-3 15,-2-2-9-15,-1 0-7 0,3-3-35 0,0-8-33 16,-5 9-31-16,3-4-39 0,2-5-47 16,-8 6-50-16,4-2-48 0,4-4-41 0,-10 4-210 15,2-4-558-15,8 0 246 0</inkml:trace>
  <inkml:trace contextRef="#ctx0" brushRef="#br0" timeOffset="78225.14">22620 14430 92 0,'5'-11'204'0,"-1"9"-16"0,-4 2 4 0,10-6-1 16,-3 2-1-16,3 1-9 0,0-1-19 0,10-1-11 0,0 1-19 16,0-1-12-16,8-4-15 0,5 1-34 0,-1 1-42 15,1-1-51-15,2 1-57 0,1 0-46 16,-2 1-172-16,1-2-322 0,-2 0 142 0</inkml:trace>
  <inkml:trace contextRef="#ctx0" brushRef="#br0" timeOffset="78523.63">23291 14182 158 0,'-13'-1'247'0,"5"1"1"16,-3 2 0-16,-2 1-3 0,-3 4-4 15,0 1-5-15,0 3-10 0,0 2-8 0,2 1-9 0,1-2-17 16,3 3-20-16,-1 1-19 0,2-2-16 0,3 1-9 16,5-3-10-16,2 5-9 0,2-6-16 0,5 4-12 15,5-5-24-15,2 0-30 0,4-3-46 0,0 0-37 16,9-2-31-16,0-1-29 0,2-1-30 0,-2-2-9 15,-1-1-25-15,-7-1-11 0,2 0-6 0,-4-1-19 16,-5-2 5-16,1 2-118 0,-1-2-355 0,-4 0 1170 16,-2 1-593-16,-1 0 31 0,1-1 33 0,-7 4 37 15,5-6 51-15,-5 6-4 0,4-6 20 0,-4 6 12 16,0 0 9-16,0 0 8 0,3-7 3 0,-3 7 2 16,0 0 0-16,0 0-11 0,0 0-5 0,0 0-13 15,0 0-3-15,2-6-10 0,-2 6-20 0,0 0-30 16,0 0-48-16,0 0-54 0,0 0-55 0,0 0-174 15,0 0-356-15,0 0 158 0</inkml:trace>
  <inkml:trace contextRef="#ctx0" brushRef="#br0" timeOffset="78758.73">22336 14783 3013 0,'-33'9'136'0,"2"-2"-53"0,5 1-52 0,7 1-15 16,3 0 5-16,7 0-13 0,4-2 17 0,5 0-2 16,6 0 5-16,13-1 9 0,15-3 1 0,18-3-4 15,39-5-4-15,2-5-1 0,7-3-6 0,3 0-4 16,1-5 4-16,6 6-2 0,0 8-2 0,2-4-5 16,-2 4-31-16,-6-3-40 0,-10 7-56 0,-31 2-46 15,1-1-47-15,-3 2-45 0,-5 0-227 0,-19 1-519 16,-1-2 230-16</inkml:trace>
  <inkml:trace contextRef="#ctx0" brushRef="#br0" timeOffset="106309.09">1625 9567 95 0,'-5'-6'111'0,"5"6"-8"0,0 0 0 15,-9-3-9-15,9 3-9 0,0 0-4 0,0 0-20 16,0 0-11-16,-4-6 3 0,4 6-11 0,0 0-14 15,0 0 5-15,0 0-1 0,0 0-9 0,0 0 5 16,0 0-3-16,-2 15-10 0,2-5-2 0,-3 7 4 16,1 3 11-16,-1 9 3 0,2 2-10 0,-2 2 6 15,-3 1 3-15,3 0-5 0,-4 1-1 0,3 14 6 16,0-14-12-16,-1-1 2 0,5 0-1 0,0-3 4 16,-4-4-10-16,4 1 7 0,0-3-7 0,-1-6 6 15,2 0-5-15,-1-1 0 0,0 0-4 0,0-1-9 16,0-1 10-16,2-4 0 0,0-1-4 0,0-1 3 15,0-1-7-15,-2 0-32 0,1-3-12 0,-1-6-37 16,1 10-8-16,-1-10-20 0,3 7-93 0,-3-7-217 16,0 6 96-16</inkml:trace>
  <inkml:trace contextRef="#ctx0" brushRef="#br0" timeOffset="106559.64">1508 9578 2 0,'11'2'86'0,"-11"-2"-2"0,23 3-6 16,-8-1-9-16,3 0-3 0,4 1 3 15,5-1-16-15,-5-1 1 0,4-1 4 0,3 1-14 0,-8-2-12 16,1 1 3-16,4 1-3 0,-3-1-9 0,-3 0-14 15,0-1-22-15,-2 2-9 0,0-1-14 0,-2 2-19 16,-2-1-57-16,-1-1-120 0,-2 2 53 0</inkml:trace>
  <inkml:trace contextRef="#ctx0" brushRef="#br0" timeOffset="106776.94">1937 9357 79 0,'-1'-10'108'16,"1"10"-8"-16,0 0-10 0,-4-9-11 0,4 9-7 16,0 0-4-16,0 0-14 0,0 0 8 0,0 25 5 15,0-7 1-15,-2 8-3 0,2 4-7 0,0 2-4 0,0 2-6 16,3-1-3-16,-2 0-8 0,1-2 0 16,1-2 2-16,1 1-11 0,2-2 2 0,-3-2-6 15,5 0-4-15,-4-7-27 0,5-2-26 0,0 2-35 16,2 4-16-16,-2-7-27 0,1 0-61 0,-2-4-186 15,1-2 82-15</inkml:trace>
  <inkml:trace contextRef="#ctx0" brushRef="#br0" timeOffset="106959.44">2186 9651 35 0,'-4'9'102'15,"0"5"1"-15,-1 0-18 0,2 3-1 0,0 1-4 16,1-2-12-16,0 3-12 0,0 1 0 0,0 5-8 16,4-6-7-16,-1-2-8 0,3 9-37 0,0-1-23 15,4 1-31-15,-5 1-59 0,0 1-127 0,3-4 56 16</inkml:trace>
  <inkml:trace contextRef="#ctx0" brushRef="#br0" timeOffset="107392.54">1605 10653 64 0,'0'0'117'0,"0"0"-6"15,0 0 3-15,0 0-7 0,0 0 3 0,28-21-1 16,1 7-11-16,14-9-7 0,7-1-4 0,4-6-1 16,2-1-10-16,22-15-10 0,-24 17-10 0,-2-3-7 15,2 1-15-15,-5 2-4 0,-1 3-10 0,-12 8-4 16,7-4-19-16,-12 5-13 0,-3 4-8 0,-1 1-30 16,-8 3-21-16,0 4-18 0,-1 0-103 15,-6 2-213-15,-4 3 94 0</inkml:trace>
  <inkml:trace contextRef="#ctx0" brushRef="#br0" timeOffset="107993.35">1991 10720 116 0,'0'0'108'0,"0"0"-12"15,0 0-3-15,0 0-11 0,0 0-17 0,0 0 3 16,0 0-11-16,0 17 8 0,0-17-8 0,6 18-4 15,-3-5-4-15,-1 1-4 0,3-2 1 0,0 7-5 16,-2-4-4-16,3 2-13 0,-2-2 5 0,0 2-8 16,1-1 7-16,-2-1-6 0,-1-1-4 0,-1-3 1 15,3 4-5-15,-2-1 2 0,-1-1 6 0,1 2-13 16,-4 0-16-16,2-1-16 0,0-3-28 0,0 3 0 16,0-3-22-16,-1-2-12 0,-1-1-15 0,0 1-52 15,2-9-165-15,-3 11 74 0</inkml:trace>
  <inkml:trace contextRef="#ctx0" brushRef="#br0" timeOffset="108376.09">1984 10767 98 0,'10'-8'103'0,"-2"5"-1"16,2-2-29-16,2-1 0 0,1 0-4 0,3 0-4 15,0 0-11-15,1-1-6 0,1-2-13 0,2 5-18 16,-5-3-5-16,4 1-13 0,-2 1-7 0,-1-1-12 16,-2 1-2-16,-2 2-6 0,-1-3 0 0,-1 2 5 15,0-1-4-15,-1 0 3 0,-9 5 6 0,10-10 25 16,-7 4-5-16,0-4 1 0,-3 10 0 0,1-17 10 16,-1 8 9-16,0 9-2 0,-5-20-1 15,3 9 11-15,-3 1-3 0,2 0 6 0,-1-1 8 16,0 3 14-16,4 8 8 0,-6-11-12 0,6 11-9 0,-3-8 9 15,3 8-14-15,0 0-4 0,0 0-8 0,0 0-1 16,0 0-5-16,0 0 2 0,0 0-5 0,0 0-2 16,9 27-1-16,-2-9 3 0,2 1-7 15,-2 8 1-15,4 3 2 0,-4-6 8 0,2-6-3 16,1 8-7-16,1 1 0 0,-3-1-1 0,0-2-26 16,5 1-26-16,-2-2-17 0,-4-5-30 0,-1 0-100 0,2 6-206 15,-5-8 92-15</inkml:trace>
  <inkml:trace contextRef="#ctx0" brushRef="#br0" timeOffset="108592.54">2511 10701 47 0,'0'0'74'0,"0"0"2"0,0 0 6 0,0 0 7 16,0 0-8-16,0 0-7 0,0 0 11 0,15 18-6 15,-12-11-2-15,-3-7-14 0,5 13 4 0,-3-7-14 16,2 2-4-16,-4-8-5 0,9 9-1 0,-5-3-5 16,-4-6-2-16,10 7-5 0,-2-4 6 0,3 0-11 15,-11-3 1-15,31-4-33 0,-6-4-30 0,6-5-36 16,-1-3-39-16,2-2-65 0,-3-5-190 0,12-11 84 16</inkml:trace>
  <inkml:trace contextRef="#ctx0" brushRef="#br0" timeOffset="108776.99">2995 10079 1718 0,'-2'-15'7'0,"0"5"-8"0,1 4-7 16,1 6 3-16,-1-9-17 0,1 9-9 0,4-11 17 16,0 5 4-16,-1-1 10 0,6 1-1 0,1-2-7 15,2 1-18-15,5-4-15 0,2 2-27 0,0 4-29 16,5-6-27-16,-6 5-88 0,-3 4-229 0,1-1 102 15</inkml:trace>
  <inkml:trace contextRef="#ctx0" brushRef="#br0" timeOffset="108910.41">3089 10122 198 0,'-10'1'210'16,"10"-1"-24"-16,-6 2-11 0,6-2-10 0,0 0-12 15,0 0-15-15,0 0-16 0,0 0-11 0,0 0-11 16,12-22-17-16,4 8-26 0,7-8-48 0,17-8-45 15,1 0-49-15,2 1-65 0,-12 8-90 0,12-8-259 16,-11 8 115-16</inkml:trace>
  <inkml:trace contextRef="#ctx0" brushRef="#br0" timeOffset="110876.47">1850 8714 29 0,'-17'10'38'15,"-7"5"1"-15,-3 6-8 0,-1 1 3 0,-7 13 4 16,-1-1-8-16,-4 4 3 0,-1 2 4 0,3 4 5 16,-16 21-9-16,16-17-3 0,-12 22 6 0,3 1-2 15,11-18 2-15,-6 27-8 0,1-1-5 0,5-1-1 16,-2-3 1-16,6 4-4 0,12-24 8 0,-5 34 2 15,3-3 12-15,5 3-20 0,5-4 6 0,7 4-2 16,3 0-11-16,5-5 8 0,3-27-2 0,10 27-7 16,0-27-4-16,13 23 6 0,6-3-4 0,-8-22 4 15,23 16-7-15,-18-20 12 0,27 17-4 0,5-8-8 16,-17-20 1-16,26 17-6 0,-2-8 10 0,-17-17-6 16,30 10 4-16,-2-6-3 0,-20-14-1 0,24 6 6 15,3-4-2-15,-28-11-5 0,4-4 13 0,28 3-16 16,-3-5 7-16,-24-6-1 0,30-5 1 0,-1-7 9 15,-4-3 3-15,1-5 15 0,-6-6-14 0,0-6 1 16,-1-4-8-16,0-4 9 0,2-5-1 0,-4-6-3 16,0-2 4-16,-2-2-8 0,-5-10 5 0,-4-1-5 15,-8-3 0-15,-3 1-5 0,-6-5-2 0,-3-4-1 16,-7-4-4-16,-3-9 4 0,-5 1-6 0,-9-3 12 16,-2-5-15-16,-3 6 10 0,-4 4 5 0,-6 0-9 15,-7 0 5-15,-7-1 6 0,-7 2 2 0,-7-4-3 16,-8 0-5-16,-5-3 4 0,-9-2-9 0,-10 4-3 15,-7 1-6-15,-12 2-14 0,-13 1-11 0,-6 7-16 16,-11 6 12-16,-9 7-25 0,-7 10 1 0,-8 13-14 16,-6 11-9-16,-10 20 0 0,-4 20 3 0,-7 17-3 15,-3 15 6-15,0 18 7 0,-4 22-1 0,-1 7 2 16,-4 16 10-16,-2 16 1 0,8 13 9 0,1 9 3 16,0 2 9-16,4 7 0 0,-1 5 0 0,13 15 12 15,12 0-4-15,5-6-39 0,11-5-70 0,14-4 31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F88DA-E5BE-4B6C-8A2D-7A479774F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ECCD1-4FCF-4612-BF4D-6D965FFF1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8D712-7D3B-4A4B-B8B1-31E2987F8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E4CC-D84D-4DD7-8985-8F36819816CE}" type="datetimeFigureOut">
              <a:rPr lang="en-IN" smtClean="0"/>
              <a:t>02-02-2022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E597B-6C14-4B3B-8EF0-7F54935C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92FB9-0229-44AD-8A15-BF1F7D64A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B7957-421B-4556-AD71-9DB33A486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843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6CCB3-3700-49D2-BDC7-DFDC90558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5BD95-E3AC-44DF-810B-2711F126C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B6547-C4D3-4980-838B-214563369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E4CC-D84D-4DD7-8985-8F36819816CE}" type="datetimeFigureOut">
              <a:rPr lang="en-IN" smtClean="0"/>
              <a:t>02-02-2022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53190-B132-4FC7-8165-BB9214CA8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772D1-6DBB-44E9-9F34-C411FC637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B7957-421B-4556-AD71-9DB33A486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588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C2672-E6B6-48B5-9E43-335374B6F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547D5-A9BB-4334-A2BB-F9CC5CC0C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2A22E-F982-4F5E-84D1-73106BA8D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E4CC-D84D-4DD7-8985-8F36819816CE}" type="datetimeFigureOut">
              <a:rPr lang="en-IN" smtClean="0"/>
              <a:t>02-02-2022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0F0F9-E2E9-4765-978E-F1800C0B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FF5C6-850F-491D-884A-6DF163AC7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B7957-421B-4556-AD71-9DB33A486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551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1CDB1-EECA-4266-8094-D1EB79CC1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58C97-F098-4E0E-9266-046A63C01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F9394-3921-454F-815D-9BFFB1F69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594446-CA30-47C6-BCD8-66F99D891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E4CC-D84D-4DD7-8985-8F36819816CE}" type="datetimeFigureOut">
              <a:rPr lang="en-IN" smtClean="0"/>
              <a:t>02-02-2022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EB27C-3072-4AA7-A2A0-2853AEBB0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6CF64-543C-4358-928C-F848A1BBE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B7957-421B-4556-AD71-9DB33A486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693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D818F-DD2E-465C-8E3A-4F47ACEE7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45CDD-ECF6-42AE-805D-134B84F62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BBACBC-630F-4415-ACB4-F706BC784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15E5E8-AF09-44F9-9490-250CB6E01D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A16167-3F1D-4F40-97C7-F75F7E78A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AC5CA-A1CA-4EFC-89E5-112D8D2CD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E4CC-D84D-4DD7-8985-8F36819816CE}" type="datetimeFigureOut">
              <a:rPr lang="en-IN" smtClean="0"/>
              <a:t>02-02-2022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71F5AA-1A04-40C5-B403-5685E3D51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343D8C-9125-4468-9A2A-97B376123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B7957-421B-4556-AD71-9DB33A486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79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0250-37F9-462B-A520-D52CBD6F5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3D994B-DCB9-4825-A5BE-24884F5A7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E4CC-D84D-4DD7-8985-8F36819816CE}" type="datetimeFigureOut">
              <a:rPr lang="en-IN" smtClean="0"/>
              <a:t>02-02-2022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E99037-0374-434A-9E58-B5104496C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AA99B6-00C6-4887-8B20-7D5DC6B9F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B7957-421B-4556-AD71-9DB33A486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633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19BF70-EB5F-4AE2-8B9A-F2CC1522D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E4CC-D84D-4DD7-8985-8F36819816CE}" type="datetimeFigureOut">
              <a:rPr lang="en-IN" smtClean="0"/>
              <a:t>02-02-2022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42F55-212C-4A27-9607-F884D3A40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CD6B0-6A70-4506-9DB3-7A1444174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B7957-421B-4556-AD71-9DB33A486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366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28B76-F091-4289-A341-80A8C50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FFCAF-DD9E-46D6-B357-B67FF16FD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19D839-18D7-4F73-AECF-8E8D99306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71349-DEA5-4C2B-B713-CBDDA2B1C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E4CC-D84D-4DD7-8985-8F36819816CE}" type="datetimeFigureOut">
              <a:rPr lang="en-IN" smtClean="0"/>
              <a:t>02-02-2022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A95F5-4E60-432D-B12A-228CD686A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25DA4-84FA-4367-B054-1847F11F4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B7957-421B-4556-AD71-9DB33A486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8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F613B-FE1C-40F0-94B5-56B630D5B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941630-695D-4F63-9801-F732A27792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875B83-FF39-4400-9E09-803A38D4F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82B67-713F-433B-8FC3-5B0F12B54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E4CC-D84D-4DD7-8985-8F36819816CE}" type="datetimeFigureOut">
              <a:rPr lang="en-IN" smtClean="0"/>
              <a:t>02-02-2022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6BBC7-99BF-44E7-8C3B-BBC72C0B5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46400-3F61-4B3E-B46C-A283470C2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B7957-421B-4556-AD71-9DB33A486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37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BEA7-91B0-4832-9358-4B5BA3252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A0CF5E-9F26-45C7-B848-32EA72B25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80BE0-0224-4E63-BAD1-8CD462D37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E4CC-D84D-4DD7-8985-8F36819816CE}" type="datetimeFigureOut">
              <a:rPr lang="en-IN" smtClean="0"/>
              <a:t>02-02-2022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E4AFD-1662-402E-9BAF-CA9830085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233E1-4049-4969-8804-B72D5908A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B7957-421B-4556-AD71-9DB33A486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767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A8D8F7-6AFC-42AB-A6D4-A37F97DDE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0A86D-F344-4909-94F1-50A37A8B4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3D9F-42D8-4BCC-9BD0-273CDD032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AE4CC-D84D-4DD7-8985-8F36819816CE}" type="datetimeFigureOut">
              <a:rPr lang="en-IN" smtClean="0"/>
              <a:t>02-02-2022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B1F60-F521-4178-B00C-DFF4AC46F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3563A-D42D-4E0A-A0A1-50DB54134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B7957-421B-4556-AD71-9DB33A486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681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EB307B-476A-45B7-8FDF-085341AA2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74391-04D4-4186-96F3-9BC310FE2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537BA-2466-4EBE-82EF-C0DC7AE7C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AE4CC-D84D-4DD7-8985-8F36819816CE}" type="datetimeFigureOut">
              <a:rPr lang="en-IN" smtClean="0"/>
              <a:t>02-02-2022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47A02-B8EC-4DAE-87B0-0531FA3BE3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D0837-FA8E-458E-8E56-66ADE8F09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BB7957-421B-4556-AD71-9DB33A4868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509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60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02-02-2022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Filter Circuit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EF0E1D4-5E45-480D-8702-BCE7F49E9361}"/>
                  </a:ext>
                </a:extLst>
              </p14:cNvPr>
              <p14:cNvContentPartPr/>
              <p14:nvPr/>
            </p14:nvContentPartPr>
            <p14:xfrm>
              <a:off x="720000" y="1073160"/>
              <a:ext cx="10919160" cy="5360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EF0E1D4-5E45-480D-8702-BCE7F49E93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0640" y="1063800"/>
                <a:ext cx="10937880" cy="537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2115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02-02-2022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Filter Circuit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80F27D9-BCAC-4965-951A-9BDC448C9805}"/>
                  </a:ext>
                </a:extLst>
              </p14:cNvPr>
              <p14:cNvContentPartPr/>
              <p14:nvPr/>
            </p14:nvContentPartPr>
            <p14:xfrm>
              <a:off x="906120" y="1062720"/>
              <a:ext cx="10743120" cy="4658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80F27D9-BCAC-4965-951A-9BDC448C98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6760" y="1053360"/>
                <a:ext cx="10761840" cy="467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0100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02-02-2022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Filter Circuit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C926F03-F6E3-462C-BF3C-59EA77099556}"/>
                  </a:ext>
                </a:extLst>
              </p14:cNvPr>
              <p14:cNvContentPartPr/>
              <p14:nvPr/>
            </p14:nvContentPartPr>
            <p14:xfrm>
              <a:off x="157680" y="918360"/>
              <a:ext cx="11988000" cy="5545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C926F03-F6E3-462C-BF3C-59EA770995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8320" y="909000"/>
                <a:ext cx="12006720" cy="55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6A9E94E-67FE-4B4F-8811-BA0E5EBBC118}"/>
                  </a:ext>
                </a:extLst>
              </p14:cNvPr>
              <p14:cNvContentPartPr/>
              <p14:nvPr/>
            </p14:nvContentPartPr>
            <p14:xfrm>
              <a:off x="8281800" y="6280200"/>
              <a:ext cx="1440" cy="2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6A9E94E-67FE-4B4F-8811-BA0E5EBBC1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72440" y="6270840"/>
                <a:ext cx="20160" cy="2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4726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02-02-2022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700B9D6-D509-49E3-B89E-0ECC06C71A64}"/>
                  </a:ext>
                </a:extLst>
              </p14:cNvPr>
              <p14:cNvContentPartPr/>
              <p14:nvPr/>
            </p14:nvContentPartPr>
            <p14:xfrm>
              <a:off x="1674360" y="1162800"/>
              <a:ext cx="10247400" cy="3221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700B9D6-D509-49E3-B89E-0ECC06C71A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5000" y="1153440"/>
                <a:ext cx="10266120" cy="324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A79B9B6-A0D1-4959-8593-32C05D022BE8}"/>
                  </a:ext>
                </a:extLst>
              </p14:cNvPr>
              <p14:cNvContentPartPr/>
              <p14:nvPr/>
            </p14:nvContentPartPr>
            <p14:xfrm>
              <a:off x="139320" y="2001960"/>
              <a:ext cx="11693520" cy="3349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A79B9B6-A0D1-4959-8593-32C05D022B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9960" y="1992600"/>
                <a:ext cx="11712240" cy="336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5434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5A9B30095FBE4DBF87005A6F15244E" ma:contentTypeVersion="2" ma:contentTypeDescription="Create a new document." ma:contentTypeScope="" ma:versionID="394c0588db4c74b93abab7d9b09bba50">
  <xsd:schema xmlns:xsd="http://www.w3.org/2001/XMLSchema" xmlns:xs="http://www.w3.org/2001/XMLSchema" xmlns:p="http://schemas.microsoft.com/office/2006/metadata/properties" xmlns:ns2="91a3a9aa-4352-4e1d-89f7-38dd1103c51e" targetNamespace="http://schemas.microsoft.com/office/2006/metadata/properties" ma:root="true" ma:fieldsID="9a12efb6747b5efa58ef1bb966178ebf" ns2:_="">
    <xsd:import namespace="91a3a9aa-4352-4e1d-89f7-38dd1103c5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3a9aa-4352-4e1d-89f7-38dd1103c5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C49E2FB-D2D9-4D31-9A19-E50E819BA084}"/>
</file>

<file path=customXml/itemProps2.xml><?xml version="1.0" encoding="utf-8"?>
<ds:datastoreItem xmlns:ds="http://schemas.openxmlformats.org/officeDocument/2006/customXml" ds:itemID="{EABA222A-BC04-4989-A45F-EDB7D38F207A}"/>
</file>

<file path=customXml/itemProps3.xml><?xml version="1.0" encoding="utf-8"?>
<ds:datastoreItem xmlns:ds="http://schemas.openxmlformats.org/officeDocument/2006/customXml" ds:itemID="{83060808-8DCD-49B0-BD76-30570C2E3873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Priyank Saxena</dc:creator>
  <cp:lastModifiedBy>Priyank Saxena</cp:lastModifiedBy>
  <cp:revision>1</cp:revision>
  <dcterms:created xsi:type="dcterms:W3CDTF">2022-02-02T10:08:19Z</dcterms:created>
  <dcterms:modified xsi:type="dcterms:W3CDTF">2022-02-02T10:09:02Z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0x010100ED5A9B30095FBE4DBF87005A6F15244E</vt:lpwstr>
  </property>
</Properties>
</file>